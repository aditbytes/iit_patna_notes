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ppt/ink/ink510.xml" ContentType="application/inkml+xml"/>
  <Override PartName="/ppt/ink/ink511.xml" ContentType="application/inkml+xml"/>
  <Override PartName="/ppt/ink/ink512.xml" ContentType="application/inkml+xml"/>
  <Override PartName="/ppt/ink/ink513.xml" ContentType="application/inkml+xml"/>
  <Override PartName="/ppt/ink/ink514.xml" ContentType="application/inkml+xml"/>
  <Override PartName="/ppt/ink/ink515.xml" ContentType="application/inkml+xml"/>
  <Override PartName="/ppt/ink/ink516.xml" ContentType="application/inkml+xml"/>
  <Override PartName="/ppt/ink/ink517.xml" ContentType="application/inkml+xml"/>
  <Override PartName="/ppt/ink/ink518.xml" ContentType="application/inkml+xml"/>
  <Override PartName="/ppt/ink/ink519.xml" ContentType="application/inkml+xml"/>
  <Override PartName="/ppt/ink/ink520.xml" ContentType="application/inkml+xml"/>
  <Override PartName="/ppt/ink/ink521.xml" ContentType="application/inkml+xml"/>
  <Override PartName="/ppt/ink/ink522.xml" ContentType="application/inkml+xml"/>
  <Override PartName="/ppt/ink/ink523.xml" ContentType="application/inkml+xml"/>
  <Override PartName="/ppt/ink/ink524.xml" ContentType="application/inkml+xml"/>
  <Override PartName="/ppt/ink/ink525.xml" ContentType="application/inkml+xml"/>
  <Override PartName="/ppt/ink/ink526.xml" ContentType="application/inkml+xml"/>
  <Override PartName="/ppt/ink/ink527.xml" ContentType="application/inkml+xml"/>
  <Override PartName="/ppt/ink/ink528.xml" ContentType="application/inkml+xml"/>
  <Override PartName="/ppt/ink/ink529.xml" ContentType="application/inkml+xml"/>
  <Override PartName="/ppt/ink/ink530.xml" ContentType="application/inkml+xml"/>
  <Override PartName="/ppt/ink/ink531.xml" ContentType="application/inkml+xml"/>
  <Override PartName="/ppt/ink/ink532.xml" ContentType="application/inkml+xml"/>
  <Override PartName="/ppt/ink/ink533.xml" ContentType="application/inkml+xml"/>
  <Override PartName="/ppt/ink/ink534.xml" ContentType="application/inkml+xml"/>
  <Override PartName="/ppt/ink/ink535.xml" ContentType="application/inkml+xml"/>
  <Override PartName="/ppt/ink/ink536.xml" ContentType="application/inkml+xml"/>
  <Override PartName="/ppt/ink/ink537.xml" ContentType="application/inkml+xml"/>
  <Override PartName="/ppt/ink/ink538.xml" ContentType="application/inkml+xml"/>
  <Override PartName="/ppt/ink/ink539.xml" ContentType="application/inkml+xml"/>
  <Override PartName="/ppt/ink/ink540.xml" ContentType="application/inkml+xml"/>
  <Override PartName="/ppt/ink/ink541.xml" ContentType="application/inkml+xml"/>
  <Override PartName="/ppt/ink/ink542.xml" ContentType="application/inkml+xml"/>
  <Override PartName="/ppt/ink/ink543.xml" ContentType="application/inkml+xml"/>
  <Override PartName="/ppt/ink/ink544.xml" ContentType="application/inkml+xml"/>
  <Override PartName="/ppt/ink/ink545.xml" ContentType="application/inkml+xml"/>
  <Override PartName="/ppt/ink/ink546.xml" ContentType="application/inkml+xml"/>
  <Override PartName="/ppt/ink/ink547.xml" ContentType="application/inkml+xml"/>
  <Override PartName="/ppt/ink/ink548.xml" ContentType="application/inkml+xml"/>
  <Override PartName="/ppt/ink/ink549.xml" ContentType="application/inkml+xml"/>
  <Override PartName="/ppt/ink/ink550.xml" ContentType="application/inkml+xml"/>
  <Override PartName="/ppt/ink/ink551.xml" ContentType="application/inkml+xml"/>
  <Override PartName="/ppt/ink/ink552.xml" ContentType="application/inkml+xml"/>
  <Override PartName="/ppt/ink/ink553.xml" ContentType="application/inkml+xml"/>
  <Override PartName="/ppt/ink/ink554.xml" ContentType="application/inkml+xml"/>
  <Override PartName="/ppt/ink/ink555.xml" ContentType="application/inkml+xml"/>
  <Override PartName="/ppt/ink/ink556.xml" ContentType="application/inkml+xml"/>
  <Override PartName="/ppt/ink/ink557.xml" ContentType="application/inkml+xml"/>
  <Override PartName="/ppt/ink/ink558.xml" ContentType="application/inkml+xml"/>
  <Override PartName="/ppt/ink/ink559.xml" ContentType="application/inkml+xml"/>
  <Override PartName="/ppt/ink/ink560.xml" ContentType="application/inkml+xml"/>
  <Override PartName="/ppt/ink/ink561.xml" ContentType="application/inkml+xml"/>
  <Override PartName="/ppt/ink/ink562.xml" ContentType="application/inkml+xml"/>
  <Override PartName="/ppt/ink/ink563.xml" ContentType="application/inkml+xml"/>
  <Override PartName="/ppt/ink/ink564.xml" ContentType="application/inkml+xml"/>
  <Override PartName="/ppt/ink/ink565.xml" ContentType="application/inkml+xml"/>
  <Override PartName="/ppt/ink/ink566.xml" ContentType="application/inkml+xml"/>
  <Override PartName="/ppt/ink/ink567.xml" ContentType="application/inkml+xml"/>
  <Override PartName="/ppt/ink/ink568.xml" ContentType="application/inkml+xml"/>
  <Override PartName="/ppt/ink/ink569.xml" ContentType="application/inkml+xml"/>
  <Override PartName="/ppt/ink/ink570.xml" ContentType="application/inkml+xml"/>
  <Override PartName="/ppt/ink/ink571.xml" ContentType="application/inkml+xml"/>
  <Override PartName="/ppt/ink/ink572.xml" ContentType="application/inkml+xml"/>
  <Override PartName="/ppt/ink/ink573.xml" ContentType="application/inkml+xml"/>
  <Override PartName="/ppt/ink/ink574.xml" ContentType="application/inkml+xml"/>
  <Override PartName="/ppt/ink/ink575.xml" ContentType="application/inkml+xml"/>
  <Override PartName="/ppt/ink/ink576.xml" ContentType="application/inkml+xml"/>
  <Override PartName="/ppt/ink/ink577.xml" ContentType="application/inkml+xml"/>
  <Override PartName="/ppt/ink/ink578.xml" ContentType="application/inkml+xml"/>
  <Override PartName="/ppt/ink/ink579.xml" ContentType="application/inkml+xml"/>
  <Override PartName="/ppt/ink/ink580.xml" ContentType="application/inkml+xml"/>
  <Override PartName="/ppt/ink/ink581.xml" ContentType="application/inkml+xml"/>
  <Override PartName="/ppt/ink/ink582.xml" ContentType="application/inkml+xml"/>
  <Override PartName="/ppt/ink/ink583.xml" ContentType="application/inkml+xml"/>
  <Override PartName="/ppt/ink/ink584.xml" ContentType="application/inkml+xml"/>
  <Override PartName="/ppt/ink/ink585.xml" ContentType="application/inkml+xml"/>
  <Override PartName="/ppt/ink/ink586.xml" ContentType="application/inkml+xml"/>
  <Override PartName="/ppt/ink/ink587.xml" ContentType="application/inkml+xml"/>
  <Override PartName="/ppt/ink/ink588.xml" ContentType="application/inkml+xml"/>
  <Override PartName="/ppt/ink/ink589.xml" ContentType="application/inkml+xml"/>
  <Override PartName="/ppt/ink/ink590.xml" ContentType="application/inkml+xml"/>
  <Override PartName="/ppt/ink/ink591.xml" ContentType="application/inkml+xml"/>
  <Override PartName="/ppt/ink/ink592.xml" ContentType="application/inkml+xml"/>
  <Override PartName="/ppt/ink/ink593.xml" ContentType="application/inkml+xml"/>
  <Override PartName="/ppt/ink/ink594.xml" ContentType="application/inkml+xml"/>
  <Override PartName="/ppt/ink/ink595.xml" ContentType="application/inkml+xml"/>
  <Override PartName="/ppt/ink/ink596.xml" ContentType="application/inkml+xml"/>
  <Override PartName="/ppt/ink/ink597.xml" ContentType="application/inkml+xml"/>
  <Override PartName="/ppt/ink/ink598.xml" ContentType="application/inkml+xml"/>
  <Override PartName="/ppt/ink/ink599.xml" ContentType="application/inkml+xml"/>
  <Override PartName="/ppt/ink/ink600.xml" ContentType="application/inkml+xml"/>
  <Override PartName="/ppt/ink/ink601.xml" ContentType="application/inkml+xml"/>
  <Override PartName="/ppt/ink/ink602.xml" ContentType="application/inkml+xml"/>
  <Override PartName="/ppt/ink/ink603.xml" ContentType="application/inkml+xml"/>
  <Override PartName="/ppt/ink/ink604.xml" ContentType="application/inkml+xml"/>
  <Override PartName="/ppt/ink/ink605.xml" ContentType="application/inkml+xml"/>
  <Override PartName="/ppt/ink/ink606.xml" ContentType="application/inkml+xml"/>
  <Override PartName="/ppt/ink/ink607.xml" ContentType="application/inkml+xml"/>
  <Override PartName="/ppt/ink/ink608.xml" ContentType="application/inkml+xml"/>
  <Override PartName="/ppt/ink/ink609.xml" ContentType="application/inkml+xml"/>
  <Override PartName="/ppt/ink/ink610.xml" ContentType="application/inkml+xml"/>
  <Override PartName="/ppt/ink/ink611.xml" ContentType="application/inkml+xml"/>
  <Override PartName="/ppt/ink/ink612.xml" ContentType="application/inkml+xml"/>
  <Override PartName="/ppt/ink/ink613.xml" ContentType="application/inkml+xml"/>
  <Override PartName="/ppt/ink/ink614.xml" ContentType="application/inkml+xml"/>
  <Override PartName="/ppt/ink/ink615.xml" ContentType="application/inkml+xml"/>
  <Override PartName="/ppt/ink/ink616.xml" ContentType="application/inkml+xml"/>
  <Override PartName="/ppt/ink/ink617.xml" ContentType="application/inkml+xml"/>
  <Override PartName="/ppt/ink/ink618.xml" ContentType="application/inkml+xml"/>
  <Override PartName="/ppt/ink/ink619.xml" ContentType="application/inkml+xml"/>
  <Override PartName="/ppt/ink/ink620.xml" ContentType="application/inkml+xml"/>
  <Override PartName="/ppt/ink/ink621.xml" ContentType="application/inkml+xml"/>
  <Override PartName="/ppt/ink/ink622.xml" ContentType="application/inkml+xml"/>
  <Override PartName="/ppt/ink/ink623.xml" ContentType="application/inkml+xml"/>
  <Override PartName="/ppt/ink/ink624.xml" ContentType="application/inkml+xml"/>
  <Override PartName="/ppt/ink/ink625.xml" ContentType="application/inkml+xml"/>
  <Override PartName="/ppt/ink/ink626.xml" ContentType="application/inkml+xml"/>
  <Override PartName="/ppt/ink/ink627.xml" ContentType="application/inkml+xml"/>
  <Override PartName="/ppt/ink/ink628.xml" ContentType="application/inkml+xml"/>
  <Override PartName="/ppt/ink/ink629.xml" ContentType="application/inkml+xml"/>
  <Override PartName="/ppt/ink/ink630.xml" ContentType="application/inkml+xml"/>
  <Override PartName="/ppt/ink/ink631.xml" ContentType="application/inkml+xml"/>
  <Override PartName="/ppt/ink/ink632.xml" ContentType="application/inkml+xml"/>
  <Override PartName="/ppt/ink/ink633.xml" ContentType="application/inkml+xml"/>
  <Override PartName="/ppt/ink/ink634.xml" ContentType="application/inkml+xml"/>
  <Override PartName="/ppt/ink/ink635.xml" ContentType="application/inkml+xml"/>
  <Override PartName="/ppt/ink/ink636.xml" ContentType="application/inkml+xml"/>
  <Override PartName="/ppt/ink/ink637.xml" ContentType="application/inkml+xml"/>
  <Override PartName="/ppt/ink/ink638.xml" ContentType="application/inkml+xml"/>
  <Override PartName="/ppt/ink/ink639.xml" ContentType="application/inkml+xml"/>
  <Override PartName="/ppt/ink/ink640.xml" ContentType="application/inkml+xml"/>
  <Override PartName="/ppt/ink/ink641.xml" ContentType="application/inkml+xml"/>
  <Override PartName="/ppt/ink/ink642.xml" ContentType="application/inkml+xml"/>
  <Override PartName="/ppt/ink/ink643.xml" ContentType="application/inkml+xml"/>
  <Override PartName="/ppt/ink/ink644.xml" ContentType="application/inkml+xml"/>
  <Override PartName="/ppt/ink/ink645.xml" ContentType="application/inkml+xml"/>
  <Override PartName="/ppt/ink/ink646.xml" ContentType="application/inkml+xml"/>
  <Override PartName="/ppt/ink/ink647.xml" ContentType="application/inkml+xml"/>
  <Override PartName="/ppt/ink/ink648.xml" ContentType="application/inkml+xml"/>
  <Override PartName="/ppt/ink/ink649.xml" ContentType="application/inkml+xml"/>
  <Override PartName="/ppt/ink/ink650.xml" ContentType="application/inkml+xml"/>
  <Override PartName="/ppt/ink/ink651.xml" ContentType="application/inkml+xml"/>
  <Override PartName="/ppt/ink/ink652.xml" ContentType="application/inkml+xml"/>
  <Override PartName="/ppt/ink/ink653.xml" ContentType="application/inkml+xml"/>
  <Override PartName="/ppt/ink/ink654.xml" ContentType="application/inkml+xml"/>
  <Override PartName="/ppt/ink/ink655.xml" ContentType="application/inkml+xml"/>
  <Override PartName="/ppt/ink/ink656.xml" ContentType="application/inkml+xml"/>
  <Override PartName="/ppt/ink/ink657.xml" ContentType="application/inkml+xml"/>
  <Override PartName="/ppt/ink/ink658.xml" ContentType="application/inkml+xml"/>
  <Override PartName="/ppt/ink/ink659.xml" ContentType="application/inkml+xml"/>
  <Override PartName="/ppt/ink/ink660.xml" ContentType="application/inkml+xml"/>
  <Override PartName="/ppt/ink/ink661.xml" ContentType="application/inkml+xml"/>
  <Override PartName="/ppt/ink/ink662.xml" ContentType="application/inkml+xml"/>
  <Override PartName="/ppt/ink/ink663.xml" ContentType="application/inkml+xml"/>
  <Override PartName="/ppt/ink/ink664.xml" ContentType="application/inkml+xml"/>
  <Override PartName="/ppt/ink/ink665.xml" ContentType="application/inkml+xml"/>
  <Override PartName="/ppt/ink/ink666.xml" ContentType="application/inkml+xml"/>
  <Override PartName="/ppt/ink/ink667.xml" ContentType="application/inkml+xml"/>
  <Override PartName="/ppt/ink/ink668.xml" ContentType="application/inkml+xml"/>
  <Override PartName="/ppt/ink/ink669.xml" ContentType="application/inkml+xml"/>
  <Override PartName="/ppt/ink/ink670.xml" ContentType="application/inkml+xml"/>
  <Override PartName="/ppt/ink/ink671.xml" ContentType="application/inkml+xml"/>
  <Override PartName="/ppt/ink/ink672.xml" ContentType="application/inkml+xml"/>
  <Override PartName="/ppt/ink/ink673.xml" ContentType="application/inkml+xml"/>
  <Override PartName="/ppt/ink/ink674.xml" ContentType="application/inkml+xml"/>
  <Override PartName="/ppt/ink/ink675.xml" ContentType="application/inkml+xml"/>
  <Override PartName="/ppt/ink/ink676.xml" ContentType="application/inkml+xml"/>
  <Override PartName="/ppt/ink/ink677.xml" ContentType="application/inkml+xml"/>
  <Override PartName="/ppt/ink/ink678.xml" ContentType="application/inkml+xml"/>
  <Override PartName="/ppt/ink/ink679.xml" ContentType="application/inkml+xml"/>
  <Override PartName="/ppt/ink/ink680.xml" ContentType="application/inkml+xml"/>
  <Override PartName="/ppt/ink/ink681.xml" ContentType="application/inkml+xml"/>
  <Override PartName="/ppt/ink/ink682.xml" ContentType="application/inkml+xml"/>
  <Override PartName="/ppt/ink/ink683.xml" ContentType="application/inkml+xml"/>
  <Override PartName="/ppt/ink/ink684.xml" ContentType="application/inkml+xml"/>
  <Override PartName="/ppt/ink/ink685.xml" ContentType="application/inkml+xml"/>
  <Override PartName="/ppt/ink/ink686.xml" ContentType="application/inkml+xml"/>
  <Override PartName="/ppt/ink/ink687.xml" ContentType="application/inkml+xml"/>
  <Override PartName="/ppt/ink/ink688.xml" ContentType="application/inkml+xml"/>
  <Override PartName="/ppt/ink/ink689.xml" ContentType="application/inkml+xml"/>
  <Override PartName="/ppt/ink/ink690.xml" ContentType="application/inkml+xml"/>
  <Override PartName="/ppt/ink/ink691.xml" ContentType="application/inkml+xml"/>
  <Override PartName="/ppt/ink/ink692.xml" ContentType="application/inkml+xml"/>
  <Override PartName="/ppt/ink/ink693.xml" ContentType="application/inkml+xml"/>
  <Override PartName="/ppt/ink/ink694.xml" ContentType="application/inkml+xml"/>
  <Override PartName="/ppt/ink/ink695.xml" ContentType="application/inkml+xml"/>
  <Override PartName="/ppt/ink/ink696.xml" ContentType="application/inkml+xml"/>
  <Override PartName="/ppt/ink/ink697.xml" ContentType="application/inkml+xml"/>
  <Override PartName="/ppt/ink/ink698.xml" ContentType="application/inkml+xml"/>
  <Override PartName="/ppt/ink/ink699.xml" ContentType="application/inkml+xml"/>
  <Override PartName="/ppt/ink/ink700.xml" ContentType="application/inkml+xml"/>
  <Override PartName="/ppt/ink/ink701.xml" ContentType="application/inkml+xml"/>
  <Override PartName="/ppt/ink/ink702.xml" ContentType="application/inkml+xml"/>
  <Override PartName="/ppt/ink/ink703.xml" ContentType="application/inkml+xml"/>
  <Override PartName="/ppt/ink/ink704.xml" ContentType="application/inkml+xml"/>
  <Override PartName="/ppt/ink/ink705.xml" ContentType="application/inkml+xml"/>
  <Override PartName="/ppt/ink/ink706.xml" ContentType="application/inkml+xml"/>
  <Override PartName="/ppt/ink/ink707.xml" ContentType="application/inkml+xml"/>
  <Override PartName="/ppt/ink/ink708.xml" ContentType="application/inkml+xml"/>
  <Override PartName="/ppt/ink/ink709.xml" ContentType="application/inkml+xml"/>
  <Override PartName="/ppt/ink/ink710.xml" ContentType="application/inkml+xml"/>
  <Override PartName="/ppt/ink/ink711.xml" ContentType="application/inkml+xml"/>
  <Override PartName="/ppt/ink/ink712.xml" ContentType="application/inkml+xml"/>
  <Override PartName="/ppt/ink/ink713.xml" ContentType="application/inkml+xml"/>
  <Override PartName="/ppt/ink/ink714.xml" ContentType="application/inkml+xml"/>
  <Override PartName="/ppt/ink/ink715.xml" ContentType="application/inkml+xml"/>
  <Override PartName="/ppt/ink/ink716.xml" ContentType="application/inkml+xml"/>
  <Override PartName="/ppt/ink/ink717.xml" ContentType="application/inkml+xml"/>
  <Override PartName="/ppt/ink/ink718.xml" ContentType="application/inkml+xml"/>
  <Override PartName="/ppt/ink/ink719.xml" ContentType="application/inkml+xml"/>
  <Override PartName="/ppt/ink/ink720.xml" ContentType="application/inkml+xml"/>
  <Override PartName="/ppt/ink/ink721.xml" ContentType="application/inkml+xml"/>
  <Override PartName="/ppt/ink/ink722.xml" ContentType="application/inkml+xml"/>
  <Override PartName="/ppt/ink/ink723.xml" ContentType="application/inkml+xml"/>
  <Override PartName="/ppt/ink/ink724.xml" ContentType="application/inkml+xml"/>
  <Override PartName="/ppt/ink/ink725.xml" ContentType="application/inkml+xml"/>
  <Override PartName="/ppt/ink/ink726.xml" ContentType="application/inkml+xml"/>
  <Override PartName="/ppt/ink/ink727.xml" ContentType="application/inkml+xml"/>
  <Override PartName="/ppt/ink/ink728.xml" ContentType="application/inkml+xml"/>
  <Override PartName="/ppt/ink/ink729.xml" ContentType="application/inkml+xml"/>
  <Override PartName="/ppt/ink/ink730.xml" ContentType="application/inkml+xml"/>
  <Override PartName="/ppt/ink/ink731.xml" ContentType="application/inkml+xml"/>
  <Override PartName="/ppt/ink/ink732.xml" ContentType="application/inkml+xml"/>
  <Override PartName="/ppt/ink/ink733.xml" ContentType="application/inkml+xml"/>
  <Override PartName="/ppt/ink/ink734.xml" ContentType="application/inkml+xml"/>
  <Override PartName="/ppt/ink/ink735.xml" ContentType="application/inkml+xml"/>
  <Override PartName="/ppt/ink/ink736.xml" ContentType="application/inkml+xml"/>
  <Override PartName="/ppt/ink/ink737.xml" ContentType="application/inkml+xml"/>
  <Override PartName="/ppt/ink/ink738.xml" ContentType="application/inkml+xml"/>
  <Override PartName="/ppt/ink/ink739.xml" ContentType="application/inkml+xml"/>
  <Override PartName="/ppt/ink/ink740.xml" ContentType="application/inkml+xml"/>
  <Override PartName="/ppt/ink/ink741.xml" ContentType="application/inkml+xml"/>
  <Override PartName="/ppt/ink/ink742.xml" ContentType="application/inkml+xml"/>
  <Override PartName="/ppt/ink/ink743.xml" ContentType="application/inkml+xml"/>
  <Override PartName="/ppt/ink/ink744.xml" ContentType="application/inkml+xml"/>
  <Override PartName="/ppt/ink/ink745.xml" ContentType="application/inkml+xml"/>
  <Override PartName="/ppt/ink/ink746.xml" ContentType="application/inkml+xml"/>
  <Override PartName="/ppt/ink/ink747.xml" ContentType="application/inkml+xml"/>
  <Override PartName="/ppt/ink/ink748.xml" ContentType="application/inkml+xml"/>
  <Override PartName="/ppt/ink/ink749.xml" ContentType="application/inkml+xml"/>
  <Override PartName="/ppt/ink/ink750.xml" ContentType="application/inkml+xml"/>
  <Override PartName="/ppt/ink/ink751.xml" ContentType="application/inkml+xml"/>
  <Override PartName="/ppt/ink/ink752.xml" ContentType="application/inkml+xml"/>
  <Override PartName="/ppt/ink/ink753.xml" ContentType="application/inkml+xml"/>
  <Override PartName="/ppt/ink/ink754.xml" ContentType="application/inkml+xml"/>
  <Override PartName="/ppt/ink/ink755.xml" ContentType="application/inkml+xml"/>
  <Override PartName="/ppt/ink/ink756.xml" ContentType="application/inkml+xml"/>
  <Override PartName="/ppt/ink/ink757.xml" ContentType="application/inkml+xml"/>
  <Override PartName="/ppt/ink/ink758.xml" ContentType="application/inkml+xml"/>
  <Override PartName="/ppt/ink/ink759.xml" ContentType="application/inkml+xml"/>
  <Override PartName="/ppt/ink/ink760.xml" ContentType="application/inkml+xml"/>
  <Override PartName="/ppt/ink/ink761.xml" ContentType="application/inkml+xml"/>
  <Override PartName="/ppt/ink/ink762.xml" ContentType="application/inkml+xml"/>
  <Override PartName="/ppt/ink/ink763.xml" ContentType="application/inkml+xml"/>
  <Override PartName="/ppt/ink/ink764.xml" ContentType="application/inkml+xml"/>
  <Override PartName="/ppt/ink/ink765.xml" ContentType="application/inkml+xml"/>
  <Override PartName="/ppt/ink/ink766.xml" ContentType="application/inkml+xml"/>
  <Override PartName="/ppt/ink/ink767.xml" ContentType="application/inkml+xml"/>
  <Override PartName="/ppt/ink/ink768.xml" ContentType="application/inkml+xml"/>
  <Override PartName="/ppt/ink/ink769.xml" ContentType="application/inkml+xml"/>
  <Override PartName="/ppt/ink/ink770.xml" ContentType="application/inkml+xml"/>
  <Override PartName="/ppt/ink/ink771.xml" ContentType="application/inkml+xml"/>
  <Override PartName="/ppt/ink/ink772.xml" ContentType="application/inkml+xml"/>
  <Override PartName="/ppt/ink/ink773.xml" ContentType="application/inkml+xml"/>
  <Override PartName="/ppt/ink/ink774.xml" ContentType="application/inkml+xml"/>
  <Override PartName="/ppt/ink/ink775.xml" ContentType="application/inkml+xml"/>
  <Override PartName="/ppt/ink/ink776.xml" ContentType="application/inkml+xml"/>
  <Override PartName="/ppt/ink/ink777.xml" ContentType="application/inkml+xml"/>
  <Override PartName="/ppt/ink/ink778.xml" ContentType="application/inkml+xml"/>
  <Override PartName="/ppt/ink/ink779.xml" ContentType="application/inkml+xml"/>
  <Override PartName="/ppt/ink/ink780.xml" ContentType="application/inkml+xml"/>
  <Override PartName="/ppt/ink/ink781.xml" ContentType="application/inkml+xml"/>
  <Override PartName="/ppt/ink/ink782.xml" ContentType="application/inkml+xml"/>
  <Override PartName="/ppt/ink/ink783.xml" ContentType="application/inkml+xml"/>
  <Override PartName="/ppt/ink/ink784.xml" ContentType="application/inkml+xml"/>
  <Override PartName="/ppt/ink/ink785.xml" ContentType="application/inkml+xml"/>
  <Override PartName="/ppt/ink/ink786.xml" ContentType="application/inkml+xml"/>
  <Override PartName="/ppt/ink/ink787.xml" ContentType="application/inkml+xml"/>
  <Override PartName="/ppt/ink/ink788.xml" ContentType="application/inkml+xml"/>
  <Override PartName="/ppt/ink/ink789.xml" ContentType="application/inkml+xml"/>
  <Override PartName="/ppt/ink/ink790.xml" ContentType="application/inkml+xml"/>
  <Override PartName="/ppt/ink/ink791.xml" ContentType="application/inkml+xml"/>
  <Override PartName="/ppt/ink/ink792.xml" ContentType="application/inkml+xml"/>
  <Override PartName="/ppt/ink/ink793.xml" ContentType="application/inkml+xml"/>
  <Override PartName="/ppt/ink/ink794.xml" ContentType="application/inkml+xml"/>
  <Override PartName="/ppt/ink/ink795.xml" ContentType="application/inkml+xml"/>
  <Override PartName="/ppt/ink/ink796.xml" ContentType="application/inkml+xml"/>
  <Override PartName="/ppt/ink/ink797.xml" ContentType="application/inkml+xml"/>
  <Override PartName="/ppt/ink/ink798.xml" ContentType="application/inkml+xml"/>
  <Override PartName="/ppt/ink/ink799.xml" ContentType="application/inkml+xml"/>
  <Override PartName="/ppt/ink/ink800.xml" ContentType="application/inkml+xml"/>
  <Override PartName="/ppt/ink/ink801.xml" ContentType="application/inkml+xml"/>
  <Override PartName="/ppt/ink/ink802.xml" ContentType="application/inkml+xml"/>
  <Override PartName="/ppt/ink/ink803.xml" ContentType="application/inkml+xml"/>
  <Override PartName="/ppt/ink/ink804.xml" ContentType="application/inkml+xml"/>
  <Override PartName="/ppt/ink/ink805.xml" ContentType="application/inkml+xml"/>
  <Override PartName="/ppt/ink/ink806.xml" ContentType="application/inkml+xml"/>
  <Override PartName="/ppt/ink/ink807.xml" ContentType="application/inkml+xml"/>
  <Override PartName="/ppt/ink/ink808.xml" ContentType="application/inkml+xml"/>
  <Override PartName="/ppt/ink/ink809.xml" ContentType="application/inkml+xml"/>
  <Override PartName="/ppt/ink/ink810.xml" ContentType="application/inkml+xml"/>
  <Override PartName="/ppt/ink/ink811.xml" ContentType="application/inkml+xml"/>
  <Override PartName="/ppt/ink/ink812.xml" ContentType="application/inkml+xml"/>
  <Override PartName="/ppt/ink/ink813.xml" ContentType="application/inkml+xml"/>
  <Override PartName="/ppt/ink/ink814.xml" ContentType="application/inkml+xml"/>
  <Override PartName="/ppt/ink/ink815.xml" ContentType="application/inkml+xml"/>
  <Override PartName="/ppt/ink/ink816.xml" ContentType="application/inkml+xml"/>
  <Override PartName="/ppt/ink/ink817.xml" ContentType="application/inkml+xml"/>
  <Override PartName="/ppt/ink/ink818.xml" ContentType="application/inkml+xml"/>
  <Override PartName="/ppt/ink/ink819.xml" ContentType="application/inkml+xml"/>
  <Override PartName="/ppt/ink/ink820.xml" ContentType="application/inkml+xml"/>
  <Override PartName="/ppt/ink/ink821.xml" ContentType="application/inkml+xml"/>
  <Override PartName="/ppt/ink/ink822.xml" ContentType="application/inkml+xml"/>
  <Override PartName="/ppt/ink/ink823.xml" ContentType="application/inkml+xml"/>
  <Override PartName="/ppt/ink/ink824.xml" ContentType="application/inkml+xml"/>
  <Override PartName="/ppt/ink/ink825.xml" ContentType="application/inkml+xml"/>
  <Override PartName="/ppt/ink/ink826.xml" ContentType="application/inkml+xml"/>
  <Override PartName="/ppt/ink/ink827.xml" ContentType="application/inkml+xml"/>
  <Override PartName="/ppt/ink/ink828.xml" ContentType="application/inkml+xml"/>
  <Override PartName="/ppt/ink/ink829.xml" ContentType="application/inkml+xml"/>
  <Override PartName="/ppt/ink/ink830.xml" ContentType="application/inkml+xml"/>
  <Override PartName="/ppt/ink/ink831.xml" ContentType="application/inkml+xml"/>
  <Override PartName="/ppt/ink/ink832.xml" ContentType="application/inkml+xml"/>
  <Override PartName="/ppt/ink/ink833.xml" ContentType="application/inkml+xml"/>
  <Override PartName="/ppt/ink/ink834.xml" ContentType="application/inkml+xml"/>
  <Override PartName="/ppt/ink/ink835.xml" ContentType="application/inkml+xml"/>
  <Override PartName="/ppt/ink/ink836.xml" ContentType="application/inkml+xml"/>
  <Override PartName="/ppt/ink/ink837.xml" ContentType="application/inkml+xml"/>
  <Override PartName="/ppt/ink/ink838.xml" ContentType="application/inkml+xml"/>
  <Override PartName="/ppt/ink/ink839.xml" ContentType="application/inkml+xml"/>
  <Override PartName="/ppt/ink/ink840.xml" ContentType="application/inkml+xml"/>
  <Override PartName="/ppt/ink/ink841.xml" ContentType="application/inkml+xml"/>
  <Override PartName="/ppt/ink/ink842.xml" ContentType="application/inkml+xml"/>
  <Override PartName="/ppt/ink/ink843.xml" ContentType="application/inkml+xml"/>
  <Override PartName="/ppt/ink/ink844.xml" ContentType="application/inkml+xml"/>
  <Override PartName="/ppt/ink/ink845.xml" ContentType="application/inkml+xml"/>
  <Override PartName="/ppt/ink/ink846.xml" ContentType="application/inkml+xml"/>
  <Override PartName="/ppt/ink/ink847.xml" ContentType="application/inkml+xml"/>
  <Override PartName="/ppt/ink/ink848.xml" ContentType="application/inkml+xml"/>
  <Override PartName="/ppt/ink/ink849.xml" ContentType="application/inkml+xml"/>
  <Override PartName="/ppt/ink/ink850.xml" ContentType="application/inkml+xml"/>
  <Override PartName="/ppt/ink/ink851.xml" ContentType="application/inkml+xml"/>
  <Override PartName="/ppt/ink/ink852.xml" ContentType="application/inkml+xml"/>
  <Override PartName="/ppt/ink/ink853.xml" ContentType="application/inkml+xml"/>
  <Override PartName="/ppt/ink/ink854.xml" ContentType="application/inkml+xml"/>
  <Override PartName="/ppt/ink/ink855.xml" ContentType="application/inkml+xml"/>
  <Override PartName="/ppt/ink/ink856.xml" ContentType="application/inkml+xml"/>
  <Override PartName="/ppt/ink/ink857.xml" ContentType="application/inkml+xml"/>
  <Override PartName="/ppt/ink/ink858.xml" ContentType="application/inkml+xml"/>
  <Override PartName="/ppt/ink/ink859.xml" ContentType="application/inkml+xml"/>
  <Override PartName="/ppt/ink/ink860.xml" ContentType="application/inkml+xml"/>
  <Override PartName="/ppt/ink/ink861.xml" ContentType="application/inkml+xml"/>
  <Override PartName="/ppt/ink/ink862.xml" ContentType="application/inkml+xml"/>
  <Override PartName="/ppt/ink/ink863.xml" ContentType="application/inkml+xml"/>
  <Override PartName="/ppt/ink/ink864.xml" ContentType="application/inkml+xml"/>
  <Override PartName="/ppt/ink/ink865.xml" ContentType="application/inkml+xml"/>
  <Override PartName="/ppt/ink/ink866.xml" ContentType="application/inkml+xml"/>
  <Override PartName="/ppt/ink/ink867.xml" ContentType="application/inkml+xml"/>
  <Override PartName="/ppt/ink/ink868.xml" ContentType="application/inkml+xml"/>
  <Override PartName="/ppt/ink/ink869.xml" ContentType="application/inkml+xml"/>
  <Override PartName="/ppt/ink/ink870.xml" ContentType="application/inkml+xml"/>
  <Override PartName="/ppt/ink/ink871.xml" ContentType="application/inkml+xml"/>
  <Override PartName="/ppt/ink/ink872.xml" ContentType="application/inkml+xml"/>
  <Override PartName="/ppt/ink/ink873.xml" ContentType="application/inkml+xml"/>
  <Override PartName="/ppt/ink/ink874.xml" ContentType="application/inkml+xml"/>
  <Override PartName="/ppt/ink/ink875.xml" ContentType="application/inkml+xml"/>
  <Override PartName="/ppt/ink/ink876.xml" ContentType="application/inkml+xml"/>
  <Override PartName="/ppt/ink/ink877.xml" ContentType="application/inkml+xml"/>
  <Override PartName="/ppt/ink/ink878.xml" ContentType="application/inkml+xml"/>
  <Override PartName="/ppt/ink/ink879.xml" ContentType="application/inkml+xml"/>
  <Override PartName="/ppt/ink/ink880.xml" ContentType="application/inkml+xml"/>
  <Override PartName="/ppt/ink/ink881.xml" ContentType="application/inkml+xml"/>
  <Override PartName="/ppt/ink/ink882.xml" ContentType="application/inkml+xml"/>
  <Override PartName="/ppt/ink/ink883.xml" ContentType="application/inkml+xml"/>
  <Override PartName="/ppt/ink/ink884.xml" ContentType="application/inkml+xml"/>
  <Override PartName="/ppt/ink/ink885.xml" ContentType="application/inkml+xml"/>
  <Override PartName="/ppt/ink/ink886.xml" ContentType="application/inkml+xml"/>
  <Override PartName="/ppt/ink/ink887.xml" ContentType="application/inkml+xml"/>
  <Override PartName="/ppt/ink/ink888.xml" ContentType="application/inkml+xml"/>
  <Override PartName="/ppt/ink/ink889.xml" ContentType="application/inkml+xml"/>
  <Override PartName="/ppt/ink/ink890.xml" ContentType="application/inkml+xml"/>
  <Override PartName="/ppt/ink/ink891.xml" ContentType="application/inkml+xml"/>
  <Override PartName="/ppt/ink/ink892.xml" ContentType="application/inkml+xml"/>
  <Override PartName="/ppt/ink/ink893.xml" ContentType="application/inkml+xml"/>
  <Override PartName="/ppt/ink/ink894.xml" ContentType="application/inkml+xml"/>
  <Override PartName="/ppt/ink/ink895.xml" ContentType="application/inkml+xml"/>
  <Override PartName="/ppt/ink/ink896.xml" ContentType="application/inkml+xml"/>
  <Override PartName="/ppt/ink/ink897.xml" ContentType="application/inkml+xml"/>
  <Override PartName="/ppt/ink/ink898.xml" ContentType="application/inkml+xml"/>
  <Override PartName="/ppt/ink/ink899.xml" ContentType="application/inkml+xml"/>
  <Override PartName="/ppt/ink/ink900.xml" ContentType="application/inkml+xml"/>
  <Override PartName="/ppt/ink/ink901.xml" ContentType="application/inkml+xml"/>
  <Override PartName="/ppt/ink/ink902.xml" ContentType="application/inkml+xml"/>
  <Override PartName="/ppt/ink/ink903.xml" ContentType="application/inkml+xml"/>
  <Override PartName="/ppt/ink/ink904.xml" ContentType="application/inkml+xml"/>
  <Override PartName="/ppt/ink/ink905.xml" ContentType="application/inkml+xml"/>
  <Override PartName="/ppt/ink/ink906.xml" ContentType="application/inkml+xml"/>
  <Override PartName="/ppt/ink/ink907.xml" ContentType="application/inkml+xml"/>
  <Override PartName="/ppt/ink/ink908.xml" ContentType="application/inkml+xml"/>
  <Override PartName="/ppt/ink/ink909.xml" ContentType="application/inkml+xml"/>
  <Override PartName="/ppt/ink/ink910.xml" ContentType="application/inkml+xml"/>
  <Override PartName="/ppt/ink/ink911.xml" ContentType="application/inkml+xml"/>
  <Override PartName="/ppt/ink/ink912.xml" ContentType="application/inkml+xml"/>
  <Override PartName="/ppt/ink/ink913.xml" ContentType="application/inkml+xml"/>
  <Override PartName="/ppt/ink/ink914.xml" ContentType="application/inkml+xml"/>
  <Override PartName="/ppt/ink/ink915.xml" ContentType="application/inkml+xml"/>
  <Override PartName="/ppt/ink/ink916.xml" ContentType="application/inkml+xml"/>
  <Override PartName="/ppt/ink/ink917.xml" ContentType="application/inkml+xml"/>
  <Override PartName="/ppt/ink/ink918.xml" ContentType="application/inkml+xml"/>
  <Override PartName="/ppt/ink/ink919.xml" ContentType="application/inkml+xml"/>
  <Override PartName="/ppt/ink/ink920.xml" ContentType="application/inkml+xml"/>
  <Override PartName="/ppt/ink/ink921.xml" ContentType="application/inkml+xml"/>
  <Override PartName="/ppt/ink/ink922.xml" ContentType="application/inkml+xml"/>
  <Override PartName="/ppt/ink/ink923.xml" ContentType="application/inkml+xml"/>
  <Override PartName="/ppt/ink/ink924.xml" ContentType="application/inkml+xml"/>
  <Override PartName="/ppt/ink/ink925.xml" ContentType="application/inkml+xml"/>
  <Override PartName="/ppt/ink/ink926.xml" ContentType="application/inkml+xml"/>
  <Override PartName="/ppt/ink/ink927.xml" ContentType="application/inkml+xml"/>
  <Override PartName="/ppt/ink/ink928.xml" ContentType="application/inkml+xml"/>
  <Override PartName="/ppt/ink/ink929.xml" ContentType="application/inkml+xml"/>
  <Override PartName="/ppt/ink/ink930.xml" ContentType="application/inkml+xml"/>
  <Override PartName="/ppt/ink/ink931.xml" ContentType="application/inkml+xml"/>
  <Override PartName="/ppt/ink/ink932.xml" ContentType="application/inkml+xml"/>
  <Override PartName="/ppt/ink/ink933.xml" ContentType="application/inkml+xml"/>
  <Override PartName="/ppt/ink/ink934.xml" ContentType="application/inkml+xml"/>
  <Override PartName="/ppt/ink/ink935.xml" ContentType="application/inkml+xml"/>
  <Override PartName="/ppt/ink/ink936.xml" ContentType="application/inkml+xml"/>
  <Override PartName="/ppt/ink/ink937.xml" ContentType="application/inkml+xml"/>
  <Override PartName="/ppt/ink/ink938.xml" ContentType="application/inkml+xml"/>
  <Override PartName="/ppt/ink/ink939.xml" ContentType="application/inkml+xml"/>
  <Override PartName="/ppt/ink/ink940.xml" ContentType="application/inkml+xml"/>
  <Override PartName="/ppt/ink/ink941.xml" ContentType="application/inkml+xml"/>
  <Override PartName="/ppt/ink/ink942.xml" ContentType="application/inkml+xml"/>
  <Override PartName="/ppt/ink/ink943.xml" ContentType="application/inkml+xml"/>
  <Override PartName="/ppt/ink/ink944.xml" ContentType="application/inkml+xml"/>
  <Override PartName="/ppt/ink/ink945.xml" ContentType="application/inkml+xml"/>
  <Override PartName="/ppt/ink/ink946.xml" ContentType="application/inkml+xml"/>
  <Override PartName="/ppt/ink/ink947.xml" ContentType="application/inkml+xml"/>
  <Override PartName="/ppt/ink/ink948.xml" ContentType="application/inkml+xml"/>
  <Override PartName="/ppt/ink/ink949.xml" ContentType="application/inkml+xml"/>
  <Override PartName="/ppt/ink/ink950.xml" ContentType="application/inkml+xml"/>
  <Override PartName="/ppt/ink/ink951.xml" ContentType="application/inkml+xml"/>
  <Override PartName="/ppt/ink/ink952.xml" ContentType="application/inkml+xml"/>
  <Override PartName="/ppt/ink/ink953.xml" ContentType="application/inkml+xml"/>
  <Override PartName="/ppt/ink/ink954.xml" ContentType="application/inkml+xml"/>
  <Override PartName="/ppt/ink/ink955.xml" ContentType="application/inkml+xml"/>
  <Override PartName="/ppt/ink/ink956.xml" ContentType="application/inkml+xml"/>
  <Override PartName="/ppt/ink/ink957.xml" ContentType="application/inkml+xml"/>
  <Override PartName="/ppt/ink/ink958.xml" ContentType="application/inkml+xml"/>
  <Override PartName="/ppt/ink/ink959.xml" ContentType="application/inkml+xml"/>
  <Override PartName="/ppt/ink/ink960.xml" ContentType="application/inkml+xml"/>
  <Override PartName="/ppt/ink/ink961.xml" ContentType="application/inkml+xml"/>
  <Override PartName="/ppt/ink/ink962.xml" ContentType="application/inkml+xml"/>
  <Override PartName="/ppt/ink/ink963.xml" ContentType="application/inkml+xml"/>
  <Override PartName="/ppt/ink/ink964.xml" ContentType="application/inkml+xml"/>
  <Override PartName="/ppt/ink/ink965.xml" ContentType="application/inkml+xml"/>
  <Override PartName="/ppt/ink/ink966.xml" ContentType="application/inkml+xml"/>
  <Override PartName="/ppt/ink/ink967.xml" ContentType="application/inkml+xml"/>
  <Override PartName="/ppt/ink/ink968.xml" ContentType="application/inkml+xml"/>
  <Override PartName="/ppt/ink/ink969.xml" ContentType="application/inkml+xml"/>
  <Override PartName="/ppt/ink/ink970.xml" ContentType="application/inkml+xml"/>
  <Override PartName="/ppt/ink/ink971.xml" ContentType="application/inkml+xml"/>
  <Override PartName="/ppt/ink/ink972.xml" ContentType="application/inkml+xml"/>
  <Override PartName="/ppt/ink/ink973.xml" ContentType="application/inkml+xml"/>
  <Override PartName="/ppt/ink/ink974.xml" ContentType="application/inkml+xml"/>
  <Override PartName="/ppt/ink/ink975.xml" ContentType="application/inkml+xml"/>
  <Override PartName="/ppt/ink/ink976.xml" ContentType="application/inkml+xml"/>
  <Override PartName="/ppt/ink/ink977.xml" ContentType="application/inkml+xml"/>
  <Override PartName="/ppt/ink/ink978.xml" ContentType="application/inkml+xml"/>
  <Override PartName="/ppt/ink/ink979.xml" ContentType="application/inkml+xml"/>
  <Override PartName="/ppt/ink/ink980.xml" ContentType="application/inkml+xml"/>
  <Override PartName="/ppt/ink/ink981.xml" ContentType="application/inkml+xml"/>
  <Override PartName="/ppt/ink/ink982.xml" ContentType="application/inkml+xml"/>
  <Override PartName="/ppt/ink/ink983.xml" ContentType="application/inkml+xml"/>
  <Override PartName="/ppt/ink/ink984.xml" ContentType="application/inkml+xml"/>
  <Override PartName="/ppt/ink/ink985.xml" ContentType="application/inkml+xml"/>
  <Override PartName="/ppt/ink/ink986.xml" ContentType="application/inkml+xml"/>
  <Override PartName="/ppt/ink/ink987.xml" ContentType="application/inkml+xml"/>
  <Override PartName="/ppt/ink/ink988.xml" ContentType="application/inkml+xml"/>
  <Override PartName="/ppt/ink/ink989.xml" ContentType="application/inkml+xml"/>
  <Override PartName="/ppt/ink/ink990.xml" ContentType="application/inkml+xml"/>
  <Override PartName="/ppt/ink/ink991.xml" ContentType="application/inkml+xml"/>
  <Override PartName="/ppt/ink/ink992.xml" ContentType="application/inkml+xml"/>
  <Override PartName="/ppt/ink/ink993.xml" ContentType="application/inkml+xml"/>
  <Override PartName="/ppt/ink/ink994.xml" ContentType="application/inkml+xml"/>
  <Override PartName="/ppt/ink/ink995.xml" ContentType="application/inkml+xml"/>
  <Override PartName="/ppt/ink/ink996.xml" ContentType="application/inkml+xml"/>
  <Override PartName="/ppt/ink/ink997.xml" ContentType="application/inkml+xml"/>
  <Override PartName="/ppt/ink/ink998.xml" ContentType="application/inkml+xml"/>
  <Override PartName="/ppt/ink/ink999.xml" ContentType="application/inkml+xml"/>
  <Override PartName="/ppt/ink/ink1000.xml" ContentType="application/inkml+xml"/>
  <Override PartName="/ppt/ink/ink1001.xml" ContentType="application/inkml+xml"/>
  <Override PartName="/ppt/ink/ink1002.xml" ContentType="application/inkml+xml"/>
  <Override PartName="/ppt/ink/ink1003.xml" ContentType="application/inkml+xml"/>
  <Override PartName="/ppt/ink/ink1004.xml" ContentType="application/inkml+xml"/>
  <Override PartName="/ppt/ink/ink1005.xml" ContentType="application/inkml+xml"/>
  <Override PartName="/ppt/ink/ink1006.xml" ContentType="application/inkml+xml"/>
  <Override PartName="/ppt/ink/ink1007.xml" ContentType="application/inkml+xml"/>
  <Override PartName="/ppt/ink/ink1008.xml" ContentType="application/inkml+xml"/>
  <Override PartName="/ppt/ink/ink1009.xml" ContentType="application/inkml+xml"/>
  <Override PartName="/ppt/ink/ink1010.xml" ContentType="application/inkml+xml"/>
  <Override PartName="/ppt/ink/ink1011.xml" ContentType="application/inkml+xml"/>
  <Override PartName="/ppt/ink/ink1012.xml" ContentType="application/inkml+xml"/>
  <Override PartName="/ppt/ink/ink1013.xml" ContentType="application/inkml+xml"/>
  <Override PartName="/ppt/ink/ink1014.xml" ContentType="application/inkml+xml"/>
  <Override PartName="/ppt/ink/ink1015.xml" ContentType="application/inkml+xml"/>
  <Override PartName="/ppt/ink/ink1016.xml" ContentType="application/inkml+xml"/>
  <Override PartName="/ppt/ink/ink1017.xml" ContentType="application/inkml+xml"/>
  <Override PartName="/ppt/ink/ink1018.xml" ContentType="application/inkml+xml"/>
  <Override PartName="/ppt/ink/ink1019.xml" ContentType="application/inkml+xml"/>
  <Override PartName="/ppt/ink/ink1020.xml" ContentType="application/inkml+xml"/>
  <Override PartName="/ppt/ink/ink1021.xml" ContentType="application/inkml+xml"/>
  <Override PartName="/ppt/ink/ink1022.xml" ContentType="application/inkml+xml"/>
  <Override PartName="/ppt/ink/ink1023.xml" ContentType="application/inkml+xml"/>
  <Override PartName="/ppt/ink/ink1024.xml" ContentType="application/inkml+xml"/>
  <Override PartName="/ppt/ink/ink1025.xml" ContentType="application/inkml+xml"/>
  <Override PartName="/ppt/ink/ink1026.xml" ContentType="application/inkml+xml"/>
  <Override PartName="/ppt/ink/ink1027.xml" ContentType="application/inkml+xml"/>
  <Override PartName="/ppt/ink/ink1028.xml" ContentType="application/inkml+xml"/>
  <Override PartName="/ppt/ink/ink1029.xml" ContentType="application/inkml+xml"/>
  <Override PartName="/ppt/ink/ink1030.xml" ContentType="application/inkml+xml"/>
  <Override PartName="/ppt/ink/ink1031.xml" ContentType="application/inkml+xml"/>
  <Override PartName="/ppt/ink/ink1032.xml" ContentType="application/inkml+xml"/>
  <Override PartName="/ppt/ink/ink1033.xml" ContentType="application/inkml+xml"/>
  <Override PartName="/ppt/ink/ink1034.xml" ContentType="application/inkml+xml"/>
  <Override PartName="/ppt/ink/ink1035.xml" ContentType="application/inkml+xml"/>
  <Override PartName="/ppt/ink/ink1036.xml" ContentType="application/inkml+xml"/>
  <Override PartName="/ppt/ink/ink1037.xml" ContentType="application/inkml+xml"/>
  <Override PartName="/ppt/ink/ink1038.xml" ContentType="application/inkml+xml"/>
  <Override PartName="/ppt/ink/ink1039.xml" ContentType="application/inkml+xml"/>
  <Override PartName="/ppt/ink/ink1040.xml" ContentType="application/inkml+xml"/>
  <Override PartName="/ppt/ink/ink1041.xml" ContentType="application/inkml+xml"/>
  <Override PartName="/ppt/ink/ink1042.xml" ContentType="application/inkml+xml"/>
  <Override PartName="/ppt/ink/ink1043.xml" ContentType="application/inkml+xml"/>
  <Override PartName="/ppt/ink/ink1044.xml" ContentType="application/inkml+xml"/>
  <Override PartName="/ppt/ink/ink1045.xml" ContentType="application/inkml+xml"/>
  <Override PartName="/ppt/ink/ink1046.xml" ContentType="application/inkml+xml"/>
  <Override PartName="/ppt/ink/ink1047.xml" ContentType="application/inkml+xml"/>
  <Override PartName="/ppt/ink/ink1048.xml" ContentType="application/inkml+xml"/>
  <Override PartName="/ppt/ink/ink1049.xml" ContentType="application/inkml+xml"/>
  <Override PartName="/ppt/ink/ink1050.xml" ContentType="application/inkml+xml"/>
  <Override PartName="/ppt/ink/ink1051.xml" ContentType="application/inkml+xml"/>
  <Override PartName="/ppt/ink/ink1052.xml" ContentType="application/inkml+xml"/>
  <Override PartName="/ppt/ink/ink1053.xml" ContentType="application/inkml+xml"/>
  <Override PartName="/ppt/ink/ink1054.xml" ContentType="application/inkml+xml"/>
  <Override PartName="/ppt/ink/ink1055.xml" ContentType="application/inkml+xml"/>
  <Override PartName="/ppt/ink/ink1056.xml" ContentType="application/inkml+xml"/>
  <Override PartName="/ppt/ink/ink1057.xml" ContentType="application/inkml+xml"/>
  <Override PartName="/ppt/ink/ink1058.xml" ContentType="application/inkml+xml"/>
  <Override PartName="/ppt/ink/ink1059.xml" ContentType="application/inkml+xml"/>
  <Override PartName="/ppt/ink/ink1060.xml" ContentType="application/inkml+xml"/>
  <Override PartName="/ppt/ink/ink1061.xml" ContentType="application/inkml+xml"/>
  <Override PartName="/ppt/ink/ink1062.xml" ContentType="application/inkml+xml"/>
  <Override PartName="/ppt/ink/ink1063.xml" ContentType="application/inkml+xml"/>
  <Override PartName="/ppt/ink/ink1064.xml" ContentType="application/inkml+xml"/>
  <Override PartName="/ppt/ink/ink1065.xml" ContentType="application/inkml+xml"/>
  <Override PartName="/ppt/ink/ink1066.xml" ContentType="application/inkml+xml"/>
  <Override PartName="/ppt/ink/ink1067.xml" ContentType="application/inkml+xml"/>
  <Override PartName="/ppt/ink/ink1068.xml" ContentType="application/inkml+xml"/>
  <Override PartName="/ppt/ink/ink1069.xml" ContentType="application/inkml+xml"/>
  <Override PartName="/ppt/ink/ink1070.xml" ContentType="application/inkml+xml"/>
  <Override PartName="/ppt/ink/ink1071.xml" ContentType="application/inkml+xml"/>
  <Override PartName="/ppt/ink/ink1072.xml" ContentType="application/inkml+xml"/>
  <Override PartName="/ppt/ink/ink1073.xml" ContentType="application/inkml+xml"/>
  <Override PartName="/ppt/ink/ink1074.xml" ContentType="application/inkml+xml"/>
  <Override PartName="/ppt/ink/ink1075.xml" ContentType="application/inkml+xml"/>
  <Override PartName="/ppt/ink/ink1076.xml" ContentType="application/inkml+xml"/>
  <Override PartName="/ppt/ink/ink1077.xml" ContentType="application/inkml+xml"/>
  <Override PartName="/ppt/ink/ink1078.xml" ContentType="application/inkml+xml"/>
  <Override PartName="/ppt/ink/ink1079.xml" ContentType="application/inkml+xml"/>
  <Override PartName="/ppt/ink/ink1080.xml" ContentType="application/inkml+xml"/>
  <Override PartName="/ppt/ink/ink1081.xml" ContentType="application/inkml+xml"/>
  <Override PartName="/ppt/ink/ink1082.xml" ContentType="application/inkml+xml"/>
  <Override PartName="/ppt/ink/ink1083.xml" ContentType="application/inkml+xml"/>
  <Override PartName="/ppt/ink/ink1084.xml" ContentType="application/inkml+xml"/>
  <Override PartName="/ppt/ink/ink1085.xml" ContentType="application/inkml+xml"/>
  <Override PartName="/ppt/ink/ink1086.xml" ContentType="application/inkml+xml"/>
  <Override PartName="/ppt/ink/ink1087.xml" ContentType="application/inkml+xml"/>
  <Override PartName="/ppt/ink/ink1088.xml" ContentType="application/inkml+xml"/>
  <Override PartName="/ppt/ink/ink1089.xml" ContentType="application/inkml+xml"/>
  <Override PartName="/ppt/ink/ink1090.xml" ContentType="application/inkml+xml"/>
  <Override PartName="/ppt/ink/ink1091.xml" ContentType="application/inkml+xml"/>
  <Override PartName="/ppt/ink/ink1092.xml" ContentType="application/inkml+xml"/>
  <Override PartName="/ppt/ink/ink1093.xml" ContentType="application/inkml+xml"/>
  <Override PartName="/ppt/ink/ink1094.xml" ContentType="application/inkml+xml"/>
  <Override PartName="/ppt/ink/ink1095.xml" ContentType="application/inkml+xml"/>
  <Override PartName="/ppt/ink/ink1096.xml" ContentType="application/inkml+xml"/>
  <Override PartName="/ppt/ink/ink1097.xml" ContentType="application/inkml+xml"/>
  <Override PartName="/ppt/ink/ink1098.xml" ContentType="application/inkml+xml"/>
  <Override PartName="/ppt/ink/ink1099.xml" ContentType="application/inkml+xml"/>
  <Override PartName="/ppt/ink/ink1100.xml" ContentType="application/inkml+xml"/>
  <Override PartName="/ppt/ink/ink1101.xml" ContentType="application/inkml+xml"/>
  <Override PartName="/ppt/ink/ink1102.xml" ContentType="application/inkml+xml"/>
  <Override PartName="/ppt/ink/ink1103.xml" ContentType="application/inkml+xml"/>
  <Override PartName="/ppt/ink/ink1104.xml" ContentType="application/inkml+xml"/>
  <Override PartName="/ppt/ink/ink1105.xml" ContentType="application/inkml+xml"/>
  <Override PartName="/ppt/ink/ink1106.xml" ContentType="application/inkml+xml"/>
  <Override PartName="/ppt/ink/ink1107.xml" ContentType="application/inkml+xml"/>
  <Override PartName="/ppt/ink/ink1108.xml" ContentType="application/inkml+xml"/>
  <Override PartName="/ppt/ink/ink1109.xml" ContentType="application/inkml+xml"/>
  <Override PartName="/ppt/ink/ink1110.xml" ContentType="application/inkml+xml"/>
  <Override PartName="/ppt/ink/ink1111.xml" ContentType="application/inkml+xml"/>
  <Override PartName="/ppt/ink/ink1112.xml" ContentType="application/inkml+xml"/>
  <Override PartName="/ppt/ink/ink1113.xml" ContentType="application/inkml+xml"/>
  <Override PartName="/ppt/ink/ink1114.xml" ContentType="application/inkml+xml"/>
  <Override PartName="/ppt/ink/ink1115.xml" ContentType="application/inkml+xml"/>
  <Override PartName="/ppt/ink/ink1116.xml" ContentType="application/inkml+xml"/>
  <Override PartName="/ppt/ink/ink1117.xml" ContentType="application/inkml+xml"/>
  <Override PartName="/ppt/ink/ink1118.xml" ContentType="application/inkml+xml"/>
  <Override PartName="/ppt/ink/ink1119.xml" ContentType="application/inkml+xml"/>
  <Override PartName="/ppt/ink/ink1120.xml" ContentType="application/inkml+xml"/>
  <Override PartName="/ppt/ink/ink1121.xml" ContentType="application/inkml+xml"/>
  <Override PartName="/ppt/ink/ink1122.xml" ContentType="application/inkml+xml"/>
  <Override PartName="/ppt/ink/ink1123.xml" ContentType="application/inkml+xml"/>
  <Override PartName="/ppt/ink/ink1124.xml" ContentType="application/inkml+xml"/>
  <Override PartName="/ppt/ink/ink1125.xml" ContentType="application/inkml+xml"/>
  <Override PartName="/ppt/ink/ink1126.xml" ContentType="application/inkml+xml"/>
  <Override PartName="/ppt/ink/ink1127.xml" ContentType="application/inkml+xml"/>
  <Override PartName="/ppt/ink/ink1128.xml" ContentType="application/inkml+xml"/>
  <Override PartName="/ppt/ink/ink1129.xml" ContentType="application/inkml+xml"/>
  <Override PartName="/ppt/ink/ink1130.xml" ContentType="application/inkml+xml"/>
  <Override PartName="/ppt/ink/ink1131.xml" ContentType="application/inkml+xml"/>
  <Override PartName="/ppt/ink/ink1132.xml" ContentType="application/inkml+xml"/>
  <Override PartName="/ppt/ink/ink1133.xml" ContentType="application/inkml+xml"/>
  <Override PartName="/ppt/ink/ink1134.xml" ContentType="application/inkml+xml"/>
  <Override PartName="/ppt/ink/ink1135.xml" ContentType="application/inkml+xml"/>
  <Override PartName="/ppt/ink/ink1136.xml" ContentType="application/inkml+xml"/>
  <Override PartName="/ppt/ink/ink1137.xml" ContentType="application/inkml+xml"/>
  <Override PartName="/ppt/ink/ink1138.xml" ContentType="application/inkml+xml"/>
  <Override PartName="/ppt/ink/ink1139.xml" ContentType="application/inkml+xml"/>
  <Override PartName="/ppt/ink/ink1140.xml" ContentType="application/inkml+xml"/>
  <Override PartName="/ppt/ink/ink1141.xml" ContentType="application/inkml+xml"/>
  <Override PartName="/ppt/ink/ink1142.xml" ContentType="application/inkml+xml"/>
  <Override PartName="/ppt/ink/ink1143.xml" ContentType="application/inkml+xml"/>
  <Override PartName="/ppt/ink/ink1144.xml" ContentType="application/inkml+xml"/>
  <Override PartName="/ppt/ink/ink1145.xml" ContentType="application/inkml+xml"/>
  <Override PartName="/ppt/ink/ink1146.xml" ContentType="application/inkml+xml"/>
  <Override PartName="/ppt/ink/ink1147.xml" ContentType="application/inkml+xml"/>
  <Override PartName="/ppt/ink/ink1148.xml" ContentType="application/inkml+xml"/>
  <Override PartName="/ppt/ink/ink1149.xml" ContentType="application/inkml+xml"/>
  <Override PartName="/ppt/ink/ink1150.xml" ContentType="application/inkml+xml"/>
  <Override PartName="/ppt/ink/ink1151.xml" ContentType="application/inkml+xml"/>
  <Override PartName="/ppt/ink/ink1152.xml" ContentType="application/inkml+xml"/>
  <Override PartName="/ppt/ink/ink1153.xml" ContentType="application/inkml+xml"/>
  <Override PartName="/ppt/ink/ink1154.xml" ContentType="application/inkml+xml"/>
  <Override PartName="/ppt/ink/ink1155.xml" ContentType="application/inkml+xml"/>
  <Override PartName="/ppt/ink/ink1156.xml" ContentType="application/inkml+xml"/>
  <Override PartName="/ppt/ink/ink1157.xml" ContentType="application/inkml+xml"/>
  <Override PartName="/ppt/ink/ink1158.xml" ContentType="application/inkml+xml"/>
  <Override PartName="/ppt/ink/ink1159.xml" ContentType="application/inkml+xml"/>
  <Override PartName="/ppt/ink/ink1160.xml" ContentType="application/inkml+xml"/>
  <Override PartName="/ppt/ink/ink1161.xml" ContentType="application/inkml+xml"/>
  <Override PartName="/ppt/ink/ink1162.xml" ContentType="application/inkml+xml"/>
  <Override PartName="/ppt/ink/ink1163.xml" ContentType="application/inkml+xml"/>
  <Override PartName="/ppt/ink/ink1164.xml" ContentType="application/inkml+xml"/>
  <Override PartName="/ppt/ink/ink1165.xml" ContentType="application/inkml+xml"/>
  <Override PartName="/ppt/ink/ink1166.xml" ContentType="application/inkml+xml"/>
  <Override PartName="/ppt/ink/ink1167.xml" ContentType="application/inkml+xml"/>
  <Override PartName="/ppt/ink/ink1168.xml" ContentType="application/inkml+xml"/>
  <Override PartName="/ppt/ink/ink1169.xml" ContentType="application/inkml+xml"/>
  <Override PartName="/ppt/ink/ink1170.xml" ContentType="application/inkml+xml"/>
  <Override PartName="/ppt/ink/ink1171.xml" ContentType="application/inkml+xml"/>
  <Override PartName="/ppt/ink/ink1172.xml" ContentType="application/inkml+xml"/>
  <Override PartName="/ppt/ink/ink1173.xml" ContentType="application/inkml+xml"/>
  <Override PartName="/ppt/ink/ink1174.xml" ContentType="application/inkml+xml"/>
  <Override PartName="/ppt/ink/ink1175.xml" ContentType="application/inkml+xml"/>
  <Override PartName="/ppt/ink/ink1176.xml" ContentType="application/inkml+xml"/>
  <Override PartName="/ppt/ink/ink1177.xml" ContentType="application/inkml+xml"/>
  <Override PartName="/ppt/ink/ink1178.xml" ContentType="application/inkml+xml"/>
  <Override PartName="/ppt/ink/ink1179.xml" ContentType="application/inkml+xml"/>
  <Override PartName="/ppt/ink/ink1180.xml" ContentType="application/inkml+xml"/>
  <Override PartName="/ppt/ink/ink1181.xml" ContentType="application/inkml+xml"/>
  <Override PartName="/ppt/ink/ink1182.xml" ContentType="application/inkml+xml"/>
  <Override PartName="/ppt/ink/ink1183.xml" ContentType="application/inkml+xml"/>
  <Override PartName="/ppt/ink/ink1184.xml" ContentType="application/inkml+xml"/>
  <Override PartName="/ppt/ink/ink1185.xml" ContentType="application/inkml+xml"/>
  <Override PartName="/ppt/ink/ink1186.xml" ContentType="application/inkml+xml"/>
  <Override PartName="/ppt/ink/ink1187.xml" ContentType="application/inkml+xml"/>
  <Override PartName="/ppt/ink/ink1188.xml" ContentType="application/inkml+xml"/>
  <Override PartName="/ppt/ink/ink1189.xml" ContentType="application/inkml+xml"/>
  <Override PartName="/ppt/ink/ink1190.xml" ContentType="application/inkml+xml"/>
  <Override PartName="/ppt/ink/ink1191.xml" ContentType="application/inkml+xml"/>
  <Override PartName="/ppt/ink/ink1192.xml" ContentType="application/inkml+xml"/>
  <Override PartName="/ppt/ink/ink1193.xml" ContentType="application/inkml+xml"/>
  <Override PartName="/ppt/ink/ink1194.xml" ContentType="application/inkml+xml"/>
  <Override PartName="/ppt/ink/ink1195.xml" ContentType="application/inkml+xml"/>
  <Override PartName="/ppt/ink/ink1196.xml" ContentType="application/inkml+xml"/>
  <Override PartName="/ppt/ink/ink1197.xml" ContentType="application/inkml+xml"/>
  <Override PartName="/ppt/ink/ink1198.xml" ContentType="application/inkml+xml"/>
  <Override PartName="/ppt/ink/ink1199.xml" ContentType="application/inkml+xml"/>
  <Override PartName="/ppt/ink/ink1200.xml" ContentType="application/inkml+xml"/>
  <Override PartName="/ppt/ink/ink1201.xml" ContentType="application/inkml+xml"/>
  <Override PartName="/ppt/ink/ink1202.xml" ContentType="application/inkml+xml"/>
  <Override PartName="/ppt/ink/ink1203.xml" ContentType="application/inkml+xml"/>
  <Override PartName="/ppt/ink/ink1204.xml" ContentType="application/inkml+xml"/>
  <Override PartName="/ppt/ink/ink1205.xml" ContentType="application/inkml+xml"/>
  <Override PartName="/ppt/ink/ink1206.xml" ContentType="application/inkml+xml"/>
  <Override PartName="/ppt/ink/ink1207.xml" ContentType="application/inkml+xml"/>
  <Override PartName="/ppt/ink/ink1208.xml" ContentType="application/inkml+xml"/>
  <Override PartName="/ppt/ink/ink1209.xml" ContentType="application/inkml+xml"/>
  <Override PartName="/ppt/ink/ink1210.xml" ContentType="application/inkml+xml"/>
  <Override PartName="/ppt/ink/ink1211.xml" ContentType="application/inkml+xml"/>
  <Override PartName="/ppt/ink/ink1212.xml" ContentType="application/inkml+xml"/>
  <Override PartName="/ppt/ink/ink1213.xml" ContentType="application/inkml+xml"/>
  <Override PartName="/ppt/ink/ink1214.xml" ContentType="application/inkml+xml"/>
  <Override PartName="/ppt/ink/ink1215.xml" ContentType="application/inkml+xml"/>
  <Override PartName="/ppt/ink/ink1216.xml" ContentType="application/inkml+xml"/>
  <Override PartName="/ppt/ink/ink1217.xml" ContentType="application/inkml+xml"/>
  <Override PartName="/ppt/ink/ink1218.xml" ContentType="application/inkml+xml"/>
  <Override PartName="/ppt/ink/ink1219.xml" ContentType="application/inkml+xml"/>
  <Override PartName="/ppt/ink/ink1220.xml" ContentType="application/inkml+xml"/>
  <Override PartName="/ppt/ink/ink1221.xml" ContentType="application/inkml+xml"/>
  <Override PartName="/ppt/ink/ink1222.xml" ContentType="application/inkml+xml"/>
  <Override PartName="/ppt/ink/ink1223.xml" ContentType="application/inkml+xml"/>
  <Override PartName="/ppt/ink/ink1224.xml" ContentType="application/inkml+xml"/>
  <Override PartName="/ppt/ink/ink1225.xml" ContentType="application/inkml+xml"/>
  <Override PartName="/ppt/ink/ink1226.xml" ContentType="application/inkml+xml"/>
  <Override PartName="/ppt/ink/ink1227.xml" ContentType="application/inkml+xml"/>
  <Override PartName="/ppt/ink/ink1228.xml" ContentType="application/inkml+xml"/>
  <Override PartName="/ppt/ink/ink1229.xml" ContentType="application/inkml+xml"/>
  <Override PartName="/ppt/ink/ink1230.xml" ContentType="application/inkml+xml"/>
  <Override PartName="/ppt/ink/ink1231.xml" ContentType="application/inkml+xml"/>
  <Override PartName="/ppt/ink/ink1232.xml" ContentType="application/inkml+xml"/>
  <Override PartName="/ppt/ink/ink1233.xml" ContentType="application/inkml+xml"/>
  <Override PartName="/ppt/ink/ink1234.xml" ContentType="application/inkml+xml"/>
  <Override PartName="/ppt/ink/ink1235.xml" ContentType="application/inkml+xml"/>
  <Override PartName="/ppt/ink/ink1236.xml" ContentType="application/inkml+xml"/>
  <Override PartName="/ppt/ink/ink1237.xml" ContentType="application/inkml+xml"/>
  <Override PartName="/ppt/ink/ink1238.xml" ContentType="application/inkml+xml"/>
  <Override PartName="/ppt/ink/ink1239.xml" ContentType="application/inkml+xml"/>
  <Override PartName="/ppt/ink/ink1240.xml" ContentType="application/inkml+xml"/>
  <Override PartName="/ppt/ink/ink1241.xml" ContentType="application/inkml+xml"/>
  <Override PartName="/ppt/ink/ink1242.xml" ContentType="application/inkml+xml"/>
  <Override PartName="/ppt/ink/ink1243.xml" ContentType="application/inkml+xml"/>
  <Override PartName="/ppt/ink/ink1244.xml" ContentType="application/inkml+xml"/>
  <Override PartName="/ppt/ink/ink1245.xml" ContentType="application/inkml+xml"/>
  <Override PartName="/ppt/ink/ink1246.xml" ContentType="application/inkml+xml"/>
  <Override PartName="/ppt/ink/ink1247.xml" ContentType="application/inkml+xml"/>
  <Override PartName="/ppt/ink/ink1248.xml" ContentType="application/inkml+xml"/>
  <Override PartName="/ppt/ink/ink1249.xml" ContentType="application/inkml+xml"/>
  <Override PartName="/ppt/ink/ink1250.xml" ContentType="application/inkml+xml"/>
  <Override PartName="/ppt/ink/ink1251.xml" ContentType="application/inkml+xml"/>
  <Override PartName="/ppt/ink/ink1252.xml" ContentType="application/inkml+xml"/>
  <Override PartName="/ppt/ink/ink1253.xml" ContentType="application/inkml+xml"/>
  <Override PartName="/ppt/ink/ink1254.xml" ContentType="application/inkml+xml"/>
  <Override PartName="/ppt/ink/ink1255.xml" ContentType="application/inkml+xml"/>
  <Override PartName="/ppt/ink/ink1256.xml" ContentType="application/inkml+xml"/>
  <Override PartName="/ppt/ink/ink1257.xml" ContentType="application/inkml+xml"/>
  <Override PartName="/ppt/ink/ink1258.xml" ContentType="application/inkml+xml"/>
  <Override PartName="/ppt/ink/ink1259.xml" ContentType="application/inkml+xml"/>
  <Override PartName="/ppt/ink/ink1260.xml" ContentType="application/inkml+xml"/>
  <Override PartName="/ppt/ink/ink1261.xml" ContentType="application/inkml+xml"/>
  <Override PartName="/ppt/ink/ink1262.xml" ContentType="application/inkml+xml"/>
  <Override PartName="/ppt/ink/ink1263.xml" ContentType="application/inkml+xml"/>
  <Override PartName="/ppt/ink/ink1264.xml" ContentType="application/inkml+xml"/>
  <Override PartName="/ppt/ink/ink1265.xml" ContentType="application/inkml+xml"/>
  <Override PartName="/ppt/ink/ink1266.xml" ContentType="application/inkml+xml"/>
  <Override PartName="/ppt/ink/ink1267.xml" ContentType="application/inkml+xml"/>
  <Override PartName="/ppt/ink/ink1268.xml" ContentType="application/inkml+xml"/>
  <Override PartName="/ppt/ink/ink1269.xml" ContentType="application/inkml+xml"/>
  <Override PartName="/ppt/ink/ink1270.xml" ContentType="application/inkml+xml"/>
  <Override PartName="/ppt/ink/ink1271.xml" ContentType="application/inkml+xml"/>
  <Override PartName="/ppt/ink/ink1272.xml" ContentType="application/inkml+xml"/>
  <Override PartName="/ppt/ink/ink1273.xml" ContentType="application/inkml+xml"/>
  <Override PartName="/ppt/ink/ink1274.xml" ContentType="application/inkml+xml"/>
  <Override PartName="/ppt/ink/ink1275.xml" ContentType="application/inkml+xml"/>
  <Override PartName="/ppt/ink/ink1276.xml" ContentType="application/inkml+xml"/>
  <Override PartName="/ppt/ink/ink1277.xml" ContentType="application/inkml+xml"/>
  <Override PartName="/ppt/ink/ink1278.xml" ContentType="application/inkml+xml"/>
  <Override PartName="/ppt/ink/ink1279.xml" ContentType="application/inkml+xml"/>
  <Override PartName="/ppt/ink/ink1280.xml" ContentType="application/inkml+xml"/>
  <Override PartName="/ppt/ink/ink1281.xml" ContentType="application/inkml+xml"/>
  <Override PartName="/ppt/ink/ink1282.xml" ContentType="application/inkml+xml"/>
  <Override PartName="/ppt/ink/ink1283.xml" ContentType="application/inkml+xml"/>
  <Override PartName="/ppt/ink/ink1284.xml" ContentType="application/inkml+xml"/>
  <Override PartName="/ppt/ink/ink1285.xml" ContentType="application/inkml+xml"/>
  <Override PartName="/ppt/ink/ink1286.xml" ContentType="application/inkml+xml"/>
  <Override PartName="/ppt/ink/ink1287.xml" ContentType="application/inkml+xml"/>
  <Override PartName="/ppt/ink/ink1288.xml" ContentType="application/inkml+xml"/>
  <Override PartName="/ppt/ink/ink1289.xml" ContentType="application/inkml+xml"/>
  <Override PartName="/ppt/ink/ink1290.xml" ContentType="application/inkml+xml"/>
  <Override PartName="/ppt/ink/ink1291.xml" ContentType="application/inkml+xml"/>
  <Override PartName="/ppt/ink/ink1292.xml" ContentType="application/inkml+xml"/>
  <Override PartName="/ppt/ink/ink1293.xml" ContentType="application/inkml+xml"/>
  <Override PartName="/ppt/ink/ink1294.xml" ContentType="application/inkml+xml"/>
  <Override PartName="/ppt/ink/ink1295.xml" ContentType="application/inkml+xml"/>
  <Override PartName="/ppt/ink/ink1296.xml" ContentType="application/inkml+xml"/>
  <Override PartName="/ppt/ink/ink1297.xml" ContentType="application/inkml+xml"/>
  <Override PartName="/ppt/ink/ink1298.xml" ContentType="application/inkml+xml"/>
  <Override PartName="/ppt/ink/ink1299.xml" ContentType="application/inkml+xml"/>
  <Override PartName="/ppt/ink/ink1300.xml" ContentType="application/inkml+xml"/>
  <Override PartName="/ppt/ink/ink1301.xml" ContentType="application/inkml+xml"/>
  <Override PartName="/ppt/ink/ink1302.xml" ContentType="application/inkml+xml"/>
  <Override PartName="/ppt/ink/ink1303.xml" ContentType="application/inkml+xml"/>
  <Override PartName="/ppt/ink/ink1304.xml" ContentType="application/inkml+xml"/>
  <Override PartName="/ppt/ink/ink1305.xml" ContentType="application/inkml+xml"/>
  <Override PartName="/ppt/ink/ink1306.xml" ContentType="application/inkml+xml"/>
  <Override PartName="/ppt/ink/ink1307.xml" ContentType="application/inkml+xml"/>
  <Override PartName="/ppt/ink/ink1308.xml" ContentType="application/inkml+xml"/>
  <Override PartName="/ppt/ink/ink1309.xml" ContentType="application/inkml+xml"/>
  <Override PartName="/ppt/ink/ink1310.xml" ContentType="application/inkml+xml"/>
  <Override PartName="/ppt/ink/ink1311.xml" ContentType="application/inkml+xml"/>
  <Override PartName="/ppt/ink/ink1312.xml" ContentType="application/inkml+xml"/>
  <Override PartName="/ppt/ink/ink1313.xml" ContentType="application/inkml+xml"/>
  <Override PartName="/ppt/ink/ink1314.xml" ContentType="application/inkml+xml"/>
  <Override PartName="/ppt/ink/ink1315.xml" ContentType="application/inkml+xml"/>
  <Override PartName="/ppt/ink/ink1316.xml" ContentType="application/inkml+xml"/>
  <Override PartName="/ppt/ink/ink1317.xml" ContentType="application/inkml+xml"/>
  <Override PartName="/ppt/ink/ink1318.xml" ContentType="application/inkml+xml"/>
  <Override PartName="/ppt/ink/ink1319.xml" ContentType="application/inkml+xml"/>
  <Override PartName="/ppt/ink/ink1320.xml" ContentType="application/inkml+xml"/>
  <Override PartName="/ppt/ink/ink1321.xml" ContentType="application/inkml+xml"/>
  <Override PartName="/ppt/ink/ink1322.xml" ContentType="application/inkml+xml"/>
  <Override PartName="/ppt/ink/ink1323.xml" ContentType="application/inkml+xml"/>
  <Override PartName="/ppt/ink/ink1324.xml" ContentType="application/inkml+xml"/>
  <Override PartName="/ppt/ink/ink1325.xml" ContentType="application/inkml+xml"/>
  <Override PartName="/ppt/ink/ink1326.xml" ContentType="application/inkml+xml"/>
  <Override PartName="/ppt/ink/ink1327.xml" ContentType="application/inkml+xml"/>
  <Override PartName="/ppt/ink/ink1328.xml" ContentType="application/inkml+xml"/>
  <Override PartName="/ppt/ink/ink1329.xml" ContentType="application/inkml+xml"/>
  <Override PartName="/ppt/ink/ink1330.xml" ContentType="application/inkml+xml"/>
  <Override PartName="/ppt/ink/ink1331.xml" ContentType="application/inkml+xml"/>
  <Override PartName="/ppt/ink/ink1332.xml" ContentType="application/inkml+xml"/>
  <Override PartName="/ppt/ink/ink1333.xml" ContentType="application/inkml+xml"/>
  <Override PartName="/ppt/ink/ink1334.xml" ContentType="application/inkml+xml"/>
  <Override PartName="/ppt/ink/ink1335.xml" ContentType="application/inkml+xml"/>
  <Override PartName="/ppt/ink/ink1336.xml" ContentType="application/inkml+xml"/>
  <Override PartName="/ppt/ink/ink1337.xml" ContentType="application/inkml+xml"/>
  <Override PartName="/ppt/ink/ink1338.xml" ContentType="application/inkml+xml"/>
  <Override PartName="/ppt/ink/ink1339.xml" ContentType="application/inkml+xml"/>
  <Override PartName="/ppt/ink/ink1340.xml" ContentType="application/inkml+xml"/>
  <Override PartName="/ppt/ink/ink1341.xml" ContentType="application/inkml+xml"/>
  <Override PartName="/ppt/ink/ink1342.xml" ContentType="application/inkml+xml"/>
  <Override PartName="/ppt/ink/ink1343.xml" ContentType="application/inkml+xml"/>
  <Override PartName="/ppt/ink/ink1344.xml" ContentType="application/inkml+xml"/>
  <Override PartName="/ppt/ink/ink1345.xml" ContentType="application/inkml+xml"/>
  <Override PartName="/ppt/ink/ink1346.xml" ContentType="application/inkml+xml"/>
  <Override PartName="/ppt/ink/ink1347.xml" ContentType="application/inkml+xml"/>
  <Override PartName="/ppt/ink/ink1348.xml" ContentType="application/inkml+xml"/>
  <Override PartName="/ppt/ink/ink1349.xml" ContentType="application/inkml+xml"/>
  <Override PartName="/ppt/ink/ink1350.xml" ContentType="application/inkml+xml"/>
  <Override PartName="/ppt/ink/ink1351.xml" ContentType="application/inkml+xml"/>
  <Override PartName="/ppt/ink/ink1352.xml" ContentType="application/inkml+xml"/>
  <Override PartName="/ppt/ink/ink1353.xml" ContentType="application/inkml+xml"/>
  <Override PartName="/ppt/ink/ink1354.xml" ContentType="application/inkml+xml"/>
  <Override PartName="/ppt/ink/ink1355.xml" ContentType="application/inkml+xml"/>
  <Override PartName="/ppt/ink/ink1356.xml" ContentType="application/inkml+xml"/>
  <Override PartName="/ppt/ink/ink1357.xml" ContentType="application/inkml+xml"/>
  <Override PartName="/ppt/ink/ink1358.xml" ContentType="application/inkml+xml"/>
  <Override PartName="/ppt/ink/ink1359.xml" ContentType="application/inkml+xml"/>
  <Override PartName="/ppt/ink/ink1360.xml" ContentType="application/inkml+xml"/>
  <Override PartName="/ppt/ink/ink1361.xml" ContentType="application/inkml+xml"/>
  <Override PartName="/ppt/ink/ink1362.xml" ContentType="application/inkml+xml"/>
  <Override PartName="/ppt/ink/ink1363.xml" ContentType="application/inkml+xml"/>
  <Override PartName="/ppt/ink/ink1364.xml" ContentType="application/inkml+xml"/>
  <Override PartName="/ppt/ink/ink1365.xml" ContentType="application/inkml+xml"/>
  <Override PartName="/ppt/ink/ink1366.xml" ContentType="application/inkml+xml"/>
  <Override PartName="/ppt/ink/ink1367.xml" ContentType="application/inkml+xml"/>
  <Override PartName="/ppt/ink/ink1368.xml" ContentType="application/inkml+xml"/>
  <Override PartName="/ppt/ink/ink1369.xml" ContentType="application/inkml+xml"/>
  <Override PartName="/ppt/ink/ink1370.xml" ContentType="application/inkml+xml"/>
  <Override PartName="/ppt/ink/ink1371.xml" ContentType="application/inkml+xml"/>
  <Override PartName="/ppt/ink/ink1372.xml" ContentType="application/inkml+xml"/>
  <Override PartName="/ppt/ink/ink1373.xml" ContentType="application/inkml+xml"/>
  <Override PartName="/ppt/ink/ink1374.xml" ContentType="application/inkml+xml"/>
  <Override PartName="/ppt/ink/ink1375.xml" ContentType="application/inkml+xml"/>
  <Override PartName="/ppt/ink/ink1376.xml" ContentType="application/inkml+xml"/>
  <Override PartName="/ppt/ink/ink1377.xml" ContentType="application/inkml+xml"/>
  <Override PartName="/ppt/ink/ink1378.xml" ContentType="application/inkml+xml"/>
  <Override PartName="/ppt/ink/ink1379.xml" ContentType="application/inkml+xml"/>
  <Override PartName="/ppt/ink/ink1380.xml" ContentType="application/inkml+xml"/>
  <Override PartName="/ppt/ink/ink1381.xml" ContentType="application/inkml+xml"/>
  <Override PartName="/ppt/ink/ink1382.xml" ContentType="application/inkml+xml"/>
  <Override PartName="/ppt/ink/ink1383.xml" ContentType="application/inkml+xml"/>
  <Override PartName="/ppt/ink/ink1384.xml" ContentType="application/inkml+xml"/>
  <Override PartName="/ppt/ink/ink1385.xml" ContentType="application/inkml+xml"/>
  <Override PartName="/ppt/ink/ink1386.xml" ContentType="application/inkml+xml"/>
  <Override PartName="/ppt/ink/ink1387.xml" ContentType="application/inkml+xml"/>
  <Override PartName="/ppt/ink/ink1388.xml" ContentType="application/inkml+xml"/>
  <Override PartName="/ppt/ink/ink1389.xml" ContentType="application/inkml+xml"/>
  <Override PartName="/ppt/ink/ink1390.xml" ContentType="application/inkml+xml"/>
  <Override PartName="/ppt/ink/ink1391.xml" ContentType="application/inkml+xml"/>
  <Override PartName="/ppt/ink/ink1392.xml" ContentType="application/inkml+xml"/>
  <Override PartName="/ppt/ink/ink1393.xml" ContentType="application/inkml+xml"/>
  <Override PartName="/ppt/ink/ink1394.xml" ContentType="application/inkml+xml"/>
  <Override PartName="/ppt/ink/ink1395.xml" ContentType="application/inkml+xml"/>
  <Override PartName="/ppt/ink/ink1396.xml" ContentType="application/inkml+xml"/>
  <Override PartName="/ppt/ink/ink1397.xml" ContentType="application/inkml+xml"/>
  <Override PartName="/ppt/ink/ink1398.xml" ContentType="application/inkml+xml"/>
  <Override PartName="/ppt/ink/ink1399.xml" ContentType="application/inkml+xml"/>
  <Override PartName="/ppt/ink/ink1400.xml" ContentType="application/inkml+xml"/>
  <Override PartName="/ppt/ink/ink1401.xml" ContentType="application/inkml+xml"/>
  <Override PartName="/ppt/ink/ink1402.xml" ContentType="application/inkml+xml"/>
  <Override PartName="/ppt/ink/ink1403.xml" ContentType="application/inkml+xml"/>
  <Override PartName="/ppt/ink/ink1404.xml" ContentType="application/inkml+xml"/>
  <Override PartName="/ppt/ink/ink1405.xml" ContentType="application/inkml+xml"/>
  <Override PartName="/ppt/ink/ink1406.xml" ContentType="application/inkml+xml"/>
  <Override PartName="/ppt/ink/ink1407.xml" ContentType="application/inkml+xml"/>
  <Override PartName="/ppt/ink/ink1408.xml" ContentType="application/inkml+xml"/>
  <Override PartName="/ppt/ink/ink1409.xml" ContentType="application/inkml+xml"/>
  <Override PartName="/ppt/ink/ink1410.xml" ContentType="application/inkml+xml"/>
  <Override PartName="/ppt/ink/ink1411.xml" ContentType="application/inkml+xml"/>
  <Override PartName="/ppt/ink/ink1412.xml" ContentType="application/inkml+xml"/>
  <Override PartName="/ppt/ink/ink1413.xml" ContentType="application/inkml+xml"/>
  <Override PartName="/ppt/ink/ink1414.xml" ContentType="application/inkml+xml"/>
  <Override PartName="/ppt/ink/ink1415.xml" ContentType="application/inkml+xml"/>
  <Override PartName="/ppt/ink/ink1416.xml" ContentType="application/inkml+xml"/>
  <Override PartName="/ppt/ink/ink1417.xml" ContentType="application/inkml+xml"/>
  <Override PartName="/ppt/ink/ink1418.xml" ContentType="application/inkml+xml"/>
  <Override PartName="/ppt/ink/ink1419.xml" ContentType="application/inkml+xml"/>
  <Override PartName="/ppt/ink/ink1420.xml" ContentType="application/inkml+xml"/>
  <Override PartName="/ppt/ink/ink1421.xml" ContentType="application/inkml+xml"/>
  <Override PartName="/ppt/ink/ink1422.xml" ContentType="application/inkml+xml"/>
  <Override PartName="/ppt/ink/ink1423.xml" ContentType="application/inkml+xml"/>
  <Override PartName="/ppt/ink/ink1424.xml" ContentType="application/inkml+xml"/>
  <Override PartName="/ppt/ink/ink1425.xml" ContentType="application/inkml+xml"/>
  <Override PartName="/ppt/ink/ink1426.xml" ContentType="application/inkml+xml"/>
  <Override PartName="/ppt/ink/ink1427.xml" ContentType="application/inkml+xml"/>
  <Override PartName="/ppt/ink/ink1428.xml" ContentType="application/inkml+xml"/>
  <Override PartName="/ppt/ink/ink1429.xml" ContentType="application/inkml+xml"/>
  <Override PartName="/ppt/ink/ink1430.xml" ContentType="application/inkml+xml"/>
  <Override PartName="/ppt/ink/ink1431.xml" ContentType="application/inkml+xml"/>
  <Override PartName="/ppt/ink/ink1432.xml" ContentType="application/inkml+xml"/>
  <Override PartName="/ppt/ink/ink1433.xml" ContentType="application/inkml+xml"/>
  <Override PartName="/ppt/ink/ink1434.xml" ContentType="application/inkml+xml"/>
  <Override PartName="/ppt/ink/ink1435.xml" ContentType="application/inkml+xml"/>
  <Override PartName="/ppt/ink/ink1436.xml" ContentType="application/inkml+xml"/>
  <Override PartName="/ppt/ink/ink1437.xml" ContentType="application/inkml+xml"/>
  <Override PartName="/ppt/ink/ink1438.xml" ContentType="application/inkml+xml"/>
  <Override PartName="/ppt/ink/ink1439.xml" ContentType="application/inkml+xml"/>
  <Override PartName="/ppt/ink/ink1440.xml" ContentType="application/inkml+xml"/>
  <Override PartName="/ppt/ink/ink1441.xml" ContentType="application/inkml+xml"/>
  <Override PartName="/ppt/ink/ink1442.xml" ContentType="application/inkml+xml"/>
  <Override PartName="/ppt/ink/ink1443.xml" ContentType="application/inkml+xml"/>
  <Override PartName="/ppt/ink/ink1444.xml" ContentType="application/inkml+xml"/>
  <Override PartName="/ppt/ink/ink1445.xml" ContentType="application/inkml+xml"/>
  <Override PartName="/ppt/ink/ink1446.xml" ContentType="application/inkml+xml"/>
  <Override PartName="/ppt/ink/ink1447.xml" ContentType="application/inkml+xml"/>
  <Override PartName="/ppt/ink/ink1448.xml" ContentType="application/inkml+xml"/>
  <Override PartName="/ppt/ink/ink1449.xml" ContentType="application/inkml+xml"/>
  <Override PartName="/ppt/ink/ink1450.xml" ContentType="application/inkml+xml"/>
  <Override PartName="/ppt/ink/ink1451.xml" ContentType="application/inkml+xml"/>
  <Override PartName="/ppt/ink/ink1452.xml" ContentType="application/inkml+xml"/>
  <Override PartName="/ppt/ink/ink1453.xml" ContentType="application/inkml+xml"/>
  <Override PartName="/ppt/ink/ink1454.xml" ContentType="application/inkml+xml"/>
  <Override PartName="/ppt/ink/ink1455.xml" ContentType="application/inkml+xml"/>
  <Override PartName="/ppt/ink/ink1456.xml" ContentType="application/inkml+xml"/>
  <Override PartName="/ppt/ink/ink1457.xml" ContentType="application/inkml+xml"/>
  <Override PartName="/ppt/ink/ink1458.xml" ContentType="application/inkml+xml"/>
  <Override PartName="/ppt/ink/ink1459.xml" ContentType="application/inkml+xml"/>
  <Override PartName="/ppt/ink/ink1460.xml" ContentType="application/inkml+xml"/>
  <Override PartName="/ppt/ink/ink1461.xml" ContentType="application/inkml+xml"/>
  <Override PartName="/ppt/ink/ink1462.xml" ContentType="application/inkml+xml"/>
  <Override PartName="/ppt/ink/ink1463.xml" ContentType="application/inkml+xml"/>
  <Override PartName="/ppt/ink/ink1464.xml" ContentType="application/inkml+xml"/>
  <Override PartName="/ppt/ink/ink1465.xml" ContentType="application/inkml+xml"/>
  <Override PartName="/ppt/ink/ink1466.xml" ContentType="application/inkml+xml"/>
  <Override PartName="/ppt/ink/ink1467.xml" ContentType="application/inkml+xml"/>
  <Override PartName="/ppt/ink/ink1468.xml" ContentType="application/inkml+xml"/>
  <Override PartName="/ppt/ink/ink1469.xml" ContentType="application/inkml+xml"/>
  <Override PartName="/ppt/ink/ink1470.xml" ContentType="application/inkml+xml"/>
  <Override PartName="/ppt/ink/ink1471.xml" ContentType="application/inkml+xml"/>
  <Override PartName="/ppt/ink/ink1472.xml" ContentType="application/inkml+xml"/>
  <Override PartName="/ppt/ink/ink1473.xml" ContentType="application/inkml+xml"/>
  <Override PartName="/ppt/ink/ink1474.xml" ContentType="application/inkml+xml"/>
  <Override PartName="/ppt/ink/ink1475.xml" ContentType="application/inkml+xml"/>
  <Override PartName="/ppt/ink/ink1476.xml" ContentType="application/inkml+xml"/>
  <Override PartName="/ppt/ink/ink1477.xml" ContentType="application/inkml+xml"/>
  <Override PartName="/ppt/ink/ink1478.xml" ContentType="application/inkml+xml"/>
  <Override PartName="/ppt/ink/ink1479.xml" ContentType="application/inkml+xml"/>
  <Override PartName="/ppt/ink/ink1480.xml" ContentType="application/inkml+xml"/>
  <Override PartName="/ppt/ink/ink1481.xml" ContentType="application/inkml+xml"/>
  <Override PartName="/ppt/ink/ink1482.xml" ContentType="application/inkml+xml"/>
  <Override PartName="/ppt/ink/ink1483.xml" ContentType="application/inkml+xml"/>
  <Override PartName="/ppt/ink/ink1484.xml" ContentType="application/inkml+xml"/>
  <Override PartName="/ppt/ink/ink1485.xml" ContentType="application/inkml+xml"/>
  <Override PartName="/ppt/ink/ink1486.xml" ContentType="application/inkml+xml"/>
  <Override PartName="/ppt/ink/ink1487.xml" ContentType="application/inkml+xml"/>
  <Override PartName="/ppt/ink/ink1488.xml" ContentType="application/inkml+xml"/>
  <Override PartName="/ppt/ink/ink1489.xml" ContentType="application/inkml+xml"/>
  <Override PartName="/ppt/ink/ink1490.xml" ContentType="application/inkml+xml"/>
  <Override PartName="/ppt/ink/ink1491.xml" ContentType="application/inkml+xml"/>
  <Override PartName="/ppt/ink/ink1492.xml" ContentType="application/inkml+xml"/>
  <Override PartName="/ppt/ink/ink1493.xml" ContentType="application/inkml+xml"/>
  <Override PartName="/ppt/ink/ink1494.xml" ContentType="application/inkml+xml"/>
  <Override PartName="/ppt/ink/ink1495.xml" ContentType="application/inkml+xml"/>
  <Override PartName="/ppt/ink/ink1496.xml" ContentType="application/inkml+xml"/>
  <Override PartName="/ppt/ink/ink1497.xml" ContentType="application/inkml+xml"/>
  <Override PartName="/ppt/ink/ink1498.xml" ContentType="application/inkml+xml"/>
  <Override PartName="/ppt/ink/ink1499.xml" ContentType="application/inkml+xml"/>
  <Override PartName="/ppt/ink/ink1500.xml" ContentType="application/inkml+xml"/>
  <Override PartName="/ppt/ink/ink1501.xml" ContentType="application/inkml+xml"/>
  <Override PartName="/ppt/ink/ink1502.xml" ContentType="application/inkml+xml"/>
  <Override PartName="/ppt/ink/ink1503.xml" ContentType="application/inkml+xml"/>
  <Override PartName="/ppt/ink/ink1504.xml" ContentType="application/inkml+xml"/>
  <Override PartName="/ppt/ink/ink1505.xml" ContentType="application/inkml+xml"/>
  <Override PartName="/ppt/ink/ink1506.xml" ContentType="application/inkml+xml"/>
  <Override PartName="/ppt/ink/ink1507.xml" ContentType="application/inkml+xml"/>
  <Override PartName="/ppt/ink/ink1508.xml" ContentType="application/inkml+xml"/>
  <Override PartName="/ppt/ink/ink1509.xml" ContentType="application/inkml+xml"/>
  <Override PartName="/ppt/ink/ink1510.xml" ContentType="application/inkml+xml"/>
  <Override PartName="/ppt/ink/ink1511.xml" ContentType="application/inkml+xml"/>
  <Override PartName="/ppt/ink/ink1512.xml" ContentType="application/inkml+xml"/>
  <Override PartName="/ppt/ink/ink1513.xml" ContentType="application/inkml+xml"/>
  <Override PartName="/ppt/ink/ink1514.xml" ContentType="application/inkml+xml"/>
  <Override PartName="/ppt/ink/ink1515.xml" ContentType="application/inkml+xml"/>
  <Override PartName="/ppt/ink/ink1516.xml" ContentType="application/inkml+xml"/>
  <Override PartName="/ppt/ink/ink1517.xml" ContentType="application/inkml+xml"/>
  <Override PartName="/ppt/ink/ink1518.xml" ContentType="application/inkml+xml"/>
  <Override PartName="/ppt/ink/ink1519.xml" ContentType="application/inkml+xml"/>
  <Override PartName="/ppt/ink/ink1520.xml" ContentType="application/inkml+xml"/>
  <Override PartName="/ppt/ink/ink1521.xml" ContentType="application/inkml+xml"/>
  <Override PartName="/ppt/ink/ink1522.xml" ContentType="application/inkml+xml"/>
  <Override PartName="/ppt/ink/ink1523.xml" ContentType="application/inkml+xml"/>
  <Override PartName="/ppt/ink/ink1524.xml" ContentType="application/inkml+xml"/>
  <Override PartName="/ppt/ink/ink1525.xml" ContentType="application/inkml+xml"/>
  <Override PartName="/ppt/ink/ink1526.xml" ContentType="application/inkml+xml"/>
  <Override PartName="/ppt/ink/ink1527.xml" ContentType="application/inkml+xml"/>
  <Override PartName="/ppt/ink/ink1528.xml" ContentType="application/inkml+xml"/>
  <Override PartName="/ppt/ink/ink1529.xml" ContentType="application/inkml+xml"/>
  <Override PartName="/ppt/ink/ink1530.xml" ContentType="application/inkml+xml"/>
  <Override PartName="/ppt/ink/ink1531.xml" ContentType="application/inkml+xml"/>
  <Override PartName="/ppt/ink/ink1532.xml" ContentType="application/inkml+xml"/>
  <Override PartName="/ppt/ink/ink1533.xml" ContentType="application/inkml+xml"/>
  <Override PartName="/ppt/ink/ink1534.xml" ContentType="application/inkml+xml"/>
  <Override PartName="/ppt/ink/ink1535.xml" ContentType="application/inkml+xml"/>
  <Override PartName="/ppt/ink/ink1536.xml" ContentType="application/inkml+xml"/>
  <Override PartName="/ppt/ink/ink1537.xml" ContentType="application/inkml+xml"/>
  <Override PartName="/ppt/ink/ink1538.xml" ContentType="application/inkml+xml"/>
  <Override PartName="/ppt/ink/ink1539.xml" ContentType="application/inkml+xml"/>
  <Override PartName="/ppt/ink/ink1540.xml" ContentType="application/inkml+xml"/>
  <Override PartName="/ppt/ink/ink1541.xml" ContentType="application/inkml+xml"/>
  <Override PartName="/ppt/ink/ink1542.xml" ContentType="application/inkml+xml"/>
  <Override PartName="/ppt/ink/ink1543.xml" ContentType="application/inkml+xml"/>
  <Override PartName="/ppt/ink/ink1544.xml" ContentType="application/inkml+xml"/>
  <Override PartName="/ppt/ink/ink1545.xml" ContentType="application/inkml+xml"/>
  <Override PartName="/ppt/ink/ink1546.xml" ContentType="application/inkml+xml"/>
  <Override PartName="/ppt/ink/ink1547.xml" ContentType="application/inkml+xml"/>
  <Override PartName="/ppt/ink/ink1548.xml" ContentType="application/inkml+xml"/>
  <Override PartName="/ppt/ink/ink1549.xml" ContentType="application/inkml+xml"/>
  <Override PartName="/ppt/ink/ink1550.xml" ContentType="application/inkml+xml"/>
  <Override PartName="/ppt/ink/ink1551.xml" ContentType="application/inkml+xml"/>
  <Override PartName="/ppt/ink/ink1552.xml" ContentType="application/inkml+xml"/>
  <Override PartName="/ppt/ink/ink1553.xml" ContentType="application/inkml+xml"/>
  <Override PartName="/ppt/ink/ink1554.xml" ContentType="application/inkml+xml"/>
  <Override PartName="/ppt/ink/ink1555.xml" ContentType="application/inkml+xml"/>
  <Override PartName="/ppt/ink/ink1556.xml" ContentType="application/inkml+xml"/>
  <Override PartName="/ppt/ink/ink1557.xml" ContentType="application/inkml+xml"/>
  <Override PartName="/ppt/ink/ink1558.xml" ContentType="application/inkml+xml"/>
  <Override PartName="/ppt/ink/ink1559.xml" ContentType="application/inkml+xml"/>
  <Override PartName="/ppt/ink/ink1560.xml" ContentType="application/inkml+xml"/>
  <Override PartName="/ppt/ink/ink1561.xml" ContentType="application/inkml+xml"/>
  <Override PartName="/ppt/ink/ink1562.xml" ContentType="application/inkml+xml"/>
  <Override PartName="/ppt/ink/ink1563.xml" ContentType="application/inkml+xml"/>
  <Override PartName="/ppt/ink/ink1564.xml" ContentType="application/inkml+xml"/>
  <Override PartName="/ppt/ink/ink1565.xml" ContentType="application/inkml+xml"/>
  <Override PartName="/ppt/ink/ink1566.xml" ContentType="application/inkml+xml"/>
  <Override PartName="/ppt/ink/ink1567.xml" ContentType="application/inkml+xml"/>
  <Override PartName="/ppt/ink/ink1568.xml" ContentType="application/inkml+xml"/>
  <Override PartName="/ppt/ink/ink1569.xml" ContentType="application/inkml+xml"/>
  <Override PartName="/ppt/ink/ink1570.xml" ContentType="application/inkml+xml"/>
  <Override PartName="/ppt/ink/ink1571.xml" ContentType="application/inkml+xml"/>
  <Override PartName="/ppt/ink/ink1572.xml" ContentType="application/inkml+xml"/>
  <Override PartName="/ppt/ink/ink1573.xml" ContentType="application/inkml+xml"/>
  <Override PartName="/ppt/ink/ink1574.xml" ContentType="application/inkml+xml"/>
  <Override PartName="/ppt/ink/ink1575.xml" ContentType="application/inkml+xml"/>
  <Override PartName="/ppt/ink/ink1576.xml" ContentType="application/inkml+xml"/>
  <Override PartName="/ppt/ink/ink1577.xml" ContentType="application/inkml+xml"/>
  <Override PartName="/ppt/ink/ink1578.xml" ContentType="application/inkml+xml"/>
  <Override PartName="/ppt/ink/ink1579.xml" ContentType="application/inkml+xml"/>
  <Override PartName="/ppt/ink/ink1580.xml" ContentType="application/inkml+xml"/>
  <Override PartName="/ppt/ink/ink1581.xml" ContentType="application/inkml+xml"/>
  <Override PartName="/ppt/ink/ink1582.xml" ContentType="application/inkml+xml"/>
  <Override PartName="/ppt/ink/ink1583.xml" ContentType="application/inkml+xml"/>
  <Override PartName="/ppt/ink/ink1584.xml" ContentType="application/inkml+xml"/>
  <Override PartName="/ppt/ink/ink1585.xml" ContentType="application/inkml+xml"/>
  <Override PartName="/ppt/ink/ink1586.xml" ContentType="application/inkml+xml"/>
  <Override PartName="/ppt/ink/ink1587.xml" ContentType="application/inkml+xml"/>
  <Override PartName="/ppt/ink/ink1588.xml" ContentType="application/inkml+xml"/>
  <Override PartName="/ppt/ink/ink1589.xml" ContentType="application/inkml+xml"/>
  <Override PartName="/ppt/ink/ink1590.xml" ContentType="application/inkml+xml"/>
  <Override PartName="/ppt/ink/ink1591.xml" ContentType="application/inkml+xml"/>
  <Override PartName="/ppt/ink/ink1592.xml" ContentType="application/inkml+xml"/>
  <Override PartName="/ppt/ink/ink1593.xml" ContentType="application/inkml+xml"/>
  <Override PartName="/ppt/ink/ink1594.xml" ContentType="application/inkml+xml"/>
  <Override PartName="/ppt/ink/ink1595.xml" ContentType="application/inkml+xml"/>
  <Override PartName="/ppt/ink/ink1596.xml" ContentType="application/inkml+xml"/>
  <Override PartName="/ppt/ink/ink1597.xml" ContentType="application/inkml+xml"/>
  <Override PartName="/ppt/ink/ink1598.xml" ContentType="application/inkml+xml"/>
  <Override PartName="/ppt/ink/ink1599.xml" ContentType="application/inkml+xml"/>
  <Override PartName="/ppt/ink/ink1600.xml" ContentType="application/inkml+xml"/>
  <Override PartName="/ppt/ink/ink1601.xml" ContentType="application/inkml+xml"/>
  <Override PartName="/ppt/ink/ink1602.xml" ContentType="application/inkml+xml"/>
  <Override PartName="/ppt/ink/ink1603.xml" ContentType="application/inkml+xml"/>
  <Override PartName="/ppt/ink/ink1604.xml" ContentType="application/inkml+xml"/>
  <Override PartName="/ppt/ink/ink1605.xml" ContentType="application/inkml+xml"/>
  <Override PartName="/ppt/ink/ink1606.xml" ContentType="application/inkml+xml"/>
  <Override PartName="/ppt/ink/ink1607.xml" ContentType="application/inkml+xml"/>
  <Override PartName="/ppt/ink/ink1608.xml" ContentType="application/inkml+xml"/>
  <Override PartName="/ppt/ink/ink1609.xml" ContentType="application/inkml+xml"/>
  <Override PartName="/ppt/ink/ink1610.xml" ContentType="application/inkml+xml"/>
  <Override PartName="/ppt/ink/ink1611.xml" ContentType="application/inkml+xml"/>
  <Override PartName="/ppt/ink/ink1612.xml" ContentType="application/inkml+xml"/>
  <Override PartName="/ppt/ink/ink1613.xml" ContentType="application/inkml+xml"/>
  <Override PartName="/ppt/ink/ink1614.xml" ContentType="application/inkml+xml"/>
  <Override PartName="/ppt/ink/ink1615.xml" ContentType="application/inkml+xml"/>
  <Override PartName="/ppt/ink/ink1616.xml" ContentType="application/inkml+xml"/>
  <Override PartName="/ppt/ink/ink1617.xml" ContentType="application/inkml+xml"/>
  <Override PartName="/ppt/ink/ink1618.xml" ContentType="application/inkml+xml"/>
  <Override PartName="/ppt/ink/ink1619.xml" ContentType="application/inkml+xml"/>
  <Override PartName="/ppt/ink/ink1620.xml" ContentType="application/inkml+xml"/>
  <Override PartName="/ppt/ink/ink1621.xml" ContentType="application/inkml+xml"/>
  <Override PartName="/ppt/ink/ink1622.xml" ContentType="application/inkml+xml"/>
  <Override PartName="/ppt/ink/ink1623.xml" ContentType="application/inkml+xml"/>
  <Override PartName="/ppt/ink/ink1624.xml" ContentType="application/inkml+xml"/>
  <Override PartName="/ppt/ink/ink1625.xml" ContentType="application/inkml+xml"/>
  <Override PartName="/ppt/ink/ink1626.xml" ContentType="application/inkml+xml"/>
  <Override PartName="/ppt/ink/ink1627.xml" ContentType="application/inkml+xml"/>
  <Override PartName="/ppt/ink/ink1628.xml" ContentType="application/inkml+xml"/>
  <Override PartName="/ppt/ink/ink1629.xml" ContentType="application/inkml+xml"/>
  <Override PartName="/ppt/ink/ink1630.xml" ContentType="application/inkml+xml"/>
  <Override PartName="/ppt/ink/ink1631.xml" ContentType="application/inkml+xml"/>
  <Override PartName="/ppt/ink/ink1632.xml" ContentType="application/inkml+xml"/>
  <Override PartName="/ppt/ink/ink1633.xml" ContentType="application/inkml+xml"/>
  <Override PartName="/ppt/ink/ink1634.xml" ContentType="application/inkml+xml"/>
  <Override PartName="/ppt/ink/ink1635.xml" ContentType="application/inkml+xml"/>
  <Override PartName="/ppt/ink/ink1636.xml" ContentType="application/inkml+xml"/>
  <Override PartName="/ppt/ink/ink1637.xml" ContentType="application/inkml+xml"/>
  <Override PartName="/ppt/ink/ink1638.xml" ContentType="application/inkml+xml"/>
  <Override PartName="/ppt/ink/ink1639.xml" ContentType="application/inkml+xml"/>
  <Override PartName="/ppt/ink/ink1640.xml" ContentType="application/inkml+xml"/>
  <Override PartName="/ppt/ink/ink1641.xml" ContentType="application/inkml+xml"/>
  <Override PartName="/ppt/ink/ink1642.xml" ContentType="application/inkml+xml"/>
  <Override PartName="/ppt/ink/ink1643.xml" ContentType="application/inkml+xml"/>
  <Override PartName="/ppt/ink/ink1644.xml" ContentType="application/inkml+xml"/>
  <Override PartName="/ppt/ink/ink1645.xml" ContentType="application/inkml+xml"/>
  <Override PartName="/ppt/ink/ink1646.xml" ContentType="application/inkml+xml"/>
  <Override PartName="/ppt/ink/ink1647.xml" ContentType="application/inkml+xml"/>
  <Override PartName="/ppt/ink/ink1648.xml" ContentType="application/inkml+xml"/>
  <Override PartName="/ppt/ink/ink1649.xml" ContentType="application/inkml+xml"/>
  <Override PartName="/ppt/ink/ink1650.xml" ContentType="application/inkml+xml"/>
  <Override PartName="/ppt/ink/ink1651.xml" ContentType="application/inkml+xml"/>
  <Override PartName="/ppt/ink/ink1652.xml" ContentType="application/inkml+xml"/>
  <Override PartName="/ppt/ink/ink1653.xml" ContentType="application/inkml+xml"/>
  <Override PartName="/ppt/ink/ink1654.xml" ContentType="application/inkml+xml"/>
  <Override PartName="/ppt/ink/ink1655.xml" ContentType="application/inkml+xml"/>
  <Override PartName="/ppt/ink/ink1656.xml" ContentType="application/inkml+xml"/>
  <Override PartName="/ppt/ink/ink1657.xml" ContentType="application/inkml+xml"/>
  <Override PartName="/ppt/ink/ink1658.xml" ContentType="application/inkml+xml"/>
  <Override PartName="/ppt/ink/ink1659.xml" ContentType="application/inkml+xml"/>
  <Override PartName="/ppt/ink/ink1660.xml" ContentType="application/inkml+xml"/>
  <Override PartName="/ppt/ink/ink1661.xml" ContentType="application/inkml+xml"/>
  <Override PartName="/ppt/ink/ink1662.xml" ContentType="application/inkml+xml"/>
  <Override PartName="/ppt/ink/ink1663.xml" ContentType="application/inkml+xml"/>
  <Override PartName="/ppt/ink/ink1664.xml" ContentType="application/inkml+xml"/>
  <Override PartName="/ppt/ink/ink1665.xml" ContentType="application/inkml+xml"/>
  <Override PartName="/ppt/ink/ink1666.xml" ContentType="application/inkml+xml"/>
  <Override PartName="/ppt/ink/ink1667.xml" ContentType="application/inkml+xml"/>
  <Override PartName="/ppt/ink/ink1668.xml" ContentType="application/inkml+xml"/>
  <Override PartName="/ppt/ink/ink1669.xml" ContentType="application/inkml+xml"/>
  <Override PartName="/ppt/ink/ink1670.xml" ContentType="application/inkml+xml"/>
  <Override PartName="/ppt/ink/ink1671.xml" ContentType="application/inkml+xml"/>
  <Override PartName="/ppt/ink/ink1672.xml" ContentType="application/inkml+xml"/>
  <Override PartName="/ppt/ink/ink1673.xml" ContentType="application/inkml+xml"/>
  <Override PartName="/ppt/ink/ink1674.xml" ContentType="application/inkml+xml"/>
  <Override PartName="/ppt/ink/ink1675.xml" ContentType="application/inkml+xml"/>
  <Override PartName="/ppt/ink/ink1676.xml" ContentType="application/inkml+xml"/>
  <Override PartName="/ppt/ink/ink1677.xml" ContentType="application/inkml+xml"/>
  <Override PartName="/ppt/ink/ink1678.xml" ContentType="application/inkml+xml"/>
  <Override PartName="/ppt/ink/ink1679.xml" ContentType="application/inkml+xml"/>
  <Override PartName="/ppt/ink/ink1680.xml" ContentType="application/inkml+xml"/>
  <Override PartName="/ppt/ink/ink1681.xml" ContentType="application/inkml+xml"/>
  <Override PartName="/ppt/ink/ink1682.xml" ContentType="application/inkml+xml"/>
  <Override PartName="/ppt/ink/ink1683.xml" ContentType="application/inkml+xml"/>
  <Override PartName="/ppt/ink/ink1684.xml" ContentType="application/inkml+xml"/>
  <Override PartName="/ppt/ink/ink1685.xml" ContentType="application/inkml+xml"/>
  <Override PartName="/ppt/ink/ink1686.xml" ContentType="application/inkml+xml"/>
  <Override PartName="/ppt/ink/ink1687.xml" ContentType="application/inkml+xml"/>
  <Override PartName="/ppt/ink/ink1688.xml" ContentType="application/inkml+xml"/>
  <Override PartName="/ppt/ink/ink1689.xml" ContentType="application/inkml+xml"/>
  <Override PartName="/ppt/ink/ink1690.xml" ContentType="application/inkml+xml"/>
  <Override PartName="/ppt/ink/ink1691.xml" ContentType="application/inkml+xml"/>
  <Override PartName="/ppt/ink/ink1692.xml" ContentType="application/inkml+xml"/>
  <Override PartName="/ppt/ink/ink1693.xml" ContentType="application/inkml+xml"/>
  <Override PartName="/ppt/ink/ink1694.xml" ContentType="application/inkml+xml"/>
  <Override PartName="/ppt/ink/ink1695.xml" ContentType="application/inkml+xml"/>
  <Override PartName="/ppt/ink/ink1696.xml" ContentType="application/inkml+xml"/>
  <Override PartName="/ppt/ink/ink1697.xml" ContentType="application/inkml+xml"/>
  <Override PartName="/ppt/ink/ink1698.xml" ContentType="application/inkml+xml"/>
  <Override PartName="/ppt/ink/ink1699.xml" ContentType="application/inkml+xml"/>
  <Override PartName="/ppt/ink/ink1700.xml" ContentType="application/inkml+xml"/>
  <Override PartName="/ppt/ink/ink1701.xml" ContentType="application/inkml+xml"/>
  <Override PartName="/ppt/ink/ink1702.xml" ContentType="application/inkml+xml"/>
  <Override PartName="/ppt/ink/ink1703.xml" ContentType="application/inkml+xml"/>
  <Override PartName="/ppt/ink/ink1704.xml" ContentType="application/inkml+xml"/>
  <Override PartName="/ppt/ink/ink1705.xml" ContentType="application/inkml+xml"/>
  <Override PartName="/ppt/ink/ink1706.xml" ContentType="application/inkml+xml"/>
  <Override PartName="/ppt/ink/ink1707.xml" ContentType="application/inkml+xml"/>
  <Override PartName="/ppt/ink/ink1708.xml" ContentType="application/inkml+xml"/>
  <Override PartName="/ppt/ink/ink1709.xml" ContentType="application/inkml+xml"/>
  <Override PartName="/ppt/ink/ink1710.xml" ContentType="application/inkml+xml"/>
  <Override PartName="/ppt/ink/ink1711.xml" ContentType="application/inkml+xml"/>
  <Override PartName="/ppt/ink/ink1712.xml" ContentType="application/inkml+xml"/>
  <Override PartName="/ppt/ink/ink1713.xml" ContentType="application/inkml+xml"/>
  <Override PartName="/ppt/ink/ink1714.xml" ContentType="application/inkml+xml"/>
  <Override PartName="/ppt/ink/ink1715.xml" ContentType="application/inkml+xml"/>
  <Override PartName="/ppt/ink/ink1716.xml" ContentType="application/inkml+xml"/>
  <Override PartName="/ppt/ink/ink1717.xml" ContentType="application/inkml+xml"/>
  <Override PartName="/ppt/ink/ink1718.xml" ContentType="application/inkml+xml"/>
  <Override PartName="/ppt/ink/ink1719.xml" ContentType="application/inkml+xml"/>
  <Override PartName="/ppt/ink/ink1720.xml" ContentType="application/inkml+xml"/>
  <Override PartName="/ppt/ink/ink1721.xml" ContentType="application/inkml+xml"/>
  <Override PartName="/ppt/ink/ink1722.xml" ContentType="application/inkml+xml"/>
  <Override PartName="/ppt/ink/ink1723.xml" ContentType="application/inkml+xml"/>
  <Override PartName="/ppt/ink/ink1724.xml" ContentType="application/inkml+xml"/>
  <Override PartName="/ppt/ink/ink1725.xml" ContentType="application/inkml+xml"/>
  <Override PartName="/ppt/ink/ink1726.xml" ContentType="application/inkml+xml"/>
  <Override PartName="/ppt/ink/ink1727.xml" ContentType="application/inkml+xml"/>
  <Override PartName="/ppt/ink/ink1728.xml" ContentType="application/inkml+xml"/>
  <Override PartName="/ppt/ink/ink1729.xml" ContentType="application/inkml+xml"/>
  <Override PartName="/ppt/ink/ink1730.xml" ContentType="application/inkml+xml"/>
  <Override PartName="/ppt/ink/ink1731.xml" ContentType="application/inkml+xml"/>
  <Override PartName="/ppt/ink/ink1732.xml" ContentType="application/inkml+xml"/>
  <Override PartName="/ppt/ink/ink1733.xml" ContentType="application/inkml+xml"/>
  <Override PartName="/ppt/ink/ink1734.xml" ContentType="application/inkml+xml"/>
  <Override PartName="/ppt/ink/ink1735.xml" ContentType="application/inkml+xml"/>
  <Override PartName="/ppt/ink/ink1736.xml" ContentType="application/inkml+xml"/>
  <Override PartName="/ppt/ink/ink1737.xml" ContentType="application/inkml+xml"/>
  <Override PartName="/ppt/ink/ink1738.xml" ContentType="application/inkml+xml"/>
  <Override PartName="/ppt/ink/ink1739.xml" ContentType="application/inkml+xml"/>
  <Override PartName="/ppt/ink/ink1740.xml" ContentType="application/inkml+xml"/>
  <Override PartName="/ppt/ink/ink1741.xml" ContentType="application/inkml+xml"/>
  <Override PartName="/ppt/ink/ink1742.xml" ContentType="application/inkml+xml"/>
  <Override PartName="/ppt/ink/ink1743.xml" ContentType="application/inkml+xml"/>
  <Override PartName="/ppt/ink/ink1744.xml" ContentType="application/inkml+xml"/>
  <Override PartName="/ppt/ink/ink1745.xml" ContentType="application/inkml+xml"/>
  <Override PartName="/ppt/ink/ink1746.xml" ContentType="application/inkml+xml"/>
  <Override PartName="/ppt/ink/ink1747.xml" ContentType="application/inkml+xml"/>
  <Override PartName="/ppt/ink/ink1748.xml" ContentType="application/inkml+xml"/>
  <Override PartName="/ppt/ink/ink1749.xml" ContentType="application/inkml+xml"/>
  <Override PartName="/ppt/ink/ink1750.xml" ContentType="application/inkml+xml"/>
  <Override PartName="/ppt/ink/ink1751.xml" ContentType="application/inkml+xml"/>
  <Override PartName="/ppt/ink/ink1752.xml" ContentType="application/inkml+xml"/>
  <Override PartName="/ppt/ink/ink1753.xml" ContentType="application/inkml+xml"/>
  <Override PartName="/ppt/ink/ink1754.xml" ContentType="application/inkml+xml"/>
  <Override PartName="/ppt/ink/ink1755.xml" ContentType="application/inkml+xml"/>
  <Override PartName="/ppt/ink/ink1756.xml" ContentType="application/inkml+xml"/>
  <Override PartName="/ppt/ink/ink1757.xml" ContentType="application/inkml+xml"/>
  <Override PartName="/ppt/ink/ink1758.xml" ContentType="application/inkml+xml"/>
  <Override PartName="/ppt/ink/ink1759.xml" ContentType="application/inkml+xml"/>
  <Override PartName="/ppt/ink/ink1760.xml" ContentType="application/inkml+xml"/>
  <Override PartName="/ppt/ink/ink1761.xml" ContentType="application/inkml+xml"/>
  <Override PartName="/ppt/ink/ink1762.xml" ContentType="application/inkml+xml"/>
  <Override PartName="/ppt/ink/ink1763.xml" ContentType="application/inkml+xml"/>
  <Override PartName="/ppt/ink/ink1764.xml" ContentType="application/inkml+xml"/>
  <Override PartName="/ppt/ink/ink1765.xml" ContentType="application/inkml+xml"/>
  <Override PartName="/ppt/ink/ink1766.xml" ContentType="application/inkml+xml"/>
  <Override PartName="/ppt/ink/ink1767.xml" ContentType="application/inkml+xml"/>
  <Override PartName="/ppt/ink/ink1768.xml" ContentType="application/inkml+xml"/>
  <Override PartName="/ppt/ink/ink1769.xml" ContentType="application/inkml+xml"/>
  <Override PartName="/ppt/ink/ink1770.xml" ContentType="application/inkml+xml"/>
  <Override PartName="/ppt/ink/ink1771.xml" ContentType="application/inkml+xml"/>
  <Override PartName="/ppt/ink/ink1772.xml" ContentType="application/inkml+xml"/>
  <Override PartName="/ppt/ink/ink1773.xml" ContentType="application/inkml+xml"/>
  <Override PartName="/ppt/ink/ink1774.xml" ContentType="application/inkml+xml"/>
  <Override PartName="/ppt/ink/ink1775.xml" ContentType="application/inkml+xml"/>
  <Override PartName="/ppt/ink/ink1776.xml" ContentType="application/inkml+xml"/>
  <Override PartName="/ppt/ink/ink1777.xml" ContentType="application/inkml+xml"/>
  <Override PartName="/ppt/ink/ink1778.xml" ContentType="application/inkml+xml"/>
  <Override PartName="/ppt/ink/ink1779.xml" ContentType="application/inkml+xml"/>
  <Override PartName="/ppt/ink/ink1780.xml" ContentType="application/inkml+xml"/>
  <Override PartName="/ppt/ink/ink1781.xml" ContentType="application/inkml+xml"/>
  <Override PartName="/ppt/ink/ink1782.xml" ContentType="application/inkml+xml"/>
  <Override PartName="/ppt/ink/ink1783.xml" ContentType="application/inkml+xml"/>
  <Override PartName="/ppt/ink/ink1784.xml" ContentType="application/inkml+xml"/>
  <Override PartName="/ppt/ink/ink1785.xml" ContentType="application/inkml+xml"/>
  <Override PartName="/ppt/ink/ink1786.xml" ContentType="application/inkml+xml"/>
  <Override PartName="/ppt/ink/ink1787.xml" ContentType="application/inkml+xml"/>
  <Override PartName="/ppt/ink/ink1788.xml" ContentType="application/inkml+xml"/>
  <Override PartName="/ppt/ink/ink1789.xml" ContentType="application/inkml+xml"/>
  <Override PartName="/ppt/ink/ink1790.xml" ContentType="application/inkml+xml"/>
  <Override PartName="/ppt/ink/ink1791.xml" ContentType="application/inkml+xml"/>
  <Override PartName="/ppt/ink/ink1792.xml" ContentType="application/inkml+xml"/>
  <Override PartName="/ppt/ink/ink1793.xml" ContentType="application/inkml+xml"/>
  <Override PartName="/ppt/ink/ink1794.xml" ContentType="application/inkml+xml"/>
  <Override PartName="/ppt/ink/ink1795.xml" ContentType="application/inkml+xml"/>
  <Override PartName="/ppt/ink/ink1796.xml" ContentType="application/inkml+xml"/>
  <Override PartName="/ppt/ink/ink1797.xml" ContentType="application/inkml+xml"/>
  <Override PartName="/ppt/ink/ink1798.xml" ContentType="application/inkml+xml"/>
  <Override PartName="/ppt/ink/ink1799.xml" ContentType="application/inkml+xml"/>
  <Override PartName="/ppt/ink/ink1800.xml" ContentType="application/inkml+xml"/>
  <Override PartName="/ppt/ink/ink1801.xml" ContentType="application/inkml+xml"/>
  <Override PartName="/ppt/ink/ink1802.xml" ContentType="application/inkml+xml"/>
  <Override PartName="/ppt/ink/ink1803.xml" ContentType="application/inkml+xml"/>
  <Override PartName="/ppt/ink/ink1804.xml" ContentType="application/inkml+xml"/>
  <Override PartName="/ppt/ink/ink1805.xml" ContentType="application/inkml+xml"/>
  <Override PartName="/ppt/ink/ink1806.xml" ContentType="application/inkml+xml"/>
  <Override PartName="/ppt/ink/ink1807.xml" ContentType="application/inkml+xml"/>
  <Override PartName="/ppt/ink/ink1808.xml" ContentType="application/inkml+xml"/>
  <Override PartName="/ppt/ink/ink1809.xml" ContentType="application/inkml+xml"/>
  <Override PartName="/ppt/ink/ink1810.xml" ContentType="application/inkml+xml"/>
  <Override PartName="/ppt/ink/ink1811.xml" ContentType="application/inkml+xml"/>
  <Override PartName="/ppt/ink/ink1812.xml" ContentType="application/inkml+xml"/>
  <Override PartName="/ppt/ink/ink1813.xml" ContentType="application/inkml+xml"/>
  <Override PartName="/ppt/ink/ink1814.xml" ContentType="application/inkml+xml"/>
  <Override PartName="/ppt/ink/ink1815.xml" ContentType="application/inkml+xml"/>
  <Override PartName="/ppt/ink/ink1816.xml" ContentType="application/inkml+xml"/>
  <Override PartName="/ppt/ink/ink1817.xml" ContentType="application/inkml+xml"/>
  <Override PartName="/ppt/ink/ink1818.xml" ContentType="application/inkml+xml"/>
  <Override PartName="/ppt/ink/ink1819.xml" ContentType="application/inkml+xml"/>
  <Override PartName="/ppt/ink/ink1820.xml" ContentType="application/inkml+xml"/>
  <Override PartName="/ppt/ink/ink1821.xml" ContentType="application/inkml+xml"/>
  <Override PartName="/ppt/ink/ink1822.xml" ContentType="application/inkml+xml"/>
  <Override PartName="/ppt/ink/ink1823.xml" ContentType="application/inkml+xml"/>
  <Override PartName="/ppt/ink/ink1824.xml" ContentType="application/inkml+xml"/>
  <Override PartName="/ppt/ink/ink1825.xml" ContentType="application/inkml+xml"/>
  <Override PartName="/ppt/ink/ink1826.xml" ContentType="application/inkml+xml"/>
  <Override PartName="/ppt/ink/ink1827.xml" ContentType="application/inkml+xml"/>
  <Override PartName="/ppt/ink/ink1828.xml" ContentType="application/inkml+xml"/>
  <Override PartName="/ppt/ink/ink1829.xml" ContentType="application/inkml+xml"/>
  <Override PartName="/ppt/ink/ink1830.xml" ContentType="application/inkml+xml"/>
  <Override PartName="/ppt/ink/ink1831.xml" ContentType="application/inkml+xml"/>
  <Override PartName="/ppt/ink/ink1832.xml" ContentType="application/inkml+xml"/>
  <Override PartName="/ppt/ink/ink1833.xml" ContentType="application/inkml+xml"/>
  <Override PartName="/ppt/ink/ink1834.xml" ContentType="application/inkml+xml"/>
  <Override PartName="/ppt/ink/ink1835.xml" ContentType="application/inkml+xml"/>
  <Override PartName="/ppt/ink/ink1836.xml" ContentType="application/inkml+xml"/>
  <Override PartName="/ppt/ink/ink1837.xml" ContentType="application/inkml+xml"/>
  <Override PartName="/ppt/ink/ink1838.xml" ContentType="application/inkml+xml"/>
  <Override PartName="/ppt/ink/ink1839.xml" ContentType="application/inkml+xml"/>
  <Override PartName="/ppt/ink/ink1840.xml" ContentType="application/inkml+xml"/>
  <Override PartName="/ppt/ink/ink1841.xml" ContentType="application/inkml+xml"/>
  <Override PartName="/ppt/ink/ink1842.xml" ContentType="application/inkml+xml"/>
  <Override PartName="/ppt/ink/ink1843.xml" ContentType="application/inkml+xml"/>
  <Override PartName="/ppt/ink/ink1844.xml" ContentType="application/inkml+xml"/>
  <Override PartName="/ppt/ink/ink1845.xml" ContentType="application/inkml+xml"/>
  <Override PartName="/ppt/ink/ink1846.xml" ContentType="application/inkml+xml"/>
  <Override PartName="/ppt/ink/ink1847.xml" ContentType="application/inkml+xml"/>
  <Override PartName="/ppt/ink/ink1848.xml" ContentType="application/inkml+xml"/>
  <Override PartName="/ppt/ink/ink1849.xml" ContentType="application/inkml+xml"/>
  <Override PartName="/ppt/ink/ink1850.xml" ContentType="application/inkml+xml"/>
  <Override PartName="/ppt/ink/ink1851.xml" ContentType="application/inkml+xml"/>
  <Override PartName="/ppt/ink/ink1852.xml" ContentType="application/inkml+xml"/>
  <Override PartName="/ppt/ink/ink1853.xml" ContentType="application/inkml+xml"/>
  <Override PartName="/ppt/ink/ink1854.xml" ContentType="application/inkml+xml"/>
  <Override PartName="/ppt/ink/ink1855.xml" ContentType="application/inkml+xml"/>
  <Override PartName="/ppt/ink/ink1856.xml" ContentType="application/inkml+xml"/>
  <Override PartName="/ppt/ink/ink1857.xml" ContentType="application/inkml+xml"/>
  <Override PartName="/ppt/ink/ink1858.xml" ContentType="application/inkml+xml"/>
  <Override PartName="/ppt/ink/ink1859.xml" ContentType="application/inkml+xml"/>
  <Override PartName="/ppt/ink/ink1860.xml" ContentType="application/inkml+xml"/>
  <Override PartName="/ppt/ink/ink1861.xml" ContentType="application/inkml+xml"/>
  <Override PartName="/ppt/ink/ink1862.xml" ContentType="application/inkml+xml"/>
  <Override PartName="/ppt/ink/ink1863.xml" ContentType="application/inkml+xml"/>
  <Override PartName="/ppt/ink/ink1864.xml" ContentType="application/inkml+xml"/>
  <Override PartName="/ppt/ink/ink1865.xml" ContentType="application/inkml+xml"/>
  <Override PartName="/ppt/ink/ink1866.xml" ContentType="application/inkml+xml"/>
  <Override PartName="/ppt/ink/ink1867.xml" ContentType="application/inkml+xml"/>
  <Override PartName="/ppt/ink/ink1868.xml" ContentType="application/inkml+xml"/>
  <Override PartName="/ppt/ink/ink1869.xml" ContentType="application/inkml+xml"/>
  <Override PartName="/ppt/ink/ink1870.xml" ContentType="application/inkml+xml"/>
  <Override PartName="/ppt/ink/ink1871.xml" ContentType="application/inkml+xml"/>
  <Override PartName="/ppt/ink/ink1872.xml" ContentType="application/inkml+xml"/>
  <Override PartName="/ppt/ink/ink1873.xml" ContentType="application/inkml+xml"/>
  <Override PartName="/ppt/ink/ink1874.xml" ContentType="application/inkml+xml"/>
  <Override PartName="/ppt/ink/ink1875.xml" ContentType="application/inkml+xml"/>
  <Override PartName="/ppt/ink/ink1876.xml" ContentType="application/inkml+xml"/>
  <Override PartName="/ppt/ink/ink1877.xml" ContentType="application/inkml+xml"/>
  <Override PartName="/ppt/ink/ink1878.xml" ContentType="application/inkml+xml"/>
  <Override PartName="/ppt/ink/ink1879.xml" ContentType="application/inkml+xml"/>
  <Override PartName="/ppt/ink/ink1880.xml" ContentType="application/inkml+xml"/>
  <Override PartName="/ppt/ink/ink1881.xml" ContentType="application/inkml+xml"/>
  <Override PartName="/ppt/ink/ink1882.xml" ContentType="application/inkml+xml"/>
  <Override PartName="/ppt/ink/ink1883.xml" ContentType="application/inkml+xml"/>
  <Override PartName="/ppt/ink/ink1884.xml" ContentType="application/inkml+xml"/>
  <Override PartName="/ppt/ink/ink1885.xml" ContentType="application/inkml+xml"/>
  <Override PartName="/ppt/ink/ink1886.xml" ContentType="application/inkml+xml"/>
  <Override PartName="/ppt/ink/ink1887.xml" ContentType="application/inkml+xml"/>
  <Override PartName="/ppt/ink/ink1888.xml" ContentType="application/inkml+xml"/>
  <Override PartName="/ppt/ink/ink1889.xml" ContentType="application/inkml+xml"/>
  <Override PartName="/ppt/ink/ink1890.xml" ContentType="application/inkml+xml"/>
  <Override PartName="/ppt/ink/ink1891.xml" ContentType="application/inkml+xml"/>
  <Override PartName="/ppt/ink/ink1892.xml" ContentType="application/inkml+xml"/>
  <Override PartName="/ppt/ink/ink1893.xml" ContentType="application/inkml+xml"/>
  <Override PartName="/ppt/ink/ink1894.xml" ContentType="application/inkml+xml"/>
  <Override PartName="/ppt/ink/ink1895.xml" ContentType="application/inkml+xml"/>
  <Override PartName="/ppt/ink/ink1896.xml" ContentType="application/inkml+xml"/>
  <Override PartName="/ppt/ink/ink1897.xml" ContentType="application/inkml+xml"/>
  <Override PartName="/ppt/ink/ink1898.xml" ContentType="application/inkml+xml"/>
  <Override PartName="/ppt/ink/ink1899.xml" ContentType="application/inkml+xml"/>
  <Override PartName="/ppt/ink/ink1900.xml" ContentType="application/inkml+xml"/>
  <Override PartName="/ppt/ink/ink1901.xml" ContentType="application/inkml+xml"/>
  <Override PartName="/ppt/ink/ink1902.xml" ContentType="application/inkml+xml"/>
  <Override PartName="/ppt/ink/ink1903.xml" ContentType="application/inkml+xml"/>
  <Override PartName="/ppt/ink/ink1904.xml" ContentType="application/inkml+xml"/>
  <Override PartName="/ppt/ink/ink1905.xml" ContentType="application/inkml+xml"/>
  <Override PartName="/ppt/ink/ink1906.xml" ContentType="application/inkml+xml"/>
  <Override PartName="/ppt/ink/ink1907.xml" ContentType="application/inkml+xml"/>
  <Override PartName="/ppt/ink/ink1908.xml" ContentType="application/inkml+xml"/>
  <Override PartName="/ppt/ink/ink1909.xml" ContentType="application/inkml+xml"/>
  <Override PartName="/ppt/ink/ink1910.xml" ContentType="application/inkml+xml"/>
  <Override PartName="/ppt/ink/ink1911.xml" ContentType="application/inkml+xml"/>
  <Override PartName="/ppt/ink/ink1912.xml" ContentType="application/inkml+xml"/>
  <Override PartName="/ppt/ink/ink1913.xml" ContentType="application/inkml+xml"/>
  <Override PartName="/ppt/ink/ink1914.xml" ContentType="application/inkml+xml"/>
  <Override PartName="/ppt/ink/ink1915.xml" ContentType="application/inkml+xml"/>
  <Override PartName="/ppt/ink/ink1916.xml" ContentType="application/inkml+xml"/>
  <Override PartName="/ppt/ink/ink1917.xml" ContentType="application/inkml+xml"/>
  <Override PartName="/ppt/ink/ink1918.xml" ContentType="application/inkml+xml"/>
  <Override PartName="/ppt/ink/ink1919.xml" ContentType="application/inkml+xml"/>
  <Override PartName="/ppt/ink/ink1920.xml" ContentType="application/inkml+xml"/>
  <Override PartName="/ppt/ink/ink1921.xml" ContentType="application/inkml+xml"/>
  <Override PartName="/ppt/ink/ink1922.xml" ContentType="application/inkml+xml"/>
  <Override PartName="/ppt/ink/ink1923.xml" ContentType="application/inkml+xml"/>
  <Override PartName="/ppt/ink/ink1924.xml" ContentType="application/inkml+xml"/>
  <Override PartName="/ppt/ink/ink1925.xml" ContentType="application/inkml+xml"/>
  <Override PartName="/ppt/ink/ink1926.xml" ContentType="application/inkml+xml"/>
  <Override PartName="/ppt/ink/ink1927.xml" ContentType="application/inkml+xml"/>
  <Override PartName="/ppt/ink/ink1928.xml" ContentType="application/inkml+xml"/>
  <Override PartName="/ppt/ink/ink1929.xml" ContentType="application/inkml+xml"/>
  <Override PartName="/ppt/ink/ink1930.xml" ContentType="application/inkml+xml"/>
  <Override PartName="/ppt/ink/ink1931.xml" ContentType="application/inkml+xml"/>
  <Override PartName="/ppt/ink/ink1932.xml" ContentType="application/inkml+xml"/>
  <Override PartName="/ppt/ink/ink1933.xml" ContentType="application/inkml+xml"/>
  <Override PartName="/ppt/ink/ink1934.xml" ContentType="application/inkml+xml"/>
  <Override PartName="/ppt/ink/ink1935.xml" ContentType="application/inkml+xml"/>
  <Override PartName="/ppt/ink/ink1936.xml" ContentType="application/inkml+xml"/>
  <Override PartName="/ppt/ink/ink1937.xml" ContentType="application/inkml+xml"/>
  <Override PartName="/ppt/ink/ink1938.xml" ContentType="application/inkml+xml"/>
  <Override PartName="/ppt/ink/ink1939.xml" ContentType="application/inkml+xml"/>
  <Override PartName="/ppt/ink/ink1940.xml" ContentType="application/inkml+xml"/>
  <Override PartName="/ppt/ink/ink1941.xml" ContentType="application/inkml+xml"/>
  <Override PartName="/ppt/ink/ink1942.xml" ContentType="application/inkml+xml"/>
  <Override PartName="/ppt/ink/ink1943.xml" ContentType="application/inkml+xml"/>
  <Override PartName="/ppt/ink/ink1944.xml" ContentType="application/inkml+xml"/>
  <Override PartName="/ppt/ink/ink1945.xml" ContentType="application/inkml+xml"/>
  <Override PartName="/ppt/ink/ink1946.xml" ContentType="application/inkml+xml"/>
  <Override PartName="/ppt/ink/ink1947.xml" ContentType="application/inkml+xml"/>
  <Override PartName="/ppt/ink/ink1948.xml" ContentType="application/inkml+xml"/>
  <Override PartName="/ppt/ink/ink1949.xml" ContentType="application/inkml+xml"/>
  <Override PartName="/ppt/ink/ink1950.xml" ContentType="application/inkml+xml"/>
  <Override PartName="/ppt/ink/ink1951.xml" ContentType="application/inkml+xml"/>
  <Override PartName="/ppt/ink/ink1952.xml" ContentType="application/inkml+xml"/>
  <Override PartName="/ppt/ink/ink1953.xml" ContentType="application/inkml+xml"/>
  <Override PartName="/ppt/ink/ink1954.xml" ContentType="application/inkml+xml"/>
  <Override PartName="/ppt/ink/ink1955.xml" ContentType="application/inkml+xml"/>
  <Override PartName="/ppt/ink/ink1956.xml" ContentType="application/inkml+xml"/>
  <Override PartName="/ppt/ink/ink1957.xml" ContentType="application/inkml+xml"/>
  <Override PartName="/ppt/ink/ink1958.xml" ContentType="application/inkml+xml"/>
  <Override PartName="/ppt/ink/ink1959.xml" ContentType="application/inkml+xml"/>
  <Override PartName="/ppt/ink/ink1960.xml" ContentType="application/inkml+xml"/>
  <Override PartName="/ppt/ink/ink1961.xml" ContentType="application/inkml+xml"/>
  <Override PartName="/ppt/ink/ink1962.xml" ContentType="application/inkml+xml"/>
  <Override PartName="/ppt/ink/ink1963.xml" ContentType="application/inkml+xml"/>
  <Override PartName="/ppt/ink/ink1964.xml" ContentType="application/inkml+xml"/>
  <Override PartName="/ppt/ink/ink1965.xml" ContentType="application/inkml+xml"/>
  <Override PartName="/ppt/ink/ink1966.xml" ContentType="application/inkml+xml"/>
  <Override PartName="/ppt/ink/ink1967.xml" ContentType="application/inkml+xml"/>
  <Override PartName="/ppt/ink/ink1968.xml" ContentType="application/inkml+xml"/>
  <Override PartName="/ppt/ink/ink1969.xml" ContentType="application/inkml+xml"/>
  <Override PartName="/ppt/ink/ink1970.xml" ContentType="application/inkml+xml"/>
  <Override PartName="/ppt/ink/ink1971.xml" ContentType="application/inkml+xml"/>
  <Override PartName="/ppt/ink/ink1972.xml" ContentType="application/inkml+xml"/>
  <Override PartName="/ppt/ink/ink1973.xml" ContentType="application/inkml+xml"/>
  <Override PartName="/ppt/ink/ink1974.xml" ContentType="application/inkml+xml"/>
  <Override PartName="/ppt/ink/ink1975.xml" ContentType="application/inkml+xml"/>
  <Override PartName="/ppt/ink/ink1976.xml" ContentType="application/inkml+xml"/>
  <Override PartName="/ppt/ink/ink1977.xml" ContentType="application/inkml+xml"/>
  <Override PartName="/ppt/ink/ink1978.xml" ContentType="application/inkml+xml"/>
  <Override PartName="/ppt/ink/ink1979.xml" ContentType="application/inkml+xml"/>
  <Override PartName="/ppt/ink/ink1980.xml" ContentType="application/inkml+xml"/>
  <Override PartName="/ppt/ink/ink1981.xml" ContentType="application/inkml+xml"/>
  <Override PartName="/ppt/ink/ink1982.xml" ContentType="application/inkml+xml"/>
  <Override PartName="/ppt/ink/ink1983.xml" ContentType="application/inkml+xml"/>
  <Override PartName="/ppt/ink/ink1984.xml" ContentType="application/inkml+xml"/>
  <Override PartName="/ppt/ink/ink1985.xml" ContentType="application/inkml+xml"/>
  <Override PartName="/ppt/ink/ink1986.xml" ContentType="application/inkml+xml"/>
  <Override PartName="/ppt/ink/ink1987.xml" ContentType="application/inkml+xml"/>
  <Override PartName="/ppt/ink/ink1988.xml" ContentType="application/inkml+xml"/>
  <Override PartName="/ppt/ink/ink1989.xml" ContentType="application/inkml+xml"/>
  <Override PartName="/ppt/ink/ink1990.xml" ContentType="application/inkml+xml"/>
  <Override PartName="/ppt/ink/ink1991.xml" ContentType="application/inkml+xml"/>
  <Override PartName="/ppt/ink/ink1992.xml" ContentType="application/inkml+xml"/>
  <Override PartName="/ppt/ink/ink1993.xml" ContentType="application/inkml+xml"/>
  <Override PartName="/ppt/ink/ink1994.xml" ContentType="application/inkml+xml"/>
  <Override PartName="/ppt/ink/ink1995.xml" ContentType="application/inkml+xml"/>
  <Override PartName="/ppt/ink/ink1996.xml" ContentType="application/inkml+xml"/>
  <Override PartName="/ppt/ink/ink1997.xml" ContentType="application/inkml+xml"/>
  <Override PartName="/ppt/ink/ink1998.xml" ContentType="application/inkml+xml"/>
  <Override PartName="/ppt/ink/ink1999.xml" ContentType="application/inkml+xml"/>
  <Override PartName="/ppt/ink/ink2000.xml" ContentType="application/inkml+xml"/>
  <Override PartName="/ppt/ink/ink2001.xml" ContentType="application/inkml+xml"/>
  <Override PartName="/ppt/ink/ink2002.xml" ContentType="application/inkml+xml"/>
  <Override PartName="/ppt/ink/ink2003.xml" ContentType="application/inkml+xml"/>
  <Override PartName="/ppt/ink/ink2004.xml" ContentType="application/inkml+xml"/>
  <Override PartName="/ppt/ink/ink2005.xml" ContentType="application/inkml+xml"/>
  <Override PartName="/ppt/ink/ink2006.xml" ContentType="application/inkml+xml"/>
  <Override PartName="/ppt/ink/ink2007.xml" ContentType="application/inkml+xml"/>
  <Override PartName="/ppt/ink/ink2008.xml" ContentType="application/inkml+xml"/>
  <Override PartName="/ppt/ink/ink2009.xml" ContentType="application/inkml+xml"/>
  <Override PartName="/ppt/ink/ink2010.xml" ContentType="application/inkml+xml"/>
  <Override PartName="/ppt/ink/ink2011.xml" ContentType="application/inkml+xml"/>
  <Override PartName="/ppt/ink/ink2012.xml" ContentType="application/inkml+xml"/>
  <Override PartName="/ppt/ink/ink2013.xml" ContentType="application/inkml+xml"/>
  <Override PartName="/ppt/ink/ink2014.xml" ContentType="application/inkml+xml"/>
  <Override PartName="/ppt/ink/ink2015.xml" ContentType="application/inkml+xml"/>
  <Override PartName="/ppt/ink/ink2016.xml" ContentType="application/inkml+xml"/>
  <Override PartName="/ppt/ink/ink2017.xml" ContentType="application/inkml+xml"/>
  <Override PartName="/ppt/ink/ink2018.xml" ContentType="application/inkml+xml"/>
  <Override PartName="/ppt/ink/ink2019.xml" ContentType="application/inkml+xml"/>
  <Override PartName="/ppt/ink/ink2020.xml" ContentType="application/inkml+xml"/>
  <Override PartName="/ppt/ink/ink2021.xml" ContentType="application/inkml+xml"/>
  <Override PartName="/ppt/ink/ink2022.xml" ContentType="application/inkml+xml"/>
  <Override PartName="/ppt/ink/ink2023.xml" ContentType="application/inkml+xml"/>
  <Override PartName="/ppt/ink/ink2024.xml" ContentType="application/inkml+xml"/>
  <Override PartName="/ppt/ink/ink2025.xml" ContentType="application/inkml+xml"/>
  <Override PartName="/ppt/ink/ink2026.xml" ContentType="application/inkml+xml"/>
  <Override PartName="/ppt/ink/ink2027.xml" ContentType="application/inkml+xml"/>
  <Override PartName="/ppt/ink/ink2028.xml" ContentType="application/inkml+xml"/>
  <Override PartName="/ppt/ink/ink2029.xml" ContentType="application/inkml+xml"/>
  <Override PartName="/ppt/ink/ink2030.xml" ContentType="application/inkml+xml"/>
  <Override PartName="/ppt/ink/ink2031.xml" ContentType="application/inkml+xml"/>
  <Override PartName="/ppt/ink/ink2032.xml" ContentType="application/inkml+xml"/>
  <Override PartName="/ppt/ink/ink2033.xml" ContentType="application/inkml+xml"/>
  <Override PartName="/ppt/ink/ink2034.xml" ContentType="application/inkml+xml"/>
  <Override PartName="/ppt/ink/ink2035.xml" ContentType="application/inkml+xml"/>
  <Override PartName="/ppt/ink/ink2036.xml" ContentType="application/inkml+xml"/>
  <Override PartName="/ppt/ink/ink2037.xml" ContentType="application/inkml+xml"/>
  <Override PartName="/ppt/ink/ink2038.xml" ContentType="application/inkml+xml"/>
  <Override PartName="/ppt/ink/ink2039.xml" ContentType="application/inkml+xml"/>
  <Override PartName="/ppt/ink/ink2040.xml" ContentType="application/inkml+xml"/>
  <Override PartName="/ppt/ink/ink2041.xml" ContentType="application/inkml+xml"/>
  <Override PartName="/ppt/ink/ink2042.xml" ContentType="application/inkml+xml"/>
  <Override PartName="/ppt/ink/ink2043.xml" ContentType="application/inkml+xml"/>
  <Override PartName="/ppt/ink/ink2044.xml" ContentType="application/inkml+xml"/>
  <Override PartName="/ppt/ink/ink2045.xml" ContentType="application/inkml+xml"/>
  <Override PartName="/ppt/ink/ink2046.xml" ContentType="application/inkml+xml"/>
  <Override PartName="/ppt/ink/ink2047.xml" ContentType="application/inkml+xml"/>
  <Override PartName="/ppt/ink/ink2048.xml" ContentType="application/inkml+xml"/>
  <Override PartName="/ppt/ink/ink2049.xml" ContentType="application/inkml+xml"/>
  <Override PartName="/ppt/ink/ink2050.xml" ContentType="application/inkml+xml"/>
  <Override PartName="/ppt/ink/ink2051.xml" ContentType="application/inkml+xml"/>
  <Override PartName="/ppt/ink/ink2052.xml" ContentType="application/inkml+xml"/>
  <Override PartName="/ppt/ink/ink2053.xml" ContentType="application/inkml+xml"/>
  <Override PartName="/ppt/ink/ink2054.xml" ContentType="application/inkml+xml"/>
  <Override PartName="/ppt/ink/ink2055.xml" ContentType="application/inkml+xml"/>
  <Override PartName="/ppt/ink/ink2056.xml" ContentType="application/inkml+xml"/>
  <Override PartName="/ppt/ink/ink2057.xml" ContentType="application/inkml+xml"/>
  <Override PartName="/ppt/ink/ink2058.xml" ContentType="application/inkml+xml"/>
  <Override PartName="/ppt/ink/ink2059.xml" ContentType="application/inkml+xml"/>
  <Override PartName="/ppt/ink/ink2060.xml" ContentType="application/inkml+xml"/>
  <Override PartName="/ppt/ink/ink2061.xml" ContentType="application/inkml+xml"/>
  <Override PartName="/ppt/ink/ink2062.xml" ContentType="application/inkml+xml"/>
  <Override PartName="/ppt/ink/ink2063.xml" ContentType="application/inkml+xml"/>
  <Override PartName="/ppt/ink/ink2064.xml" ContentType="application/inkml+xml"/>
  <Override PartName="/ppt/ink/ink2065.xml" ContentType="application/inkml+xml"/>
  <Override PartName="/ppt/ink/ink2066.xml" ContentType="application/inkml+xml"/>
  <Override PartName="/ppt/ink/ink2067.xml" ContentType="application/inkml+xml"/>
  <Override PartName="/ppt/ink/ink2068.xml" ContentType="application/inkml+xml"/>
  <Override PartName="/ppt/ink/ink2069.xml" ContentType="application/inkml+xml"/>
  <Override PartName="/ppt/ink/ink2070.xml" ContentType="application/inkml+xml"/>
  <Override PartName="/ppt/ink/ink2071.xml" ContentType="application/inkml+xml"/>
  <Override PartName="/ppt/ink/ink2072.xml" ContentType="application/inkml+xml"/>
  <Override PartName="/ppt/ink/ink2073.xml" ContentType="application/inkml+xml"/>
  <Override PartName="/ppt/ink/ink2074.xml" ContentType="application/inkml+xml"/>
  <Override PartName="/ppt/ink/ink2075.xml" ContentType="application/inkml+xml"/>
  <Override PartName="/ppt/ink/ink2076.xml" ContentType="application/inkml+xml"/>
  <Override PartName="/ppt/ink/ink2077.xml" ContentType="application/inkml+xml"/>
  <Override PartName="/ppt/ink/ink2078.xml" ContentType="application/inkml+xml"/>
  <Override PartName="/ppt/ink/ink2079.xml" ContentType="application/inkml+xml"/>
  <Override PartName="/ppt/ink/ink2080.xml" ContentType="application/inkml+xml"/>
  <Override PartName="/ppt/ink/ink2081.xml" ContentType="application/inkml+xml"/>
  <Override PartName="/ppt/ink/ink2082.xml" ContentType="application/inkml+xml"/>
  <Override PartName="/ppt/ink/ink2083.xml" ContentType="application/inkml+xml"/>
  <Override PartName="/ppt/ink/ink2084.xml" ContentType="application/inkml+xml"/>
  <Override PartName="/ppt/ink/ink2085.xml" ContentType="application/inkml+xml"/>
  <Override PartName="/ppt/ink/ink2086.xml" ContentType="application/inkml+xml"/>
  <Override PartName="/ppt/ink/ink2087.xml" ContentType="application/inkml+xml"/>
  <Override PartName="/ppt/ink/ink2088.xml" ContentType="application/inkml+xml"/>
  <Override PartName="/ppt/ink/ink2089.xml" ContentType="application/inkml+xml"/>
  <Override PartName="/ppt/ink/ink2090.xml" ContentType="application/inkml+xml"/>
  <Override PartName="/ppt/ink/ink2091.xml" ContentType="application/inkml+xml"/>
  <Override PartName="/ppt/ink/ink2092.xml" ContentType="application/inkml+xml"/>
  <Override PartName="/ppt/ink/ink2093.xml" ContentType="application/inkml+xml"/>
  <Override PartName="/ppt/ink/ink2094.xml" ContentType="application/inkml+xml"/>
  <Override PartName="/ppt/ink/ink2095.xml" ContentType="application/inkml+xml"/>
  <Override PartName="/ppt/ink/ink2096.xml" ContentType="application/inkml+xml"/>
  <Override PartName="/ppt/ink/ink2097.xml" ContentType="application/inkml+xml"/>
  <Override PartName="/ppt/ink/ink2098.xml" ContentType="application/inkml+xml"/>
  <Override PartName="/ppt/ink/ink2099.xml" ContentType="application/inkml+xml"/>
  <Override PartName="/ppt/ink/ink2100.xml" ContentType="application/inkml+xml"/>
  <Override PartName="/ppt/ink/ink2101.xml" ContentType="application/inkml+xml"/>
  <Override PartName="/ppt/ink/ink2102.xml" ContentType="application/inkml+xml"/>
  <Override PartName="/ppt/ink/ink2103.xml" ContentType="application/inkml+xml"/>
  <Override PartName="/ppt/ink/ink2104.xml" ContentType="application/inkml+xml"/>
  <Override PartName="/ppt/ink/ink2105.xml" ContentType="application/inkml+xml"/>
  <Override PartName="/ppt/ink/ink2106.xml" ContentType="application/inkml+xml"/>
  <Override PartName="/ppt/ink/ink2107.xml" ContentType="application/inkml+xml"/>
  <Override PartName="/ppt/ink/ink2108.xml" ContentType="application/inkml+xml"/>
  <Override PartName="/ppt/ink/ink2109.xml" ContentType="application/inkml+xml"/>
  <Override PartName="/ppt/ink/ink2110.xml" ContentType="application/inkml+xml"/>
  <Override PartName="/ppt/ink/ink2111.xml" ContentType="application/inkml+xml"/>
  <Override PartName="/ppt/ink/ink2112.xml" ContentType="application/inkml+xml"/>
  <Override PartName="/ppt/ink/ink2113.xml" ContentType="application/inkml+xml"/>
  <Override PartName="/ppt/ink/ink2114.xml" ContentType="application/inkml+xml"/>
  <Override PartName="/ppt/ink/ink2115.xml" ContentType="application/inkml+xml"/>
  <Override PartName="/ppt/ink/ink2116.xml" ContentType="application/inkml+xml"/>
  <Override PartName="/ppt/ink/ink2117.xml" ContentType="application/inkml+xml"/>
  <Override PartName="/ppt/ink/ink2118.xml" ContentType="application/inkml+xml"/>
  <Override PartName="/ppt/ink/ink2119.xml" ContentType="application/inkml+xml"/>
  <Override PartName="/ppt/ink/ink2120.xml" ContentType="application/inkml+xml"/>
  <Override PartName="/ppt/ink/ink2121.xml" ContentType="application/inkml+xml"/>
  <Override PartName="/ppt/ink/ink2122.xml" ContentType="application/inkml+xml"/>
  <Override PartName="/ppt/ink/ink2123.xml" ContentType="application/inkml+xml"/>
  <Override PartName="/ppt/ink/ink2124.xml" ContentType="application/inkml+xml"/>
  <Override PartName="/ppt/ink/ink2125.xml" ContentType="application/inkml+xml"/>
  <Override PartName="/ppt/ink/ink2126.xml" ContentType="application/inkml+xml"/>
  <Override PartName="/ppt/ink/ink2127.xml" ContentType="application/inkml+xml"/>
  <Override PartName="/ppt/ink/ink2128.xml" ContentType="application/inkml+xml"/>
  <Override PartName="/ppt/ink/ink2129.xml" ContentType="application/inkml+xml"/>
  <Override PartName="/ppt/ink/ink2130.xml" ContentType="application/inkml+xml"/>
  <Override PartName="/ppt/ink/ink2131.xml" ContentType="application/inkml+xml"/>
  <Override PartName="/ppt/ink/ink2132.xml" ContentType="application/inkml+xml"/>
  <Override PartName="/ppt/ink/ink2133.xml" ContentType="application/inkml+xml"/>
  <Override PartName="/ppt/ink/ink2134.xml" ContentType="application/inkml+xml"/>
  <Override PartName="/ppt/ink/ink2135.xml" ContentType="application/inkml+xml"/>
  <Override PartName="/ppt/ink/ink2136.xml" ContentType="application/inkml+xml"/>
  <Override PartName="/ppt/ink/ink2137.xml" ContentType="application/inkml+xml"/>
  <Override PartName="/ppt/ink/ink2138.xml" ContentType="application/inkml+xml"/>
  <Override PartName="/ppt/ink/ink2139.xml" ContentType="application/inkml+xml"/>
  <Override PartName="/ppt/ink/ink2140.xml" ContentType="application/inkml+xml"/>
  <Override PartName="/ppt/ink/ink2141.xml" ContentType="application/inkml+xml"/>
  <Override PartName="/ppt/ink/ink2142.xml" ContentType="application/inkml+xml"/>
  <Override PartName="/ppt/ink/ink2143.xml" ContentType="application/inkml+xml"/>
  <Override PartName="/ppt/ink/ink2144.xml" ContentType="application/inkml+xml"/>
  <Override PartName="/ppt/ink/ink2145.xml" ContentType="application/inkml+xml"/>
  <Override PartName="/ppt/ink/ink2146.xml" ContentType="application/inkml+xml"/>
  <Override PartName="/ppt/ink/ink2147.xml" ContentType="application/inkml+xml"/>
  <Override PartName="/ppt/ink/ink2148.xml" ContentType="application/inkml+xml"/>
  <Override PartName="/ppt/ink/ink2149.xml" ContentType="application/inkml+xml"/>
  <Override PartName="/ppt/ink/ink2150.xml" ContentType="application/inkml+xml"/>
  <Override PartName="/ppt/ink/ink2151.xml" ContentType="application/inkml+xml"/>
  <Override PartName="/ppt/ink/ink2152.xml" ContentType="application/inkml+xml"/>
  <Override PartName="/ppt/ink/ink2153.xml" ContentType="application/inkml+xml"/>
  <Override PartName="/ppt/ink/ink2154.xml" ContentType="application/inkml+xml"/>
  <Override PartName="/ppt/ink/ink2155.xml" ContentType="application/inkml+xml"/>
  <Override PartName="/ppt/ink/ink2156.xml" ContentType="application/inkml+xml"/>
  <Override PartName="/ppt/ink/ink2157.xml" ContentType="application/inkml+xml"/>
  <Override PartName="/ppt/ink/ink2158.xml" ContentType="application/inkml+xml"/>
  <Override PartName="/ppt/ink/ink2159.xml" ContentType="application/inkml+xml"/>
  <Override PartName="/ppt/ink/ink2160.xml" ContentType="application/inkml+xml"/>
  <Override PartName="/ppt/ink/ink2161.xml" ContentType="application/inkml+xml"/>
  <Override PartName="/ppt/ink/ink2162.xml" ContentType="application/inkml+xml"/>
  <Override PartName="/ppt/ink/ink2163.xml" ContentType="application/inkml+xml"/>
  <Override PartName="/ppt/ink/ink2164.xml" ContentType="application/inkml+xml"/>
  <Override PartName="/ppt/ink/ink2165.xml" ContentType="application/inkml+xml"/>
  <Override PartName="/ppt/ink/ink2166.xml" ContentType="application/inkml+xml"/>
  <Override PartName="/ppt/ink/ink2167.xml" ContentType="application/inkml+xml"/>
  <Override PartName="/ppt/ink/ink2168.xml" ContentType="application/inkml+xml"/>
  <Override PartName="/ppt/ink/ink2169.xml" ContentType="application/inkml+xml"/>
  <Override PartName="/ppt/ink/ink2170.xml" ContentType="application/inkml+xml"/>
  <Override PartName="/ppt/ink/ink2171.xml" ContentType="application/inkml+xml"/>
  <Override PartName="/ppt/ink/ink2172.xml" ContentType="application/inkml+xml"/>
  <Override PartName="/ppt/ink/ink2173.xml" ContentType="application/inkml+xml"/>
  <Override PartName="/ppt/ink/ink2174.xml" ContentType="application/inkml+xml"/>
  <Override PartName="/ppt/ink/ink2175.xml" ContentType="application/inkml+xml"/>
  <Override PartName="/ppt/ink/ink2176.xml" ContentType="application/inkml+xml"/>
  <Override PartName="/ppt/ink/ink2177.xml" ContentType="application/inkml+xml"/>
  <Override PartName="/ppt/ink/ink2178.xml" ContentType="application/inkml+xml"/>
  <Override PartName="/ppt/ink/ink2179.xml" ContentType="application/inkml+xml"/>
  <Override PartName="/ppt/ink/ink2180.xml" ContentType="application/inkml+xml"/>
  <Override PartName="/ppt/ink/ink2181.xml" ContentType="application/inkml+xml"/>
  <Override PartName="/ppt/ink/ink2182.xml" ContentType="application/inkml+xml"/>
  <Override PartName="/ppt/ink/ink2183.xml" ContentType="application/inkml+xml"/>
  <Override PartName="/ppt/ink/ink2184.xml" ContentType="application/inkml+xml"/>
  <Override PartName="/ppt/ink/ink2185.xml" ContentType="application/inkml+xml"/>
  <Override PartName="/ppt/ink/ink2186.xml" ContentType="application/inkml+xml"/>
  <Override PartName="/ppt/ink/ink2187.xml" ContentType="application/inkml+xml"/>
  <Override PartName="/ppt/ink/ink2188.xml" ContentType="application/inkml+xml"/>
  <Override PartName="/ppt/ink/ink2189.xml" ContentType="application/inkml+xml"/>
  <Override PartName="/ppt/ink/ink2190.xml" ContentType="application/inkml+xml"/>
  <Override PartName="/ppt/ink/ink2191.xml" ContentType="application/inkml+xml"/>
  <Override PartName="/ppt/ink/ink2192.xml" ContentType="application/inkml+xml"/>
  <Override PartName="/ppt/ink/ink2193.xml" ContentType="application/inkml+xml"/>
  <Override PartName="/ppt/ink/ink2194.xml" ContentType="application/inkml+xml"/>
  <Override PartName="/ppt/ink/ink2195.xml" ContentType="application/inkml+xml"/>
  <Override PartName="/ppt/ink/ink2196.xml" ContentType="application/inkml+xml"/>
  <Override PartName="/ppt/ink/ink2197.xml" ContentType="application/inkml+xml"/>
  <Override PartName="/ppt/ink/ink2198.xml" ContentType="application/inkml+xml"/>
  <Override PartName="/ppt/ink/ink2199.xml" ContentType="application/inkml+xml"/>
  <Override PartName="/ppt/ink/ink2200.xml" ContentType="application/inkml+xml"/>
  <Override PartName="/ppt/ink/ink2201.xml" ContentType="application/inkml+xml"/>
  <Override PartName="/ppt/ink/ink2202.xml" ContentType="application/inkml+xml"/>
  <Override PartName="/ppt/ink/ink2203.xml" ContentType="application/inkml+xml"/>
  <Override PartName="/ppt/ink/ink2204.xml" ContentType="application/inkml+xml"/>
  <Override PartName="/ppt/ink/ink2205.xml" ContentType="application/inkml+xml"/>
  <Override PartName="/ppt/ink/ink2206.xml" ContentType="application/inkml+xml"/>
  <Override PartName="/ppt/ink/ink2207.xml" ContentType="application/inkml+xml"/>
  <Override PartName="/ppt/ink/ink2208.xml" ContentType="application/inkml+xml"/>
  <Override PartName="/ppt/ink/ink2209.xml" ContentType="application/inkml+xml"/>
  <Override PartName="/ppt/ink/ink2210.xml" ContentType="application/inkml+xml"/>
  <Override PartName="/ppt/ink/ink2211.xml" ContentType="application/inkml+xml"/>
  <Override PartName="/ppt/ink/ink2212.xml" ContentType="application/inkml+xml"/>
  <Override PartName="/ppt/ink/ink2213.xml" ContentType="application/inkml+xml"/>
  <Override PartName="/ppt/ink/ink2214.xml" ContentType="application/inkml+xml"/>
  <Override PartName="/ppt/ink/ink2215.xml" ContentType="application/inkml+xml"/>
  <Override PartName="/ppt/ink/ink2216.xml" ContentType="application/inkml+xml"/>
  <Override PartName="/ppt/ink/ink2217.xml" ContentType="application/inkml+xml"/>
  <Override PartName="/ppt/ink/ink2218.xml" ContentType="application/inkml+xml"/>
  <Override PartName="/ppt/ink/ink2219.xml" ContentType="application/inkml+xml"/>
  <Override PartName="/ppt/ink/ink2220.xml" ContentType="application/inkml+xml"/>
  <Override PartName="/ppt/ink/ink2221.xml" ContentType="application/inkml+xml"/>
  <Override PartName="/ppt/ink/ink2222.xml" ContentType="application/inkml+xml"/>
  <Override PartName="/ppt/ink/ink2223.xml" ContentType="application/inkml+xml"/>
  <Override PartName="/ppt/ink/ink2224.xml" ContentType="application/inkml+xml"/>
  <Override PartName="/ppt/ink/ink2225.xml" ContentType="application/inkml+xml"/>
  <Override PartName="/ppt/ink/ink2226.xml" ContentType="application/inkml+xml"/>
  <Override PartName="/ppt/ink/ink2227.xml" ContentType="application/inkml+xml"/>
  <Override PartName="/ppt/ink/ink2228.xml" ContentType="application/inkml+xml"/>
  <Override PartName="/ppt/ink/ink2229.xml" ContentType="application/inkml+xml"/>
  <Override PartName="/ppt/ink/ink2230.xml" ContentType="application/inkml+xml"/>
  <Override PartName="/ppt/ink/ink2231.xml" ContentType="application/inkml+xml"/>
  <Override PartName="/ppt/ink/ink2232.xml" ContentType="application/inkml+xml"/>
  <Override PartName="/ppt/ink/ink2233.xml" ContentType="application/inkml+xml"/>
  <Override PartName="/ppt/ink/ink2234.xml" ContentType="application/inkml+xml"/>
  <Override PartName="/ppt/ink/ink2235.xml" ContentType="application/inkml+xml"/>
  <Override PartName="/ppt/ink/ink2236.xml" ContentType="application/inkml+xml"/>
  <Override PartName="/ppt/ink/ink2237.xml" ContentType="application/inkml+xml"/>
  <Override PartName="/ppt/ink/ink2238.xml" ContentType="application/inkml+xml"/>
  <Override PartName="/ppt/ink/ink2239.xml" ContentType="application/inkml+xml"/>
  <Override PartName="/ppt/ink/ink2240.xml" ContentType="application/inkml+xml"/>
  <Override PartName="/ppt/ink/ink2241.xml" ContentType="application/inkml+xml"/>
  <Override PartName="/ppt/ink/ink2242.xml" ContentType="application/inkml+xml"/>
  <Override PartName="/ppt/ink/ink2243.xml" ContentType="application/inkml+xml"/>
  <Override PartName="/ppt/ink/ink2244.xml" ContentType="application/inkml+xml"/>
  <Override PartName="/ppt/ink/ink2245.xml" ContentType="application/inkml+xml"/>
  <Override PartName="/ppt/ink/ink2246.xml" ContentType="application/inkml+xml"/>
  <Override PartName="/ppt/ink/ink2247.xml" ContentType="application/inkml+xml"/>
  <Override PartName="/ppt/ink/ink2248.xml" ContentType="application/inkml+xml"/>
  <Override PartName="/ppt/ink/ink2249.xml" ContentType="application/inkml+xml"/>
  <Override PartName="/ppt/ink/ink2250.xml" ContentType="application/inkml+xml"/>
  <Override PartName="/ppt/ink/ink2251.xml" ContentType="application/inkml+xml"/>
  <Override PartName="/ppt/ink/ink2252.xml" ContentType="application/inkml+xml"/>
  <Override PartName="/ppt/ink/ink2253.xml" ContentType="application/inkml+xml"/>
  <Override PartName="/ppt/ink/ink2254.xml" ContentType="application/inkml+xml"/>
  <Override PartName="/ppt/ink/ink2255.xml" ContentType="application/inkml+xml"/>
  <Override PartName="/ppt/ink/ink2256.xml" ContentType="application/inkml+xml"/>
  <Override PartName="/ppt/ink/ink2257.xml" ContentType="application/inkml+xml"/>
  <Override PartName="/ppt/ink/ink2258.xml" ContentType="application/inkml+xml"/>
  <Override PartName="/ppt/ink/ink2259.xml" ContentType="application/inkml+xml"/>
  <Override PartName="/ppt/ink/ink2260.xml" ContentType="application/inkml+xml"/>
  <Override PartName="/ppt/ink/ink2261.xml" ContentType="application/inkml+xml"/>
  <Override PartName="/ppt/ink/ink2262.xml" ContentType="application/inkml+xml"/>
  <Override PartName="/ppt/ink/ink2263.xml" ContentType="application/inkml+xml"/>
  <Override PartName="/ppt/ink/ink2264.xml" ContentType="application/inkml+xml"/>
  <Override PartName="/ppt/ink/ink2265.xml" ContentType="application/inkml+xml"/>
  <Override PartName="/ppt/ink/ink2266.xml" ContentType="application/inkml+xml"/>
  <Override PartName="/ppt/ink/ink2267.xml" ContentType="application/inkml+xml"/>
  <Override PartName="/ppt/ink/ink2268.xml" ContentType="application/inkml+xml"/>
  <Override PartName="/ppt/ink/ink2269.xml" ContentType="application/inkml+xml"/>
  <Override PartName="/ppt/ink/ink2270.xml" ContentType="application/inkml+xml"/>
  <Override PartName="/ppt/ink/ink2271.xml" ContentType="application/inkml+xml"/>
  <Override PartName="/ppt/ink/ink2272.xml" ContentType="application/inkml+xml"/>
  <Override PartName="/ppt/ink/ink2273.xml" ContentType="application/inkml+xml"/>
  <Override PartName="/ppt/ink/ink2274.xml" ContentType="application/inkml+xml"/>
  <Override PartName="/ppt/ink/ink2275.xml" ContentType="application/inkml+xml"/>
  <Override PartName="/ppt/ink/ink2276.xml" ContentType="application/inkml+xml"/>
  <Override PartName="/ppt/ink/ink2277.xml" ContentType="application/inkml+xml"/>
  <Override PartName="/ppt/ink/ink2278.xml" ContentType="application/inkml+xml"/>
  <Override PartName="/ppt/ink/ink2279.xml" ContentType="application/inkml+xml"/>
  <Override PartName="/ppt/ink/ink2280.xml" ContentType="application/inkml+xml"/>
  <Override PartName="/ppt/ink/ink2281.xml" ContentType="application/inkml+xml"/>
  <Override PartName="/ppt/ink/ink2282.xml" ContentType="application/inkml+xml"/>
  <Override PartName="/ppt/ink/ink2283.xml" ContentType="application/inkml+xml"/>
  <Override PartName="/ppt/ink/ink2284.xml" ContentType="application/inkml+xml"/>
  <Override PartName="/ppt/ink/ink2285.xml" ContentType="application/inkml+xml"/>
  <Override PartName="/ppt/ink/ink2286.xml" ContentType="application/inkml+xml"/>
  <Override PartName="/ppt/ink/ink2287.xml" ContentType="application/inkml+xml"/>
  <Override PartName="/ppt/ink/ink2288.xml" ContentType="application/inkml+xml"/>
  <Override PartName="/ppt/ink/ink2289.xml" ContentType="application/inkml+xml"/>
  <Override PartName="/ppt/ink/ink2290.xml" ContentType="application/inkml+xml"/>
  <Override PartName="/ppt/ink/ink2291.xml" ContentType="application/inkml+xml"/>
  <Override PartName="/ppt/ink/ink2292.xml" ContentType="application/inkml+xml"/>
  <Override PartName="/ppt/ink/ink2293.xml" ContentType="application/inkml+xml"/>
  <Override PartName="/ppt/ink/ink2294.xml" ContentType="application/inkml+xml"/>
  <Override PartName="/ppt/ink/ink2295.xml" ContentType="application/inkml+xml"/>
  <Override PartName="/ppt/ink/ink2296.xml" ContentType="application/inkml+xml"/>
  <Override PartName="/ppt/ink/ink2297.xml" ContentType="application/inkml+xml"/>
  <Override PartName="/ppt/ink/ink2298.xml" ContentType="application/inkml+xml"/>
  <Override PartName="/ppt/ink/ink2299.xml" ContentType="application/inkml+xml"/>
  <Override PartName="/ppt/ink/ink2300.xml" ContentType="application/inkml+xml"/>
  <Override PartName="/ppt/ink/ink2301.xml" ContentType="application/inkml+xml"/>
  <Override PartName="/ppt/ink/ink2302.xml" ContentType="application/inkml+xml"/>
  <Override PartName="/ppt/ink/ink2303.xml" ContentType="application/inkml+xml"/>
  <Override PartName="/ppt/ink/ink2304.xml" ContentType="application/inkml+xml"/>
  <Override PartName="/ppt/ink/ink2305.xml" ContentType="application/inkml+xml"/>
  <Override PartName="/ppt/ink/ink2306.xml" ContentType="application/inkml+xml"/>
  <Override PartName="/ppt/ink/ink2307.xml" ContentType="application/inkml+xml"/>
  <Override PartName="/ppt/ink/ink2308.xml" ContentType="application/inkml+xml"/>
  <Override PartName="/ppt/ink/ink2309.xml" ContentType="application/inkml+xml"/>
  <Override PartName="/ppt/ink/ink2310.xml" ContentType="application/inkml+xml"/>
  <Override PartName="/ppt/ink/ink2311.xml" ContentType="application/inkml+xml"/>
  <Override PartName="/ppt/ink/ink2312.xml" ContentType="application/inkml+xml"/>
  <Override PartName="/ppt/ink/ink2313.xml" ContentType="application/inkml+xml"/>
  <Override PartName="/ppt/ink/ink2314.xml" ContentType="application/inkml+xml"/>
  <Override PartName="/ppt/ink/ink2315.xml" ContentType="application/inkml+xml"/>
  <Override PartName="/ppt/ink/ink2316.xml" ContentType="application/inkml+xml"/>
  <Override PartName="/ppt/ink/ink2317.xml" ContentType="application/inkml+xml"/>
  <Override PartName="/ppt/ink/ink2318.xml" ContentType="application/inkml+xml"/>
  <Override PartName="/ppt/ink/ink2319.xml" ContentType="application/inkml+xml"/>
  <Override PartName="/ppt/ink/ink2320.xml" ContentType="application/inkml+xml"/>
  <Override PartName="/ppt/ink/ink2321.xml" ContentType="application/inkml+xml"/>
  <Override PartName="/ppt/ink/ink2322.xml" ContentType="application/inkml+xml"/>
  <Override PartName="/ppt/ink/ink2323.xml" ContentType="application/inkml+xml"/>
  <Override PartName="/ppt/ink/ink2324.xml" ContentType="application/inkml+xml"/>
  <Override PartName="/ppt/ink/ink2325.xml" ContentType="application/inkml+xml"/>
  <Override PartName="/ppt/ink/ink2326.xml" ContentType="application/inkml+xml"/>
  <Override PartName="/ppt/ink/ink2327.xml" ContentType="application/inkml+xml"/>
  <Override PartName="/ppt/ink/ink2328.xml" ContentType="application/inkml+xml"/>
  <Override PartName="/ppt/ink/ink2329.xml" ContentType="application/inkml+xml"/>
  <Override PartName="/ppt/ink/ink2330.xml" ContentType="application/inkml+xml"/>
  <Override PartName="/ppt/ink/ink2331.xml" ContentType="application/inkml+xml"/>
  <Override PartName="/ppt/ink/ink2332.xml" ContentType="application/inkml+xml"/>
  <Override PartName="/ppt/ink/ink2333.xml" ContentType="application/inkml+xml"/>
  <Override PartName="/ppt/ink/ink2334.xml" ContentType="application/inkml+xml"/>
  <Override PartName="/ppt/ink/ink2335.xml" ContentType="application/inkml+xml"/>
  <Override PartName="/ppt/ink/ink2336.xml" ContentType="application/inkml+xml"/>
  <Override PartName="/ppt/ink/ink2337.xml" ContentType="application/inkml+xml"/>
  <Override PartName="/ppt/ink/ink2338.xml" ContentType="application/inkml+xml"/>
  <Override PartName="/ppt/ink/ink2339.xml" ContentType="application/inkml+xml"/>
  <Override PartName="/ppt/ink/ink2340.xml" ContentType="application/inkml+xml"/>
  <Override PartName="/ppt/ink/ink2341.xml" ContentType="application/inkml+xml"/>
  <Override PartName="/ppt/ink/ink2342.xml" ContentType="application/inkml+xml"/>
  <Override PartName="/ppt/ink/ink2343.xml" ContentType="application/inkml+xml"/>
  <Override PartName="/ppt/ink/ink2344.xml" ContentType="application/inkml+xml"/>
  <Override PartName="/ppt/ink/ink2345.xml" ContentType="application/inkml+xml"/>
  <Override PartName="/ppt/ink/ink2346.xml" ContentType="application/inkml+xml"/>
  <Override PartName="/ppt/ink/ink2347.xml" ContentType="application/inkml+xml"/>
  <Override PartName="/ppt/ink/ink2348.xml" ContentType="application/inkml+xml"/>
  <Override PartName="/ppt/ink/ink2349.xml" ContentType="application/inkml+xml"/>
  <Override PartName="/ppt/ink/ink2350.xml" ContentType="application/inkml+xml"/>
  <Override PartName="/ppt/ink/ink2351.xml" ContentType="application/inkml+xml"/>
  <Override PartName="/ppt/ink/ink2352.xml" ContentType="application/inkml+xml"/>
  <Override PartName="/ppt/ink/ink2353.xml" ContentType="application/inkml+xml"/>
  <Override PartName="/ppt/ink/ink2354.xml" ContentType="application/inkml+xml"/>
  <Override PartName="/ppt/ink/ink2355.xml" ContentType="application/inkml+xml"/>
  <Override PartName="/ppt/ink/ink2356.xml" ContentType="application/inkml+xml"/>
  <Override PartName="/ppt/ink/ink2357.xml" ContentType="application/inkml+xml"/>
  <Override PartName="/ppt/ink/ink2358.xml" ContentType="application/inkml+xml"/>
  <Override PartName="/ppt/ink/ink2359.xml" ContentType="application/inkml+xml"/>
  <Override PartName="/ppt/ink/ink2360.xml" ContentType="application/inkml+xml"/>
  <Override PartName="/ppt/ink/ink2361.xml" ContentType="application/inkml+xml"/>
  <Override PartName="/ppt/ink/ink2362.xml" ContentType="application/inkml+xml"/>
  <Override PartName="/ppt/ink/ink2363.xml" ContentType="application/inkml+xml"/>
  <Override PartName="/ppt/ink/ink2364.xml" ContentType="application/inkml+xml"/>
  <Override PartName="/ppt/ink/ink2365.xml" ContentType="application/inkml+xml"/>
  <Override PartName="/ppt/ink/ink2366.xml" ContentType="application/inkml+xml"/>
  <Override PartName="/ppt/ink/ink2367.xml" ContentType="application/inkml+xml"/>
  <Override PartName="/ppt/ink/ink2368.xml" ContentType="application/inkml+xml"/>
  <Override PartName="/ppt/ink/ink2369.xml" ContentType="application/inkml+xml"/>
  <Override PartName="/ppt/ink/ink2370.xml" ContentType="application/inkml+xml"/>
  <Override PartName="/ppt/ink/ink2371.xml" ContentType="application/inkml+xml"/>
  <Override PartName="/ppt/ink/ink2372.xml" ContentType="application/inkml+xml"/>
  <Override PartName="/ppt/ink/ink2373.xml" ContentType="application/inkml+xml"/>
  <Override PartName="/ppt/ink/ink2374.xml" ContentType="application/inkml+xml"/>
  <Override PartName="/ppt/ink/ink2375.xml" ContentType="application/inkml+xml"/>
  <Override PartName="/ppt/ink/ink2376.xml" ContentType="application/inkml+xml"/>
  <Override PartName="/ppt/ink/ink2377.xml" ContentType="application/inkml+xml"/>
  <Override PartName="/ppt/ink/ink2378.xml" ContentType="application/inkml+xml"/>
  <Override PartName="/ppt/ink/ink2379.xml" ContentType="application/inkml+xml"/>
  <Override PartName="/ppt/ink/ink2380.xml" ContentType="application/inkml+xml"/>
  <Override PartName="/ppt/ink/ink2381.xml" ContentType="application/inkml+xml"/>
  <Override PartName="/ppt/ink/ink2382.xml" ContentType="application/inkml+xml"/>
  <Override PartName="/ppt/ink/ink2383.xml" ContentType="application/inkml+xml"/>
  <Override PartName="/ppt/ink/ink2384.xml" ContentType="application/inkml+xml"/>
  <Override PartName="/ppt/ink/ink2385.xml" ContentType="application/inkml+xml"/>
  <Override PartName="/ppt/ink/ink2386.xml" ContentType="application/inkml+xml"/>
  <Override PartName="/ppt/ink/ink2387.xml" ContentType="application/inkml+xml"/>
  <Override PartName="/ppt/ink/ink2388.xml" ContentType="application/inkml+xml"/>
  <Override PartName="/ppt/ink/ink2389.xml" ContentType="application/inkml+xml"/>
  <Override PartName="/ppt/ink/ink2390.xml" ContentType="application/inkml+xml"/>
  <Override PartName="/ppt/ink/ink2391.xml" ContentType="application/inkml+xml"/>
  <Override PartName="/ppt/ink/ink2392.xml" ContentType="application/inkml+xml"/>
  <Override PartName="/ppt/ink/ink2393.xml" ContentType="application/inkml+xml"/>
  <Override PartName="/ppt/ink/ink2394.xml" ContentType="application/inkml+xml"/>
  <Override PartName="/ppt/ink/ink2395.xml" ContentType="application/inkml+xml"/>
  <Override PartName="/ppt/ink/ink2396.xml" ContentType="application/inkml+xml"/>
  <Override PartName="/ppt/ink/ink2397.xml" ContentType="application/inkml+xml"/>
  <Override PartName="/ppt/ink/ink2398.xml" ContentType="application/inkml+xml"/>
  <Override PartName="/ppt/ink/ink2399.xml" ContentType="application/inkml+xml"/>
  <Override PartName="/ppt/ink/ink2400.xml" ContentType="application/inkml+xml"/>
  <Override PartName="/ppt/ink/ink2401.xml" ContentType="application/inkml+xml"/>
  <Override PartName="/ppt/ink/ink2402.xml" ContentType="application/inkml+xml"/>
  <Override PartName="/ppt/ink/ink2403.xml" ContentType="application/inkml+xml"/>
  <Override PartName="/ppt/ink/ink2404.xml" ContentType="application/inkml+xml"/>
  <Override PartName="/ppt/ink/ink2405.xml" ContentType="application/inkml+xml"/>
  <Override PartName="/ppt/ink/ink2406.xml" ContentType="application/inkml+xml"/>
  <Override PartName="/ppt/ink/ink2407.xml" ContentType="application/inkml+xml"/>
  <Override PartName="/ppt/ink/ink2408.xml" ContentType="application/inkml+xml"/>
  <Override PartName="/ppt/ink/ink2409.xml" ContentType="application/inkml+xml"/>
  <Override PartName="/ppt/ink/ink2410.xml" ContentType="application/inkml+xml"/>
  <Override PartName="/ppt/ink/ink2411.xml" ContentType="application/inkml+xml"/>
  <Override PartName="/ppt/ink/ink2412.xml" ContentType="application/inkml+xml"/>
  <Override PartName="/ppt/ink/ink2413.xml" ContentType="application/inkml+xml"/>
  <Override PartName="/ppt/ink/ink2414.xml" ContentType="application/inkml+xml"/>
  <Override PartName="/ppt/ink/ink2415.xml" ContentType="application/inkml+xml"/>
  <Override PartName="/ppt/ink/ink2416.xml" ContentType="application/inkml+xml"/>
  <Override PartName="/ppt/ink/ink2417.xml" ContentType="application/inkml+xml"/>
  <Override PartName="/ppt/ink/ink2418.xml" ContentType="application/inkml+xml"/>
  <Override PartName="/ppt/ink/ink2419.xml" ContentType="application/inkml+xml"/>
  <Override PartName="/ppt/ink/ink2420.xml" ContentType="application/inkml+xml"/>
  <Override PartName="/ppt/ink/ink2421.xml" ContentType="application/inkml+xml"/>
  <Override PartName="/ppt/ink/ink2422.xml" ContentType="application/inkml+xml"/>
  <Override PartName="/ppt/ink/ink2423.xml" ContentType="application/inkml+xml"/>
  <Override PartName="/ppt/ink/ink2424.xml" ContentType="application/inkml+xml"/>
  <Override PartName="/ppt/ink/ink2425.xml" ContentType="application/inkml+xml"/>
  <Override PartName="/ppt/ink/ink2426.xml" ContentType="application/inkml+xml"/>
  <Override PartName="/ppt/ink/ink2427.xml" ContentType="application/inkml+xml"/>
  <Override PartName="/ppt/ink/ink2428.xml" ContentType="application/inkml+xml"/>
  <Override PartName="/ppt/ink/ink2429.xml" ContentType="application/inkml+xml"/>
  <Override PartName="/ppt/ink/ink2430.xml" ContentType="application/inkml+xml"/>
  <Override PartName="/ppt/ink/ink2431.xml" ContentType="application/inkml+xml"/>
  <Override PartName="/ppt/ink/ink2432.xml" ContentType="application/inkml+xml"/>
  <Override PartName="/ppt/ink/ink2433.xml" ContentType="application/inkml+xml"/>
  <Override PartName="/ppt/ink/ink2434.xml" ContentType="application/inkml+xml"/>
  <Override PartName="/ppt/ink/ink2435.xml" ContentType="application/inkml+xml"/>
  <Override PartName="/ppt/ink/ink2436.xml" ContentType="application/inkml+xml"/>
  <Override PartName="/ppt/ink/ink2437.xml" ContentType="application/inkml+xml"/>
  <Override PartName="/ppt/ink/ink2438.xml" ContentType="application/inkml+xml"/>
  <Override PartName="/ppt/ink/ink2439.xml" ContentType="application/inkml+xml"/>
  <Override PartName="/ppt/ink/ink2440.xml" ContentType="application/inkml+xml"/>
  <Override PartName="/ppt/ink/ink2441.xml" ContentType="application/inkml+xml"/>
  <Override PartName="/ppt/ink/ink2442.xml" ContentType="application/inkml+xml"/>
  <Override PartName="/ppt/ink/ink2443.xml" ContentType="application/inkml+xml"/>
  <Override PartName="/ppt/ink/ink2444.xml" ContentType="application/inkml+xml"/>
  <Override PartName="/ppt/ink/ink2445.xml" ContentType="application/inkml+xml"/>
  <Override PartName="/ppt/ink/ink2446.xml" ContentType="application/inkml+xml"/>
  <Override PartName="/ppt/ink/ink2447.xml" ContentType="application/inkml+xml"/>
  <Override PartName="/ppt/ink/ink2448.xml" ContentType="application/inkml+xml"/>
  <Override PartName="/ppt/ink/ink2449.xml" ContentType="application/inkml+xml"/>
  <Override PartName="/ppt/ink/ink2450.xml" ContentType="application/inkml+xml"/>
  <Override PartName="/ppt/ink/ink2451.xml" ContentType="application/inkml+xml"/>
  <Override PartName="/ppt/ink/ink2452.xml" ContentType="application/inkml+xml"/>
  <Override PartName="/ppt/ink/ink2453.xml" ContentType="application/inkml+xml"/>
  <Override PartName="/ppt/ink/ink2454.xml" ContentType="application/inkml+xml"/>
  <Override PartName="/ppt/ink/ink2455.xml" ContentType="application/inkml+xml"/>
  <Override PartName="/ppt/ink/ink2456.xml" ContentType="application/inkml+xml"/>
  <Override PartName="/ppt/ink/ink2457.xml" ContentType="application/inkml+xml"/>
  <Override PartName="/ppt/ink/ink2458.xml" ContentType="application/inkml+xml"/>
  <Override PartName="/ppt/ink/ink2459.xml" ContentType="application/inkml+xml"/>
  <Override PartName="/ppt/ink/ink2460.xml" ContentType="application/inkml+xml"/>
  <Override PartName="/ppt/ink/ink2461.xml" ContentType="application/inkml+xml"/>
  <Override PartName="/ppt/ink/ink2462.xml" ContentType="application/inkml+xml"/>
  <Override PartName="/ppt/ink/ink2463.xml" ContentType="application/inkml+xml"/>
  <Override PartName="/ppt/ink/ink2464.xml" ContentType="application/inkml+xml"/>
  <Override PartName="/ppt/ink/ink2465.xml" ContentType="application/inkml+xml"/>
  <Override PartName="/ppt/ink/ink2466.xml" ContentType="application/inkml+xml"/>
  <Override PartName="/ppt/ink/ink2467.xml" ContentType="application/inkml+xml"/>
  <Override PartName="/ppt/ink/ink2468.xml" ContentType="application/inkml+xml"/>
  <Override PartName="/ppt/ink/ink2469.xml" ContentType="application/inkml+xml"/>
  <Override PartName="/ppt/ink/ink2470.xml" ContentType="application/inkml+xml"/>
  <Override PartName="/ppt/ink/ink2471.xml" ContentType="application/inkml+xml"/>
  <Override PartName="/ppt/ink/ink2472.xml" ContentType="application/inkml+xml"/>
  <Override PartName="/ppt/ink/ink2473.xml" ContentType="application/inkml+xml"/>
  <Override PartName="/ppt/ink/ink2474.xml" ContentType="application/inkml+xml"/>
  <Override PartName="/ppt/ink/ink2475.xml" ContentType="application/inkml+xml"/>
  <Override PartName="/ppt/ink/ink2476.xml" ContentType="application/inkml+xml"/>
  <Override PartName="/ppt/ink/ink2477.xml" ContentType="application/inkml+xml"/>
  <Override PartName="/ppt/ink/ink2478.xml" ContentType="application/inkml+xml"/>
  <Override PartName="/ppt/ink/ink2479.xml" ContentType="application/inkml+xml"/>
  <Override PartName="/ppt/ink/ink2480.xml" ContentType="application/inkml+xml"/>
  <Override PartName="/ppt/ink/ink2481.xml" ContentType="application/inkml+xml"/>
  <Override PartName="/ppt/ink/ink2482.xml" ContentType="application/inkml+xml"/>
  <Override PartName="/ppt/ink/ink2483.xml" ContentType="application/inkml+xml"/>
  <Override PartName="/ppt/ink/ink2484.xml" ContentType="application/inkml+xml"/>
  <Override PartName="/ppt/ink/ink2485.xml" ContentType="application/inkml+xml"/>
  <Override PartName="/ppt/ink/ink2486.xml" ContentType="application/inkml+xml"/>
  <Override PartName="/ppt/ink/ink2487.xml" ContentType="application/inkml+xml"/>
  <Override PartName="/ppt/ink/ink2488.xml" ContentType="application/inkml+xml"/>
  <Override PartName="/ppt/ink/ink2489.xml" ContentType="application/inkml+xml"/>
  <Override PartName="/ppt/ink/ink2490.xml" ContentType="application/inkml+xml"/>
  <Override PartName="/ppt/ink/ink2491.xml" ContentType="application/inkml+xml"/>
  <Override PartName="/ppt/ink/ink2492.xml" ContentType="application/inkml+xml"/>
  <Override PartName="/ppt/ink/ink2493.xml" ContentType="application/inkml+xml"/>
  <Override PartName="/ppt/ink/ink2494.xml" ContentType="application/inkml+xml"/>
  <Override PartName="/ppt/ink/ink2495.xml" ContentType="application/inkml+xml"/>
  <Override PartName="/ppt/ink/ink2496.xml" ContentType="application/inkml+xml"/>
  <Override PartName="/ppt/ink/ink2497.xml" ContentType="application/inkml+xml"/>
  <Override PartName="/ppt/ink/ink2498.xml" ContentType="application/inkml+xml"/>
  <Override PartName="/ppt/ink/ink2499.xml" ContentType="application/inkml+xml"/>
  <Override PartName="/ppt/ink/ink2500.xml" ContentType="application/inkml+xml"/>
  <Override PartName="/ppt/ink/ink2501.xml" ContentType="application/inkml+xml"/>
  <Override PartName="/ppt/ink/ink2502.xml" ContentType="application/inkml+xml"/>
  <Override PartName="/ppt/ink/ink2503.xml" ContentType="application/inkml+xml"/>
  <Override PartName="/ppt/ink/ink2504.xml" ContentType="application/inkml+xml"/>
  <Override PartName="/ppt/ink/ink2505.xml" ContentType="application/inkml+xml"/>
  <Override PartName="/ppt/ink/ink2506.xml" ContentType="application/inkml+xml"/>
  <Override PartName="/ppt/ink/ink2507.xml" ContentType="application/inkml+xml"/>
  <Override PartName="/ppt/ink/ink2508.xml" ContentType="application/inkml+xml"/>
  <Override PartName="/ppt/ink/ink2509.xml" ContentType="application/inkml+xml"/>
  <Override PartName="/ppt/ink/ink2510.xml" ContentType="application/inkml+xml"/>
  <Override PartName="/ppt/ink/ink2511.xml" ContentType="application/inkml+xml"/>
  <Override PartName="/ppt/ink/ink2512.xml" ContentType="application/inkml+xml"/>
  <Override PartName="/ppt/ink/ink2513.xml" ContentType="application/inkml+xml"/>
  <Override PartName="/ppt/ink/ink2514.xml" ContentType="application/inkml+xml"/>
  <Override PartName="/ppt/ink/ink2515.xml" ContentType="application/inkml+xml"/>
  <Override PartName="/ppt/ink/ink2516.xml" ContentType="application/inkml+xml"/>
  <Override PartName="/ppt/ink/ink2517.xml" ContentType="application/inkml+xml"/>
  <Override PartName="/ppt/ink/ink2518.xml" ContentType="application/inkml+xml"/>
  <Override PartName="/ppt/ink/ink2519.xml" ContentType="application/inkml+xml"/>
  <Override PartName="/ppt/ink/ink2520.xml" ContentType="application/inkml+xml"/>
  <Override PartName="/ppt/ink/ink2521.xml" ContentType="application/inkml+xml"/>
  <Override PartName="/ppt/ink/ink2522.xml" ContentType="application/inkml+xml"/>
  <Override PartName="/ppt/ink/ink2523.xml" ContentType="application/inkml+xml"/>
  <Override PartName="/ppt/ink/ink2524.xml" ContentType="application/inkml+xml"/>
  <Override PartName="/ppt/ink/ink2525.xml" ContentType="application/inkml+xml"/>
  <Override PartName="/ppt/ink/ink2526.xml" ContentType="application/inkml+xml"/>
  <Override PartName="/ppt/ink/ink2527.xml" ContentType="application/inkml+xml"/>
  <Override PartName="/ppt/ink/ink2528.xml" ContentType="application/inkml+xml"/>
  <Override PartName="/ppt/ink/ink2529.xml" ContentType="application/inkml+xml"/>
  <Override PartName="/ppt/ink/ink2530.xml" ContentType="application/inkml+xml"/>
  <Override PartName="/ppt/ink/ink2531.xml" ContentType="application/inkml+xml"/>
  <Override PartName="/ppt/ink/ink2532.xml" ContentType="application/inkml+xml"/>
  <Override PartName="/ppt/ink/ink2533.xml" ContentType="application/inkml+xml"/>
  <Override PartName="/ppt/ink/ink2534.xml" ContentType="application/inkml+xml"/>
  <Override PartName="/ppt/ink/ink2535.xml" ContentType="application/inkml+xml"/>
  <Override PartName="/ppt/ink/ink2536.xml" ContentType="application/inkml+xml"/>
  <Override PartName="/ppt/ink/ink2537.xml" ContentType="application/inkml+xml"/>
  <Override PartName="/ppt/ink/ink2538.xml" ContentType="application/inkml+xml"/>
  <Override PartName="/ppt/ink/ink2539.xml" ContentType="application/inkml+xml"/>
  <Override PartName="/ppt/ink/ink2540.xml" ContentType="application/inkml+xml"/>
  <Override PartName="/ppt/ink/ink2541.xml" ContentType="application/inkml+xml"/>
  <Override PartName="/ppt/ink/ink2542.xml" ContentType="application/inkml+xml"/>
  <Override PartName="/ppt/ink/ink2543.xml" ContentType="application/inkml+xml"/>
  <Override PartName="/ppt/ink/ink2544.xml" ContentType="application/inkml+xml"/>
  <Override PartName="/ppt/ink/ink2545.xml" ContentType="application/inkml+xml"/>
  <Override PartName="/ppt/ink/ink2546.xml" ContentType="application/inkml+xml"/>
  <Override PartName="/ppt/ink/ink2547.xml" ContentType="application/inkml+xml"/>
  <Override PartName="/ppt/ink/ink2548.xml" ContentType="application/inkml+xml"/>
  <Override PartName="/ppt/ink/ink2549.xml" ContentType="application/inkml+xml"/>
  <Override PartName="/ppt/ink/ink2550.xml" ContentType="application/inkml+xml"/>
  <Override PartName="/ppt/ink/ink2551.xml" ContentType="application/inkml+xml"/>
  <Override PartName="/ppt/ink/ink2552.xml" ContentType="application/inkml+xml"/>
  <Override PartName="/ppt/ink/ink2553.xml" ContentType="application/inkml+xml"/>
  <Override PartName="/ppt/ink/ink2554.xml" ContentType="application/inkml+xml"/>
  <Override PartName="/ppt/ink/ink2555.xml" ContentType="application/inkml+xml"/>
  <Override PartName="/ppt/ink/ink2556.xml" ContentType="application/inkml+xml"/>
  <Override PartName="/ppt/ink/ink2557.xml" ContentType="application/inkml+xml"/>
  <Override PartName="/ppt/ink/ink2558.xml" ContentType="application/inkml+xml"/>
  <Override PartName="/ppt/ink/ink2559.xml" ContentType="application/inkml+xml"/>
  <Override PartName="/ppt/ink/ink2560.xml" ContentType="application/inkml+xml"/>
  <Override PartName="/ppt/ink/ink2561.xml" ContentType="application/inkml+xml"/>
  <Override PartName="/ppt/ink/ink2562.xml" ContentType="application/inkml+xml"/>
  <Override PartName="/ppt/ink/ink2563.xml" ContentType="application/inkml+xml"/>
  <Override PartName="/ppt/ink/ink2564.xml" ContentType="application/inkml+xml"/>
  <Override PartName="/ppt/ink/ink2565.xml" ContentType="application/inkml+xml"/>
  <Override PartName="/ppt/ink/ink2566.xml" ContentType="application/inkml+xml"/>
  <Override PartName="/ppt/ink/ink2567.xml" ContentType="application/inkml+xml"/>
  <Override PartName="/ppt/ink/ink2568.xml" ContentType="application/inkml+xml"/>
  <Override PartName="/ppt/ink/ink2569.xml" ContentType="application/inkml+xml"/>
  <Override PartName="/ppt/ink/ink2570.xml" ContentType="application/inkml+xml"/>
  <Override PartName="/ppt/ink/ink2571.xml" ContentType="application/inkml+xml"/>
  <Override PartName="/ppt/ink/ink2572.xml" ContentType="application/inkml+xml"/>
  <Override PartName="/ppt/ink/ink2573.xml" ContentType="application/inkml+xml"/>
  <Override PartName="/ppt/ink/ink2574.xml" ContentType="application/inkml+xml"/>
  <Override PartName="/ppt/ink/ink2575.xml" ContentType="application/inkml+xml"/>
  <Override PartName="/ppt/ink/ink2576.xml" ContentType="application/inkml+xml"/>
  <Override PartName="/ppt/ink/ink2577.xml" ContentType="application/inkml+xml"/>
  <Override PartName="/ppt/ink/ink2578.xml" ContentType="application/inkml+xml"/>
  <Override PartName="/ppt/ink/ink2579.xml" ContentType="application/inkml+xml"/>
  <Override PartName="/ppt/ink/ink2580.xml" ContentType="application/inkml+xml"/>
  <Override PartName="/ppt/ink/ink2581.xml" ContentType="application/inkml+xml"/>
  <Override PartName="/ppt/ink/ink2582.xml" ContentType="application/inkml+xml"/>
  <Override PartName="/ppt/ink/ink2583.xml" ContentType="application/inkml+xml"/>
  <Override PartName="/ppt/ink/ink2584.xml" ContentType="application/inkml+xml"/>
  <Override PartName="/ppt/ink/ink2585.xml" ContentType="application/inkml+xml"/>
  <Override PartName="/ppt/ink/ink2586.xml" ContentType="application/inkml+xml"/>
  <Override PartName="/ppt/ink/ink2587.xml" ContentType="application/inkml+xml"/>
  <Override PartName="/ppt/ink/ink2588.xml" ContentType="application/inkml+xml"/>
  <Override PartName="/ppt/ink/ink2589.xml" ContentType="application/inkml+xml"/>
  <Override PartName="/ppt/ink/ink2590.xml" ContentType="application/inkml+xml"/>
  <Override PartName="/ppt/ink/ink2591.xml" ContentType="application/inkml+xml"/>
  <Override PartName="/ppt/ink/ink2592.xml" ContentType="application/inkml+xml"/>
  <Override PartName="/ppt/ink/ink2593.xml" ContentType="application/inkml+xml"/>
  <Override PartName="/ppt/ink/ink2594.xml" ContentType="application/inkml+xml"/>
  <Override PartName="/ppt/ink/ink2595.xml" ContentType="application/inkml+xml"/>
  <Override PartName="/ppt/ink/ink2596.xml" ContentType="application/inkml+xml"/>
  <Override PartName="/ppt/ink/ink2597.xml" ContentType="application/inkml+xml"/>
  <Override PartName="/ppt/ink/ink2598.xml" ContentType="application/inkml+xml"/>
  <Override PartName="/ppt/ink/ink2599.xml" ContentType="application/inkml+xml"/>
  <Override PartName="/ppt/ink/ink2600.xml" ContentType="application/inkml+xml"/>
  <Override PartName="/ppt/ink/ink2601.xml" ContentType="application/inkml+xml"/>
  <Override PartName="/ppt/ink/ink2602.xml" ContentType="application/inkml+xml"/>
  <Override PartName="/ppt/ink/ink2603.xml" ContentType="application/inkml+xml"/>
  <Override PartName="/ppt/ink/ink2604.xml" ContentType="application/inkml+xml"/>
  <Override PartName="/ppt/ink/ink2605.xml" ContentType="application/inkml+xml"/>
  <Override PartName="/ppt/ink/ink2606.xml" ContentType="application/inkml+xml"/>
  <Override PartName="/ppt/ink/ink2607.xml" ContentType="application/inkml+xml"/>
  <Override PartName="/ppt/ink/ink2608.xml" ContentType="application/inkml+xml"/>
  <Override PartName="/ppt/ink/ink2609.xml" ContentType="application/inkml+xml"/>
  <Override PartName="/ppt/ink/ink2610.xml" ContentType="application/inkml+xml"/>
  <Override PartName="/ppt/ink/ink2611.xml" ContentType="application/inkml+xml"/>
  <Override PartName="/ppt/ink/ink2612.xml" ContentType="application/inkml+xml"/>
  <Override PartName="/ppt/ink/ink2613.xml" ContentType="application/inkml+xml"/>
  <Override PartName="/ppt/ink/ink2614.xml" ContentType="application/inkml+xml"/>
  <Override PartName="/ppt/ink/ink2615.xml" ContentType="application/inkml+xml"/>
  <Override PartName="/ppt/ink/ink2616.xml" ContentType="application/inkml+xml"/>
  <Override PartName="/ppt/ink/ink2617.xml" ContentType="application/inkml+xml"/>
  <Override PartName="/ppt/ink/ink2618.xml" ContentType="application/inkml+xml"/>
  <Override PartName="/ppt/ink/ink2619.xml" ContentType="application/inkml+xml"/>
  <Override PartName="/ppt/ink/ink2620.xml" ContentType="application/inkml+xml"/>
  <Override PartName="/ppt/ink/ink2621.xml" ContentType="application/inkml+xml"/>
  <Override PartName="/ppt/ink/ink2622.xml" ContentType="application/inkml+xml"/>
  <Override PartName="/ppt/ink/ink2623.xml" ContentType="application/inkml+xml"/>
  <Override PartName="/ppt/ink/ink2624.xml" ContentType="application/inkml+xml"/>
  <Override PartName="/ppt/ink/ink2625.xml" ContentType="application/inkml+xml"/>
  <Override PartName="/ppt/ink/ink2626.xml" ContentType="application/inkml+xml"/>
  <Override PartName="/ppt/ink/ink2627.xml" ContentType="application/inkml+xml"/>
  <Override PartName="/ppt/ink/ink2628.xml" ContentType="application/inkml+xml"/>
  <Override PartName="/ppt/ink/ink2629.xml" ContentType="application/inkml+xml"/>
  <Override PartName="/ppt/ink/ink2630.xml" ContentType="application/inkml+xml"/>
  <Override PartName="/ppt/ink/ink2631.xml" ContentType="application/inkml+xml"/>
  <Override PartName="/ppt/ink/ink2632.xml" ContentType="application/inkml+xml"/>
  <Override PartName="/ppt/ink/ink2633.xml" ContentType="application/inkml+xml"/>
  <Override PartName="/ppt/ink/ink2634.xml" ContentType="application/inkml+xml"/>
  <Override PartName="/ppt/ink/ink2635.xml" ContentType="application/inkml+xml"/>
  <Override PartName="/ppt/ink/ink2636.xml" ContentType="application/inkml+xml"/>
  <Override PartName="/ppt/ink/ink2637.xml" ContentType="application/inkml+xml"/>
  <Override PartName="/ppt/ink/ink2638.xml" ContentType="application/inkml+xml"/>
  <Override PartName="/ppt/ink/ink2639.xml" ContentType="application/inkml+xml"/>
  <Override PartName="/ppt/ink/ink2640.xml" ContentType="application/inkml+xml"/>
  <Override PartName="/ppt/ink/ink2641.xml" ContentType="application/inkml+xml"/>
  <Override PartName="/ppt/ink/ink2642.xml" ContentType="application/inkml+xml"/>
  <Override PartName="/ppt/ink/ink2643.xml" ContentType="application/inkml+xml"/>
  <Override PartName="/ppt/ink/ink2644.xml" ContentType="application/inkml+xml"/>
  <Override PartName="/ppt/ink/ink2645.xml" ContentType="application/inkml+xml"/>
  <Override PartName="/ppt/ink/ink2646.xml" ContentType="application/inkml+xml"/>
  <Override PartName="/ppt/ink/ink2647.xml" ContentType="application/inkml+xml"/>
  <Override PartName="/ppt/ink/ink2648.xml" ContentType="application/inkml+xml"/>
  <Override PartName="/ppt/ink/ink2649.xml" ContentType="application/inkml+xml"/>
  <Override PartName="/ppt/ink/ink2650.xml" ContentType="application/inkml+xml"/>
  <Override PartName="/ppt/ink/ink2651.xml" ContentType="application/inkml+xml"/>
  <Override PartName="/ppt/ink/ink2652.xml" ContentType="application/inkml+xml"/>
  <Override PartName="/ppt/ink/ink2653.xml" ContentType="application/inkml+xml"/>
  <Override PartName="/ppt/ink/ink2654.xml" ContentType="application/inkml+xml"/>
  <Override PartName="/ppt/ink/ink2655.xml" ContentType="application/inkml+xml"/>
  <Override PartName="/ppt/ink/ink2656.xml" ContentType="application/inkml+xml"/>
  <Override PartName="/ppt/ink/ink2657.xml" ContentType="application/inkml+xml"/>
  <Override PartName="/ppt/ink/ink2658.xml" ContentType="application/inkml+xml"/>
  <Override PartName="/ppt/ink/ink2659.xml" ContentType="application/inkml+xml"/>
  <Override PartName="/ppt/ink/ink2660.xml" ContentType="application/inkml+xml"/>
  <Override PartName="/ppt/ink/ink2661.xml" ContentType="application/inkml+xml"/>
  <Override PartName="/ppt/ink/ink2662.xml" ContentType="application/inkml+xml"/>
  <Override PartName="/ppt/ink/ink2663.xml" ContentType="application/inkml+xml"/>
  <Override PartName="/ppt/ink/ink2664.xml" ContentType="application/inkml+xml"/>
  <Override PartName="/ppt/ink/ink2665.xml" ContentType="application/inkml+xml"/>
  <Override PartName="/ppt/ink/ink2666.xml" ContentType="application/inkml+xml"/>
  <Override PartName="/ppt/ink/ink2667.xml" ContentType="application/inkml+xml"/>
  <Override PartName="/ppt/ink/ink2668.xml" ContentType="application/inkml+xml"/>
  <Override PartName="/ppt/ink/ink2669.xml" ContentType="application/inkml+xml"/>
  <Override PartName="/ppt/ink/ink2670.xml" ContentType="application/inkml+xml"/>
  <Override PartName="/ppt/ink/ink2671.xml" ContentType="application/inkml+xml"/>
  <Override PartName="/ppt/ink/ink2672.xml" ContentType="application/inkml+xml"/>
  <Override PartName="/ppt/ink/ink2673.xml" ContentType="application/inkml+xml"/>
  <Override PartName="/ppt/ink/ink2674.xml" ContentType="application/inkml+xml"/>
  <Override PartName="/ppt/ink/ink2675.xml" ContentType="application/inkml+xml"/>
  <Override PartName="/ppt/ink/ink2676.xml" ContentType="application/inkml+xml"/>
  <Override PartName="/ppt/ink/ink2677.xml" ContentType="application/inkml+xml"/>
  <Override PartName="/ppt/ink/ink2678.xml" ContentType="application/inkml+xml"/>
  <Override PartName="/ppt/ink/ink2679.xml" ContentType="application/inkml+xml"/>
  <Override PartName="/ppt/ink/ink2680.xml" ContentType="application/inkml+xml"/>
  <Override PartName="/ppt/ink/ink2681.xml" ContentType="application/inkml+xml"/>
  <Override PartName="/ppt/ink/ink2682.xml" ContentType="application/inkml+xml"/>
  <Override PartName="/ppt/ink/ink2683.xml" ContentType="application/inkml+xml"/>
  <Override PartName="/ppt/ink/ink2684.xml" ContentType="application/inkml+xml"/>
  <Override PartName="/ppt/ink/ink2685.xml" ContentType="application/inkml+xml"/>
  <Override PartName="/ppt/ink/ink2686.xml" ContentType="application/inkml+xml"/>
  <Override PartName="/ppt/ink/ink2687.xml" ContentType="application/inkml+xml"/>
  <Override PartName="/ppt/ink/ink2688.xml" ContentType="application/inkml+xml"/>
  <Override PartName="/ppt/ink/ink2689.xml" ContentType="application/inkml+xml"/>
  <Override PartName="/ppt/ink/ink2690.xml" ContentType="application/inkml+xml"/>
  <Override PartName="/ppt/ink/ink2691.xml" ContentType="application/inkml+xml"/>
  <Override PartName="/ppt/ink/ink2692.xml" ContentType="application/inkml+xml"/>
  <Override PartName="/ppt/ink/ink2693.xml" ContentType="application/inkml+xml"/>
  <Override PartName="/ppt/ink/ink2694.xml" ContentType="application/inkml+xml"/>
  <Override PartName="/ppt/ink/ink2695.xml" ContentType="application/inkml+xml"/>
  <Override PartName="/ppt/ink/ink2696.xml" ContentType="application/inkml+xml"/>
  <Override PartName="/ppt/ink/ink2697.xml" ContentType="application/inkml+xml"/>
  <Override PartName="/ppt/ink/ink2698.xml" ContentType="application/inkml+xml"/>
  <Override PartName="/ppt/ink/ink2699.xml" ContentType="application/inkml+xml"/>
  <Override PartName="/ppt/ink/ink2700.xml" ContentType="application/inkml+xml"/>
  <Override PartName="/ppt/ink/ink2701.xml" ContentType="application/inkml+xml"/>
  <Override PartName="/ppt/ink/ink2702.xml" ContentType="application/inkml+xml"/>
  <Override PartName="/ppt/ink/ink2703.xml" ContentType="application/inkml+xml"/>
  <Override PartName="/ppt/ink/ink2704.xml" ContentType="application/inkml+xml"/>
  <Override PartName="/ppt/ink/ink2705.xml" ContentType="application/inkml+xml"/>
  <Override PartName="/ppt/ink/ink2706.xml" ContentType="application/inkml+xml"/>
  <Override PartName="/ppt/ink/ink2707.xml" ContentType="application/inkml+xml"/>
  <Override PartName="/ppt/ink/ink2708.xml" ContentType="application/inkml+xml"/>
  <Override PartName="/ppt/ink/ink2709.xml" ContentType="application/inkml+xml"/>
  <Override PartName="/ppt/ink/ink2710.xml" ContentType="application/inkml+xml"/>
  <Override PartName="/ppt/ink/ink2711.xml" ContentType="application/inkml+xml"/>
  <Override PartName="/ppt/ink/ink2712.xml" ContentType="application/inkml+xml"/>
  <Override PartName="/ppt/ink/ink2713.xml" ContentType="application/inkml+xml"/>
  <Override PartName="/ppt/ink/ink2714.xml" ContentType="application/inkml+xml"/>
  <Override PartName="/ppt/ink/ink2715.xml" ContentType="application/inkml+xml"/>
  <Override PartName="/ppt/ink/ink2716.xml" ContentType="application/inkml+xml"/>
  <Override PartName="/ppt/ink/ink2717.xml" ContentType="application/inkml+xml"/>
  <Override PartName="/ppt/ink/ink2718.xml" ContentType="application/inkml+xml"/>
  <Override PartName="/ppt/ink/ink2719.xml" ContentType="application/inkml+xml"/>
  <Override PartName="/ppt/ink/ink2720.xml" ContentType="application/inkml+xml"/>
  <Override PartName="/ppt/ink/ink2721.xml" ContentType="application/inkml+xml"/>
  <Override PartName="/ppt/ink/ink2722.xml" ContentType="application/inkml+xml"/>
  <Override PartName="/ppt/ink/ink2723.xml" ContentType="application/inkml+xml"/>
  <Override PartName="/ppt/ink/ink2724.xml" ContentType="application/inkml+xml"/>
  <Override PartName="/ppt/ink/ink2725.xml" ContentType="application/inkml+xml"/>
  <Override PartName="/ppt/ink/ink2726.xml" ContentType="application/inkml+xml"/>
  <Override PartName="/ppt/ink/ink2727.xml" ContentType="application/inkml+xml"/>
  <Override PartName="/ppt/ink/ink2728.xml" ContentType="application/inkml+xml"/>
  <Override PartName="/ppt/ink/ink2729.xml" ContentType="application/inkml+xml"/>
  <Override PartName="/ppt/ink/ink2730.xml" ContentType="application/inkml+xml"/>
  <Override PartName="/ppt/ink/ink2731.xml" ContentType="application/inkml+xml"/>
  <Override PartName="/ppt/ink/ink2732.xml" ContentType="application/inkml+xml"/>
  <Override PartName="/ppt/ink/ink2733.xml" ContentType="application/inkml+xml"/>
  <Override PartName="/ppt/ink/ink2734.xml" ContentType="application/inkml+xml"/>
  <Override PartName="/ppt/ink/ink2735.xml" ContentType="application/inkml+xml"/>
  <Override PartName="/ppt/ink/ink2736.xml" ContentType="application/inkml+xml"/>
  <Override PartName="/ppt/ink/ink2737.xml" ContentType="application/inkml+xml"/>
  <Override PartName="/ppt/ink/ink2738.xml" ContentType="application/inkml+xml"/>
  <Override PartName="/ppt/ink/ink2739.xml" ContentType="application/inkml+xml"/>
  <Override PartName="/ppt/ink/ink2740.xml" ContentType="application/inkml+xml"/>
  <Override PartName="/ppt/ink/ink2741.xml" ContentType="application/inkml+xml"/>
  <Override PartName="/ppt/ink/ink2742.xml" ContentType="application/inkml+xml"/>
  <Override PartName="/ppt/ink/ink2743.xml" ContentType="application/inkml+xml"/>
  <Override PartName="/ppt/ink/ink2744.xml" ContentType="application/inkml+xml"/>
  <Override PartName="/ppt/ink/ink2745.xml" ContentType="application/inkml+xml"/>
  <Override PartName="/ppt/ink/ink2746.xml" ContentType="application/inkml+xml"/>
  <Override PartName="/ppt/ink/ink2747.xml" ContentType="application/inkml+xml"/>
  <Override PartName="/ppt/ink/ink2748.xml" ContentType="application/inkml+xml"/>
  <Override PartName="/ppt/ink/ink2749.xml" ContentType="application/inkml+xml"/>
  <Override PartName="/ppt/ink/ink2750.xml" ContentType="application/inkml+xml"/>
  <Override PartName="/ppt/ink/ink2751.xml" ContentType="application/inkml+xml"/>
  <Override PartName="/ppt/ink/ink2752.xml" ContentType="application/inkml+xml"/>
  <Override PartName="/ppt/ink/ink2753.xml" ContentType="application/inkml+xml"/>
  <Override PartName="/ppt/ink/ink2754.xml" ContentType="application/inkml+xml"/>
  <Override PartName="/ppt/ink/ink2755.xml" ContentType="application/inkml+xml"/>
  <Override PartName="/ppt/ink/ink2756.xml" ContentType="application/inkml+xml"/>
  <Override PartName="/ppt/ink/ink2757.xml" ContentType="application/inkml+xml"/>
  <Override PartName="/ppt/ink/ink2758.xml" ContentType="application/inkml+xml"/>
  <Override PartName="/ppt/ink/ink2759.xml" ContentType="application/inkml+xml"/>
  <Override PartName="/ppt/ink/ink2760.xml" ContentType="application/inkml+xml"/>
  <Override PartName="/ppt/ink/ink2761.xml" ContentType="application/inkml+xml"/>
  <Override PartName="/ppt/ink/ink2762.xml" ContentType="application/inkml+xml"/>
  <Override PartName="/ppt/ink/ink2763.xml" ContentType="application/inkml+xml"/>
  <Override PartName="/ppt/ink/ink2764.xml" ContentType="application/inkml+xml"/>
  <Override PartName="/ppt/ink/ink2765.xml" ContentType="application/inkml+xml"/>
  <Override PartName="/ppt/ink/ink2766.xml" ContentType="application/inkml+xml"/>
  <Override PartName="/ppt/ink/ink2767.xml" ContentType="application/inkml+xml"/>
  <Override PartName="/ppt/ink/ink2768.xml" ContentType="application/inkml+xml"/>
  <Override PartName="/ppt/ink/ink2769.xml" ContentType="application/inkml+xml"/>
  <Override PartName="/ppt/ink/ink2770.xml" ContentType="application/inkml+xml"/>
  <Override PartName="/ppt/ink/ink2771.xml" ContentType="application/inkml+xml"/>
  <Override PartName="/ppt/ink/ink2772.xml" ContentType="application/inkml+xml"/>
  <Override PartName="/ppt/ink/ink2773.xml" ContentType="application/inkml+xml"/>
  <Override PartName="/ppt/ink/ink2774.xml" ContentType="application/inkml+xml"/>
  <Override PartName="/ppt/ink/ink2775.xml" ContentType="application/inkml+xml"/>
  <Override PartName="/ppt/ink/ink2776.xml" ContentType="application/inkml+xml"/>
  <Override PartName="/ppt/ink/ink2777.xml" ContentType="application/inkml+xml"/>
  <Override PartName="/ppt/ink/ink2778.xml" ContentType="application/inkml+xml"/>
  <Override PartName="/ppt/ink/ink2779.xml" ContentType="application/inkml+xml"/>
  <Override PartName="/ppt/ink/ink2780.xml" ContentType="application/inkml+xml"/>
  <Override PartName="/ppt/ink/ink2781.xml" ContentType="application/inkml+xml"/>
  <Override PartName="/ppt/ink/ink2782.xml" ContentType="application/inkml+xml"/>
  <Override PartName="/ppt/ink/ink2783.xml" ContentType="application/inkml+xml"/>
  <Override PartName="/ppt/ink/ink2784.xml" ContentType="application/inkml+xml"/>
  <Override PartName="/ppt/ink/ink2785.xml" ContentType="application/inkml+xml"/>
  <Override PartName="/ppt/ink/ink2786.xml" ContentType="application/inkml+xml"/>
  <Override PartName="/ppt/ink/ink2787.xml" ContentType="application/inkml+xml"/>
  <Override PartName="/ppt/ink/ink2788.xml" ContentType="application/inkml+xml"/>
  <Override PartName="/ppt/ink/ink2789.xml" ContentType="application/inkml+xml"/>
  <Override PartName="/ppt/ink/ink2790.xml" ContentType="application/inkml+xml"/>
  <Override PartName="/ppt/ink/ink2791.xml" ContentType="application/inkml+xml"/>
  <Override PartName="/ppt/ink/ink2792.xml" ContentType="application/inkml+xml"/>
  <Override PartName="/ppt/ink/ink2793.xml" ContentType="application/inkml+xml"/>
  <Override PartName="/ppt/ink/ink2794.xml" ContentType="application/inkml+xml"/>
  <Override PartName="/ppt/ink/ink2795.xml" ContentType="application/inkml+xml"/>
  <Override PartName="/ppt/ink/ink2796.xml" ContentType="application/inkml+xml"/>
  <Override PartName="/ppt/ink/ink2797.xml" ContentType="application/inkml+xml"/>
  <Override PartName="/ppt/ink/ink2798.xml" ContentType="application/inkml+xml"/>
  <Override PartName="/ppt/ink/ink2799.xml" ContentType="application/inkml+xml"/>
  <Override PartName="/ppt/ink/ink2800.xml" ContentType="application/inkml+xml"/>
  <Override PartName="/ppt/ink/ink2801.xml" ContentType="application/inkml+xml"/>
  <Override PartName="/ppt/ink/ink2802.xml" ContentType="application/inkml+xml"/>
  <Override PartName="/ppt/ink/ink2803.xml" ContentType="application/inkml+xml"/>
  <Override PartName="/ppt/ink/ink2804.xml" ContentType="application/inkml+xml"/>
  <Override PartName="/ppt/ink/ink2805.xml" ContentType="application/inkml+xml"/>
  <Override PartName="/ppt/ink/ink2806.xml" ContentType="application/inkml+xml"/>
  <Override PartName="/ppt/ink/ink2807.xml" ContentType="application/inkml+xml"/>
  <Override PartName="/ppt/ink/ink2808.xml" ContentType="application/inkml+xml"/>
  <Override PartName="/ppt/ink/ink2809.xml" ContentType="application/inkml+xml"/>
  <Override PartName="/ppt/ink/ink2810.xml" ContentType="application/inkml+xml"/>
  <Override PartName="/ppt/ink/ink2811.xml" ContentType="application/inkml+xml"/>
  <Override PartName="/ppt/ink/ink2812.xml" ContentType="application/inkml+xml"/>
  <Override PartName="/ppt/ink/ink2813.xml" ContentType="application/inkml+xml"/>
  <Override PartName="/ppt/ink/ink2814.xml" ContentType="application/inkml+xml"/>
  <Override PartName="/ppt/ink/ink2815.xml" ContentType="application/inkml+xml"/>
  <Override PartName="/ppt/ink/ink2816.xml" ContentType="application/inkml+xml"/>
  <Override PartName="/ppt/ink/ink2817.xml" ContentType="application/inkml+xml"/>
  <Override PartName="/ppt/ink/ink2818.xml" ContentType="application/inkml+xml"/>
  <Override PartName="/ppt/ink/ink2819.xml" ContentType="application/inkml+xml"/>
  <Override PartName="/ppt/ink/ink2820.xml" ContentType="application/inkml+xml"/>
  <Override PartName="/ppt/ink/ink2821.xml" ContentType="application/inkml+xml"/>
  <Override PartName="/ppt/ink/ink2822.xml" ContentType="application/inkml+xml"/>
  <Override PartName="/ppt/ink/ink282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990" autoAdjust="0"/>
    <p:restoredTop sz="94660"/>
  </p:normalViewPr>
  <p:slideViewPr>
    <p:cSldViewPr snapToGrid="0">
      <p:cViewPr>
        <p:scale>
          <a:sx n="93" d="100"/>
          <a:sy n="93" d="100"/>
        </p:scale>
        <p:origin x="540" y="6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12:55.2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59 48 148 0 0,'0'0'1561'0'0,"3"-13"4008"0"0,3-12 3589 0 0,-6 16-8116 0 0,3 162-1094 0 0,-4 129 408 0 0,-28 170 332 0 0,25-393 696 0 0,0-39 872 0 0,4-20-2238 0 0,0 1 0 0 0,0-1 1 0 0,-1 0-1 0 0,1 0 0 0 0,0 1 0 0 0,0-1 0 0 0,0 0 1 0 0,0 0-1 0 0,0 0 0 0 0,-1 1 0 0 0,1-1 0 0 0,0 0 1 0 0,0 0-1 0 0,0 0 0 0 0,-1 0 0 0 0,1 1 1 0 0,0-1-1 0 0,0 0 0 0 0,0 0 0 0 0,-1 0 0 0 0,1 0 1 0 0,0 0-1 0 0,0 0 0 0 0,-1 0 0 0 0,1 0 0 0 0,0 0 1 0 0,0 0-1 0 0,-1 0 0 0 0,1 0 0 0 0,0 0 0 0 0,-1 0 1 0 0,1 0-1 0 0,0 0 0 0 0,0 0 0 0 0,-1 0 1 0 0,1 0-1 0 0,0 0 0 0 0,0 0 0 0 0,0 0 0 0 0,-1 0 1 0 0,1 0-1 0 0,0-1 0 0 0,0 1 0 0 0,-1 0 0 0 0,1 0 1 0 0,0 0-1 0 0,0 0 0 0 0,0-1 0 0 0,0 1 1 0 0,-1 0-1 0 0,1 0 0 0 0,0 0 0 0 0,0-1 0 0 0,0 1 1 0 0,0 0-1 0 0,0 0 0 0 0,0-1 0 0 0,-1 1 0 0 0,1 0 1 0 0,0 0-1 0 0,0-1 0 0 0,0 1 0 0 0,0 0 0 0 0,0 0 1 0 0,0-1-1 0 0,0 1 0 0 0,-4-10-1 0 0,1 0 0 0 0,-1 0 0 0 0,2 0 1 0 0,-1 0-1 0 0,1 0 0 0 0,1 0 0 0 0,0-1 0 0 0,1 1 0 0 0,-1-1 0 0 0,2 1 0 0 0,0 0 0 0 0,0-1 0 0 0,1 1 0 0 0,0 0 1 0 0,1 0-1 0 0,0 0 0 0 0,5-12 0 0 0,0 3-35 0 0,1 1-1 0 0,0 0 1 0 0,2 1 0 0 0,0 0 0 0 0,0 1-1 0 0,2 0 1 0 0,0 1 0 0 0,17-16-1 0 0,-23 24-8 0 0,1 1 0 0 0,-1 0 0 0 0,1 0 0 0 0,0 1 0 0 0,0 0-1 0 0,1 0 1 0 0,-1 1 0 0 0,1 0 0 0 0,12-3 0 0 0,-16 6 9 0 0,1 0 1 0 0,-1 0-1 0 0,1 1 1 0 0,-1-1-1 0 0,1 1 1 0 0,-1 1-1 0 0,1-1 0 0 0,-1 1 1 0 0,1 0-1 0 0,-1 0 1 0 0,1 0-1 0 0,-1 1 1 0 0,0 0-1 0 0,0 0 1 0 0,0 1-1 0 0,0-1 1 0 0,9 7-1 0 0,-6-3 17 0 0,-1-1 0 0 0,0 2 0 0 0,0-1 0 0 0,-1 1 0 0 0,0 0 0 0 0,0 0-1 0 0,0 1 1 0 0,-1 0 0 0 0,0 0 0 0 0,-1 0 0 0 0,0 1 0 0 0,0-1 0 0 0,-1 1 0 0 0,0 0 0 0 0,0 0 0 0 0,-1 0-1 0 0,0 0 1 0 0,0 15 0 0 0,-1-9 21 0 0,0-1-1 0 0,-2 0 1 0 0,0 1 0 0 0,0-1-1 0 0,-1 0 1 0 0,-1 0 0 0 0,0 0-1 0 0,-1 0 1 0 0,-1 0 0 0 0,0-1-1 0 0,-10 20 1 0 0,7-20 18 0 0,-1 0 0 0 0,0 0 1 0 0,-1 0-1 0 0,-18 18 0 0 0,22-25 11 0 0,-1 0 0 0 0,0-1-1 0 0,0 1 1 0 0,0-1-1 0 0,-1-1 1 0 0,1 0-1 0 0,-1 0 1 0 0,0 0 0 0 0,-12 3-1 0 0,12-6-16 0 0,1 0 0 0 0,-1 0 0 0 0,0-1 0 0 0,0 1 0 0 0,0-2 0 0 0,0 1 0 0 0,0-1 0 0 0,1-1 0 0 0,-1 0 0 0 0,0 0 0 0 0,1 0 0 0 0,-1-1 0 0 0,1 0 0 0 0,0 0 0 0 0,-11-7 0 0 0,13 7-109 0 0,-1-1 0 0 0,1 0 0 0 0,-1 0 0 0 0,1-1 0 0 0,0 0 0 0 0,1 1 1 0 0,-1-2-1 0 0,1 1 0 0 0,0 0 0 0 0,-6-11 0 0 0,9 13-128 0 0,1 0 0 0 0,-1 0 0 0 0,1 1 0 0 0,-1-1-1 0 0,1 0 1 0 0,0 0 0 0 0,0 0 0 0 0,0 0 0 0 0,0 1 0 0 0,0-1 0 0 0,1 0-1 0 0,-1 0 1 0 0,1 0 0 0 0,0 1 0 0 0,0-1 0 0 0,0 0 0 0 0,0 1 0 0 0,0-1-1 0 0,1 1 1 0 0,-1-1 0 0 0,4-3 0 0 0,4-5-1578 0 0,1 0-1 0 0,-1 0 1 0 0,2 1 0 0 0,0 1 0 0 0,16-12-1 0 0,-24 19 1224 0 0,16-13-4707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12:55.7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189 133 1696 0 0,'25'11'8559'0'0,"-24"-9"-7883"0"0,4 6-108 0 0,-4-6-90 0 0,3 12 811 0 0,-4-11-1128 0 0,1 1 1 0 0,-1 0-1 0 0,1-1 1 0 0,0 1-1 0 0,0 0 0 0 0,0-1 1 0 0,0 0-1 0 0,1 1 1 0 0,0-1-1 0 0,2 5 0 0 0,-3-6 266 0 0,0-2-367 0 0,-1 1 1 0 0,0-1-1 0 0,0 1 0 0 0,1-1 0 0 0,-1 1 1 0 0,1-1-1 0 0,-1 0 0 0 0,0 1 0 0 0,1-1 1 0 0,-1 1-1 0 0,1-1 0 0 0,-1 0 0 0 0,1 1 1 0 0,-1-1-1 0 0,1 0 0 0 0,0 0 0 0 0,-1 1 1 0 0,1-1-1 0 0,-1 0 0 0 0,1 0 0 0 0,-1 0 1 0 0,1 0-1 0 0,0 0 0 0 0,3-1-5 0 0,-1 0 1 0 0,0 0-1 0 0,1-1 0 0 0,-1 1 0 0 0,0-1 0 0 0,0 0 1 0 0,0 0-1 0 0,0 0 0 0 0,-1 0 0 0 0,1-1 1 0 0,0 1-1 0 0,-1-1 0 0 0,0 0 0 0 0,1 1 0 0 0,2-7 1 0 0,1-1 65 0 0,1-1 0 0 0,-2 0-1 0 0,1 0 1 0 0,-2 0 0 0 0,0-1 0 0 0,0 1 0 0 0,-1-1 0 0 0,0 0 0 0 0,1-19 0 0 0,-4 29-119 0 0,0-1-1 0 0,0 0 1 0 0,0 1-1 0 0,-1-1 0 0 0,1 1 1 0 0,-1-1-1 0 0,1 0 1 0 0,-1 1-1 0 0,0 0 1 0 0,0-1-1 0 0,-2-1 1 0 0,2 1-4 0 0,0 2-2 0 0,1 0 0 0 0,-1 0-1 0 0,0 0 1 0 0,1 0 0 0 0,-1 0 0 0 0,0 0-1 0 0,0 0 1 0 0,0 0 0 0 0,0 0 0 0 0,0 0 0 0 0,0 1-1 0 0,0-1 1 0 0,-1 0 0 0 0,1 1 0 0 0,0-1-1 0 0,0 1 1 0 0,0-1 0 0 0,-1 1 0 0 0,1 0 0 0 0,0-1-1 0 0,-1 1 1 0 0,1 0 0 0 0,-2 0 0 0 0,-28 1-48 0 0,20 2 40 0 0,0 1 0 0 0,0 0 0 0 0,0 0 0 0 0,0 1 1 0 0,1 0-1 0 0,-1 1 0 0 0,1 0 0 0 0,-15 13 0 0 0,1 1-4 0 0,2 1 1 0 0,-22 26-1 0 0,34-35 18 0 0,1 0 0 0 0,0 1 0 0 0,1-1 0 0 0,0 2 0 0 0,1-1 0 0 0,-7 18 0 0 0,12-24 1 0 0,-1 0 1 0 0,1 0-1 0 0,0 0 1 0 0,0 1-1 0 0,1-1 1 0 0,0 1-1 0 0,1-1 1 0 0,-1 1-1 0 0,2 0 1 0 0,-1-1-1 0 0,1 1 1 0 0,0-1-1 0 0,0 1 1 0 0,4 9-1 0 0,-2-11 8 0 0,0 0 0 0 0,0-1 0 0 0,1 1 0 0 0,0-1 0 0 0,0 0 0 0 0,1 0 0 0 0,-1 0 0 0 0,1 0-1 0 0,0-1 1 0 0,1 0 0 0 0,-1 0 0 0 0,1 0 0 0 0,-1-1 0 0 0,1 0 0 0 0,0 0 0 0 0,0 0 0 0 0,1-1 0 0 0,-1 0-1 0 0,8 2 1 0 0,5 1-33 0 0,0-1 0 0 0,1-1 0 0 0,0 0 0 0 0,0-2 0 0 0,23-1 0 0 0,-23 0-745 0 0,-1-2 1 0 0,1-1-1 0 0,21-5 1 0 0,-24 3-2888 0 0,29-13 1 0 0,-24 7-2438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12:59.2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313 300 1556 0 0,'0'0'3099'0'0,"3"1"-1836"0"0,0 0-776 0 0,-1-1 0 0 0,1 1 1 0 0,0-1-1 0 0,0 1 0 0 0,0-1 0 0 0,0 0 1 0 0,-1 0-1 0 0,1 0 0 0 0,0 0 0 0 0,0-1 1 0 0,0 1-1 0 0,-1-1 0 0 0,1 0 0 0 0,0 0 1 0 0,0 0-1 0 0,-1 0 0 0 0,1 0 0 0 0,-1 0 1 0 0,1-1-1 0 0,2-1 0 0 0,-4 1-245 0 0,0 2-194 0 0,0-1-1 0 0,0 0 1 0 0,0 0-1 0 0,0 0 0 0 0,0 0 1 0 0,0 0-1 0 0,0 0 1 0 0,0 0-1 0 0,-1 0 1 0 0,1 0-1 0 0,0 0 1 0 0,-1 0-1 0 0,1 0 0 0 0,-1 0 1 0 0,1-1-1 0 0,-1 1 1 0 0,0 0-1 0 0,0 0 1 0 0,1-2-1 0 0,5-27 586 0 0,-5 18-599 0 0,-1 1 0 0 0,-1 0 0 0 0,0 0 0 0 0,0 0 0 0 0,-1 0 0 0 0,-1 0 0 0 0,0 0 0 0 0,0 0 0 0 0,-1 1 0 0 0,0-1 0 0 0,-1 1 0 0 0,0 0 0 0 0,-1 1-1 0 0,0-1 1 0 0,0 1 0 0 0,-1 0 0 0 0,0 1 0 0 0,-1-1 0 0 0,0 1 0 0 0,-17-13 0 0 0,20 19-45 0 0,0 0 1 0 0,0 0-1 0 0,1 1 1 0 0,-1-1-1 0 0,0 1 1 0 0,0 0-1 0 0,-1 1 1 0 0,1-1-1 0 0,0 1 1 0 0,0 0-1 0 0,0 0 0 0 0,0 1 1 0 0,0-1-1 0 0,0 1 1 0 0,0 0-1 0 0,-7 3 1 0 0,4 0 0 0 0,0 0 0 0 0,0 0 1 0 0,1 1-1 0 0,-1 0 0 0 0,1 0 0 0 0,0 1 1 0 0,0 0-1 0 0,1 0 0 0 0,0 0 0 0 0,0 1 1 0 0,1 0-1 0 0,-8 13 0 0 0,-2 4-1 0 0,1 1-1 0 0,-15 42 1 0 0,18-35 5 0 0,2-1-1 0 0,1 1 1 0 0,1 1 0 0 0,2-1 0 0 0,1 1-1 0 0,2 0 1 0 0,1 0 0 0 0,4 34-1 0 0,-1-38 1 0 0,1 0 0 0 0,1 0 0 0 0,2-1 0 0 0,0 1 0 0 0,2-1 0 0 0,21 49 0 0 0,-10-49 58 0 0,-18-26-43 0 0,1-1 0 0 0,-1 0 1 0 0,1 0-1 0 0,0 0 0 0 0,-1 0 0 0 0,1 0 1 0 0,0 0-1 0 0,0 0 0 0 0,0-1 1 0 0,0 1-1 0 0,-1-1 0 0 0,1 1 1 0 0,0-1-1 0 0,0 0 0 0 0,0 1 0 0 0,4-1 1 0 0,-3 0-4 0 0,1-1 1 0 0,0 1-1 0 0,-1 0 1 0 0,1-1-1 0 0,-1 0 1 0 0,1 0-1 0 0,-1 0 1 0 0,1 0-1 0 0,-1 0 0 0 0,0-1 1 0 0,1 0-1 0 0,-1 1 1 0 0,3-3-1 0 0,36-30 68 0 0,-39 32-69 0 0,17-18 5 0 0,0-2 1 0 0,-1 0-1 0 0,-2 0 1 0 0,0-2-1 0 0,-1 0 0 0 0,-2-1 1 0 0,0-1-1 0 0,-2 0 1 0 0,-1-1-1 0 0,-1 0 0 0 0,11-45 1 0 0,-15 37 127 0 0,-2 0 1 0 0,-1 0-1 0 0,-3-55 0 0 0,0 50-151 0 0,0 38-16 0 0,-7 14-110 0 0,4 37 140 0 0,2 0 1 0 0,3 0 0 0 0,1 0-1 0 0,3 0 1 0 0,1-1-1 0 0,25 81 1 0 0,-26-109 3 0 0,1 0 0 0 0,1 0 0 0 0,20 36 1 0 0,-24-48 5 0 0,1-1 1 0 0,0 0-1 0 0,1 0 1 0 0,-1-1 0 0 0,1 0-1 0 0,0 0 1 0 0,1 0-1 0 0,-1-1 1 0 0,1 0 0 0 0,0 0-1 0 0,1 0 1 0 0,8 3-1 0 0,-12-7-12 0 0,1 0-1 0 0,-1 0 0 0 0,0 0 0 0 0,1-1 0 0 0,-1 0 1 0 0,1 0-1 0 0,-1 0 0 0 0,0 0 0 0 0,1-1 0 0 0,-1 0 0 0 0,0 0 1 0 0,1 0-1 0 0,-1 0 0 0 0,0-1 0 0 0,0 1 0 0 0,0-1 1 0 0,7-4-1 0 0,-5 1-31 0 0,0 1 1 0 0,-1-1 0 0 0,0 0 0 0 0,1-1-1 0 0,-2 1 1 0 0,1-1 0 0 0,0 0-1 0 0,-1 0 1 0 0,-1-1 0 0 0,1 1 0 0 0,-1-1-1 0 0,0 0 1 0 0,3-9 0 0 0,2-10-25 0 0,-2 1 0 0 0,6-37-1 0 0,-7 2-3 0 0,-2 0-1 0 0,-5-64 0 0 0,0 24 265 0 0,-2 70-281 0 0,2 28-59 0 0,3 19 111 0 0,21 278 60 0 0,-20-276-16 0 0,21 187 255 0 0,-22-203-200 0 0,2 10 448 0 0,2-33-471 0 0,-1 1 1 0 0,2-27 0 0 0,4-19-57 0 0,-1 26-30 0 0,2 1 1 0 0,1 0-1 0 0,2 1 1 0 0,2 0 0 0 0,40-68-1 0 0,-49 93 0 0 0,-5 9 19 0 0,0-1 0 0 0,0 1 1 0 0,0 0-1 0 0,0 0 1 0 0,1 0-1 0 0,-1 0 1 0 0,1 1-1 0 0,0-1 0 0 0,-1 1 1 0 0,1-1-1 0 0,7-3 1 0 0,-8 5-8 0 0,2 1-20 0 0,20 7-15 0 0,-21-3 50 0 0,-1-2 0 0 0,1 1 8 0 0,0 1-1 0 0,0-1 1 0 0,0 1 0 0 0,0 0-1 0 0,0 0 1 0 0,-1 0 0 0 0,0 0-1 0 0,0 0 1 0 0,2 6-1 0 0,11 40-3 0 0,-13-43 5 0 0,6 35 17 0 0,-2 0-1 0 0,1 66 0 0 0,-3-32-1 0 0,-4-65-7 0 0,1 20-9 0 0,5 28 102 0 0,-6-52-60 0 0,0-6-34 0 0,0-1 0 0 0,0 1-1 0 0,1-1 1 0 0,-1 1 0 0 0,0-1 0 0 0,0 1 0 0 0,1-1-1 0 0,-1 1 1 0 0,0-1 0 0 0,1 1 0 0 0,-1-1-1 0 0,0 1 1 0 0,1-1 0 0 0,-1 0 0 0 0,1 1 0 0 0,-1-1-1 0 0,0 0 1 0 0,1 1 0 0 0,-1-1 0 0 0,1 0 0 0 0,-1 0-1 0 0,2 1 1 0 0,4-5 8 0 0,0-1 0 0 0,0 1 1 0 0,0-1-1 0 0,0 0 0 0 0,-1-1 0 0 0,1 0 0 0 0,-1 1 0 0 0,-1-2 1 0 0,1 1-1 0 0,3-8 0 0 0,4-7-4 0 0,-1 0 0 0 0,8-26-1 0 0,-2-2 10 0 0,-3 0 0 0 0,-2-1 0 0 0,-2 0 0 0 0,6-88 0 0 0,-12 66 376 0 0,-4 69-413 0 0,3 36-41 0 0,-2 85 98 0 0,-1-18-11 0 0,1-70-37 0 0,11 127-8 0 0,-8-136 21 0 0,0-1 1 0 0,1 1-1 0 0,1-1 0 0 0,0 0 1 0 0,13 25-1 0 0,-17-42 6 0 0,0-1-1 0 0,0 1 1 0 0,0-1 0 0 0,0 0-1 0 0,0 1 1 0 0,0-1 0 0 0,0 0-1 0 0,1 0 1 0 0,-1-1 0 0 0,5 4-1 0 0,-4-4-7 0 0,-1 0 2 0 0,0 0 1 0 0,0 0-1 0 0,0 0 1 0 0,0 0-1 0 0,1 0 1 0 0,-1-1-1 0 0,0 1 1 0 0,1-1-1 0 0,-1 0 1 0 0,0 0-1 0 0,1 0 0 0 0,-1 0 1 0 0,0 0-1 0 0,1 0 1 0 0,3-1-1 0 0,-1 0 7 0 0,-1-1 0 0 0,1 1 0 0 0,0-1 0 0 0,-1 0 0 0 0,9-4 0 0 0,-2-2-4 0 0,0 0 1 0 0,-1 0-1 0 0,0-1 0 0 0,-1 0 0 0 0,0-1 0 0 0,0 0 1 0 0,-1 0-1 0 0,0-1 0 0 0,-1 0 0 0 0,0-1 1 0 0,-1 1-1 0 0,-1-1 0 0 0,7-17 0 0 0,-4 4 66 0 0,-1 0 0 0 0,-1 0-1 0 0,-2 0 1 0 0,0-1 0 0 0,0-50 0 0 0,-3 49 429 0 0,0 16-359 0 0,-1-1 0 0 0,0 1 0 0 0,-2-14 0 0 0,2 23-175 0 0,-1 6-37 0 0,-2 24 61 0 0,0 1 1 0 0,4 55 0 0 0,1-27-33 0 0,5 220-2 0 0,-2 104 68 0 0,-26-42 118 0 0,11-245-65 0 0,-38 147-1 0 0,45-228-73 0 0,-6 21 33 0 0,-1 0-1 0 0,-21 46 0 0 0,28-73 45 0 0,0 0 0 0 0,-1 1 0 0 0,0-1 0 0 0,-1-1 0 0 0,0 1 0 0 0,0-1 0 0 0,0 1 0 0 0,0-2 0 0 0,-1 1 0 0 0,0 0 0 0 0,0-1 0 0 0,-1 0 0 0 0,0-1 0 0 0,0 1 0 0 0,0-1 0 0 0,-10 4 0 0 0,13-7-53 0 0,0 0 0 0 0,0-1-1 0 0,0 1 1 0 0,0-1 0 0 0,0 0-1 0 0,-1 0 1 0 0,1 0 0 0 0,0 0-1 0 0,0-1 1 0 0,0 0-1 0 0,0 0 1 0 0,0 0 0 0 0,0 0-1 0 0,0-1 1 0 0,1 1 0 0 0,-1-1-1 0 0,0 0 1 0 0,1 0 0 0 0,-1 0-1 0 0,1-1 1 0 0,0 1-1 0 0,0-1 1 0 0,-4-3 0 0 0,-2-3 16 0 0,1-1 0 0 0,-1 1 0 0 0,2-1 0 0 0,0-1 0 0 0,0 0 0 0 0,-6-11 0 0 0,7 7-50 0 0,-1 0-1 0 0,2 0 1 0 0,0 0-1 0 0,1-1 1 0 0,0 0 0 0 0,2 0-1 0 0,-2-28 1 0 0,3 20 12 0 0,2 1 1 0 0,1-1 0 0 0,1 1-1 0 0,10-41 1 0 0,0 23-6 0 0,1 0 0 0 0,3 1 0 0 0,1 1 0 0 0,1 1 0 0 0,35-51 1 0 0,-26 49-36 0 0,2 1 0 0 0,56-60 0 0 0,-67 82-413 0 0,-1 0 0 0 0,2 1 0 0 0,0 0-1 0 0,1 2 1 0 0,1 1 0 0 0,45-22 0 0 0,-62 33 54 0 0,0 0 1 0 0,0 1-1 0 0,0-1 1 0 0,0 1-1 0 0,0 0 1 0 0,0 1-1 0 0,0-1 1 0 0,1 1-1 0 0,-1 0 1 0 0,0 0-1 0 0,9 2 1 0 0,-7-1-1184 0 0,-1 1 0 0 0,1 0 1 0 0,-1 1-1 0 0,0-1 1 0 0,9 6-1 0 0,-2-1-3270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13:22.5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355 239 476 0 0,'2'-13'4456'0'0,"12"-50"3094"0"0,-13 52-6524 0 0,-1 0 0 0 0,0 0-1 0 0,-2-22 1 0 0,-1 27-909 0 0,1 0 0 0 0,-1 0 0 0 0,-1 1 0 0 0,1-1 0 0 0,-1 0 1 0 0,0 1-1 0 0,0 0 0 0 0,-8-8 0 0 0,8 9-111 0 0,0 1 0 0 0,0-1 0 0 0,-1 1-1 0 0,1 0 1 0 0,-1 0 0 0 0,0 0 0 0 0,1 0 0 0 0,-1 1 0 0 0,0 0 0 0 0,0 0 0 0 0,-1 0 0 0 0,1 1-1 0 0,0 0 1 0 0,-1 0 0 0 0,1 0 0 0 0,0 0 0 0 0,-1 1 0 0 0,1 0 0 0 0,-11 1 0 0 0,9 1-14 0 0,0-1 1 0 0,1 1 0 0 0,-1 0-1 0 0,0 1 1 0 0,1-1-1 0 0,0 1 1 0 0,0 1 0 0 0,0-1-1 0 0,0 1 1 0 0,0 0 0 0 0,1 0-1 0 0,-1 1 1 0 0,1 0 0 0 0,-7 8-1 0 0,-2 6-8 0 0,0 0-1 0 0,2 1 1 0 0,0 0-1 0 0,1 1 1 0 0,1 0 0 0 0,1 1-1 0 0,1 0 1 0 0,-8 39-1 0 0,10-32 8 0 0,1 0 0 0 0,2 0 0 0 0,1 0 0 0 0,1 1 0 0 0,1-1 1 0 0,8 47-1 0 0,-7-68 9 0 0,0-1 0 0 0,1 1 1 0 0,1-1-1 0 0,-1 1 0 0 0,1-1 0 0 0,5 10 1 0 0,-6-14-4 0 0,0-1 0 0 0,-1 1 1 0 0,1 0-1 0 0,1 0 0 0 0,-1-1 1 0 0,0 0-1 0 0,1 1 0 0 0,-1-1 1 0 0,1 0-1 0 0,0 0 0 0 0,-1 0 1 0 0,1 0-1 0 0,0-1 0 0 0,0 1 1 0 0,0-1-1 0 0,1 0 0 0 0,-1 0 1 0 0,5 2-1 0 0,-2-3-12 0 0,-1 1 0 0 0,0-1 0 0 0,1 0 0 0 0,-1 0 0 0 0,0-1 0 0 0,0 0 0 0 0,1 1 0 0 0,-1-2 0 0 0,0 1 0 0 0,0-1 0 0 0,0 1 0 0 0,0-1 0 0 0,0-1 0 0 0,-1 1 0 0 0,7-5 0 0 0,-5 3 12 0 0,0-1 0 0 0,-1 1 0 0 0,1-1 0 0 0,-1-1 1 0 0,0 1-1 0 0,-1-1 0 0 0,1 0 0 0 0,-1 0 0 0 0,0 0 0 0 0,0-1 0 0 0,3-8 0 0 0,5-19 22 0 0,-2-1 0 0 0,-2 0 0 0 0,0 0 0 0 0,2-45 0 0 0,-3 25 130 0 0,0-17-98 0 0,-7 70-71 0 0,0 1 17 0 0,1 1 0 0 0,-1 0 0 0 0,0-1 0 0 0,0 1-1 0 0,0 0 1 0 0,0-1 0 0 0,0 1 0 0 0,1 0 0 0 0,-1-1 0 0 0,0 1 0 0 0,0 0 0 0 0,1-1 0 0 0,-1 1 0 0 0,0 0-1 0 0,1 0 1 0 0,-1-1 0 0 0,0 1 0 0 0,0 0 0 0 0,1 0 0 0 0,-1 0 0 0 0,1 0 0 0 0,-1-1 0 0 0,0 1 0 0 0,1 0 0 0 0,-1 0-1 0 0,0 0 1 0 0,1 0 0 0 0,10 17-14 0 0,-1 0 1 0 0,-1 0-1 0 0,0 1 0 0 0,-2 1 0 0 0,0 0 0 0 0,6 27 1 0 0,8 18 14 0 0,-8-26 1 0 0,-5-13 30 0 0,1 0 0 0 0,1 0 0 0 0,1-1-1 0 0,2 0 1 0 0,25 37 0 0 0,-37-59-19 0 0,1 0 1 0 0,0 0-1 0 0,0-1 0 0 0,0 1 0 0 0,-1-1 1 0 0,2 1-1 0 0,-1-1 0 0 0,0 0 1 0 0,0 1-1 0 0,0-1 0 0 0,0-1 0 0 0,1 1 1 0 0,-1 0-1 0 0,1 0 0 0 0,-1-1 1 0 0,0 1-1 0 0,1-1 0 0 0,-1 0 0 0 0,1 0 1 0 0,-1 0-1 0 0,1 0 0 0 0,-1 0 1 0 0,0-1-1 0 0,1 1 0 0 0,-1-1 0 0 0,1 1 1 0 0,-1-1-1 0 0,0 0 0 0 0,5-2 1 0 0,4-2-94 0 0,0-1-1 0 0,-1 0 1 0 0,0-1 0 0 0,14-12 0 0 0,-8 5-1132 0 0,0-1 1 0 0,18-22-1 0 0,5-12-5244 0 0,-26 32 1720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12:19.9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58 3592 0 0,'0'15'13733'0'0,"-2"3"-9214"0"0,0-8-1489 0 0,-5-32-4242 0 0,-3-39-8295 0 0,8 44 3275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12:21.9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1740 452 0 0,'6'-9'13335'0'0,"-6"8"-13239"0"0,1 1 0 0 0,-1 0-1 0 0,1 0 1 0 0,-1-1 0 0 0,1 1-1 0 0,-1 0 1 0 0,1 0 0 0 0,-1 0-1 0 0,1 0 1 0 0,0 0 0 0 0,-1 0-1 0 0,1 0 1 0 0,-1 0 0 0 0,1 0-1 0 0,-1 0 1 0 0,1 0 0 0 0,-1 0-1 0 0,1 0 1 0 0,0 0 0 0 0,-1 0-1 0 0,1 0 1 0 0,-1 1-1 0 0,1-1 1 0 0,-1 0 0 0 0,1 0-1 0 0,-1 1 1 0 0,1-1 0 0 0,0 1-1 0 0,12 12 668 0 0,-9-9-707 0 0,-2-2 44 0 0,15 20 248 0 0,-15-21-296 0 0,25 8 415 0 0,-24-8-323 0 0,1-3-25 0 0,2-1-67 0 0,0 0-1 0 0,0-1 1 0 0,0 0 0 0 0,0 0 0 0 0,-1-1 0 0 0,0 1-1 0 0,0-1 1 0 0,0 0 0 0 0,-1-1 0 0 0,8-9 0 0 0,5-12 18 0 0,15-31 1 0 0,-17 31-46 0 0,91-200 48 0 0,-66 133-99 0 0,472-986-253 0 0,-482 1022 221 0 0,52-74-1 0 0,-81 130 60 0 0,0 1 0 0 0,0-1 0 0 0,1 0 0 0 0,-1 0 0 0 0,1 1 0 0 0,-1-1 0 0 0,1 0 0 0 0,0 1 0 0 0,0 0 0 0 0,0-1 0 0 0,2 0 0 0 0,-3 2 0 0 0,-1 0 0 0 0,1-1 0 0 0,-1 1 0 0 0,1 0 0 0 0,-1 0 0 0 0,1 0 0 0 0,0 0 0 0 0,-1 0-1 0 0,1 0 1 0 0,-1 0 0 0 0,1 0 0 0 0,-1 1 0 0 0,1-1 0 0 0,-1 0 0 0 0,1 0 0 0 0,-1 0 0 0 0,1 0 0 0 0,-1 1 0 0 0,2-1 0 0 0,0 2-5 0 0,-1-2 6 0 0,0 1 0 0 0,0 0 0 0 0,0-1 0 0 0,0 1 0 0 0,-1 0 0 0 0,1 0 0 0 0,0-1 0 0 0,-1 1 0 0 0,1 0 0 0 0,0 0 0 0 0,-1 0 0 0 0,1 0 0 0 0,-1 0 0 0 0,0 0 0 0 0,1 0 0 0 0,-1 0 0 0 0,0 0 0 0 0,1 1 0 0 0,3 15 15 0 0,-4-17-17 0 0,2 18 62 0 0,-1 0 0 0 0,-1 0 0 0 0,0 0 0 0 0,-1 0 1 0 0,-6 26-1 0 0,6-32-14 0 0,-74 474 2054 0 0,28-185-1331 0 0,-22 207-39 0 0,63-452-674 0 0,1-1-1 0 0,5 76 1 0 0,1-117-45 0 0,0-1-1 0 0,1 0 1 0 0,1 0-1 0 0,0 0 1 0 0,1 0-1 0 0,8 21 0 0 0,-9-30-6 0 0,-1 0-1 0 0,0-1 1 0 0,1 1-1 0 0,0-1 1 0 0,0 0-1 0 0,0 1 1 0 0,0-1-1 0 0,0-1 1 0 0,1 1-1 0 0,-1 0 1 0 0,6 2-1 0 0,-4-3 7 0 0,0-1-1 0 0,-1 1 0 0 0,1-1 0 0 0,0 0 0 0 0,1 0 0 0 0,-1 0 1 0 0,0-1-1 0 0,0 0 0 0 0,0 0 0 0 0,0 0 0 0 0,0-1 0 0 0,0 0 1 0 0,0 1-1 0 0,0-2 0 0 0,0 1 0 0 0,5-3 0 0 0,-2 1-85 0 0,-1-1-1 0 0,1 0 0 0 0,-1 0 0 0 0,0-1 1 0 0,-1 0-1 0 0,1 0 0 0 0,-1 0 1 0 0,0-1-1 0 0,9-11 0 0 0,-9 9-340 0 0,0 0 1 0 0,-1 0-1 0 0,0 0 0 0 0,0-1 1 0 0,-1 1-1 0 0,0-1 0 0 0,-1 0 1 0 0,4-14-1 0 0,-6 16-211 0 0,0 1 0 0 0,0 0 0 0 0,0-1 0 0 0,-1 1 0 0 0,0 0 0 0 0,0-1 0 0 0,-1 1-1 0 0,0 0 1 0 0,0-1 0 0 0,0 1 0 0 0,-1 0 0 0 0,0 0 0 0 0,-2-6 0 0 0,-5-5-2756 0 0,-1 0-1209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12:22.7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614 403 908 0 0,'7'-7'5043'0'0,"-6"5"-4621"0"0,1 0-1 0 0,-1 0 1 0 0,0 1-1 0 0,1-1 0 0 0,-1 1 1 0 0,1 0-1 0 0,0-1 1 0 0,-1 1-1 0 0,1 0 1 0 0,0 0-1 0 0,0 0 0 0 0,0 0 1 0 0,0 0-1 0 0,0 0 1 0 0,0 0-1 0 0,0 1 1 0 0,0-1-1 0 0,0 1 0 0 0,0 0 1 0 0,0-1-1 0 0,0 1 1 0 0,3 0-1 0 0,-4 0-397 0 0,-1 0 0 0 0,0 0 0 0 0,1 0 0 0 0,-1 0 0 0 0,0 1-1 0 0,1-1 1 0 0,-1 0 0 0 0,0 0 0 0 0,1 0 0 0 0,-1 0 0 0 0,0 0 0 0 0,1 0 0 0 0,-1 1-1 0 0,0-1 1 0 0,1 0 0 0 0,-1 0 0 0 0,0 0 0 0 0,0 1 0 0 0,1-1 0 0 0,-1 0 0 0 0,0 0 0 0 0,0 1-1 0 0,0-1 1 0 0,1 0 0 0 0,-1 1 0 0 0,0-1 0 0 0,0 0 0 0 0,0 0 0 0 0,0 1 0 0 0,1-1 0 0 0,-1 0-1 0 0,0 1 1 0 0,0 0 0 0 0,-1 15 1189 0 0,-9 9-137 0 0,5-18-915 0 0,-1 0 1 0 0,0 0-1 0 0,0 0 0 0 0,-1-1 0 0 0,0 1 1 0 0,0-2-1 0 0,-1 1 0 0 0,-13 7 0 0 0,-68 29 391 0 0,77-37-471 0 0,-8 3 11 0 0,0 0 0 0 0,0-2 1 0 0,-1-1-1 0 0,0 0 0 0 0,0-2 1 0 0,-1 0-1 0 0,1-1 0 0 0,-1-2 1 0 0,-24-1-1 0 0,32 0-79 0 0,0-1-1 0 0,1-1 0 0 0,-1 0 1 0 0,0 0-1 0 0,1-1 0 0 0,0-1 1 0 0,0-1-1 0 0,0 1 0 0 0,1-2 1 0 0,0 0-1 0 0,0 0 1 0 0,0-1-1 0 0,1-1 0 0 0,1 0 1 0 0,-11-11-1 0 0,16 15-22 0 0,1 0 1 0 0,0-1-1 0 0,0 1 0 0 0,0-1 0 0 0,1 0 1 0 0,0-1-1 0 0,0 1 0 0 0,0 0 1 0 0,1-1-1 0 0,0 0 0 0 0,0 1 0 0 0,1-1 1 0 0,-1-8-1 0 0,1 5-3 0 0,1 0-1 0 0,0 0 1 0 0,1-1 0 0 0,0 1-1 0 0,1 0 1 0 0,0 0 0 0 0,1 0-1 0 0,4-11 1 0 0,1 1 3 0 0,1 1-1 0 0,1 0 1 0 0,1 1-1 0 0,0 0 1 0 0,2 1-1 0 0,0 0 1 0 0,0 1-1 0 0,18-16 1 0 0,-19 21 5 0 0,1 1 0 0 0,-1 0 0 0 0,1 1 0 0 0,1 0-1 0 0,0 1 1 0 0,0 0 0 0 0,1 2 0 0 0,0-1 0 0 0,0 2 0 0 0,30-8 0 0 0,-31 11 4 0 0,0 0 0 0 0,0 1 0 0 0,0 0 0 0 0,0 2 0 0 0,0-1 0 0 0,0 1 0 0 0,0 1 0 0 0,0 1 0 0 0,0 0 0 0 0,0 1 0 0 0,-1 0 0 0 0,23 11 0 0 0,-6 1 17 0 0,-1 0 0 0 0,-1 2-1 0 0,-1 1 1 0 0,37 34-1 0 0,90 102 96 0 0,-105-102-27 0 0,-14-15-43 0 0,-10-10-1 0 0,53 45 0 0 0,-64-62-33 0 0,1 0-1 0 0,0-1 0 0 0,0-1 0 0 0,1 0 0 0 0,0-1 1 0 0,1-1-1 0 0,0 0 0 0 0,0-1 0 0 0,1-1 1 0 0,-1-1-1 0 0,1-1 0 0 0,0 0 0 0 0,0-1 0 0 0,0-1 1 0 0,0-1-1 0 0,0 0 0 0 0,29-5 0 0 0,-21 1 27 0 0,41-13 0 0 0,-64 15-33 0 0,0 1 0 0 0,0-1 0 0 0,-1 0 0 0 0,1 0-1 0 0,-1 0 1 0 0,0 0 0 0 0,1-1 0 0 0,-1 1-1 0 0,2-4 1 0 0,0 2-29 0 0,-3 2-45 0 0,-1 0-1 0 0,1 1 1 0 0,0-1-1 0 0,0 0 1 0 0,-1 0-1 0 0,1 1 1 0 0,-1-1-1 0 0,1 0 1 0 0,-1 0-1 0 0,0 0 1 0 0,0 0-1 0 0,1 1 1 0 0,-1-1-1 0 0,-1 0 1 0 0,1-3-1 0 0,-7-26-1821 0 0,-8-6-2077 0 0,3 13-2225 0 0,5 10-211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12:24.0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531 1206 416 0 0,'4'-11'3627'0'0,"-2"-1"1"0"0,4-22-1 0 0,-5 22-2874 0 0,-1 1 1 0 0,0-1-1 0 0,0 0 0 0 0,-1 0 1 0 0,-3-16-1 0 0,2 21-663 0 0,-1 1-1 0 0,1-1 0 0 0,-1 0 1 0 0,0 1-1 0 0,0-1 1 0 0,-1 1-1 0 0,0 0 1 0 0,0 0-1 0 0,0 1 1 0 0,-1-1-1 0 0,0 1 1 0 0,0 0-1 0 0,0 0 1 0 0,-1 1-1 0 0,0-1 0 0 0,1 1 1 0 0,-2 1-1 0 0,1-1 1 0 0,0 1-1 0 0,-1 0 1 0 0,1 0-1 0 0,-9-2 1 0 0,-8 1-59 0 0,-8 2-10 0 0,20 3-19 0 0,-1 0 0 0 0,1 0 0 0 0,-1 2 0 0 0,1-1 0 0 0,0 2 0 0 0,0-1 1 0 0,0 1-1 0 0,0 1 0 0 0,-14 8 0 0 0,11-3-2 0 0,0-1 1 0 0,0 1-1 0 0,1 1 1 0 0,1 1-1 0 0,0-1 1 0 0,-11 15-1 0 0,7-4-3 0 0,0 1 0 0 0,1 1 0 0 0,1 0 0 0 0,1 1 0 0 0,2 0 0 0 0,0 1 0 0 0,-12 48 0 0 0,16-44-6 0 0,1 1-1 0 0,-2 49 0 0 0,8-61 17 0 0,0 0-1 0 0,1 0 1 0 0,0 0 0 0 0,2 0-1 0 0,6 26 1 0 0,-7-39 7 0 0,0 0-1 0 0,1 0 1 0 0,-1 0 0 0 0,1 0-1 0 0,0 0 1 0 0,1 0 0 0 0,-1-1-1 0 0,6 6 1 0 0,-7-8-7 0 0,0-1 0 0 0,1 0 0 0 0,-1 0 1 0 0,1 0-1 0 0,0 0 0 0 0,0 0 0 0 0,0 0 0 0 0,0-1 0 0 0,0 1 0 0 0,0-1 1 0 0,0 0-1 0 0,0 0 0 0 0,0 0 0 0 0,1 0 0 0 0,-1-1 0 0 0,0 1 1 0 0,1-1-1 0 0,-1 0 0 0 0,5 0 0 0 0,3-1 2 0 0,0 0 1 0 0,0-1-1 0 0,0-1 0 0 0,-1 0 0 0 0,1 0 1 0 0,-1-1-1 0 0,1 0 0 0 0,16-10 1 0 0,-11 4-5 0 0,1-2 1 0 0,-2 1 0 0 0,1-2-1 0 0,17-19 1 0 0,7-13-7 0 0,-3-2 0 0 0,40-64 0 0 0,-76 109 1 0 0,45-69-32 0 0,-3-2 1 0 0,-4-2-1 0 0,-2-1 1 0 0,-5-2 0 0 0,-2-1-1 0 0,-4-2 1 0 0,-4 0-1 0 0,21-146 1 0 0,-16-244-5 0 0,-31 433 63 0 0,3 35-27 0 0,0 3-9 0 0,0 0 11 0 0,0 0-1 0 0,0 0 1 0 0,0 0 0 0 0,0 0 0 0 0,0 0 0 0 0,0 0-1 0 0,0 0 1 0 0,0 0 0 0 0,0 0 0 0 0,1 0 0 0 0,-1 1-1 0 0,0-1 1 0 0,0 0 0 0 0,0 1 0 0 0,0-1 0 0 0,0 1-1 0 0,0-1 1 0 0,1 1 0 0 0,-1-1 0 0 0,0 1 0 0 0,0 0-1 0 0,1-1 1 0 0,-1 1 0 0 0,0 0 0 0 0,1 0 0 0 0,-1-1-1 0 0,1 1 1 0 0,-1 0 0 0 0,1 0 0 0 0,-1 0-1 0 0,1 0 1 0 0,0 0 0 0 0,-1 0 0 0 0,1 1 0 0 0,-12 24 222 0 0,1 1 0 0 0,1 1-1 0 0,-7 32 1 0 0,-12 91 885 0 0,11-48-282 0 0,-36 145 846 0 0,-21 105-29 0 0,25 0-836 0 0,46-295-730 0 0,5 88 1 0 0,1-119-63 0 0,1 0-1 0 0,2 0 1 0 0,0 0 0 0 0,2-1 0 0 0,15 37 0 0 0,-19-56-7 0 0,0 0-1 0 0,0 0 1 0 0,1 0 0 0 0,-1-1 0 0 0,2 1 0 0 0,-1-1 0 0 0,1 0 0 0 0,0 0-1 0 0,0-1 1 0 0,0 1 0 0 0,1-1 0 0 0,0-1 0 0 0,0 1 0 0 0,1-1 0 0 0,-1 0 0 0 0,1 0-1 0 0,-1-1 1 0 0,1 1 0 0 0,1-2 0 0 0,-1 1 0 0 0,0-1 0 0 0,0 0 0 0 0,1 0 0 0 0,-1-1-1 0 0,12 0 1 0 0,-8-1 6 0 0,1 0 0 0 0,-1-1 0 0 0,0-1 0 0 0,0 0 0 0 0,0-1 0 0 0,0 0 0 0 0,16-6-1 0 0,-20 6-21 0 0,0-1 0 0 0,0 0 0 0 0,-1 0 0 0 0,1-1 0 0 0,-1 1 0 0 0,0-1-1 0 0,0-1 1 0 0,0 1 0 0 0,-1-1 0 0 0,0 0 0 0 0,0 0 0 0 0,6-11-1 0 0,-5 5-824 0 0,0-1 0 0 0,0 1 0 0 0,-1-1 0 0 0,4-21 0 0 0,-2 4-4015 0 0,-3 1-3733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12:24.5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726 164 908 0 0,'6'-12'2605'0'0,"0"0"-1"0"0,0-1 1 0 0,-1 0 0 0 0,-1 0 0 0 0,0 0-1 0 0,-1-1 1 0 0,-1 1 0 0 0,0-1-1 0 0,1-26 1 0 0,-3 40-2575 0 0,0 0 0 0 0,0 0 0 0 0,0 0 0 0 0,0 0 0 0 0,0-1 0 0 0,0 1 0 0 0,0 0 0 0 0,0 0 0 0 0,0 0 0 0 0,0-1-1 0 0,0 1 1 0 0,0 0 0 0 0,0 0 0 0 0,0 0 0 0 0,0 0 0 0 0,0-1 0 0 0,0 1 0 0 0,0 0 0 0 0,0 0 0 0 0,0 0 0 0 0,0 0 0 0 0,0-1 0 0 0,0 1 0 0 0,0 0 0 0 0,0 0 0 0 0,0 0-1 0 0,0 0 1 0 0,0-1 0 0 0,-1 1 0 0 0,1 0 0 0 0,0 0 0 0 0,0 0 0 0 0,0 0 0 0 0,0 0 0 0 0,0-1 0 0 0,0 1 0 0 0,-1 0 0 0 0,1 0 0 0 0,0 0 0 0 0,0 0 0 0 0,0 0 0 0 0,0 0-1 0 0,-1 0 1 0 0,1 0 0 0 0,0 0 0 0 0,0 0 0 0 0,0 0 0 0 0,-1 0 0 0 0,1 0 0 0 0,0 0 0 0 0,0 0 0 0 0,0 0 0 0 0,0 0 0 0 0,-1 0 0 0 0,-9 10 762 0 0,-8 21-60 0 0,0 32-273 0 0,2 0 1 0 0,-10 83-1 0 0,0 132 804 0 0,14-45-1263 0 0,-6 69 0 0 0,-21-5 0 0 0,26-237 0 0 0,-2 0 0 0 0,-28 72 0 0 0,30-101 0 0 0,-1-1 0 0 0,-1 0 0 0 0,-2-1 0 0 0,0-1 0 0 0,-40 48 0 0 0,52-70 0 0 0,0-1 0 0 0,0 1 0 0 0,-1-1 0 0 0,0 0 0 0 0,0 0 0 0 0,0-1 0 0 0,-1 1 0 0 0,0-1 0 0 0,1-1 0 0 0,-1 1 0 0 0,0-1 0 0 0,-10 2 0 0 0,11-3 2 0 0,0-1-1 0 0,-1-1 1 0 0,1 1 0 0 0,0-1 0 0 0,-1 0-1 0 0,1 0 1 0 0,0-1 0 0 0,-1 0 0 0 0,1 0-1 0 0,0 0 1 0 0,0-1 0 0 0,0 0 0 0 0,0 0-1 0 0,0 0 1 0 0,0-1 0 0 0,0 0 0 0 0,1 0-1 0 0,0-1 1 0 0,-9-6 0 0 0,3-1-31 0 0,0-1 0 0 0,0 0 0 0 0,1-1 0 0 0,0 0 0 0 0,-11-21 0 0 0,9 13-1212 0 0,1-1 1 0 0,1 0-1 0 0,1 0 0 0 0,1-1 1 0 0,1 0-1 0 0,-7-43 1 0 0,9 30-2134 0 0,2-1 0 0 0,1 1 1 0 0,6-70-1 0 0,3 31-4671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12:24.7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1 283 1820 0 0,'22'-40'2669'0'0,"0"0"1587"0"0,31-76 0 0 0,-18 39-2112 0 0,-34 75-2287 0 0,-1 1 36 0 0,0 1 1 0 0,0 0-1 0 0,0-1 0 0 0,0 1 0 0 0,1-1 1 0 0,-1 1-1 0 0,0 0 0 0 0,0-1 0 0 0,0 1 1 0 0,0 0-1 0 0,1-1 0 0 0,-1 1 0 0 0,0 0 0 0 0,0 0 1 0 0,1-1-1 0 0,-1 1 0 0 0,0 0 0 0 0,1 0 1 0 0,-1-1-1 0 0,0 1 0 0 0,1 0 0 0 0,-1 0 1 0 0,0 0-1 0 0,1-1 0 0 0,0 1 0 0 0,0 37-5695 0 0,-3-19 1782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12:25.8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123 431 2236 0 0,'0'0'4619'0'0,"12"-11"-1039"0"0,-7 2-2548 0 0,-1 1 154 0 0,1-1 0 0 0,-1 1 0 0 0,-1-1 1 0 0,0 0-1 0 0,0 0 0 0 0,0 0 0 0 0,-1-1 0 0 0,1-17 1 0 0,-3 26-1156 0 0,0 0 1 0 0,-1 0 0 0 0,0 1-1 0 0,1-1 1 0 0,-1 0 0 0 0,1 1 0 0 0,-1-1-1 0 0,0 1 1 0 0,1-1 0 0 0,-1 1-1 0 0,0-1 1 0 0,1 1 0 0 0,-1-1-1 0 0,0 1 1 0 0,0 0 0 0 0,0-1-1 0 0,1 1 1 0 0,-1 0 0 0 0,0 0-1 0 0,0-1 1 0 0,0 1 0 0 0,0 0 0 0 0,0 0-1 0 0,1 0 1 0 0,-1 0 0 0 0,0 0-1 0 0,0 0 1 0 0,0 1 0 0 0,0-1-1 0 0,0 0 1 0 0,1 0 0 0 0,-1 1-1 0 0,0-1 1 0 0,0 0 0 0 0,-1 1-1 0 0,-8 6-9 0 0,1 0 0 0 0,0 1-1 0 0,0 0 1 0 0,1 0 0 0 0,0 1-1 0 0,0 0 1 0 0,1 0-1 0 0,0 0 1 0 0,1 1 0 0 0,0 0-1 0 0,1 1 1 0 0,0-1 0 0 0,-7 22-1 0 0,4-9-9 0 0,1 1 1 0 0,2 0-1 0 0,0 1 0 0 0,2-1 0 0 0,-2 43 1 0 0,6-54-14 0 0,-1 0 0 0 0,2 0 1 0 0,-1 0-1 0 0,2-1 0 0 0,0 1 1 0 0,0 0-1 0 0,1-1 1 0 0,1 0-1 0 0,0 0 0 0 0,1-1 1 0 0,8 15-1 0 0,-10-20 2 0 0,1 0 0 0 0,-1 0 0 0 0,1-1 0 0 0,0 1 0 0 0,0-1 0 0 0,1 0 0 0 0,0-1 0 0 0,-1 1 0 0 0,1-1 0 0 0,1 0 0 0 0,-1-1 0 0 0,1 0 0 0 0,-1 0 0 0 0,1 0 0 0 0,0-1 0 0 0,0 1 0 0 0,0-2 0 0 0,0 1 0 0 0,1-1 0 0 0,-1 0 0 0 0,9 0 0 0 0,-5-2 8 0 0,0 1 0 0 0,0-1 0 0 0,-1-1 0 0 0,1 0 0 0 0,-1-1 0 0 0,1 0 1 0 0,-1 0-1 0 0,0-1 0 0 0,0 0 0 0 0,0-1 0 0 0,16-10 0 0 0,-14 6 4 0 0,0 0 0 0 0,-1-1 0 0 0,0-1 0 0 0,-1 0-1 0 0,0 0 1 0 0,0-1 0 0 0,14-23 0 0 0,-11 12-17 0 0,-1-1 0 0 0,-1-1 0 0 0,-2 1 1 0 0,0-2-1 0 0,-1 1 0 0 0,-2-1 0 0 0,0 0 1 0 0,-2-1-1 0 0,1-36 0 0 0,-4 47-1 0 0,-2-1-1 0 0,0 0 1 0 0,0 0-1 0 0,-2 1 1 0 0,0-1-1 0 0,-1 1 1 0 0,-1 0-1 0 0,0 0 1 0 0,-1 0-1 0 0,-1 1 1 0 0,0 0-1 0 0,-1 0 1 0 0,-1 1-1 0 0,0 0 1 0 0,-1 0-1 0 0,0 1 1 0 0,-1 0-1 0 0,-1 1 1 0 0,0 0-1 0 0,0 1 1 0 0,-1 1-1 0 0,-1 0 1 0 0,-20-12-1 0 0,28 19 5 0 0,0 0 0 0 0,-1 1-1 0 0,0-1 1 0 0,0 1 0 0 0,0 0 0 0 0,0 1-1 0 0,0 0 1 0 0,0 0 0 0 0,0 0 0 0 0,-1 1-1 0 0,1 0 1 0 0,0 0 0 0 0,0 1 0 0 0,0 0-1 0 0,0 0 1 0 0,0 1 0 0 0,0 0 0 0 0,0 0-1 0 0,0 1 1 0 0,1-1 0 0 0,-1 2 0 0 0,1-1-1 0 0,-1 1 1 0 0,-6 5 0 0 0,3-1 2 0 0,0 0 0 0 0,1 0-1 0 0,0 1 1 0 0,0 1 0 0 0,1-1 0 0 0,1 1 0 0 0,-1 1 0 0 0,1-1 0 0 0,1 1-1 0 0,0 0 1 0 0,1 1 0 0 0,0-1 0 0 0,-3 14 0 0 0,4-13-15 0 0,2 1 0 0 0,0-1-1 0 0,0 1 1 0 0,1-1 0 0 0,0 1 0 0 0,1 0 0 0 0,1 0 0 0 0,0-1 0 0 0,1 1 0 0 0,0-1-1 0 0,1 1 1 0 0,0-1 0 0 0,1 0 0 0 0,0 0 0 0 0,1 0 0 0 0,1-1 0 0 0,-1 1-1 0 0,2-1 1 0 0,0-1 0 0 0,0 1 0 0 0,1-1 0 0 0,0 0 0 0 0,1-1 0 0 0,0 0 0 0 0,0-1-1 0 0,1 1 1 0 0,0-2 0 0 0,0 1 0 0 0,1-2 0 0 0,0 1 0 0 0,0-1 0 0 0,1-1 0 0 0,0 0-1 0 0,0-1 1 0 0,16 4 0 0 0,-2-3-222 0 0,0-1 0 0 0,1-2-1 0 0,-1 0 1 0 0,1-2 0 0 0,-1-1 0 0 0,1-1-1 0 0,-1-1 1 0 0,0-1 0 0 0,0-2 0 0 0,0 0-1 0 0,-1-2 1 0 0,0-1 0 0 0,36-17-1 0 0,-43 15 154 0 0,0-1-1 0 0,-1 0 0 0 0,0-1 0 0 0,0-1 0 0 0,-2 0 0 0 0,0-1 1 0 0,0-1-1 0 0,-1 0 0 0 0,-2-1 0 0 0,1-1 0 0 0,-2 0 0 0 0,0 0 0 0 0,-1-1 1 0 0,-1 0-1 0 0,-1-1 0 0 0,6-25 0 0 0,-8 28 397 0 0,-2-1 1 0 0,0 0-1 0 0,-1 0 0 0 0,-1 0 1 0 0,-1-1-1 0 0,0 1 0 0 0,-1 0 0 0 0,-1-1 1 0 0,-1 1-1 0 0,-4-19 0 0 0,3 23 200 0 0,3 12-471 0 0,0 0 0 0 0,0 0-1 0 0,-1 0 1 0 0,1 0 0 0 0,-1 0 0 0 0,1 0 0 0 0,-1 1 0 0 0,1-1 0 0 0,-1 0 0 0 0,0 0 0 0 0,0 0-1 0 0,0 1 1 0 0,0-1 0 0 0,0 1 0 0 0,-1-1 0 0 0,1 1 0 0 0,0-1 0 0 0,-1 1 0 0 0,1-1 0 0 0,-3 0-1 0 0,3 1 33 0 0,-12 15 350 0 0,6 5-36 0 0,1 0 0 0 0,0 0 0 0 0,2 1 0 0 0,0 0 0 0 0,-1 27 0 0 0,0 107 1511 0 0,5-146-1847 0 0,0 21 198 0 0,4 129 544 0 0,-2-134-737 0 0,1-1-1 0 0,1 0 0 0 0,1-1 0 0 0,14 39 0 0 0,-16-53-42 0 0,1-1-1 0 0,0 1 0 0 0,1-1 0 0 0,-1 0 0 0 0,2 0 0 0 0,-1 0 0 0 0,1-1 1 0 0,0 0-1 0 0,0 0 0 0 0,7 5 0 0 0,-9-9-110 0 0,-1-1-1 0 0,0 1 1 0 0,0-1-1 0 0,1 0 1 0 0,-1 0 0 0 0,0-1-1 0 0,1 1 1 0 0,-1-1-1 0 0,7 1 1 0 0,-4-1-147 0 0,-3 0-46 0 0,0 0-1 0 0,1 0 1 0 0,-1-1-1 0 0,0 1 1 0 0,1-1 0 0 0,-1 0-1 0 0,0 0 1 0 0,1 0 0 0 0,-1 0-1 0 0,0-1 1 0 0,0 1-1 0 0,0-1 1 0 0,0 0 0 0 0,-1 0-1 0 0,1 0 1 0 0,4-4-1 0 0,1-1-1058 0 0,-1-1 0 0 0,0 0 0 0 0,10-15-1 0 0,10-22-6534 0 0,-17 17 184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12:26.0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136 159 2624 0 0,'-35'-60'5964'0'0,"23"41"-3954"0"0,1 0 1 0 0,-9-21-1 0 0,19 38-1923 0 0,0 1-1 0 0,0-1 0 0 0,0 1 0 0 0,-1-1 1 0 0,1 1-1 0 0,0-1 0 0 0,0 1 1 0 0,-1 0-1 0 0,1 0 0 0 0,-4-2 0 0 0,5 2-101 0 0,0 1 0 0 0,-1 0 0 0 0,1 0 0 0 0,-1-1 0 0 0,1 1 0 0 0,0 0 0 0 0,-1 0 0 0 0,1 0-1 0 0,-1-1 1 0 0,1 1 0 0 0,0 0 0 0 0,-1 0 0 0 0,1 0 0 0 0,-1 0 0 0 0,1 0 0 0 0,-1 0 0 0 0,1 0-1 0 0,0 0 1 0 0,-1 0 0 0 0,1 0 0 0 0,-1 0 0 0 0,1 0 0 0 0,-1 0 0 0 0,1 0 0 0 0,-1 0 0 0 0,1 0 0 0 0,0 1-1 0 0,-1-1 1 0 0,1 0 0 0 0,-1 0 0 0 0,1 0 0 0 0,0 1 0 0 0,-1-1 0 0 0,1 0 0 0 0,0 1 0 0 0,-1-1 0 0 0,1 0-1 0 0,0 1 1 0 0,0-1 0 0 0,-1 0 0 0 0,1 1 0 0 0,0-1 0 0 0,0 0 0 0 0,-1 1 0 0 0,1-1 0 0 0,0 1-1 0 0,0 0 1 0 0,-19 93-8523 0 0,15-75 4637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12:27.0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1102 2336 0 0,'3'-1'9490'0'0,"26"-17"-5593"0"0,-24 14-3528 0 0,0 0-1 0 0,0 1 1 0 0,0-1-1 0 0,1 1 1 0 0,0 0-1 0 0,-1 1 1 0 0,1-1-1 0 0,0 1 1 0 0,0 1-1 0 0,0-1 1 0 0,1 1-1 0 0,7-1 1 0 0,-7 2-212 0 0,1 0-1 0 0,-1 1 1 0 0,0 1 0 0 0,0-1 0 0 0,0 1 0 0 0,0 0 0 0 0,0 0-1 0 0,0 1 1 0 0,0 0 0 0 0,-1 0 0 0 0,0 1 0 0 0,1 0-1 0 0,-1 0 1 0 0,0 0 0 0 0,-1 1 0 0 0,1 0 0 0 0,-1 0-1 0 0,0 0 1 0 0,0 1 0 0 0,7 10 0 0 0,-3-1-86 0 0,-1 0 1 0 0,-1 1-1 0 0,0 0 1 0 0,-1 0-1 0 0,0 0 1 0 0,-1 1-1 0 0,-1-1 1 0 0,-1 1-1 0 0,-1 0 0 0 0,0 1 1 0 0,-1-1-1 0 0,-1 0 1 0 0,0 0-1 0 0,-1 0 1 0 0,-4 18-1 0 0,-7-5 13 0 0,11-28-58 0 0,-2-1-40 0 0,2-1 12 0 0,0 0-1 0 0,0 0 0 0 0,0 1 1 0 0,0-1-1 0 0,0 0 0 0 0,0 0 1 0 0,0 0-1 0 0,0-1 0 0 0,0 1 1 0 0,0 0-1 0 0,-1 0 0 0 0,1-1 1 0 0,0 1-1 0 0,0 0 1 0 0,1-1-1 0 0,-1 1 0 0 0,0-1 1 0 0,0 1-1 0 0,0-1 0 0 0,0 0 1 0 0,0 1-1 0 0,0-1 0 0 0,1 0 1 0 0,-1 0-1 0 0,0 1 0 0 0,1-1 1 0 0,-1 0-1 0 0,0 0 0 0 0,1 0 1 0 0,-1 0-1 0 0,1 0 0 0 0,0 0 1 0 0,-1 0-1 0 0,1 0 0 0 0,0 0 1 0 0,-1 0-1 0 0,1 0 1 0 0,0 0-1 0 0,0 0 0 0 0,0-1 1 0 0,-2-9-24 0 0,1 1 1 0 0,0-1 0 0 0,1-12 0 0 0,0 15 9 0 0,1-13-31 0 0,1 0-1 0 0,0 0 1 0 0,2 1 0 0 0,0-1 0 0 0,13-34-1 0 0,-4 21 30 0 0,2 1 0 0 0,26-46 0 0 0,-32 66 5 0 0,-1 0 1 0 0,2 0-1 0 0,0 1 1 0 0,0 0-1 0 0,1 1 1 0 0,0 0-1 0 0,1 1 0 0 0,0 0 1 0 0,1 1-1 0 0,0 0 1 0 0,27-13-1 0 0,-37 21 112 0 0,0-1 0 0 0,1 1 0 0 0,-1 0 0 0 0,0 0 0 0 0,1 0-1 0 0,-1 0 1 0 0,1 1 0 0 0,-1-1 0 0 0,1 1 0 0 0,-1 0 0 0 0,1 0 0 0 0,0 0 0 0 0,-1 1-1 0 0,1-1 1 0 0,-1 1 0 0 0,1 0 0 0 0,-1 0 0 0 0,0 0 0 0 0,1 0 0 0 0,-1 1 0 0 0,0-1-1 0 0,0 1 1 0 0,0 0 0 0 0,0 0 0 0 0,0 0 0 0 0,0 0 0 0 0,0 1 0 0 0,-1-1 0 0 0,5 5-1 0 0,-3 0 185 0 0,1 0-1 0 0,-1 0 1 0 0,0 0-1 0 0,-1 1 1 0 0,0-1-1 0 0,0 1 1 0 0,0 0-1 0 0,-1-1 1 0 0,-1 1-1 0 0,1 1 1 0 0,0 13-1 0 0,-1 10 555 0 0,-4 53 0 0 0,0-47-505 0 0,-1 12-294 0 0,0 51-6 0 0,4-92-32 0 0,0 0 0 0 0,1 0 1 0 0,1 0-1 0 0,0-1 0 0 0,0 1 1 0 0,0 0-1 0 0,1-1 1 0 0,7 14-1 0 0,-9-19 3 0 0,5 6 3 0 0,17 1-55 0 0,-17-9-156 0 0,1 1-1 0 0,-1-1 1 0 0,0 0 0 0 0,1-1-1 0 0,-1 0 1 0 0,1 0-1 0 0,-1 0 1 0 0,1-1 0 0 0,-1 1-1 0 0,1-2 1 0 0,9-2 0 0 0,-6 1-277 0 0,0-1 0 0 0,0-1 1 0 0,-1 0-1 0 0,1 0 0 0 0,-1 0 0 0 0,12-11 1 0 0,-5 2-306 0 0,0 0 0 0 0,-1-1 1 0 0,-1-1-1 0 0,-1 0 0 0 0,0-1 1 0 0,17-32-1 0 0,-3-4-265 0 0,-2-2 1 0 0,-3 0 0 0 0,30-114-1 0 0,11-181 141 0 0,-55 292 1717 0 0,-2 0-1 0 0,-3 1 0 0 0,-2-1 0 0 0,-3 0 0 0 0,-3 0 0 0 0,-16-80 0 0 0,0 54 1101 0 0,21 83-1883 0 0,0 1 1 0 0,0-1-1 0 0,0 1 1 0 0,0-1-1 0 0,0 1 0 0 0,0-1 1 0 0,-1 1-1 0 0,1-1 1 0 0,0 1-1 0 0,0-1 0 0 0,0 1 1 0 0,-1-1-1 0 0,1 1 1 0 0,0-1-1 0 0,0 1 0 0 0,-1-1 1 0 0,1 1-1 0 0,-1 0 1 0 0,1-1-1 0 0,0 1 0 0 0,-1 0 1 0 0,1-1-1 0 0,-1 1 1 0 0,1 0-1 0 0,0-1 1 0 0,-1 1-1 0 0,1 0 0 0 0,-1 0 1 0 0,1 0-1 0 0,-1-1 1 0 0,0 1-1 0 0,1 0 0 0 0,-1 0 1 0 0,1 0-1 0 0,-1 0 1 0 0,1 0-1 0 0,-1 0 0 0 0,1 0 1 0 0,-1 0-1 0 0,1 0 1 0 0,-2 0-1 0 0,1 1 16 0 0,0-1-1 0 0,0 1 1 0 0,0-1 0 0 0,0 1-1 0 0,0-1 1 0 0,0 1-1 0 0,0 0 1 0 0,0 0 0 0 0,0-1-1 0 0,0 1 1 0 0,0 0-1 0 0,0 0 1 0 0,0 0 0 0 0,1 0-1 0 0,-1 0 1 0 0,0 0-1 0 0,0 2 1 0 0,-14 41 839 0 0,2 0-1 0 0,2 2 1 0 0,-7 51 0 0 0,4-17 100 0 0,-31 187 418 0 0,-11 275-1 0 0,52-394-1395 0 0,5-129 0 0 0,0 0 0 0 0,2 0 0 0 0,0 0 0 0 0,1-1 0 0 0,10 32 0 0 0,-12-46 0 0 0,-1-1 0 0 0,1 0 0 0 0,0 1 0 0 0,0-1 0 0 0,0 0 0 0 0,0 0 0 0 0,0 0 0 0 0,1 0 0 0 0,-1-1 0 0 0,1 1 0 0 0,0 0 0 0 0,-1-1 0 0 0,1 0 0 0 0,1 0 0 0 0,-1 0 1 0 0,0 0-1 0 0,5 2 0 0 0,-3-2 0 0 0,1-1 0 0 0,0 0 0 0 0,0 0 0 0 0,-1 0 0 0 0,1 0 0 0 0,0-1 0 0 0,0 0 0 0 0,0 0 0 0 0,0 0 0 0 0,6-2 0 0 0,5-2-1 0 0,0-1 1 0 0,-1 0-1 0 0,1-1 0 0 0,-1-1 0 0 0,0 0 0 0 0,22-15 0 0 0,-6 2-2058 0 0,-2-2 1 0 0,44-40-1 0 0,-56 44-739 0 0,22-27 0 0 0,-28 28-328 0 0,-1 1-1 0 0,12-23 0 0 0,-7 3-6079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12:27.2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246 175 1572 0 0,'-106'-25'9483'0'0,"-19"-5"1377"0"0,124 30-10804 0 0,0 0-1 0 0,1 0 0 0 0,-1 0 0 0 0,0-1 1 0 0,1 1-1 0 0,-1 0 0 0 0,0 0 1 0 0,1 0-1 0 0,-1-1 0 0 0,0 1 0 0 0,1 0 1 0 0,-1-1-1 0 0,1 1 0 0 0,-1-1 0 0 0,1 1 1 0 0,-1 0-1 0 0,1-1 0 0 0,-1 1 1 0 0,1-1-1 0 0,-1 0 0 0 0,1 1 0 0 0,-1-1 1 0 0,1 1-1 0 0,-1-2 0 0 0,2 2-30 0 0,-1-1 0 0 0,0 1-1 0 0,1-1 1 0 0,-1 1-1 0 0,0-1 1 0 0,1 1 0 0 0,-1-1-1 0 0,1 1 1 0 0,-1-1 0 0 0,0 1-1 0 0,1-1 1 0 0,-1 1 0 0 0,1 0-1 0 0,-1-1 1 0 0,1 1 0 0 0,0 0-1 0 0,-1-1 1 0 0,1 1 0 0 0,0 0-1 0 0,34-11 280 0 0,244-33-150 0 0,-91 25-3118 0 0,-151 16 1835 0 0,41-7-2643 0 0,-28 0-4019 0 0,-34 6 1603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12:28.6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288 673 432 0 0,'-9'-39'8674'0'0,"8"33"-7761"0"0,0 1 0 0 0,0 0 0 0 0,0-1 0 0 0,-1 1 0 0 0,0 0 0 0 0,0 0 0 0 0,0 0 1 0 0,-6-9-1 0 0,7 13-437 0 0,1 0-447 0 0,0 1 0 0 0,-1 0 1 0 0,1-1-1 0 0,-1 1 1 0 0,1 0-1 0 0,-1-1 0 0 0,1 1 1 0 0,-1 0-1 0 0,1 0 1 0 0,-1 0-1 0 0,1 0 0 0 0,-1 0 1 0 0,1-1-1 0 0,-1 1 0 0 0,1 0 1 0 0,-1 0-1 0 0,1 0 1 0 0,-1 0-1 0 0,1 0 0 0 0,-1 1 1 0 0,1-1-1 0 0,-1 0 1 0 0,1 0-1 0 0,-1 0 0 0 0,1 0 1 0 0,-1 0-1 0 0,1 1 1 0 0,-1-1-1 0 0,1 0 0 0 0,0 0 1 0 0,-1 1-1 0 0,-15 6 297 0 0,16-7-314 0 0,-13 12 183 0 0,0 0 0 0 0,0 1 0 0 0,1 0 0 0 0,1 1 0 0 0,0 0 0 0 0,1 1 0 0 0,1 0 0 0 0,-11 23 0 0 0,5-8-101 0 0,1 1 1 0 0,2 1-1 0 0,-12 43 0 0 0,22-65-77 0 0,-1 0-1 0 0,2 0 1 0 0,-1 0 0 0 0,1 0 0 0 0,1 0-1 0 0,0 0 1 0 0,0 0 0 0 0,1 1-1 0 0,0-1 1 0 0,1 0 0 0 0,0 0 0 0 0,0 0-1 0 0,1-1 1 0 0,1 1 0 0 0,5 12-1 0 0,-5-17-5 0 0,-1 0 1 0 0,1 0-1 0 0,-1-1 0 0 0,1 1 0 0 0,1-1 0 0 0,-1 0 0 0 0,1 0 0 0 0,-1 0 0 0 0,1-1 1 0 0,0 1-1 0 0,0-1 0 0 0,1 0 0 0 0,6 2 0 0 0,-3-2 7 0 0,0 0 0 0 0,0 0 0 0 0,1-1 0 0 0,-1-1 0 0 0,1 0 0 0 0,0 0 0 0 0,16-1 0 0 0,-11-1-2 0 0,1 0 0 0 0,-1-2-1 0 0,0 0 1 0 0,0-1 0 0 0,0 0 0 0 0,-1-1 0 0 0,1-1-1 0 0,-1 0 1 0 0,0-1 0 0 0,16-11 0 0 0,-22 12-14 0 0,0-1 0 0 0,0 0 0 0 0,-1-1 0 0 0,1 1 0 0 0,-2-1 0 0 0,1-1 0 0 0,-1 0 0 0 0,-1 0 0 0 0,1 0 0 0 0,-2 0 0 0 0,1-1 0 0 0,-1 1 0 0 0,-1-1 0 0 0,0 0 0 0 0,0-1 0 0 0,-1 1 0 0 0,0 0 0 0 0,-1-1 0 0 0,0 1 0 0 0,-1-14 0 0 0,0 8-7 0 0,-1 1 0 0 0,0 0-1 0 0,-2 0 1 0 0,0 0 0 0 0,0 0 0 0 0,-1 0-1 0 0,-1 1 1 0 0,-1-1 0 0 0,0 1 0 0 0,-1 1 0 0 0,0-1-1 0 0,-1 1 1 0 0,-13-17 0 0 0,11 18-1 0 0,0 1-1 0 0,-1 0 1 0 0,0 0-1 0 0,0 2 1 0 0,-1-1-1 0 0,-1 1 1 0 0,1 1 0 0 0,-1 0-1 0 0,-1 1 1 0 0,-17-7-1 0 0,24 12 3 0 0,0 0-1 0 0,0 0 0 0 0,0 0 1 0 0,-1 1-1 0 0,1 0 1 0 0,0 1-1 0 0,-1 0 0 0 0,1 0 1 0 0,-1 0-1 0 0,1 1 1 0 0,0 0-1 0 0,-1 0 0 0 0,1 1 1 0 0,0 0-1 0 0,0 0 1 0 0,0 1-1 0 0,0 0 0 0 0,1 0 1 0 0,-1 0-1 0 0,1 1 1 0 0,-1 0-1 0 0,-10 10 0 0 0,7-5 10 0 0,1 1-1 0 0,-1 0 1 0 0,2 1-1 0 0,-1 0 1 0 0,2 0-1 0 0,-1 1 1 0 0,2 0-1 0 0,-1 0 1 0 0,2 0-1 0 0,0 1 1 0 0,0 0-1 0 0,1 0 1 0 0,0 0-1 0 0,2 1 1 0 0,-1-1-1 0 0,2 1 1 0 0,0 0-1 0 0,0 0 1 0 0,2 17-1 0 0,0-21-2 0 0,0 0-1 0 0,0 1 0 0 0,1-1 1 0 0,1 0-1 0 0,0 0 0 0 0,0-1 1 0 0,1 1-1 0 0,0 0 0 0 0,0-1 0 0 0,1 0 1 0 0,0 0-1 0 0,1-1 0 0 0,0 1 1 0 0,0-1-1 0 0,1 0 0 0 0,0-1 1 0 0,1 0-1 0 0,-1 0 0 0 0,1 0 1 0 0,1-1-1 0 0,-1 0 0 0 0,1-1 0 0 0,0 0 1 0 0,0 0-1 0 0,1-1 0 0 0,11 4 1 0 0,2-2 2 0 0,1-1 0 0 0,0-1 1 0 0,0-1-1 0 0,0-1 0 0 0,0-1 1 0 0,48-4-1 0 0,-25-3 17 0 0,-1-2 1 0 0,75-23-1 0 0,-83 19-8 0 0,-1-1 1 0 0,0-3 0 0 0,0-1 0 0 0,36-23-1 0 0,-55 28-9 0 0,1-1-1 0 0,-2 0 0 0 0,0-1 0 0 0,0-1 0 0 0,-2-1 0 0 0,0 0 0 0 0,0-1 0 0 0,22-37 0 0 0,-24 30-15 0 0,-1-1 0 0 0,-1 1 0 0 0,-2-2 0 0 0,0 1 0 0 0,-2-1 0 0 0,-1-1 0 0 0,-1 1 0 0 0,-1-1 0 0 0,1-49 0 0 0,-6 32 0 0 0,-1 0 0 0 0,-3 0 0 0 0,-2 0 1 0 0,-1 1-1 0 0,-18-53 0 0 0,16 63 0 0 0,3 6-19 0 0,-2 1 1 0 0,-12-25-1 0 0,21 51 30 0 0,0-1-1 0 0,0 1 1 0 0,0-1 0 0 0,0 1 0 0 0,-1-1-1 0 0,1 1 1 0 0,0-1 0 0 0,0 1-1 0 0,-1-1 1 0 0,1 1 0 0 0,0-1-1 0 0,0 1 1 0 0,-1 0 0 0 0,1-1 0 0 0,-1 1-1 0 0,1 0 1 0 0,0-1 0 0 0,-1 1-1 0 0,1 0 1 0 0,-1 0 0 0 0,1-1-1 0 0,-1 1 1 0 0,1 0 0 0 0,0 0 0 0 0,-1 0-1 0 0,1-1 1 0 0,-1 1 0 0 0,1 0-1 0 0,-1 0 1 0 0,1 0 0 0 0,-2 0 0 0 0,1 1-1 0 0,0-1 1 0 0,0 1 0 0 0,1-1-1 0 0,-1 1 1 0 0,0 0 0 0 0,1 0-1 0 0,-1-1 1 0 0,0 1 0 0 0,1 0 0 0 0,-1 0-1 0 0,1 0 1 0 0,-1 0 0 0 0,1 0-1 0 0,-1 1 1 0 0,-9 35 3 0 0,2 35 57 0 0,4 111 1 0 0,2-27 203 0 0,-33 419 540 0 0,8-157-626 0 0,2 255 159 0 0,27-486-314 0 0,43 297 0 0 0,-44-473-16 0 0,3 16-9 0 0,1 1 1 0 0,1-1-1 0 0,1 0 1 0 0,13 32 0 0 0,-18-56 6 0 0,-1 0 0 0 0,1 0 0 0 0,-1-1 1 0 0,1 1-1 0 0,0 0 0 0 0,0-1 0 0 0,0 1 0 0 0,0-1 0 0 0,1 1 1 0 0,-1-1-1 0 0,1 0 0 0 0,-1 0 0 0 0,1 0 0 0 0,0-1 0 0 0,0 1 1 0 0,-1-1-1 0 0,7 3 0 0 0,-4-3-2 0 0,-1 0 1 0 0,1-1-1 0 0,0 1 0 0 0,0-1 1 0 0,-1 0-1 0 0,1 0 1 0 0,0 0-1 0 0,0-1 0 0 0,-1 0 1 0 0,1 0-1 0 0,4-1 0 0 0,9-5 0 0 0,0 0 0 0 0,-1-1 0 0 0,0-1 0 0 0,30-21 0 0 0,-21 12 10 0 0,-2 0 0 0 0,0-2-1 0 0,-1-1 1 0 0,-2 0 0 0 0,0-2-1 0 0,-1 0 1 0 0,-1-2 0 0 0,31-52-1 0 0,-43 63 12 0 0,0-1 1 0 0,-1 0-1 0 0,-1 0 0 0 0,0 0 0 0 0,-1-1 0 0 0,-1 0 0 0 0,0 0 0 0 0,0-18 0 0 0,-2 21-8 0 0,-2 0 0 0 0,0 0 0 0 0,0 0 0 0 0,-2 0-1 0 0,1 1 1 0 0,-1-1 0 0 0,-1 1 0 0 0,-1-1 0 0 0,1 1-1 0 0,-2 1 1 0 0,-7-15 0 0 0,-6-3-46 0 0,-2 1 0 0 0,0 0 1 0 0,-2 1-1 0 0,-1 2 0 0 0,-1 0 0 0 0,-50-37 1 0 0,-185-108-83 0 0,209 139 92 0 0,23 15 8 0 0,-91-59-6 0 0,99 60-5 0 0,1 0-1 0 0,0-1 1 0 0,-26-30-1 0 0,40 40 16 0 0,1 1 0 0 0,0-1 1 0 0,0 0-1 0 0,0-1 0 0 0,1 1 0 0 0,0 0 0 0 0,0-1 0 0 0,1 0 0 0 0,-1 0 1 0 0,2 0-1 0 0,-1 0 0 0 0,-1-13 0 0 0,3 10-22 0 0,0 0 1 0 0,1 0-1 0 0,0-1 1 0 0,0 1-1 0 0,1 0 1 0 0,0 0-1 0 0,1 0 1 0 0,5-11-1 0 0,2-2-171 0 0,2 0-1 0 0,0 1 0 0 0,2 0 1 0 0,0 1-1 0 0,2 0 1 0 0,27-27-1 0 0,6-1-840 0 0,1 3 0 0 0,77-54 0 0 0,-2 16-2661 0 0,6 7-3670 0 0,-90 53 2227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12:29.5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583 381 1236 0 0,'3'-31'4316'0'0,"-2"-56"0"0"0,-2 74-3684 0 0,-1 0-1 0 0,0 1 0 0 0,-1-1 1 0 0,0 0-1 0 0,-1 1 1 0 0,0 0-1 0 0,-8-14 0 0 0,7 14-318 0 0,-2 1 0 0 0,0-1-1 0 0,0 1 1 0 0,-1 1-1 0 0,0-1 1 0 0,-1 1 0 0 0,0 1-1 0 0,-1 0 1 0 0,-19-15-1 0 0,23 20-253 0 0,0 0-1 0 0,-1 1 1 0 0,0 0 0 0 0,1 0-1 0 0,-1 0 1 0 0,0 1-1 0 0,0 0 1 0 0,0 0-1 0 0,-1 1 1 0 0,1 0-1 0 0,0 0 1 0 0,0 1-1 0 0,-1 0 1 0 0,1 0-1 0 0,0 1 1 0 0,-1 0-1 0 0,1 0 1 0 0,0 0-1 0 0,-9 4 1 0 0,1 1-29 0 0,-1 0 0 0 0,1 2 0 0 0,1 0-1 0 0,0 0 1 0 0,0 1 0 0 0,0 1 0 0 0,1 1 0 0 0,1-1 0 0 0,0 2 0 0 0,0 0 0 0 0,1 0 0 0 0,1 1 0 0 0,0 1 0 0 0,-10 18 0 0 0,4-4 3 0 0,1 2 1 0 0,1-1-1 0 0,1 2 1 0 0,2 0-1 0 0,2 0 1 0 0,-8 41-1 0 0,13-49-21 0 0,1 1 1 0 0,1 0-1 0 0,1 0 0 0 0,1 0 1 0 0,5 41-1 0 0,-4-56-6 0 0,0 0 0 0 0,1 0 0 0 0,1 0 0 0 0,-1 0 0 0 0,1 0 0 0 0,1-1 0 0 0,-1 1 0 0 0,2-1 0 0 0,-1 0 0 0 0,1 0 0 0 0,0 0 0 0 0,1-1 0 0 0,0 0 0 0 0,0 0 0 0 0,0 0 0 0 0,1-1 0 0 0,13 10 0 0 0,-15-13-2 0 0,1 0 1 0 0,0-1-1 0 0,0 1 0 0 0,0-1 0 0 0,0-1 0 0 0,0 1 1 0 0,0-1-1 0 0,1 0 0 0 0,-1 0 0 0 0,0-1 0 0 0,1 0 1 0 0,-1 0-1 0 0,1 0 0 0 0,-1-1 0 0 0,0 0 0 0 0,0 0 1 0 0,1-1-1 0 0,-1 0 0 0 0,0 0 0 0 0,11-5 1 0 0,-7 2-4 0 0,0 0 0 0 0,0-1 0 0 0,0-1 0 0 0,-1 1 0 0 0,0-2 1 0 0,0 1-1 0 0,0-1 0 0 0,-1 0 0 0 0,-1-1 0 0 0,12-15 1 0 0,-8 6 2 0 0,-1-1 0 0 0,0-1 0 0 0,-1 0 0 0 0,-1 0 0 0 0,-1-1 0 0 0,-1 0 0 0 0,7-42 0 0 0,-9 20 332 0 0,-1 1-1 0 0,-2-1 1 0 0,-5-45-1 0 0,-3 18 522 0 0,6 68-797 0 0,1 2-55 0 0,-1 1-1 0 0,0-1 1 0 0,1 0 0 0 0,-1 1-1 0 0,0-1 1 0 0,1 1-1 0 0,-1 0 1 0 0,1-1 0 0 0,-1 1-1 0 0,1-1 1 0 0,-1 1-1 0 0,1 0 1 0 0,0-1 0 0 0,-1 1-1 0 0,1 0 1 0 0,0-1-1 0 0,-1 1 1 0 0,1 0 0 0 0,0 0-1 0 0,0-1 1 0 0,0 1 0 0 0,0 0-1 0 0,0 0 1 0 0,0 0-1 0 0,0-1 1 0 0,0 2 0 0 0,-2 24 57 0 0,2-25-56 0 0,1 35 165 0 0,0 0 0 0 0,3-1-1 0 0,1 1 1 0 0,11 40 0 0 0,-13-62-142 0 0,2 0 0 0 0,0 0 0 0 0,0 0 0 0 0,2-1 0 0 0,-1 1 0 0 0,2-1 0 0 0,0-1-1 0 0,0 0 1 0 0,1 0 0 0 0,0 0 0 0 0,1-1 0 0 0,20 17 0 0 0,-25-25-31 0 0,0 1 0 0 0,0-1 0 0 0,0 0 0 0 0,0 0 0 0 0,1 0 0 0 0,-1-1 1 0 0,1 0-1 0 0,0 0 0 0 0,0 0 0 0 0,-1-1 0 0 0,1 0 0 0 0,0 0 0 0 0,0 0 0 0 0,12-1 0 0 0,-10-1-213 0 0,0 0 0 0 0,0-1 0 0 0,0 0 0 0 0,-1 0 0 0 0,1-1 0 0 0,0 0 0 0 0,-1 0 0 0 0,0-1 0 0 0,14-8 0 0 0,-7 2-1068 0 0,1-1-1 0 0,-1-1 1 0 0,21-23-1 0 0,25-41-7698 0 0,-45 54 3784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12:30.5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0 942 1768 0 0,'13'24'8958'0'0,"-1"-3"-5992"0"0,37 62 1908 0 0,-47-80-4782 0 0,0 0-1 0 0,1-1 1 0 0,-1 1-1 0 0,1-1 1 0 0,0 1-1 0 0,-1-1 1 0 0,1 0-1 0 0,5 3 0 0 0,-5-3-49 0 0,0-1-9 0 0,-1 0-1 0 0,1 1 1 0 0,-1-1-1 0 0,1 0 1 0 0,-1 0-1 0 0,1-1 1 0 0,0 1-1 0 0,-1-1 1 0 0,1 1-1 0 0,0-1 1 0 0,0 0-1 0 0,0 0 1 0 0,-1 0-1 0 0,1 0 1 0 0,0 0 0 0 0,0-1-1 0 0,-1 1 1 0 0,1-1-1 0 0,0 0 1 0 0,-1 0-1 0 0,1 0 1 0 0,-1 0-1 0 0,1 0 1 0 0,-1-1-1 0 0,4-1 1 0 0,3-3 6 0 0,1-1 1 0 0,-1 1-1 0 0,-1-2 1 0 0,14-12 0 0 0,-10 5-9 0 0,0-1 1 0 0,0 0-1 0 0,-2 0 1 0 0,16-32 0 0 0,26-77 66 0 0,-49 117-100 0 0,95-314-167 0 0,-65 200 110 0 0,57-177-157 0 0,-89 294 209 0 0,-1 4 4 0 0,0-1 1 0 0,1 1-1 0 0,-1 0 1 0 0,1-1-1 0 0,-1 1 0 0 0,1 0 1 0 0,0-1-1 0 0,-1 1 1 0 0,1 0-1 0 0,0 0 1 0 0,0 0-1 0 0,0-1 0 0 0,2 0 1 0 0,-3 1 4 0 0,0 1-1 0 0,0-1 1 0 0,0 1 0 0 0,1-1-1 0 0,-1 1 1 0 0,0-1 0 0 0,1 1-1 0 0,-1 0 1 0 0,0-1 0 0 0,1 1-1 0 0,-1 0 1 0 0,0-1 0 0 0,1 1-1 0 0,-1 0 1 0 0,1-1 0 0 0,-1 1-1 0 0,1 0 1 0 0,-1 0 0 0 0,0-1-1 0 0,1 1 1 0 0,-1 0 0 0 0,1 0-1 0 0,-1 0 1 0 0,1 0 0 0 0,-1 0-1 0 0,1 0 1 0 0,-1 0 0 0 0,1 0-1 0 0,-1 0 1 0 0,1 0 0 0 0,-1 0-1 0 0,1 0 1 0 0,0 0 0 0 0,0 1 7 0 0,0 0 1 0 0,0 0-1 0 0,0 0 1 0 0,0 0-1 0 0,0 0 1 0 0,0 0-1 0 0,0 0 1 0 0,-1 0-1 0 0,1 1 1 0 0,0-1-1 0 0,-1 0 1 0 0,2 2-1 0 0,12 51 335 0 0,-12-46-263 0 0,31 193 702 0 0,-14-72-534 0 0,-18-121-239 0 0,35 173 58 0 0,-28-147-50 0 0,3 1 1 0 0,0-1-1 0 0,19 35 0 0 0,-27-63-6 0 0,-2-3-10 0 0,0-1 0 0 0,0 1 0 0 0,0-1 0 0 0,0 0 0 0 0,0 0 0 0 0,1 1 0 0 0,-1-1 0 0 0,1 0 0 0 0,-1 0 0 0 0,1 0 0 0 0,0 0 0 0 0,0-1 0 0 0,0 1 0 0 0,0 0 0 0 0,0-1 0 0 0,0 0-1 0 0,0 1 1 0 0,4 0 0 0 0,-2-1 1 0 0,0-1-1 0 0,1 1 0 0 0,-1-1 1 0 0,0 0-1 0 0,0-1 0 0 0,0 1 1 0 0,0-1-1 0 0,0 0 0 0 0,0 0 1 0 0,0 0-1 0 0,0 0 0 0 0,0-1 0 0 0,0 1 1 0 0,-1-1-1 0 0,1 0 0 0 0,-1 0 1 0 0,1-1-1 0 0,-1 1 0 0 0,0-1 1 0 0,0 1-1 0 0,0-1 0 0 0,3-4 1 0 0,8-8 0 0 0,-2-1-1 0 0,1-1 1 0 0,11-23 0 0 0,-11 21-32 0 0,26-51-92 0 0,44-107 1 0 0,-36 71 65 0 0,-11 27 11 0 0,-19 37 1 0 0,1 2 1 0 0,3 0 0 0 0,1 1-1 0 0,41-54 1 0 0,-62 91 42 0 0,0 1 0 0 0,0 0 0 0 0,0 0 0 0 0,0 0 0 0 0,0 0 0 0 0,0 0 0 0 0,1 0 0 0 0,-1 0 0 0 0,0 0 1 0 0,1 0-1 0 0,-1 0 0 0 0,0 1 0 0 0,2-2 0 0 0,-2 2 1 0 0,-1 0 0 0 0,1 0 0 0 0,-1 0 0 0 0,0 0 0 0 0,1 0 0 0 0,-1 0 0 0 0,1 0 0 0 0,-1 1 0 0 0,1-1 0 0 0,-1 0 0 0 0,0 0 0 0 0,1 0 0 0 0,-1 0-1 0 0,0 0 1 0 0,1 1 0 0 0,-1-1 0 0 0,1 0 0 0 0,-1 0 0 0 0,0 1 0 0 0,1-1 0 0 0,-1 0 0 0 0,0 1 0 0 0,0-1 0 0 0,1 0 0 0 0,-1 1 0 0 0,0-1 0 0 0,1 1 0 0 0,0 1 3 0 0,0 1 0 0 0,-1-1 1 0 0,1 1-1 0 0,0 0 0 0 0,-1-1 0 0 0,1 1 0 0 0,-1 3 0 0 0,0-6-5 0 0,0 28 128 0 0,-2 0 1 0 0,-1-1-1 0 0,-1 0 1 0 0,-1 0 0 0 0,-11 35-1 0 0,-1 3 231 0 0,-7 42 286 0 0,-38 199 980 0 0,48-136-1146 0 0,14-151-397 0 0,1-1 0 0 0,0 1 1 0 0,1 0-1 0 0,1 0 0 0 0,1-1 1 0 0,13 35-1 0 0,-16-50-64 0 0,0 0 0 0 0,0 0-1 0 0,1 0 1 0 0,0 0 0 0 0,0 0 0 0 0,0-1 0 0 0,0 1 0 0 0,0-1-1 0 0,0 1 1 0 0,0-1 0 0 0,1 0 0 0 0,-1 0 0 0 0,1 0-1 0 0,0 0 1 0 0,0 0 0 0 0,-1-1 0 0 0,1 1 0 0 0,0-1 0 0 0,0 0-1 0 0,1 0 1 0 0,-1 0 0 0 0,3 1 0 0 0,4-2-80 0 0,0 0 1 0 0,1-1-1 0 0,-1 0 1 0 0,0 0-1 0 0,0-1 1 0 0,-1 0-1 0 0,1-1 1 0 0,0 0-1 0 0,-1 0 1 0 0,1-1 0 0 0,-1-1-1 0 0,0 1 1 0 0,-1-2-1 0 0,1 1 1 0 0,-1-1-1 0 0,15-13 1 0 0,-10 6-1160 0 0,0-1 0 0 0,0 0 0 0 0,16-27 0 0 0,-18 24-4607 0 0,12-28-1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12:32.2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410 1026 2508 0 0,'4'-57'9369'0'0,"-5"45"-8067"0"0,0 0 0 0 0,0 0 0 0 0,-4-14 0 0 0,4 21-1100 0 0,0 0 0 0 0,-1 0-1 0 0,0 0 1 0 0,1 0 0 0 0,-2 0-1 0 0,1 0 1 0 0,0 0 0 0 0,-1 1-1 0 0,0 0 1 0 0,0-1 0 0 0,-1 1-1 0 0,1 0 1 0 0,-1 0 0 0 0,1 1-1 0 0,-1-1 1 0 0,-1 1 0 0 0,1 0-1 0 0,0 0 1 0 0,-10-5 0 0 0,8 6-148 0 0,0 1 0 0 0,-1 0-1 0 0,1 0 1 0 0,0 1 0 0 0,-1-1 0 0 0,1 1 0 0 0,-1 1 0 0 0,1-1 0 0 0,0 1 0 0 0,-1 0 0 0 0,1 1 0 0 0,-12 3 0 0 0,7 0-9 0 0,0 0-1 0 0,1 1 1 0 0,-1 0 0 0 0,1 0-1 0 0,1 1 1 0 0,0 1 0 0 0,0-1-1 0 0,0 1 1 0 0,-13 16 0 0 0,4-1 43 0 0,0 1 1 0 0,-24 44 0 0 0,33-50-76 0 0,1-1 0 0 0,0 1 0 0 0,2 1 0 0 0,0-1 0 0 0,1 1 0 0 0,1 0 0 0 0,0 0 0 0 0,2 1 0 0 0,0-1 0 0 0,1 1 0 0 0,1-1 0 0 0,1 1 0 0 0,4 22 0 0 0,-5-38-12 0 0,1 0 0 0 0,0 0-1 0 0,0 0 1 0 0,0 0 0 0 0,0 0 0 0 0,1 0 0 0 0,0 0 0 0 0,0 0 0 0 0,0-1 0 0 0,0 1-1 0 0,0-1 1 0 0,1 1 0 0 0,0-1 0 0 0,-1 0 0 0 0,1 0 0 0 0,0 0 0 0 0,1 0 0 0 0,-1-1-1 0 0,0 1 1 0 0,1-1 0 0 0,-1 0 0 0 0,1 0 0 0 0,0 0 0 0 0,0 0 0 0 0,0-1 0 0 0,0 0-1 0 0,6 2 1 0 0,-3-2-44 0 0,0-1 0 0 0,1 1 0 0 0,-1-1 0 0 0,0 0-1 0 0,1-1 1 0 0,-1 0 0 0 0,0 0 0 0 0,1-1 0 0 0,-1 1 0 0 0,0-2 0 0 0,0 1-1 0 0,0-1 1 0 0,-1 0 0 0 0,14-8 0 0 0,-4 0-43 0 0,0-1 0 0 0,-1 0 0 0 0,-1-2 0 0 0,0 1 0 0 0,0-2 0 0 0,-1 0 0 0 0,-1 0 0 0 0,-1-1 0 0 0,11-19 0 0 0,-9 11 114 0 0,-1-1 0 0 0,-2 0 1 0 0,0 0-1 0 0,-1-1 0 0 0,-2 0 0 0 0,5-30 0 0 0,-3 10 345 0 0,-9 43-336 0 0,-1-10 125 0 0,-4 24-63 0 0,0 1-1 0 0,1 0 0 0 0,0 0 1 0 0,1 1-1 0 0,0-1 0 0 0,-1 22 1 0 0,-1 0 40 0 0,-13 107 248 0 0,17-118-352 0 0,1-1-1 0 0,1 0 1 0 0,1 0 0 0 0,6 31-1 0 0,-7-49-77 0 0,0 1-1 0 0,1-1 0 0 0,-1 0 1 0 0,1-1-1 0 0,0 1 0 0 0,0 0 0 0 0,0 0 1 0 0,0-1-1 0 0,1 1 0 0 0,-1-1 1 0 0,1 0-1 0 0,0 0 0 0 0,0 0 0 0 0,0 0 1 0 0,0 0-1 0 0,1-1 0 0 0,-1 0 1 0 0,1 1-1 0 0,0-1 0 0 0,0 0 0 0 0,-1-1 1 0 0,1 1-1 0 0,0-1 0 0 0,0 1 1 0 0,1-1-1 0 0,-1-1 0 0 0,0 1 0 0 0,0 0 1 0 0,0-1-1 0 0,7 0 0 0 0,-2 0-87 0 0,1-1-1 0 0,-1 0 0 0 0,1 0 1 0 0,-1-1-1 0 0,0 0 1 0 0,1-1-1 0 0,-1 0 0 0 0,0 0 1 0 0,-1-1-1 0 0,1 0 0 0 0,-1-1 1 0 0,14-9-1 0 0,-7 1 39 0 0,-2 0 0 0 0,1-1 0 0 0,-2 0 0 0 0,0-1 0 0 0,0 0 0 0 0,-2-1 0 0 0,0 0 0 0 0,-1-1 0 0 0,13-31 0 0 0,0-12-150 0 0,22-98-1 0 0,16-165-107 0 0,-23-6 281 0 0,-26 228 153 0 0,8-96 829 0 0,-18 157-661 0 0,-2 34-86 0 0,-3 26-47 0 0,-4 82 536 0 0,4 1-1 0 0,11 106 1 0 0,-4-151-458 0 0,4 135 283 0 0,23 313 72 0 0,-4-344-473 0 0,-20-138-63 0 0,1-1 0 0 0,1 0-1 0 0,1 0 1 0 0,19 36 0 0 0,-25-54-11 0 0,0-1 0 0 0,0 1 1 0 0,0-1-1 0 0,1 1 0 0 0,0-1 0 0 0,0 0 0 0 0,0 0 1 0 0,0-1-1 0 0,1 1 0 0 0,-1-1 0 0 0,1 0 1 0 0,0 0-1 0 0,0-1 0 0 0,0 1 0 0 0,0-1 1 0 0,10 2-1 0 0,-14-3-3 0 0,1-1 1 0 0,0 1-1 0 0,-1-1 1 0 0,1 0-1 0 0,0 0 1 0 0,-1 0-1 0 0,1 0 0 0 0,0 0 1 0 0,-1-1-1 0 0,1 1 1 0 0,0 0-1 0 0,-1-1 1 0 0,1 1-1 0 0,2-2 1 0 0,2 0 0 0 0,2 0 2 0 0,0-1 0 0 0,-1 0 0 0 0,1 0 0 0 0,0-1 0 0 0,-1 0 0 0 0,0-1 0 0 0,13-9 0 0 0,0-3-4 0 0,20-23 1 0 0,-11 7-8 0 0,-1-2 0 0 0,-1-1 0 0 0,-2-2-1 0 0,-2 0 1 0 0,-1-1 0 0 0,-2-1 0 0 0,-2-1 0 0 0,-2-1-1 0 0,12-45 1 0 0,-23 67 22 0 0,-1-1 0 0 0,-1 0-1 0 0,1-33 1 0 0,-3 42-17 0 0,-2 0 0 0 0,0 1 0 0 0,0-1 0 0 0,-1 0 0 0 0,0 1 0 0 0,-1-1 0 0 0,-8-20 0 0 0,11 30 0 0 0,-1 0 0 0 0,0 0 0 0 0,0 0-1 0 0,0 0 1 0 0,0 0 0 0 0,-1 0-1 0 0,1 1 1 0 0,0-1 0 0 0,-1 0-1 0 0,1 1 1 0 0,-1-1 0 0 0,0 1-1 0 0,1-1 1 0 0,-1 1 0 0 0,0 0-1 0 0,0 0 1 0 0,0 0 0 0 0,0 0-1 0 0,0 0 1 0 0,0 0 0 0 0,0 0-1 0 0,0 1 1 0 0,0-1 0 0 0,0 1-1 0 0,-1-1 1 0 0,1 1 0 0 0,0 0-1 0 0,0 0 1 0 0,0 0 0 0 0,-1 0-1 0 0,1 1 1 0 0,-3-1 0 0 0,-1 3-3 0 0,1-1 0 0 0,-1 1 0 0 0,1 0 0 0 0,-1 0 0 0 0,1 0 0 0 0,0 1 0 0 0,0 0 0 0 0,1 0 1 0 0,-1 0-1 0 0,1 0 0 0 0,0 1 0 0 0,0 0 0 0 0,0 0 0 0 0,1 0 0 0 0,-1 0 0 0 0,1 0 0 0 0,0 1 0 0 0,1 0 0 0 0,0-1 0 0 0,-3 9 0 0 0,4-10 6 0 0,1-1 0 0 0,-1 0-1 0 0,1 0 1 0 0,0 0-1 0 0,0 1 1 0 0,0-1-1 0 0,0 0 1 0 0,0 0 0 0 0,1 0-1 0 0,-1 1 1 0 0,1-1-1 0 0,0 0 1 0 0,0 0-1 0 0,0 0 1 0 0,1 0 0 0 0,-1 0-1 0 0,1 0 1 0 0,-1-1-1 0 0,1 1 1 0 0,0 0-1 0 0,3 2 1 0 0,1 3-7 0 0,1-1 0 0 0,0 0 0 0 0,1 0 0 0 0,0-1 0 0 0,11 7 0 0 0,-5-5-10 0 0,0-1 0 0 0,0 0-1 0 0,1-1 1 0 0,0-1 0 0 0,0-1 0 0 0,1 0-1 0 0,0 0 1 0 0,24 1 0 0 0,12-2-44 0 0,65-4 1 0 0,-104 1 65 0 0,0 0-1 0 0,0-1 1 0 0,-1-1 0 0 0,1 0 0 0 0,0-1 0 0 0,-1 0 0 0 0,0-1 0 0 0,0 0-1 0 0,0-1 1 0 0,0 0 0 0 0,-1-1 0 0 0,21-13 0 0 0,-31 17-3 0 0,1 1 1 0 0,-1 0 0 0 0,0-1-1 0 0,1 0 1 0 0,-1 1-1 0 0,0-1 1 0 0,0 0-1 0 0,0 1 1 0 0,0-1 0 0 0,0 0-1 0 0,-1 0 1 0 0,1 0-1 0 0,-1 0 1 0 0,1 0 0 0 0,-1 0-1 0 0,1 0 1 0 0,-1 0-1 0 0,0 0 1 0 0,0 0-1 0 0,0 0 1 0 0,0 0 0 0 0,0 0-1 0 0,-1 0 1 0 0,1 0-1 0 0,-1 0 1 0 0,1 0 0 0 0,-1 0-1 0 0,-1-3 1 0 0,0 2 1 0 0,1 0 1 0 0,-1 0 0 0 0,1 0-1 0 0,-1 0 1 0 0,0 0 0 0 0,0 0-1 0 0,-1 1 1 0 0,1-1 0 0 0,0 1-1 0 0,-1-1 1 0 0,0 1 0 0 0,1 0-1 0 0,-1 0 1 0 0,0 0 0 0 0,0 0-1 0 0,-6-2 1 0 0,5 3 10 0 0,-1 0-1 0 0,1 0 1 0 0,-1 0 0 0 0,1 0 0 0 0,-1 1-1 0 0,0 0 1 0 0,1 0 0 0 0,-1 0-1 0 0,1 0 1 0 0,-1 1 0 0 0,1 0 0 0 0,-1 0-1 0 0,1 0 1 0 0,-6 2 0 0 0,2 1 50 0 0,1 0 0 0 0,0 0 0 0 0,0 0 0 0 0,0 0 0 0 0,0 1 0 0 0,1 1 0 0 0,-9 7 0 0 0,0 4 74 0 0,1 1 1 0 0,0 0 0 0 0,1 1 0 0 0,1 0 0 0 0,-10 22 0 0 0,10-16-33 0 0,2 1 0 0 0,0 0 0 0 0,1 1 0 0 0,2 0 0 0 0,1 0 0 0 0,1 1 0 0 0,1-1 0 0 0,2 1 0 0 0,0 0 0 0 0,4 44 0 0 0,-1-66-100 0 0,0 0 1 0 0,0 0 0 0 0,0 0 0 0 0,1 0-1 0 0,0-1 1 0 0,0 1 0 0 0,0 0-1 0 0,0-1 1 0 0,1 0 0 0 0,0 0-1 0 0,0 0 1 0 0,1 0 0 0 0,0 0 0 0 0,-1 0-1 0 0,9 7 1 0 0,-5-7-21 0 0,-1-1-1 0 0,1 1 1 0 0,0-1 0 0 0,0-1-1 0 0,1 1 1 0 0,-1-1 0 0 0,1-1-1 0 0,-1 1 1 0 0,1-1 0 0 0,13 2-1 0 0,-3-2-135 0 0,1-1 0 0 0,0-1 0 0 0,0 0 0 0 0,-1-2-1 0 0,1 0 1 0 0,-1-1 0 0 0,0-1 0 0 0,1 0 0 0 0,24-11 0 0 0,-27 8 63 0 0,1 0 0 0 0,-1-2 1 0 0,-1 0-1 0 0,0-1 1 0 0,0 0-1 0 0,-1-1 1 0 0,0-1-1 0 0,-1 0 1 0 0,-1-1-1 0 0,0 0 1 0 0,0-1-1 0 0,-1 0 0 0 0,-1-1 1 0 0,-1 0-1 0 0,9-18 1 0 0,-1-4 70 0 0,-3 0 0 0 0,-1-1 1 0 0,-2 0-1 0 0,-1-1 0 0 0,7-68 1 0 0,-4-69 1360 0 0,-13 175-1338 0 0,0 0 0 0 0,0 1 0 0 0,0-1 0 0 0,0 0 0 0 0,0 1 0 0 0,0-1 0 0 0,0 0 1 0 0,0 1-1 0 0,0-1 0 0 0,0 0 0 0 0,-1 1 0 0 0,1-1 0 0 0,0 0 0 0 0,0 1 0 0 0,-1-1 0 0 0,1 0 0 0 0,0 1 0 0 0,-1-1 0 0 0,0 0 0 0 0,-7 4 345 0 0,-7 17 40 0 0,4 1 1 0 0,1 0 0 0 0,0 1 0 0 0,-7 32 0 0 0,-13 69 1182 0 0,26-103-1365 0 0,-9 36 369 0 0,3 1 0 0 0,-4 103 0 0 0,14-151-553 0 0,0 0 1 0 0,1 0-1 0 0,0 0 1 0 0,0 0 0 0 0,1 0-1 0 0,0 0 1 0 0,4 10-1 0 0,-3-14-40 0 0,0 1 0 0 0,0-1-1 0 0,0 0 1 0 0,0 0 0 0 0,1 0-1 0 0,0-1 1 0 0,0 1 0 0 0,0-1-1 0 0,0 0 1 0 0,1 0 0 0 0,8 6-1 0 0,2-1-654 0 0,-1-1 0 0 0,1 0-1 0 0,0-1 1 0 0,1-1-1 0 0,0 0 1 0 0,18 4-1 0 0,-22-8-783 0 0,1 0-1 0 0,-1 0 0 0 0,20-1 1 0 0,-24-1-331 0 0,1-1 1 0 0,-1 0-1 0 0,0 0 1 0 0,1-1-1 0 0,14-5 1 0 0,-6 1-5261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12:32.9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79 148 2752 0 0,'-6'-31'6000'0'0,"3"18"-3306"0"0,0 1-1 0 0,0-23 0 0 0,3 34-2612 0 0,0 0 1 0 0,0 0-1 0 0,0 0 0 0 0,0 0 0 0 0,1 0 1 0 0,-1 0-1 0 0,0 0 0 0 0,0 0 0 0 0,1 0 1 0 0,-1 0-1 0 0,1 0 0 0 0,-1 0 0 0 0,1 0 1 0 0,-1 0-1 0 0,1 1 0 0 0,0-1 0 0 0,-1 0 0 0 0,1 0 1 0 0,0 1-1 0 0,0-1 0 0 0,-1 0 0 0 0,1 1 1 0 0,0-1-1 0 0,0 1 0 0 0,0-1 0 0 0,0 1 1 0 0,0-1-1 0 0,0 1 0 0 0,0 0 0 0 0,0 0 1 0 0,0-1-1 0 0,0 1 0 0 0,0 0 0 0 0,0 0 1 0 0,0 0-1 0 0,0 0 0 0 0,0 0 0 0 0,0 0 0 0 0,0 0 1 0 0,0 0-1 0 0,0 1 0 0 0,0-1 0 0 0,2 1 1 0 0,1 0 74 0 0,0 0 1 0 0,0 0-1 0 0,0 0 1 0 0,1 1-1 0 0,-1-1 0 0 0,0 1 1 0 0,-1 0-1 0 0,1 1 1 0 0,4 2-1 0 0,3 5 288 0 0,0 1-1 0 0,-1 0 1 0 0,0 1-1 0 0,-1 0 0 0 0,0 0 1 0 0,-1 1-1 0 0,11 23 1 0 0,-15-27-308 0 0,-1 0 0 0 0,0 0 1 0 0,0 1-1 0 0,-1-1 0 0 0,0 1 0 0 0,-1 0 1 0 0,0-1-1 0 0,0 1 0 0 0,-1 0 1 0 0,0 0-1 0 0,-1-1 0 0 0,-4 20 1 0 0,0-8-43 0 0,-2-1 0 0 0,0 0 0 0 0,-2 0 0 0 0,0-1 0 0 0,-1 0 0 0 0,-17 23 0 0 0,-83 95 119 0 0,62-80-98 0 0,39-48-135 0 0,11-16-48 0 0,15-17-16 0 0,199-156-285 0 0,-35 32 212 0 0,-130 102 211 0 0,62-71-1 0 0,-101 103-29 0 0,0 0 1 0 0,-2-1 0 0 0,1 0-1 0 0,-2 0 1 0 0,0-1-1 0 0,10-26 1 0 0,-19 41-26 0 0,1 1 1 0 0,-1-1-1 0 0,0 0 1 0 0,1 1-1 0 0,-1-1 0 0 0,0 1 1 0 0,0-1-1 0 0,0 0 1 0 0,1 1-1 0 0,-1-1 1 0 0,0 0-1 0 0,0 1 0 0 0,0-1 1 0 0,0 0-1 0 0,0 1 1 0 0,0-1-1 0 0,0 0 1 0 0,-1 1-1 0 0,1-1 0 0 0,0 0 1 0 0,0 1-1 0 0,0-1 1 0 0,-1 0-1 0 0,1 1 1 0 0,0-1-1 0 0,-1 1 0 0 0,1-1 1 0 0,0 1-1 0 0,-1-1 1 0 0,1 1-1 0 0,-1-1 1 0 0,1 1-1 0 0,-1-1 0 0 0,1 1 1 0 0,-1-1-1 0 0,1 1 1 0 0,-1 0-1 0 0,1-1 1 0 0,-1 1-1 0 0,0 0 1 0 0,1-1-1 0 0,-1 1 0 0 0,1 0 1 0 0,-1 0-1 0 0,0 0 1 0 0,1 0-1 0 0,-1 0 1 0 0,0-1-1 0 0,1 1 0 0 0,-1 0 1 0 0,0 1-1 0 0,0-1 1 0 0,-32 6-72 0 0,32-6 70 0 0,-7 3 6 0 0,0 1-1 0 0,1 0 1 0 0,-1 0 0 0 0,1 0 0 0 0,0 1-1 0 0,0 0 1 0 0,0 1 0 0 0,-8 8 0 0 0,-6 8 176 0 0,-16 23 0 0 0,25-31-39 0 0,2 1-1 0 0,0 1 1 0 0,1-1-1 0 0,1 2 1 0 0,0-1 0 0 0,1 1-1 0 0,1 0 1 0 0,1 0-1 0 0,-6 28 1 0 0,10-38-110 0 0,0 1 0 0 0,0-1 0 0 0,1 0 0 0 0,-1 1 0 0 0,2-1 1 0 0,-1 1-1 0 0,1-1 0 0 0,0 0 0 0 0,1 0 0 0 0,0 0 0 0 0,0 1 0 0 0,0-1 0 0 0,1-1 0 0 0,0 1 0 0 0,0 0 0 0 0,1-1 0 0 0,0 0 0 0 0,0 0 1 0 0,0 0-1 0 0,1 0 0 0 0,0 0 0 0 0,0-1 0 0 0,0 0 0 0 0,1 0 0 0 0,11 7 0 0 0,-2-3-106 0 0,1-1 1 0 0,0-1-1 0 0,0 0 0 0 0,0-2 0 0 0,0 1 1 0 0,1-2-1 0 0,0 0 0 0 0,19 1 0 0 0,-24-4-635 0 0,1 0-1 0 0,0 0 0 0 0,-1-2 1 0 0,1 1-1 0 0,0-1 0 0 0,-1-1 1 0 0,1-1-1 0 0,-1 1 0 0 0,0-2 1 0 0,0 0-1 0 0,20-9 0 0 0,-3-9-3070 0 0,-14 3-2852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12:33.1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123 122 828 0 0,'-18'-15'4010'0'0,"-32"-29"10632"0"0,22 12-10126 0 0,27 30-4209 0 0,0 0-85 0 0,-5-6 104 0 0,-13-10-7809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12:33.4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287 1 1408 0 0,'-60'15'4280'0'0,"1"-1"2404"0"0,-82 32 0 0 0,117-32-4474 0 0,22-13-1563 0 0,11 4 282 0 0,-8-4-886 0 0,0 0 0 0 0,1 0 1 0 0,-1 0-1 0 0,0 0 0 0 0,1-1 0 0 0,-1 1 0 0 0,1-1 0 0 0,-1 1 0 0 0,1-1 0 0 0,-1 0 0 0 0,4 1 0 0 0,56 2 568 0 0,89-7-1 0 0,-63 1-419 0 0,238-6-118 0 0,169-5-6098 0 0,-352 7 1579 0 0,-49-2-1728 0 0,-46 2 379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12:34.0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 7 1864 0 0,'-34'8'17541'0'0,"50"-7"-16488"0"0,282-13 1169 0 0,-264 12-2154 0 0,89-3-2971 0 0,-119 3 2003 0 0,3 1-1448 0 0,-1-1 164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12:46.0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705 498 84 0 0,'-21'6'4975'0'0,"10"-3"-2627"0"0,-15 2 1448 0 0,21-7-1960 0 0,13-6-84 0 0,11-7-1700 0 0,-2-1 0 0 0,0 0 0 0 0,0-2 0 0 0,-2 0 0 0 0,0 0 0 0 0,-1-2 0 0 0,-1 0 0 0 0,-1 0 0 0 0,-1-1 0 0 0,-1 0 0 0 0,0-1 0 0 0,9-35 0 0 0,-10 25-53 0 0,-1-1-1 0 0,-2 0 0 0 0,-1 0 0 0 0,1-53 1 0 0,-6 84-21 0 0,-15 7-42 0 0,11-1 60 0 0,0 0 0 0 0,0 0-1 0 0,0 0 1 0 0,1 0 0 0 0,-1 1-1 0 0,1-1 1 0 0,0 1 0 0 0,1 0-1 0 0,-1 0 1 0 0,1 0 0 0 0,0 1-1 0 0,-2 6 1 0 0,-3 7 2 0 0,-32 84 4 0 0,-50 214 0 0 0,51-167 53 0 0,26-105-34 0 0,-53 182 20 0 0,47-176-23 0 0,-2-1-1 0 0,-37 67 1 0 0,34-77-4 0 0,-51 68 1 0 0,62-94 91 0 0,0 0-1 0 0,-1-1 1 0 0,0 0 0 0 0,-1-1-1 0 0,0-1 1 0 0,-1 0 0 0 0,-27 15 0 0 0,36-23-44 0 0,1-1 1 0 0,-1 0 0 0 0,1 0 0 0 0,-1 0 0 0 0,0 0-1 0 0,0-1 1 0 0,1 0 0 0 0,-1 0 0 0 0,0-1 0 0 0,0 1-1 0 0,0-2 1 0 0,0 1 0 0 0,0 0 0 0 0,0-1 0 0 0,0 0-1 0 0,0 0 1 0 0,-6-3 0 0 0,5 1-43 0 0,1 0-1 0 0,0 0 1 0 0,-1-1-1 0 0,1 0 1 0 0,0 0-1 0 0,1-1 1 0 0,-1 0-1 0 0,1 0 1 0 0,0 0-1 0 0,0 0 1 0 0,0-1 0 0 0,1 0-1 0 0,-6-10 1 0 0,3 6-13 0 0,1 0 1 0 0,1-1-1 0 0,0 0 1 0 0,1 0 0 0 0,0-1-1 0 0,0 1 1 0 0,1-1-1 0 0,1 0 1 0 0,0 0-1 0 0,0 0 1 0 0,2 0 0 0 0,-1 0-1 0 0,1 0 1 0 0,1 0-1 0 0,0 0 1 0 0,1 0-1 0 0,0 0 1 0 0,1 1 0 0 0,0-1-1 0 0,1 1 1 0 0,10-22-1 0 0,-5 16-16 0 0,1 1 1 0 0,1 0-1 0 0,1 0 0 0 0,0 1 0 0 0,0 1 0 0 0,2 0 1 0 0,0 0-1 0 0,0 2 0 0 0,26-18 0 0 0,-31 24 3 0 0,0 1 1 0 0,0 0-1 0 0,0 0 0 0 0,1 1 1 0 0,-1 0-1 0 0,1 1 0 0 0,0 0 0 0 0,0 0 1 0 0,0 1-1 0 0,1 1 0 0 0,-1 0 0 0 0,0 0 1 0 0,1 1-1 0 0,-1 0 0 0 0,1 0 1 0 0,-1 2-1 0 0,0-1 0 0 0,0 1 0 0 0,13 5 1 0 0,-6-1 0 0 0,-1 1 1 0 0,0 1 0 0 0,-1 1 0 0 0,0 0 0 0 0,0 1 0 0 0,-1 1 0 0 0,20 18-1 0 0,5 11-9 0 0,36 47-1 0 0,20 22-19 0 0,-82-96 37 0 0,0 1 21 0 0,1-1 1 0 0,0 0-1 0 0,0-1 0 0 0,1 0 0 0 0,19 10 1 0 0,-32-21-20 0 0,1-1 0 0 0,0 1 1 0 0,0 0-1 0 0,0-1 0 0 0,0 0 1 0 0,0 1-1 0 0,0-1 0 0 0,0 0 0 0 0,-1-1 1 0 0,1 1-1 0 0,0 0 0 0 0,0-1 1 0 0,0 0-1 0 0,0 0 0 0 0,4-1 1 0 0,3-2 7 0 0,-1 0 1 0 0,17-11 0 0 0,-5 0-1 0 0,0 0 0 0 0,-1-1 0 0 0,-1-1 0 0 0,-1-1 0 0 0,25-32 1 0 0,-18 18 0 0 0,-3-1 1 0 0,35-65-1 0 0,-44 68-16 0 0,-1-1-1 0 0,-1 0 0 0 0,-1 0 0 0 0,-2-1 1 0 0,-1 0-1 0 0,2-37 0 0 0,-7 53-13 0 0,-1 0 1 0 0,-1 0-1 0 0,-1 0 0 0 0,0 0 0 0 0,-1 0 1 0 0,-1 1-1 0 0,0-1 0 0 0,-8-21 1 0 0,11 36 11 0 0,-1 0 1 0 0,0 1 0 0 0,1-1 0 0 0,-1 0-1 0 0,0 1 1 0 0,1-1 0 0 0,-1 0 0 0 0,0 1-1 0 0,0-1 1 0 0,0 1 0 0 0,0-1-1 0 0,0 1 1 0 0,0-1 0 0 0,0 1 0 0 0,1 0-1 0 0,-1-1 1 0 0,0 1 0 0 0,0 0 0 0 0,0 0-1 0 0,0 0 1 0 0,0 0 0 0 0,-1 0 0 0 0,1 0-1 0 0,0 0 1 0 0,0 0 0 0 0,0 0 0 0 0,-1 1-1 0 0,-1-1 1 0 0,0 1 0 0 0,0-1-1 0 0,0 1 1 0 0,1 0-1 0 0,-1 0 1 0 0,0 0-1 0 0,1 0 1 0 0,-1 0 0 0 0,-2 3-1 0 0,-5 5 5 0 0,1 0 0 0 0,0 1 0 0 0,1 1-1 0 0,-1-1 1 0 0,2 1 0 0 0,0 1 0 0 0,0-1 0 0 0,-6 17-1 0 0,-1 6 16 0 0,-16 62 1 0 0,23-71-26 0 0,1 0 0 0 0,2 1 0 0 0,0 0 0 0 0,1 51 0 0 0,3-66 6 0 0,1 0 0 0 0,1 0 0 0 0,-1 0 0 0 0,2 0 0 0 0,-1 0 0 0 0,1-1 1 0 0,1 1-1 0 0,0-1 0 0 0,1 0 0 0 0,0 0 0 0 0,0-1 0 0 0,1 1 0 0 0,0-1 0 0 0,10 11 1 0 0,-10-15-9 0 0,-1 0 1 0 0,1-1-1 0 0,0 0 1 0 0,0 0-1 0 0,1 0 1 0 0,-1-1 0 0 0,1 0-1 0 0,0 0 1 0 0,-1-1-1 0 0,1 0 1 0 0,1 0-1 0 0,-1 0 1 0 0,0-1-1 0 0,0 0 1 0 0,0-1 0 0 0,1 1-1 0 0,-1-1 1 0 0,12-2-1 0 0,4-1-60 0 0,0 0 0 0 0,-1-2-1 0 0,1 0 1 0 0,32-14 0 0 0,-32 10-142 0 0,-2-2 0 0 0,1 0 0 0 0,-1-1 0 0 0,-1-1-1 0 0,0-2 1 0 0,-1 1 0 0 0,0-2 0 0 0,-1-1 0 0 0,-1 0 0 0 0,-1-1 0 0 0,0-1 0 0 0,20-32 0 0 0,-6 0-38 0 0,-2-1 0 0 0,-2-2 1 0 0,-3 0-1 0 0,17-58 0 0 0,-17 38 447 0 0,-3-1 1 0 0,-4 0-1 0 0,-3-2 0 0 0,4-88 0 0 0,-12 42 1389 0 0,-5 120-1531 0 0,-12 20-22 0 0,7-8-20 0 0,1 0-1 0 0,0 1 1 0 0,0 0 0 0 0,1 0 0 0 0,0 0 0 0 0,1 0 0 0 0,-2 19-1 0 0,0 0 3 0 0,-11 70 160 0 0,5 1-1 0 0,5 195 1 0 0,5-265-153 0 0,12 192 53 0 0,-7-179-28 0 0,1 0 0 0 0,3 0-1 0 0,14 45 1 0 0,-22-86-33 0 0,0 1 0 0 0,0-1-1 0 0,0 0 1 0 0,0 1 0 0 0,0-1-1 0 0,0 0 1 0 0,1 0 0 0 0,-1 0-1 0 0,1 0 1 0 0,-1 0 0 0 0,1 0-1 0 0,0-1 1 0 0,0 1 0 0 0,0 0-1 0 0,0-1 1 0 0,0 0 0 0 0,3 2-1 0 0,-2-1-3 0 0,0-1-1 0 0,0-1 1 0 0,1 1 0 0 0,-1 0-1 0 0,0-1 1 0 0,1 0-1 0 0,-1 0 1 0 0,0 0-1 0 0,0 0 1 0 0,1 0 0 0 0,-1 0-1 0 0,0-1 1 0 0,5-1-1 0 0,0-1-272 0 0,0 0-1 0 0,1 0 1 0 0,-1-1-1 0 0,-1 0 1 0 0,1 0 0 0 0,-1-1-1 0 0,1 0 1 0 0,-1 0-1 0 0,7-8 1 0 0,3-4-2201 0 0,0-1 1 0 0,14-20-1 0 0,-15 15-2119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12:46.2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124 173 2672 0 0,'-75'-4'8599'0'0,"52"1"-6503"0"0,19 3-1428 0 0,1 0-152 0 0,-11-2-110 0 0,10 2 179 0 0,4-1-560 0 0,1 1 0 0 0,-1-1 0 0 0,0 0 1 0 0,1 1-1 0 0,-1-1 0 0 0,1 0 0 0 0,-1 1 0 0 0,1-1 0 0 0,-1 1 0 0 0,1-1 1 0 0,0 1-1 0 0,-1-1 0 0 0,1 1 0 0 0,0 0 0 0 0,-1-1 0 0 0,1 1 0 0 0,0 0 1 0 0,-1-1-1 0 0,3 1 0 0 0,15-6 76 0 0,-15 5-90 0 0,287-86-2123 0 0,-96 36-5654 0 0,-153 42 3891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12:47.4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206 1039 140 0 0,'-3'3'1583'0'0,"-2"2"-956"0"0,0 0 1 0 0,0 1 0 0 0,0 0-1 0 0,0 0 1 0 0,1 1-1 0 0,0-1 1 0 0,0 1 0 0 0,1 0-1 0 0,-5 13 1 0 0,1 2 673 0 0,1 0 1 0 0,-3 26-1 0 0,9-46-865 0 0,3 12 3146 0 0,3-18-3432 0 0,1 0-1 0 0,-1-1 0 0 0,0 0 0 0 0,0 0 0 0 0,-1 0 0 0 0,0-1 1 0 0,0 0-1 0 0,8-11 0 0 0,35-63 172 0 0,-33 54-265 0 0,137-297 101 0 0,-108 223-177 0 0,62-160-46 0 0,7-17 92 0 0,-99 239-53 0 0,-11 28-21 0 0,1 0 0 0 0,0-1-1 0 0,1 1 1 0 0,7-11 0 0 0,-11 19 16 0 0,3 5-28 0 0,-4-3 59 0 0,0 0-1 0 0,1 0 1 0 0,-1 0 0 0 0,0 0 0 0 0,0 0 0 0 0,1 0 0 0 0,-1 0 0 0 0,0 1 0 0 0,1-1-1 0 0,-1 0 1 0 0,0 0 0 0 0,0 0 0 0 0,1 0 0 0 0,-1 0 0 0 0,0 1 0 0 0,0-1 0 0 0,1 0-1 0 0,-1 0 1 0 0,0 0 0 0 0,0 1 0 0 0,0-1 0 0 0,1 0 0 0 0,-1 0 0 0 0,0 1 0 0 0,0-1-1 0 0,0 0 1 0 0,0 0 0 0 0,0 1 0 0 0,1-1 0 0 0,-1 0 0 0 0,0 0 0 0 0,0 1-1 0 0,0-1 1 0 0,0 1 0 0 0,8 88-31 0 0,-2 93-1 0 0,-17 94 169 0 0,1 23 33 0 0,17 72 236 0 0,-7-369-236 0 0,2-34-89 0 0,3-23-66 0 0,-1 21-13 0 0,-1-48-1 0 0,-4 72-3 0 0,0 0 0 0 0,0 0 0 0 0,0 0 0 0 0,-1 1 0 0 0,-1-1 0 0 0,0 1 0 0 0,0-1 1 0 0,-1 1-1 0 0,-7-13 0 0 0,8 17 1 0 0,-1 0 0 0 0,-1 0 1 0 0,1 0-1 0 0,-1 1 1 0 0,1-1-1 0 0,-1 1 0 0 0,-1 0 1 0 0,1 1-1 0 0,0-1 1 0 0,-1 1-1 0 0,0 0 0 0 0,0 0 1 0 0,0 1-1 0 0,0 0 1 0 0,0 0-1 0 0,0 0 0 0 0,-1 1 1 0 0,1 0-1 0 0,-11-1 1 0 0,-12 1-9 0 0,-1 1 0 0 0,1 1 0 0 0,-31 5 1 0 0,30-3 6 0 0,-35 4 22 0 0,16-1 41 0 0,-52 0 0 0 0,86-7-49 0 0,-1 1-1 0 0,1-2 0 0 0,-1 0 1 0 0,1-1-1 0 0,0-1 0 0 0,0 0 0 0 0,-23-10 1 0 0,34 13-13 0 0,1-1-1 0 0,0 0 1 0 0,-1 0 0 0 0,1 0 0 0 0,0 0 0 0 0,0 0 0 0 0,0-1 0 0 0,0 1 0 0 0,0-1 0 0 0,1 0-1 0 0,-1 0 1 0 0,1 0 0 0 0,0 0 0 0 0,0 0 0 0 0,0-1 0 0 0,0 1 0 0 0,1-1 0 0 0,-3-5 0 0 0,3 5-5 0 0,1-1 1 0 0,-1 1 0 0 0,1-1-1 0 0,-1 0 1 0 0,2 0 0 0 0,-1 1-1 0 0,0-1 1 0 0,1 0 0 0 0,0 1-1 0 0,0-1 1 0 0,0 0 0 0 0,0 1-1 0 0,1 0 1 0 0,0-1 0 0 0,2-3-1 0 0,4-6-3 0 0,0 1-1 0 0,1 0 0 0 0,0 1 0 0 0,1 0 1 0 0,0 0-1 0 0,1 1 0 0 0,0 0 0 0 0,1 1 0 0 0,17-12 1 0 0,-17 14-7 0 0,0 1 1 0 0,0 0-1 0 0,1 1 1 0 0,0 0-1 0 0,0 0 1 0 0,1 2-1 0 0,0 0 1 0 0,-1 0-1 0 0,1 1 1 0 0,19-1-1 0 0,-20 4 9 0 0,1 0 0 0 0,0 1 0 0 0,-1 1 0 0 0,1 0-1 0 0,-1 1 1 0 0,0 1 0 0 0,1 0 0 0 0,-2 0 0 0 0,1 1 0 0 0,0 1 0 0 0,-1 0 0 0 0,0 1 0 0 0,20 15-1 0 0,6 9 34 0 0,-2 1 0 0 0,52 58 0 0 0,-26-23 21 0 0,-50-56-77 0 0,-2 0 87 0 0,1 0 0 0 0,23 17 0 0 0,-30-25-87 0 0,0-1-1 0 0,0 0 1 0 0,0 0 0 0 0,1 0-1 0 0,-1 0 1 0 0,0 0-1 0 0,1-1 1 0 0,-1 0 0 0 0,1 0-1 0 0,-1 0 1 0 0,1 0-1 0 0,-1-1 1 0 0,1 0 0 0 0,8 0-1 0 0,1-3-549 0 0,-1 0 0 0 0,0-1 0 0 0,1 0 0 0 0,-1-1 0 0 0,-1 0 0 0 0,24-14 1 0 0,-16 7-2790 0 0,32-26 1 0 0,-27 17-1030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12:47.9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 48 392 0 0,'-4'0'2432'0'0,"-14"2"1512"0"0,14-2-2228 0 0,-53 6 5203 0 0,54-6-5466 0 0,6-2-1398 0 0,16-6-70 0 0,0 1 1 0 0,0 1-1 0 0,37-7 0 0 0,24-1-4589 0 0,-48 9-566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12:48.1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80 52 2004 0 0,'-73'61'10258'0'0,"73"-61"-10216"0"0,-1 0 0 0 0,1 1 1 0 0,-1-1-1 0 0,1 0 1 0 0,0 0-1 0 0,-1 1 0 0 0,1-1 1 0 0,-1 0-1 0 0,1 1 0 0 0,0-1 1 0 0,-1 1-1 0 0,1-1 0 0 0,0 0 1 0 0,0 1-1 0 0,-1-1 0 0 0,1 1 1 0 0,0-1-1 0 0,0 1 1 0 0,0-1-1 0 0,0 1 0 0 0,-1-1 1 0 0,1 1-1 0 0,0-1 0 0 0,0 1 1 0 0,0-1-1 0 0,0 1 0 0 0,0-1 1 0 0,0 1-1 0 0,0-1 0 0 0,0 1 1 0 0,1-1-1 0 0,-1 1 0 0 0,0-1 1 0 0,0 1-1 0 0,0-1 1 0 0,1 1-1 0 0,-1-1 0 0 0,0 1 1 0 0,0-1-1 0 0,1 1 0 0 0,-1-1 1 0 0,0 0-1 0 0,1 1 0 0 0,-1-1 1 0 0,0 0-1 0 0,1 1 0 0 0,-1-1 1 0 0,1 0-1 0 0,-1 1 0 0 0,0-1 1 0 0,1 0-1 0 0,-1 0 1 0 0,1 1-1 0 0,-1-1 0 0 0,1 0 1 0 0,-1 0-1 0 0,1 0 0 0 0,-1 0 1 0 0,1 0-1 0 0,0 0 0 0 0,62-7 505 0 0,110-27 0 0 0,-15-10-3036 0 0,-60 7-4114 0 0,-68 24 2160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12:50.6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419 77 2276 0 0,'2'-1'5012'0'0,"-1"1"-4686"0"0,0-1 0 0 0,1 1 1 0 0,-1-1-1 0 0,0 1 0 0 0,0-1 0 0 0,1 0 1 0 0,-1 0-1 0 0,0 1 0 0 0,0-1 0 0 0,0 0 1 0 0,0 0-1 0 0,0 0 0 0 0,0 0 0 0 0,0 0 1 0 0,0 0-1 0 0,0-1 0 0 0,-1 1 0 0 0,1 0 1 0 0,0 0-1 0 0,-1 0 0 0 0,1-1 0 0 0,-1 1 0 0 0,1 0 1 0 0,-1-1-1 0 0,0 1 0 0 0,0 0 0 0 0,1-1 1 0 0,-1-2-1 0 0,-1 3-168 0 0,-22-15 250 0 0,12 11-400 0 0,0 0 0 0 0,0 1-1 0 0,-1 1 1 0 0,0 0 0 0 0,0 1 0 0 0,0 0 0 0 0,0 0-1 0 0,0 2 1 0 0,0-1 0 0 0,-15 2 0 0 0,2 0-31 0 0,22-1 10 0 0,-1 0-3 0 0,-12 0-4 0 0,12 0-1 0 0,0 0 5 0 0,-12 2-7 0 0,12-2-9 0 0,-12 2-31 0 0,13-2 55 0 0,-8 3 0 0 0,-12 17-38 0 0,9-8 40 0 0,12-10 7 0 0,-6 19-14 0 0,0-3-14 0 0,2 0 0 0 0,0 0-1 0 0,1 0 1 0 0,1 1 0 0 0,-2 19 0 0 0,-3 99-28 0 0,6-57 78 0 0,-36 833 336 0 0,19-468-267 0 0,12-304-74 0 0,-1-3 46 0 0,9-135-48 0 0,0-1-4 0 0,0 0 0 0 0,0 0 0 0 0,0 0 1 0 0,0 0-1 0 0,0 0 0 0 0,0-1 0 0 0,1 1 1 0 0,-1 0-1 0 0,0 0 0 0 0,1 0 1 0 0,-1 0-1 0 0,1-1 0 0 0,0 1 1 0 0,0 0-1 0 0,0-1 0 0 0,0 1 1 0 0,1 2-1 0 0,0-3 29 0 0,3-1-11 0 0,47-3 40 0 0,-1-3 0 0 0,56-13 1 0 0,-2 0-50 0 0,-69 11-1511 0 0,-33 7 677 0 0,0 0-156 0 0,32-20-6708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12:51.3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361 164 1808 0 0,'6'-10'2847'0'0,"0"-1"1"0"0,-1 1-1 0 0,8-23 0 0 0,-11 26-1957 0 0,-1 0-1 0 0,1-1 0 0 0,-1 1 0 0 0,0-12 0 0 0,-2 17-818 0 0,0-1 1 0 0,0 0-1 0 0,-1 1 0 0 0,1-1 1 0 0,-1 1-1 0 0,1 0 0 0 0,-1-1 1 0 0,0 1-1 0 0,0 0 0 0 0,0 0 1 0 0,0 0-1 0 0,0 0 0 0 0,-3-1 1 0 0,1 0-64 0 0,-1 1 1 0 0,1 0 0 0 0,0 0 0 0 0,-1 0 0 0 0,0 0-1 0 0,1 1 1 0 0,-1-1 0 0 0,0 1 0 0 0,0 1-1 0 0,0-1 1 0 0,0 1 0 0 0,-6 0 0 0 0,2 0-13 0 0,0 1 1 0 0,1 1 0 0 0,-1-1-1 0 0,1 1 1 0 0,0 1 0 0 0,-14 5-1 0 0,9-1-6 0 0,0-1 1 0 0,0 2-1 0 0,1 0 0 0 0,0 0 0 0 0,0 1 1 0 0,1 1-1 0 0,0 0 0 0 0,-13 15 0 0 0,10-6-1 0 0,0 0 0 0 0,2 1 0 0 0,0 1 0 0 0,1 0 0 0 0,-14 37 0 0 0,20-44 6 0 0,1 1-1 0 0,0 0 1 0 0,1-1 0 0 0,0 1-1 0 0,1 0 1 0 0,1 0-1 0 0,0 0 1 0 0,1 1-1 0 0,1-1 1 0 0,2 16-1 0 0,-2-27 12 0 0,0 0 0 0 0,0 0-1 0 0,1 0 1 0 0,-1 0 0 0 0,1-1-1 0 0,-1 1 1 0 0,1 0-1 0 0,0-1 1 0 0,1 1 0 0 0,-1-1-1 0 0,1 1 1 0 0,-1-1 0 0 0,1 0-1 0 0,0 0 1 0 0,0 0-1 0 0,0-1 1 0 0,1 1 0 0 0,-1-1-1 0 0,1 0 1 0 0,5 3 0 0 0,-3-2 2 0 0,0-1 0 0 0,0-1 0 0 0,0 1 0 0 0,0-1-1 0 0,0 0 1 0 0,0-1 0 0 0,0 1 0 0 0,0-1 0 0 0,1 0 0 0 0,-1-1 0 0 0,0 0 0 0 0,0 1 0 0 0,6-3 0 0 0,3-2 5 0 0,0 0 0 0 0,-1-1 0 0 0,0 0-1 0 0,0-1 1 0 0,-1-1 0 0 0,0 0-1 0 0,0-1 1 0 0,-1 0 0 0 0,0-1 0 0 0,0 0-1 0 0,-1-1 1 0 0,-1 0 0 0 0,13-17 0 0 0,-2-3 10 0 0,-1 0 1 0 0,-1 0-1 0 0,-2-2 1 0 0,19-48-1 0 0,8-55 574 0 0,-43 134-622 0 0,-3 6-134 0 0,0 0 154 0 0,0 0 0 0 0,0 0-1 0 0,1 0 1 0 0,0 1 0 0 0,0-1-1 0 0,0 0 1 0 0,0 0 0 0 0,1 1-1 0 0,-1-1 1 0 0,2 6 0 0 0,-3 8-7 0 0,-1 5 13 0 0,1 1 0 0 0,1 0 0 0 0,1 0-1 0 0,2 0 1 0 0,0 0 0 0 0,1 0 0 0 0,2 0 0 0 0,10 34-1 0 0,-13-52-181 0 0,0-1-1 0 0,1 0 0 0 0,-1 1 1 0 0,1-1-1 0 0,0 0 0 0 0,1 0 0 0 0,-1-1 1 0 0,1 1-1 0 0,0-1 0 0 0,0 0 1 0 0,8 7-1 0 0,-5-6-902 0 0,0-1 1 0 0,0-1-1 0 0,0 1 0 0 0,0-1 0 0 0,0-1 1 0 0,1 1-1 0 0,-1-1 0 0 0,13 2 1 0 0,-1 0-3974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12:51.7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37 356 0 0,'1'-2'5181'0'0,"7"-32"9049"0"0,-8 37-14181 0 0,4 47 1115 0 0,-6 90 0 0 0,0-83-965 0 0,5 60 0 0 0,-3-53-40 0 0,0-63-246 0 0,-1 0 0 0 0,1 0-1 0 0,0 0 1 0 0,0 0 0 0 0,0 0 0 0 0,0 0 0 0 0,0 0 0 0 0,0 0 0 0 0,1 1 0 0 0,-1-2 0 0 0,0 1 0 0 0,0 0 0 0 0,1 0 0 0 0,-1 0-1 0 0,0 0 1 0 0,1 0 0 0 0,0 2 0 0 0,7-15-4305 0 0,6-29-4682 0 0,-10 23 3811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12:51.9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33 133 224 0 0,'-4'-44'9381'0'0,"-5"6"-5012"0"0,1 4-2160 0 0,7 32-1994 0 0,-4-12 51 0 0,0 51-11109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12:52.4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297 1 1912 0 0,'2'1'4705'0'0,"29"23"7443"0"0,-24-16-11723 0 0,-6-7-180 0 0,0 3-172 0 0,0 0-1 0 0,0 0 1 0 0,0 0 0 0 0,-1 0-1 0 0,0 0 1 0 0,1 0 0 0 0,-1 0-1 0 0,-1 6 1 0 0,1-7-21 0 0,-31 418 4947 0 0,31-415-4935 0 0,-27 185 1531 0 0,21-161-1124 0 0,-2 0 0 0 0,-1 0 1 0 0,-1-1-1 0 0,-15 31 0 0 0,24-57-335 0 0,0 1-1 0 0,-1-1 0 0 0,0 0 1 0 0,0 0-1 0 0,0 1 0 0 0,0-1 1 0 0,0-1-1 0 0,0 1 0 0 0,-1 0 1 0 0,0-1-1 0 0,1 1 0 0 0,-1-1 1 0 0,0 0-1 0 0,-6 4 1 0 0,7-5-27 0 0,-2-1-20 0 0,-5-1-115 0 0,0 0-1 0 0,1 0 1 0 0,-1-1-1 0 0,1 0 0 0 0,0 0 1 0 0,-1-1-1 0 0,1 0 1 0 0,0 0-1 0 0,1-1 1 0 0,-1 0-1 0 0,1 0 0 0 0,-10-8 1 0 0,12 8-442 0 0,-1 0 1 0 0,1-1 0 0 0,0 0-1 0 0,0 0 1 0 0,1 0-1 0 0,0 0 1 0 0,0-1 0 0 0,0 0-1 0 0,0 0 1 0 0,1 0-1 0 0,0 0 1 0 0,0 0-1 0 0,1-1 1 0 0,-1 1 0 0 0,1-1-1 0 0,-1-11 1 0 0,2 1-1486 0 0,2 0 1 0 0,0 1 0 0 0,1-1-1 0 0,0 0 1 0 0,2 1 0 0 0,6-20-1 0 0,0-2-5069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12:52.6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1 112 2864 0 0,'1'-3'2406'0'0,"15"-69"8620"0"0,-16 70-10743 0 0,3-13-234 0 0,-3 10 67 0 0,3-10-5348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12:53.4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44 285 1236 0 0,'-17'-46'9821'0'0,"5"10"-5329"0"0,11 34-3883 0 0,-4-9 552 0 0,-3-8 226 0 0,8 18-1361 0 0,-1 0 0 0 0,1 0 0 0 0,0 1 0 0 0,0-1 0 0 0,0 0 0 0 0,0 0 0 0 0,0 1 0 0 0,0-1 0 0 0,0 0 0 0 0,1 0-1 0 0,-1 1 1 0 0,0-1 0 0 0,0 0 0 0 0,0 1 0 0 0,1-1 0 0 0,-1 0 0 0 0,0 1 0 0 0,1-1 0 0 0,-1 0 0 0 0,1 1 0 0 0,-1-1 0 0 0,1 1 0 0 0,-1-1 0 0 0,1 1 0 0 0,-1-1-1 0 0,2 0 1 0 0,23-14 13 0 0,1 2 0 0 0,1 1 0 0 0,0 0-1 0 0,44-11 1 0 0,-35 12-44 0 0,69-22 38 0 0,-35 11-45 0 0,-68 21 10 0 0,44-8-223 0 0,-43 9 204 0 0,3 10-20 0 0,-6-9 39 0 0,1 1 1 0 0,0-1 0 0 0,0 0-1 0 0,0 0 1 0 0,-1 0-1 0 0,1 0 1 0 0,-1 0-1 0 0,1 1 1 0 0,-1-1 0 0 0,1 0-1 0 0,0 3 1 0 0,6 279 474 0 0,-8-182 463 0 0,-32 516 1147 0 0,13-353-1921 0 0,-5 232 77 0 0,18-400-137 0 0,-1 51 1605 0 0,6-127 165 0 0,-6 31 1 0 0,7-49-1324 0 0,-1 1 96 0 0,2-3-623 0 0,0 0 0 0 0,-1 1 0 0 0,1-1 0 0 0,0 0 0 0 0,0 0 0 0 0,0 1 0 0 0,0-1 0 0 0,0 0 0 0 0,0 0 0 0 0,0 1 0 0 0,0-1-1 0 0,-1 0 1 0 0,1 0 0 0 0,0 1 0 0 0,0-1 0 0 0,0 0 0 0 0,-1 0 0 0 0,1 0 0 0 0,0 1 0 0 0,0-1 0 0 0,0 0 0 0 0,-1 0 0 0 0,1 0 0 0 0,0 0 0 0 0,0 0 0 0 0,-1 0 0 0 0,1 1 0 0 0,0-1 0 0 0,0 0 0 0 0,-1 0 0 0 0,1 0 0 0 0,0 0-1 0 0,-1 0 1 0 0,-14 0 125 0 0,1-1 0 0 0,-1 0-1 0 0,0 0 1 0 0,-17-6-1 0 0,25 6-137 0 0,-134-35-7034 0 0,117 24 1593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13:02.9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278 221 244 0 0,'8'-12'3681'0'0,"-1"0"1"0"0,10-23-1 0 0,-16 33-2997 0 0,5-24 3097 0 0,-6 21-3631 0 0,-1 0 0 0 0,1-1 1 0 0,-1 1-1 0 0,-1 0 0 0 0,1 0 0 0 0,-1 0 1 0 0,0 1-1 0 0,0-1 0 0 0,0 0 0 0 0,0 1 1 0 0,-6-8-1 0 0,3 5-128 0 0,-1-1 0 0 0,0 1 0 0 0,-1 1 1 0 0,0-1-1 0 0,-14-10 0 0 0,19 15-25 0 0,-1 0 1 0 0,1 1-1 0 0,-1-1 1 0 0,1 1-1 0 0,-1-1 0 0 0,0 1 1 0 0,0 0-1 0 0,0 0 1 0 0,1 0-1 0 0,-1 1 1 0 0,0-1-1 0 0,0 1 0 0 0,0 0 1 0 0,0-1-1 0 0,0 1 1 0 0,0 0-1 0 0,0 1 0 0 0,-4 0 1 0 0,3 0-7 0 0,0 0 1 0 0,0 1-1 0 0,1 0 0 0 0,-1 0 0 0 0,0 0 1 0 0,1 0-1 0 0,0 0 0 0 0,-1 1 1 0 0,1-1-1 0 0,0 1 0 0 0,-5 6 1 0 0,-1 2-14 0 0,1 2 1 0 0,0-1-1 0 0,0 1 1 0 0,1 0-1 0 0,1 1 1 0 0,-5 14 0 0 0,1 1 10 0 0,1 2 0 0 0,1-1 1 0 0,1 1-1 0 0,2 0 1 0 0,2 0-1 0 0,0 1 1 0 0,3 34-1 0 0,0-59 16 0 0,0-1 0 0 0,0 1 0 0 0,1-1 0 0 0,0 1-1 0 0,1-1 1 0 0,-1 0 0 0 0,1 1 0 0 0,1-1 0 0 0,-1 0 0 0 0,1 0 0 0 0,0 0 0 0 0,0-1 0 0 0,0 1 0 0 0,1-1 0 0 0,0 1 0 0 0,0-1-1 0 0,1 0 1 0 0,5 4 0 0 0,-8-8 0 0 0,0 0-1 0 0,1 0 1 0 0,-1 0-1 0 0,0-1 0 0 0,1 1 1 0 0,-1-1-1 0 0,1 1 1 0 0,-1-1-1 0 0,1 0 0 0 0,0 0 1 0 0,-1 0-1 0 0,1 0 1 0 0,3-1-1 0 0,-2 0-2 0 0,0 1 7 0 0,1-1-1 0 0,-1-1 0 0 0,1 1 1 0 0,-1-1-1 0 0,0 1 1 0 0,0-1-1 0 0,1 0 0 0 0,-1-1 1 0 0,-1 1-1 0 0,1-1 1 0 0,0 0-1 0 0,-1 0 0 0 0,1 0 1 0 0,-1 0-1 0 0,0-1 1 0 0,0 1-1 0 0,5-8 0 0 0,-1-1 6 0 0,0 1-1 0 0,-1-1 1 0 0,0-1-1 0 0,7-19 0 0 0,-2-8 25 0 0,11-81 0 0 0,-8 39 494 0 0,-12 73-564 0 0,-1 0 0 0 0,0 0 0 0 0,0-11 0 0 0,10 63-12 0 0,25 307 41 0 0,-30-255 4 0 0,-4-77 0 0 0,19 320 76 0 0,-21 1 63 0 0,-18-150-84 0 0,13-161 253 0 0,-1-1 1 0 0,-2 1-1 0 0,0-1 0 0 0,-21 44 0 0 0,27-67-256 0 0,0 0-1 0 0,0-1 0 0 0,0 1 1 0 0,-1 0-1 0 0,1-1 0 0 0,-1 0 0 0 0,0 1 1 0 0,0-1-1 0 0,-1 0 0 0 0,1 0 0 0 0,0-1 1 0 0,-1 1-1 0 0,0-1 0 0 0,1 0 0 0 0,-1 0 1 0 0,0 0-1 0 0,0 0 0 0 0,0-1 0 0 0,-1 1 1 0 0,1-1-1 0 0,0 0 0 0 0,0 0 0 0 0,-1-1 1 0 0,1 1-1 0 0,0-1 0 0 0,-1 0 0 0 0,1 0 1 0 0,0-1-1 0 0,-1 1 0 0 0,1-1 0 0 0,0 0 1 0 0,-7-2-1 0 0,2 0-27 0 0,0-1 1 0 0,0 0-1 0 0,0 0 1 0 0,0 0-1 0 0,1-1 1 0 0,0-1-1 0 0,0 1 1 0 0,0-2-1 0 0,1 1 1 0 0,-1-1-1 0 0,2 0 0 0 0,-1 0 1 0 0,-10-15-1 0 0,10 8-28 0 0,0 0 0 0 0,1 0-1 0 0,0 0 1 0 0,1-1-1 0 0,1 1 1 0 0,0-1 0 0 0,1-1-1 0 0,1 1 1 0 0,0 0 0 0 0,1-1-1 0 0,0 1 1 0 0,3-17-1 0 0,2-12-15 0 0,2 1-1 0 0,2 0 0 0 0,13-42 0 0 0,4 4-150 0 0,4 1 1 0 0,3 2-1 0 0,3 1 0 0 0,3 2 1 0 0,4 1-1 0 0,3 3 0 0 0,69-84 1 0 0,-16 46-1388 0 0,-5 5-201 0 0,-86 96 1688 0 0,-1 0 0 0 0,-1 0-1 0 0,1-1 1 0 0,-1 0 0 0 0,-1-1 0 0 0,1 1 0 0 0,2-13 0 0 0,-5 16 115 0 0,-1 0 0 0 0,1 0 0 0 0,-1 0 0 0 0,-1 0 0 0 0,1 0 0 0 0,-1 0 0 0 0,0-1 0 0 0,-1 1 0 0 0,0 0 1 0 0,0 0-1 0 0,0 0 0 0 0,0 0 0 0 0,-4-8 0 0 0,4 12 14 0 0,1 3-60 0 0,0-1 1 0 0,0 0 0 0 0,0 1-1 0 0,0-1 1 0 0,0 1-1 0 0,0-1 1 0 0,0 0 0 0 0,0 1-1 0 0,0-1 1 0 0,0 0-1 0 0,-1 1 1 0 0,1-1-1 0 0,0 0 1 0 0,0 1 0 0 0,-1-1-1 0 0,1 0 1 0 0,0 1-1 0 0,0-1 1 0 0,-1 0-1 0 0,1 1 1 0 0,0-1 0 0 0,-1 0-1 0 0,1 0 1 0 0,0 0-1 0 0,-1 1 1 0 0,1-1-1 0 0,0 0 1 0 0,-1 0 0 0 0,1 0-1 0 0,0 0 1 0 0,-1 0-1 0 0,1 0 1 0 0,-1 0-1 0 0,1 1 1 0 0,0-1 0 0 0,-1 0-1 0 0,1 0 1 0 0,0 0-1 0 0,-1-1 1 0 0,1 1-1 0 0,-1 0 1 0 0,1 0 0 0 0,0 0-1 0 0,-1 0 1 0 0,1 0-1 0 0,0 0 1 0 0,-1-1-1 0 0,1 1 1 0 0,-1 0 0 0 0,1 0-1 0 0,0 0 1 0 0,0-1-1 0 0,-1 1 1 0 0,1 0 0 0 0,0 0-1 0 0,-1-1 1 0 0,1 1-1 0 0,0 0 1 0 0,0-1-1 0 0,0 1 1 0 0,-1 0 0 0 0,1-1-1 0 0,0 1 1 0 0,0 0-1 0 0,0-1 1 0 0,0 1-1 0 0,0-1 1 0 0,-1 0 0 0 0,-6 40-6 0 0,0 1 1 0 0,3 0-1 0 0,1-1 1 0 0,2 1 0 0 0,2 0-1 0 0,1 0 1 0 0,2 0-1 0 0,19 76 1 0 0,-21-109 16 0 0,0 1 1 0 0,1-1-1 0 0,0 0 1 0 0,0 0-1 0 0,0 0 0 0 0,1-1 1 0 0,0 1-1 0 0,1-1 1 0 0,-1 0-1 0 0,1 0 0 0 0,0 0 1 0 0,1-1-1 0 0,-1 0 1 0 0,1 0-1 0 0,0 0 0 0 0,0 0 1 0 0,8 3-1 0 0,-13-8-8 0 0,0 1 0 0 0,1 0 0 0 0,-1-1 0 0 0,0 1 0 0 0,1-1 0 0 0,-1 0-1 0 0,1 0 1 0 0,-1 1 0 0 0,1-1 0 0 0,-1 0 0 0 0,0 0 0 0 0,1 0 0 0 0,-1 0 0 0 0,3-1-1 0 0,0 1 8 0 0,1 0-3 0 0,0 0 0 0 0,1-1 1 0 0,-1 1-1 0 0,0-1 0 0 0,0 0 0 0 0,0 0 0 0 0,0-1 1 0 0,0 1-1 0 0,0-1 0 0 0,0 0 0 0 0,0-1 0 0 0,-1 1 1 0 0,1-1-1 0 0,-1 0 0 0 0,0 0 0 0 0,0 0 1 0 0,0 0-1 0 0,0-1 0 0 0,3-4 0 0 0,2-3 3 0 0,0 0 0 0 0,-1 0 0 0 0,0-1 0 0 0,-1 0 1 0 0,8-19-1 0 0,-5 5 6 0 0,-1 0 0 0 0,-2-1 0 0 0,0 0 0 0 0,5-50 0 0 0,-4-28 154 0 0,-5 77-216 0 0,-3 25 12 0 0,1 1 1 0 0,1-9-35 0 0,-2 11 66 0 0,1 0 0 0 0,-1 0 1 0 0,0 0-1 0 0,0 0 0 0 0,0 0 0 0 0,1 0 0 0 0,-1 0 1 0 0,0 0-1 0 0,0 0 0 0 0,0 0 0 0 0,0 0 0 0 0,1 0 1 0 0,-1 0-1 0 0,0 0 0 0 0,0 0 0 0 0,0 0 0 0 0,1 0 1 0 0,-1 0-1 0 0,0 0 0 0 0,0 0 0 0 0,0 0 0 0 0,0 0 1 0 0,1 0-1 0 0,-1 0 0 0 0,0 0 0 0 0,0 0 0 0 0,0 1 1 0 0,0-1-1 0 0,0 0 0 0 0,1 0 0 0 0,-1 0 1 0 0,0 0-1 0 0,0 0 0 0 0,0 0 0 0 0,0 1 0 0 0,0-1 1 0 0,0 0-1 0 0,0 0 0 0 0,0 0 0 0 0,0 0 0 0 0,1 1 1 0 0,-1-1-1 0 0,11 26-25 0 0,61 186 30 0 0,-62-184 9 0 0,1-2 0 0 0,20 36 0 0 0,-26-52 47 0 0,1 0 1 0 0,0 0-1 0 0,12 13 1 0 0,-17-22-14 0 0,1-1-40 0 0,0 0 0 0 0,0-1 1 0 0,1 0-1 0 0,-1 1 0 0 0,0-1 1 0 0,0 0-1 0 0,0 0 0 0 0,-1 0 1 0 0,1 0-1 0 0,0 0 0 0 0,0-1 1 0 0,0 1-1 0 0,-1-1 0 0 0,1 1 1 0 0,-1-1-1 0 0,1 1 0 0 0,-1-1 1 0 0,0 0-1 0 0,0 0 0 0 0,1 0 1 0 0,0-3-1 0 0,4-7 4 0 0,0 0 0 0 0,5-17 0 0 0,-6 16 3 0 0,13-36-4 0 0,32-74-23 0 0,-40 101-23 0 0,2 0 1 0 0,0 0-1 0 0,19-24 1 0 0,-27 42 25 0 0,0 0 0 0 0,-1 0 0 0 0,1 0 0 0 0,1 0-1 0 0,-1 1 1 0 0,0 0 0 0 0,1 0 0 0 0,0 0 0 0 0,0 0 0 0 0,0 1 0 0 0,0 0 0 0 0,0 0 0 0 0,0 0-1 0 0,10-1 1 0 0,-7 1 5 0 0,1 2 0 0 0,-1-1 0 0 0,1 1 0 0 0,-1 0 0 0 0,1 1 0 0 0,-1 0-1 0 0,0 0 1 0 0,1 1 0 0 0,12 4 0 0 0,47 17 49 0 0,-59-20-49 0 0,-4 0 71 0 0,1-1 0 0 0,0 0 0 0 0,0-1-1 0 0,9 3 1 0 0,-14-5-63 0 0,0 1-1 0 0,0 0 1 0 0,-1-1-1 0 0,1 1 0 0 0,0 0 1 0 0,-1-1-1 0 0,1 1 1 0 0,0-1-1 0 0,-1 1 0 0 0,1-1 1 0 0,-1 1-1 0 0,1-1 1 0 0,-1 1-1 0 0,1-1 0 0 0,-1 0 1 0 0,1 1-1 0 0,-1-1 1 0 0,0 0-1 0 0,1 0 0 0 0,-1 1 1 0 0,0-1-1 0 0,1 0 1 0 0,-1 1-1 0 0,0-1 0 0 0,0 0 1 0 0,0 0-1 0 0,0 0 1 0 0,0 1-1 0 0,0-1 0 0 0,0 0 1 0 0,0 0-1 0 0,0 1 1 0 0,-1-3-1 0 0,-2-28 22 0 0,1 22-39 0 0,-1-1 0 0 0,0 1 0 0 0,-1 0 1 0 0,0 0-1 0 0,0 1 0 0 0,-1-1 0 0 0,0 1 0 0 0,0 0 0 0 0,-1 0 1 0 0,0 0-1 0 0,-1 1 0 0 0,0 0 0 0 0,0 0 0 0 0,0 1 0 0 0,-1 0 0 0 0,-9-6 1 0 0,15 11 8 0 0,0 0 0 0 0,1 1 0 0 0,-1-1-1 0 0,0 1 1 0 0,0-1 0 0 0,0 1 0 0 0,1 0 0 0 0,-1 0 0 0 0,0 0 0 0 0,0 0 0 0 0,0 0 0 0 0,0 0 0 0 0,1 1 0 0 0,-1-1 0 0 0,0 0 0 0 0,0 1 0 0 0,1 0 0 0 0,-4 1 0 0 0,4-2 11 0 0,-3 2-9 0 0,1 0 1 0 0,0 0 0 0 0,0 0-1 0 0,1 1 1 0 0,-1-1 0 0 0,0 1 0 0 0,1 0-1 0 0,-1 0 1 0 0,1 0 0 0 0,0 0-1 0 0,0 0 1 0 0,0 0 0 0 0,0 0-1 0 0,1 1 1 0 0,-2 3 0 0 0,1-2-2 0 0,-7 15 0 0 0,0 1 0 0 0,2 0 0 0 0,1 0 0 0 0,-7 36 0 0 0,-1 89-30 0 0,13-122 25 0 0,1 0 0 0 0,7 42 0 0 0,-5-54 12 0 0,0 0 0 0 0,1-1 0 0 0,0 0 0 0 0,1 0-1 0 0,1 0 1 0 0,-1 0 0 0 0,12 17 0 0 0,-13-23 4 0 0,1-1 0 0 0,0 0-1 0 0,0 0 1 0 0,0 0 0 0 0,0 0 0 0 0,0-1 0 0 0,1 0 0 0 0,0 0-1 0 0,0 0 1 0 0,0 0 0 0 0,0-1 0 0 0,0 0 0 0 0,0 0 0 0 0,0 0-1 0 0,1 0 1 0 0,-1-1 0 0 0,1 0 0 0 0,0 0 0 0 0,-1-1 0 0 0,1 0-1 0 0,-1 1 1 0 0,1-2 0 0 0,0 1 0 0 0,-1-1 0 0 0,1 0 0 0 0,9-3-1 0 0,-4 1-74 0 0,-1 0-1 0 0,1-1 0 0 0,-1 0 0 0 0,0-1 0 0 0,0 0 0 0 0,0 0 0 0 0,-1-2 0 0 0,1 1 0 0 0,-1-1 0 0 0,-1 0 0 0 0,0-1 0 0 0,13-14 1 0 0,-10 7 19 0 0,0-1 0 0 0,-2-1 0 0 0,0 1 0 0 0,-1-1 0 0 0,0-1 1 0 0,-1 0-1 0 0,-1 0 0 0 0,-1 0 0 0 0,4-30 0 0 0,-2-10 709 0 0,-2-101 0 0 0,-5 151-554 0 0,-2-26-83 0 0,2 32-41 0 0,2 19-115 0 0,43 465 232 0 0,-36-391 1660 0 0,-7-133-1653 0 0,2 0-1 0 0,1 1 1 0 0,23-80-1 0 0,-17 82-139 0 0,2 1 0 0 0,23-47 0 0 0,-25 65 12 0 0,0 0 1 0 0,1 0-1 0 0,1 1 1 0 0,1 1-1 0 0,23-25 1 0 0,-32 39 4 0 0,-1-1 1 0 0,1 1 0 0 0,0 0-1 0 0,0 1 1 0 0,0-1-1 0 0,1 1 1 0 0,-1 0-1 0 0,1 0 1 0 0,0 1 0 0 0,11-4-1 0 0,-15 5 15 0 0,0 1 0 0 0,0 0-1 0 0,0 0 1 0 0,0-1 0 0 0,0 1 0 0 0,0 1-1 0 0,0-1 1 0 0,0 0 0 0 0,0 0 0 0 0,0 1-1 0 0,0-1 1 0 0,0 1 0 0 0,0-1-1 0 0,-1 1 1 0 0,1 0 0 0 0,0 0 0 0 0,0 0-1 0 0,0 0 1 0 0,-1 0 0 0 0,1 0 0 0 0,-1 1-1 0 0,1-1 1 0 0,-1 0 0 0 0,1 1 0 0 0,-1-1-1 0 0,0 1 1 0 0,0-1 0 0 0,1 1 0 0 0,0 3-1 0 0,3 4 9 0 0,-1 1-1 0 0,0-1 0 0 0,-1 0 0 0 0,4 16 0 0 0,-5-16 5 0 0,3 17-13 0 0,-1 0-1 0 0,-1 0 1 0 0,-1 35-1 0 0,-1-9 9 0 0,1-9-8 0 0,-2-18 28 0 0,2 0-1 0 0,0 0 1 0 0,2 0-1 0 0,9 35 1 0 0,-12-58 5 0 0,-1-2-23 0 0,0 1 0 0 0,0-1 0 0 0,0 1 1 0 0,1-1-1 0 0,-1 1 0 0 0,0-1 0 0 0,1 0 0 0 0,-1 1 0 0 0,0-1 0 0 0,1 0 0 0 0,-1 1 0 0 0,0-1 0 0 0,1 0 0 0 0,-1 1 0 0 0,1-1 0 0 0,-1 0 0 0 0,1 0 0 0 0,-1 1 0 0 0,1-1 0 0 0,-1 0 0 0 0,1 0 0 0 0,-1 0 0 0 0,1 0 0 0 0,-1 0 0 0 0,1 1 0 0 0,-1-1 0 0 0,1 0 0 0 0,-1 0 0 0 0,1 0 0 0 0,0-1 0 0 0,0 1-23 0 0,0 1 1 0 0,0-2-1 0 0,0 1 0 0 0,1 0 1 0 0,-1 0-1 0 0,0 0 1 0 0,0 0-1 0 0,0-1 0 0 0,0 1 1 0 0,0 0-1 0 0,1-1 0 0 0,-1 1 1 0 0,0-1-1 0 0,0 0 1 0 0,0 1-1 0 0,1-2 0 0 0,8-8-1028 0 0,0-1-1 0 0,-1-1 1 0 0,11-15-1 0 0,-15 19-384 0 0,-1 0 0 0 0,0-1 1 0 0,0 1-1 0 0,2-10 0 0 0,0-3-4183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13:03.1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166 0 852 0 0,'-26'3'2960'0'0,"4"-1"-795"0"0,3-2 843 0 0,-11 0-1028 0 0,4 0-752 0 0,5 0-892 0 0,-1 0-1008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13:04.2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316 198 624 0 0,'0'0'4028'0'0,"-3"0"-3119"0"0,2 0-607 0 0,0 0-1 0 0,0 0 1 0 0,0 0 0 0 0,0-1-1 0 0,0 1 1 0 0,0 0 0 0 0,0 0-1 0 0,0-1 1 0 0,0 1 0 0 0,0 0-1 0 0,0-1 1 0 0,0 1-1 0 0,0-1 1 0 0,0 1 0 0 0,1-1-1 0 0,-1 1 1 0 0,0-1 0 0 0,0 0-1 0 0,1 1 1 0 0,-1-1 0 0 0,0 0-1 0 0,1 0 1 0 0,-2-1 0 0 0,3 1-249 0 0,0 0 1 0 0,0-1-1 0 0,-1 1 1 0 0,1 0 0 0 0,0 0-1 0 0,0 0 1 0 0,0 0 0 0 0,0 0-1 0 0,1 0 1 0 0,-1 0 0 0 0,0 0-1 0 0,2-1 1 0 0,22-18 258 0 0,18-29 394 0 0,-41 45-662 0 0,0 1 0 0 0,0 0 0 0 0,-1-1 0 0 0,1 0-1 0 0,-1 1 1 0 0,0-1 0 0 0,0 0 0 0 0,0 1 0 0 0,0-1 0 0 0,-1 0 0 0 0,1 0 0 0 0,-1 0 0 0 0,0 1 0 0 0,0-1-1 0 0,-1 0 1 0 0,1 0 0 0 0,-2-5 0 0 0,2 8-45 0 0,-1-1 0 0 0,1 1 0 0 0,-1-1 0 0 0,1 1 0 0 0,-1-1 0 0 0,0 1 0 0 0,0-1 0 0 0,1 1 0 0 0,-1 0 0 0 0,0 0 0 0 0,0-1 0 0 0,0 1 0 0 0,-1 0 0 0 0,1 0 0 0 0,0 0 0 0 0,0 0 0 0 0,0 0 0 0 0,-1 0 0 0 0,1 0 0 0 0,-1 1 0 0 0,1-1 0 0 0,0 0 0 0 0,-1 1 0 0 0,1-1 0 0 0,-1 1 1 0 0,1 0-1 0 0,-1-1 0 0 0,0 1 0 0 0,1 0 0 0 0,-1 0 0 0 0,1 0 0 0 0,-1 0 0 0 0,0 0 0 0 0,1 0 0 0 0,-1 0 0 0 0,1 1 0 0 0,-1-1 0 0 0,1 1 0 0 0,-3 0 0 0 0,-7 4-1 0 0,1 0 0 0 0,-1 0 0 0 0,1 1 0 0 0,0 1 0 0 0,1 0 0 0 0,0 0 0 0 0,0 0-1 0 0,0 2 1 0 0,1-1 0 0 0,0 1 0 0 0,-12 17 0 0 0,6-6-7 0 0,2 2 0 0 0,0-1 0 0 0,1 2-1 0 0,-14 41 1 0 0,24-60 9 0 0,-1 1 0 0 0,1-1 1 0 0,0 1-1 0 0,0 0 0 0 0,0 0 0 0 0,1 0 0 0 0,-1 0 0 0 0,1-1 1 0 0,0 1-1 0 0,1 0 0 0 0,-1 0 0 0 0,1 0 0 0 0,0 0 1 0 0,0-1-1 0 0,1 1 0 0 0,-1 0 0 0 0,1-1 0 0 0,0 1 0 0 0,0-1 1 0 0,1 0-1 0 0,-1 0 0 0 0,1 0 0 0 0,0 0 0 0 0,0 0 0 0 0,0 0 1 0 0,1-1-1 0 0,6 6 0 0 0,8 4 4 0 0,0-1 0 0 0,0-2-1 0 0,2 1 1 0 0,-1-2 0 0 0,24 8 0 0 0,17 8-7 0 0,-50-20 20 0 0,7 4-35 0 0,1 0 1 0 0,-1 0-1 0 0,30 25 0 0 0,-44-32 47 0 0,1 1 0 0 0,-1 1 0 0 0,0-1-1 0 0,0 0 1 0 0,0 1 0 0 0,0 0 0 0 0,-1 0-1 0 0,1 0 1 0 0,-1 0 0 0 0,0 0 0 0 0,0 0-1 0 0,-1 0 1 0 0,1 1 0 0 0,-1-1 0 0 0,0 1-1 0 0,0-1 1 0 0,0 1 0 0 0,-1-1 0 0 0,1 1 0 0 0,-1 0-1 0 0,0-1 1 0 0,-1 6 0 0 0,-1-1 87 0 0,0-1 0 0 0,0 0-1 0 0,-1 0 1 0 0,0 0 0 0 0,0 0 0 0 0,-1 0 0 0 0,0 0 0 0 0,-1-1 0 0 0,0 0 0 0 0,0 0 0 0 0,0 0-1 0 0,-1-1 1 0 0,0 1 0 0 0,0-1 0 0 0,0-1 0 0 0,-1 1 0 0 0,0-1 0 0 0,0 0 0 0 0,0-1-1 0 0,-1 0 1 0 0,1 0 0 0 0,-1 0 0 0 0,0-1 0 0 0,-12 3 0 0 0,6-2 54 0 0,0-1 1 0 0,0 0-1 0 0,0-1 1 0 0,0 0-1 0 0,-1-1 1 0 0,1-1-1 0 0,-1 0 1 0 0,1-1-1 0 0,0-1 1 0 0,0 0-1 0 0,-1-1 1 0 0,1 0-1 0 0,-25-10 1 0 0,-4-5-25 0 0,16 7-326 0 0,-37-20 0 0 0,62 30-225 0 0,-2-2-360 0 0,4 3 661 0 0,-1 0-1 0 0,1 0 1 0 0,0 0-1 0 0,-1 0 0 0 0,1 0 1 0 0,0-1-1 0 0,-1 1 1 0 0,1 0-1 0 0,0 0 1 0 0,-1 0-1 0 0,1-1 1 0 0,0 1-1 0 0,-1 0 1 0 0,1 0-1 0 0,0-1 0 0 0,0 1 1 0 0,-1 0-1 0 0,1-1 1 0 0,0 1-1 0 0,0 0 1 0 0,-1-1-1 0 0,1 1 1 0 0,0 0-1 0 0,0-1 1 0 0,0 1-1 0 0,0 0 0 0 0,0-1 1 0 0,0 1-1 0 0,-1-1 1 0 0,3-1-281 0 0,-1 1-1 0 0,0-1 1 0 0,0 1 0 0 0,1-1 0 0 0,-1 1 0 0 0,0-1-1 0 0,1 1 1 0 0,0 0 0 0 0,-1 0 0 0 0,1 0-1 0 0,3-2 1 0 0,7-5-4211 0 0,4-2-374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13:04.9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338 98 1796 0 0,'4'-6'1507'0'0,"1"0"0"0"0,-1 0 1 0 0,-1 0-1 0 0,5-11 0 0 0,-7 14-1240 0 0,0 1-1 0 0,-1 0 1 0 0,1 0 0 0 0,-1-1 0 0 0,0 1 0 0 0,0 0 0 0 0,0 0-1 0 0,0-1 1 0 0,0 1 0 0 0,-1 0 0 0 0,1 0 0 0 0,0-1-1 0 0,-1 1 1 0 0,0 0 0 0 0,0 0 0 0 0,1 0 0 0 0,-3-3 0 0 0,3 4-206 0 0,-1 0 1 0 0,0 0-1 0 0,0 0 0 0 0,0 0 1 0 0,0 0-1 0 0,-1 0 1 0 0,1 0-1 0 0,0 1 1 0 0,0-1-1 0 0,0 0 1 0 0,-1 1-1 0 0,1-1 1 0 0,0 1-1 0 0,-1-1 0 0 0,1 1 1 0 0,-1 0-1 0 0,1-1 1 0 0,0 1-1 0 0,-1 0 1 0 0,-1 0-1 0 0,-25 1 313 0 0,20 0-337 0 0,1 1-1 0 0,-1 1 0 0 0,1 0 1 0 0,0 0-1 0 0,0 0 0 0 0,0 0 1 0 0,0 1-1 0 0,1 1 0 0 0,-1-1 1 0 0,-5 6-1 0 0,-8 8 52 0 0,-27 31-1 0 0,36-36-50 0 0,-8 9-11 0 0,1 1 0 0 0,0 0 0 0 0,2 2 0 0 0,-13 26 0 0 0,22-38-19 0 0,1 0-1 0 0,0 1 1 0 0,1 0-1 0 0,1 0 1 0 0,0 0 0 0 0,1 0-1 0 0,0 1 1 0 0,1-1-1 0 0,1 29 1 0 0,1-39 0 0 0,0 0 0 0 0,0 0 0 0 0,1 0 0 0 0,0-1 0 0 0,0 1 0 0 0,0 0 0 0 0,0 0 0 0 0,0-1 0 0 0,1 1 0 0 0,0-1 0 0 0,0 1 0 0 0,0-1 0 0 0,0 0 0 0 0,0 0 0 0 0,1 0 0 0 0,-1 0 0 0 0,1 0 0 0 0,3 3 0 0 0,-2-3 2 0 0,1-1 1 0 0,-1 1-1 0 0,1-1 1 0 0,0 0-1 0 0,0 0 1 0 0,-1 0-1 0 0,1-1 1 0 0,1 1-1 0 0,-1-1 1 0 0,0 0-1 0 0,0-1 1 0 0,6 1-1 0 0,2-2 8 0 0,0 1 1 0 0,0-2-1 0 0,1 1 0 0 0,-1-2 0 0 0,-1 0 1 0 0,1 0-1 0 0,0-2 0 0 0,-1 1 0 0 0,22-12 1 0 0,-25 10 1 0 0,0 0 1 0 0,-1 0 0 0 0,0-1 0 0 0,1 0 0 0 0,-2 0-1 0 0,1-1 1 0 0,-1 0 0 0 0,-1-1 0 0 0,1 1-1 0 0,-1-1 1 0 0,-1 0 0 0 0,0-1 0 0 0,0 1 0 0 0,-1-1-1 0 0,0 0 1 0 0,4-16 0 0 0,-2-6 455 0 0,-1 0 1 0 0,-1 0-1 0 0,-1 0 1 0 0,-3-36-1 0 0,0 66-468 0 0,-2 20 23 0 0,-5 230 29 0 0,3-88-32 0 0,-11 590 258 0 0,4-542 187 0 0,8-188-207 0 0,3-21-263 0 0,0 1 1 0 0,0 0 0 0 0,0 0 0 0 0,0 0 0 0 0,0 0 0 0 0,0 0 0 0 0,0 0 0 0 0,0 0 0 0 0,0 0 0 0 0,0 0 0 0 0,0 0 0 0 0,0 0 0 0 0,0 0 0 0 0,0 0-1 0 0,0-1 1 0 0,0 1 0 0 0,0 0 0 0 0,0 0 0 0 0,0 0 0 0 0,0 0 0 0 0,0 0 0 0 0,0 0 0 0 0,0 0 0 0 0,0 0 0 0 0,0 0 0 0 0,0 0 0 0 0,0 0 0 0 0,0 0-1 0 0,-1 0 1 0 0,1 0 0 0 0,0 0 0 0 0,0 0 0 0 0,0 0 0 0 0,0 0 0 0 0,0 0 0 0 0,0 0 0 0 0,0 0 0 0 0,0 0 0 0 0,0 0 0 0 0,0 0 0 0 0,0 0 0 0 0,0 0-1 0 0,-1 0 1 0 0,1 0 0 0 0,0 0 0 0 0,0 0 0 0 0,0 0 0 0 0,0 0 0 0 0,0 0 0 0 0,0 0 0 0 0,0 0 0 0 0,0 0 0 0 0,-1-5 2 0 0,1 1 0 0 0,0 0-1 0 0,0-1 1 0 0,1 1 0 0 0,1-9 0 0 0,2-5-47 0 0,2 1 0 0 0,0-1 0 0 0,1 1 0 0 0,0 0 0 0 0,2 0 0 0 0,0 1 0 0 0,1 0 0 0 0,0 1 0 0 0,1 0 0 0 0,1 1 0 0 0,1 0 0 0 0,19-17 0 0 0,-20 21-485 0 0,1 0-1 0 0,0 1 1 0 0,1 1 0 0 0,0 0 0 0 0,17-7 0 0 0,-3 4-1111 0 0,2-1-2958 0 0,41-23 0 0 0,-53 26 461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13:05.5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92 317 452 0 0,'-63'-316'16285'0'0,"51"339"-16061"0"0,8-3-169 0 0,1 1 0 0 0,-1 33-1 0 0,2-15-34 0 0,-1-3-3 0 0,3 1-1 0 0,0-1 1 0 0,3 0 0 0 0,1 0-1 0 0,1 0 1 0 0,3-1 0 0 0,12 39-1 0 0,-17-63 0 0 0,2 0-1 0 0,0 0 1 0 0,0-1-1 0 0,7 10 1 0 0,-10-16-7 0 0,1 0 1 0 0,-1-1-1 0 0,1 1 1 0 0,0-1-1 0 0,0 0 1 0 0,0 0-1 0 0,1 0 1 0 0,-1 0-1 0 0,1-1 1 0 0,0 1 0 0 0,-1-1-1 0 0,9 4 1 0 0,-8-5-7 0 0,0-1 0 0 0,0 1 0 0 0,0 0 0 0 0,0-1 0 0 0,0 0 0 0 0,0 0 0 0 0,0 0 1 0 0,0-1-1 0 0,0 1 0 0 0,0-1 0 0 0,0 0 0 0 0,0 0 0 0 0,0 0 0 0 0,0-1 1 0 0,0 1-1 0 0,-1-1 0 0 0,1 0 0 0 0,0 0 0 0 0,5-5 0 0 0,2-1-61 0 0,0-1-1 0 0,-1-1 1 0 0,1 0 0 0 0,8-13-1 0 0,-7 8 3 0 0,-2 0-1 0 0,1-2 0 0 0,-2 1 0 0 0,0-1 1 0 0,-1 0-1 0 0,-1-1 0 0 0,8-30 1 0 0,21-131 349 0 0,-35 170-241 0 0,8-51 138 0 0,-9 57-222 0 0,2-3-1 0 0,-2 6 32 0 0,0 0 1 0 0,0 0-1 0 0,0 0 0 0 0,0 0 0 0 0,0 0 1 0 0,0 0-1 0 0,0 0 0 0 0,0 0 0 0 0,1 0 1 0 0,-1 0-1 0 0,0 0 0 0 0,0 0 0 0 0,0 0 1 0 0,0 0-1 0 0,0 0 0 0 0,0 0 1 0 0,0 0-1 0 0,0 0 0 0 0,0 0 0 0 0,0 0 1 0 0,1 0-1 0 0,-1 0 0 0 0,0 0 0 0 0,0 0 1 0 0,0 0-1 0 0,0 0 0 0 0,0 0 0 0 0,0 0 1 0 0,0 0-1 0 0,0 0 0 0 0,0 0 1 0 0,0 0-1 0 0,0 0 0 0 0,1 0 0 0 0,-1 0 1 0 0,0 0-1 0 0,0 0 0 0 0,0 0 0 0 0,0 0 1 0 0,0 0-1 0 0,0 0 0 0 0,0 0 0 0 0,0-1 1 0 0,0 1-1 0 0,0 0 0 0 0,0 0 0 0 0,0 0 1 0 0,0 0-1 0 0,0 0 0 0 0,0 0 1 0 0,0 0-1 0 0,0 0 0 0 0,0 0 0 0 0,0 0 1 0 0,0 0-1 0 0,0-1 0 0 0,0 1 0 0 0,0 0 1 0 0,0 0-1 0 0,0 0 0 0 0,0 0 0 0 0,0 0 1 0 0,0 0-1 0 0,0 0 0 0 0,0 0 0 0 0,0 0 1 0 0,0 0-1 0 0,0-1 0 0 0,5 25 13 0 0,-2 0 0 0 0,0 1 1 0 0,-1 40-1 0 0,1 15 19 0 0,-1-62-93 0 0,0 7 17 0 0,1 0 0 0 0,0 0 0 0 0,2 0 0 0 0,11 31 0 0 0,-14-49-294 0 0,1-1-1 0 0,0 0 1 0 0,1 0 0 0 0,-1 0-1 0 0,1 0 1 0 0,0 0-1 0 0,1-1 1 0 0,8 9 0 0 0,-9-11-242 0 0,0 0 0 0 0,0 0 0 0 0,1 0 0 0 0,-1 0-1 0 0,1-1 1 0 0,0 0 0 0 0,0 0 0 0 0,0 0 0 0 0,0 0 0 0 0,0-1 0 0 0,0 0 0 0 0,10 1 0 0 0,8-1-3416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13:06.7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325 241 1768 0 0,'0'-13'1506'0'0,"-1"0"-1"0"0,-1 0 1 0 0,0 1-1 0 0,0-1 1 0 0,-8-20-1 0 0,6 21-754 0 0,-1 0 0 0 0,-1 1-1 0 0,0 0 1 0 0,0 0-1 0 0,-13-16 1 0 0,18 25-719 0 0,-1 1-1 0 0,0 0 1 0 0,1 0 0 0 0,-1 0 0 0 0,0 0 0 0 0,1 0 0 0 0,-1 0 0 0 0,0 0 0 0 0,0 1-1 0 0,0-1 1 0 0,0 1 0 0 0,0-1 0 0 0,0 1 0 0 0,0 0 0 0 0,0-1 0 0 0,1 1 0 0 0,-1 0-1 0 0,0 1 1 0 0,0-1 0 0 0,0 0 0 0 0,0 0 0 0 0,0 1 0 0 0,0-1 0 0 0,0 1 0 0 0,-3 1-1 0 0,-8 5 14 0 0,1 0-1 0 0,0 1 0 0 0,1 1 1 0 0,0 0-1 0 0,0 0 0 0 0,1 1 0 0 0,0 0 1 0 0,1 1-1 0 0,0 0 0 0 0,-9 14 0 0 0,5-5-22 0 0,1 2 0 0 0,0-1-1 0 0,2 1 1 0 0,0 1 0 0 0,-6 25-1 0 0,13-38-7 0 0,0 1 0 0 0,1-1-1 0 0,1 1 1 0 0,-1-1 0 0 0,2 1-1 0 0,-1 0 1 0 0,2-1 0 0 0,-1 1-1 0 0,4 13 1 0 0,-3-19-2 0 0,0 0-1 0 0,1 0 1 0 0,-1-1-1 0 0,1 1 1 0 0,0 0-1 0 0,1-1 1 0 0,-1 1-1 0 0,1-1 1 0 0,0 0-1 0 0,0 0 1 0 0,0 0 0 0 0,1 0-1 0 0,-1-1 1 0 0,1 1-1 0 0,0-1 1 0 0,0 0-1 0 0,0 0 1 0 0,0 0-1 0 0,1-1 1 0 0,-1 1-1 0 0,6 1 1 0 0,-4-2-21 0 0,0 0-1 0 0,0-1 1 0 0,-1 0 0 0 0,1 0 0 0 0,0 0 0 0 0,0 0-1 0 0,0-1 1 0 0,0 0 0 0 0,0 0 0 0 0,0-1-1 0 0,0 0 1 0 0,0 0 0 0 0,0 0 0 0 0,0-1 0 0 0,-1 0-1 0 0,1 0 1 0 0,0 0 0 0 0,-1-1 0 0 0,0 0-1 0 0,0 0 1 0 0,1 0 0 0 0,-2 0 0 0 0,1-1 0 0 0,0 0-1 0 0,4-5 1 0 0,1-2-26 0 0,1 0 1 0 0,-2-1-1 0 0,1 0 0 0 0,-2 0 1 0 0,0-1-1 0 0,0 0 0 0 0,-1-1 1 0 0,9-24-1 0 0,-8 12 371 0 0,-2 1 0 0 0,0-1 1 0 0,2-33-1 0 0,3-17 886 0 0,-11 74-1201 0 0,2 16-9 0 0,0 0 3 0 0,-1 1 0 0 0,0-1 0 0 0,-3 16 0 0 0,2 16-5 0 0,2-5 11 0 0,14 70 1 0 0,-12-94-3 0 0,0-1 0 0 0,1 0-1 0 0,1 1 1 0 0,0-2 0 0 0,1 1 0 0 0,18 27 0 0 0,-23-39-12 0 0,2 0-1 0 0,-1 0 1 0 0,0 0 0 0 0,1 0 0 0 0,0-1 0 0 0,-1 1 0 0 0,2-1-1 0 0,-1 0 1 0 0,0 0 0 0 0,0 0 0 0 0,1-1 0 0 0,0 0 0 0 0,-1 0-1 0 0,1 0 1 0 0,0 0 0 0 0,0-1 0 0 0,0 0 0 0 0,0 0 0 0 0,0 0-1 0 0,0 0 1 0 0,1-1 0 0 0,-1 0 0 0 0,0 0 0 0 0,0 0 0 0 0,0-1-1 0 0,0 0 1 0 0,0 0 0 0 0,0 0 0 0 0,0 0 0 0 0,5-3 0 0 0,1 0-40 0 0,1-1 0 0 0,-2-1 1 0 0,1 0-1 0 0,-1 0 1 0 0,0-1-1 0 0,0 0 1 0 0,0-1-1 0 0,-1 0 1 0 0,-1 0-1 0 0,1-1 1 0 0,12-17-1 0 0,-12 11 4 0 0,0 0 0 0 0,-1 0-1 0 0,-1-1 1 0 0,-1 0 0 0 0,0 0 0 0 0,-1 0-1 0 0,0-1 1 0 0,3-30 0 0 0,-4 12 22 0 0,-3 1-1 0 0,0-1 1 0 0,-6-47-1 0 0,-9 9 212 0 0,6 31-65 0 0,8 38-135 0 0,-6-19-31 0 0,5 23 22 0 0,1-1 1 0 0,0 0 0 0 0,0 0-1 0 0,-1 0 1 0 0,1 1 0 0 0,0-1-1 0 0,-1 0 1 0 0,1 0 0 0 0,-1 1-1 0 0,1-1 1 0 0,-1 0-1 0 0,1 1 1 0 0,-1-1 0 0 0,1 1-1 0 0,-1-1 1 0 0,0 0 0 0 0,0 0-1 0 0,1 1 4 0 0,-1 0 0 0 0,1 1 0 0 0,0-1 0 0 0,-1 0 0 0 0,1 0-1 0 0,0 0 1 0 0,-1 0 0 0 0,1 0 0 0 0,0 1 0 0 0,0-1 0 0 0,-1 0-1 0 0,1 0 1 0 0,0 1 0 0 0,0-1 0 0 0,-1 0 0 0 0,1 0 0 0 0,0 1 0 0 0,0-1-1 0 0,0 0 1 0 0,0 0 0 0 0,-1 1 0 0 0,1-1 0 0 0,0 0 0 0 0,0 1-1 0 0,0-1 1 0 0,0 0 0 0 0,0 1 0 0 0,-6 26-8 0 0,6-25 3 0 0,0 1 7 0 0,1 0-1 0 0,-1 0 0 0 0,1 0 0 0 0,0 0 0 0 0,0 0 0 0 0,0 0 0 0 0,0 0 0 0 0,0 0 1 0 0,1-1-1 0 0,-1 1 0 0 0,1 0 0 0 0,0-1 0 0 0,0 1 0 0 0,0-1 0 0 0,0 0 0 0 0,0 1 1 0 0,4 2-1 0 0,0 0 8 0 0,0-1 0 0 0,1 1 0 0 0,0-1 0 0 0,0 0 1 0 0,11 4-1 0 0,2-1 0 0 0,1 0 1 0 0,0-2 0 0 0,0 0-1 0 0,43 3 1 0 0,-20-6-18 0 0,60-5 1 0 0,-42-4 123 0 0,-59 7-84 0 0,-3 0-28 0 0,-1-1-1 0 0,1 1 1 0 0,0 0-1 0 0,0 0 0 0 0,0-1 1 0 0,-1 1-1 0 0,1 0 1 0 0,0 0-1 0 0,0-1 0 0 0,0 1 1 0 0,0 0-1 0 0,0 0 0 0 0,-1-1 1 0 0,1 1-1 0 0,0 0 1 0 0,0-1-1 0 0,0 1 0 0 0,0 0 1 0 0,0 0-1 0 0,0-1 1 0 0,0 1-1 0 0,0 0 0 0 0,0-1 1 0 0,0 1-1 0 0,0 0 0 0 0,0-1 1 0 0,0 1-1 0 0,1 0 1 0 0,-1 0-1 0 0,0-1 0 0 0,0 1 1 0 0,0 0-1 0 0,0 0 1 0 0,0-1-1 0 0,1 1 0 0 0,-1 0 1 0 0,0 0-1 0 0,0-1 1 0 0,0 1-1 0 0,1 0 0 0 0,-1 0 1 0 0,0 0-1 0 0,0-1 0 0 0,1 1 1 0 0,-1 0-1 0 0,0 0 1 0 0,0 0-1 0 0,1 0 0 0 0,-1 0 1 0 0,0-1-1 0 0,1 1 1 0 0,-1 0-1 0 0,0 0 0 0 0,0 0 1 0 0,1 0-1 0 0,-1 0 0 0 0,0 0 1 0 0,1 0-1 0 0,-1 0 1 0 0,0 0-1 0 0,1 0 0 0 0,-1 0 1 0 0,0 1-1 0 0,0-1 1 0 0,1 0-1 0 0,-1 0 0 0 0,0 0 1 0 0,1 0-1 0 0,-4 0 1 0 0,-1 1-1 0 0,1-1 0 0 0,0 1 1 0 0,0-1-1 0 0,0 1 1 0 0,-1 0-1 0 0,1 0 0 0 0,0 0 1 0 0,-3 2-1 0 0,-5 2 3 0 0,1-1-1 0 0,-1 2 0 0 0,1-1 1 0 0,0 1-1 0 0,1 1 1 0 0,-1 0-1 0 0,1 0 1 0 0,1 1-1 0 0,-1 0 0 0 0,-8 12 1 0 0,0 1 1 0 0,1 1 0 0 0,1 1-1 0 0,-14 28 1 0 0,22-39 6 0 0,1 1-1 0 0,1-1 1 0 0,0 1-1 0 0,1 0 1 0 0,0 0-1 0 0,1 1 0 0 0,0-1 1 0 0,1 0-1 0 0,1 1 1 0 0,0 0-1 0 0,1-1 1 0 0,0 1-1 0 0,3 18 1 0 0,-2-29-4 0 0,0 0 0 0 0,0 1 0 0 0,0-1 0 0 0,0 0 0 0 0,0 0 0 0 0,1 0 0 0 0,0 0 0 0 0,-1 0 0 0 0,1 0 0 0 0,0 0 0 0 0,0 0 0 0 0,1-1 0 0 0,-1 1 0 0 0,0-1 0 0 0,6 4 0 0 0,-4-3 1 0 0,1 0 1 0 0,-1-1 0 0 0,1 0-1 0 0,0 0 1 0 0,0 0-1 0 0,0 0 1 0 0,0-1-1 0 0,0 0 1 0 0,8 1-1 0 0,2-1 5 0 0,-1-1 0 0 0,0-1 0 0 0,1 0 0 0 0,-1-1 0 0 0,0 0 0 0 0,23-7 0 0 0,-9 0 14 0 0,0-2-1 0 0,0 0 0 0 0,-2-2 1 0 0,1-1-1 0 0,-2-1 1 0 0,0-1-1 0 0,33-28 0 0 0,-42 30-17 0 0,0 0 0 0 0,-1-2 0 0 0,-1 0 0 0 0,0 0 0 0 0,-1-1 1 0 0,-1-1-1 0 0,-1 0 0 0 0,0-1 0 0 0,-1 0 0 0 0,-1-1 0 0 0,6-22 0 0 0,-11 30-3 0 0,-1 0 0 0 0,-1 0 0 0 0,0 0 0 0 0,1-17 0 0 0,-3 24-3 0 0,0 0 0 0 0,-1 0 0 0 0,1 0 0 0 0,-1 0 0 0 0,0 0 1 0 0,0 0-1 0 0,0 0 0 0 0,-1 1 0 0 0,1-1 0 0 0,-1 0 0 0 0,-1 1 1 0 0,1-1-1 0 0,-4-4 0 0 0,5 8-4 0 0,0 0 1 0 0,0 0-1 0 0,-1 0 1 0 0,1 0-1 0 0,-1 0 0 0 0,1 0 1 0 0,-1 1-1 0 0,1-1 1 0 0,-1 0-1 0 0,1 1 1 0 0,-1-1-1 0 0,0 1 0 0 0,1 0 1 0 0,-1-1-1 0 0,0 1 1 0 0,1 0-1 0 0,-1 0 1 0 0,0 0-1 0 0,0 0 0 0 0,1 0 1 0 0,-4 1-1 0 0,-34 10 24 0 0,31-8-20 0 0,1 1 1 0 0,-1 0 0 0 0,1 1-1 0 0,0 0 1 0 0,0 0-1 0 0,1 0 1 0 0,0 1 0 0 0,0-1-1 0 0,0 2 1 0 0,0-1 0 0 0,1 1-1 0 0,-5 8 1 0 0,4-5 5 0 0,0 1-1 0 0,1-1 0 0 0,0 1 1 0 0,1 0-1 0 0,0 0 1 0 0,1 0-1 0 0,0 1 1 0 0,-1 19-1 0 0,3-22 2 0 0,0 0 1 0 0,1 1-1 0 0,1-1 0 0 0,-1 1 1 0 0,1-1-1 0 0,1 1 1 0 0,0-1-1 0 0,0 0 0 0 0,1 0 1 0 0,7 15-1 0 0,-7-17 0 0 0,1-1 1 0 0,-1-1-1 0 0,1 1 0 0 0,0-1 1 0 0,1 1-1 0 0,0-1 1 0 0,-1 0-1 0 0,1-1 0 0 0,1 1 1 0 0,-1-1-1 0 0,1 0 0 0 0,0-1 1 0 0,0 1-1 0 0,0-1 0 0 0,11 4 1 0 0,5 0-193 0 0,-1-1 0 0 0,1-2 0 0 0,0 0 0 0 0,0-1 0 0 0,0-2 0 0 0,0 0 1 0 0,1-1-1 0 0,33-5 0 0 0,10-5-5455 0 0,97-28 0 0 0,-117 25-101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13:07.8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9 273 2060 0 0,'-2'-5'631'0'0,"1"0"0"0"0,-1-1 0 0 0,1 1 0 0 0,0-1 0 0 0,1 0 0 0 0,-1 1 0 0 0,1-1 0 0 0,0 1 0 0 0,0-1-1 0 0,1 0 1 0 0,0 1 0 0 0,0-1 0 0 0,3-8 0 0 0,-2 7-488 0 0,0 1 0 0 0,1 0 0 0 0,-1 0-1 0 0,1 0 1 0 0,1 0 0 0 0,-1 1 0 0 0,1-1 0 0 0,0 1 0 0 0,1 0-1 0 0,-1 0 1 0 0,1 1 0 0 0,0-1 0 0 0,0 1 0 0 0,0 0-1 0 0,1 0 1 0 0,-1 1 0 0 0,11-6 0 0 0,-12 8-111 0 0,1-1-1 0 0,-1 1 1 0 0,0 0 0 0 0,0 0-1 0 0,1 0 1 0 0,-1 1 0 0 0,0 0 0 0 0,1-1-1 0 0,-1 2 1 0 0,0-1 0 0 0,1 0-1 0 0,-1 1 1 0 0,0 0 0 0 0,6 1 0 0 0,-4 1 20 0 0,1 0 0 0 0,-1 0 0 0 0,0 0 0 0 0,0 0 0 0 0,0 1 0 0 0,-1 0 0 0 0,1 0 0 0 0,5 7 1 0 0,3 3 54 0 0,-2 1 1 0 0,0 0-1 0 0,-1 1 0 0 0,-1 0 1 0 0,13 26-1 0 0,-16-26 35 0 0,0 0 0 0 0,-1 0 0 0 0,0 0-1 0 0,-1 1 1 0 0,-1 0 0 0 0,-1 0 0 0 0,-1 0-1 0 0,0 1 1 0 0,-1-1 0 0 0,-1 0 0 0 0,0 1-1 0 0,-6 32 1 0 0,6-48-98 0 0,0-1-1 0 0,-1 0 0 0 0,1 1 0 0 0,-1-1 1 0 0,1 1-1 0 0,-1-1 0 0 0,0 1 1 0 0,1-1-1 0 0,-1 0 0 0 0,0 1 1 0 0,0-1-1 0 0,-1 2 0 0 0,2-3-33 0 0,-1 0 0 0 0,1 0 0 0 0,0 0 0 0 0,-1 1 1 0 0,1-1-1 0 0,-1 0 0 0 0,1 0 0 0 0,0 0 0 0 0,-1 0 0 0 0,1 1 0 0 0,-1-1 0 0 0,1 0 0 0 0,0 0 0 0 0,-1 0 0 0 0,1 0 0 0 0,-1 0 0 0 0,1 0 0 0 0,0 0 0 0 0,-1 0 0 0 0,1 0 0 0 0,-1 0 0 0 0,1-1 0 0 0,0 1 0 0 0,-1 0 0 0 0,1 0 0 0 0,-1 0 0 0 0,0-1 0 0 0,0 0 0 0 0,0 0-1 0 0,-1-1 0 0 0,1 1 0 0 0,0 0 1 0 0,-1-1-1 0 0,1 1 0 0 0,0-1 0 0 0,0 1 1 0 0,0-1-1 0 0,1 0 0 0 0,-1 1 0 0 0,0-1 1 0 0,0 0-1 0 0,1 0 0 0 0,-1-3 0 0 0,-1-12-3 0 0,1-1 0 0 0,0 1-1 0 0,1 0 1 0 0,1-1 0 0 0,1 1 0 0 0,1 0-1 0 0,0 0 1 0 0,1 0 0 0 0,1 1 0 0 0,11-28-1 0 0,-11 31-24 0 0,1 1-1 0 0,1-1 1 0 0,-1 1-1 0 0,2 1 1 0 0,0-1-1 0 0,0 1 0 0 0,1 1 1 0 0,1-1-1 0 0,0 2 1 0 0,0-1-1 0 0,0 1 1 0 0,1 1-1 0 0,23-13 1 0 0,-28 18 11 0 0,0 0 0 0 0,1 0 0 0 0,-1 1 0 0 0,1 0 0 0 0,0 0 1 0 0,-1 1-1 0 0,1 0 0 0 0,0 0 0 0 0,0 1 0 0 0,0 0 0 0 0,0 0 1 0 0,0 0-1 0 0,0 1 0 0 0,8 2 0 0 0,-6-1 7 0 0,0 1-1 0 0,0 1 0 0 0,0 0 1 0 0,-1 0-1 0 0,1 0 1 0 0,-1 1-1 0 0,0 0 1 0 0,0 1-1 0 0,10 10 1 0 0,-7-6 12 0 0,0 2 0 0 0,-1-1 0 0 0,0 1 0 0 0,-1 1 0 0 0,-1 0 0 0 0,0 0 0 0 0,0 0 0 0 0,-2 1 0 0 0,0 0 0 0 0,0 1 0 0 0,-1-1 0 0 0,5 27 0 0 0,-9-37 5 0 0,0 0 1 0 0,-1 1 0 0 0,1-1 0 0 0,-1 1 0 0 0,0-1 0 0 0,0 0 0 0 0,-1 1 0 0 0,1-1-1 0 0,-1 1 1 0 0,0-1 0 0 0,0 0 0 0 0,0 1 0 0 0,-1-1 0 0 0,1 0 0 0 0,-1 0-1 0 0,-3 4 1 0 0,4-6 34 0 0,-3-2-40 0 0,-12-2 4 0 0,15 2-14 0 0,1 0 0 0 0,-1-1 0 0 0,0 1 0 0 0,1 0-1 0 0,-1-1 1 0 0,1 1 0 0 0,-1 0 0 0 0,0-1 0 0 0,1 1 0 0 0,-1-1 0 0 0,1 1 0 0 0,-1-1 0 0 0,1 1 0 0 0,-1-1-1 0 0,1 1 1 0 0,0-1 0 0 0,-1 0 0 0 0,1 1 0 0 0,0-1 0 0 0,-1 0 0 0 0,1 1 0 0 0,0-1 0 0 0,0 0 0 0 0,-1 0-1 0 0,1-1 3 0 0,-3-4-4 0 0,0 0 0 0 0,1 0 1 0 0,-1-1-1 0 0,1 1 0 0 0,1-1 1 0 0,-1 1-1 0 0,1-1 1 0 0,1 0-1 0 0,-1 0 0 0 0,1 0 1 0 0,0 1-1 0 0,0-1 0 0 0,1 0 1 0 0,2-11-1 0 0,2 2-17 0 0,-1-1-1 0 0,2 0 1 0 0,0 1-1 0 0,13-24 1 0 0,-11 26-2 0 0,0 0 1 0 0,2 0 0 0 0,-1 0 0 0 0,1 1 0 0 0,1 1-1 0 0,1 0 1 0 0,-1 1 0 0 0,2 0 0 0 0,0 0-1 0 0,0 1 1 0 0,0 1 0 0 0,1 0 0 0 0,1 1 0 0 0,0 1-1 0 0,0 0 1 0 0,18-5 0 0 0,-28 11 12 0 0,0 0-1 0 0,1 1 1 0 0,-1 0-1 0 0,0 0 1 0 0,1 0-1 0 0,-1 0 1 0 0,9 3 0 0 0,-13-3 6 0 0,4 1 2 0 0,1 1 0 0 0,0 1-1 0 0,-1-1 1 0 0,0 1 0 0 0,0 0 0 0 0,0 0 0 0 0,0 0-1 0 0,0 1 1 0 0,-1 0 0 0 0,1 0 0 0 0,-1 0 0 0 0,0 0 0 0 0,0 1-1 0 0,-1-1 1 0 0,1 1 0 0 0,-1 0 0 0 0,5 10 0 0 0,-1 2 18 0 0,0 2 0 0 0,-2-1 0 0 0,0 1 0 0 0,0-1 0 0 0,-2 1 1 0 0,-1 0-1 0 0,1 23 0 0 0,5 65 112 0 0,-7-96-55 0 0,-1-9-250 0 0,-1 0 0 0 0,2 0 0 0 0,-1 1-1 0 0,0-1 1 0 0,0 0 0 0 0,0 0 0 0 0,1 0 0 0 0,0 0 0 0 0,-1 0-1 0 0,1 0 1 0 0,0 0 0 0 0,0 0 0 0 0,0-1 0 0 0,0 1 0 0 0,0 0 0 0 0,0 0-1 0 0,0-1 1 0 0,1 1 0 0 0,-1 0 0 0 0,1-1 0 0 0,-1 0 0 0 0,4 3 0 0 0,-3-4-265 0 0,1 1 1 0 0,0-1 0 0 0,0 1 0 0 0,0-1-1 0 0,0 0 1 0 0,0 0 0 0 0,0-1 0 0 0,0 1-1 0 0,0-1 1 0 0,0 1 0 0 0,0-1 0 0 0,0 0-1 0 0,0 0 1 0 0,4-2 0 0 0,-3 2-117 0 0,19-8-3869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13:09.4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315 898 1168 0 0,'9'-16'2524'0'0,"0"0"-1"0"0,6-20 1 0 0,-13 30-1988 0 0,0 0-1 0 0,-1 0 1 0 0,0 0-1 0 0,0 0 1 0 0,0-1-1 0 0,-1 1 1 0 0,0 0 0 0 0,0-1-1 0 0,-2-11 1 0 0,1 14-389 0 0,0 1 1 0 0,0-1 0 0 0,0 0 0 0 0,0 1 0 0 0,-1-1 0 0 0,0 1 0 0 0,0 0 0 0 0,0-1-1 0 0,-3-2 1 0 0,3 3-74 0 0,2 2-58 0 0,-1 1 0 0 0,0-1-1 0 0,0 0 1 0 0,0 1 0 0 0,0-1 0 0 0,0 0 0 0 0,-1 1 0 0 0,1-1 0 0 0,0 1 0 0 0,0 0 0 0 0,0-1-1 0 0,0 1 1 0 0,-1 0 0 0 0,1 0 0 0 0,0 0 0 0 0,0 0 0 0 0,0 0 0 0 0,-1 0 0 0 0,1 0 0 0 0,0 0-1 0 0,0 0 1 0 0,0 0 0 0 0,-3 1 0 0 0,-25 10 98 0 0,13-3-77 0 0,0 2 0 0 0,1 0 0 0 0,0 0 0 0 0,1 1 0 0 0,0 1 0 0 0,-22 24 0 0 0,15-12 0 0 0,2 0 0 0 0,0 1 0 0 0,-16 33 1 0 0,25-42-15 0 0,1 1 0 0 0,1 0 0 0 0,1 1 0 0 0,1 0 0 0 0,-7 29 0 0 0,12-41-15 0 0,0 0 1 0 0,0 0 0 0 0,1 0 0 0 0,0 0 0 0 0,0-1 0 0 0,1 1 0 0 0,0 0 0 0 0,0 0 0 0 0,3 9 0 0 0,-3-11-6 0 0,1-1-1 0 0,-1 1 1 0 0,1 0-1 0 0,1-1 1 0 0,-1 0-1 0 0,0 1 1 0 0,1-1-1 0 0,-1 0 1 0 0,1 0-1 0 0,0 0 1 0 0,0-1-1 0 0,0 1 1 0 0,1-1-1 0 0,-1 0 1 0 0,6 3 0 0 0,-1-2-114 0 0,0-1 1 0 0,1 0 0 0 0,-1 0 0 0 0,1-1-1 0 0,-1 0 1 0 0,1 0 0 0 0,-1-1 0 0 0,1 0 0 0 0,0-1-1 0 0,-1 0 1 0 0,1 0 0 0 0,14-5 0 0 0,-15 3 26 0 0,0-1 1 0 0,0 1 0 0 0,0-1-1 0 0,-1-1 1 0 0,1 0 0 0 0,-1 0-1 0 0,0 0 1 0 0,0-1 0 0 0,-1 0-1 0 0,0 0 1 0 0,0-1-1 0 0,0 1 1 0 0,-1-1 0 0 0,0-1-1 0 0,0 1 1 0 0,-1-1 0 0 0,4-9-1 0 0,1-2 429 0 0,-2-1-1 0 0,-1 1 0 0 0,0-2 1 0 0,-1 1-1 0 0,-1 0 0 0 0,1-26 1 0 0,3-18 1372 0 0,-7 61-1660 0 0,0-8 10 0 0,0 26-33 0 0,5 133 174 0 0,-6-91-88 0 0,13 95-1 0 0,-10-137-102 0 0,-2-2 10 0 0,2 1 0 0 0,0-1 0 0 0,0 0 0 0 0,9 19 0 0 0,-11-29-19 0 0,0 0 0 0 0,0-1 0 0 0,1 1-1 0 0,-1-1 1 0 0,1 1 0 0 0,0-1 0 0 0,0 0 0 0 0,0 1 0 0 0,0-1 0 0 0,0 0 0 0 0,0 0 0 0 0,0 0-1 0 0,1-1 1 0 0,-1 1 0 0 0,1 0 0 0 0,0-1 0 0 0,-1 0 0 0 0,1 0 0 0 0,0 0 0 0 0,0 0 0 0 0,-1 0-1 0 0,1 0 1 0 0,0-1 0 0 0,0 1 0 0 0,0-1 0 0 0,0 0 0 0 0,4 0 0 0 0,4-1-24 0 0,0-1 1 0 0,0 0-1 0 0,0 0 1 0 0,-1-1-1 0 0,1-1 1 0 0,-1 0-1 0 0,0 0 1 0 0,1-1-1 0 0,-2 0 1 0 0,1-1-1 0 0,-1 0 1 0 0,0-1 0 0 0,10-9-1 0 0,1-4-234 0 0,-1 0 0 0 0,-2-1 0 0 0,0-2 0 0 0,-1 1 0 0 0,-2-2 0 0 0,0 0-1 0 0,-1 0 1 0 0,-2-2 0 0 0,16-47 0 0 0,-3-15-327 0 0,21-143-1 0 0,-45 229 577 0 0,13-90 577 0 0,-4 0-1 0 0,-4-1 1 0 0,-4 1-1 0 0,-4-1 1 0 0,-19-122-1 0 0,17 194-512 0 0,-2 28-53 0 0,7-7-11 0 0,-1 1 1 0 0,1-1 0 0 0,-1 0-1 0 0,1 1 1 0 0,-1-1 0 0 0,1 1-1 0 0,0-1 1 0 0,-1 1-1 0 0,1-1 1 0 0,-1 1 0 0 0,1-1-1 0 0,0 1 1 0 0,0 0 0 0 0,-1-1-1 0 0,1 1 1 0 0,0-1 0 0 0,0 1-1 0 0,0 0 1 0 0,0-1-1 0 0,-1 1 1 0 0,1 0 0 0 0,-10 100 15 0 0,3 152 0 0 0,6-116 88 0 0,18 478 374 0 0,-17-612-475 0 0,14 104 56 0 0,-12-93-40 0 0,1 0 0 0 0,1-1 0 0 0,0 0 0 0 0,1 0 0 0 0,10 20 0 0 0,-13-30-10 0 0,0 0-1 0 0,0 1 1 0 0,0-1-1 0 0,1 0 0 0 0,-1 0 1 0 0,1-1-1 0 0,0 1 1 0 0,0 0-1 0 0,0-1 0 0 0,0 0 1 0 0,0 0-1 0 0,0 0 1 0 0,0 0-1 0 0,1 0 0 0 0,-1 0 1 0 0,1-1-1 0 0,-1 0 0 0 0,1 0 1 0 0,0 0-1 0 0,0 0 1 0 0,-1 0-1 0 0,1-1 0 0 0,0 0 1 0 0,0 0-1 0 0,0 0 1 0 0,-1 0-1 0 0,1 0 0 0 0,0-1 1 0 0,0 0-1 0 0,6-1 1 0 0,1-2 2 0 0,0 0 0 0 0,-1-1 0 0 0,1 0 1 0 0,-1 0-1 0 0,0-1 0 0 0,0 0 1 0 0,-1-1-1 0 0,0 0 0 0 0,9-9 0 0 0,6-8 7 0 0,-1-1-1 0 0,-1-1 1 0 0,-1-1-1 0 0,-1-1 0 0 0,19-36 1 0 0,-27 42-20 0 0,-2 0 0 0 0,-1 0 0 0 0,0-1 0 0 0,-2 0 0 0 0,0-1 1 0 0,-2 1-1 0 0,0-1 0 0 0,0-28 0 0 0,-5 36-6 0 0,0 0-1 0 0,-2 0 0 0 0,0 0 1 0 0,-1 0-1 0 0,0 0 0 0 0,-2 0 1 0 0,0 1-1 0 0,0 0 1 0 0,-1 0-1 0 0,-1 0 0 0 0,-13-20 1 0 0,19 34 4 0 0,1 1 0 0 0,-1-1 1 0 0,0 0-1 0 0,0 0 0 0 0,0 1 0 0 0,0-1 1 0 0,1 0-1 0 0,-1 1 0 0 0,0-1 0 0 0,0 1 1 0 0,0-1-1 0 0,0 1 0 0 0,0 0 0 0 0,0-1 1 0 0,0 1-1 0 0,-1 0 0 0 0,1 0 0 0 0,0 0 1 0 0,0 0-1 0 0,0 0 0 0 0,0 0 0 0 0,0 0 1 0 0,0 0-1 0 0,0 0 0 0 0,0 0 0 0 0,0 0 1 0 0,0 1-1 0 0,-2 0 0 0 0,1-1 11 0 0,1 1-7 0 0,0-1-1 0 0,0 1 1 0 0,0-1-1 0 0,1 1 1 0 0,-1-1-1 0 0,0 1 1 0 0,0 0-1 0 0,0-1 1 0 0,1 1-1 0 0,-1 0 1 0 0,0 0-1 0 0,1 0 1 0 0,-1-1-1 0 0,1 1 1 0 0,-1 0-1 0 0,1 0 1 0 0,-1 0-1 0 0,1 0 1 0 0,-1 0-1 0 0,1 0 1 0 0,0 0-1 0 0,0 0 1 0 0,-1 2-1 0 0,0 26-10 0 0,1-25 14 0 0,1 1-1 0 0,0 0 0 0 0,0-1 1 0 0,0 1-1 0 0,1-1 1 0 0,-1 0-1 0 0,1 1 0 0 0,0-1 1 0 0,1 0-1 0 0,-1 0 0 0 0,1 0 1 0 0,0 0-1 0 0,0-1 0 0 0,6 7 1 0 0,-3-4 3 0 0,1-1 0 0 0,0 0 1 0 0,0-1-1 0 0,1 1 1 0 0,-1-1-1 0 0,1-1 0 0 0,13 5 1 0 0,9 0 10 0 0,0-1 0 0 0,1-1 1 0 0,46 2-1 0 0,-73-8-16 0 0,34 3 23 0 0,1-1-1 0 0,73-6 0 0 0,-110 4-21 0 0,0-1 0 0 0,0 1-1 0 0,0 0 1 0 0,0-1-1 0 0,0 1 1 0 0,0-1 0 0 0,-1 0-1 0 0,1 0 1 0 0,0 1-1 0 0,0-1 1 0 0,-1 0 0 0 0,1 0-1 0 0,0-1 1 0 0,-1 1-1 0 0,1 0 1 0 0,-1-1 0 0 0,0 1-1 0 0,1 0 1 0 0,1-4-1 0 0,-2 4 6 0 0,-1-1-13 0 0,1 1 5 0 0,-1 0 0 0 0,0 0 0 0 0,1 0 0 0 0,-1 0-1 0 0,0 0 1 0 0,1 0 0 0 0,-1 0 0 0 0,0 0 0 0 0,0-1 0 0 0,0 1-1 0 0,0 0 1 0 0,0-2 0 0 0,-4-5-9 0 0,2 6 10 0 0,0 0-12 0 0,0 2 10 0 0,-1-1-1 0 0,1 0 0 0 0,-1 1 0 0 0,1-1 1 0 0,-1 1-1 0 0,1-1 0 0 0,-1 1 0 0 0,1 0 1 0 0,-1 0-1 0 0,1 0 0 0 0,-1 1 0 0 0,1-1 0 0 0,-1 1 1 0 0,1-1-1 0 0,-4 2 0 0 0,0 1 4 0 0,1-1 0 0 0,-1 1 0 0 0,1 0 0 0 0,0 0 0 0 0,-9 8 0 0 0,1 1 8 0 0,0 0 1 0 0,1 2 0 0 0,1-1-1 0 0,0 1 1 0 0,0 1-1 0 0,2 0 1 0 0,-9 17-1 0 0,7-9 0 0 0,0 1-1 0 0,2 0 0 0 0,1 0 1 0 0,-7 34-1 0 0,12-48 6 0 0,2 0 0 0 0,-1 1 0 0 0,2-1 1 0 0,-1 0-1 0 0,1 1 0 0 0,1-1 0 0 0,2 14 0 0 0,-3-20-7 0 0,1 0 1 0 0,1 0-1 0 0,-1-1 1 0 0,0 1-1 0 0,1 0 1 0 0,0-1-1 0 0,0 1 1 0 0,0-1-1 0 0,0 0 0 0 0,1 1 1 0 0,-1-1-1 0 0,1 0 1 0 0,0 0-1 0 0,0-1 1 0 0,0 1-1 0 0,0-1 1 0 0,0 1-1 0 0,1-1 0 0 0,-1 0 1 0 0,1 0-1 0 0,7 2 1 0 0,5 2-54 0 0,1-2-1 0 0,0 0 1 0 0,0-1 0 0 0,1-1 0 0 0,-1 0-1 0 0,0-1 1 0 0,1-1 0 0 0,-1-1 0 0 0,21-3-1 0 0,-7-1-510 0 0,-1-1 0 0 0,-1-2-1 0 0,1-1 1 0 0,39-18 0 0 0,-53 20 299 0 0,0-1 1 0 0,-1 0-1 0 0,-1-1 1 0 0,1-1 0 0 0,-1 0-1 0 0,-1-1 1 0 0,0-1 0 0 0,-1 0-1 0 0,0-1 1 0 0,-1 0-1 0 0,0-1 1 0 0,-1 0 0 0 0,9-17-1 0 0,-11 16 406 0 0,-1 0-1 0 0,-1 0 0 0 0,-1-1 1 0 0,0 0-1 0 0,0 0 0 0 0,-2-1 1 0 0,0 1-1 0 0,1-26 0 0 0,-5 11 615 0 0,-1 0 0 0 0,-1 1 0 0 0,-1-1-1 0 0,-2 1 1 0 0,-1 0 0 0 0,-12-30-1 0 0,18 58-699 0 0,-4 5 19 0 0,5-3-77 0 0,0 1-1 0 0,-1-1 1 0 0,1 0 0 0 0,-1 0-1 0 0,1 0 1 0 0,0 0 0 0 0,-1 0-1 0 0,1 0 1 0 0,-1 1-1 0 0,1-1 1 0 0,0 0 0 0 0,-1 0-1 0 0,1 1 1 0 0,0-1-1 0 0,-1 0 1 0 0,1 0 0 0 0,0 1-1 0 0,-1-1 1 0 0,1 0 0 0 0,0 1-1 0 0,0-1 1 0 0,-1 0-1 0 0,1 1 1 0 0,0-1 0 0 0,0 1-1 0 0,0-1 1 0 0,-1 1-1 0 0,-14 73 675 0 0,3 1-1 0 0,4 0 1 0 0,2 1-1 0 0,7 106 1 0 0,-1-180-667 0 0,0 15-61 0 0,1 0 0 0 0,1 1 1 0 0,1-1-1 0 0,7 27 0 0 0,-9-39-239 0 0,1-1 1 0 0,0 1-1 0 0,1 0 0 0 0,-1-1 1 0 0,1 1-1 0 0,0-1 0 0 0,0 0 1 0 0,0 0-1 0 0,0 0 0 0 0,1 0 1 0 0,0-1-1 0 0,0 0 0 0 0,0 1 1 0 0,0-1-1 0 0,0 0 1 0 0,0-1-1 0 0,1 1 0 0 0,0-1 1 0 0,-1 0-1 0 0,7 2 0 0 0,-3-2-1532 0 0,0 0 0 0 0,0-1 0 0 0,16 1 0 0 0,0-2-5484 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13:10.0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9 196 2604 0 0,'-8'-87'12187'0'0,"8"85"-12104"0"0,0 1-1 0 0,-1 0 0 0 0,1-1 1 0 0,0 1-1 0 0,0-1 0 0 0,0 1 1 0 0,0 0-1 0 0,0-1 0 0 0,1 1 1 0 0,-1-1-1 0 0,0 1 0 0 0,1 0 1 0 0,-1-1-1 0 0,1 1 0 0 0,-1 0 0 0 0,1-1 1 0 0,-1 1-1 0 0,1 0 0 0 0,0 0 1 0 0,1-2-1 0 0,0 2-52 0 0,-1 0 1 0 0,0 1-1 0 0,0-1 0 0 0,0 1 1 0 0,0-1-1 0 0,0 1 1 0 0,1 0-1 0 0,-1-1 0 0 0,0 1 1 0 0,0 0-1 0 0,1 0 0 0 0,-1 0 1 0 0,0 0-1 0 0,0 0 0 0 0,1 0 1 0 0,-1 0-1 0 0,0 0 0 0 0,2 1 1 0 0,2 1-8 0 0,1-1 0 0 0,-1 1 0 0 0,0 1 0 0 0,0-1 0 0 0,0 1 1 0 0,0 0-1 0 0,0 0 0 0 0,5 5 0 0 0,-2 0 20 0 0,0 0 1 0 0,-1 1 0 0 0,0 0-1 0 0,0 0 1 0 0,-1 0-1 0 0,0 1 1 0 0,-1 0-1 0 0,0 1 1 0 0,0-1-1 0 0,-1 1 1 0 0,-1-1 0 0 0,0 1-1 0 0,3 19 1 0 0,-4-14 65 0 0,-1 0 0 0 0,0 0 0 0 0,-1 0 0 0 0,-1 1 0 0 0,-1-1 0 0 0,0 0 0 0 0,-1 0 1 0 0,-1-1-1 0 0,-5 17 0 0 0,9-32-106 0 0,-7 21 199 0 0,0 0 1 0 0,-1 0 0 0 0,-2-1-1 0 0,0 0 1 0 0,-21 31 0 0 0,30-50-194 0 0,1-1 1 0 0,0 1-1 0 0,-1-1 1 0 0,1 1-1 0 0,-1-1 1 0 0,1 1-1 0 0,0-1 1 0 0,-1 1 0 0 0,1-1-1 0 0,-1 0 1 0 0,1 1-1 0 0,-1-1 1 0 0,0 0-1 0 0,1 1 1 0 0,-1-1-1 0 0,1 0 1 0 0,-1 0 0 0 0,1 0-1 0 0,-1 1 1 0 0,0-1-1 0 0,0 0 1 0 0,-4-8 154 0 0,5-17-69 0 0,6 7-89 0 0,0 0-1 0 0,2 1 1 0 0,0 0 0 0 0,1 1 0 0 0,22-31 0 0 0,-13 20-40 0 0,127-160-59 0 0,-55 76 27 0 0,-4 9-93 0 0,-85 100 126 0 0,-3 3-34 0 0,-4 3 60 0 0,0-1 0 0 0,1 1 0 0 0,-1 1 0 0 0,1-1-1 0 0,0 1 1 0 0,0 0 0 0 0,1 0 0 0 0,-5 6 0 0 0,-34 50 9 0 0,27-35 25 0 0,1 1 0 0 0,2 1 0 0 0,0 0 0 0 0,2 0 0 0 0,-9 33 0 0 0,17-48-6 0 0,0 0 0 0 0,0 0 0 0 0,1 0-1 0 0,1 0 1 0 0,0 0 0 0 0,1 0 0 0 0,1 0 0 0 0,0 1 0 0 0,0-1 0 0 0,1 0-1 0 0,1 0 1 0 0,0 0 0 0 0,1-1 0 0 0,7 16 0 0 0,-9-23-7 0 0,1-1 1 0 0,0 1-1 0 0,1-1 1 0 0,-1 0-1 0 0,1 0 1 0 0,0 0-1 0 0,0-1 1 0 0,0 1-1 0 0,0-1 1 0 0,0 0-1 0 0,1 0 1 0 0,7 3-1 0 0,-3-2 14 0 0,-1 0 0 0 0,1-1 0 0 0,0 0 0 0 0,1-1-1 0 0,16 3 1 0 0,-19-4-205 0 0,-1-1 0 0 0,1 0 1 0 0,-1 0-1 0 0,1-1 0 0 0,-1 0 0 0 0,0 0 0 0 0,1 0 0 0 0,-1-1 0 0 0,0 0 0 0 0,0 0 0 0 0,0-1 1 0 0,11-5-1 0 0,-13 5-715 0 0,0 0 1 0 0,0 0 0 0 0,0 0 0 0 0,-1 0-1 0 0,1 0 1 0 0,-1-1 0 0 0,0 1-1 0 0,0-1 1 0 0,0 0 0 0 0,3-7-1 0 0,1-4-5645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13:10.3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178 64 2884 0 0,'-58'-21'9707'0'0,"-4"0"-3366"0"0,46 16-5366 0 0,-5-4-5539 0 0,1 1-2801 0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13:10.5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113 99 2476 0 0,'-1'0'41'0'0,"-31"12"5815"0"0,-46 22 0 0 0,77-32-5410 0 0,63-5 728 0 0,391-74-949 0 0,-366 64-1201 0 0,94-13-1900 0 0,-61 9-1791 0 0,-40 6-484 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13:13.0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395 233 1444 0 0,'12'-24'4991'0'0,"-10"16"-4441"0"0,-1 1 0 0 0,0 0 0 0 0,0-1 1 0 0,0 1-1 0 0,-1 0 0 0 0,0-1 0 0 0,0 1 0 0 0,-1-1 1 0 0,0 1-1 0 0,0 0 0 0 0,-1-1 0 0 0,0 1 1 0 0,0 0-1 0 0,-6-12 0 0 0,1 7-141 0 0,5 7-307 0 0,0 0 0 0 0,-1 1 0 0 0,0-1 0 0 0,0 0 0 0 0,0 1 0 0 0,-1-1-1 0 0,1 1 1 0 0,-1 0 0 0 0,0 0 0 0 0,-1 1 0 0 0,1-1 0 0 0,0 1 0 0 0,-1 0 0 0 0,-8-4 0 0 0,10 5-100 0 0,-1 0-1 0 0,0 1 1 0 0,1 0-1 0 0,-1 0 1 0 0,0 0 0 0 0,0 0-1 0 0,0 1 1 0 0,0-1-1 0 0,1 1 1 0 0,-1 0-1 0 0,0 0 1 0 0,0 1 0 0 0,0-1-1 0 0,0 1 1 0 0,-6 1-1 0 0,3 1 2 0 0,-1 0 0 0 0,1 0 0 0 0,0 1-1 0 0,0-1 1 0 0,1 2 0 0 0,-1-1 0 0 0,-8 8 0 0 0,-2 4 1 0 0,1 1 1 0 0,0 0-1 0 0,2 1 1 0 0,-21 31-1 0 0,19-22 2 0 0,0 0 0 0 0,2 1-1 0 0,-19 51 1 0 0,29-67-3 0 0,0-1-1 0 0,1 0 1 0 0,1 1 0 0 0,0 0-1 0 0,0 0 1 0 0,1 0 0 0 0,1 0-1 0 0,0 0 1 0 0,1-1 0 0 0,0 1-1 0 0,1 0 1 0 0,0 0 0 0 0,4 11-1 0 0,-5-19 7 0 0,0-1 0 0 0,0 0 0 0 0,1 0 0 0 0,0 0-1 0 0,-1 0 1 0 0,1 0 0 0 0,0 0 0 0 0,1 0 0 0 0,-1 0 0 0 0,0-1 0 0 0,1 1-1 0 0,-1-1 1 0 0,1 0 0 0 0,0 0 0 0 0,0 0 0 0 0,0 0 0 0 0,0 0-1 0 0,0-1 1 0 0,0 1 0 0 0,0-1 0 0 0,1 0 0 0 0,-1 0 0 0 0,0 0 0 0 0,1 0-1 0 0,3 0 1 0 0,2-1 12 0 0,0 0-1 0 0,1-1 1 0 0,-1 1-1 0 0,0-2 1 0 0,0 1 0 0 0,0-2-1 0 0,0 1 1 0 0,0-1-1 0 0,-1 0 1 0 0,1-1-1 0 0,-1 0 1 0 0,0 0-1 0 0,0-1 1 0 0,0 0 0 0 0,-1 0-1 0 0,1-1 1 0 0,-1 0-1 0 0,12-14 1 0 0,-8 7 93 0 0,-1 0 0 0 0,0-1 1 0 0,-1 0-1 0 0,0 0 0 0 0,-1-1 1 0 0,-1 0-1 0 0,0-1 0 0 0,-1 0 0 0 0,7-30 1 0 0,-8 24 226 0 0,-1-1 0 0 0,2-42 1 0 0,-4 40-101 0 0,2-17-400 0 0,-2 100 196 0 0,12 73-1 0 0,-12-112-190 0 0,1-1 1 0 0,1 0-1 0 0,1 0 0 0 0,1-1 0 0 0,14 31 0 0 0,-18-43 108 0 0,1-1 0 0 0,0 1 0 0 0,0-1 0 0 0,0 0 0 0 0,0 0 0 0 0,0 0 0 0 0,1 0 0 0 0,0-1-1 0 0,0 0 1 0 0,0 1 0 0 0,0-1 0 0 0,0-1 0 0 0,1 1 0 0 0,-1-1 0 0 0,1 1 0 0 0,0-1 0 0 0,0 0-1 0 0,-1-1 1 0 0,1 0 0 0 0,0 1 0 0 0,1-1 0 0 0,-1-1 0 0 0,0 1 0 0 0,0-1 0 0 0,8 0 0 0 0,-5-1-122 0 0,1 0 1 0 0,-1 0 0 0 0,1-1 0 0 0,-1 0-1 0 0,0-1 1 0 0,0 0 0 0 0,0 0 0 0 0,0-1-1 0 0,0 1 1 0 0,-1-2 0 0 0,0 1 0 0 0,0-1-1 0 0,0 0 1 0 0,0-1 0 0 0,-1 1 0 0 0,0-1-1 0 0,0-1 1 0 0,0 1 0 0 0,-1-1 0 0 0,0 0-1 0 0,7-13 1 0 0,-2 1 356 0 0,-1-1 0 0 0,-1 0 0 0 0,-1 0 0 0 0,0-1 0 0 0,-2 0 0 0 0,0 0 0 0 0,2-32-1 0 0,0-25 1621 0 0,-3 27-1327 0 0,-3 49-466 0 0,0 7-14 0 0,1 0-1 0 0,-1 1 0 0 0,1-1 1 0 0,-1 1-1 0 0,-1-1 0 0 0,1 6 1 0 0,4 49 32 0 0,15 143 110 0 0,-16-179 423 0 0,-1 30 0 0 0,-3-51 490 0 0,2-5-1040 0 0,0 0 1 0 0,0 0-1 0 0,-1 0 1 0 0,1 0-1 0 0,-1 0 1 0 0,0 0-1 0 0,0 0 1 0 0,0 0-1 0 0,0-1 1 0 0,0 1-1 0 0,0 0 1 0 0,0-1 0 0 0,-1 1-1 0 0,1-1 1 0 0,-1-3-1 0 0,5-12 23 0 0,3-3-13 0 0,5-15-39 0 0,1 1 0 0 0,25-43 1 0 0,-20 45-24 0 0,2 1 0 0 0,29-33 1 0 0,-43 56 16 0 0,1 0 1 0 0,1 1 0 0 0,-1 0 0 0 0,1 1-1 0 0,1 0 1 0 0,-1 0 0 0 0,1 1-1 0 0,0 0 1 0 0,1 1 0 0 0,-1 0-1 0 0,18-6 1 0 0,-23 10 9 0 0,0 0 1 0 0,0 0-1 0 0,0 0 0 0 0,0 0 1 0 0,0 1-1 0 0,0 0 0 0 0,0 0 0 0 0,0 0 1 0 0,0 1-1 0 0,0 0 0 0 0,0 0 1 0 0,0 0-1 0 0,-1 0 0 0 0,1 1 0 0 0,0 0 1 0 0,-1 0-1 0 0,1 0 0 0 0,-1 0 1 0 0,1 1-1 0 0,-1 0 0 0 0,0 0 0 0 0,0 0 1 0 0,-1 0-1 0 0,1 1 0 0 0,5 6 0 0 0,-3-2 11 0 0,0 1-1 0 0,0 0 1 0 0,-1 0-1 0 0,0 1 1 0 0,-1 0-1 0 0,0-1 1 0 0,-1 1-1 0 0,0 1 1 0 0,2 14-1 0 0,1 12 61 0 0,0 51 0 0 0,-2-18-18 0 0,-2-38 244 0 0,-1-15-604 0 0,0-1-1 0 0,1-1 0 0 0,1 1 0 0 0,0 0 0 0 0,6 17 1 0 0,-8-30 63 0 0,1 1 0 0 0,0 0 0 0 0,0 0 0 0 0,0-1 0 0 0,0 1 0 0 0,1-1 0 0 0,-1 0 1 0 0,1 1-1 0 0,0-1 0 0 0,0-1 0 0 0,0 1 0 0 0,0 0 0 0 0,1-1 0 0 0,-1 1 0 0 0,1-1 1 0 0,-1 0-1 0 0,1 0 0 0 0,0-1 0 0 0,0 1 0 0 0,0-1 0 0 0,0 1 0 0 0,0-1 1 0 0,0-1-1 0 0,8 2 0 0 0,0-2-700 0 0,0 1 1 0 0,0-2-1 0 0,1 0 1 0 0,-1 0-1 0 0,0-1 1 0 0,22-6-1 0 0,-4-1-2171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13:13.5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318 921 1232 0 0,'9'-18'1825'0'0,"0"-1"-1"0"0,-1 0 1 0 0,0 0-1 0 0,-2-1 1 0 0,6-31-1 0 0,-10 40-1392 0 0,0 0-1 0 0,-1 0 1 0 0,-1 1 0 0 0,0-1-1 0 0,0 0 1 0 0,-1 0-1 0 0,-1 1 1 0 0,0-1-1 0 0,0 1 1 0 0,-1-1-1 0 0,0 1 1 0 0,-7-15 0 0 0,9 23-398 0 0,0 0 1 0 0,-1-1-1 0 0,1 1 0 0 0,0 0 1 0 0,-1 0-1 0 0,0 0 1 0 0,1 0-1 0 0,-1 1 1 0 0,0-1-1 0 0,0 0 1 0 0,0 1-1 0 0,0-1 1 0 0,-1 1-1 0 0,1 0 0 0 0,0 0 1 0 0,0 0-1 0 0,-1 0 1 0 0,1 0-1 0 0,-3-1 1 0 0,0 2-22 0 0,1-1 0 0 0,0 1 1 0 0,0 0-1 0 0,0 0 0 0 0,0 0 1 0 0,-1 1-1 0 0,1-1 1 0 0,0 1-1 0 0,0 0 0 0 0,0 0 1 0 0,-7 4-1 0 0,-4 2 0 0 0,0 0 0 0 0,1 2 1 0 0,0 0-1 0 0,0 0 0 0 0,1 2 0 0 0,0-1 1 0 0,1 2-1 0 0,0-1 0 0 0,-13 18 0 0 0,11-10 2 0 0,0 0 0 0 0,2 1-1 0 0,0 0 1 0 0,1 0-1 0 0,1 2 1 0 0,-8 24 0 0 0,14-34-7 0 0,1 0 0 0 0,0 1 0 0 0,1 0 0 0 0,0-1 0 0 0,1 1 0 0 0,0 0 0 0 0,1 0 1 0 0,2 20-1 0 0,-1-28-1 0 0,-1-1 1 0 0,1 1 0 0 0,1-1-1 0 0,-1 1 1 0 0,0-1 0 0 0,1 1 0 0 0,0-1-1 0 0,0 0 1 0 0,0 0 0 0 0,1 0-1 0 0,-1 0 1 0 0,1 0 0 0 0,0-1-1 0 0,0 1 1 0 0,0-1 0 0 0,1 0-1 0 0,-1 1 1 0 0,1-2 0 0 0,-1 1 0 0 0,1 0-1 0 0,0-1 1 0 0,0 0 0 0 0,1 1-1 0 0,-1-2 1 0 0,0 1 0 0 0,9 2-1 0 0,-1-2-11 0 0,0 0 0 0 0,0-1 0 0 0,0-1 0 0 0,1 0 0 0 0,-1 0 0 0 0,0-1-1 0 0,0-1 1 0 0,0 0 0 0 0,0-1 0 0 0,0 0 0 0 0,0-1 0 0 0,-1 0 0 0 0,1-1 0 0 0,-1 0-1 0 0,0 0 1 0 0,-1-2 0 0 0,1 1 0 0 0,14-13 0 0 0,-9 5-66 0 0,0 1 1 0 0,-1-2 0 0 0,-1 0-1 0 0,-1-1 1 0 0,0 0-1 0 0,0-1 1 0 0,-2 0 0 0 0,0-1-1 0 0,-2 0 1 0 0,11-24-1 0 0,-7 1 11 0 0,-1 0-1 0 0,-1-1 0 0 0,-3 0 0 0 0,-1 0 0 0 0,1-84 1 0 0,-9 52 329 0 0,-3 1 0 0 0,-23-118 0 0 0,-11 24 708 0 0,38 167-977 0 0,0 0-1 0 0,0 1 0 0 0,0-1 1 0 0,-1 0-1 0 0,1 0 0 0 0,0 1 1 0 0,0-1-1 0 0,0 0 0 0 0,-1 0 0 0 0,1 0 1 0 0,0 1-1 0 0,0-1 0 0 0,0 0 1 0 0,-1 0-1 0 0,1 0 0 0 0,0 0 0 0 0,0 0 1 0 0,-1 0-1 0 0,1 1 0 0 0,0-1 1 0 0,-1 0-1 0 0,1 0 0 0 0,0 0 1 0 0,0 0-1 0 0,-1 0 0 0 0,1 0 0 0 0,0 0 1 0 0,-1 0-1 0 0,1 0 0 0 0,0 0 1 0 0,0 0-1 0 0,-1 0 0 0 0,1 0 0 0 0,0 0 1 0 0,-1-1-1 0 0,1 1 0 0 0,0 0 1 0 0,0 0-1 0 0,-1 0 0 0 0,1 0 0 0 0,0 0 1 0 0,0-1-1 0 0,0 1 0 0 0,-1 0 1 0 0,1 0-1 0 0,0 0 0 0 0,0-1 1 0 0,0 1-1 0 0,-1 0 0 0 0,1 0 0 0 0,0-1 1 0 0,0 1-1 0 0,0 0 0 0 0,0 0 1 0 0,0-1-1 0 0,0 1 0 0 0,-1 0 0 0 0,1-1 1 0 0,0 1-1 0 0,0 0 0 0 0,0 0 1 0 0,0-1-1 0 0,0 1 0 0 0,0 0 1 0 0,0-1-1 0 0,1 1 0 0 0,-13 19-20 0 0,0 22 28 0 0,2 0-1 0 0,-7 59 0 0 0,0 85 178 0 0,15-148-154 0 0,-2 32 47 0 0,5 70-1 0 0,1-103-17 0 0,3-2 0 0 0,0 1 0 0 0,20 65 0 0 0,-22-90-234 0 0,1 0 0 0 0,1 0 0 0 0,0 0 1 0 0,0 0-1 0 0,1 0 0 0 0,0-1 0 0 0,0 0 1 0 0,1-1-1 0 0,11 11 0 0 0,-12-13-380 0 0,0-1-1 0 0,0-1 1 0 0,0 1-1 0 0,1-1 1 0 0,0 0-1 0 0,0 0 1 0 0,0-1-1 0 0,0 0 1 0 0,1 0-1 0 0,-1-1 1 0 0,1 0-1 0 0,0-1 1 0 0,15 2-1 0 0,10-2-3028 0 0,0-1-1304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13:13.9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93 78 2556 0 0,'-17'-28'8347'0'0,"-13"-22"357"0"0,30 51-8696 0 0,0-1 0 0 0,0 0 0 0 0,0 0 0 0 0,0 0 0 0 0,0 1-1 0 0,0-1 1 0 0,0 0 0 0 0,0 0 0 0 0,-1 1 0 0 0,1-1 0 0 0,0 0 0 0 0,0 0 0 0 0,0 0-1 0 0,0 1 1 0 0,0-1 0 0 0,0 0 0 0 0,0 0 0 0 0,-1 0 0 0 0,1 1 0 0 0,0-1 0 0 0,0 0-1 0 0,0 0 1 0 0,0 0 0 0 0,-1 0 0 0 0,1 0 0 0 0,0 1 0 0 0,0-1 0 0 0,0 0 0 0 0,-1 0-1 0 0,1 0 1 0 0,0 0 0 0 0,0 0 0 0 0,-1 0 7 0 0,1 0-1 0 0,-1 1 0 0 0,1-1 1 0 0,-1 0-1 0 0,1 0 1 0 0,0 1-1 0 0,-1-1 1 0 0,1 0-1 0 0,0 0 1 0 0,-1 1-1 0 0,1-1 1 0 0,0 0-1 0 0,-1 1 1 0 0,1-1-1 0 0,0 0 1 0 0,0 1-1 0 0,0-1 1 0 0,-1 1-1 0 0,1-1 1 0 0,0 1-1 0 0,0-1 1 0 0,0 0-1 0 0,0 1 1 0 0,0-1-1 0 0,0 1 1 0 0,0-1-1 0 0,0 1 1 0 0,0 0-1 0 0,-12 174 2106 0 0,7-72-1678 0 0,-10 189-314 0 0,12-169-6335 0 0,5-110 3043 0 0,-2-9 1525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13:14.5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70 273 2404 0 0,'0'-20'1887'0'0,"1"0"0"0"0,0 0 0 0 0,1 0-1 0 0,9-32 1 0 0,-9 44-1717 0 0,1 0-1 0 0,0 0 0 0 0,0 1 1 0 0,1-1-1 0 0,0 1 1 0 0,0 0-1 0 0,1 1 0 0 0,0-1 1 0 0,0 1-1 0 0,1-1 1 0 0,0 2-1 0 0,0-1 0 0 0,0 1 1 0 0,8-6-1 0 0,-7 6-125 0 0,1 1-1 0 0,0 0 1 0 0,0 0 0 0 0,0 1-1 0 0,0 0 1 0 0,1 0-1 0 0,-1 1 1 0 0,1 0 0 0 0,-1 0-1 0 0,1 1 1 0 0,0 0-1 0 0,0 1 1 0 0,0 0-1 0 0,-1 0 1 0 0,1 1 0 0 0,15 3-1 0 0,-19-3-29 0 0,0 1 0 0 0,0-1 0 0 0,0 1 0 0 0,0 0 0 0 0,-1 0 0 0 0,1 1 0 0 0,-1 0 0 0 0,1 0 0 0 0,-1 0 0 0 0,0 0 0 0 0,0 0 0 0 0,0 1 0 0 0,0 0 0 0 0,-1 0 0 0 0,1 0 0 0 0,-1 0 0 0 0,0 0 0 0 0,-1 1 0 0 0,1-1 0 0 0,-1 1 0 0 0,1 0 0 0 0,-2 0 0 0 0,1 0 0 0 0,0 0 0 0 0,-1 0 0 0 0,0 0 0 0 0,0 0 0 0 0,0 0 0 0 0,-1 6 0 0 0,0 0 19 0 0,0 0 1 0 0,-1 0-1 0 0,-1-1 1 0 0,0 1-1 0 0,0-1 0 0 0,-1 1 1 0 0,0-1-1 0 0,-8 17 0 0 0,-6 7 56 0 0,-24 36 1 0 0,20-35-38 0 0,-55 76 372 0 0,75-110-386 0 0,1 1 14 0 0,-2 3-48 0 0,2-4 0 0 0,0-1 0 0 0,1 1 0 0 0,-1-1 0 0 0,0 1 0 0 0,1-1 1 0 0,-1 1-1 0 0,1-1 0 0 0,-1 1 0 0 0,1-1 0 0 0,-1 0 0 0 0,1 1 0 0 0,-1-1 0 0 0,1 0 0 0 0,-1 1 0 0 0,1-1 0 0 0,0 0 1 0 0,-1 0-1 0 0,1 0 0 0 0,0 1 0 0 0,100 17 19 0 0,-80-11-21 0 0,-1 1 1 0 0,-1 0-1 0 0,33 20 1 0 0,-41-21-1 0 0,0 0 0 0 0,-1 1 0 0 0,0 0 0 0 0,0 1 0 0 0,-1 0 1 0 0,0 0-1 0 0,11 17 0 0 0,-17-22 93 0 0,-1 0-1 0 0,1 0 1 0 0,-1 1 0 0 0,0 0-1 0 0,0-1 1 0 0,0 1 0 0 0,-1 0-1 0 0,0 0 1 0 0,0-1 0 0 0,0 1-1 0 0,0 0 1 0 0,-1 0 0 0 0,0 0 0 0 0,0 0-1 0 0,-1 9 1 0 0,-1-7 76 0 0,0 0-1 0 0,0 0 1 0 0,0 0 0 0 0,-1-1 0 0 0,0 1-1 0 0,0-1 1 0 0,-1 0 0 0 0,0 0 0 0 0,0 0-1 0 0,-6 6 1 0 0,-1 0 91 0 0,0-1-1 0 0,-1-1 1 0 0,0 0 0 0 0,-1 0 0 0 0,0-1-1 0 0,-1-1 1 0 0,0 0 0 0 0,0-1 0 0 0,-21 8-1 0 0,16-9-48 0 0,-1-1 0 0 0,-1 0-1 0 0,1-2 1 0 0,0 0 0 0 0,-1-1-1 0 0,-34-2 1 0 0,40-1-168 0 0,1 0-1 0 0,0-1 1 0 0,0-1 0 0 0,0 0-1 0 0,0-1 1 0 0,0 0-1 0 0,1-1 1 0 0,-1 0 0 0 0,1-2-1 0 0,-17-10 1 0 0,28 16-159 0 0,-1-1 0 0 0,1 1 0 0 0,0-1 0 0 0,0 0 0 0 0,0 0 0 0 0,0 0 0 0 0,0 0 0 0 0,1 0 1 0 0,-1 0-1 0 0,0 0 0 0 0,1 0 0 0 0,0-1 0 0 0,-1 1 0 0 0,1-1 0 0 0,0 1 0 0 0,0-1 0 0 0,1 1 0 0 0,-1-1 0 0 0,0 0 0 0 0,1 1 0 0 0,0-1 0 0 0,-1 0 1 0 0,1 1-1 0 0,0-1 0 0 0,1 0 0 0 0,-1 1 0 0 0,0-1 0 0 0,1 0 0 0 0,-1 1 0 0 0,1-1 0 0 0,0 0 0 0 0,0 1 0 0 0,0-1 0 0 0,0 1 0 0 0,0 0 0 0 0,1-1 1 0 0,-1 1-1 0 0,3-2 0 0 0,4-8-1821 0 0,1 0-1 0 0,1 1 1 0 0,0 1 0 0 0,1 0 0 0 0,21-16 0 0 0,-7 7-4318 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13:14.7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22 1740 0 0,'0'0'15544'0'0,"3"0"-15256"0"0,14 1-49 0 0,1-1 0 0 0,-1 0 0 0 0,1-2 0 0 0,22-4 0 0 0,18-2-699 0 0,23 2-9696 0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13:14.9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81 26 2752 0 0,'-73'58'13466'0'0,"72"-57"-13350"0"0,1-1 0 0 0,-1 1 0 0 0,1-1-1 0 0,-1 1 1 0 0,1-1 0 0 0,-1 1 0 0 0,1-1 0 0 0,0 1 0 0 0,-1-1-1 0 0,1 1 1 0 0,0 0 0 0 0,-1-1 0 0 0,1 1 0 0 0,0 0-1 0 0,0-1 1 0 0,-1 1 0 0 0,1 0 0 0 0,0-1 0 0 0,0 2 0 0 0,0-2-101 0 0,0 1 1 0 0,0-1-1 0 0,0 0 1 0 0,0 1 0 0 0,1-1-1 0 0,-1 0 1 0 0,0 1-1 0 0,0-1 1 0 0,0 0 0 0 0,0 0-1 0 0,1 1 1 0 0,-1-1 0 0 0,0 0-1 0 0,0 0 1 0 0,1 1-1 0 0,-1-1 1 0 0,0 0 0 0 0,0 0-1 0 0,1 0 1 0 0,-1 1-1 0 0,0-1 1 0 0,1 0 0 0 0,-1 0-1 0 0,0 0 1 0 0,1 0-1 0 0,-1 0 1 0 0,0 0 0 0 0,1 0-1 0 0,-1 0 1 0 0,0 0-1 0 0,1 0 1 0 0,-1 0 0 0 0,0 0-1 0 0,1 0 1 0 0,-1 0 0 0 0,0 0-1 0 0,1 0 1 0 0,-1 0-1 0 0,0 0 1 0 0,1 0 0 0 0,-1 0-1 0 0,1-1 1 0 0,189-39 107 0 0,-64 13-3180 0 0,-2 1-5234 0 0,-83 17 2714 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13:16.4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425 117 2216 0 0,'5'-7'1401'0'0,"-1"0"-1"0"0,0 0 1 0 0,0 0-1 0 0,0-1 1 0 0,-1 1-1 0 0,0-1 1 0 0,-1 0-1 0 0,3-11 1 0 0,-5 17-974 0 0,0 0-105 0 0,0 1-267 0 0,-1-1-1 0 0,1 1 1 0 0,0-1-1 0 0,-1 0 1 0 0,1 1 0 0 0,-1-1-1 0 0,1 1 1 0 0,-1-1-1 0 0,0 1 1 0 0,0-1-1 0 0,0 1 1 0 0,0 0 0 0 0,-1-3-1 0 0,-2 2-21 0 0,0 0 0 0 0,0 1 1 0 0,-1-1-1 0 0,1 1 0 0 0,0 0 0 0 0,-1 0 0 0 0,1 0 0 0 0,0 1 0 0 0,-1-1 0 0 0,-6 1 1 0 0,-52 7-2 0 0,34-3-8 0 0,14-2-39 0 0,0 0 0 0 0,0 1 0 0 0,0 1 0 0 0,1 0 0 0 0,0 1 0 0 0,-26 13 0 0 0,30-13-2 0 0,1 1 0 0 0,0 1 0 0 0,0-1 0 0 0,1 2 0 0 0,0-1-1 0 0,0 1 1 0 0,1 0 0 0 0,0 1 0 0 0,0-1 0 0 0,-6 12 0 0 0,2 1 10 0 0,1 0 0 0 0,1 0 1 0 0,0 1-1 0 0,2 0 1 0 0,0 1-1 0 0,-6 46 1 0 0,6-8 150 0 0,1 89 0 0 0,26 313 630 0 0,1-2-20 0 0,-30-79-502 0 0,1-2 787 0 0,8-363-962 0 0,-1 19 87 0 0,2 1 0 0 0,9 55 0 0 0,-9-89-148 0 0,0-1-1 0 0,0 1 1 0 0,0 0 0 0 0,0 0-1 0 0,0-1 1 0 0,1 1 0 0 0,-1-1-1 0 0,1 1 1 0 0,0-1 0 0 0,0 1-1 0 0,0-1 1 0 0,0 0-1 0 0,0 0 1 0 0,0 0 0 0 0,1 0-1 0 0,-1-1 1 0 0,1 1 0 0 0,-1 0-1 0 0,1-1 1 0 0,0 0 0 0 0,-1 0-1 0 0,1 0 1 0 0,0 0 0 0 0,0 0-1 0 0,0 0 1 0 0,3 0 0 0 0,9 1 20 0 0,1 0 1 0 0,-1-2-1 0 0,28 0 0 0 0,-29-1-31 0 0,67-2 100 0 0,0-4 1 0 0,-1-3-1 0 0,90-23 1 0 0,-161 30-240 0 0,-1 1 0 0 0,0-1 0 0 0,0-1 0 0 0,0 1 0 0 0,0-1 1 0 0,-1 0-1 0 0,11-8 0 0 0,-5-4-2292 0 0,-1-12-5412 0 0,-10 22 6121 0 0,3-8-3914 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13:17.1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1290 1444 0 0,'-17'-54'14414'0'0,"11"76"-13627"0"0,6-20-616 0 0,0 10-39 0 0,0-12-106 0 0,0 0-1 0 0,0 1 0 0 0,0-1 0 0 0,0 1 0 0 0,0-1 0 0 0,0 0 0 0 0,0 1 1 0 0,1-1-1 0 0,-1 0 0 0 0,0 1 0 0 0,0-1 0 0 0,0 0 0 0 0,0 1 1 0 0,1-1-1 0 0,-1 0 0 0 0,0 1 0 0 0,0-1 0 0 0,1 0 0 0 0,-1 0 0 0 0,0 1 1 0 0,0-1-1 0 0,1 0 0 0 0,-1 0 0 0 0,0 1 0 0 0,1-1 0 0 0,-1 0 0 0 0,0 0 1 0 0,1 0-1 0 0,-1 0 0 0 0,1 0 0 0 0,-1 1 0 0 0,0-1 0 0 0,1 0 1 0 0,-1 0-1 0 0,0 0 0 0 0,1 0 0 0 0,4-2 15 0 0,0 0 1 0 0,-1 1-1 0 0,1-2 1 0 0,-1 1-1 0 0,0 0 1 0 0,0-1-1 0 0,0 0 1 0 0,0 0-1 0 0,0 0 1 0 0,-1-1-1 0 0,1 1 0 0 0,-1-1 1 0 0,0 0-1 0 0,0 1 1 0 0,4-9-1 0 0,5-9 8 0 0,-1 0-1 0 0,8-24 0 0 0,-10 24 13 0 0,30-81-18 0 0,34-146 1 0 0,-51 166-38 0 0,49-200 201 0 0,25-88 888 0 0,-95 367-1110 0 0,0 0 0 0 0,0 0 0 0 0,0 0 1 0 0,0 0-1 0 0,0 0 0 0 0,0 0 0 0 0,1 1 0 0 0,-1-1 0 0 0,1 1 1 0 0,3-4-1 0 0,-5 6 14 0 0,1 0-1 0 0,-1 0 1 0 0,1 0 0 0 0,-1 0-1 0 0,1 0 1 0 0,-1 0 0 0 0,1 0-1 0 0,0 0 1 0 0,-1 0 0 0 0,1 1-1 0 0,-1-1 1 0 0,1 0 0 0 0,-1 0 0 0 0,1 0-1 0 0,-1 1 1 0 0,1-1 0 0 0,-1 0-1 0 0,1 1 1 0 0,-1-1 0 0 0,0 1-1 0 0,1-1 1 0 0,-1 0 0 0 0,0 1 0 0 0,1-1-1 0 0,-1 1 1 0 0,0-1 0 0 0,1 1-1 0 0,-1-1 1 0 0,0 1 0 0 0,1 0-1 0 0,7 13-21 0 0,4 6 20 0 0,-1 1 0 0 0,-1 1 0 0 0,-1-1 0 0 0,9 32 0 0 0,17 93 29 0 0,-30-125-26 0 0,19 111 248 0 0,-5 1 0 0 0,2 140 0 0 0,-14-147-128 0 0,1 39 61 0 0,-3-120-37 0 0,-4-37-117 0 0,-1-5-173 0 0,6 0-1886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13:17.3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109 134 2544 0 0,'-33'-8'5860'0'0,"18"5"-3122"0"0,1 0 0 0 0,-19-8 0 0 0,31 10-2146 0 0,1 1-555 0 0,1 0 0 0 0,0 0 0 0 0,-1 0 1 0 0,1 0-1 0 0,0 0 0 0 0,-1 1 1 0 0,1-1-1 0 0,0 0 0 0 0,-1 0 0 0 0,1 0 1 0 0,0 0-1 0 0,-1 0 0 0 0,1-1 1 0 0,-1 1-1 0 0,1 0 0 0 0,0 0 1 0 0,-1 0-1 0 0,1 0 0 0 0,0 0 0 0 0,-1 0 1 0 0,1 0-1 0 0,0-1 0 0 0,0 1 1 0 0,-1 0-1 0 0,1 0 0 0 0,0-1 0 0 0,-1 1 1 0 0,1 0-1 0 0,0 0 0 0 0,0-1 1 0 0,-1 1-1 0 0,1 0 0 0 0,0-1 1 0 0,0 1-1 0 0,0 0 0 0 0,0 0 0 0 0,-1-1 1 0 0,1 0-24 0 0,1 0 0 0 0,-1 0 0 0 0,0 1 0 0 0,0-1 0 0 0,1 0 1 0 0,-1 1-1 0 0,0-1 0 0 0,1 1 0 0 0,-1-1 0 0 0,0 0 0 0 0,1 1 0 0 0,-1-1 0 0 0,1 1 1 0 0,-1-1-1 0 0,1 1 0 0 0,-1-1 0 0 0,1 1 0 0 0,0-1 0 0 0,-1 1 0 0 0,1 0 1 0 0,-1-1-1 0 0,1 1 0 0 0,0 0 0 0 0,-1-1 0 0 0,1 1 0 0 0,1 0 0 0 0,56-19 60 0 0,0 2 0 0 0,90-14 0 0 0,-33 12-4288 0 0,-105 18 2377 0 0,0 0-1 0 0,0 0 1 0 0,0 1-1 0 0,19 2 1 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13:18.0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22 1432 0 0,'17'-21'14327'0'0,"-17"21"-14301"0"0,0 0 0 0 0,0 0 0 0 0,1 0-1 0 0,-1 0 1 0 0,0 0 0 0 0,0 0 0 0 0,1-1 0 0 0,-1 1-1 0 0,0 0 1 0 0,1 0 0 0 0,-1 0 0 0 0,0 0-1 0 0,1 0 1 0 0,-1 0 0 0 0,0 0 0 0 0,0 0-1 0 0,1 0 1 0 0,-1 0 0 0 0,0 0 0 0 0,1 1-1 0 0,-1-1 1 0 0,0 0 0 0 0,0 0 0 0 0,1 0-1 0 0,-1 0 1 0 0,0 0 0 0 0,0 0 0 0 0,1 1-1 0 0,-1-1 1 0 0,0 0 0 0 0,0 0 0 0 0,1 0 0 0 0,-1 1-1 0 0,0-1 1 0 0,0 0 0 0 0,0 0 0 0 0,0 1-1 0 0,1-1 1 0 0,-1 0 0 0 0,0 0 0 0 0,0 1-1 0 0,8 20 580 0 0,0 24 185 0 0,3 67 185 0 0,-8-58-780 0 0,4-1 0 0 0,13 59 0 0 0,-19-108-165 0 0,0 1 0 0 0,1 0 0 0 0,-1 0 0 0 0,1-1 1 0 0,0 1-1 0 0,0-1 0 0 0,1 0 0 0 0,-1 1 0 0 0,1-1 1 0 0,0 0-1 0 0,5 5 0 0 0,-5-7-96 0 0,-1 0 0 0 0,0-1-1 0 0,1 0 1 0 0,-1 0 0 0 0,1 0 0 0 0,0 0 0 0 0,-1 0 0 0 0,1 0-1 0 0,0 0 1 0 0,-1-1 0 0 0,1 1 0 0 0,0-1 0 0 0,0 0 0 0 0,-1 0-1 0 0,1 0 1 0 0,0 0 0 0 0,0-1 0 0 0,-1 1 0 0 0,1-1 0 0 0,4-1-1 0 0,2-1-757 0 0,-1-1 0 0 0,-1 1 0 0 0,1-2 0 0 0,0 1 0 0 0,-1-1-1 0 0,0 0 1 0 0,0 0 0 0 0,-1-1 0 0 0,1 0 0 0 0,-1 0 0 0 0,0-1-1 0 0,-1 0 1 0 0,8-11 0 0 0,4-7-4002 0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13:18.2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110 141 1324 0 0,'-38'-57'10222'0'0,"28"42"-8466"0"0,0 0-1 0 0,0 0 0 0 0,-19-18 0 0 0,29 32-1790 0 0,0 1 0 0 0,0-1 0 0 0,-1 1 0 0 0,1 0 0 0 0,0-1 0 0 0,-1 1 1 0 0,1 0-1 0 0,-1-1 0 0 0,1 1 0 0 0,0 0 0 0 0,-1 0 0 0 0,1-1 0 0 0,-1 1 0 0 0,1 0 0 0 0,-1 0 0 0 0,1 0 0 0 0,-1-1 0 0 0,1 1 0 0 0,-1 0 1 0 0,1 0-1 0 0,-1 0 0 0 0,0 0 0 0 0,-1 8-2862 0 0,2-4 2208 0 0,1-1 0 0 0,0 1 0 0 0,-1-1 0 0 0,1 1 0 0 0,1-1 0 0 0,1 5 0 0 0,3 5-2509 0 0,-1-1-1244 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13:18.5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177 0 2032 0 0,'2'2'2374'0'0,"35"37"8171"0"0,-35-36-10035 0 0,5 11 513 0 0,0 0 0 0 0,-1 1 0 0 0,0-1-1 0 0,-1 1 1 0 0,4 18 0 0 0,11 84 3426 0 0,-12-30-3202 0 0,-3 1 0 0 0,-5 0-1 0 0,-15 133 1 0 0,14-212-1219 0 0,-2 25 109 0 0,-2 0 0 0 0,-1 0 0 0 0,-12 35 0 0 0,17-65-107 0 0,-1-1 0 0 0,1 1 0 0 0,-1-1 0 0 0,0 0 0 0 0,0 0 0 0 0,0 0 0 0 0,-5 5 0 0 0,6-7-73 0 0,0 0-1 0 0,0 0 1 0 0,0 0 0 0 0,-1 0-1 0 0,1 0 1 0 0,0 0 0 0 0,0-1 0 0 0,0 1-1 0 0,-1 0 1 0 0,1-1 0 0 0,0 1-1 0 0,-1-1 1 0 0,1 0 0 0 0,0 1-1 0 0,-1-1 1 0 0,1 0 0 0 0,-1 0 0 0 0,1 0-1 0 0,0 0 1 0 0,-1 0 0 0 0,1 0-1 0 0,-1 0 1 0 0,1 0 0 0 0,-2-1-1 0 0,-6-3-611 0 0,0 0 0 0 0,1 0 0 0 0,0-1-1 0 0,-1 0 1 0 0,2-1 0 0 0,-1 0-1 0 0,0 0 1 0 0,1 0 0 0 0,1-1 0 0 0,-1 0-1 0 0,1-1 1 0 0,-8-10 0 0 0,-2-8-3605 0 0,1 1 1 0 0,-22-52 0 0 0,22 39-2808 0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13:18.8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0 246 1184 0 0,'5'-66'11627'0'0,"1"-21"141"0"0,-4 63-10949 0 0,-2 22-554 0 0,1 0-229 0 0,-1 0-416 0 0,0 0-1 0 0,1 0 1 0 0,-1 0 0 0 0,1 0-1 0 0,0 0 1 0 0,-1 0 0 0 0,1 1 0 0 0,0-1-1 0 0,0 0 1 0 0,0 0 0 0 0,1 1-1 0 0,-1-1 1 0 0,0 1 0 0 0,0-1-1 0 0,1 1 1 0 0,-1-1 0 0 0,1 1 0 0 0,0 0-1 0 0,-1 0 1 0 0,1 0 0 0 0,0 0-1 0 0,-1 0 1 0 0,1 0 0 0 0,4-1-1 0 0,10-6-2240 0 0,-3-1-1857 0 0,4 1-2210 0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13:19.4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22 259 3064 0 0,'-5'-30'5284'0'0,"-3"-28"4060"0"0,5 26-6235 0 0,0 10-1177 0 0,2 21-1899 0 0,1 0 0 0 0,-1 0 0 0 0,1 0 0 0 0,0 0 0 0 0,0 0 0 0 0,-1 0-1 0 0,1-1 1 0 0,0 1 0 0 0,0 0 0 0 0,0 0 0 0 0,0 0 0 0 0,0 0 0 0 0,0 0 0 0 0,1 0 0 0 0,-1 0 0 0 0,0 0-1 0 0,0 0 1 0 0,1 0 0 0 0,-1 0 0 0 0,1 0 0 0 0,-1 0 0 0 0,1 0 0 0 0,0-2 0 0 0,2 1-22 0 0,0 0 1 0 0,0 0 0 0 0,1 1-1 0 0,-1-1 1 0 0,0 1 0 0 0,1 0-1 0 0,-1 0 1 0 0,1 0 0 0 0,-1 0 0 0 0,1 0-1 0 0,5 0 1 0 0,6-1 16 0 0,322-52 64 0 0,-306 50-81 0 0,57-7 33 0 0,-85 11-58 0 0,1-1 40 0 0,-1 1-28 0 0,1-1-21 0 0,0 1-1 0 0,1-1 1 0 0,-1 1 0 0 0,0 0 0 0 0,0 0 0 0 0,1 1 0 0 0,6 1 0 0 0,-10-1 18 0 0,1-1 0 0 0,-1 1 0 0 0,1 0 1 0 0,-1 0-1 0 0,1 1 0 0 0,-1-1 0 0 0,0 0 0 0 0,1 0 0 0 0,-1 1 0 0 0,0-1 0 0 0,0 1 0 0 0,0-1 0 0 0,0 1 0 0 0,0-1 1 0 0,0 1-1 0 0,-1 0 0 0 0,1-1 0 0 0,0 1 0 0 0,-1 0 0 0 0,1 2 0 0 0,3 13 47 0 0,-1-1 0 0 0,-1 1-1 0 0,0 0 1 0 0,-2 29 0 0 0,2 5 255 0 0,15 268 1327 0 0,-7-117-846 0 0,28 527 503 0 0,-29-592-1169 0 0,3 93 955 0 0,-13-228-1040 0 0,1 1 0 0 0,-1-1 1 0 0,1 0-1 0 0,-1-1 0 0 0,0 1 0 0 0,0 0 0 0 0,0 0 1 0 0,0 0-1 0 0,0 0 0 0 0,-1-1 0 0 0,1 1 0 0 0,-1 0 1 0 0,1-1-1 0 0,-1 0 0 0 0,1 1 0 0 0,-1-1 0 0 0,0 0 1 0 0,1 1-1 0 0,-1-1 0 0 0,0 0 0 0 0,0-1 0 0 0,0 1 1 0 0,0 0-1 0 0,-3 0 0 0 0,-17 8-53 0 0,0-2-1 0 0,-1-1 1 0 0,0 0 0 0 0,-26 2 0 0 0,-95 3-3265 0 0,123-10 2356 0 0,6 0-686 0 0,-1 0 0 0 0,0-2 1 0 0,0 1-1 0 0,-25-6 1 0 0,23 0-4076 0 0,14 5 3858 0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13:19.9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1 125 848 0 0,'9'-22'7067'0'0,"10"-32"1"0"0,-3 7-2718 0 0,-15 45-4273 0 0,2 10-26 0 0,0 0 1 0 0,0-1 0 0 0,-1 1-1 0 0,0 1 1 0 0,-1-1 0 0 0,2 14 0 0 0,-2 53 128 0 0,-2-44-127 0 0,-6 110 319 0 0,-1-7-772 0 0,13-46-2913 0 0,-4-83 2771 0 0,-1-1 1 0 0,1 0-1 0 0,1 1 1 0 0,-1-1-1 0 0,1 0 1 0 0,1 5-1 0 0,10 7-4806 0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13:20.5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407 203 956 0 0,'20'-39'5232'0'0,"-14"30"-3864"0"0,0-1 1 0 0,-1 0-1 0 0,-1-1 1 0 0,0 1-1 0 0,5-21 1 0 0,-6 18-525 0 0,-2 9-701 0 0,0 1 1 0 0,-1-1-1 0 0,1 1 0 0 0,0-1 0 0 0,-1 1 0 0 0,0-1 0 0 0,0 0 1 0 0,0 1-1 0 0,0-1 0 0 0,-1 1 0 0 0,1-1 0 0 0,-1 1 1 0 0,0-1-1 0 0,-2-4 0 0 0,2 6-131 0 0,0 1 1 0 0,0 0-1 0 0,0 1 1 0 0,0-1-1 0 0,0 0 1 0 0,0 0 0 0 0,-1 0-1 0 0,1 1 1 0 0,0-1-1 0 0,0 1 1 0 0,-1-1-1 0 0,1 1 1 0 0,0-1-1 0 0,-1 1 1 0 0,1 0-1 0 0,-1-1 1 0 0,1 1-1 0 0,0 0 1 0 0,-1 0-1 0 0,-1 0 1 0 0,-2 1 1 0 0,0-1 1 0 0,0 0-1 0 0,0 1 0 0 0,0 0 1 0 0,-7 3-1 0 0,-5 2-18 0 0,1 0 0 0 0,0 2 0 0 0,0-1 0 0 0,1 2-1 0 0,0 0 1 0 0,-20 17 0 0 0,19-14-23 0 0,12-9 25 0 0,0 0 0 0 0,0 0 0 0 0,0 0 0 0 0,0 1 0 0 0,1 0 0 0 0,-1 0 0 0 0,1 0 0 0 0,0 0 0 0 0,0 0 0 0 0,1 1 0 0 0,-1-1 0 0 0,-3 10 0 0 0,5-13 9 0 0,1 1-1 0 0,-1-1 0 0 0,0 1 0 0 0,1 0 1 0 0,-1-1-1 0 0,1 1 0 0 0,-1 0 1 0 0,1-1-1 0 0,0 1 0 0 0,-1 0 1 0 0,1 0-1 0 0,0-1 0 0 0,0 1 0 0 0,0 0 1 0 0,1 0-1 0 0,-1-1 0 0 0,1 4 1 0 0,0-3 14 0 0,47 11 95 0 0,-28-11-103 0 0,36 11 0 0 0,-24-5-24 0 0,-26-6 15 0 0,0 1 1 0 0,0-1-1 0 0,0 1 0 0 0,0 1 0 0 0,0-1 0 0 0,-1 1 0 0 0,1 0 0 0 0,-1 0 0 0 0,0 1 0 0 0,0 0 1 0 0,-1 0-1 0 0,8 10 0 0 0,-5-7 34 0 0,-4-3 151 0 0,0 0 0 0 0,-1 0 0 0 0,1 0 1 0 0,-1 0-1 0 0,0 1 0 0 0,0-1 0 0 0,-1 1 1 0 0,0-1-1 0 0,1 1 0 0 0,-2-1 0 0 0,1 1 1 0 0,-1 0-1 0 0,0 0 0 0 0,0-1 0 0 0,-1 1 1 0 0,1 0-1 0 0,-1-1 0 0 0,-1 1 0 0 0,-1 7 1 0 0,-2-3-21 0 0,0 0 1 0 0,0 0 0 0 0,-1-1 0 0 0,0 1 0 0 0,-1-1 0 0 0,1-1-1 0 0,-2 1 1 0 0,0-1 0 0 0,0 0 0 0 0,0-1 0 0 0,-1 0 0 0 0,0 0-1 0 0,0-1 1 0 0,0 0 0 0 0,-1-1 0 0 0,0 0 0 0 0,0 0 0 0 0,-1-1-1 0 0,1-1 1 0 0,-16 4 0 0 0,16-6-149 0 0,1 0 0 0 0,-1-1-1 0 0,1 0 1 0 0,-1 0 0 0 0,1-1 0 0 0,0 0 0 0 0,-1-1-1 0 0,1 0 1 0 0,0-1 0 0 0,-11-4 0 0 0,7 2-480 0 0,1-2 1 0 0,0 1 0 0 0,0-1 0 0 0,1-1 0 0 0,0 0-1 0 0,-17-17 1 0 0,21 17-556 0 0,0 1-1 0 0,1-1 1 0 0,0 0 0 0 0,-5-9-1 0 0,8 10-539 0 0,-1 0 0 0 0,1 0 0 0 0,0-1 1 0 0,1 1-1 0 0,-3-13 0 0 0,4 3-4035 0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13:20.7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120 106 3036 0 0,'-12'-9'2441'0'0,"-3"1"-333"0"0,4-3-236 0 0,0 2-328 0 0,0 1-272 0 0,0-1-236 0 0,3 0-220 0 0,-1 1 364 0 0,-4-3-940 0 0,3-2-1240 0 0,1 2-2272 0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13:23.6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7 295 252 0 0,'-2'-9'998'0'0,"1"1"1"0"0,-1-1-1 0 0,2 0 1 0 0,-1 0-1 0 0,1 0 0 0 0,0 1 1 0 0,1-1-1 0 0,3-16 0 0 0,-2 16-772 0 0,1 1-1 0 0,0 0 0 0 0,0 0 0 0 0,0 0 1 0 0,1 0-1 0 0,1 1 0 0 0,-1-1 1 0 0,1 1-1 0 0,0 0 0 0 0,1 0 0 0 0,0 1 1 0 0,0 0-1 0 0,0 0 0 0 0,8-6 0 0 0,-11 11-185 0 0,0-1 0 0 0,0 1 0 0 0,0 0 0 0 0,0 0-1 0 0,1 0 1 0 0,-1 0 0 0 0,0 1 0 0 0,0-1 0 0 0,1 1-1 0 0,5 0 1 0 0,-7 0-20 0 0,2 0 0 0 0,-1 0 0 0 0,1 1 0 0 0,0-1 1 0 0,0 1-1 0 0,-1-1 0 0 0,1 1 0 0 0,0 1 0 0 0,-1-1 0 0 0,1 0 1 0 0,-1 1-1 0 0,1 0 0 0 0,-1 0 0 0 0,0 0 0 0 0,0 0 0 0 0,5 5 0 0 0,1 0 18 0 0,-1 1 0 0 0,0 1-1 0 0,10 14 1 0 0,-8-9 16 0 0,-2 1 0 0 0,0 0 1 0 0,-1 0-1 0 0,-1 1 1 0 0,0 0-1 0 0,-1 0 1 0 0,-1 0-1 0 0,0 1 1 0 0,-1-1-1 0 0,-1 1 1 0 0,-1 0-1 0 0,0 0 0 0 0,-1 0 1 0 0,-1 0-1 0 0,0 0 1 0 0,-1-1-1 0 0,-7 24 1 0 0,6-29 171 0 0,1-3 131 0 0,0 0 1 0 0,-1 0 0 0 0,-5 10-1 0 0,8-17-332 0 0,-1 0 0 0 0,1-1-1 0 0,-1 1 1 0 0,1-1-1 0 0,-1 1 1 0 0,1-1 0 0 0,-1 1-1 0 0,0-1 1 0 0,1 1-1 0 0,-1-1 1 0 0,1 0-1 0 0,-1 1 1 0 0,0-1 0 0 0,0 0-1 0 0,1 0 1 0 0,-1 1-1 0 0,0-1 1 0 0,1 0 0 0 0,-1 0-1 0 0,0 0 1 0 0,0 0-1 0 0,1 0 1 0 0,-1 0-1 0 0,0 0 1 0 0,0 0 0 0 0,1 0-1 0 0,-1 0 1 0 0,0-1-1 0 0,0 1 1 0 0,1 0-1 0 0,-1 0 1 0 0,0-1 0 0 0,1 1-1 0 0,-1-1 1 0 0,0 1-1 0 0,1 0 1 0 0,-1-1 0 0 0,1 1-1 0 0,-1-1 1 0 0,1 1-1 0 0,-1-1 1 0 0,1 1-1 0 0,-1-1 1 0 0,0-1 0 0 0,-3-5-7 0 0,0-1-1 0 0,1-1 1 0 0,0 1 0 0 0,0 0 0 0 0,1-1 0 0 0,0 1 0 0 0,1-1 0 0 0,0 0 0 0 0,0 0 0 0 0,1 1 0 0 0,0-1 0 0 0,1-13 0 0 0,2 0-29 0 0,0-1 1 0 0,1 1 0 0 0,13-40 0 0 0,-12 48-1 0 0,1 0 0 0 0,0 0 1 0 0,1 1-1 0 0,0 0 1 0 0,1 0-1 0 0,16-19 0 0 0,-20 27 0 0 0,1 0 0 0 0,0-1 0 0 0,1 2 0 0 0,-1-1 0 0 0,1 1 0 0 0,0 0 0 0 0,0 0 0 0 0,0 0 0 0 0,1 1 0 0 0,-1 0 0 0 0,1 0 0 0 0,0 1-1 0 0,0 0 1 0 0,0 0 0 0 0,9-1 0 0 0,-9 3 4 0 0,-1 0 0 0 0,1 0-1 0 0,-1 0 1 0 0,1 1 0 0 0,-1 0 0 0 0,1 1-1 0 0,-1-1 1 0 0,0 1 0 0 0,0 0 0 0 0,0 1-1 0 0,0-1 1 0 0,0 1 0 0 0,0 1 0 0 0,4 3-1 0 0,2 1-7 0 0,-1 1 0 0 0,-1 0 0 0 0,0 0 0 0 0,0 1 0 0 0,10 13 0 0 0,-11-9 18 0 0,0-1 1 0 0,0 1 0 0 0,-2 0-1 0 0,1 1 1 0 0,-2 0-1 0 0,0 0 1 0 0,-1 0-1 0 0,6 31 1 0 0,1 8 307 0 0,-12-51-135 0 0,-2-4-174 0 0,1 0 1 0 0,-1 0 0 0 0,1 1 0 0 0,-1-1 0 0 0,1 0-1 0 0,0 0 1 0 0,-1 0 0 0 0,1-1 0 0 0,0 1 0 0 0,0 0 0 0 0,0 0-1 0 0,0-1 1 0 0,0 1 0 0 0,0-1 0 0 0,0 1 0 0 0,0-1-1 0 0,0 1 1 0 0,1-1 0 0 0,-1 1 0 0 0,1-1 0 0 0,-1 0-1 0 0,1 1 1 0 0,-1-1 0 0 0,1-2 0 0 0,-1-7 1 0 0,0 0 0 0 0,0-18 1 0 0,1 21-7 0 0,1-5-3 0 0,0 0-1 0 0,1 0 1 0 0,1 0 0 0 0,0 0-1 0 0,0 1 1 0 0,1-1 0 0 0,1 1-1 0 0,0 0 1 0 0,1 0 0 0 0,0 1-1 0 0,11-15 1 0 0,-8 12-12 0 0,1 1 1 0 0,1 0-1 0 0,0 1 0 0 0,1 0 1 0 0,0 1-1 0 0,1 0 0 0 0,0 1 1 0 0,22-13-1 0 0,-27 19 6 0 0,0 0 0 0 0,0 1 0 0 0,0-1 0 0 0,0 2 0 0 0,0-1 1 0 0,0 1-1 0 0,1 1 0 0 0,-1-1 0 0 0,1 1 0 0 0,0 1 0 0 0,-1 0 0 0 0,10 0 0 0 0,-13 1 6 0 0,0 0 1 0 0,0 0-1 0 0,0 0 0 0 0,0 1 1 0 0,-1-1-1 0 0,1 1 0 0 0,0 0 1 0 0,0 1-1 0 0,-1-1 0 0 0,0 1 0 0 0,1 0 1 0 0,-1 0-1 0 0,0 0 0 0 0,-1 0 1 0 0,1 1-1 0 0,0 0 0 0 0,-1 0 0 0 0,0 0 1 0 0,0 0-1 0 0,0 0 0 0 0,3 8 1 0 0,1 3-6 0 0,0 1 1 0 0,-1 0-1 0 0,-1 0 1 0 0,-1 1-1 0 0,-1-1 1 0 0,3 21-1 0 0,-2 102 64 0 0,-4-100-25 0 0,0-35-3 0 0,3 55-1263 0 0,-3-56 948 0 0,0 0 0 0 0,1 0 0 0 0,-1 0 0 0 0,1 1 1 0 0,0-1-1 0 0,0 0 0 0 0,0-1 0 0 0,1 1 0 0 0,-1 0 0 0 0,1 0 1 0 0,-1 0-1 0 0,1-1 0 0 0,0 1 0 0 0,4 4 0 0 0,9 0-3462 0 0,-11-6 2625 0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13:25.2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251 874 2412 0 0,'1'-2'668'0'0,"0"-1"0"0"0,0 1 0 0 0,0-1 0 0 0,-1 0 0 0 0,1 1 0 0 0,-1-1 0 0 0,0 0 0 0 0,0 1 0 0 0,0-5 0 0 0,-9-41 4007 0 0,7 41-3977 0 0,2 5-613 0 0,0 0-1 0 0,-1-1 0 0 0,1 1 0 0 0,-1 0 0 0 0,1 0 1 0 0,-1 0-1 0 0,0 0 0 0 0,0 0 0 0 0,0 1 1 0 0,0-1-1 0 0,-1 0 0 0 0,1 0 0 0 0,0 1 1 0 0,-1-1-1 0 0,1 1 0 0 0,-1-1 0 0 0,1 1 0 0 0,-1-1 1 0 0,0 1-1 0 0,0 0 0 0 0,1 0 0 0 0,-1 0 1 0 0,0 0-1 0 0,0 0 0 0 0,0 0 0 0 0,0 1 1 0 0,-4-2-1 0 0,2 2-64 0 0,0 0 1 0 0,1 1 0 0 0,-1-1 0 0 0,0 1-1 0 0,0 0 1 0 0,1 0 0 0 0,-1 0-1 0 0,1 0 1 0 0,-1 0 0 0 0,1 1-1 0 0,0-1 1 0 0,-1 1 0 0 0,1 0 0 0 0,-4 3-1 0 0,-3 4-11 0 0,0 0 0 0 0,1 0 1 0 0,0 0-1 0 0,0 1 0 0 0,1 1 0 0 0,0 0 0 0 0,-9 18 0 0 0,6-9-21 0 0,1 1 0 0 0,1 1-1 0 0,-10 32 1 0 0,14-34 11 0 0,1 0 1 0 0,0 0-1 0 0,-1 31 0 0 0,5-45 6 0 0,-1 1 0 0 0,1 0 0 0 0,1-1 0 0 0,0 1 0 0 0,0 0 0 0 0,0-1 0 0 0,0 1 0 0 0,1-1-1 0 0,0 0 1 0 0,1 0 0 0 0,-1 1 0 0 0,1-1 0 0 0,1-1 0 0 0,6 11 0 0 0,-8-14 5 0 0,1 0 0 0 0,0 0 0 0 0,0 0 0 0 0,0-1 0 0 0,0 1 0 0 0,0-1 0 0 0,0 1 0 0 0,0-1 0 0 0,0 0 0 0 0,0 0 0 0 0,1-1 0 0 0,-1 1 0 0 0,4 0 1 0 0,-3-1-6 0 0,0 0-2 0 0,0 1-1 0 0,0-2 1 0 0,0 1-1 0 0,0 0 1 0 0,-1-1 0 0 0,1 0-1 0 0,0 0 1 0 0,0 0 0 0 0,-1 0-1 0 0,1 0 1 0 0,-1-1-1 0 0,1 0 1 0 0,4-3 0 0 0,-1 1-4 0 0,0-1 1 0 0,0 0 0 0 0,-1 0 0 0 0,11-12-1 0 0,-4 1-12 0 0,-1-1 0 0 0,0-1 1 0 0,-1 1-1 0 0,-1-2 0 0 0,-1 1 0 0 0,9-26 0 0 0,-3-1 719 0 0,14-75 0 0 0,-19 79-416 0 0,-9 39-305 0 0,0 6 10 0 0,0-1 1 0 0,0 1 1 0 0,0 0-1 0 0,-1-1 0 0 0,1 1 1 0 0,-1 6-1 0 0,4 54-10 0 0,3 0 0 0 0,25 98-1 0 0,-13-103 50 0 0,-17-53-27 0 0,0 0 0 0 0,1 0-1 0 0,0 0 1 0 0,0 0 0 0 0,1-1 0 0 0,0 0 0 0 0,4 6 0 0 0,-7-10-4 0 0,1 0 0 0 0,-1 1 1 0 0,1-1-1 0 0,0 0 0 0 0,-1 0 0 0 0,1 0 0 0 0,0 0 1 0 0,0 0-1 0 0,0 0 0 0 0,0 0 0 0 0,0-1 0 0 0,0 1 1 0 0,0-1-1 0 0,0 1 0 0 0,0-1 0 0 0,0 0 0 0 0,0 0 0 0 0,4 0 1 0 0,-2-1-46 0 0,0 1 0 0 0,0-1 0 0 0,0-1 1 0 0,0 1-1 0 0,-1 0 0 0 0,1-1 1 0 0,0 0-1 0 0,-1 0 0 0 0,4-2 0 0 0,4-4-259 0 0,-1-1-1 0 0,0 0 1 0 0,0 0-1 0 0,14-18 0 0 0,-5 1-231 0 0,-1 0 0 0 0,-2-1 0 0 0,-1-1 0 0 0,-1 0 0 0 0,11-32 0 0 0,-3-3-233 0 0,18-87 0 0 0,-25 72 1085 0 0,-3-1 0 0 0,-3 0 0 0 0,-4-1 0 0 0,-7-112 0 0 0,-6 109 1390 0 0,-21-87 0 0 0,28 167-1696 0 0,-5 27-34 0 0,9 104 104 0 0,30 182 0 0 0,51 122-5 0 0,-82-425-75 0 0,42 156 74 0 0,-38-145-54 0 0,2 1 0 0 0,-1-2 0 0 0,2 1-1 0 0,1-1 1 0 0,0 0 0 0 0,19 23 0 0 0,-25-35-14 0 0,0-1 1 0 0,0 0-1 0 0,0 0 1 0 0,0-1-1 0 0,1 1 1 0 0,-1-1-1 0 0,1 0 1 0 0,0 0-1 0 0,0 0 1 0 0,0-1-1 0 0,0 0 1 0 0,1 0-1 0 0,-1 0 1 0 0,0-1 0 0 0,1 1-1 0 0,-1-1 1 0 0,1-1-1 0 0,0 1 1 0 0,-1-1-1 0 0,1 0 1 0 0,0 0-1 0 0,-1-1 1 0 0,1 1-1 0 0,-1-1 1 0 0,1-1-1 0 0,-1 1 1 0 0,1-1-1 0 0,7-3 1 0 0,-2 0 6 0 0,-2 0-1 0 0,1-1 1 0 0,-1 0 0 0 0,1 0-1 0 0,-2-1 1 0 0,1 0 0 0 0,-1-1-1 0 0,0 0 1 0 0,0 0 0 0 0,-1-1-1 0 0,-1 1 1 0 0,1-2 0 0 0,8-16-1 0 0,-7 8-10 0 0,0-1-1 0 0,-2 0 1 0 0,0-1-1 0 0,-1 0 1 0 0,-1 0-1 0 0,0 0 0 0 0,-2 0 1 0 0,-1 0-1 0 0,0-1 1 0 0,-1 1-1 0 0,-2 0 1 0 0,0-1-1 0 0,-1 1 0 0 0,-1 0 1 0 0,0 0-1 0 0,-2 1 1 0 0,0-1-1 0 0,-2 1 1 0 0,-15-30-1 0 0,21 46-22 0 0,1 2 11 0 0,1-1-1 0 0,-1 1 1 0 0,0-1 0 0 0,1 1-1 0 0,-1 0 1 0 0,0-1 0 0 0,0 1-1 0 0,0 0 1 0 0,0 0 0 0 0,0 0-1 0 0,-1 0 1 0 0,1 0 0 0 0,0 0-1 0 0,0 0 1 0 0,-1 0-1 0 0,1 1 1 0 0,0-1 0 0 0,-1 0-1 0 0,1 1 1 0 0,-1-1 0 0 0,-1 0-1 0 0,-11 3-32 0 0,6 5 0 0 0,7-5 37 0 0,0 0 0 0 0,1 0 0 0 0,-1 0 0 0 0,1 0 0 0 0,0 0 0 0 0,-1 0 0 0 0,1 0 0 0 0,0 0 0 0 0,0 0 0 0 0,0 0 0 0 0,0 0 0 0 0,1 0 0 0 0,-1 0 0 0 0,0 0 0 0 0,1 0 0 0 0,0 0 0 0 0,-1 0 0 0 0,1 0 0 0 0,0 0 0 0 0,0 0 0 0 0,0-1 0 0 0,0 1 0 0 0,0 0 0 0 0,1-1 0 0 0,-1 1 0 0 0,0-1 0 0 0,1 1 0 0 0,2 2 0 0 0,6 3 0 0 0,-1-1 0 0 0,1 1 0 0 0,0-2 0 0 0,0 1 0 0 0,1-1 0 0 0,0-1 0 0 0,0 0 0 0 0,0 0-1 0 0,0-1 1 0 0,0-1 0 0 0,1 0 0 0 0,17 1 0 0 0,0-1-93 0 0,0-2 0 0 0,1-1 0 0 0,55-10 0 0 0,-75 9 90 0 0,0-1 1 0 0,-1 0-1 0 0,0-1 0 0 0,0 0 0 0 0,0 0 1 0 0,0-1-1 0 0,-1 0 0 0 0,1 0 0 0 0,10-10 1 0 0,-17 12 9 0 0,0 1 1 0 0,0-1 0 0 0,0 0 0 0 0,-1 1 0 0 0,1-1-1 0 0,-1 0 1 0 0,1 0 0 0 0,-1 0 0 0 0,1-5-1 0 0,-2 6-5 0 0,1-1 27 0 0,0 0-1 0 0,0 0 1 0 0,-1 0 0 0 0,0 0 0 0 0,1 0-1 0 0,-1 0 1 0 0,0 0 0 0 0,0 0-1 0 0,-1 0 1 0 0,1 0 0 0 0,-1 0-1 0 0,0 0 1 0 0,1 0 0 0 0,-1 0 0 0 0,0 0-1 0 0,-1 0 1 0 0,1 1 0 0 0,-3-5-1 0 0,4 6-22 0 0,-1 1 0 0 0,1-1 0 0 0,-1 0 0 0 0,1 1 0 0 0,-1-1 0 0 0,1 1 0 0 0,-1-1 0 0 0,0 1 0 0 0,1 0 0 0 0,-1-1 0 0 0,0 1 0 0 0,1 0 0 0 0,-1-1 0 0 0,0 1-1 0 0,1 0 1 0 0,-1 0 0 0 0,0-1 0 0 0,0 1 0 0 0,1 0 0 0 0,-1 0 0 0 0,0 0 0 0 0,0 0 0 0 0,1 0 0 0 0,-1 0 0 0 0,0 0 0 0 0,0 0 0 0 0,1 1 0 0 0,-2-1 0 0 0,-1 1-3 0 0,1 0 1 0 0,-1 1-1 0 0,1-1 1 0 0,-1 0-1 0 0,1 1 1 0 0,0 0-1 0 0,0-1 1 0 0,-3 4-1 0 0,-2 2 1 0 0,0 1 0 0 0,1 0-1 0 0,-11 16 1 0 0,5-1 12 0 0,1 0-1 0 0,1 1 1 0 0,1 1 0 0 0,1-1 0 0 0,2 2-1 0 0,0-1 1 0 0,1 0 0 0 0,2 1-1 0 0,0 0 1 0 0,2 0 0 0 0,1 0 0 0 0,1 0-1 0 0,6 33 1 0 0,-6-52-3 0 0,1 1 1 0 0,0-1-1 0 0,0 0 1 0 0,1 0-1 0 0,0 0 1 0 0,0-1-1 0 0,1 1 0 0 0,0-1 1 0 0,0 1-1 0 0,0-1 1 0 0,1 0-1 0 0,0-1 0 0 0,0 1 1 0 0,10 7-1 0 0,-8-8-10 0 0,0-1-1 0 0,1 1 0 0 0,-1-1 1 0 0,1 0-1 0 0,0-1 1 0 0,0 0-1 0 0,1 0 0 0 0,-1-1 1 0 0,1 0-1 0 0,-1-1 0 0 0,1 1 1 0 0,12-1-1 0 0,-2-1-303 0 0,0-1-1 0 0,1 0 1 0 0,-1-2-1 0 0,0 0 0 0 0,0-1 1 0 0,-1-1-1 0 0,1 0 1 0 0,-1-2-1 0 0,0 0 1 0 0,18-10-1 0 0,-25 11 169 0 0,0-1 0 0 0,0 0 0 0 0,-1 0 0 0 0,1-1 0 0 0,-2-1-1 0 0,1 1 1 0 0,-1-2 0 0 0,-1 1 0 0 0,0-1 0 0 0,0 0 0 0 0,-1-1-1 0 0,0 0 1 0 0,-1 0 0 0 0,0-1 0 0 0,0 1 0 0 0,3-15 0 0 0,-3 4 577 0 0,-2 0 0 0 0,0 0 0 0 0,-1-1 1 0 0,-2 1-1 0 0,-1-32 0 0 0,-17-109 3604 0 0,16 160-3944 0 0,-6 34-85 0 0,-5 266 1523 0 0,12-265-1502 0 0,0-9 32 0 0,0 1 1 0 0,2-1 0 0 0,0 0 0 0 0,2 1 0 0 0,7 22-1 0 0,-9-38-200 0 0,1-1-1 0 0,0 0 1 0 0,0 0-1 0 0,1 0 0 0 0,0 0 1 0 0,0-1-1 0 0,1 1 1 0 0,5 5-1 0 0,-5-7-249 0 0,-1-1 0 0 0,1 0 0 0 0,0 0 0 0 0,0-1 0 0 0,1 1 1 0 0,-1-1-1 0 0,1 0 0 0 0,-1 0 0 0 0,1-1 0 0 0,0 0 0 0 0,8 2 0 0 0,29 3-6610 0 0,-21-7-25 0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13:25.8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10 273 232 0 0,'-7'-70'10945'0'0,"5"26"-7176"0"0,2 43-3712 0 0,0 0 0 0 0,0 0 0 0 0,0 0 0 0 0,0 0 0 0 0,0 0 0 0 0,0 0 0 0 0,0 0 0 0 0,1 0 0 0 0,-1-1 0 0 0,0 1 0 0 0,1 0 0 0 0,-1 0-1 0 0,0 0 1 0 0,1 0 0 0 0,-1 0 0 0 0,1 1 0 0 0,0-1 0 0 0,-1 0 0 0 0,1 0 0 0 0,0 0 0 0 0,1-1 0 0 0,-2 2-36 0 0,1 0 1 0 0,0-1-1 0 0,0 1 0 0 0,0 0 0 0 0,0 0 1 0 0,0 0-1 0 0,0 0 0 0 0,0 0 1 0 0,0 0-1 0 0,0 0 0 0 0,0 0 0 0 0,-1 0 1 0 0,1 0-1 0 0,0 0 0 0 0,0 0 1 0 0,0 1-1 0 0,0-1 0 0 0,0 0 0 0 0,1 1 1 0 0,3 2 1 0 0,-1-1 1 0 0,1 1 0 0 0,0 0-1 0 0,-1 1 1 0 0,0-1 0 0 0,8 8-1 0 0,-5-2 141 0 0,-1 0 0 0 0,1 0 0 0 0,-1 0 0 0 0,-1 1 1 0 0,0 0-1 0 0,0 0 0 0 0,-1 1 0 0 0,0-1 0 0 0,-1 1 0 0 0,0 0 0 0 0,-1 0 0 0 0,0 0 0 0 0,-1 0 0 0 0,0 20 0 0 0,-1-6 85 0 0,-2 0-1 0 0,-1 0 1 0 0,-2 0-1 0 0,0 0 1 0 0,-13 35 0 0 0,-9 18 1193 0 0,27-78-1431 0 0,0 0 0 0 0,0 1 0 0 0,0-1 0 0 0,0 0 0 0 0,0 1 0 0 0,0-1 1 0 0,0 0-1 0 0,0 1 0 0 0,-1-1 0 0 0,1 0 0 0 0,0 0 0 0 0,0 1 0 0 0,0-1 0 0 0,0 0 0 0 0,0 1 1 0 0,0-1-1 0 0,-1 0 0 0 0,1 0 0 0 0,0 1 0 0 0,0-1 0 0 0,-1 0 0 0 0,1 0 0 0 0,0 0 1 0 0,0 1-1 0 0,-1-1 0 0 0,1 0 0 0 0,0 0 0 0 0,0 0 0 0 0,-1 0 0 0 0,1 0 0 0 0,0 1 1 0 0,-1-1-1 0 0,1 0 0 0 0,0 0 0 0 0,0 0 0 0 0,-1 0 0 0 0,1 0 0 0 0,0 0 0 0 0,-1 0 0 0 0,0-1-6 0 0,1 1-1 0 0,0 0 0 0 0,0-1 0 0 0,0 1 0 0 0,-1-1 0 0 0,1 1 1 0 0,0-1-1 0 0,0 1 0 0 0,0-1 0 0 0,0 1 0 0 0,0-1 0 0 0,0 1 1 0 0,0-1-1 0 0,0 1 0 0 0,0-1 0 0 0,0 1 0 0 0,0-1 0 0 0,0 1 1 0 0,0-1-1 0 0,0 1 0 0 0,0 0 0 0 0,1-1 0 0 0,-1 1 0 0 0,0-1 1 0 0,0 1-1 0 0,0-1 0 0 0,1 0 0 0 0,29-55-55 0 0,57-79 0 0 0,52-46-102 0 0,-98 128 241 0 0,36-60 0 0 0,-74 106-112 0 0,0 1 0 0 0,-1-1 0 0 0,1 0 0 0 0,-2 0-1 0 0,3-13 1 0 0,-4 18 25 0 0,-2 1-10 0 0,0 1 1 0 0,0 0-1 0 0,0 0 0 0 0,0-1 0 0 0,0 1 0 0 0,0 0 0 0 0,0 1 0 0 0,0-1 0 0 0,0 0 0 0 0,0 0 0 0 0,0 1 0 0 0,0 0 0 0 0,0-1 1 0 0,0 1-1 0 0,0 0 0 0 0,1 0 0 0 0,-1 0 0 0 0,0 0 0 0 0,0 0 0 0 0,1 0 0 0 0,-1 0 0 0 0,1 1 0 0 0,-1-1 0 0 0,-1 3 0 0 0,-4 2-5 0 0,1 1 0 0 0,0 0 0 0 0,0 0 0 0 0,-9 16-1 0 0,5-5 8 0 0,2 0-1 0 0,0 1 0 0 0,1 0 1 0 0,0 1-1 0 0,2-1 0 0 0,0 1 0 0 0,-3 39 1 0 0,7-44 21 0 0,0 0 1 0 0,2 0 0 0 0,0 0-1 0 0,0 0 1 0 0,1 0 0 0 0,1 0-1 0 0,1 0 1 0 0,0-1-1 0 0,1 0 1 0 0,0 0 0 0 0,12 21-1 0 0,-14-29-6 0 0,0-1 0 0 0,1 0 0 0 0,0 0 0 0 0,1 0 0 0 0,-1-1 0 0 0,1 1 0 0 0,-1-1 0 0 0,1 0 0 0 0,1-1 0 0 0,-1 1 0 0 0,0-1 0 0 0,1 0 0 0 0,0 0 0 0 0,0-1 0 0 0,0 1 0 0 0,0-1 0 0 0,0-1 0 0 0,0 1 0 0 0,0-1 0 0 0,0 0 0 0 0,12 0 0 0 0,-5-1-486 0 0,-1 0 0 0 0,1-1 0 0 0,-1-1 0 0 0,1 0 0 0 0,-1-1 0 0 0,0 0 0 0 0,0 0 0 0 0,0-2 0 0 0,0 1 0 0 0,12-8 1 0 0,-15 6-1039 0 0,-1 0 1 0 0,1 0-1 0 0,-1 0 1 0 0,-1-1 0 0 0,12-13-1 0 0,-3 1-4249 0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13:26.0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289 44 16 0 0,'-110'-16'13523'0'0,"29"4"-6345"0"0,45 6-6146 0 0,32 5-1279 0 0,-8-2-1368 0 0,-3 1-5024 0 0,9 1 5197 0 0,-19-1-7960 0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13:26.2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179 35 3044 0 0,'-148'29'11600'0'0,"121"-23"-10519"0"0,24-5-61 0 0,8-2-869 0 0,131-18-30 0 0,132-16-4880 0 0,-191 27 786 0 0,0 0-1908 0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13:30.3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1 636 224 0 0,'9'-11'7477'0'0,"0"-31"1657"0"0,-10 54-9005 0 0,1-11-192 0 0,-2 31 78 0 0,-4 122 9 0 0,6-126-18 0 0,2 1 1 0 0,1-1-1 0 0,9 38 1 0 0,-10-55-2 0 0,2 0 0 0 0,-1 0 0 0 0,1 0 0 0 0,1 0 0 0 0,0-1 0 0 0,11 17 1 0 0,-14-25-5 0 0,0 1 0 0 0,0 0 0 0 0,0-1 0 0 0,0 1 0 0 0,1-1 0 0 0,-1 0 1 0 0,1 1-1 0 0,0-1 0 0 0,0-1 0 0 0,0 1 0 0 0,0 0 0 0 0,0-1 0 0 0,0 1 1 0 0,0-1-1 0 0,0 0 0 0 0,0 0 0 0 0,1 0 0 0 0,-1-1 0 0 0,0 1 0 0 0,1-1 1 0 0,-1 1-1 0 0,0-1 0 0 0,1 0 0 0 0,-1-1 0 0 0,1 1 0 0 0,-1-1 0 0 0,4 0 1 0 0,3-2-6 0 0,-1 0 0 0 0,1-1 0 0 0,-1 0 0 0 0,0 0 0 0 0,0-1 0 0 0,0 0 0 0 0,0-1 0 0 0,14-12 0 0 0,-11 7-12 0 0,-1-1 0 0 0,0 0 0 0 0,0-1 0 0 0,16-26 0 0 0,-7 1-15 0 0,-1-1 1 0 0,-2-1-1 0 0,14-47 1 0 0,-28 77 25 0 0,3-4-161 0 0,-6 14 164 0 0,1 0 0 0 0,-1 0-1 0 0,0 0 1 0 0,0 0 0 0 0,1 0 0 0 0,-1 0 0 0 0,0 0 0 0 0,1 0-1 0 0,-1 0 1 0 0,0 0 0 0 0,0 0 0 0 0,1 0 0 0 0,-1 0 0 0 0,0 0 0 0 0,0 0-1 0 0,1 0 1 0 0,-1 1 0 0 0,0-1 0 0 0,0 0 0 0 0,1 0 0 0 0,-1 0-1 0 0,0 0 1 0 0,0 1 0 0 0,0-1 0 0 0,1 0 0 0 0,-1 0 0 0 0,0 0-1 0 0,0 1 1 0 0,0-1 0 0 0,0 0 0 0 0,0 0 0 0 0,1 1 0 0 0,-1-1 0 0 0,0 0-1 0 0,0 0 1 0 0,0 1 0 0 0,0-1 0 0 0,1 3-2 0 0,0 0 1 0 0,-1 0 0 0 0,1-1-1 0 0,-1 1 1 0 0,1 0 0 0 0,-1 0-1 0 0,0 0 1 0 0,0-1-1 0 0,0 1 1 0 0,-2 6 0 0 0,2-4 0 0 0,2 26-11 0 0,1-1 0 0 0,11 50 0 0 0,-12-72 19 0 0,0 0-1 0 0,1 0 1 0 0,0-1 0 0 0,0 1 0 0 0,0-1 0 0 0,1 1-1 0 0,0-1 1 0 0,1 0 0 0 0,-1-1 0 0 0,1 1 0 0 0,1-1-1 0 0,-1 0 1 0 0,1 0 0 0 0,12 9 0 0 0,-13-13 2 0 0,0 1-1 0 0,0-1 1 0 0,0 0 0 0 0,0-1-1 0 0,0 1 1 0 0,0-1 0 0 0,0 0-1 0 0,1 0 1 0 0,-1-1 0 0 0,0 1-1 0 0,0-1 1 0 0,1 0 0 0 0,6-2-1 0 0,-6 2 1 0 0,1-2-1 0 0,0 1 0 0 0,-1-1 0 0 0,1 0 1 0 0,-1 0-1 0 0,0-1 0 0 0,0 1 0 0 0,0-1 0 0 0,0-1 1 0 0,7-4-1 0 0,-7 3-3 0 0,1-1 0 0 0,-1 0 0 0 0,-1 0 1 0 0,1 0-1 0 0,-1-1 0 0 0,0 0 0 0 0,-1 0 0 0 0,1 0 0 0 0,-1 0 0 0 0,-1-1 1 0 0,5-11-1 0 0,-4 7-1 0 0,-2 0 0 0 0,1-1 0 0 0,-1 1 0 0 0,-1 0 0 0 0,0 0 0 0 0,-1-1 0 0 0,-1-14 0 0 0,-2 2-2 0 0,-1 1-1 0 0,-2-1 0 0 0,0 0 1 0 0,-2 1-1 0 0,0 0 0 0 0,-2 1 1 0 0,-13-24-1 0 0,19 38 1 0 0,-21-33-88 0 0,24 40 76 0 0,-1 0 1 0 0,0-1-1 0 0,0 1 1 0 0,0 0-1 0 0,0 0 0 0 0,0 0 1 0 0,-1 0-1 0 0,1 1 1 0 0,-1-1-1 0 0,1 0 0 0 0,-1 1 1 0 0,1 0-1 0 0,-5-2 1 0 0,5 4 7 0 0,1 0 1 0 0,-1-1 0 0 0,0 1 0 0 0,1 0 0 0 0,-1 0-1 0 0,1 0 1 0 0,-1 0 0 0 0,1 1 0 0 0,0-1 0 0 0,-1 0 0 0 0,1 0-1 0 0,0 1 1 0 0,0-1 0 0 0,0 1 0 0 0,0-1 0 0 0,0 1 0 0 0,0 0-1 0 0,1-1 1 0 0,-1 1 0 0 0,0 0 0 0 0,1-1 0 0 0,-1 1 0 0 0,1 0-1 0 0,-1 3 1 0 0,2 0 7 0 0,0 0-1 0 0,0-1 0 0 0,1 1 1 0 0,-1 0-1 0 0,1-1 1 0 0,0 0-1 0 0,0 1 0 0 0,0-1 1 0 0,1 0-1 0 0,-1 0 1 0 0,1 0-1 0 0,0 0 1 0 0,1-1-1 0 0,-1 1 0 0 0,0-1 1 0 0,1 0-1 0 0,7 6 1 0 0,-5-6 3 0 0,0 1 0 0 0,1-1 0 0 0,-1-1 0 0 0,1 1 0 0 0,0-1 1 0 0,-1 0-1 0 0,1 0 0 0 0,0-1 0 0 0,0 0 0 0 0,0 0 0 0 0,0-1 1 0 0,10 0-1 0 0,10-3-11 0 0,1-1 0 0 0,-1-1 0 0 0,1-1 0 0 0,-1-1 1 0 0,-1-2-1 0 0,0-1 0 0 0,0 0 0 0 0,-1-2 0 0 0,0-1 0 0 0,-1-1 0 0 0,-1-2 0 0 0,0 0 1 0 0,-1-1-1 0 0,20-20 0 0 0,-30 24-5 0 0,-1-1 0 0 0,0 0 0 0 0,-1-1 0 0 0,-1 0 0 0 0,0-1 0 0 0,-1 0 0 0 0,-1 0 0 0 0,0-1 0 0 0,-1 1 0 0 0,-1-1 0 0 0,-1-1 0 0 0,0 1 0 0 0,-1-1 0 0 0,-1 0 0 0 0,-1 1 0 0 0,0-1 0 0 0,-3-25 0 0 0,-8-54 152 0 0,4 81-198 0 0,5 13 28 0 0,-3 1-8 0 0,4 2 35 0 0,0-1-1 0 0,0 1 0 0 0,0 0 1 0 0,-1 0-1 0 0,1-1 0 0 0,0 1 1 0 0,0 0-1 0 0,0 0 0 0 0,-1 0 0 0 0,1 0 1 0 0,0-1-1 0 0,0 1 0 0 0,0 0 1 0 0,-1 0-1 0 0,1 0 0 0 0,0 0 1 0 0,-1 0-1 0 0,1 0 0 0 0,0 0 0 0 0,0 0 1 0 0,-1 0-1 0 0,1 0 0 0 0,0 0 1 0 0,0 0-1 0 0,-1 0 0 0 0,1 0 1 0 0,0 0-1 0 0,-1 0 0 0 0,1 0 0 0 0,0 0 1 0 0,0 0-1 0 0,-1 0 0 0 0,1 0 1 0 0,0 0-1 0 0,0 0 0 0 0,-1 1 1 0 0,1-1-1 0 0,-7 10-6 0 0,0 0 1 0 0,1 1-1 0 0,0-1 1 0 0,1 1-1 0 0,0 1 1 0 0,1-1 0 0 0,-5 18-1 0 0,-15 88 32 0 0,3 40 64 0 0,6 0 0 0 0,12 299-1 0 0,3-360 550 0 0,0-93-112 0 0,0-6-469 0 0,4-26-50 0 0,2 1 0 0 0,1 0-1 0 0,0 0 1 0 0,2 1 0 0 0,2 0 0 0 0,0 1 0 0 0,2 0 0 0 0,0 0-1 0 0,2 2 1 0 0,1 0 0 0 0,1 0 0 0 0,30-32 0 0 0,-38 47-24 0 0,1 1-1 0 0,-1 0 1 0 0,2 1 0 0 0,-1-1 0 0 0,1 2 0 0 0,0 0 0 0 0,0 0 0 0 0,0 1-1 0 0,15-5 1 0 0,-23 10 14 0 0,1-1 0 0 0,-1 1 0 0 0,1-1 0 0 0,-1 1 0 0 0,1 0 0 0 0,-1 0 0 0 0,1 1 0 0 0,-1-1 0 0 0,1 1 0 0 0,-1 0 0 0 0,0 0 0 0 0,1 0 0 0 0,5 3 0 0 0,-3-2-3 0 0,-1 1 1 0 0,0 0 0 0 0,1 0 0 0 0,-1 0-1 0 0,0 1 1 0 0,-1 0 0 0 0,6 5 0 0 0,-5-3 2 0 0,0 0 1 0 0,-1 1 0 0 0,0-1 0 0 0,0 1 0 0 0,0 0-1 0 0,-1 0 1 0 0,0 0 0 0 0,-1 0 0 0 0,3 10 0 0 0,0 8 5 0 0,2 38 0 0 0,3 8 17 0 0,-7-49-73 0 0,-2-13 77 0 0,1-1 0 0 0,0 1 0 0 0,0 0-1 0 0,1-1 1 0 0,3 9 0 0 0,-5-15-69 0 0,0 0-1 0 0,1 1 1 0 0,-1-1 0 0 0,1 0 0 0 0,-1 0 0 0 0,1 0-1 0 0,0-1 1 0 0,-1 1 0 0 0,1 0 0 0 0,0-1-1 0 0,0 1 1 0 0,0-1 0 0 0,0 1 0 0 0,1-1-1 0 0,-1 0 1 0 0,0 0 0 0 0,1 0 0 0 0,-1 0-1 0 0,0-1 1 0 0,1 1 0 0 0,-1 0 0 0 0,1-1-1 0 0,2 0 1 0 0,4 0-107 0 0,0 0-1 0 0,0-1 1 0 0,0 0-1 0 0,0-1 1 0 0,0 0-1 0 0,0 0 1 0 0,0-1-1 0 0,-1 0 1 0 0,0-1-1 0 0,1 1 1 0 0,-1-2 0 0 0,0 1-1 0 0,-1-1 1 0 0,1 0-1 0 0,-1-1 1 0 0,0 0-1 0 0,-1 0 1 0 0,1 0-1 0 0,-1-1 1 0 0,0 0-1 0 0,5-9 1 0 0,-3 5 322 0 0,-1-1 1 0 0,-1 0-1 0 0,0 0 0 0 0,0-1 0 0 0,-2 1 1 0 0,1-1-1 0 0,-1 0 0 0 0,3-22 1 0 0,-7 33-114 0 0,4-22 1205 0 0,0-32 0 0 0,-4 42-959 0 0,-1-1 152 0 0,1 15-451 0 0,0 0 1 0 0,-1 0-1 0 0,1 0 1 0 0,-1 0-1 0 0,1 0 0 0 0,-1 0 1 0 0,1 0-1 0 0,-1 0 0 0 0,1 0 1 0 0,-1 0-1 0 0,1 0 0 0 0,-1 0 1 0 0,1 0-1 0 0,-1 0 0 0 0,1 0 1 0 0,-1 0-1 0 0,1 0 0 0 0,0 1 1 0 0,-1-1-1 0 0,1 0 0 0 0,-1 0 1 0 0,1 1-1 0 0,0-1 1 0 0,-1 0-1 0 0,1 1 0 0 0,-1-1 1 0 0,1 0-1 0 0,0 1 0 0 0,0-1 1 0 0,-1 1-1 0 0,-3 4-1 0 0,0-1-1 0 0,0 1 1 0 0,0 1-1 0 0,1-1 1 0 0,0 0-1 0 0,0 1 1 0 0,0 0-1 0 0,1 0 1 0 0,0-1 0 0 0,-2 11-1 0 0,-2 1-1 0 0,-1 1 7 0 0,1 1 1 0 0,1 0-1 0 0,1 0 1 0 0,0 0-1 0 0,1 0 1 0 0,2 1-1 0 0,0-1 1 0 0,1 1-1 0 0,0-1 1 0 0,7 37-1 0 0,-6-52 0 0 0,0 0 0 0 0,0 1 0 0 0,1-1 0 0 0,-1 0 0 0 0,1 0 0 0 0,0-1 0 0 0,0 1 0 0 0,0 0 0 0 0,1 0-1 0 0,-1-1 1 0 0,1 0 0 0 0,0 1 0 0 0,0-1 0 0 0,0 0 0 0 0,0 0 0 0 0,0-1 0 0 0,1 1 0 0 0,-1-1 0 0 0,1 0 0 0 0,0 1 0 0 0,0-2 0 0 0,0 1 0 0 0,0 0 0 0 0,0-1 0 0 0,0 0 0 0 0,0 0 0 0 0,5 1 0 0 0,-2-1 5 0 0,0-1 0 0 0,0 0 0 0 0,0 0-1 0 0,0 0 1 0 0,0-1 0 0 0,0 0 0 0 0,0 0 0 0 0,0-1 0 0 0,-1 0 0 0 0,1 0 0 0 0,0-1 0 0 0,-1 1 0 0 0,0-1 0 0 0,1-1 0 0 0,-1 1 0 0 0,6-6 0 0 0,-2 1-2 0 0,1-1 0 0 0,-1-1-1 0 0,-1 0 1 0 0,0 0 0 0 0,0-1 0 0 0,-1 0-1 0 0,-1 0 1 0 0,0-1 0 0 0,0 0-1 0 0,-1 0 1 0 0,0 0 0 0 0,-1-1-1 0 0,-1 0 1 0 0,0 0 0 0 0,-1-1 0 0 0,0 1-1 0 0,-1 0 1 0 0,-1-1 0 0 0,0 0-1 0 0,-1-23 1 0 0,-1 29-18 0 0,0 0 0 0 0,0 1 0 0 0,0-1 0 0 0,-1 1 0 0 0,0 0 0 0 0,-1-1 0 0 0,0 1 0 0 0,0 0 0 0 0,0 1 0 0 0,-1-1 1 0 0,0 0-1 0 0,0 1 0 0 0,-1 0 0 0 0,0 0 0 0 0,0 0 0 0 0,0 1 0 0 0,0-1 0 0 0,-8-4 0 0 0,5 4-1 0 0,0 1-1 0 0,0 0 1 0 0,-1 1-1 0 0,1 0 1 0 0,-1 0 0 0 0,0 0-1 0 0,0 2 1 0 0,0-1 0 0 0,-1 1-1 0 0,1 0 1 0 0,0 1 0 0 0,-1 0-1 0 0,1 0 1 0 0,-12 2 0 0 0,10 0-4 0 0,0 0 0 0 0,0 1 0 0 0,0 0 1 0 0,0 1-1 0 0,0 0 0 0 0,0 1 0 0 0,1 0 0 0 0,-20 12 1 0 0,29-15 9 0 0,-1 0 0 0 0,0 0 0 0 0,1 0 0 0 0,-1 0 0 0 0,0 1 0 0 0,1-1 0 0 0,0 0 1 0 0,-1 1-1 0 0,1 0 0 0 0,0-1 0 0 0,0 1 0 0 0,0 0 0 0 0,0-1 0 0 0,0 1 0 0 0,0 0 0 0 0,0 0 1 0 0,1 0-1 0 0,-1 0 0 0 0,0 0 0 0 0,1 0 0 0 0,0 0 0 0 0,0 0 0 0 0,-1 0 0 0 0,1 0 0 0 0,0 0 1 0 0,1 0-1 0 0,-1 0 0 0 0,0 0 0 0 0,1 0 0 0 0,0 4 0 0 0,0-6 3 0 0,-1 1-1 0 0,1 0 1 0 0,-1 0-1 0 0,1-1 1 0 0,0 1-1 0 0,-1 0 1 0 0,1-1-1 0 0,0 1 1 0 0,0 0-1 0 0,-1-1 1 0 0,1 1 0 0 0,0-1-1 0 0,0 0 1 0 0,0 1-1 0 0,0-1 1 0 0,0 1-1 0 0,0-1 1 0 0,1 0-1 0 0,-1 1 2 0 0,1 0-2 0 0,-1-1 1 0 0,1 1-1 0 0,-1 0 1 0 0,1-1-1 0 0,-1 1 1 0 0,1-1-1 0 0,-1 1 1 0 0,1-1-1 0 0,0 0 1 0 0,-1 1-1 0 0,1-1 0 0 0,-1 0 1 0 0,3 0-1 0 0,4 0 1 0 0,12 2-35 0 0,0-2 0 0 0,0 0-1 0 0,0-1 1 0 0,0 0-1 0 0,0-2 1 0 0,29-7-1 0 0,-26 5 12 0 0,47-10 3 0 0,-1-3-1 0 0,-1-2 1 0 0,-1-4-1 0 0,0-3 1 0 0,79-44-1 0 0,-140 67 92 0 0,0 0 0 0 0,0 1-1 0 0,-1-2 1 0 0,1 1 0 0 0,-1-1 0 0 0,0 0 0 0 0,0 0-1 0 0,0 0 1 0 0,7-11 0 0 0,-10 13-12 0 0,-2 3-56 0 0,0-1 0 0 0,0 1-1 0 0,0-1 1 0 0,0 1-1 0 0,0 0 1 0 0,0-1-1 0 0,0 1 1 0 0,0-1 0 0 0,0 1-1 0 0,0-1 1 0 0,-1 1-1 0 0,1 0 1 0 0,0-1-1 0 0,0 1 1 0 0,0-1 0 0 0,0 1-1 0 0,-1 0 1 0 0,1-1-1 0 0,0 1 1 0 0,0 0-1 0 0,-1-1 1 0 0,1 1 0 0 0,0 0-1 0 0,-1-1 1 0 0,1 1-1 0 0,0 0 1 0 0,-1 0-1 0 0,0-1 1 0 0,-5 1-2 0 0,0 1 1 0 0,0-1-1 0 0,0 1 0 0 0,0 1 0 0 0,0-1 0 0 0,0 1 1 0 0,1 0-1 0 0,-1 0 0 0 0,0 1 0 0 0,1 0 1 0 0,0 0-1 0 0,-9 6 0 0 0,0 1 5 0 0,0 1 0 0 0,0 0 1 0 0,-17 19-1 0 0,26-24-11 0 0,0-1 1 0 0,1 1-1 0 0,-1 0 0 0 0,1 1 1 0 0,0-1-1 0 0,0 1 1 0 0,1-1-1 0 0,0 1 0 0 0,0 0 1 0 0,1 1-1 0 0,0-1 1 0 0,-2 10-1 0 0,4-11 1 0 0,0 0 1 0 0,0 0-1 0 0,0 0 1 0 0,1 0-1 0 0,0 0 0 0 0,0 0 1 0 0,0 0-1 0 0,1 0 1 0 0,0 0-1 0 0,0-1 0 0 0,0 1 1 0 0,1-1-1 0 0,0 1 1 0 0,0-1-1 0 0,8 9 0 0 0,16 20 3 0 0,36 32 0 0 0,-35-38-1 0 0,44 59 0 0 0,-70-84 18 0 0,0 0-1 0 0,0 0 1 0 0,0 0 0 0 0,-1 0 0 0 0,0 1-1 0 0,1-1 1 0 0,-1 1 0 0 0,0-1 0 0 0,-1 1-1 0 0,1-1 1 0 0,-1 1 0 0 0,1 0 0 0 0,-1-1-1 0 0,0 1 1 0 0,-1 0 0 0 0,1-1 0 0 0,0 1-1 0 0,-1-1 1 0 0,0 1 0 0 0,0 0 0 0 0,0-1-1 0 0,0 0 1 0 0,-1 1 0 0 0,1-1 0 0 0,-1 0-1 0 0,-2 4 1 0 0,1-3 108 0 0,0 0-1 0 0,0 0 0 0 0,-1 0 1 0 0,1-1-1 0 0,-1 1 0 0 0,0-1 1 0 0,0 0-1 0 0,0 0 0 0 0,-1 0 1 0 0,1 0-1 0 0,-1-1 0 0 0,1 0 1 0 0,-1 0-1 0 0,0 0 0 0 0,0 0 1 0 0,1-1-1 0 0,-1 0 0 0 0,-10 1 1 0 0,4-1 14 0 0,-1-1 1 0 0,1-1-1 0 0,0 0 0 0 0,0-1 1 0 0,0 0-1 0 0,0 0 1 0 0,0-2-1 0 0,-13-4 1 0 0,6 0-24 0 0,0 0 1 0 0,1-2 0 0 0,0 0 0 0 0,-18-14-1 0 0,33 23-160 0 0,1 0 0 0 0,-1-1-1 0 0,0 1 1 0 0,0-1-1 0 0,1 0 1 0 0,-1 0-1 0 0,1 1 1 0 0,-1-1-1 0 0,1 0 1 0 0,0 0-1 0 0,0 0 1 0 0,0 0-1 0 0,-1-3 1 0 0,1 3-118 0 0,1 1 0 0 0,0 0 0 0 0,0-1 0 0 0,0 1 0 0 0,0-1 0 0 0,0 1 0 0 0,0-1 0 0 0,0 1 0 0 0,0 0 0 0 0,1-1 1 0 0,-1 1-1 0 0,0-1 0 0 0,1 1 0 0 0,-1 0 0 0 0,1-1 0 0 0,1-1 0 0 0,1-1-1004 0 0,1-1 1 0 0,-1 1-1 0 0,1 0 0 0 0,0 1 0 0 0,0-1 0 0 0,1 1 1 0 0,-1 0-1 0 0,1 0 0 0 0,8-4 0 0 0,1-2-5010 0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13:30.9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221 215 2100 0 0,'-14'-12'14283'0'0,"13"14"-14195"0"0,1-1 0 0 0,0 0 1 0 0,0 1-1 0 0,0-1 0 0 0,0 1 0 0 0,0-1 0 0 0,0 1 0 0 0,1-1 0 0 0,-1 1 1 0 0,0-1-1 0 0,2 3 0 0 0,-1-2-74 0 0,0 0-1 0 0,0 0 1 0 0,0 0 0 0 0,1 0-1 0 0,-1 0 1 0 0,0 0 0 0 0,1 0-1 0 0,0-1 1 0 0,-1 1 0 0 0,1 0-1 0 0,0-1 1 0 0,0 1 0 0 0,0-1-1 0 0,0 0 1 0 0,0 0 0 0 0,0 0-1 0 0,0 0 1 0 0,1 0 0 0 0,-1 0-1 0 0,0-1 1 0 0,1 1 0 0 0,-1-1-1 0 0,0 1 1 0 0,1-1 0 0 0,3 0-1 0 0,2-1 7 0 0,-1 0-1 0 0,1 0 0 0 0,0-1 0 0 0,-1 0 0 0 0,1 0 1 0 0,-1 0-1 0 0,0-1 0 0 0,0-1 0 0 0,0 1 1 0 0,0-1-1 0 0,-1 0 0 0 0,1 0 0 0 0,-1-1 0 0 0,0 0 1 0 0,-1 0-1 0 0,1-1 0 0 0,8-10 0 0 0,-10 12-15 0 0,-1-1-1 0 0,1 0 0 0 0,-1 1 1 0 0,-1-1-1 0 0,1 0 0 0 0,0 0 0 0 0,-1-1 1 0 0,0 1-1 0 0,-1 0 0 0 0,1-1 1 0 0,-1 1-1 0 0,0-1 0 0 0,0 1 1 0 0,0-1-1 0 0,-1 0 0 0 0,0 1 1 0 0,0-1-1 0 0,-1 0 0 0 0,0 1 0 0 0,1-1 1 0 0,-2 1-1 0 0,1-1 0 0 0,-1 1 1 0 0,0-1-1 0 0,-4-8 0 0 0,4 11-4 0 0,0 0 0 0 0,0 0-1 0 0,-1 1 1 0 0,1-1-1 0 0,-1 1 1 0 0,1-1 0 0 0,-1 1-1 0 0,0 0 1 0 0,0 0 0 0 0,0 0-1 0 0,0 0 1 0 0,0 1-1 0 0,0-1 1 0 0,-1 1 0 0 0,1 0-1 0 0,0 0 1 0 0,-1 0 0 0 0,1 0-1 0 0,-1 0 1 0 0,1 1-1 0 0,-1 0 1 0 0,1 0 0 0 0,-1 0-1 0 0,0 0 1 0 0,1 0-1 0 0,-7 2 1 0 0,-2 0 6 0 0,-1 1 0 0 0,1 0 0 0 0,-1 1 0 0 0,1 1 0 0 0,0 0 0 0 0,-13 7 0 0 0,7-1-2 0 0,-1 1 1 0 0,1 1 0 0 0,1 0 0 0 0,1 1 0 0 0,0 1-1 0 0,-23 26 1 0 0,30-30-3 0 0,0 1-1 0 0,1-1 1 0 0,1 1-1 0 0,0 1 0 0 0,0-1 1 0 0,1 1-1 0 0,1 0 1 0 0,0 1-1 0 0,1-1 1 0 0,0 1-1 0 0,-2 16 1 0 0,5-22 8 0 0,1 1 0 0 0,0-1 1 0 0,0 0-1 0 0,1 0 0 0 0,0 0 1 0 0,0 0-1 0 0,1 0 0 0 0,0 0 0 0 0,0 0 1 0 0,1-1-1 0 0,0 1 0 0 0,0-1 1 0 0,1 0-1 0 0,0 0 0 0 0,0 0 1 0 0,0 0-1 0 0,1 0 0 0 0,0-1 1 0 0,1 0-1 0 0,0 0 0 0 0,8 6 1 0 0,-3-3 6 0 0,1-1 1 0 0,0-1 0 0 0,0 0-1 0 0,1 0 1 0 0,0-1-1 0 0,0-1 1 0 0,0 0 0 0 0,1-1-1 0 0,-1 0 1 0 0,1-2 0 0 0,20 3-1 0 0,8-2-8 0 0,1-2-1 0 0,-1-2 0 0 0,1-2 0 0 0,-1-2 0 0 0,0-1 0 0 0,64-19 0 0 0,-95 21-522 0 0,1 1-1 0 0,-1-2 1 0 0,0 0-1 0 0,-1 0 1 0 0,13-8-1 0 0,-17 9-855 0 0,0-1 0 0 0,-1 1-1 0 0,0-1 1 0 0,0 0 0 0 0,9-11-1 0 0,-7 4-3615 0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13:32.1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267 769 784 0 0,'-2'0'2626'0'0,"-13"2"2487"0"0,5 1-3988 0 0,7-2-212 0 0,1 0-172 0 0,0 0-589 0 0,0 0 0 0 0,0 1 0 0 0,0-1 0 0 0,0 0 0 0 0,1 1 0 0 0,-1-1 0 0 0,1 1 0 0 0,-1 0 0 0 0,1-1 0 0 0,-1 1 0 0 0,1 0 0 0 0,0 0 0 0 0,0 0 1 0 0,0 0-1 0 0,0 0 0 0 0,0 0 0 0 0,0 4 0 0 0,0-5-114 0 0,1 1 1 0 0,0 0-1 0 0,-1-1 1 0 0,1 1-1 0 0,0-1 0 0 0,0 1 1 0 0,0-1-1 0 0,0 1 1 0 0,1-1-1 0 0,-1 1 1 0 0,0 0-1 0 0,1-1 1 0 0,-1 1-1 0 0,1-1 0 0 0,-1 0 1 0 0,1 1-1 0 0,0-1 1 0 0,-1 1-1 0 0,1-1 1 0 0,0 0-1 0 0,0 0 1 0 0,0 1-1 0 0,0-1 0 0 0,0 0 1 0 0,1 0-1 0 0,-1 0 1 0 0,0 0-1 0 0,0 0 1 0 0,3 1-1 0 0,0 0 13 0 0,0 0 0 0 0,0 0 0 0 0,0-1 0 0 0,0 1 0 0 0,1-1 0 0 0,-1 0 0 0 0,0 0 0 0 0,1 0 0 0 0,-1-1 0 0 0,1 0 0 0 0,-1 0 0 0 0,1 0 0 0 0,-1 0 0 0 0,1-1 0 0 0,-1 1 0 0 0,0-1 0 0 0,1 0 0 0 0,-1 0 0 0 0,0-1 0 0 0,0 0 0 0 0,1 1 0 0 0,-1-1 0 0 0,3-3 0 0 0,-1 2-11 0 0,0-1 1 0 0,-1 0-1 0 0,0-1 0 0 0,0 1 1 0 0,0-1-1 0 0,-1 0 0 0 0,0 0 1 0 0,0 0-1 0 0,0-1 1 0 0,0 0-1 0 0,-1 1 0 0 0,0-1 1 0 0,0 0-1 0 0,4-13 1 0 0,-6 13-37 0 0,0-1 0 0 0,0 0 1 0 0,-1 0-1 0 0,0 0 0 0 0,0 0 1 0 0,0 0-1 0 0,-1 0 0 0 0,0 0 1 0 0,-1 0-1 0 0,1 1 1 0 0,-1-1-1 0 0,-4-7 0 0 0,2 4-2 0 0,0 0-1 0 0,-1 0 0 0 0,0 1 1 0 0,-1-1-1 0 0,0 1 0 0 0,-1 1 1 0 0,-9-11-1 0 0,13 16-7 0 0,0 0 0 0 0,0 0 0 0 0,0 1 0 0 0,-1-1-1 0 0,1 1 1 0 0,-1 0 0 0 0,1 0 0 0 0,-1 0 0 0 0,0 0 0 0 0,0 1 0 0 0,0-1 0 0 0,0 1 0 0 0,0 0 0 0 0,0 0-1 0 0,0 1 1 0 0,-1-1 0 0 0,-5 1 0 0 0,4 1 2 0 0,-1 0-1 0 0,1 0 1 0 0,-1 0 0 0 0,1 1-1 0 0,0 0 1 0 0,0 0-1 0 0,0 1 1 0 0,0 0 0 0 0,0 0-1 0 0,-10 7 1 0 0,2 1 6 0 0,0 1 1 0 0,0 0-1 0 0,1 0 0 0 0,1 1 1 0 0,0 1-1 0 0,1 0 0 0 0,1 1 1 0 0,0 0-1 0 0,0 1 0 0 0,2 0 1 0 0,-9 21-1 0 0,9-14 3 0 0,0 0 0 0 0,1 1-1 0 0,1 0 1 0 0,2 0 0 0 0,0 1 0 0 0,1-1 0 0 0,2 45 0 0 0,2-57 9 0 0,0 1 1 0 0,1-1 0 0 0,0 0-1 0 0,1 0 1 0 0,0 0 0 0 0,1 0 0 0 0,1-1-1 0 0,-1 0 1 0 0,2 1 0 0 0,0-2-1 0 0,0 1 1 0 0,1-1 0 0 0,0 0-1 0 0,1 0 1 0 0,0-1 0 0 0,14 13 0 0 0,-16-18-4 0 0,1 0-1 0 0,0 0 1 0 0,0 0 0 0 0,1-1 0 0 0,-1-1 0 0 0,1 1 0 0 0,-1-1 0 0 0,1 0 0 0 0,0-1 0 0 0,0 0 0 0 0,0 0 0 0 0,0-1 0 0 0,14 0 0 0 0,4-3 19 0 0,0 0-1 0 0,47-13 1 0 0,-47 9-31 0 0,-1-2-1 0 0,0 0 0 0 0,-1-2 1 0 0,-1 0-1 0 0,1-2 0 0 0,-2-1 1 0 0,0 0-1 0 0,0-2 0 0 0,27-26 1 0 0,-33 27-12 0 0,-1-1 1 0 0,-1-1-1 0 0,0 0 1 0 0,-1-1-1 0 0,-1 0 1 0 0,-1-1 0 0 0,0-1-1 0 0,-2 1 1 0 0,0-2-1 0 0,-1 1 1 0 0,9-39-1 0 0,-7 0-28 0 0,-2-1-1 0 0,-3 0 0 0 0,-4-111 0 0 0,-10 57 578 0 0,-24-121 0 0 0,28 199-340 0 0,5 27-175 0 0,-1 0-1 0 0,-1 0 1 0 0,1 1-1 0 0,-1-1 1 0 0,-7-16-1 0 0,9 24-32 0 0,-8 10-10 0 0,4 2 21 0 0,1 1 0 0 0,0 0-1 0 0,1 0 1 0 0,0 0-1 0 0,1 0 1 0 0,0 0 0 0 0,2 20-1 0 0,-2-2 6 0 0,0 105 101 0 0,5 0 1 0 0,28 169-1 0 0,-25-261-72 0 0,1-2 0 0 0,2 1 1 0 0,2-1-1 0 0,33 75 0 0 0,-40-107-12 0 0,1 1-1 0 0,0-1 0 0 0,0 0 1 0 0,1-1-1 0 0,0 0 1 0 0,1 0-1 0 0,0 0 1 0 0,0-1-1 0 0,1 0 1 0 0,-1-1-1 0 0,2 1 1 0 0,-1-2-1 0 0,1 0 1 0 0,-1 0-1 0 0,1 0 1 0 0,1-1-1 0 0,-1-1 1 0 0,0 0-1 0 0,1 0 1 0 0,0-1-1 0 0,0 0 1 0 0,13 0-1 0 0,-12-2-10 0 0,0 1 0 0 0,1-2-1 0 0,-1 0 1 0 0,0 0 0 0 0,0-1 0 0 0,0-1-1 0 0,-1 0 1 0 0,1 0 0 0 0,0-2 0 0 0,-1 1-1 0 0,0-1 1 0 0,0-1 0 0 0,-1 0 0 0 0,1 0-1 0 0,-1-1 1 0 0,0 0 0 0 0,-1-1 0 0 0,0 0-1 0 0,15-18 1 0 0,-14 13-1 0 0,-1 0-1 0 0,-1 0 0 0 0,0 0 1 0 0,-1-1-1 0 0,0 0 0 0 0,-1-1 1 0 0,-1 0-1 0 0,6-25 1 0 0,-8 29-16 0 0,-2 0 0 0 0,0 0 1 0 0,0-1-1 0 0,-1 1 0 0 0,0-1 1 0 0,-1 1-1 0 0,0 0 1 0 0,-1 0-1 0 0,0-1 0 0 0,-1 1 1 0 0,0 0-1 0 0,-6-13 0 0 0,9 23 5 0 0,-1 0-1 0 0,0 0 1 0 0,1 0-1 0 0,-1 0 1 0 0,1 0-1 0 0,-1 0 1 0 0,0 0-1 0 0,0 0 1 0 0,0 0-1 0 0,0 0 1 0 0,0 0-1 0 0,0 1 1 0 0,0-1-1 0 0,0 0 1 0 0,0 1-1 0 0,0-1 1 0 0,0 1-1 0 0,0-1 1 0 0,0 1-1 0 0,0-1 1 0 0,-1 1-1 0 0,1 0 1 0 0,0-1-1 0 0,0 1 1 0 0,0 0-1 0 0,-1 0 1 0 0,1 0-1 0 0,0 0 1 0 0,0 0-1 0 0,-1 0 1 0 0,1 1-1 0 0,0-1 1 0 0,0 0-1 0 0,0 0 1 0 0,-1 1-1 0 0,1-1 1 0 0,0 1-1 0 0,0-1 1 0 0,0 1-1 0 0,0 0 1 0 0,0-1-1 0 0,-2 3 1 0 0,-2 0-1 0 0,1 0 1 0 0,-1 0-1 0 0,1 1 1 0 0,0 0-1 0 0,0 0 1 0 0,0 0 0 0 0,-5 8-1 0 0,0 3-3 0 0,1 1 0 0 0,1-1-1 0 0,0 2 1 0 0,1-1 0 0 0,1 1-1 0 0,0 0 1 0 0,-3 23 0 0 0,7-30 12 0 0,0 0 1 0 0,0 0-1 0 0,1 1 0 0 0,0-1 1 0 0,1 0-1 0 0,0 0 1 0 0,1 1-1 0 0,0-1 0 0 0,0 0 1 0 0,1 0-1 0 0,0-1 1 0 0,1 1-1 0 0,8 15 0 0 0,-7-19-17 0 0,0 0 0 0 0,-1-1 0 0 0,2 1 0 0 0,-1-1 0 0 0,1 0 0 0 0,-1-1 0 0 0,1 1 0 0 0,1-1 0 0 0,-1-1 0 0 0,1 1 0 0 0,-1-1 0 0 0,1 0 0 0 0,0 0 0 0 0,0-1-1 0 0,0 0 1 0 0,12 2 0 0 0,4-1-542 0 0,0 0 0 0 0,0-1 0 0 0,0-2 0 0 0,24-2 0 0 0,-24 1-451 0 0,0-2-1 0 0,1 0 1 0 0,-2-2 0 0 0,32-9 0 0 0,-42 9-633 0 0,0 0-1 0 0,21-13 1 0 0,-8 1-2629 0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13:32.8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78 200 2312 0 0,'-2'-28'3527'0'0,"0"1"0"0"0,-11-41 1 0 0,11 57-2694 0 0,-4-23 759 0 0,5 32-1393 0 0,-3-6 298 0 0,16 62-307 0 0,-3 1 0 0 0,-2 1 0 0 0,-2-1 0 0 0,-4 58 0 0 0,-1-97-45 0 0,0 0 0 0 0,-1 0 0 0 0,-6 25 0 0 0,7-40-128 0 0,-1 1 0 0 0,0-1 0 0 0,1 0-1 0 0,-1 0 1 0 0,0-1 0 0 0,0 1 0 0 0,0 0 0 0 0,0 0-1 0 0,0 0 1 0 0,0 0 0 0 0,0-1 0 0 0,0 1-1 0 0,0 0 1 0 0,0-1 0 0 0,0 1 0 0 0,0-1 0 0 0,0 0-1 0 0,0 1 1 0 0,-1-1 0 0 0,1 0 0 0 0,0 1-1 0 0,0-1 1 0 0,-1 0 0 0 0,1 0 0 0 0,0 0 0 0 0,0 0-1 0 0,0 0 1 0 0,-1-1 0 0 0,1 1 0 0 0,0 0-1 0 0,0 0 1 0 0,0-1 0 0 0,-1 1 0 0 0,1-1 0 0 0,0 1-1 0 0,0-1 1 0 0,0 0 0 0 0,0 1 0 0 0,0-1-1 0 0,0 0 1 0 0,0 0 0 0 0,0 1 0 0 0,0-1 0 0 0,0-1-1 0 0,-3-5 1 0 0,0 0 0 0 0,1-1 0 0 0,0 1 0 0 0,0-1-1 0 0,0 1 1 0 0,1-1 0 0 0,1 0 0 0 0,-1 0 0 0 0,1 0 0 0 0,1 0-1 0 0,-1 0 1 0 0,1 0 0 0 0,2-9 0 0 0,-1 5-12 0 0,2-1 0 0 0,-1 0 0 0 0,2 1 0 0 0,0 0 0 0 0,0 0 0 0 0,1 0 0 0 0,11-19 0 0 0,-11 21-19 0 0,1 0 0 0 0,0 0 1 0 0,1 1-1 0 0,-1 0 0 0 0,2 1 0 0 0,-1 0 1 0 0,1 0-1 0 0,1 0 0 0 0,-1 1 1 0 0,1 0-1 0 0,1 1 0 0 0,-1 0 0 0 0,18-8 1 0 0,-21 12 9 0 0,0 1 0 0 0,-1 0-1 0 0,1 0 1 0 0,0 0 0 0 0,0 0 0 0 0,0 1 0 0 0,0 0 0 0 0,0 1 0 0 0,0-1 0 0 0,0 1 0 0 0,0 0 0 0 0,0 1 0 0 0,-1-1-1 0 0,1 1 1 0 0,0 0 0 0 0,-1 1 0 0 0,0-1 0 0 0,1 1 0 0 0,-1 0 0 0 0,0 1 0 0 0,0-1 0 0 0,-1 1 0 0 0,8 7-1 0 0,3 3-3 0 0,-1 2-1 0 0,-1 0 1 0 0,0 0-1 0 0,-1 1 1 0 0,14 27-1 0 0,-20-34 20 0 0,-1 0-1 0 0,0 1 1 0 0,-1 0-1 0 0,-1 0 0 0 0,4 14 1 0 0,-6-21 20 0 0,0 0 0 0 0,-1 1-1 0 0,1-1 1 0 0,-1 1 0 0 0,0-1 0 0 0,0 1 0 0 0,0-1 0 0 0,-1 1 0 0 0,0-1 0 0 0,0 0 0 0 0,0 1-1 0 0,0-1 1 0 0,-1 0 0 0 0,1 0 0 0 0,-5 8 0 0 0,6-12-26 0 0,0 1 1 0 0,-1-1-1 0 0,1 1 1 0 0,0-1-1 0 0,-1 1 1 0 0,1-1-1 0 0,-1 1 0 0 0,1-1 1 0 0,-1 1-1 0 0,1-1 1 0 0,0 1-1 0 0,-1-1 1 0 0,0 0-1 0 0,1 1 0 0 0,-1-1 1 0 0,1 0-1 0 0,-1 1 1 0 0,1-1-1 0 0,-1 0 0 0 0,0 0 1 0 0,1 0-1 0 0,-1 1 1 0 0,0-1-1 0 0,1 0 1 0 0,-1 0-1 0 0,0 0 0 0 0,1 0 1 0 0,-1 0-1 0 0,0 0 1 0 0,1 0-1 0 0,-1 0 1 0 0,1-1-1 0 0,-1 1 0 0 0,0 0 1 0 0,1 0-1 0 0,-1 0 1 0 0,0-1-1 0 0,1 1 0 0 0,-1 0 1 0 0,1-1-1 0 0,-1 1 1 0 0,1-1-1 0 0,-1 1 1 0 0,1 0-1 0 0,-1-1 0 0 0,1 1 1 0 0,0-1-1 0 0,-1 1 1 0 0,1-1-1 0 0,-1 0 0 0 0,1 1 1 0 0,-1-1-1 0 0,-12-27 37 0 0,11 14-32 0 0,0 1 0 0 0,1-1 0 0 0,1 0 0 0 0,0 0 0 0 0,1 0 1 0 0,1 0-1 0 0,0 0 0 0 0,1 0 0 0 0,6-18 0 0 0,-3 18-21 0 0,0 0 1 0 0,0 0-1 0 0,2 0 0 0 0,0 1 1 0 0,0 0-1 0 0,1 1 0 0 0,0 0 0 0 0,19-17 1 0 0,-18 19-9 0 0,0 1 0 0 0,1 0 0 0 0,0 0 0 0 0,0 1 0 0 0,1 1 0 0 0,0 0 0 0 0,1 1 0 0 0,-1 0 0 0 0,1 1 0 0 0,18-5 0 0 0,-25 9 14 0 0,1 0 0 0 0,-1 0-1 0 0,1 1 1 0 0,-1 0 0 0 0,1 1-1 0 0,-1-1 1 0 0,1 1 0 0 0,-1 1-1 0 0,1-1 1 0 0,-1 1 0 0 0,0 0-1 0 0,0 0 1 0 0,0 1-1 0 0,10 5 1 0 0,-10-3 8 0 0,1 0 1 0 0,-1 1-1 0 0,0 0 1 0 0,-1 0-1 0 0,0 0 0 0 0,0 1 1 0 0,0-1-1 0 0,-1 1 1 0 0,0 0-1 0 0,0 1 0 0 0,0-1 1 0 0,2 10-1 0 0,0 1 52 0 0,-1-1 0 0 0,-1 1 0 0 0,0 0 0 0 0,1 26 0 0 0,1 71 208 0 0,-6-114-354 0 0,0 0-1 0 0,0 0 0 0 0,0 0 0 0 0,0 1 0 0 0,1-1 0 0 0,-1 0 0 0 0,0 0 0 0 0,0 0 0 0 0,1 0 0 0 0,-1 0 0 0 0,1 0 1 0 0,-1 0-1 0 0,0 0 0 0 0,1 0 0 0 0,0 0 0 0 0,-1 0 0 0 0,1-1 0 0 0,0 1 0 0 0,-1 0 0 0 0,1 0 0 0 0,0 0 0 0 0,0-1 1 0 0,0 1-1 0 0,0 0 0 0 0,0-1 0 0 0,-1 1 0 0 0,1-1 0 0 0,0 1 0 0 0,0-1 0 0 0,0 0 0 0 0,1 1 0 0 0,-1-1 0 0 0,0 0 1 0 0,0 0-1 0 0,0 1 0 0 0,0-1 0 0 0,1 0 0 0 0,3 0-377 0 0,0 0 0 0 0,0-1 0 0 0,-1 1 1 0 0,1-1-1 0 0,7-2 0 0 0,-11 3 471 0 0,12-4-1612 0 0,-1 0 0 0 0,1 0 0 0 0,14-8 0 0 0,-2-1-2975 0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13:34.6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291 1247 140 0 0,'6'-12'3144'0'0,"-1"-1"-1"0"0,0 0 1 0 0,6-22-1 0 0,-10 33-2595 0 0,4-9 1411 0 0,-5 13-1933 0 0,0 0 0 0 0,1 0 1 0 0,-1 0-1 0 0,1 0 0 0 0,0 0 1 0 0,-1 0-1 0 0,1-1 0 0 0,0 1 1 0 0,0 0-1 0 0,0 0 0 0 0,1-1 1 0 0,-1 1-1 0 0,0-1 0 0 0,1 1 1 0 0,-1-1-1 0 0,0 1 0 0 0,1-1 1 0 0,0 0-1 0 0,-1 0 0 0 0,1 0 1 0 0,0 0-1 0 0,0 0 0 0 0,2 1 1 0 0,-1-1 28 0 0,0-2-12 0 0,1 0-60 0 0,-1 0 0 0 0,1 0-1 0 0,-1 0 1 0 0,0-1-1 0 0,0 1 1 0 0,0-1 0 0 0,0 0-1 0 0,0 0 1 0 0,0 0-1 0 0,0 0 1 0 0,0 0 0 0 0,-1-1-1 0 0,1 1 1 0 0,-1-1-1 0 0,0 0 1 0 0,0 1 0 0 0,0-1-1 0 0,0 0 1 0 0,0 0-1 0 0,-1-1 1 0 0,1 1 0 0 0,-1 0-1 0 0,0 0 1 0 0,0-1-1 0 0,0 1 1 0 0,0-1 0 0 0,-1 1-1 0 0,0-1 1 0 0,1 1-1 0 0,-1-7 1 0 0,-1 1-30 0 0,-1-1 0 0 0,1 1 0 0 0,-1 0 0 0 0,-1 0 0 0 0,0 0 0 0 0,-7-16 0 0 0,8 22 39 0 0,0 0 1 0 0,0-1 0 0 0,0 1-1 0 0,0 0 1 0 0,-1 0-1 0 0,1 0 1 0 0,-1 1 0 0 0,0-1-1 0 0,1 0 1 0 0,-1 1-1 0 0,-1 0 1 0 0,1 0 0 0 0,0 0-1 0 0,0 0 1 0 0,-1 0-1 0 0,1 1 1 0 0,-1-1 0 0 0,0 1-1 0 0,1 0 1 0 0,-1 0-1 0 0,0 0 1 0 0,-5 0 0 0 0,-3 1 29 0 0,-1 1 0 0 0,1 0 1 0 0,-1 0-1 0 0,1 1 1 0 0,0 1-1 0 0,-1 0 0 0 0,2 1 1 0 0,-1 0-1 0 0,0 1 1 0 0,1 0-1 0 0,0 1 0 0 0,0 0 1 0 0,0 1-1 0 0,1 0 1 0 0,0 1-1 0 0,0 0 0 0 0,1 0 1 0 0,-16 19-1 0 0,14-14 30 0 0,1 0 1 0 0,0 0-1 0 0,1 1 0 0 0,0 1 1 0 0,2-1-1 0 0,-1 1 0 0 0,2 0 0 0 0,0 1 1 0 0,1 0-1 0 0,0 0 0 0 0,1 0 0 0 0,1 0 1 0 0,1 1-1 0 0,-1 19 0 0 0,3-30-33 0 0,0-1 0 0 0,1 1 0 0 0,0-1 0 0 0,0 1 0 0 0,0 0 0 0 0,0-1 0 0 0,1 1 0 0 0,0-1-1 0 0,0 0 1 0 0,1 0 0 0 0,-1 0 0 0 0,1 0 0 0 0,0 0 0 0 0,6 7 0 0 0,-3-6 19 0 0,0 0 0 0 0,0-1 0 0 0,0 1 0 0 0,1-2-1 0 0,0 1 1 0 0,0-1 0 0 0,0 0 0 0 0,1 0 0 0 0,8 3 0 0 0,3-1-306 0 0,0 0 0 0 0,0-2 0 0 0,1 0 0 0 0,0-1 1 0 0,-1-1-1 0 0,1-1 0 0 0,32-2 0 0 0,-39 0-450 0 0,-1 0-1 0 0,1-1 1 0 0,0-1 0 0 0,-1 0 0 0 0,1 0-1 0 0,-1-2 1 0 0,0 1 0 0 0,18-11 0 0 0,-24 11 308 0 0,1 0 0 0 0,-1-1 1 0 0,0 0-1 0 0,0 0 0 0 0,-1 0 1 0 0,1-1-1 0 0,-1 0 0 0 0,5-7 1 0 0,-6 6 509 0 0,0 1 0 0 0,0-2 0 0 0,-1 1 0 0 0,0 0 1 0 0,2-9-1 0 0,4-23 2096 0 0,-1-1-1 0 0,3-56 1 0 0,-2 11 1104 0 0,-9 82-2940 0 0,4 5-279 0 0,-3-2-78 0 0,-1 0 0 0 0,0 0 0 0 0,1 0 0 0 0,-1 0 0 0 0,1 0 0 0 0,-1 0 0 0 0,0 0 0 0 0,1 0 0 0 0,-1 0 0 0 0,1 0 0 0 0,-1 0 0 0 0,0 1 0 0 0,1-1 0 0 0,-1 0-1 0 0,0 0 1 0 0,1 0 0 0 0,-1 1 0 0 0,0-1 0 0 0,1 0 0 0 0,-1 0 0 0 0,0 1 0 0 0,0-1 0 0 0,1 0 0 0 0,-1 0 0 0 0,0 1 0 0 0,0-1 0 0 0,1 0 0 0 0,-1 1 0 0 0,0 0 0 0 0,14 43 486 0 0,-3 1 0 0 0,-1 0 0 0 0,-3 0 0 0 0,4 76 0 0 0,-11-69 450 0 0,0-50-293 0 0,-1-3-641 0 0,0 1 1 0 0,0 0-1 0 0,0-1 0 0 0,0 1 1 0 0,0-1-1 0 0,1 1 0 0 0,-1-1 1 0 0,0 1-1 0 0,0-1 0 0 0,1 1 1 0 0,-1-1-1 0 0,0 0 0 0 0,0 0 1 0 0,1 1-1 0 0,-1-1 0 0 0,1 0 1 0 0,-1 0-1 0 0,1 0 0 0 0,-1 0 1 0 0,1 1-1 0 0,0-1 0 0 0,-1 0 1 0 0,1 0-1 0 0,0 0 0 0 0,-1 0 1 0 0,1 0-1 0 0,0 0 0 0 0,0 0 1 0 0,0 0-1 0 0,0 0 0 0 0,0-1 1 0 0,0-34 71 0 0,0 34-72 0 0,3-27-13 0 0,1 0-1 0 0,1 0 1 0 0,2 1 0 0 0,0-1 0 0 0,21-46-1 0 0,-21 60-10 0 0,1 0 0 0 0,0 1 0 0 0,15-20 0 0 0,-18 27 2 0 0,1 0 0 0 0,0 0-1 0 0,0 1 1 0 0,0 0 0 0 0,1 0-1 0 0,0 0 1 0 0,13-8 0 0 0,-16 13 11 0 0,-1-1 1 0 0,0 1-1 0 0,1-1 1 0 0,0 1-1 0 0,-1 0 1 0 0,1 0-1 0 0,0 1 1 0 0,-1-1-1 0 0,1 1 0 0 0,0 0 1 0 0,0 0-1 0 0,-1 0 1 0 0,1 0-1 0 0,0 1 1 0 0,0-1-1 0 0,-1 1 1 0 0,1 0-1 0 0,4 2 1 0 0,-3-1 6 0 0,0 1 1 0 0,-1-1-1 0 0,0 1 1 0 0,0 0-1 0 0,0 1 1 0 0,0-1-1 0 0,0 0 1 0 0,0 1-1 0 0,-1 0 1 0 0,0 0-1 0 0,0 0 1 0 0,5 8-1 0 0,-2 0 5 0 0,0 0-1 0 0,-1 0 1 0 0,0 1-1 0 0,-1 0 1 0 0,0 0-1 0 0,-1 0 1 0 0,2 19-1 0 0,-2 10 29 0 0,-2 44 0 0 0,-2-44 31 0 0,1-38-52 0 0,0 1-1 0 0,0 0 1 0 0,0 0 0 0 0,1-1-1 0 0,-1 1 1 0 0,1 0-1 0 0,0-1 1 0 0,1 1 0 0 0,-1-1-1 0 0,1 1 1 0 0,0-1 0 0 0,4 8-1 0 0,-5-12-44 0 0,0 1 1 0 0,0 0-1 0 0,0-1 0 0 0,0 1 0 0 0,0-1 1 0 0,1 1-1 0 0,-1-1 0 0 0,0 0 0 0 0,0 1 1 0 0,0-1-1 0 0,1 0 0 0 0,-1 0 0 0 0,0 0 1 0 0,0 0-1 0 0,1 0 0 0 0,-1 0 0 0 0,0 0 1 0 0,0 0-1 0 0,0 0 0 0 0,2-1 0 0 0,24-7-838 0 0,-16 2 508 0 0,-1-1-1 0 0,1 0 0 0 0,-1-1 1 0 0,-1 0-1 0 0,0 0 1 0 0,0-1-1 0 0,0-1 0 0 0,-1 1 1 0 0,7-13-1 0 0,4-6-132 0 0,-2-2 1 0 0,16-34-1 0 0,-8 4 281 0 0,-3 0 1 0 0,-2-1-1 0 0,16-86 1 0 0,9-196 1856 0 0,-42 243 166 0 0,-5 0 1 0 0,-4 0 0 0 0,-25-136-1 0 0,31 236-1805 0 0,0-1-1 0 0,0 0 1 0 0,0 0-1 0 0,0 0 1 0 0,0 1-1 0 0,-1-1 1 0 0,1 0-1 0 0,0 0 0 0 0,0 1 1 0 0,-1-1-1 0 0,1 0 1 0 0,-1 0-1 0 0,1 1 1 0 0,0-1-1 0 0,-1 0 1 0 0,1 1-1 0 0,-2-2 1 0 0,2 2-2 0 0,0 0 1 0 0,-1 0 0 0 0,1 0-1 0 0,0 0 1 0 0,-1 0 0 0 0,1 1-1 0 0,0-1 1 0 0,-1 0 0 0 0,1 0-1 0 0,0 0 1 0 0,-1 0 0 0 0,1 0-1 0 0,0 0 1 0 0,0 0 0 0 0,-1 1 0 0 0,1-1-1 0 0,0 0 1 0 0,0 0 0 0 0,-1 0-1 0 0,1 1 1 0 0,0-1 0 0 0,0 0-1 0 0,0 0 1 0 0,-1 1 0 0 0,1-1-1 0 0,0 0 1 0 0,0 1 0 0 0,-12 27 86 0 0,-6 84-41 0 0,5 2 0 0 0,2 140-1 0 0,12 150 195 0 0,6-298-163 0 0,35 190 0 0 0,-39-279-52 0 0,1 0 0 0 0,1-1-1 0 0,0 0 1 0 0,9 17-1 0 0,-12-28-13 0 0,0-1 0 0 0,1 0 0 0 0,-1 0-1 0 0,1-1 1 0 0,0 1 0 0 0,0 0-1 0 0,0-1 1 0 0,0 0 0 0 0,1 0 0 0 0,-1 0-1 0 0,1 0 1 0 0,0 0 0 0 0,0-1-1 0 0,0 0 1 0 0,0 0 0 0 0,0 0 0 0 0,0 0-1 0 0,0 0 1 0 0,9 1 0 0 0,-1-2-46 0 0,1 0 1 0 0,0 0 0 0 0,0-2 0 0 0,-1 0-1 0 0,1 0 1 0 0,0-1 0 0 0,-1 0 0 0 0,1-1-1 0 0,-1-1 1 0 0,0 0 0 0 0,19-9 0 0 0,4-5-467 0 0,-1-1 1 0 0,47-34 0 0 0,-58 35 364 0 0,-1 0-1 0 0,0-1 1 0 0,-1-1-1 0 0,33-41 1 0 0,-42 44 125 0 0,0-1 0 0 0,-1 0 0 0 0,0 0 0 0 0,-1-1 0 0 0,-2 0 0 0 0,0-1 0 0 0,7-26-1 0 0,-14 44 15 0 0,0 0-2 0 0,0 0 0 0 0,-1 0 0 0 0,1 0 0 0 0,0 0 0 0 0,-1-1 0 0 0,0 1 0 0 0,1 0-1 0 0,-1 0 1 0 0,0 0 0 0 0,0 0 0 0 0,0 0 0 0 0,0-1 0 0 0,-1 1 0 0 0,1 0 0 0 0,0 0 0 0 0,-1 0 0 0 0,0 0 0 0 0,1 0 0 0 0,-1 0 0 0 0,0 0 0 0 0,0 0-1 0 0,0 0 1 0 0,0 0 0 0 0,-1 0 0 0 0,0-1 0 0 0,0 2-3 0 0,0 0 0 0 0,0 0 0 0 0,0 0 0 0 0,0 1 0 0 0,0-1 0 0 0,0 1 0 0 0,0-1 0 0 0,0 1-1 0 0,0 0 1 0 0,0 0 0 0 0,0 0 0 0 0,0 0 0 0 0,0 0 0 0 0,0 0 0 0 0,0 0 0 0 0,-3 2 0 0 0,-2-1 3 0 0,1 1 0 0 0,-1 0 1 0 0,1 0-1 0 0,0 0 0 0 0,-1 1 1 0 0,1 0-1 0 0,0 0 0 0 0,1 1 1 0 0,-1 0-1 0 0,0 0 0 0 0,-6 6 0 0 0,1-1 3 0 0,8-6 1 0 0,0-1 0 0 0,0 1 0 0 0,1 0 0 0 0,-1 0 0 0 0,1 0 1 0 0,-1 0-1 0 0,1 0 0 0 0,0 0 0 0 0,0 1 0 0 0,1-1 0 0 0,-1 1 0 0 0,1-1 0 0 0,-1 1 0 0 0,0 4 0 0 0,2-7-4 0 0,0 0 1 0 0,1 0-1 0 0,-1 0 0 0 0,0 0 0 0 0,0 0 1 0 0,0 0-1 0 0,1 0 0 0 0,-1 0 0 0 0,1 0 1 0 0,-1-1-1 0 0,1 1 0 0 0,-1 0 0 0 0,1 0 1 0 0,-1 0-1 0 0,1 0 0 0 0,0-1 0 0 0,-1 1 1 0 0,1 0-1 0 0,0-1 0 0 0,0 1 0 0 0,-1-1 1 0 0,1 1-1 0 0,0-1 0 0 0,0 1 0 0 0,0-1 1 0 0,0 1-1 0 0,0-1 0 0 0,1 1 0 0 0,26 7-26 0 0,-25-7 9 0 0,2 1 22 0 0,1-1 1 0 0,-1 0-1 0 0,1 0 0 0 0,0 0 1 0 0,7 0-1 0 0,-6-1-1 0 0,22 5-9 0 0,39 9 12 0 0,-65-13-11 0 0,0-1 0 0 0,0 1 0 0 0,0 0 0 0 0,-1 1 1 0 0,1-1-1 0 0,0 0 0 0 0,0 1 0 0 0,3 3 1 0 0,4 1-9 0 0,22 19-2 0 0,-23-10 62 0 0,-5-5 121 0 0,-3-7-77 0 0,0 0 0 0 0,0-1 0 0 0,-1 1 0 0 0,0 0 0 0 0,1 0 0 0 0,-1-1 0 0 0,0 1 0 0 0,0 0-1 0 0,-1 0 1 0 0,1 0 0 0 0,-1-1 0 0 0,1 1 0 0 0,-1 0 0 0 0,0-1 0 0 0,0 1 0 0 0,0 0 0 0 0,0-1 0 0 0,-1 1 0 0 0,1-1 0 0 0,0 0-1 0 0,-4 4 1 0 0,-4 4 99 0 0,1-2 0 0 0,-2 1 0 0 0,1-1 0 0 0,-1-1 0 0 0,0 1 0 0 0,-1-2 0 0 0,0 1 0 0 0,0-2 0 0 0,0 1 0 0 0,-16 4 0 0 0,-1-1 11 0 0,0-1 0 0 0,0-2 0 0 0,-40 5-1 0 0,56-10-188 0 0,-1 0 0 0 0,1-1 0 0 0,0-1 0 0 0,-1 0 0 0 0,1 0 0 0 0,0-1 0 0 0,0-1 0 0 0,-22-7-1 0 0,28 7-321 0 0,-1 1 0 0 0,1-1-1 0 0,0-1 1 0 0,1 1 0 0 0,-1-1-1 0 0,1 0 1 0 0,-8-8 0 0 0,9 8-260 0 0,1 0 0 0 0,0 0 0 0 0,0 0 0 0 0,0 0 0 0 0,1 0 0 0 0,-1-1 0 0 0,1 1 0 0 0,0-1 0 0 0,0 0 0 0 0,1 1 0 0 0,-2-6 0 0 0,-3-21-6582 0 0,3 14 515 0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13:34.9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153 51 1812 0 0,'-10'-1'1520'0'0,"-87"-4"9582"0"0,52 1-5958 0 0,51 4-4971 0 0,398-15 510 0 0,-99 1-935 0 0,-154 8-1637 0 0,-56 0-4440 0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13:36.4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495 139 1584 0 0,'2'-4'758'0'0,"-1"0"-1"0"0,1 0 1 0 0,0-1 0 0 0,-1 1-1 0 0,0 0 1 0 0,0-1 0 0 0,0 1-1 0 0,-1-1 1 0 0,1 0 0 0 0,-1 1-1 0 0,0-1 1 0 0,-1-7 0 0 0,0 8-589 0 0,0 0 0 0 0,-1-1 0 0 0,1 1 1 0 0,-1 0-1 0 0,0 0 0 0 0,0 1 0 0 0,0-1 1 0 0,0 0-1 0 0,0 1 0 0 0,-1-1 0 0 0,0 1 1 0 0,0 0-1 0 0,0 0 0 0 0,0 0 0 0 0,0 0 1 0 0,-1 0-1 0 0,1 1 0 0 0,-1-1 0 0 0,-6-2 1 0 0,9 4-161 0 0,0 1 0 0 0,-1 0 0 0 0,1-1 0 0 0,0 1 0 0 0,0 0 0 0 0,-1 0 0 0 0,1-1 1 0 0,0 1-1 0 0,-1 0 0 0 0,1 0 0 0 0,0 1 0 0 0,-1-1 0 0 0,1 0 0 0 0,0 0 0 0 0,0 0 1 0 0,-1 1-1 0 0,-1 0 0 0 0,-1 0 13 0 0,-6 2 6 0 0,0 0 0 0 0,0 1-1 0 0,0-1 1 0 0,1 2 0 0 0,-1 0-1 0 0,-12 8 1 0 0,-48 40 62 0 0,33-22-33 0 0,1 2 0 0 0,-52 62 0 0 0,73-77-47 0 0,2 0 1 0 0,1 1-1 0 0,0 0 0 0 0,1 1 1 0 0,1 0-1 0 0,1 0 1 0 0,1 1-1 0 0,-6 24 0 0 0,13-40-1 0 0,0 0-1 0 0,0 0 0 0 0,0-1 1 0 0,1 1-1 0 0,0 0 0 0 0,0 0 0 0 0,0 0 1 0 0,0 0-1 0 0,1 0 0 0 0,0-1 0 0 0,0 1 1 0 0,0 0-1 0 0,1 0 0 0 0,-1-1 1 0 0,1 1-1 0 0,0-1 0 0 0,1 0 0 0 0,-1 1 1 0 0,1-1-1 0 0,0 0 0 0 0,0 0 0 0 0,0-1 1 0 0,0 1-1 0 0,0-1 0 0 0,1 1 1 0 0,0-1-1 0 0,0 0 0 0 0,0 0 0 0 0,0-1 1 0 0,0 1-1 0 0,0-1 0 0 0,1 0 0 0 0,-1 0 1 0 0,1-1-1 0 0,0 1 0 0 0,-1-1 1 0 0,1 0-1 0 0,7 1 0 0 0,3 0-1 0 0,0-1 0 0 0,0-1 0 0 0,0 0 0 0 0,0-1 0 0 0,0-1 0 0 0,0 0 0 0 0,0-1 0 0 0,0-1 0 0 0,-1 0 0 0 0,0-1 0 0 0,1 0 0 0 0,-2-1 0 0 0,1-1 0 0 0,-1 0 0 0 0,0-1 0 0 0,0 0 0 0 0,-1-1 0 0 0,0 0-1 0 0,-1-1 1 0 0,0-1 0 0 0,-1 0 0 0 0,0 0 0 0 0,0-1 0 0 0,-1 0 0 0 0,-1 0 0 0 0,0-1 0 0 0,-1-1 0 0 0,11-26 0 0 0,-10 16-34 0 0,-1 1 0 0 0,8-48 0 0 0,-5-59 287 0 0,-7 78 75 0 0,-2 46-317 0 0,1 7-6 0 0,2 17 1 0 0,3 28 15 0 0,-1 10 19 0 0,13 87 46 0 0,-16-125-68 0 0,2 0 1 0 0,0 0-1 0 0,2-1 0 0 0,0 1 0 0 0,16 27 0 0 0,-19-38-10 0 0,1-1 0 0 0,0 0 0 0 0,0 0 0 0 0,1 0-1 0 0,0-1 1 0 0,0 0 0 0 0,0 0 0 0 0,0 0 0 0 0,1-1 0 0 0,0 0 0 0 0,0-1-1 0 0,0 1 1 0 0,0-1 0 0 0,1 0 0 0 0,-1-1 0 0 0,1 0 0 0 0,0 0-1 0 0,0-1 1 0 0,-1 0 0 0 0,1 0 0 0 0,0-1 0 0 0,0 0 0 0 0,0 0-1 0 0,0-1 1 0 0,0 0 0 0 0,-1 0 0 0 0,1-1 0 0 0,0 0 0 0 0,-1 0 0 0 0,1-1-1 0 0,-1 0 1 0 0,0 0 0 0 0,0-1 0 0 0,0 0 0 0 0,0 0 0 0 0,-1 0-1 0 0,12-11 1 0 0,-10 6-10 0 0,-1 0 0 0 0,1-1 0 0 0,-2 0 0 0 0,1 0 0 0 0,-1-1 0 0 0,-1 1 0 0 0,0-1 0 0 0,0-1 0 0 0,-1 1 0 0 0,-1-1 0 0 0,0 1 0 0 0,0-1 0 0 0,-1 0 0 0 0,-1 0-1 0 0,0-14 1 0 0,0-4-20 0 0,-3 0 0 0 0,0 1 0 0 0,-2 0 0 0 0,-1-1 0 0 0,-10-29 0 0 0,14 56 3 0 0,-1 0 1 0 0,1 0-1 0 0,-1 0 0 0 0,0 0 1 0 0,0 0-1 0 0,0 1 0 0 0,0-1 1 0 0,-1 1-1 0 0,-4-4 0 0 0,5 4 2 0 0,-1 2-16 0 0,2-1 24 0 0,0 1 0 0 0,0 0 0 0 0,0 0 0 0 0,0 0 1 0 0,1-1-1 0 0,-1 1 0 0 0,0 0 0 0 0,0 0 0 0 0,0 0 0 0 0,0 0 0 0 0,0 0 1 0 0,0 1-1 0 0,1-1 0 0 0,-1 0 0 0 0,0 0 0 0 0,-1 1 0 0 0,1 0 2 0 0,0 0 1 0 0,0 0-1 0 0,0 0 0 0 0,0 0 0 0 0,0 0 1 0 0,0 1-1 0 0,1-1 0 0 0,-1 0 0 0 0,0 1 1 0 0,1-1-1 0 0,-1 0 0 0 0,1 1 0 0 0,-1-1 0 0 0,1 1 1 0 0,0-1-1 0 0,-1 1 0 0 0,1-1 0 0 0,0 1 1 0 0,0-1-1 0 0,0 1 0 0 0,0-1 0 0 0,0 1 1 0 0,1-1-1 0 0,-1 0 0 0 0,1 3 0 0 0,1 1 2 0 0,0-1 0 0 0,0 0 0 0 0,0 0 0 0 0,1 0 0 0 0,-1 0-1 0 0,1 0 1 0 0,0-1 0 0 0,0 1 0 0 0,1-1 0 0 0,-1 0 0 0 0,7 5 0 0 0,-3-3 6 0 0,1-1 0 0 0,0 1 1 0 0,0-1-1 0 0,0-1 0 0 0,14 5 1 0 0,7-1 18 0 0,1-2 0 0 0,49 4 0 0 0,-75-8-27 0 0,23 1 35 0 0,-1-2 1 0 0,0 0-1 0 0,1-2 0 0 0,-1-1 0 0 0,0 0 0 0 0,0-2 0 0 0,49-17 1 0 0,-68 19 144 0 0,0 0 0 0 0,0-1 0 0 0,0 0 0 0 0,-1 0 0 0 0,0 0 0 0 0,10-9 0 0 0,-15 12 154 0 0,-4 2-301 0 0,-8 5-19 0 0,-1 0-1 0 0,1 0 1 0 0,0 1 0 0 0,0 1-1 0 0,1-1 1 0 0,0 2 0 0 0,0 0-1 0 0,1 0 1 0 0,-10 13 0 0 0,1 1 9 0 0,0 1-1 0 0,-28 52 1 0 0,34-54-22 0 0,-12 35 0 0 0,21-50 7 0 0,1 1 1 0 0,0-1 0 0 0,0 1 0 0 0,1-1-1 0 0,0 1 1 0 0,0 0 0 0 0,1-1 0 0 0,0 1-1 0 0,1 8 1 0 0,-1-13 1 0 0,1 0 0 0 0,-1 0-1 0 0,1-1 1 0 0,0 1 0 0 0,0 0-1 0 0,0 0 1 0 0,1-1 0 0 0,-1 1-1 0 0,1 0 1 0 0,-1-1 0 0 0,1 0 0 0 0,0 1-1 0 0,0-1 1 0 0,0 0 0 0 0,0 0-1 0 0,5 4 1 0 0,-3-4-1 0 0,0 0 0 0 0,0 0 0 0 0,0 0-1 0 0,0 0 1 0 0,1-1 0 0 0,-1 1 0 0 0,0-1 0 0 0,1 0 0 0 0,9 0 0 0 0,2-1 1 0 0,0 0 1 0 0,0-1-1 0 0,0-1 1 0 0,0-1-1 0 0,17-4 1 0 0,0-2 12 0 0,1-2 0 0 0,-1-1 1 0 0,-1-1-1 0 0,0-2 0 0 0,-1-1 0 0 0,-1-2 1 0 0,-1-1-1 0 0,32-25 0 0 0,-39 25-23 0 0,-1 0 0 0 0,-1-1 0 0 0,-1-2-1 0 0,-1 1 1 0 0,-1-2 0 0 0,-1-1 0 0 0,0 0 0 0 0,-2 0 0 0 0,-1-2-1 0 0,14-39 1 0 0,-25 59-5 0 0,1 0 0 0 0,-2 0-1 0 0,1-1 1 0 0,-1 1 0 0 0,0-1-1 0 0,0 0 1 0 0,0 1 0 0 0,-1-1-1 0 0,0 0 1 0 0,-1 1 0 0 0,-1-10-1 0 0,2 15 5 0 0,0 1-1 0 0,-1-1 1 0 0,1 1 0 0 0,-1-1-1 0 0,1 0 1 0 0,-1 1-1 0 0,1-1 1 0 0,-1 1-1 0 0,1-1 1 0 0,-1 1 0 0 0,0 0-1 0 0,1-1 1 0 0,-1 1-1 0 0,1 0 1 0 0,-1-1 0 0 0,0 1-1 0 0,1 0 1 0 0,-1 0-1 0 0,0-1 1 0 0,0 1 0 0 0,1 0-1 0 0,-1 0 1 0 0,0 0-1 0 0,0 0 1 0 0,1 0 0 0 0,-1 0-1 0 0,0 0 1 0 0,1 0-1 0 0,-1 0 1 0 0,0 1-1 0 0,0-1 1 0 0,1 0 0 0 0,-1 0-1 0 0,0 1 1 0 0,1-1-1 0 0,-1 0 1 0 0,1 1 0 0 0,-1-1-1 0 0,-1 1 1 0 0,-24 14-16 0 0,9-2 26 0 0,1 1 1 0 0,1 0-1 0 0,0 0 0 0 0,1 2 1 0 0,1 0-1 0 0,0 0 0 0 0,1 1 1 0 0,-17 33-1 0 0,23-39 7 0 0,1 0 0 0 0,0 0 0 0 0,1 1 0 0 0,0 0 0 0 0,1 0-1 0 0,0 0 1 0 0,0 0 0 0 0,2 0 0 0 0,0 0 0 0 0,0 1 0 0 0,1-1 0 0 0,0 1 0 0 0,1-1 0 0 0,1 0 0 0 0,0 0 0 0 0,3 13 0 0 0,-3-20-6 0 0,0 0 0 0 0,0 0 1 0 0,1-1-1 0 0,0 1 1 0 0,-1-1-1 0 0,2 1 1 0 0,-1-1-1 0 0,0 0 0 0 0,1 0 1 0 0,0 0-1 0 0,-1-1 1 0 0,7 5-1 0 0,-2-3 11 0 0,0 0 0 0 0,0-1 0 0 0,0 1-1 0 0,1-2 1 0 0,0 1 0 0 0,12 3 0 0 0,0-3 5 0 0,-1 0 1 0 0,0-1 0 0 0,1-1-1 0 0,-1-1 1 0 0,35-3-1 0 0,-24-1-1148 0 0,51-11 0 0 0,-28-4-2282 0 0,-45 14 1648 0 0,1-1 0 0 0,-1 0 0 0 0,11-8 0 0 0,-5 2-4035 0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13:37.9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 1064 2052 0 0,'-2'2'2177'0'0,"-4"3"-779"0"0,1 1 0 0 0,-1-1 0 0 0,1 1 1 0 0,-5 7-1 0 0,9-11-1277 0 0,-1 1 0 0 0,1-1 1 0 0,0 1-1 0 0,0-1 1 0 0,0 1-1 0 0,0-1 1 0 0,0 1-1 0 0,0 0 0 0 0,1-1 1 0 0,-1 1-1 0 0,1 0 1 0 0,0-1-1 0 0,0 1 0 0 0,0 0 1 0 0,0 0-1 0 0,0-1 1 0 0,1 1-1 0 0,-1 0 0 0 0,1 0 1 0 0,0-1-1 0 0,0 1 1 0 0,0-1-1 0 0,0 1 0 0 0,0-1 1 0 0,0 1-1 0 0,1-1 1 0 0,-1 0-1 0 0,1 1 0 0 0,0-1 1 0 0,0 0-1 0 0,-1 0 1 0 0,1 0-1 0 0,1 0 0 0 0,3 2 1 0 0,-2-1-41 0 0,0-1 1 0 0,0 0-1 0 0,0 0 1 0 0,1-1-1 0 0,-1 1 1 0 0,0-1-1 0 0,1 0 0 0 0,-1 0 1 0 0,1 0-1 0 0,7-1 1 0 0,0 1-5 0 0,0-2 0 0 0,-1 0-1 0 0,14-2 1 0 0,-14 1-50 0 0,0-1 0 0 0,0 0-1 0 0,0-1 1 0 0,0 0 0 0 0,0-1-1 0 0,-1 0 1 0 0,0 0 0 0 0,0-1 0 0 0,0-1-1 0 0,-1 0 1 0 0,1 0 0 0 0,-2 0-1 0 0,1-1 1 0 0,7-10 0 0 0,-6 5-21 0 0,0 0-1 0 0,-1-2 1 0 0,0 1 0 0 0,-1-1 0 0 0,-1 0-1 0 0,0 0 1 0 0,-2-1 0 0 0,1 0 0 0 0,2-17-1 0 0,-3 11-2 0 0,7-29-13 0 0,5-55 0 0 0,-7-22 30 0 0,-6-1 0 0 0,-18-185 0 0 0,-5 163-29 0 0,19 151 8 0 0,0-1 0 0 0,0 1-1 0 0,0 0 1 0 0,0-1 0 0 0,0 1-1 0 0,0 0 1 0 0,0 0 0 0 0,0-1 0 0 0,0 1-1 0 0,0 0 1 0 0,0 0 0 0 0,0-1-1 0 0,0 1 1 0 0,0 0 0 0 0,0 0-1 0 0,0-1 1 0 0,0 1 0 0 0,0 0 0 0 0,0 0-1 0 0,-1-1 1 0 0,1 1 0 0 0,0 0-1 0 0,0 0 1 0 0,0 0 0 0 0,0-1 0 0 0,-1 1-1 0 0,1 0 1 0 0,0 0 0 0 0,0 0-1 0 0,0-1 1 0 0,-1 1 0 0 0,1 0-1 0 0,0 0 1 0 0,0 0 0 0 0,-1 0 0 0 0,1 0-1 0 0,0 0 1 0 0,0 0 0 0 0,-1 0-1 0 0,1 0 1 0 0,0 0 0 0 0,-1 0-1 0 0,1 0 1 0 0,0 0 0 0 0,0 0 0 0 0,-1 0-1 0 0,1 0 1 0 0,0 0 0 0 0,0 0-1 0 0,-1 0 1 0 0,1 0 0 0 0,0 0 0 0 0,0 0-1 0 0,-1 0 1 0 0,1 0 0 0 0,0 1-1 0 0,-10 9-10 0 0,5 1 6 0 0,0 0 1 0 0,1 1 0 0 0,0-1 0 0 0,1 1 0 0 0,0 0 0 0 0,0 0 0 0 0,0 14 0 0 0,0-4 2 0 0,-12 80 5 0 0,4 2 1 0 0,5 192-1 0 0,9-250 52 0 0,17 87 1 0 0,-16-111-44 0 0,2 0-1 0 0,1-1 1 0 0,1 0-1 0 0,0-1 1 0 0,2 1 0 0 0,12 19-1 0 0,-15-30-2 0 0,0-1-1 0 0,1 0 1 0 0,0-1 0 0 0,0 1-1 0 0,0-1 1 0 0,1-1-1 0 0,1 0 1 0 0,-1 0 0 0 0,1-1-1 0 0,0 0 1 0 0,0-1-1 0 0,1 0 1 0 0,0 0-1 0 0,0-1 1 0 0,0-1 0 0 0,0 0-1 0 0,1 0 1 0 0,-1-1-1 0 0,1-1 1 0 0,-1 0 0 0 0,24-1-1 0 0,-22 0-24 0 0,0-2 0 0 0,0 1 0 0 0,0-2 0 0 0,0 0 0 0 0,-1 0 0 0 0,1-1 0 0 0,-1-1 0 0 0,0 0 0 0 0,0-1 0 0 0,-1 0 0 0 0,1-1 0 0 0,-1 0 0 0 0,-1 0 0 0 0,1-1-1 0 0,-1-1 1 0 0,-1 0 0 0 0,0 0 0 0 0,0-1 0 0 0,11-15 0 0 0,-8 5-50 0 0,-1-1 0 0 0,-1 0-1 0 0,0-1 1 0 0,-2 0-1 0 0,0 0 1 0 0,-2-1 0 0 0,5-25-1 0 0,12-167-228 0 0,-21 195 282 0 0,2-76 130 0 0,-5 0 0 0 0,-3 0 0 0 0,-30-168 1 0 0,34 262-114 0 0,-6-18-7 0 0,6 19 4 0 0,0 1 0 0 0,0 0-1 0 0,0 0 1 0 0,-1-1-1 0 0,1 1 1 0 0,0 0-1 0 0,0 0 1 0 0,0-1-1 0 0,0 1 1 0 0,-1 0 0 0 0,1 0-1 0 0,0 0 1 0 0,0-1-1 0 0,0 1 1 0 0,-1 0-1 0 0,1 0 1 0 0,0 0 0 0 0,0 0-1 0 0,-1-1 1 0 0,1 1-1 0 0,0 0 1 0 0,-1 0-1 0 0,1 0 1 0 0,0 0-1 0 0,0 0 1 0 0,-1 0 0 0 0,1 0-1 0 0,0 0 1 0 0,-1 0-1 0 0,1 0 1 0 0,0 0-1 0 0,0 0 1 0 0,-1 0 0 0 0,1 0-1 0 0,0 0 1 0 0,-1 0-1 0 0,1 0 1 0 0,0 0-1 0 0,0 1 1 0 0,-1-1-1 0 0,1 0 1 0 0,0 0 0 0 0,0 0-1 0 0,-1 0 1 0 0,1 1-1 0 0,0-1 1 0 0,0 0-1 0 0,0 0 1 0 0,-1 0 0 0 0,1 1-1 0 0,0-1 1 0 0,0 0-1 0 0,0 0 1 0 0,0 1-1 0 0,-1-1 1 0 0,0 4-2 0 0,-1-1 0 0 0,1 1 1 0 0,0-1-1 0 0,0 1 0 0 0,1 0 1 0 0,-1-1-1 0 0,1 1 0 0 0,0 0 0 0 0,-1-1 1 0 0,2 1-1 0 0,-1 4 0 0 0,0 0 0 0 0,48 533 225 0 0,-29-388 30 0 0,45 249 187 0 0,-40-293-48 0 0,-24-109-389 0 0,0 1 1 0 0,0-1-1 0 0,0 1 0 0 0,0-1 1 0 0,0 1-1 0 0,0-1 1 0 0,0 1-1 0 0,1-1 1 0 0,-1 1-1 0 0,0-1 0 0 0,0 1 1 0 0,1-1-1 0 0,-1 1 1 0 0,0-1-1 0 0,0 1 1 0 0,1-1-1 0 0,-1 0 1 0 0,1 1-1 0 0,-1-1 0 0 0,0 1 1 0 0,1-1-1 0 0,-1 0 1 0 0,2 1-1 0 0,6-6 52 0 0,5-14-13 0 0,35-97 37 0 0,-29 68-116 0 0,45-86-1 0 0,-48 110 11 0 0,21-28 0 0 0,-30 43 4 0 0,0 0 0 0 0,1 1 0 0 0,0 0 0 0 0,1 1 0 0 0,18-13 1 0 0,-24 19 18 0 0,0 0 0 0 0,0 0 0 0 0,-1 1 1 0 0,1-1-1 0 0,0 1 0 0 0,0-1 0 0 0,0 1 1 0 0,0 0-1 0 0,0 0 0 0 0,0 0 0 0 0,4 1 1 0 0,-5 0 0 0 0,0-1 2 0 0,0 0 0 0 0,-1 1 0 0 0,1-1 0 0 0,0 1 1 0 0,-1 0-1 0 0,1-1 0 0 0,-1 1 0 0 0,1 0 0 0 0,-1 0 0 0 0,1 0 1 0 0,-1 0-1 0 0,1 0 0 0 0,-1 0 0 0 0,0 0 0 0 0,2 3 0 0 0,3 2 6 0 0,1 1-1 0 0,-1 0 1 0 0,0 1-1 0 0,0-1 0 0 0,0 1 0 0 0,-1 0 1 0 0,-1 0-1 0 0,1 1 0 0 0,5 16 1 0 0,1 10 27 0 0,7 35 0 0 0,-10-40-18 0 0,-5-18-23 0 0,1 5 14 0 0,0 0-1 0 0,1-1 1 0 0,11 23 0 0 0,-13-34 4 0 0,-1 0 0 0 0,1-1 1 0 0,0 1-1 0 0,0-1 0 0 0,1 0 0 0 0,0 0 1 0 0,-1 0-1 0 0,1 0 0 0 0,0-1 1 0 0,1 1-1 0 0,-1-1 0 0 0,1 0 0 0 0,-1 0 1 0 0,1-1-1 0 0,7 3 0 0 0,-3-1 0 0 0,0-2 0 0 0,0 0-1 0 0,0 0 1 0 0,0 0 0 0 0,1-1-1 0 0,-1 0 1 0 0,0-1 0 0 0,1 0-1 0 0,-1-1 1 0 0,0 0 0 0 0,0 0-1 0 0,1-1 1 0 0,-1 0-1 0 0,0-1 1 0 0,12-4 0 0 0,-9 1-9 0 0,0 0 0 0 0,-1 0 1 0 0,1-2-1 0 0,-1 1 0 0 0,0-1 0 0 0,-1-1 1 0 0,0 0-1 0 0,0 0 0 0 0,-1-1 0 0 0,9-11 1 0 0,-4 1-15 0 0,0 0 1 0 0,-2-1 0 0 0,0 0 0 0 0,15-39-1 0 0,-22 45 5 0 0,0 0-1 0 0,-1 0 0 0 0,0-1 1 0 0,-1 0-1 0 0,-1 1 0 0 0,-1-1 1 0 0,0 0-1 0 0,-2-17 0 0 0,1 28 3 0 0,0 1 1 0 0,-1 0-1 0 0,0-1 0 0 0,0 1 0 0 0,0 0 0 0 0,-1-1 0 0 0,0 1 0 0 0,-3-7 0 0 0,4 11 7 0 0,1-1 0 0 0,-1 0 0 0 0,0 1 0 0 0,0-1 0 0 0,1 0 0 0 0,-1 1 0 0 0,0-1 0 0 0,0 1 0 0 0,0 0 0 0 0,0-1 0 0 0,0 1 0 0 0,0 0 0 0 0,0-1 0 0 0,0 1-1 0 0,0 0 1 0 0,0 0 0 0 0,0 0 0 0 0,0 0 0 0 0,0 0 0 0 0,0 0 0 0 0,0 0 0 0 0,0 0 0 0 0,0 0 0 0 0,0 0 0 0 0,0 1 0 0 0,-1 0 0 0 0,-23 9-5 0 0,19-6 9 0 0,1 0-1 0 0,1 0 1 0 0,-1 1-1 0 0,0-1 1 0 0,1 1-1 0 0,0 0 1 0 0,1 0 0 0 0,-1 1-1 0 0,1-1 1 0 0,0 1-1 0 0,0 0 1 0 0,-3 10-1 0 0,0 0 40 0 0,2 0 0 0 0,0 0 0 0 0,-2 28 0 0 0,5-32-18 0 0,0-1 1 0 0,1 0 0 0 0,0 1-1 0 0,1-1 1 0 0,0 1 0 0 0,1-1-1 0 0,0 0 1 0 0,7 19 0 0 0,-6-24-9 0 0,0 1 0 0 0,0-1 1 0 0,0 0-1 0 0,1 0 0 0 0,0 0 0 0 0,0-1 1 0 0,0 1-1 0 0,1-1 0 0 0,0 0 0 0 0,0 0 1 0 0,0-1-1 0 0,1 1 0 0 0,0-1 1 0 0,0 0-1 0 0,8 4 0 0 0,4-1 8 0 0,0 0 0 0 0,1 0 0 0 0,-1-2 0 0 0,1-1 0 0 0,0 0 0 0 0,0-1 0 0 0,1-1-1 0 0,25-1 1 0 0,-5-2-631 0 0,-1-2 0 0 0,1-1 0 0 0,41-11 0 0 0,-59 10-627 0 0,0-1 0 0 0,33-15 0 0 0,-41 15-776 0 0,0-1-1 0 0,18-13 1 0 0,-12 3-2441 0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13:38.3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229 17 1056 0 0,'-161'16'13938'0'0,"96"-8"-10606"0"0,63-8-2556 0 0,19 3-540 0 0,8-3-143 0 0,-1-1-1 0 0,26-4 1 0 0,6-1-176 0 0,40 1-1343 0 0,21-1-1918 0 0,0-7-3676 0 0,-64 5 1681 0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13:41.1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391 735 1072 0 0,'-1'-8'1852'0'0,"0"1"0"0"0,-1-1 0 0 0,0 0 0 0 0,-5-10 0 0 0,5 16-1304 0 0,2 1-491 0 0,0 1 0 0 0,0-1 0 0 0,0 1 0 0 0,0-1 0 0 0,0 1 0 0 0,0-1 0 0 0,0 1 0 0 0,-1-1 0 0 0,1 1 0 0 0,0 0 0 0 0,0-1 0 0 0,0 1 0 0 0,-1-1 0 0 0,1 1 0 0 0,0 0 0 0 0,-1-1 0 0 0,1 1 0 0 0,0-1 0 0 0,-1 1 0 0 0,1 0 0 0 0,0 0 0 0 0,-1-1 0 0 0,1 1 0 0 0,-1 0 0 0 0,0-1 0 0 0,-3 2 12 0 0,-1 1 0 0 0,1-1-1 0 0,0 1 1 0 0,0 0 0 0 0,0 0-1 0 0,0 0 1 0 0,0 0 0 0 0,0 1-1 0 0,1 0 1 0 0,-1 0 0 0 0,-4 5-1 0 0,-41 46 686 0 0,28-29-474 0 0,-22 25 176 0 0,3 1-1 0 0,2 3 1 0 0,-44 81-1 0 0,75-122-416 0 0,0 0 0 0 0,1 1-1 0 0,1 0 1 0 0,1 0 0 0 0,0 0-1 0 0,0 1 1 0 0,-1 20 0 0 0,4-30-29 0 0,1-1-1 0 0,-1 1 1 0 0,1-1 0 0 0,0 0 0 0 0,1 1-1 0 0,-1-1 1 0 0,1 1 0 0 0,0-1 0 0 0,0 0-1 0 0,0 1 1 0 0,1-1 0 0 0,-1 0 0 0 0,1 0-1 0 0,0 0 1 0 0,0 0 0 0 0,1-1 0 0 0,-1 1-1 0 0,1 0 1 0 0,0-1 0 0 0,0 0 0 0 0,0 1 0 0 0,0-1-1 0 0,0-1 1 0 0,1 1 0 0 0,-1 0 0 0 0,1-1-1 0 0,0 0 1 0 0,7 4 0 0 0,1-2-156 0 0,1 0 1 0 0,0-1-1 0 0,0-1 0 0 0,0 0 1 0 0,0 0-1 0 0,0-2 0 0 0,0 1 1 0 0,0-2-1 0 0,1 0 1 0 0,-1 0-1 0 0,0-1 0 0 0,22-7 1 0 0,-14 3-289 0 0,-1-1 0 0 0,0-1 1 0 0,0-1-1 0 0,0 0 0 0 0,-1-2 0 0 0,35-25 1 0 0,-41 25 360 0 0,0-1 1 0 0,0 0 0 0 0,-1-1 0 0 0,0-1-1 0 0,-1 0 1 0 0,-1-1 0 0 0,0 1 0 0 0,12-28-1 0 0,-13 21 566 0 0,0 0-1 0 0,-2 0 0 0 0,-1-1 0 0 0,0 0 0 0 0,-2-1 0 0 0,3-28 1 0 0,-1-5 1003 0 0,-6 53-1256 0 0,-4 6-222 0 0,0 0 1 0 0,0 0-1 0 0,0 1 0 0 0,1-1 1 0 0,-1 1-1 0 0,1 0 1 0 0,0 0-1 0 0,0 0 1 0 0,1 0-1 0 0,-1 1 0 0 0,1-1 1 0 0,0 1-1 0 0,0-1 1 0 0,-2 7-1 0 0,0 1 9 0 0,0 1-1 0 0,1 0 1 0 0,0 0-1 0 0,0 17 1 0 0,2-18 7 0 0,0 0 0 0 0,2 0 0 0 0,-1 0 0 0 0,1 0 1 0 0,1 0-1 0 0,5 19 0 0 0,-6-27-20 0 0,1 0 0 0 0,0 1 0 0 0,0-1 0 0 0,0 0 0 0 0,0 0 0 0 0,0 0 0 0 0,1-1 0 0 0,0 1 0 0 0,0-1 0 0 0,0 1 0 0 0,0-1 0 0 0,0 0 0 0 0,1 0 0 0 0,-1 0 0 0 0,1-1-1 0 0,0 1 1 0 0,0-1 0 0 0,0 0 0 0 0,0 0 0 0 0,6 2 0 0 0,0-1-3 0 0,0-1 0 0 0,0 1 0 0 0,0-2 1 0 0,0 1-1 0 0,0-2 0 0 0,0 1 0 0 0,0-1 0 0 0,1-1 0 0 0,-1 0 0 0 0,0 0 0 0 0,0-1 0 0 0,0 0 0 0 0,0-1 0 0 0,-1 0 0 0 0,11-5 0 0 0,-14 6-4 0 0,0-2 0 0 0,0 1-1 0 0,-1-1 1 0 0,1 1-1 0 0,-1-2 1 0 0,0 1 0 0 0,0 0-1 0 0,0-1 1 0 0,0 0-1 0 0,-1 0 1 0 0,0-1 0 0 0,0 1-1 0 0,0-1 1 0 0,-1 0-1 0 0,0 0 1 0 0,0 0-1 0 0,-1 0 1 0 0,1 0 0 0 0,-1-1-1 0 0,0 1 1 0 0,-1-1-1 0 0,0 0 1 0 0,1-11 0 0 0,-2 2-9 0 0,-1 0 1 0 0,0 0 0 0 0,-1 0-1 0 0,-1 0 1 0 0,-1 1 0 0 0,0-1-1 0 0,0 1 1 0 0,-2 0 0 0 0,0 0-1 0 0,-1 1 1 0 0,0 0 0 0 0,-16-23-1 0 0,16 28 1 0 0,0 0 0 0 0,0 1-1 0 0,-1 0 1 0 0,0 0 0 0 0,-1 0-1 0 0,1 1 1 0 0,-1 0 0 0 0,-13-6-1 0 0,14 9 2 0 0,1 0-1 0 0,-1 1 1 0 0,1 0-1 0 0,-1 1 1 0 0,0 0 0 0 0,0 0-1 0 0,0 1 1 0 0,0 0-1 0 0,0 0 1 0 0,-1 1-1 0 0,1 0 1 0 0,-10 1-1 0 0,12 0-1 0 0,0 0 0 0 0,1 0 1 0 0,-1 0-1 0 0,0 1 0 0 0,1 0 0 0 0,0 0 0 0 0,-1 1 0 0 0,1-1 0 0 0,0 1 0 0 0,0 0 0 0 0,0 1 1 0 0,1-1-1 0 0,-1 1 0 0 0,1 0 0 0 0,0 0 0 0 0,0 0 0 0 0,0 1 0 0 0,-4 6 0 0 0,7-9 3 0 0,0-1 0 0 0,1 0 0 0 0,-1 1-1 0 0,1-1 1 0 0,0 0 0 0 0,-1 1 0 0 0,1-1 0 0 0,0 1-1 0 0,0-1 1 0 0,0 0 0 0 0,0 1 0 0 0,0-1 0 0 0,0 1 0 0 0,0-1-1 0 0,0 1 1 0 0,1-1 0 0 0,-1 0 0 0 0,0 1 0 0 0,1-1-1 0 0,0 0 1 0 0,-1 1 0 0 0,2 1 0 0 0,-1-1 2 0 0,1 1 0 0 0,0-1 0 0 0,-1 0 0 0 0,1 0 0 0 0,0 0 0 0 0,0 0 1 0 0,0 0-1 0 0,0 0 0 0 0,0-1 0 0 0,4 3 0 0 0,1-1 2 0 0,1 0 0 0 0,-1 0 0 0 0,1-1 0 0 0,0 1-1 0 0,0-2 1 0 0,0 1 0 0 0,0-1 0 0 0,11 0 0 0 0,68-5 26 0 0,-64 2-34 0 0,21-2 6 0 0,0-2 0 0 0,-1-1 1 0 0,0-3-1 0 0,-1-1 0 0 0,0-2 0 0 0,-1-2 1 0 0,0-2-1 0 0,46-27 0 0 0,-68 33-2 0 0,-1-2-1 0 0,-1 0 0 0 0,-1-1 1 0 0,0 0-1 0 0,0-2 0 0 0,-2 0 1 0 0,0 0-1 0 0,0-1 1 0 0,-2-1-1 0 0,0 0 0 0 0,-1-1 1 0 0,-1 0-1 0 0,14-38 0 0 0,-11 17 174 0 0,-2-1 0 0 0,-2-1 0 0 0,-1 1-1 0 0,-3-1 1 0 0,-1 0 0 0 0,-2-48 0 0 0,-4-4 832 0 0,2 94-1003 0 0,1-1 0 0 0,-1 1 0 0 0,0-1 0 0 0,0 1 0 0 0,0-1-1 0 0,0 1 1 0 0,0-1 0 0 0,0 1 0 0 0,0-1 0 0 0,0 1-1 0 0,-1-1 1 0 0,1 1 0 0 0,0 0 0 0 0,0-1 0 0 0,0 1-1 0 0,0-1 1 0 0,-1 1 0 0 0,1-1 0 0 0,0 1 0 0 0,0 0 0 0 0,-1-1-1 0 0,1 1 1 0 0,0-1 0 0 0,-1 1 0 0 0,-7 5 57 0 0,-6 19-18 0 0,-10 59 7 0 0,3 2 1 0 0,-12 110 0 0 0,20-114 17 0 0,-86 858 1214 0 0,86-548-1031 0 0,8-217-141 0 0,4-48 88 0 0,20 171-1 0 0,-18-289-184 0 0,3 23 27 0 0,7 31 0 0 0,-9-54-12 0 0,0-1 0 0 0,0 0 0 0 0,1 0 0 0 0,0 0 0 0 0,0 0 0 0 0,0 0 0 0 0,1-1 0 0 0,0 1-1 0 0,10 10 1 0 0,-11-14-12 0 0,-1-1-1 0 0,1 1 0 0 0,0-1 0 0 0,0 0 0 0 0,1 0 0 0 0,-1 0 0 0 0,0 0 0 0 0,0-1 0 0 0,1 0 0 0 0,-1 1 1 0 0,1-1-1 0 0,0 0 0 0 0,-1-1 0 0 0,8 2 0 0 0,-5-2-6 0 0,1 0 0 0 0,-1-1 0 0 0,0 0 0 0 0,0 0 0 0 0,1 0 0 0 0,-1 0 0 0 0,0-1 0 0 0,7-3 0 0 0,-1-1-21 0 0,0 0-1 0 0,0-1 1 0 0,-1 0-1 0 0,0-1 1 0 0,0 0-1 0 0,-1 0 1 0 0,15-17-1 0 0,-14 13 3 0 0,-1-1 0 0 0,0 0 1 0 0,-1-1-1 0 0,0 0 0 0 0,-1-1 0 0 0,-1 1 0 0 0,-1-2 0 0 0,0 1 0 0 0,-1 0 0 0 0,6-28 0 0 0,-8 22 0 0 0,-1 1 0 0 0,0-1 0 0 0,-2 0 1 0 0,-1 0-1 0 0,0 0 0 0 0,-1 0 0 0 0,-9-32 0 0 0,0 15 5 0 0,-1 1 0 0 0,-3 0 0 0 0,-1 1 0 0 0,-1 1 0 0 0,-2 0-1 0 0,-1 2 1 0 0,-2 0 0 0 0,-39-44 0 0 0,-119-107 48 0 0,42 47 59 0 0,132 131-206 0 0,1 0-1 0 0,-1 0 1 0 0,2-1-1 0 0,-1 1 1 0 0,1-1-1 0 0,0 0 1 0 0,-6-13-1 0 0,9 16-74 0 0,0 1-1 0 0,1-1 0 0 0,-1 1 1 0 0,1-1-1 0 0,-1 0 1 0 0,1 1-1 0 0,0-1 1 0 0,1 0-1 0 0,-1 1 1 0 0,0-1-1 0 0,1 1 0 0 0,0-1 1 0 0,0 1-1 0 0,0-1 1 0 0,0 1-1 0 0,1-1 1 0 0,0 1-1 0 0,-1 0 1 0 0,5-5-1 0 0,0-1-497 0 0,1 0 0 0 0,0 1 0 0 0,0 0 0 0 0,1 0 0 0 0,15-11 0 0 0,50-29-4022 0 0,-49 32 2292 0 0,15-9-2219 0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13:41.6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395 85 1676 0 0,'-2'-5'878'0'0,"-1"-1"-1"0"0,0 1 0 0 0,0 0 1 0 0,0 0-1 0 0,-1 1 1 0 0,1-1-1 0 0,-1 1 1 0 0,0 0-1 0 0,-1 0 1 0 0,-5-5-1 0 0,5 5-492 0 0,0 1-1 0 0,-1 0 1 0 0,1-1-1 0 0,-1 2 1 0 0,1-1 0 0 0,-1 1-1 0 0,0 0 1 0 0,-10-2-1 0 0,15 3-358 0 0,0 1 0 0 0,-1 0 0 0 0,1 0 0 0 0,-1 0 0 0 0,1 0 0 0 0,-1 0 0 0 0,1 0 0 0 0,-1 0 0 0 0,1 0 0 0 0,0 1 0 0 0,-1-1 0 0 0,1 0 0 0 0,-1 1 0 0 0,1 0 0 0 0,-2 0 0 0 0,-2 1 44 0 0,-2 1 15 0 0,0-1 0 0 0,1 1 0 0 0,0 1-1 0 0,0-1 1 0 0,0 1 0 0 0,0 0 0 0 0,-8 8-1 0 0,-33 36 383 0 0,38-38-370 0 0,-10 11 45 0 0,1 2 1 0 0,1 0-1 0 0,1 1 1 0 0,-14 29-1 0 0,21-37-99 0 0,2 1 0 0 0,0 0 0 0 0,1 1 1 0 0,1-1-1 0 0,1 1 0 0 0,0 0 0 0 0,-2 29 0 0 0,6-38-20 0 0,0 0-1 0 0,1-1 1 0 0,0 1-1 0 0,1 0 1 0 0,0-1-1 0 0,0 1 0 0 0,0-1 1 0 0,1 1-1 0 0,1-1 1 0 0,-1 0-1 0 0,1 0 1 0 0,1-1-1 0 0,-1 1 1 0 0,1-1-1 0 0,1 0 1 0 0,-1 0-1 0 0,1 0 0 0 0,0-1 1 0 0,12 9-1 0 0,-12-10-11 0 0,0-1 0 0 0,1 1 0 0 0,-1-2 0 0 0,1 1 0 0 0,0-1 0 0 0,0 0 0 0 0,0 0 0 0 0,0-1 0 0 0,1 0-1 0 0,-1 0 1 0 0,1-1 0 0 0,-1 1 0 0 0,1-2 0 0 0,0 1 0 0 0,-1-1 0 0 0,1-1 0 0 0,-1 1 0 0 0,1-1 0 0 0,0 0-1 0 0,-1-1 1 0 0,1 0 0 0 0,-1 0 0 0 0,8-4 0 0 0,-7 2-16 0 0,-1 0 0 0 0,0 0 0 0 0,0-1 0 0 0,-1 0 0 0 0,1-1 0 0 0,-1 1 0 0 0,0-1 0 0 0,-1 0 0 0 0,1-1 0 0 0,-1 1 0 0 0,0-1 0 0 0,-1 0 0 0 0,0 0 0 0 0,0-1 0 0 0,0 1 0 0 0,-1-1 0 0 0,0 0 0 0 0,-1 0 0 0 0,3-12 0 0 0,1-12 35 0 0,-1-1-1 0 0,-2 1 1 0 0,-1-52 0 0 0,-4-46 1562 0 0,2 128-1544 0 0,-2 33 17 0 0,-1-12-63 0 0,3 29-15 0 0,3 89 204 0 0,-2-124-208 0 0,1 0-1 0 0,1 0 0 0 0,0 0 0 0 0,0 0 0 0 0,2-1 0 0 0,-1 1 0 0 0,1-1 0 0 0,8 12 0 0 0,-10-19-326 0 0,1 0 1 0 0,-1-1-1 0 0,1 1 1 0 0,0-1 0 0 0,0 0-1 0 0,0-1 1 0 0,1 1-1 0 0,-1-1 1 0 0,1 1-1 0 0,0-1 1 0 0,0-1-1 0 0,0 1 1 0 0,9 2-1 0 0,-7-2-912 0 0,1-1 0 0 0,-1 0-1 0 0,1-1 1 0 0,0 0 0 0 0,14 1-1 0 0,1-2-4020 0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13:41.8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201 241 548 0 0,'0'-22'2103'0'0,"-1"0"0"0"0,-1 0-1 0 0,0 1 1 0 0,-2-1 0 0 0,-7-22 0 0 0,4 19-734 0 0,6 19-1079 0 0,0 1-1 0 0,-1-1 1 0 0,0 1-1 0 0,0-1 1 0 0,0 1-1 0 0,0 0 0 0 0,-1 0 1 0 0,0 0-1 0 0,-6-8 1 0 0,7 11-122 0 0,-2 3-21 0 0,-1 0-120 0 0,1 1 1 0 0,-1 0-1 0 0,0 0 1 0 0,1 1-1 0 0,-1-1 1 0 0,1 1-1 0 0,0 0 1 0 0,-1 0-1 0 0,2 1 1 0 0,-1-1-1 0 0,0 1 1 0 0,1 0-1 0 0,-1 0 1 0 0,1 0-1 0 0,0 0 1 0 0,1 1-1 0 0,-5 7 0 0 0,-5 13 90 0 0,1 0 0 0 0,-9 28 0 0 0,19-50-103 0 0,-4 13 28 0 0,0-1 0 0 0,1 0 1 0 0,1 1-1 0 0,1 0 0 0 0,0-1 0 0 0,1 1 1 0 0,0 0-1 0 0,4 31 0 0 0,-2-39-27 0 0,1-1 0 0 0,-1 1 1 0 0,1-1-1 0 0,1 0 0 0 0,-1 0 0 0 0,1 0 1 0 0,1 0-1 0 0,-1 0 0 0 0,1-1 0 0 0,0 1 1 0 0,1-1-1 0 0,-1 0 0 0 0,1 0 0 0 0,0-1 1 0 0,1 1-1 0 0,-1-1 0 0 0,1 0 0 0 0,0-1 1 0 0,0 1-1 0 0,12 5 0 0 0,-7-5-319 0 0,1-1-1 0 0,0 1 1 0 0,-1-2-1 0 0,1 0 1 0 0,1 0-1 0 0,-1-1 1 0 0,0-1-1 0 0,0 0 1 0 0,1 0-1 0 0,16-3 1 0 0,-12 1-812 0 0,0-2 0 0 0,0 0 0 0 0,-1-1 1 0 0,1-1-1 0 0,-1 0 0 0 0,0-1 0 0 0,16-9 0 0 0,0-4-3507 0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13:42.2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160 118 2600 0 0,'-40'-108'9832'0'0,"40"107"-9786"0"0,-1 0-1 0 0,1 1 0 0 0,0-1 0 0 0,-1 1 0 0 0,1-1 0 0 0,0 1 0 0 0,-1-1 0 0 0,1 1 1 0 0,0-1-1 0 0,-1 1 0 0 0,1 0 0 0 0,-1-1 0 0 0,1 1 0 0 0,-1 0 0 0 0,1-1 0 0 0,-1 1 1 0 0,0 0-1 0 0,1-1 0 0 0,-1 1 0 0 0,1 0 0 0 0,-1 0 0 0 0,1 0 0 0 0,-1 0 0 0 0,0-1 1 0 0,1 1-1 0 0,-1 0 0 0 0,0 0 0 0 0,1 0 0 0 0,-1 0 0 0 0,1 1 0 0 0,-1-1 0 0 0,0 0 0 0 0,1 0 1 0 0,-1 0-1 0 0,1 0 0 0 0,-1 0 0 0 0,0 1 0 0 0,1-1 0 0 0,-1 1 0 0 0,-1 0 6 0 0,0-1-1 0 0,0 2 1 0 0,0-1-1 0 0,1 0 1 0 0,-1 0-1 0 0,0 0 1 0 0,1 1-1 0 0,-1-1 1 0 0,1 1-1 0 0,-3 3 1 0 0,-4 9 162 0 0,1 1 1 0 0,0 1-1 0 0,1-1 1 0 0,1 1-1 0 0,-6 27 0 0 0,-8 86 591 0 0,18-122-755 0 0,-13 169 1389 0 0,15 284 0 0 0,16-220-930 0 0,-9-173-242 0 0,27 102 0 0 0,-33-161-415 0 0,1-1-1 0 0,-1 1 1 0 0,2 0 0 0 0,-1-1 0 0 0,1 0 0 0 0,0 1-1 0 0,0-2 1 0 0,1 1 0 0 0,0 0 0 0 0,0-1-1 0 0,1 0 1 0 0,8 7 0 0 0,-10-10-271 0 0,1 0 1 0 0,-1 0-1 0 0,1 0 0 0 0,-1-1 0 0 0,1 1 1 0 0,0-1-1 0 0,0-1 0 0 0,0 1 0 0 0,0-1 1 0 0,1 1-1 0 0,-1-2 0 0 0,0 1 0 0 0,0 0 1 0 0,1-1-1 0 0,-1 0 0 0 0,0 0 1 0 0,1-1-1 0 0,-1 0 0 0 0,0 0 0 0 0,7-2 1 0 0,13-5-2837 0 0,-1-2-1172 0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13:43.4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101 648 980 0 0,'7'-36'3785'0'0,"-2"1"-1"0"0,-2-1 1 0 0,-2-67 0 0 0,-4 55-1435 0 0,-1 50-2179 0 0,4-2-164 0 0,-1 0 0 0 0,1 1 1 0 0,-1-1-1 0 0,1 0 1 0 0,-1 0-1 0 0,0 0 1 0 0,1 0-1 0 0,-1 1 0 0 0,1-1 1 0 0,0 0-1 0 0,-1 0 1 0 0,1 1-1 0 0,-1-1 1 0 0,1 0-1 0 0,-1 1 0 0 0,1-1 1 0 0,0 1-1 0 0,-1-1 1 0 0,1 0-1 0 0,0 1 1 0 0,-1-1-1 0 0,1 2 0 0 0,-22 42 442 0 0,3 1-1 0 0,-15 49 0 0 0,28-72-382 0 0,0-1 0 0 0,2 1 0 0 0,0 0 0 0 0,2 0 0 0 0,0 0 1 0 0,2 1-1 0 0,1 23 0 0 0,0-41-48 0 0,0 0 0 0 0,-1 0 1 0 0,2-1-1 0 0,-1 1 0 0 0,0 0 0 0 0,1 0 0 0 0,0-1 1 0 0,0 1-1 0 0,1-1 0 0 0,-1 0 0 0 0,1 0 0 0 0,0 0 1 0 0,0 0-1 0 0,0 0 0 0 0,7 6 0 0 0,-5-7-34 0 0,-1 1 0 0 0,2-1 0 0 0,-1 0 1 0 0,0-1-1 0 0,0 1 0 0 0,1-1 0 0 0,0 0 0 0 0,-1-1 0 0 0,1 1 0 0 0,0-1 0 0 0,0 0 0 0 0,11 0 0 0 0,-5-1-43 0 0,1 0 0 0 0,-1-1 0 0 0,0-1 0 0 0,0 0 0 0 0,0 0 0 0 0,-1-1 0 0 0,1-1 0 0 0,-1 0 0 0 0,1 0 0 0 0,-1-2 0 0 0,-1 1 0 0 0,1-1 0 0 0,-1-1 0 0 0,0 1 0 0 0,0-2 0 0 0,-1 0 0 0 0,0 0 0 0 0,14-16 0 0 0,-11 10 35 0 0,0-2-1 0 0,-1 1 0 0 0,-1-1 1 0 0,0-1-1 0 0,-1 0 1 0 0,-1-1-1 0 0,-1 1 1 0 0,0-1-1 0 0,-1-1 1 0 0,-1 1-1 0 0,3-23 0 0 0,-5 19 7 0 0,-1 0 0 0 0,-1-1 0 0 0,-1 1-1 0 0,-5-41 1 0 0,4 54 15 0 0,-1 1 0 0 0,0-1 0 0 0,-1 1-1 0 0,0 0 1 0 0,0 0 0 0 0,-8-13 0 0 0,9 17 0 0 0,-1-1 0 0 0,0 1 0 0 0,0 0 0 0 0,-1 1 0 0 0,1-1 0 0 0,-1 1 0 0 0,0-1 1 0 0,0 1-1 0 0,0 0 0 0 0,0 0 0 0 0,-1 1 0 0 0,-6-4 0 0 0,6 5 3 0 0,-1-1 0 0 0,1 1 0 0 0,-1 0 0 0 0,1 0 0 0 0,-1 0 0 0 0,0 1 0 0 0,1 0 0 0 0,-1 0 0 0 0,0 0 1 0 0,1 1-1 0 0,-1 0 0 0 0,0 0 0 0 0,1 1 0 0 0,0-1 0 0 0,-1 1 0 0 0,1 0 0 0 0,0 1 0 0 0,0-1 0 0 0,-8 6 0 0 0,-3 2 4 0 0,1 1 0 0 0,1 0 1 0 0,0 1-1 0 0,-23 25 0 0 0,16-14 19 0 0,2 1 0 0 0,-33 53 0 0 0,45-66-6 0 0,1 1-1 0 0,0 0 1 0 0,1 0-1 0 0,1 0 1 0 0,0 1-1 0 0,0 0 1 0 0,1 0-1 0 0,1 0 1 0 0,-2 22-1 0 0,4-31-54 0 0,1-1-1 0 0,-1 1 1 0 0,0-1-1 0 0,1 0 1 0 0,0 1-1 0 0,0-1 0 0 0,0 0 1 0 0,0 0-1 0 0,0 0 1 0 0,0 0-1 0 0,1 0 1 0 0,0 0-1 0 0,0 0 1 0 0,-1 0-1 0 0,2 0 1 0 0,-1-1-1 0 0,0 1 1 0 0,0-1-1 0 0,1 0 1 0 0,-1 0-1 0 0,1 0 1 0 0,0 0-1 0 0,0 0 1 0 0,0 0-1 0 0,0-1 1 0 0,0 1-1 0 0,0-1 0 0 0,0 0 1 0 0,0 0-1 0 0,0 0 1 0 0,6 1-1 0 0,1-1-346 0 0,-1 1-1 0 0,1-1 0 0 0,0-1 1 0 0,-1 0-1 0 0,1 0 0 0 0,0-1 1 0 0,-1-1-1 0 0,1 1 0 0 0,-1-1 1 0 0,10-4-1 0 0,-4 0 135 0 0,0 0-1 0 0,-1-2 1 0 0,0 1-1 0 0,-1-2 1 0 0,0 0 0 0 0,0 0-1 0 0,-1-2 1 0 0,0 1 0 0 0,-1-1-1 0 0,14-17 1 0 0,7-14 1037 0 0,47-81 0 0 0,-66 101-234 0 0,20-38 971 0 0,-18 31-588 0 0,19-28 0 0 0,-33 57-927 0 0,0-1 0 0 0,-1 0 0 0 0,1 1 0 0 0,0-1 0 0 0,-1 1 0 0 0,1-1 0 0 0,0 0 0 0 0,0 1 0 0 0,-1 0 0 0 0,1-1 0 0 0,0 1 0 0 0,0-1 0 0 0,0 1 0 0 0,0 0 0 0 0,0 0 0 0 0,-1 0 0 0 0,1-1 0 0 0,0 1 0 0 0,0 0 0 0 0,0 0 0 0 0,0 0 0 0 0,0 0 0 0 0,0 0 0 0 0,0 1 0 0 0,0-1 0 0 0,0 0 0 0 0,-1 0 0 0 0,1 0 0 0 0,0 1 0 0 0,0-1 0 0 0,1 1 0 0 0,1 1 2 0 0,0-1 1 0 0,0 1 0 0 0,-1 0 0 0 0,1 0 0 0 0,-1 0 0 0 0,1 0-1 0 0,2 4 1 0 0,12 15 120 0 0,-1 2 1 0 0,-1 0-1 0 0,-2 1 0 0 0,22 50 0 0 0,-22-38 67 0 0,-1 0 0 0 0,-2 0-1 0 0,7 42 1 0 0,-15-69-158 0 0,-1 0 1 0 0,0-1-1 0 0,0 1 0 0 0,-1 0 1 0 0,0 0-1 0 0,0 0 0 0 0,-1-1 1 0 0,0 1-1 0 0,-1 0 0 0 0,0-1 1 0 0,0 1-1 0 0,-1-1 0 0 0,-7 16 1 0 0,-6-5 78 0 0,15-18-113 0 0,0 0 1 0 0,0 0 0 0 0,0-1-1 0 0,0 1 1 0 0,1 0 0 0 0,-1 0 0 0 0,-1-1-1 0 0,1 1 1 0 0,0-1 0 0 0,0 1-1 0 0,0-1 1 0 0,0 0 0 0 0,0 1-1 0 0,0-1 1 0 0,0 0 0 0 0,-1 0-1 0 0,1 1 1 0 0,-2-1 0 0 0,1-1-7 0 0,1 1 1 0 0,-1 0 0 0 0,1 0 0 0 0,-1-1-1 0 0,1 1 1 0 0,0-1 0 0 0,-1 0 0 0 0,1 1-1 0 0,0-1 1 0 0,-1 0 0 0 0,1 0-1 0 0,0 0 1 0 0,0 1 0 0 0,0-1 0 0 0,0 0-1 0 0,0-1 1 0 0,0 1 0 0 0,0 0-1 0 0,0 0 1 0 0,0 0 0 0 0,0-1 0 0 0,1 1-1 0 0,-1 0 1 0 0,1-1 0 0 0,-1 1 0 0 0,1 0-1 0 0,-1-1 1 0 0,1 1 0 0 0,0-1-1 0 0,-1 1 1 0 0,1-1 0 0 0,0 1 0 0 0,0-1-1 0 0,0 1 1 0 0,0-1 0 0 0,1 1-1 0 0,-1-1 1 0 0,0 1 0 0 0,0 0 0 0 0,1-1-1 0 0,0-1 1 0 0,0-1-1 0 0,1-4-37 0 0,0 0 0 0 0,1 0 0 0 0,0 0-1 0 0,0 0 1 0 0,1 0 0 0 0,0 0-1 0 0,1 1 1 0 0,-1 0 0 0 0,9-10 0 0 0,8-6-273 0 0,28-26 0 0 0,-31 32 198 0 0,15-12-536 0 0,1 1-1 0 0,40-25 1 0 0,80-40-1126 0 0,-110 67 1406 0 0,56-30-187 0 0,46-28-13 0 0,-121 68 731 0 0,-1-1 1 0 0,-1-1-1 0 0,34-35 1 0 0,-50 44 39 0 0,0 0 1 0 0,0 0 0 0 0,-1-1-1 0 0,0 0 1 0 0,0-1-1 0 0,4-11 1 0 0,-10 21-187 0 0,1 0 0 0 0,-1 0 0 0 0,1 0 0 0 0,-1 0 0 0 0,0-1 0 0 0,1 1 0 0 0,-1 0 0 0 0,0 0 0 0 0,0 0 0 0 0,0-1 0 0 0,0 1 0 0 0,0 0 0 0 0,0 0 0 0 0,0 0 0 0 0,0-1 0 0 0,-1 1 0 0 0,0-2 0 0 0,1 2-9 0 0,-1 1 0 0 0,1-1 0 0 0,-1 0-1 0 0,1 1 1 0 0,-1-1 0 0 0,1 1 0 0 0,-1-1-1 0 0,0 1 1 0 0,1-1 0 0 0,-1 1-1 0 0,0 0 1 0 0,1-1 0 0 0,-1 1 0 0 0,0 0-1 0 0,1 0 1 0 0,-1-1 0 0 0,0 1 0 0 0,0 0-1 0 0,0 0 1 0 0,0 0 0 0 0,-3 0 22 0 0,-1 0 1 0 0,1 0-1 0 0,0 0 1 0 0,-1 1-1 0 0,1 0 1 0 0,0 0-1 0 0,-6 2 0 0 0,-2 2 29 0 0,0 1 0 0 0,0 0 0 0 0,1 1 0 0 0,0 0-1 0 0,1 1 1 0 0,-1 0 0 0 0,2 0 0 0 0,-1 1 0 0 0,1 1-1 0 0,0-1 1 0 0,-11 18 0 0 0,18-24-48 0 0,0 1 1 0 0,0 0 0 0 0,0 0-1 0 0,0 0 1 0 0,0 0 0 0 0,1 1-1 0 0,0-1 1 0 0,0 0-1 0 0,0 1 1 0 0,0-1 0 0 0,1 0-1 0 0,0 1 1 0 0,0-1-1 0 0,0 1 1 0 0,0-1 0 0 0,2 8-1 0 0,-1-7 1 0 0,1 0-1 0 0,0 0 1 0 0,0 0-1 0 0,1 0 0 0 0,-1 0 1 0 0,1 0-1 0 0,0-1 1 0 0,0 1-1 0 0,1-1 1 0 0,-1 0-1 0 0,1 0 0 0 0,0 0 1 0 0,5 3-1 0 0,49 37-18 0 0,-35-28 192 0 0,-1 1 0 0 0,36 36 0 0 0,-56-51-75 0 0,-1 0 0 0 0,1-1 1 0 0,-1 1-1 0 0,1 0 0 0 0,-1 0 1 0 0,0 0-1 0 0,0 0 0 0 0,0 0 1 0 0,0 1-1 0 0,0-1 0 0 0,0 0 1 0 0,-1 0-1 0 0,1 1 0 0 0,-1-1 1 0 0,1 0-1 0 0,-1 1 0 0 0,0-1 1 0 0,0 0-1 0 0,0 1 0 0 0,0-1 1 0 0,0 1-1 0 0,-1-1 0 0 0,1 0 1 0 0,-1 1-1 0 0,0-1 0 0 0,1 0 1 0 0,-1 0-1 0 0,0 0 0 0 0,0 0 1 0 0,-1 1-1 0 0,1-1 0 0 0,0-1 1 0 0,-1 1-1 0 0,1 0 0 0 0,-1 0 1 0 0,1 0-1 0 0,-4 2 0 0 0,-6 5 111 0 0,-1 0 0 0 0,1 0-1 0 0,-2-1 1 0 0,-22 11 0 0 0,29-15-129 0 0,-6 1-52 0 0,-1 0 1 0 0,1 0-1 0 0,0-1 0 0 0,-1-1 0 0 0,0 0 0 0 0,-15 1 1 0 0,26-4-56 0 0,-2 1-251 0 0,0-1 0 0 0,0 0 0 0 0,0 0 0 0 0,0-1 1 0 0,0 1-1 0 0,0-1 0 0 0,0 0 0 0 0,1 0 0 0 0,-1 0 0 0 0,0 0 1 0 0,-5-3-1 0 0,6 2-278 0 0,-1 1 0 0 0,1-1-1 0 0,0-1 1 0 0,0 1 0 0 0,0 0 0 0 0,0-1 0 0 0,0 1 0 0 0,0-1 0 0 0,1 0-1 0 0,-1 0 1 0 0,-2-4 0 0 0,-3-9-3894 0 0,0-5-2107 0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13:43.7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317 52 704 0 0,'-111'23'6716'0'0,"-82"12"2600"0"0,180-34-8651 0 0,19-3-429 0 0,29-4-288 0 0,-23 5 127 0 0,185-28-248 0 0,-19 4-2317 0 0,-1-10-5346 0 0,-128 22 3079 0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13:46.4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157 685 548 0 0,'7'-13'4973'0'0,"10"-51"3765"0"0,-16 60-8292 0 0,-1 1 0 0 0,0-1 0 0 0,0 1 0 0 0,1 0 0 0 0,-2-1-1 0 0,1 1 1 0 0,-1-7 0 0 0,0 10-410 0 0,1-1 0 0 0,0 1-1 0 0,0 0 1 0 0,0-1 0 0 0,0 1 0 0 0,0 0-1 0 0,-1-1 1 0 0,1 1 0 0 0,0 0-1 0 0,0-1 1 0 0,0 1 0 0 0,-1 0 0 0 0,1 0-1 0 0,0-1 1 0 0,0 1 0 0 0,-1 0-1 0 0,1 0 1 0 0,0 0 0 0 0,-1-1 0 0 0,1 1-1 0 0,0 0 1 0 0,-1 0 0 0 0,1 0 0 0 0,0 0-1 0 0,-1 0 1 0 0,1-1 0 0 0,0 1-1 0 0,-1 0 1 0 0,1 0 0 0 0,-2 1-33 0 0,1-1 0 0 0,0 0 0 0 0,0 1 0 0 0,0-1 0 0 0,0 1 0 0 0,-1-1 0 0 0,1 1 0 0 0,0 0 0 0 0,0-1 0 0 0,0 1 0 0 0,0 0 0 0 0,0 0 0 0 0,-1 2 0 0 0,-11 11 21 0 0,1 1 0 0 0,0 0 0 0 0,1 1 0 0 0,-15 30 0 0 0,10-13-19 0 0,-19 55 0 0 0,31-78 1 0 0,1 0 0 0 0,1 0-1 0 0,-1 0 1 0 0,2 1 0 0 0,0-1-1 0 0,0 1 1 0 0,0-1 0 0 0,2 1-1 0 0,-1-1 1 0 0,1 1 0 0 0,1-1-1 0 0,0 0 1 0 0,6 20 0 0 0,-7-28 0 0 0,1 0-1 0 0,-1-1 1 0 0,0 1 0 0 0,1-1 0 0 0,-1 1 0 0 0,1-1 0 0 0,0 0 0 0 0,-1 0-1 0 0,1 0 1 0 0,0 0 0 0 0,0 0 0 0 0,0 0 0 0 0,-1 0 0 0 0,1-1-1 0 0,0 1 1 0 0,0-1 0 0 0,3 1 0 0 0,-4 0-6 0 0,4 0 6 0 0,-1-1 0 0 0,1 1-1 0 0,0-1 1 0 0,0 1 0 0 0,0-1 0 0 0,0-1 0 0 0,-1 1-1 0 0,1-1 1 0 0,0 0 0 0 0,0 0 0 0 0,-1 0 0 0 0,9-3-1 0 0,1-2 4 0 0,-1 0 0 0 0,21-14 0 0 0,-19 10 1 0 0,-1-1 0 0 0,0 0 0 0 0,-1-1 0 0 0,0-1 0 0 0,-1 0 0 0 0,0 0-1 0 0,-1-1 1 0 0,-1-1 0 0 0,0 0 0 0 0,-1 0 0 0 0,8-20 0 0 0,-8 14-1 0 0,0-2-1 0 0,-2 1 1 0 0,0-1-1 0 0,-2 0 1 0 0,0-1-1 0 0,-2 1 1 0 0,1-45-1 0 0,-4 53-14 0 0,0 0 0 0 0,-1 0-1 0 0,-1 0 1 0 0,-1 1-1 0 0,0-1 1 0 0,-8-20 0 0 0,9 31-1 0 0,1-1 0 0 0,-2 1 0 0 0,1 0 0 0 0,0 0 0 0 0,-1 0 1 0 0,0 1-1 0 0,0-1 0 0 0,0 0 0 0 0,0 1 0 0 0,-6-5 0 0 0,6 6 2 0 0,0 0-1 0 0,0 1 1 0 0,0-1 0 0 0,0 1-1 0 0,0 0 1 0 0,0 0-1 0 0,0 0 1 0 0,-1 0-1 0 0,1 0 1 0 0,0 1-1 0 0,0 0 1 0 0,-1-1 0 0 0,1 1-1 0 0,0 0 1 0 0,-1 1-1 0 0,-5 0 1 0 0,-2 2-4 0 0,-1 0 0 0 0,0 1 0 0 0,1 0 0 0 0,0 1 0 0 0,0 0 0 0 0,0 1 0 0 0,1 0 0 0 0,-1 1 0 0 0,-10 9 0 0 0,-2 3-17 0 0,2 1 1 0 0,-32 36-1 0 0,46-47 17 0 0,0 0-1 0 0,1 1 1 0 0,0-1 0 0 0,0 1-1 0 0,1 0 1 0 0,0 1 0 0 0,1-1-1 0 0,0 1 1 0 0,-4 16 0 0 0,8-23 11 0 0,-1 0-1 0 0,0 0 1 0 0,1 0 0 0 0,0 1 0 0 0,0-1 0 0 0,0 0 0 0 0,0 0-1 0 0,0 0 1 0 0,1 0 0 0 0,0 0 0 0 0,0 0 0 0 0,0 0-1 0 0,0-1 1 0 0,1 1 0 0 0,0 0 0 0 0,-1 0 0 0 0,1-1 0 0 0,1 1-1 0 0,-1-1 1 0 0,0 0 0 0 0,1 0 0 0 0,0 0 0 0 0,-1 0 0 0 0,1 0-1 0 0,1 0 1 0 0,-1-1 0 0 0,0 1 0 0 0,0-1 0 0 0,6 2-1 0 0,2 2 2 0 0,1-2 0 0 0,0 0-1 0 0,0 0 1 0 0,1-1-1 0 0,-1-1 1 0 0,1 0 0 0 0,0-1-1 0 0,-1 0 1 0 0,1-1-1 0 0,0 0 1 0 0,0-1-1 0 0,-1 0 1 0 0,14-4 0 0 0,5-2 6 0 0,0-1 1 0 0,-1-2 0 0 0,-1 0-1 0 0,33-18 1 0 0,-34 14 3 0 0,-1-1 0 0 0,0-2 0 0 0,-1 0 1 0 0,44-40-1 0 0,-53 40-2 0 0,0 0 1 0 0,-2-1-1 0 0,0-1 1 0 0,-1 0-1 0 0,-1-1 0 0 0,0-1 1 0 0,9-22-1 0 0,-10 15-6 0 0,-2-1 0 0 0,0 0 0 0 0,-2 0-1 0 0,6-40 1 0 0,-7 16 45 0 0,-1-86 0 0 0,-10 112-76 0 0,3 27 25 0 0,1-1 0 0 0,-1 1 0 0 0,0 0-1 0 0,0 0 1 0 0,1 0 0 0 0,-1 0 0 0 0,0 0 0 0 0,0 0-1 0 0,0 0 1 0 0,1 0 0 0 0,-1 0 0 0 0,0 0-1 0 0,0 0 1 0 0,1 0 0 0 0,-1 1 0 0 0,0-1-1 0 0,1 0 1 0 0,-1 1 0 0 0,0-1 0 0 0,1 0-1 0 0,-2 1 1 0 0,0 1 0 0 0,-1 0 0 0 0,1 0 0 0 0,0 0 0 0 0,0 0 1 0 0,0 1-1 0 0,0-1 0 0 0,0 0 0 0 0,0 1 0 0 0,0-1 0 0 0,-1 5 0 0 0,-14 31 19 0 0,14-32-21 0 0,-11 33 36 0 0,2 1 0 0 0,1 0 0 0 0,2 1 0 0 0,-3 45 1 0 0,-3 169 168 0 0,30 189 51 0 0,26 0-68 0 0,-30-345-165 0 0,45 355 119 0 0,-51-419-103 0 0,12 62 308 0 0,-16-96-338 0 0,-1 0-1 0 0,0 0 0 0 0,0 0 1 0 0,0-1-1 0 0,0 1 1 0 0,1 0-1 0 0,-1-1 0 0 0,0 1 1 0 0,1 0-1 0 0,-1-1 1 0 0,0 1-1 0 0,1 0 1 0 0,-1-1-1 0 0,1 1 0 0 0,-1 0 1 0 0,1-1-1 0 0,-1 1 1 0 0,1-1-1 0 0,0 1 0 0 0,-1-1 1 0 0,1 0-1 0 0,0 1 1 0 0,-1-1-1 0 0,1 0 0 0 0,0 1 1 0 0,-1-1-1 0 0,1 0 1 0 0,1 1-1 0 0,-1-1-2 0 0,1-1 1 0 0,0 1-1 0 0,-1 0 1 0 0,1 0-1 0 0,-1-1 1 0 0,1 1-1 0 0,-1-1 1 0 0,1 1-1 0 0,-1-1 1 0 0,0 0-1 0 0,1 0 0 0 0,-1 1 1 0 0,2-2-1 0 0,3-3-3 0 0,0 0-1 0 0,0-1 1 0 0,-1 1-1 0 0,8-10 1 0 0,-2-2 6 0 0,-1-1 0 0 0,0 0 1 0 0,-1-1-1 0 0,-1 1 0 0 0,0-2 0 0 0,-2 1 0 0 0,0-1 1 0 0,-1 0-1 0 0,-1-1 0 0 0,-1 1 0 0 0,0-30 1 0 0,-3 36-1 0 0,-1 0 0 0 0,-1-1 0 0 0,0 1 0 0 0,0 0 0 0 0,-2 0 0 0 0,0 0 1 0 0,0 1-1 0 0,-1-1 0 0 0,-1 1 0 0 0,-1 0 0 0 0,1 1 0 0 0,-14-18 0 0 0,6 11-15 0 0,-2 1-1 0 0,0 0 1 0 0,-1 2-1 0 0,-1 0 1 0 0,-1 0-1 0 0,-33-20 1 0 0,-27-11 76 0 0,-95-39 0 0 0,-54-31 1022 0 0,226 116-1082 0 0,-8-5 51 0 0,0-1 0 0 0,0 1 0 0 0,1-2 0 0 0,-14-12 0 0 0,21 18-85 0 0,0 0 1 0 0,1 0-1 0 0,-1 0 0 0 0,1 0 0 0 0,-1 0 1 0 0,1 0-1 0 0,0-1 0 0 0,0 1 0 0 0,0 0 1 0 0,0-1-1 0 0,0 1 0 0 0,0 0 1 0 0,1-1-1 0 0,-1 1 0 0 0,1-1 0 0 0,0 1 1 0 0,0-1-1 0 0,0 1 0 0 0,0-1 0 0 0,0 0 1 0 0,0 1-1 0 0,1-1 0 0 0,-1 1 0 0 0,1 0 1 0 0,0-1-1 0 0,-1 1 0 0 0,1-1 0 0 0,2-2 1 0 0,4-7-442 0 0,1-1-1 0 0,1 1 1 0 0,0 1 0 0 0,1 0 0 0 0,0 0 0 0 0,0 1-1 0 0,16-12 1 0 0,90-57-3715 0 0,-69 49 2036 0 0,15-11-1739 0 0,10-7-1573 0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13:47.7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 65 2296 0 0,'4'-43'11198'0'0,"-4"41"-10830"0"0,0 1-1 0 0,0-1 1 0 0,0 1-1 0 0,0-1 1 0 0,0 1 0 0 0,0-1-1 0 0,-1 1 1 0 0,1-1-1 0 0,0 1 1 0 0,-1 0 0 0 0,1-1-1 0 0,-1 1 1 0 0,-1-2-1 0 0,0 16-224 0 0,0 1-1 0 0,0 0 0 0 0,2-1 1 0 0,1 26-1 0 0,-1 6 274 0 0,-16 243 598 0 0,-3 187-661 0 0,34-254-257 0 0,-15-219-93 0 0,0-1-1 0 0,0 1 1 0 0,0 0 0 0 0,1 0-1 0 0,-1-1 1 0 0,0 1-1 0 0,1 0 1 0 0,0 0-1 0 0,-1-1 1 0 0,1 1-1 0 0,0-1 1 0 0,0 1 0 0 0,0-1-1 0 0,0 1 1 0 0,0-1-1 0 0,0 1 1 0 0,0-1-1 0 0,0 0 1 0 0,1 0-1 0 0,-1 1 1 0 0,3 0 0 0 0,-2-1-30 0 0,0 0 1 0 0,0-1 0 0 0,0 1 0 0 0,0-1 0 0 0,0 0 0 0 0,0 0-1 0 0,0 1 1 0 0,0-2 0 0 0,0 1 0 0 0,1 0 0 0 0,-1 0 0 0 0,0 0-1 0 0,0-1 1 0 0,0 0 0 0 0,3 0 0 0 0,5-4-316 0 0,0 0-1 0 0,0 0 1 0 0,0-1 0 0 0,-1 0-1 0 0,10-8 1 0 0,-2 1-816 0 0,0-2 0 0 0,-1 0 0 0 0,0-1 0 0 0,-1-1 0 0 0,24-35 1 0 0,-32 40-242 0 0,-1 0 1 0 0,0 0 0 0 0,7-19 0 0 0,-6 5-2473 0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13:48.9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187 396 1796 0 0,'-150'32'9416'0'0,"147"-32"-9160"0"0,-13 2 171 0 0,13-1-168 0 0,-11 2 155 0 0,54-13-301 0 0,66-28 0 0 0,-38 13-101 0 0,477-179 308 0 0,-534 200-301 0 0,13-7 55 0 0,26-14-1 0 0,-44 21-56 0 0,0 1-1 0 0,0-1 1 0 0,-1-1 0 0 0,1 1-1 0 0,-1-1 1 0 0,0 0 0 0 0,-1 0-1 0 0,1 0 1 0 0,4-8 0 0 0,-8 12-12 0 0,-1 0 1 0 0,1 0-1 0 0,-1-1 1 0 0,1 1 0 0 0,-1 0-1 0 0,0-1 1 0 0,1 1 0 0 0,-1 0-1 0 0,0-1 1 0 0,0 1 0 0 0,0-1-1 0 0,0 1 1 0 0,0 0-1 0 0,0-1 1 0 0,-1 1 0 0 0,1-1-1 0 0,0 1 1 0 0,-1 0 0 0 0,1-1-1 0 0,-1 1 1 0 0,1 0 0 0 0,-1 0-1 0 0,1-1 1 0 0,-1 1-1 0 0,0 0 1 0 0,0 0 0 0 0,0 0-1 0 0,0 0 1 0 0,0 0 0 0 0,-2-2-1 0 0,0 0 35 0 0,0 0 1 0 0,-1 1-1 0 0,1-1 0 0 0,-1 1 0 0 0,0-1 0 0 0,0 1 0 0 0,-6-2 1 0 0,8 3-23 0 0,-16 5-8 0 0,16-3-12 0 0,0 0 0 0 0,-1 0 0 0 0,1 0 0 0 0,1 0 0 0 0,-1 0 0 0 0,0 0-1 0 0,0 1 1 0 0,0-1 0 0 0,1 1 0 0 0,-1-1 0 0 0,1 1 0 0 0,-1 0 0 0 0,1 0 0 0 0,0 0-1 0 0,-1-1 1 0 0,-1 5 0 0 0,-13 32 0 0 0,7-8-1 0 0,1 1 1 0 0,1-1-1 0 0,2 1 0 0 0,1 0 1 0 0,0 41-1 0 0,5 2 60 0 0,12 83-1 0 0,27 53 30 0 0,-11-70-5 0 0,-23-107-24 0 0,-2-19 168 0 0,-2 1 0 0 0,0-1 0 0 0,0 20 0 0 0,-2-32 163 0 0,-3-3-301 0 0,0 0-70 0 0,0 0 0 0 0,0 1 0 0 0,1-1 0 0 0,-1-1 0 0 0,1 1 1 0 0,-1 0-1 0 0,1-1 0 0 0,0 1 0 0 0,-1-1 0 0 0,1 0 0 0 0,0 1 0 0 0,0-1 0 0 0,0 0 0 0 0,0-1 1 0 0,0 1-1 0 0,1 0 0 0 0,-1 0 0 0 0,1-1 0 0 0,-1 1 0 0 0,1-1 0 0 0,-1-3 0 0 0,-2-5-21 0 0,2 0 0 0 0,-1-1 0 0 0,1 1-1 0 0,1-1 1 0 0,0 1 0 0 0,1-1-1 0 0,0 1 1 0 0,1-1 0 0 0,0 1-1 0 0,1-1 1 0 0,0 1 0 0 0,1 0 0 0 0,0-1-1 0 0,6-12 1 0 0,-3 9-12 0 0,1 1 0 0 0,0 0 0 0 0,1 0 0 0 0,0 1 1 0 0,1 0-1 0 0,0 0 0 0 0,1 1 0 0 0,1 0 0 0 0,23-20 0 0 0,-23 24 6 0 0,1 1 0 0 0,-1 0 1 0 0,1 1-1 0 0,1 0 0 0 0,-1 0 0 0 0,1 2 0 0 0,0-1 0 0 0,0 2 1 0 0,0-1-1 0 0,0 2 0 0 0,23-2 0 0 0,-31 4 9 0 0,-1 0 0 0 0,1 1-1 0 0,0 0 1 0 0,-1-1 0 0 0,1 1 0 0 0,-1 1-1 0 0,1-1 1 0 0,-1 1 0 0 0,0 0 0 0 0,1 0 0 0 0,-1 0-1 0 0,0 0 1 0 0,0 1 0 0 0,0 0 0 0 0,-1 0-1 0 0,1 0 1 0 0,-1 0 0 0 0,1 0 0 0 0,2 5-1 0 0,0 1 14 0 0,-1-1-1 0 0,-1 1 0 0 0,0 0 0 0 0,0 0 1 0 0,-1 0-1 0 0,0 1 0 0 0,0-1 0 0 0,-1 1 1 0 0,0 0-1 0 0,-1-1 0 0 0,0 11 0 0 0,0 18 18 0 0,-8 58 0 0 0,3-46-38 0 0,2-27 8 0 0,0 43 36 0 0,2-65-29 0 0,0 0 0 0 0,0 1 0 0 0,0-1 0 0 0,0 1-1 0 0,0-1 1 0 0,1 0 0 0 0,-1 1 0 0 0,0-1 0 0 0,1 0-1 0 0,-1 1 1 0 0,1-1 0 0 0,0 0 0 0 0,-1 0 0 0 0,1 0-1 0 0,0 1 1 0 0,0-1 0 0 0,0 0 0 0 0,0 0 0 0 0,0 0-1 0 0,0 0 1 0 0,0 0 0 0 0,0 0 0 0 0,0-1 0 0 0,0 1-1 0 0,0 0 1 0 0,0-1 0 0 0,1 1 0 0 0,-1 0-1 0 0,0-1 1 0 0,1 1 0 0 0,-1-1 0 0 0,0 0 0 0 0,1 0-1 0 0,-1 1 1 0 0,0-1 0 0 0,1 0 0 0 0,-1 0 0 0 0,1 0-1 0 0,1-1 1 0 0,5 1 12 0 0,0-1-1 0 0,0-1 0 0 0,0 1 1 0 0,0-1-1 0 0,8-3 0 0 0,15-8 9 0 0,0 0 0 0 0,-1-2-1 0 0,39-27 1 0 0,79-64-19 0 0,-125 88 99 0 0,-1-1 1 0 0,25-27 0 0 0,-40 38-2 0 0,-1 0 0 0 0,0 1 0 0 0,0-2 1 0 0,0 1-1 0 0,-1-1 0 0 0,-1 0 0 0 0,1 0 1 0 0,-2 0-1 0 0,1 0 0 0 0,2-13 0 0 0,-5 19-87 0 0,-1 0 0 0 0,0-1 0 0 0,0 1 0 0 0,0 0-1 0 0,0 0 1 0 0,0 0 0 0 0,-1-1 0 0 0,1 1 0 0 0,-1 0 0 0 0,0 0-1 0 0,0 0 1 0 0,0 0 0 0 0,0 0 0 0 0,-1 0 0 0 0,1 1-1 0 0,-1-1 1 0 0,0 0 0 0 0,-2-3 0 0 0,3 5-15 0 0,0 0-2 0 0,1 1-1 0 0,-1-1 1 0 0,1 0 0 0 0,-1 1 0 0 0,0-1 0 0 0,1 1 0 0 0,-1-1 0 0 0,0 1 0 0 0,1-1 0 0 0,-1 1 0 0 0,0-1 0 0 0,0 1-1 0 0,1 0 1 0 0,-1-1 0 0 0,0 1 0 0 0,0 0 0 0 0,0 0 0 0 0,1-1 0 0 0,-1 1 0 0 0,0 0 0 0 0,0 0 0 0 0,0 0-1 0 0,0 0 1 0 0,-1 1 0 0 0,-4-1-2 0 0,0 1-1 0 0,1 0 0 0 0,-1 0 1 0 0,1 1-1 0 0,-1-1 0 0 0,1 1 1 0 0,0 0-1 0 0,-1 1 1 0 0,1 0-1 0 0,0-1 0 0 0,1 1 1 0 0,-1 1-1 0 0,0-1 0 0 0,1 1 1 0 0,0 0-1 0 0,-5 4 0 0 0,0 1 3 0 0,-5 5 3 0 0,1 0 1 0 0,0 1-1 0 0,-17 26 1 0 0,23-31 0 0 0,1 0 1 0 0,1 1-1 0 0,0 0 1 0 0,0-1-1 0 0,1 1 1 0 0,1 1-1 0 0,-3 12 1 0 0,5-21-3 0 0,1 0 1 0 0,-1 0-1 0 0,1 0 1 0 0,0 0-1 0 0,0 0 0 0 0,0 0 1 0 0,1 0-1 0 0,-1-1 1 0 0,1 1-1 0 0,0 0 1 0 0,-1 0-1 0 0,1 0 0 0 0,0 0 1 0 0,1-1-1 0 0,-1 1 1 0 0,0 0-1 0 0,1-1 0 0 0,2 3 1 0 0,-1-1 4 0 0,0-1-1 0 0,1 0 1 0 0,-1 0 0 0 0,1 0 0 0 0,0 0-1 0 0,0-1 1 0 0,0 1 0 0 0,0-1 0 0 0,0 0-1 0 0,7 2 1 0 0,3 0 11 0 0,0-1 0 0 0,1 0 0 0 0,-1-1 0 0 0,1 0 0 0 0,0-1 0 0 0,15-1 0 0 0,29-4-1049 0 0,104-21 1 0 0,53-27-5486 0 0,-164 37 3284 0 0,0-3-1034 0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13:49.9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409 82 1832 0 0,'-10'-43'11177'0'0,"9"40"-10807"0"0,0 1-1 0 0,-1-1 0 0 0,1 1 1 0 0,0 0-1 0 0,-1-1 0 0 0,1 1 1 0 0,-1 0-1 0 0,0 0 1 0 0,0 0-1 0 0,1 0 0 0 0,-1 0 1 0 0,-5-3-1 0 0,6 4 22 0 0,-18-5 521 0 0,11 8-877 0 0,0 0-1 0 0,1 1 1 0 0,-1 0 0 0 0,0 0 0 0 0,1 1 0 0 0,0-1 0 0 0,0 2 0 0 0,0-1-1 0 0,0 1 1 0 0,1 0 0 0 0,0 0 0 0 0,-11 12 0 0 0,-9 12-3 0 0,-30 43 0 0 0,51-66-18 0 0,-25 35 28 0 0,-48 87-1 0 0,69-109-40 0 0,0 1 0 0 0,1-1-1 0 0,1 1 1 0 0,1 1 0 0 0,1-1-1 0 0,1 1 1 0 0,-3 31 0 0 0,6-45 3 0 0,1 0 1 0 0,0 1 0 0 0,1-1-1 0 0,0 0 1 0 0,0 0 0 0 0,0 0-1 0 0,1 0 1 0 0,0 0 0 0 0,0 0 0 0 0,1 0-1 0 0,0-1 1 0 0,6 12 0 0 0,-6-13-6 0 0,1-1 0 0 0,0 0 0 0 0,0 1 0 0 0,0-1 0 0 0,0-1 0 0 0,1 1 0 0 0,0-1 1 0 0,-1 1-1 0 0,1-1 0 0 0,0-1 0 0 0,0 1 0 0 0,1-1 0 0 0,-1 0 0 0 0,1 0 1 0 0,-1 0-1 0 0,9 1 0 0 0,5 0-330 0 0,1-1 0 0 0,0-1 0 0 0,-1-1 1 0 0,1 0-1 0 0,0-2 0 0 0,-1 0 0 0 0,1-1 0 0 0,-1-1 1 0 0,20-7-1 0 0,-10 2-435 0 0,0-2 0 0 0,0-1 1 0 0,-1-2-1 0 0,-1 0 0 0 0,27-20 1 0 0,-35 20 548 0 0,-1 0 1 0 0,-1 0-1 0 0,-1-2 0 0 0,0 0 1 0 0,22-29-1 0 0,-31 35 469 0 0,0 0 0 0 0,-1 0 0 0 0,0 0 0 0 0,-1-1 0 0 0,0 0 0 0 0,0 0 0 0 0,-1 0 0 0 0,-1-1 1 0 0,0 1-1 0 0,0-1 0 0 0,-2 0 0 0 0,2-15 0 0 0,-4 13 415 0 0,-1 0 0 0 0,0 1 0 0 0,-1-1 0 0 0,-8-22 0 0 0,1 23-269 0 0,10 12-394 0 0,0 1 0 0 0,-1 0 0 0 0,1-1-1 0 0,0 1 1 0 0,-1 0 0 0 0,1 0 0 0 0,-1-1-1 0 0,1 1 1 0 0,0 0 0 0 0,-1 0 0 0 0,1 0-1 0 0,-1-1 1 0 0,1 1 0 0 0,0 0 0 0 0,-1 0-1 0 0,1 0 1 0 0,-1 0 0 0 0,1 0 0 0 0,-1 0-1 0 0,1 0 1 0 0,0 0 0 0 0,-1 0 0 0 0,1 0-1 0 0,-1 0 1 0 0,1 0 0 0 0,-1 0 0 0 0,1 1-1 0 0,0-1 1 0 0,-1 0 0 0 0,1 0 0 0 0,-1 0 0 0 0,0 1-1 0 0,-5 6 9 0 0,0 1 0 0 0,0-1 0 0 0,0 1 0 0 0,1 1 0 0 0,0-1 0 0 0,1 1 0 0 0,0 0 0 0 0,0 0 0 0 0,1 0 0 0 0,0 0 0 0 0,1 0 0 0 0,0 1 0 0 0,0-1 0 0 0,1 1 0 0 0,0 18 0 0 0,0-17-2 0 0,1 0 0 0 0,0 0 0 0 0,1 1 0 0 0,0-1 1 0 0,1 0-1 0 0,0 0 0 0 0,1 0 0 0 0,8 20 0 0 0,-9-26 1 0 0,1 1 0 0 0,0-1 0 0 0,0 0 0 0 0,0 0 0 0 0,1 0 0 0 0,0 0-1 0 0,0 0 1 0 0,0-1 0 0 0,0 0 0 0 0,1 0 0 0 0,-1 0 0 0 0,1-1 0 0 0,0 1-1 0 0,0-1 1 0 0,1 0 0 0 0,-1-1 0 0 0,1 1 0 0 0,5 1 0 0 0,2 0 9 0 0,0-1 0 0 0,0-1 0 0 0,0 0 0 0 0,0-1 0 0 0,0-1 0 0 0,0 1 0 0 0,1-2 0 0 0,-1 0 0 0 0,0-1 0 0 0,0 0 0 0 0,0-1 0 0 0,0 0 0 0 0,23-10 0 0 0,-27 9-14 0 0,-1 0 1 0 0,0 0 0 0 0,0-1-1 0 0,0 1 1 0 0,-1-2-1 0 0,1 1 1 0 0,-1-1-1 0 0,0-1 1 0 0,-1 1 0 0 0,0-1-1 0 0,0 0 1 0 0,0 0-1 0 0,-1-1 1 0 0,0 0-1 0 0,0 1 1 0 0,-1-2-1 0 0,0 1 1 0 0,-1-1 0 0 0,1 1-1 0 0,2-14 1 0 0,-5 11-10 0 0,0 0 1 0 0,0-1-1 0 0,-1 1 1 0 0,0 0-1 0 0,-1 0 0 0 0,0 0 1 0 0,-1 0-1 0 0,-1 0 1 0 0,1 0-1 0 0,-2 0 1 0 0,1 0-1 0 0,-1 1 1 0 0,-1 0-1 0 0,0 0 0 0 0,-9-12 1 0 0,9 13-3 0 0,0 1 0 0 0,-1 1 0 0 0,0-1 0 0 0,0 1 0 0 0,-1 0 0 0 0,0 1 0 0 0,-1 0 0 0 0,1 0 0 0 0,-1 0 0 0 0,0 1 0 0 0,0 0 0 0 0,-1 0 0 0 0,0 1-1 0 0,1 1 1 0 0,-1-1 0 0 0,-1 1 0 0 0,-16-3 0 0 0,21 5-4 0 0,0 1-1 0 0,0-1 0 0 0,0 1 0 0 0,0 1 1 0 0,0-1-1 0 0,0 0 0 0 0,0 1 0 0 0,0 0 1 0 0,1 0-1 0 0,-1 1 0 0 0,0 0 0 0 0,1-1 1 0 0,-1 1-1 0 0,1 1 0 0 0,-1-1 0 0 0,-7 6 1 0 0,8-4 14 0 0,-1 1 0 0 0,1-1 1 0 0,0 1-1 0 0,0 0 1 0 0,0 0-1 0 0,1 0 1 0 0,0 1-1 0 0,0-1 0 0 0,0 1 1 0 0,0 0-1 0 0,-3 12 1 0 0,4-8-33 0 0,-1 1 0 0 0,2 0 0 0 0,-1-1 0 0 0,1 1 0 0 0,1 0 0 0 0,0 0 0 0 0,1 0 0 0 0,0 0 0 0 0,0 0 0 0 0,1 0 0 0 0,1-1 0 0 0,-1 1 0 0 0,2-1 0 0 0,8 19 0 0 0,-8-22-338 0 0,0-1-1 0 0,1 0 1 0 0,0 0-1 0 0,0 0 1 0 0,0 0-1 0 0,1-1 1 0 0,-1 0 0 0 0,1 0-1 0 0,1 0 1 0 0,10 6-1 0 0,-9-7-718 0 0,0 0-1 0 0,0-1 1 0 0,1 0 0 0 0,0 0-1 0 0,10 2 1 0 0,7 0-3969 0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13:50.4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 76 2080 0 0,'-40'-76'12001'0'0,"126"236"-9785"0"0,-71-129-1967 0 0,-2-1 0 0 0,-2 2 0 0 0,-1 0 1 0 0,8 41-1 0 0,-15-54-11 0 0,0 0 0 0 0,-2 0 0 0 0,0 0 0 0 0,-2 0 1 0 0,0 0-1 0 0,-1 0 0 0 0,0 0 0 0 0,-2 0 0 0 0,-6 19 0 0 0,8-31-7 0 0,0 0 0 0 0,-1 0 0 0 0,0 0 0 0 0,0 0 0 0 0,-1 0 0 0 0,0-1 0 0 0,0 1 0 0 0,0-1 0 0 0,-1 0 0 0 0,0 0 0 0 0,0-1 0 0 0,-8 7 0 0 0,10-10-51 0 0,1-2-155 0 0,0 0 0 0 0,0 0-1 0 0,0 0 1 0 0,0-1 0 0 0,0 1-1 0 0,0-1 1 0 0,-1 1 0 0 0,1-1-1 0 0,1 0 1 0 0,-1 0 0 0 0,0 0-1 0 0,0 0 1 0 0,0 0 0 0 0,0 0-1 0 0,1-1 1 0 0,-1 1 0 0 0,0 0-1 0 0,1-1 1 0 0,-2-1 0 0 0,0-1-5 0 0,1 0 1 0 0,0 0 0 0 0,-1 0-1 0 0,1 0 1 0 0,1 0-1 0 0,-1 0 1 0 0,1 0 0 0 0,-2-9-1 0 0,1 1-11 0 0,1 0 0 0 0,0 1-1 0 0,1-1 1 0 0,0 0 0 0 0,0 0 0 0 0,4-16 0 0 0,1 9-186 0 0,0 0 0 0 0,1 1 1 0 0,1-1-1 0 0,1 2 1 0 0,0-1-1 0 0,2 1 1 0 0,0 0-1 0 0,1 1 1 0 0,0 0-1 0 0,20-21 1 0 0,-11 16-1437 0 0,2 0 0 0 0,26-19 1 0 0,-15 16-3246 0 0,35-19 0 0 0,-48 31-90 0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13:51.1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 8 740 0 0,'-3'-8'14478'0'0,"13"31"-13819"0"0,-1 0 1 0 0,-1 0-1 0 0,6 30 0 0 0,11 75 1396 0 0,-25-127-2053 0 0,5 45 414 0 0,-2 0 0 0 0,-5 85-1 0 0,-1-98 594 0 0,-13 58-1 0 0,16-90-984 0 0,0-1 1 0 0,0 1-1 0 0,0 0 0 0 0,0-1 0 0 0,-1 1 0 0 0,1 0 1 0 0,0-1-1 0 0,-1 1 0 0 0,1-1 0 0 0,0 1 0 0 0,-1-1 0 0 0,1 1 1 0 0,-1 0-1 0 0,1-1 0 0 0,-1 0 0 0 0,1 1 0 0 0,-1-1 1 0 0,1 1-1 0 0,-1-1 0 0 0,1 0 0 0 0,-1 1 0 0 0,1-1 1 0 0,-1 0-1 0 0,0 1 0 0 0,1-1 0 0 0,-1 0 0 0 0,0 0 1 0 0,1 0-1 0 0,-1 0 0 0 0,0 1 0 0 0,1-1 0 0 0,-1 0 1 0 0,0 0-1 0 0,1-1 0 0 0,-1 1 0 0 0,0 0 0 0 0,0 0 1 0 0,1 0-1 0 0,-1 0 0 0 0,-1-1 0 0 0,0 0 4 0 0,0 1 0 0 0,0-1 0 0 0,0 0 0 0 0,0 0 0 0 0,0 0 0 0 0,0 0 0 0 0,0-1 0 0 0,1 1 0 0 0,-4-3 0 0 0,2 0-14 0 0,0-1 0 0 0,1 0 0 0 0,0 1 0 0 0,-1-1 0 0 0,2 0 0 0 0,-1 0 1 0 0,0 0-1 0 0,1 0 0 0 0,0 0 0 0 0,0 0 0 0 0,1 0 0 0 0,-1-7 1 0 0,1-1-31 0 0,1 0 0 0 0,0 0 1 0 0,5-21-1 0 0,-2 19 4 0 0,0 0 0 0 0,2 1 0 0 0,0 0 1 0 0,0 0-1 0 0,1 1 0 0 0,1-1 0 0 0,1 2 0 0 0,-1-1 0 0 0,13-12 1 0 0,-14 17-4 0 0,0 0 0 0 0,0 1 0 0 0,1 0 0 0 0,0 0 0 0 0,0 1 0 0 0,0 0 0 0 0,1 1 0 0 0,0-1 0 0 0,0 2 0 0 0,0-1 1 0 0,1 1-1 0 0,0 1 0 0 0,0 0 0 0 0,10-2 0 0 0,-6 4-21 0 0,0 0 0 0 0,0 1 0 0 0,-1 0 1 0 0,1 2-1 0 0,17 2 0 0 0,64 22-13 0 0,2 0 22 0 0,-81-23-100 0 0,2-1 0 0 0,-1 0 0 0 0,23-1-1 0 0,-38-1 112 0 0,0 0-1 0 0,0 0 0 0 0,0 0 1 0 0,0-1-1 0 0,0 1 0 0 0,0-1 0 0 0,0 1 1 0 0,0-1-1 0 0,0 0 0 0 0,0 1 0 0 0,0-1 1 0 0,0 0-1 0 0,0 0 0 0 0,-1-1 0 0 0,1 1 1 0 0,0 0-1 0 0,-1 0 0 0 0,1-1 1 0 0,-1 1-1 0 0,1-1 0 0 0,-1 0 0 0 0,0 1 1 0 0,0-1-1 0 0,0 0 0 0 0,0 0 0 0 0,0 0 1 0 0,0 1-1 0 0,0-1 0 0 0,0 0 0 0 0,-1 0 1 0 0,1 0-1 0 0,-1 0 0 0 0,1-4 0 0 0,0-2-29 0 0,-1 0-1 0 0,0 1 1 0 0,0-1-1 0 0,0 0 1 0 0,-1 1-1 0 0,0-1 1 0 0,-4-11-1 0 0,-1 2 12 0 0,0 0 0 0 0,-1 1 0 0 0,-1 0 0 0 0,-1 1-1 0 0,-11-18 1 0 0,19 32 30 0 0,0 0-1 0 0,1-1 1 0 0,-1 1-1 0 0,0 0 1 0 0,0 0-1 0 0,0 0 1 0 0,0 0-1 0 0,0 0 1 0 0,0 0-1 0 0,0 0 1 0 0,0 0-1 0 0,0 0 1 0 0,0 0-1 0 0,-1 0 1 0 0,1 1-1 0 0,0-1 1 0 0,0 0-1 0 0,-1 1 1 0 0,1-1-1 0 0,-1 1 1 0 0,1 0-1 0 0,-1-1 1 0 0,1 1-1 0 0,0 0 1 0 0,-1 0-1 0 0,1 0 1 0 0,-1 0-1 0 0,1 0 1 0 0,-1 0-1 0 0,1 0 1 0 0,-1 1-1 0 0,1-1 1 0 0,0 0-1 0 0,-1 1 1 0 0,1-1-1 0 0,-1 1 1 0 0,1 0-1 0 0,0-1 1 0 0,0 1-1 0 0,-1 0 1 0 0,1 0-1 0 0,0 0 1 0 0,0 0-1 0 0,-2 1 1 0 0,-3 5-12 0 0,-1 0 1 0 0,1 0 0 0 0,0 0-1 0 0,-10 16 1 0 0,16-22 13 0 0,-11 19 12 0 0,1 0 1 0 0,0 1 0 0 0,2 0 0 0 0,1 0 0 0 0,1 1-1 0 0,0 0 1 0 0,2 0 0 0 0,0 1 0 0 0,2-1-1 0 0,0 1 1 0 0,3 30 0 0 0,-1-42-55 0 0,1 0 0 0 0,1-1 0 0 0,0 1 0 0 0,0 0 0 0 0,1-1 0 0 0,1 1-1 0 0,7 16 1 0 0,-9-24-236 0 0,0 1 0 0 0,0 0 0 0 0,0-1 0 0 0,1 1-1 0 0,0-1 1 0 0,-1 0 0 0 0,1 0 0 0 0,0 0 0 0 0,1 0 0 0 0,-1-1-1 0 0,0 1 1 0 0,1-1 0 0 0,0 0 0 0 0,-1 0 0 0 0,1 0-1 0 0,0 0 1 0 0,0-1 0 0 0,0 1 0 0 0,0-1 0 0 0,0 0-1 0 0,0 0 1 0 0,8 0 0 0 0,-1-1-1102 0 0,1 0 0 0 0,-1-1 0 0 0,1-1 0 0 0,-1 1-1 0 0,22-8 1 0 0,-4 1-3146 0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13:51.6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347 133 2288 0 0,'6'-22'5737'0'0,"4"-42"0"0"0,-10 28-3352 0 0,0 36-2353 0 0,0-1 1 0 0,-1 1-1 0 0,1-1 1 0 0,0 1-1 0 0,0-1 1 0 0,0 1-1 0 0,-1-1 1 0 0,1 1-1 0 0,0-1 1 0 0,0 1-1 0 0,-1-1 1 0 0,1 1-1 0 0,0-1 1 0 0,-1 1-1 0 0,1 0 1 0 0,-1-1-1 0 0,1 1 1 0 0,0 0-1 0 0,-1-1 1 0 0,1 1-1 0 0,-1 0 0 0 0,1-1 1 0 0,-1 1-1 0 0,1 0 1 0 0,-1 0-1 0 0,1 0 1 0 0,-1-1-1 0 0,1 1 1 0 0,-1 0-1 0 0,0 0 1 0 0,1 0-1 0 0,-1 0 1 0 0,0 0-1 0 0,-16 2 236 0 0,15-1-283 0 0,-7 1 68 0 0,1 1 0 0 0,-1 0 0 0 0,1 0 0 0 0,0 1 0 0 0,0 0 0 0 0,-12 8 0 0 0,-40 33 124 0 0,59-44-171 0 0,-12 10 21 0 0,1 0 0 0 0,1 1 0 0 0,0 0 1 0 0,0 1-1 0 0,1 0 0 0 0,1 1 1 0 0,0 0-1 0 0,1 0 0 0 0,-11 29 0 0 0,18-41-22 0 0,1 0-1 0 0,0-1 1 0 0,-1 1-1 0 0,1 0 1 0 0,0 0-1 0 0,0 0 0 0 0,0 0 1 0 0,1-1-1 0 0,-1 1 1 0 0,0 0-1 0 0,1 0 1 0 0,-1 0-1 0 0,1-1 1 0 0,0 1-1 0 0,-1 0 1 0 0,1-1-1 0 0,0 1 0 0 0,1 1 1 0 0,1 2 3 0 0,0-2 0 0 0,0 1 0 0 0,0 0 0 0 0,0 0 0 0 0,0-1 1 0 0,4 3-1 0 0,60 42 32 0 0,-38-28-38 0 0,-1 1-1 0 0,31 30 0 0 0,-52-45 26 0 0,0 1-1 0 0,-1 0 0 0 0,0 0 0 0 0,0 0 1 0 0,-1 1-1 0 0,5 9 0 0 0,-9-14 47 0 0,0-1 1 0 0,0 1-1 0 0,0-1 0 0 0,-1 1 1 0 0,1-1-1 0 0,-1 1 0 0 0,1-1 1 0 0,-1 1-1 0 0,0 0 0 0 0,0-1 0 0 0,0 1 1 0 0,0 0-1 0 0,-1-1 0 0 0,1 1 1 0 0,-1-1-1 0 0,0 1 0 0 0,0-1 1 0 0,1 1-1 0 0,-2-1 0 0 0,1 1 0 0 0,0-1 1 0 0,0 0-1 0 0,-1 0 0 0 0,1 0 1 0 0,-1 1-1 0 0,-3 2 0 0 0,-2 2 82 0 0,0 0 1 0 0,-1-1-1 0 0,0 0 0 0 0,0-1 1 0 0,0 1-1 0 0,-1-1 0 0 0,0-1 0 0 0,0 0 1 0 0,0 0-1 0 0,-12 3 0 0 0,-6 0 120 0 0,-2 0 0 0 0,-30 2-1 0 0,2-9 2 0 0,53 0-268 0 0,-1-1-1 0 0,1 1 1 0 0,-1-1-1 0 0,1 0 1 0 0,-7-2-1 0 0,4 1-66 0 0,6 2 7 0 0,0-1 0 0 0,0 1 0 0 0,0 0 0 0 0,0-1 0 0 0,0 1-1 0 0,0-1 1 0 0,0 1 0 0 0,0-1 0 0 0,0 1 0 0 0,1-1 0 0 0,-1 0-1 0 0,0 0 1 0 0,0 1 0 0 0,1-1 0 0 0,-1 0 0 0 0,0 0-1 0 0,1 0 1 0 0,-1 0 0 0 0,1 1 0 0 0,-1-1 0 0 0,1 0 0 0 0,0 0-1 0 0,-1 0 1 0 0,1 0 0 0 0,0 0 0 0 0,0 0 0 0 0,-1 0 0 0 0,1-1-1 0 0,0 1 1 0 0,0 0 0 0 0,0 0 0 0 0,0-1 0 0 0,1-1-269 0 0,-1-1 0 0 0,1 1 1 0 0,0 0-1 0 0,-1-1 1 0 0,1 1-1 0 0,1 0 1 0 0,-1 0-1 0 0,3-5 0 0 0,10-13-3654 0 0,0 1 0 0 0,32-33 0 0 0,-31 37-562 0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13:52.2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106 149 2768 0 0,'12'-37'7958'0'0,"-9"29"-6726"0"0,-1 0 1 0 0,-1 0 0 0 0,1 0 0 0 0,-1-12 0 0 0,6-31 3543 0 0,-6 44-4321 0 0,0 5 110 0 0,5 32 543 0 0,-1 1 0 0 0,-1-1 0 0 0,-1 44 0 0 0,-10 93 1352 0 0,2-78-1831 0 0,-11 186 87 0 0,-5 325 1128 0 0,23-488-1844 0 0,8 188 0 0 0,-9-279 0 0 0,-3-4 0 0 0,2-17 0 0 0,0 1 0 0 0,0-1 0 0 0,0 1 0 0 0,0-1 0 0 0,0 1 0 0 0,-1-1 0 0 0,1 0 0 0 0,0 1 0 0 0,0-1 0 0 0,0 1 0 0 0,0-1 0 0 0,-1 0 0 0 0,1 1 0 0 0,0-1 0 0 0,-1 0 0 0 0,1 1 0 0 0,0-1 0 0 0,0 0 0 0 0,-1 1 0 0 0,1-1 0 0 0,0 0 0 0 0,-1 0 0 0 0,0 1 0 0 0,-11-6-105 0 0,7 0-547 0 0,0-1 0 0 0,1 0 0 0 0,0-1 0 0 0,0 1 0 0 0,0-1 0 0 0,1 0 0 0 0,0 1 1 0 0,0-2-1 0 0,0 1 0 0 0,-1-9 0 0 0,-7-16-2173 0 0,-1 0-3622 0 0,-14-63 1 0 0,19 55-923 0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13:53.2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18 175 208 0 0,'-14'-37'6297'0'0,"13"33"-5961"0"0,0 1-1 0 0,0-1 1 0 0,1 0-1 0 0,0 0 1 0 0,0 0-1 0 0,0 0 1 0 0,0 0-1 0 0,1 1 1 0 0,-1-1-1 0 0,1 0 1 0 0,0 0-1 0 0,0 1 1 0 0,1-1-1 0 0,-1 0 0 0 0,1 1 1 0 0,2-5-1 0 0,1 2-227 0 0,0 0 0 0 0,1 1 0 0 0,0 0-1 0 0,0 0 1 0 0,0 0 0 0 0,1 0-1 0 0,-1 1 1 0 0,1 0 0 0 0,0 1 0 0 0,0-1-1 0 0,0 1 1 0 0,1 1 0 0 0,-1-1-1 0 0,1 1 1 0 0,0 1 0 0 0,7-2 0 0 0,-1 2-70 0 0,0-1 0 0 0,0 2 0 0 0,0 0 0 0 0,0 1 0 0 0,0 0 0 0 0,0 1 0 0 0,-1 0 0 0 0,16 6 0 0 0,-22-7 20 0 0,0 2 0 0 0,-1-1 0 0 0,0 1-1 0 0,1 0 1 0 0,-1 0 0 0 0,0 1 0 0 0,0 0 0 0 0,-1 0 0 0 0,1 0 0 0 0,-1 0 0 0 0,0 1-1 0 0,0 0 1 0 0,-1 0 0 0 0,1 1 0 0 0,-1-1 0 0 0,0 1 0 0 0,0 0 0 0 0,-1 0 0 0 0,0 0 0 0 0,0 1-1 0 0,-1-1 1 0 0,1 1 0 0 0,-1-1 0 0 0,-1 1 0 0 0,1 0 0 0 0,-1 0 0 0 0,0 0 0 0 0,-1-1-1 0 0,0 1 1 0 0,0 0 0 0 0,0 0 0 0 0,-1 0 0 0 0,0 0 0 0 0,0 0 0 0 0,-3 7 0 0 0,-2 3-4 0 0,-1 1 1 0 0,0-1-1 0 0,-1-1 1 0 0,-1 0-1 0 0,-1 0 1 0 0,0-1-1 0 0,-1 0 1 0 0,-1-1-1 0 0,0 0 1 0 0,-1-1-1 0 0,-19 17 1 0 0,2-13-1236 0 0,28-16 439 0 0,-2-8-2353 0 0,4 7 3039 0 0,0 0 1 0 0,0-1 0 0 0,-1 1-1 0 0,1 0 1 0 0,0-1 0 0 0,1 1-1 0 0,-1 0 1 0 0,0 0-1 0 0,0-1 1 0 0,0 1 0 0 0,0 0-1 0 0,0-1 1 0 0,0 1 0 0 0,0 0-1 0 0,0 0 1 0 0,0-1 0 0 0,1 1-1 0 0,-1 0 1 0 0,0-1-1 0 0,0 1 1 0 0,0 0 0 0 0,1-1-1 0 0,23-26-4708 0 0,-10 13 1104 0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13:54.2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61 188 1768 0 0,'47'-43'14509'0'0,"-50"55"-13404"0"0,-11 29-276 0 0,-2 11-141 0 0,13-36-586 0 0,0 0 0 0 0,1 0 0 0 0,0-1-1 0 0,2 1 1 0 0,1 21 0 0 0,0-26-68 0 0,0-1 0 0 0,1 1 0 0 0,0 0 0 0 0,1-1 0 0 0,0 1 0 0 0,0-1 0 0 0,1 0 0 0 0,9 15 0 0 0,-9-20-16 0 0,0 1 1 0 0,0-2 0 0 0,0 1-1 0 0,1 0 1 0 0,-1-1 0 0 0,1 0-1 0 0,1 0 1 0 0,-1 0 0 0 0,0 0-1 0 0,1-1 1 0 0,0 0-1 0 0,-1 0 1 0 0,1-1 0 0 0,1 0-1 0 0,-1 0 1 0 0,0 0 0 0 0,0-1-1 0 0,1 1 1 0 0,-1-2-1 0 0,0 1 1 0 0,1-1 0 0 0,-1 0-1 0 0,1 0 1 0 0,-1 0 0 0 0,1-1-1 0 0,-1 0 1 0 0,9-3-1 0 0,-8 2-8 0 0,-1 1-1 0 0,0-1 1 0 0,0 0-1 0 0,0-1 1 0 0,0 0-1 0 0,0 0 0 0 0,-1 0 1 0 0,1 0-1 0 0,-1-1 1 0 0,0 0-1 0 0,0 0 1 0 0,0-1-1 0 0,-1 1 0 0 0,1-1 1 0 0,-1 0-1 0 0,0 0 1 0 0,0 0-1 0 0,-1-1 0 0 0,0 0 1 0 0,0 1-1 0 0,0-1 1 0 0,-1 0-1 0 0,1 0 1 0 0,-2 0-1 0 0,1-1 0 0 0,0 1 1 0 0,0-9-1 0 0,-2 1-16 0 0,-1-1 0 0 0,0 1 0 0 0,-1 0 1 0 0,0 0-1 0 0,-1 1 0 0 0,0-1 0 0 0,-2 1 0 0 0,1-1 0 0 0,-2 1 0 0 0,1 0 0 0 0,-9-12 0 0 0,3 7-3 0 0,0 2-1 0 0,-1 0 0 0 0,0 0 1 0 0,-2 1-1 0 0,0 0 0 0 0,0 2 1 0 0,-20-15-1 0 0,26 22-10 0 0,-1 1 0 0 0,1 1 0 0 0,-1 0 0 0 0,-13-4 1 0 0,14 5 17 0 0,7 2 1 0 0,0 1-1 0 0,-1 0 1 0 0,1-1 0 0 0,-1 1-1 0 0,1 0 1 0 0,-1 0 0 0 0,1-1 0 0 0,-1 1-1 0 0,1 1 1 0 0,-1-1 0 0 0,1 0 0 0 0,-1 0-1 0 0,1 0 1 0 0,-1 1 0 0 0,-1 0-1 0 0,-2 0-1 0 0,-1 1 0 0 0,0-1 1 0 0,0 1-1 0 0,0 0 1 0 0,1 1-1 0 0,-1-1 1 0 0,1 1-1 0 0,0 0 1 0 0,-1 0-1 0 0,1 1 1 0 0,0 0-1 0 0,1 0 1 0 0,-1 0 0 0 0,1 0-1 0 0,0 1 1 0 0,0-1-1 0 0,0 1 1 0 0,1 0-1 0 0,-1 0 1 0 0,-4 12-1 0 0,5-11 8 0 0,-1 1 1 0 0,2 0-1 0 0,-1 0 0 0 0,1 0 0 0 0,0 0 0 0 0,1 0 0 0 0,0 0 0 0 0,0 0 0 0 0,0 1 0 0 0,1-1 1 0 0,0 0-1 0 0,0 1 0 0 0,1-1 0 0 0,0 0 0 0 0,0 0 0 0 0,3 9 0 0 0,-1-9 5 0 0,0-1-1 0 0,0 1 1 0 0,1-1-1 0 0,0 1 1 0 0,0-1-1 0 0,0 0 1 0 0,1-1-1 0 0,0 1 1 0 0,0-1-1 0 0,0 0 1 0 0,1 0-1 0 0,8 6 1 0 0,-5-6-19 0 0,0 1 0 0 0,1-2 1 0 0,0 1-1 0 0,0-1 0 0 0,0-1 0 0 0,0 0 1 0 0,20 4-1 0 0,-8-5-86 0 0,0 0 1 0 0,1-1 0 0 0,-1-2-1 0 0,0 0 1 0 0,1-1 0 0 0,-1-1-1 0 0,37-11 1 0 0,-43 9 10 0 0,0-1 0 0 0,-1 0 0 0 0,0-1 0 0 0,0 0-1 0 0,0-2 1 0 0,-1 1 0 0 0,-1-2 0 0 0,1 0 0 0 0,-2-1 0 0 0,1 0 0 0 0,11-14-1 0 0,-5 2 31 0 0,-2 0-1 0 0,0-1 0 0 0,-2-1 0 0 0,-1 0 1 0 0,17-41-1 0 0,-26 53 87 0 0,-2 5-30 0 0,0 0-1 0 0,1 1 1 0 0,0-1 0 0 0,0 0 0 0 0,10-12 0 0 0,-12 19-6 0 0,0 1 2 0 0,1 1 6 0 0,0 0 0 0 0,-1-1 0 0 0,1 1-1 0 0,-1 0 1 0 0,1 0 0 0 0,-1 1 0 0 0,0-1 0 0 0,1 1-1 0 0,-1-1 1 0 0,0 1 0 0 0,0 0 0 0 0,0-1 0 0 0,0 1-1 0 0,0 0 1 0 0,-1 0 0 0 0,1 1 0 0 0,0-1 0 0 0,-1 0-1 0 0,0 0 1 0 0,1 1 0 0 0,-1-1 0 0 0,1 5 0 0 0,5 9 30 0 0,-2 0 0 0 0,7 25 0 0 0,-11-35-24 0 0,3 12 30 0 0,-1 0 0 0 0,-1 0 0 0 0,-1 0 0 0 0,-1 0 0 0 0,0 0 0 0 0,-1 0-1 0 0,-1 0 1 0 0,-1 0 0 0 0,-9 35 0 0 0,6-36 15 0 0,5-13-30 0 0,0 1 1 0 0,-1-1-1 0 0,0 0 0 0 0,1 0 0 0 0,-1 0 0 0 0,-1 0 1 0 0,1 0-1 0 0,-1 0 0 0 0,-4 5 0 0 0,5-7 42 0 0,0-3-30 0 0,1 0-33 0 0,0 0-1 0 0,0 0 1 0 0,0 1-1 0 0,0-1 1 0 0,0 0-1 0 0,0 0 1 0 0,1 0-1 0 0,-1 0 1 0 0,0 0-1 0 0,1 0 1 0 0,-1 0-1 0 0,1 0 1 0 0,-1 0 0 0 0,1 0-1 0 0,-1 0 1 0 0,1 0-1 0 0,0 0 1 0 0,-1 0-1 0 0,1-3 1 0 0,0 0-2 0 0,0-1 1 0 0,0 1-1 0 0,0 0 0 0 0,1-1 1 0 0,1-6-1 0 0,3-6-24 0 0,13-31 0 0 0,-18 47 23 0 0,14-31-16 0 0,37-62 1 0 0,-41 78-8 0 0,1 1-1 0 0,1-1 1 0 0,1 2 0 0 0,0 0 0 0 0,22-18 0 0 0,-30 28 17 0 0,1 1 0 0 0,-1-1-1 0 0,1 1 1 0 0,0 0-1 0 0,0 1 1 0 0,0-1-1 0 0,0 1 1 0 0,0 1-1 0 0,1-1 1 0 0,-1 1 0 0 0,0 0-1 0 0,1 0 1 0 0,-1 1-1 0 0,9 0 1 0 0,-7 1 9 0 0,-1 1 1 0 0,0 0 0 0 0,1 0-1 0 0,-1 0 1 0 0,0 1 0 0 0,0 0-1 0 0,0 1 1 0 0,0 0-1 0 0,-1 0 1 0 0,10 8 0 0 0,-10-8 142 0 0,0 1 0 0 0,-1 1 1 0 0,1-1-1 0 0,-1 1 0 0 0,-1 0 0 0 0,1 0 1 0 0,-1 0-1 0 0,0 1 0 0 0,-1-1 0 0 0,1 1 1 0 0,-1 0-1 0 0,-1 0 0 0 0,1 0 1 0 0,1 11-1 0 0,-2-6 211 0 0,-1 1 1 0 0,0-1-1 0 0,-1 1 0 0 0,0 0 1 0 0,-1-1-1 0 0,0 1 0 0 0,-6 21 1 0 0,-18 65 456 0 0,16-72-986 0 0,5-15-3123 0 0,8-8 1739 0 0,-4-4 1493 0 0,0 0 1 0 0,1 1-1 0 0,-1-1 1 0 0,0 0 0 0 0,1 1-1 0 0,-1-1 1 0 0,0 0-1 0 0,0 0 1 0 0,1 1-1 0 0,-1-1 1 0 0,0 0-1 0 0,1 0 1 0 0,-1 0-1 0 0,0 1 1 0 0,1-1-1 0 0,-1 0 1 0 0,1 0-1 0 0,-1 0 1 0 0,0 0-1 0 0,1 0 1 0 0,-1 0-1 0 0,1 0 1 0 0,-1 0 0 0 0,0 0-1 0 0,1 0 1 0 0,-1 0-1 0 0,1 0 1 0 0,-1 0-1 0 0,0 0 1 0 0,1 0-1 0 0,-1 0 1 0 0,1-1-1 0 0,20-7-1767 0 0,68-31-7003 0 0,-58 21 4144 0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13:54.6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395 1009 1200 0 0,'6'-9'1251'0'0,"-1"-1"1"0"0,0 0-1 0 0,0 0 1 0 0,-1 0-1 0 0,-1 0 0 0 0,1-1 1 0 0,1-15-1 0 0,-4 22-1032 0 0,0-1-1 0 0,-1 1 0 0 0,0 0 0 0 0,0-1 1 0 0,0 1-1 0 0,-1 0 0 0 0,1-1 1 0 0,-1 1-1 0 0,0 0 0 0 0,0 0 1 0 0,0-1-1 0 0,-1 1 0 0 0,1 0 1 0 0,-1 0-1 0 0,0 1 0 0 0,0-1 1 0 0,-1 0-1 0 0,1 1 0 0 0,-1-1 1 0 0,0 1-1 0 0,-4-5 0 0 0,4 6-140 0 0,-1 0 0 0 0,1 0-1 0 0,-1 0 1 0 0,1 0 0 0 0,-1 1-1 0 0,0 0 1 0 0,1-1 0 0 0,-1 1-1 0 0,0 1 1 0 0,0-1 0 0 0,0 0 0 0 0,0 1-1 0 0,0 0 1 0 0,0 0 0 0 0,-5 1-1 0 0,-2 0 65 0 0,0 0 1 0 0,0 1-1 0 0,0 1 0 0 0,-14 4 0 0 0,8 0-98 0 0,1 0 0 0 0,-1 2 0 0 0,2 0 0 0 0,-1 0 1 0 0,1 2-1 0 0,0-1 0 0 0,1 2 0 0 0,1 0 0 0 0,-1 1 1 0 0,2 0-1 0 0,0 1 0 0 0,1 1 0 0 0,0-1 0 0 0,1 2 0 0 0,1-1 1 0 0,0 2-1 0 0,1-1 0 0 0,1 1 0 0 0,1 0 0 0 0,0 0 1 0 0,-5 27-1 0 0,10-33-22 0 0,-1-1 1 0 0,2 1-1 0 0,0-1 1 0 0,0 1-1 0 0,1-1 1 0 0,0 1-1 0 0,0-1 1 0 0,4 13 0 0 0,-3-19-10 0 0,-1 0 1 0 0,0-1 0 0 0,1 1 0 0 0,0 0-1 0 0,-1-1 1 0 0,2 1 0 0 0,-1-1 0 0 0,0 1 0 0 0,1-1-1 0 0,-1 0 1 0 0,1 0 0 0 0,0 0 0 0 0,0 0 0 0 0,0-1-1 0 0,0 1 1 0 0,1-1 0 0 0,-1 0 0 0 0,1 0 0 0 0,-1 0-1 0 0,1 0 1 0 0,0-1 0 0 0,0 1 0 0 0,0-1 0 0 0,0 0-1 0 0,5 1 1 0 0,0-1 0 0 0,-1-1-1 0 0,1 0 1 0 0,0 0 0 0 0,-1 0 0 0 0,1-1-1 0 0,-1-1 1 0 0,0 1 0 0 0,1-1-1 0 0,-1-1 1 0 0,0 1 0 0 0,0-2-1 0 0,0 1 1 0 0,-1-1 0 0 0,1 0-1 0 0,10-8 1 0 0,-7 4-67 0 0,-1-1 0 0 0,0 0 0 0 0,0 0-1 0 0,-1-1 1 0 0,0 0 0 0 0,-1-1 0 0 0,0 0 0 0 0,-1-1 0 0 0,10-18-1 0 0,-1-8-128 0 0,-1-1-1 0 0,-3 0 1 0 0,0-1-1 0 0,8-63 1 0 0,5-167-65 0 0,-38-329 2554 0 0,8 576-2146 0 0,4 21-138 0 0,1 6-24 0 0,-2 56 107 0 0,3 1 0 0 0,13 101 0 0 0,-7-101 326 0 0,73 553 2587 0 0,-74-574-2963 0 0,-3-16-3 0 0,1 0 0 0 0,2 0 0 0 0,0 0 0 0 0,11 25 0 0 0,-14-42-35 0 0,1 1-1 0 0,-1-1 0 0 0,1 0 0 0 0,1 0 0 0 0,-1-1 0 0 0,1 1 0 0 0,0-1 0 0 0,1 0 0 0 0,-1-1 0 0 0,1 1 0 0 0,0-1 0 0 0,1 0 0 0 0,-1 0 0 0 0,1-1 0 0 0,0 0 1 0 0,9 4-1 0 0,-7-5-17 0 0,-1 0 0 0 0,1 0 0 0 0,-1-1 0 0 0,1 0 0 0 0,0-1 0 0 0,0 0 0 0 0,0 0 0 0 0,0-1 0 0 0,0 0 0 0 0,0-1 0 0 0,0 0 0 0 0,0 0 0 0 0,0-1 0 0 0,-1 0 0 0 0,1-1 0 0 0,-1 0 1 0 0,1 0-1 0 0,14-8 0 0 0,-12 4-107 0 0,0 0 0 0 0,-1-1 0 0 0,0 0 1 0 0,-1 0-1 0 0,0-1 0 0 0,0 0 0 0 0,-1-1 1 0 0,0 0-1 0 0,0 0 0 0 0,-1-1 0 0 0,-1 0 1 0 0,10-20-1 0 0,-4 1-52 0 0,-2 0 0 0 0,-1 0 0 0 0,5-34 0 0 0,8-91-30 0 0,-21 149 178 0 0,-1-2-33 0 0,-3 9 16 0 0,-1 3 39 0 0,3-3-10 0 0,0-1-1 0 0,1 1 1 0 0,-1 0-1 0 0,0 0 1 0 0,1 0 0 0 0,-1-1-1 0 0,1 1 1 0 0,-1 0-1 0 0,1 0 1 0 0,-1 0-1 0 0,1 0 1 0 0,0 0 0 0 0,0 0-1 0 0,-1 0 1 0 0,1 0-1 0 0,0 0 1 0 0,0 0-1 0 0,0 1 1 0 0,0 2 1 0 0,-10 30 187 0 0,1 1-1 0 0,-6 67 1 0 0,14-85-113 0 0,0 1 0 0 0,2 0 0 0 0,0 0 0 0 0,1-1 0 0 0,0 1 0 0 0,2-1 0 0 0,8 29 0 0 0,-11-43-99 0 0,0-1 0 0 0,0 0 0 0 0,0 1 0 0 0,0-1 0 0 0,0 0 0 0 0,1 0 0 0 0,-1 0 0 0 0,1 0 0 0 0,-1 0 0 0 0,1 0 0 0 0,0 0 0 0 0,0 0 0 0 0,0-1 0 0 0,0 1 0 0 0,0-1 0 0 0,0 1-1 0 0,0-1 1 0 0,0 0 0 0 0,1 0 0 0 0,-1 0 0 0 0,0 0 0 0 0,1 0 0 0 0,-1 0 0 0 0,1-1 0 0 0,-1 1 0 0 0,1-1 0 0 0,-1 0 0 0 0,1 0 0 0 0,-1 0 0 0 0,1 0 0 0 0,-1 0 0 0 0,1 0 0 0 0,-1-1 0 0 0,1 1 0 0 0,-1-1 0 0 0,1 0 0 0 0,3-2 0 0 0,1 1-731 0 0,-1-1 0 0 0,0 1 0 0 0,0-2 0 0 0,0 1 1 0 0,10-9-1 0 0,-11 8-531 0 0,0 0 0 0 0,-1 0 0 0 0,0 0 1 0 0,0-1-1 0 0,0 1 0 0 0,3-7 1 0 0,4-12-5724 0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13:54.9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265 122 908 0 0,'-223'-100'15772'0'0,"182"79"-17365"0"0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13:55.6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24 153 96 0 0,'-13'-21'9626'0'0,"3"-10"-3985"0"0,9 29-5186 0 0,4-3-315 0 0,-3 5-136 0 0,0 0-1 0 0,0-1 1 0 0,0 1 0 0 0,0 0 0 0 0,0-1 0 0 0,0 1-1 0 0,0 0 1 0 0,0-1 0 0 0,0 1 0 0 0,1 0-1 0 0,-1 0 1 0 0,0-1 0 0 0,0 1 0 0 0,0 0-1 0 0,0-1 1 0 0,0 1 0 0 0,1 0 0 0 0,-1 0 0 0 0,0-1-1 0 0,0 1 1 0 0,1 0 0 0 0,-1 0 0 0 0,0-1-1 0 0,0 1 1 0 0,1 0 0 0 0,-1 0 0 0 0,0 0 0 0 0,1 0-1 0 0,-1-1 1 0 0,0 1 0 0 0,0 0 0 0 0,1 0-1 0 0,0 0 1 0 0,3-1 3 0 0,1 1 0 0 0,-1 0 1 0 0,1 0-1 0 0,-1 0 0 0 0,1 1 0 0 0,-1 0 0 0 0,1-1 0 0 0,-1 1 0 0 0,0 1 0 0 0,1-1 1 0 0,-1 1-1 0 0,0 0 0 0 0,0 0 0 0 0,6 3 0 0 0,-5 0 4 0 0,1-1 1 0 0,-1 1-1 0 0,1 0 1 0 0,-1 0-1 0 0,-1 0 1 0 0,1 1-1 0 0,-1-1 1 0 0,6 12-1 0 0,-4-6 8 0 0,0 0-1 0 0,-1 1 1 0 0,-1 0-1 0 0,0 0 1 0 0,-1 0-1 0 0,0 0 1 0 0,-1 1 0 0 0,0-1-1 0 0,-1 1 1 0 0,0 18-1 0 0,-4-2 58 0 0,-1 0-1 0 0,-14 50 0 0 0,18-78-77 0 0,0-1 0 0 0,0 0-1 0 0,0 1 1 0 0,0-1 0 0 0,0 1 0 0 0,0-1-1 0 0,0 0 1 0 0,0 1 0 0 0,0-1 0 0 0,0 0-1 0 0,0 1 1 0 0,0-1 0 0 0,0 1-1 0 0,-1-1 1 0 0,1 0 0 0 0,0 1 0 0 0,0-1-1 0 0,0 0 1 0 0,-1 1 0 0 0,1-1 0 0 0,0 0-1 0 0,0 0 1 0 0,-1 1 0 0 0,1-1 0 0 0,0 0-1 0 0,-1 0 1 0 0,1 1 0 0 0,0-1-1 0 0,-1 0 1 0 0,1 0 0 0 0,0 0 0 0 0,-1 0-1 0 0,1 1 1 0 0,0-1 0 0 0,-1 0 0 0 0,1 0-1 0 0,-1 0 1 0 0,1 0 0 0 0,0 0 0 0 0,-1 0-1 0 0,1 0 1 0 0,0 0 0 0 0,-1 0 0 0 0,1 0-1 0 0,-1 0 1 0 0,1 0 0 0 0,0 0-1 0 0,-1-1 1 0 0,1 1 0 0 0,-1 0 0 0 0,0-1-6 0 0,0 0 0 0 0,0 0 1 0 0,0-1-1 0 0,1 1 0 0 0,-1 0 0 0 0,0 0 1 0 0,0 0-1 0 0,1-1 0 0 0,-1 1 1 0 0,1 0-1 0 0,0-1 0 0 0,-1 1 1 0 0,1-1-1 0 0,0 1 0 0 0,-1-2 1 0 0,0-19-24 0 0,1 0 1 0 0,1 1 0 0 0,1-1 0 0 0,1 0 0 0 0,0 1-1 0 0,2-1 1 0 0,14-39 0 0 0,-13 44 14 0 0,1 0-1 0 0,1 1 1 0 0,1-1-1 0 0,0 2 1 0 0,1-1-1 0 0,1 1 1 0 0,0 1-1 0 0,1 0 1 0 0,27-25-1 0 0,-33 34 6 0 0,1 0-1 0 0,0 1 1 0 0,1 0-1 0 0,-1 0 1 0 0,1 0-1 0 0,0 1 1 0 0,0 0-1 0 0,0 1 1 0 0,0 0-1 0 0,0 0 1 0 0,0 0-1 0 0,10 1 0 0 0,-12 0 13 0 0,0 1 0 0 0,1 1 0 0 0,-1 0 0 0 0,1-1 0 0 0,-1 2-1 0 0,0-1 1 0 0,1 1 0 0 0,-1 0 0 0 0,0 0 0 0 0,0 1 0 0 0,0 0-1 0 0,-1 0 1 0 0,1 0 0 0 0,-1 1 0 0 0,0-1 0 0 0,0 1 0 0 0,0 1-1 0 0,0-1 1 0 0,0 1 0 0 0,-1-1 0 0 0,7 11 0 0 0,-3-3 11 0 0,-1 0-1 0 0,0 0 1 0 0,0 1 0 0 0,-2 0 0 0 0,1 0-1 0 0,-2 0 1 0 0,0 1 0 0 0,4 22-1 0 0,12 142 181 0 0,-20-173-194 0 0,1-1 1 0 0,0 1-1 0 0,0 0 0 0 0,1-1 1 0 0,0 1-1 0 0,-1-1 1 0 0,1 0-1 0 0,5 8 1 0 0,-5-10-105 0 0,-1 0 0 0 0,1-1 0 0 0,0 1 0 0 0,0 0 0 0 0,0-1 0 0 0,0 0 0 0 0,0 1 0 0 0,0-1 0 0 0,0 0 0 0 0,0 0 1 0 0,0 0-1 0 0,1 0 0 0 0,-1 0 0 0 0,0-1 0 0 0,1 1 0 0 0,-1-1 0 0 0,0 1 0 0 0,1-1 0 0 0,-1 0 0 0 0,1 0 1 0 0,4 0-1 0 0,14-3-876 0 0,1 0 1 0 0,0-1 0 0 0,-1-1 0 0 0,0-2-1 0 0,0 0 1 0 0,0 0 0 0 0,-1-2-1 0 0,28-17 1 0 0,-9 4-1686 0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13:56.3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461 276 2616 0 0,'9'-14'727'0'0,"0"1"0"0"0,-2-1 1 0 0,1 0-1 0 0,-2 0 0 0 0,0-1 0 0 0,0 0 0 0 0,3-21 0 0 0,-7 31-564 0 0,-1 0 0 0 0,-1 0 0 0 0,1 0 0 0 0,-1 0 0 0 0,0 0 1 0 0,0 0-1 0 0,0 0 0 0 0,-1 0 0 0 0,0 0 0 0 0,0 0 0 0 0,0 0 0 0 0,0 0 0 0 0,-1 0 0 0 0,0 1 0 0 0,0-1 0 0 0,0 0 0 0 0,-1 1 0 0 0,1 0 0 0 0,-1 0 0 0 0,0-1 0 0 0,0 1 1 0 0,-1 1-1 0 0,1-1 0 0 0,-1 1 0 0 0,0-1 0 0 0,-8-5 0 0 0,8 7-106 0 0,0 0 0 0 0,-1 0 0 0 0,1 1 0 0 0,-1-1 0 0 0,1 1 0 0 0,-1 0 0 0 0,0 0 0 0 0,1 1 0 0 0,-1 0 0 0 0,0-1 0 0 0,0 1 0 0 0,0 1 0 0 0,1-1 0 0 0,-1 1 0 0 0,0 0 0 0 0,1 0 0 0 0,-1 0 0 0 0,1 0 0 0 0,-9 5 0 0 0,-5 2 85 0 0,1 0 0 0 0,0 2 1 0 0,-24 18-1 0 0,8-4 18 0 0,2 1 0 0 0,1 2 0 0 0,-43 48 0 0 0,60-59-112 0 0,0 1-1 0 0,1 0 1 0 0,0 1-1 0 0,2 0 1 0 0,0 0 0 0 0,1 1-1 0 0,1 0 1 0 0,-11 37-1 0 0,18-50-31 0 0,0 1-1 0 0,0-1 1 0 0,0 0-1 0 0,1 0 1 0 0,-1 1-1 0 0,1-1 1 0 0,1 0-1 0 0,0 0 1 0 0,-1 1-1 0 0,2-1 1 0 0,-1 0-1 0 0,1 0 1 0 0,0 0-1 0 0,0 0 1 0 0,5 8-1 0 0,-5-10-5 0 0,1 0 1 0 0,0 0-1 0 0,1 0 0 0 0,-1-1 1 0 0,1 1-1 0 0,-1-1 0 0 0,1 0 0 0 0,0 0 1 0 0,0 0-1 0 0,0-1 0 0 0,1 1 0 0 0,-1-1 1 0 0,1 0-1 0 0,-1 0 0 0 0,1-1 0 0 0,0 1 1 0 0,-1-1-1 0 0,1 0 0 0 0,0 0 1 0 0,6 0-1 0 0,4 0 0 0 0,1-1-1 0 0,-1 0 1 0 0,1-1 0 0 0,-1 0 0 0 0,0-2 0 0 0,0 0-1 0 0,0 0 1 0 0,0-1 0 0 0,0-1 0 0 0,-1-1-1 0 0,1 0 1 0 0,-1 0 0 0 0,-1-2 0 0 0,1 0 0 0 0,11-9-1 0 0,-10 5-12 0 0,0-1-1 0 0,-1-1 0 0 0,0 0 0 0 0,-1 0 1 0 0,-1-1-1 0 0,0-1 0 0 0,-1 0 1 0 0,-1-1-1 0 0,-1 0 0 0 0,0 0 1 0 0,10-30-1 0 0,-8 15 61 0 0,22-71 1649 0 0,-33 102-1690 0 0,0 0 0 0 0,0 1-1 0 0,0-1 1 0 0,0 0 0 0 0,1 0 0 0 0,-1 0-1 0 0,0 0 1 0 0,0 0 0 0 0,1 0-1 0 0,-1 1 1 0 0,0-1 0 0 0,1 0-1 0 0,-1 0 1 0 0,1 0 0 0 0,-1 1-1 0 0,1-1 1 0 0,0 0 0 0 0,-1 1 0 0 0,2-2-1 0 0,-2 3-10 0 0,1-1-1 0 0,-1 0 1 0 0,1 0-1 0 0,-1 1 1 0 0,1-1-1 0 0,-1 0 1 0 0,1 1-1 0 0,-1-1 1 0 0,0 1-1 0 0,1-1 1 0 0,-1 1-1 0 0,1-1 1 0 0,-1 1-1 0 0,0-1 1 0 0,0 1-1 0 0,1-1 1 0 0,-1 1-1 0 0,0-1 1 0 0,0 1-1 0 0,0-1 1 0 0,0 2-1 0 0,11 42 5 0 0,-11-40 25 0 0,15 81 638 0 0,5 162 0 0 0,-25 88 1157 0 0,-1-214-1158 0 0,-5 0-1 0 0,-6-1 0 0 0,-43 162 0 0 0,46-237-284 0 0,-1-1-1 0 0,-3 0 0 0 0,-39 71 0 0 0,47-97-170 0 0,-1 0 0 0 0,-2-1 0 0 0,1 0-1 0 0,-2-1 1 0 0,0-1 0 0 0,-1 0-1 0 0,-1 0 1 0 0,0-2 0 0 0,-1 0 0 0 0,-30 17-1 0 0,41-27-137 0 0,0 0-1 0 0,0 0 1 0 0,-1-1-1 0 0,0 1 1 0 0,1-2-1 0 0,-1 1 0 0 0,0-1 1 0 0,0 0-1 0 0,0 0 1 0 0,0-1-1 0 0,0 0 1 0 0,1 0-1 0 0,-1-1 1 0 0,0 0-1 0 0,-11-2 1 0 0,13 1-55 0 0,0 0 1 0 0,0 0-1 0 0,0 0 0 0 0,0-1 1 0 0,0 0-1 0 0,0 0 1 0 0,1 0-1 0 0,0-1 1 0 0,-1 1-1 0 0,1-1 1 0 0,0 0-1 0 0,1 0 1 0 0,-1 0-1 0 0,1-1 1 0 0,0 1-1 0 0,0-1 1 0 0,0 0-1 0 0,1 0 1 0 0,-5-10-1 0 0,2-2-14 0 0,1 0 0 0 0,0-1 0 0 0,1 0 0 0 0,1 0 0 0 0,1 1 0 0 0,0-1 0 0 0,1 0 0 0 0,1 0 0 0 0,1 0 0 0 0,7-30 0 0 0,3-3-36 0 0,3 1 0 0 0,30-68 1 0 0,-15 50-248 0 0,3 2 1 0 0,2 2 0 0 0,4 1-1 0 0,2 2 1 0 0,3 1-1 0 0,2 3 1 0 0,60-58-1 0 0,-51 63-1214 0 0,3 2 0 0 0,1 3 0 0 0,127-75 0 0 0,-142 99-2375 0 0,55-21 0 0 0,-70 35-2053 0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13:57.4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334 1009 1880 0 0,'-17'0'1811'0'0,"13"0"-284"0"0,0 0-358 0 0,-10 0-206 0 0,10 0 492 0 0,0 0-890 0 0,3 0-447 0 0,0-1 0 0 0,0 1 1 0 0,0 0-1 0 0,0 0 1 0 0,0 0-1 0 0,-1 0 1 0 0,1 0-1 0 0,0 0 1 0 0,0 0-1 0 0,0 0 1 0 0,0 0-1 0 0,0 1 1 0 0,-1-1-1 0 0,1 0 1 0 0,0 1-1 0 0,0-1 0 0 0,0 1 1 0 0,0-1-1 0 0,0 1 1 0 0,0 0-1 0 0,0-1 1 0 0,0 1-1 0 0,1 0 1 0 0,-1 0-1 0 0,0 0 1 0 0,0-1-1 0 0,0 1 1 0 0,1 0-1 0 0,-1 0 1 0 0,1 0-1 0 0,-2 2 1 0 0,2-1 259 0 0,2-1 28 0 0,2 0-278 0 0,0 0-1 0 0,0 0 1 0 0,0 0 0 0 0,0-1 0 0 0,0 0 0 0 0,0 0 0 0 0,1 0 0 0 0,-1 0 0 0 0,0-1 0 0 0,0 1 0 0 0,0-1 0 0 0,0 0 0 0 0,0 0 0 0 0,0-1 0 0 0,4-1-1 0 0,7-3 27 0 0,-1-1-1 0 0,26-15 0 0 0,-33 18-138 0 0,0-1-1 0 0,0 0 1 0 0,0-1 0 0 0,-1 1 0 0 0,0-1-1 0 0,0 0 1 0 0,0-1 0 0 0,0 1 0 0 0,-1-1 0 0 0,-1-1-1 0 0,1 1 1 0 0,-1 0 0 0 0,0-1 0 0 0,-1 0-1 0 0,0 0 1 0 0,0 0 0 0 0,0 0 0 0 0,-1-1 0 0 0,-1 1-1 0 0,1-1 1 0 0,-1 1 0 0 0,-1-1 0 0 0,0 1-1 0 0,0-1 1 0 0,0 1 0 0 0,-1-1 0 0 0,-1 1-1 0 0,1-1 1 0 0,-1 1 0 0 0,-1 0 0 0 0,-5-14 0 0 0,6 16-16 0 0,0 1 0 0 0,-1 0 0 0 0,0 0 1 0 0,0 0-1 0 0,0 0 0 0 0,-1 0 0 0 0,0 1 1 0 0,1 0-1 0 0,-1-1 0 0 0,-1 1 0 0 0,1 1 1 0 0,-1-1-1 0 0,-8-5 0 0 0,9 7-1 0 0,0 1 0 0 0,0 0 0 0 0,0-1 0 0 0,-1 1-1 0 0,1 1 1 0 0,0-1 0 0 0,0 1 0 0 0,-1-1 0 0 0,1 1 0 0 0,0 0 0 0 0,0 1-1 0 0,-1-1 1 0 0,1 1 0 0 0,0 0 0 0 0,0 0 0 0 0,0 0 0 0 0,0 0 0 0 0,0 1-1 0 0,0 0 1 0 0,-4 2 0 0 0,-8 6-2 0 0,0 0 0 0 0,0 1-1 0 0,1 1 1 0 0,0 0 0 0 0,1 1 0 0 0,1 1-1 0 0,0 0 1 0 0,1 1 0 0 0,-15 23 0 0 0,-5 14 27 0 0,-42 90 0 0 0,62-116-9 0 0,1 0 1 0 0,2 2 0 0 0,1-1 0 0 0,1 1 0 0 0,1 0 0 0 0,-3 40 0 0 0,8-61-3 0 0,1 0 0 0 0,0 1 0 0 0,0-1 0 0 0,1 1-1 0 0,0-1 1 0 0,1 0 0 0 0,-1 0 0 0 0,1 0 0 0 0,0 1 0 0 0,1-2-1 0 0,0 1 1 0 0,0 0 0 0 0,7 10 0 0 0,-6-12-1 0 0,-1-1 1 0 0,1 0-1 0 0,-1 0 1 0 0,1 0-1 0 0,0-1 1 0 0,0 0-1 0 0,1 1 0 0 0,-1-1 1 0 0,1-1-1 0 0,0 1 1 0 0,-1-1-1 0 0,1 0 1 0 0,0 0-1 0 0,0 0 1 0 0,1 0-1 0 0,-1-1 1 0 0,0 0-1 0 0,0 0 0 0 0,10 0 1 0 0,5-2 14 0 0,0 0-1 0 0,0-1 1 0 0,0-1 0 0 0,0-1-1 0 0,0 0 1 0 0,0-2 0 0 0,-1 0 0 0 0,33-16-1 0 0,-15 3-108 0 0,-1-2 0 0 0,-1-1 0 0 0,42-33 0 0 0,-51 32-127 0 0,-1-1 0 0 0,-1-1 1 0 0,-1 0-1 0 0,-1-2 0 0 0,-2-1 1 0 0,-1 0-1 0 0,-1-2 0 0 0,-1 0 1 0 0,-1-1-1 0 0,-2 0 0 0 0,12-41 1 0 0,-9 13 39 0 0,-1-1 0 0 0,-4 0-1 0 0,-2-1 1 0 0,-3 0 0 0 0,0-87 0 0 0,-12 62 795 0 0,-2 1 1 0 0,-30-130-1 0 0,31 184-461 0 0,5 28-99 0 0,-2 13-52 0 0,0 1-1 0 0,0 0 1 0 0,1 0-1 0 0,1-1 1 0 0,0 1 0 0 0,0 0-1 0 0,1 0 1 0 0,2 22-1 0 0,0 3 3 0 0,-3 88 80 0 0,4 215 500 0 0,3-241-359 0 0,25 138 0 0 0,-27-213-179 0 0,1 0-1 0 0,1-1 1 0 0,1 1-1 0 0,1-2 1 0 0,16 30 0 0 0,-20-44-39 0 0,0 0 0 0 0,0-1 0 0 0,0 1 1 0 0,1-1-1 0 0,0 0 0 0 0,1-1 1 0 0,-1 1-1 0 0,1-1 0 0 0,0 0 1 0 0,0 0-1 0 0,1-1 0 0 0,0 0 1 0 0,-1 0-1 0 0,1-1 0 0 0,0 1 0 0 0,1-1 1 0 0,-1-1-1 0 0,1 0 0 0 0,12 3 1 0 0,-9-4-40 0 0,1 0 0 0 0,-1 0 0 0 0,1-1 0 0 0,-1-1 0 0 0,1 0 1 0 0,-1 0-1 0 0,0-1 0 0 0,1-1 0 0 0,-1 0 0 0 0,0 0 0 0 0,0-1 0 0 0,-1-1 1 0 0,1 1-1 0 0,-1-2 0 0 0,0 0 0 0 0,14-11 0 0 0,-10 6-52 0 0,-1-1 0 0 0,-1 0 1 0 0,0-1-1 0 0,-1 0 0 0 0,0-1 0 0 0,-1 0 0 0 0,-1-1 0 0 0,0 0 0 0 0,-1 0 0 0 0,8-22 1 0 0,-10 20 56 0 0,0 1 0 0 0,-1-1 0 0 0,-1-1 0 0 0,0 1 1 0 0,-2-1-1 0 0,0 1 0 0 0,-1-1 0 0 0,0 0 0 0 0,-2 0 1 0 0,0 1-1 0 0,-1-1 0 0 0,-1 1 0 0 0,0-1 0 0 0,-1 1 1 0 0,-9-21-1 0 0,13 37 15 0 0,0 1 0 0 0,0-1 0 0 0,0 0 0 0 0,0 0 0 0 0,-1 1 0 0 0,1-1 1 0 0,0 0-1 0 0,-1 1 0 0 0,1-1 0 0 0,0 0 0 0 0,-1 1 0 0 0,1-1 0 0 0,-1 1 0 0 0,1-1 0 0 0,-1 0 0 0 0,1 1 1 0 0,-1-1-1 0 0,1 1 0 0 0,-1 0 0 0 0,0-1 0 0 0,1 1 0 0 0,-1-1 0 0 0,0 1 0 0 0,1 0 0 0 0,-1 0 0 0 0,0-1 0 0 0,1 1 1 0 0,-1 0-1 0 0,0 0 0 0 0,0 0 0 0 0,1 0 0 0 0,-1 0 0 0 0,0 0 0 0 0,0 0 0 0 0,1 0 0 0 0,-1 0 0 0 0,0 0 1 0 0,0 0-1 0 0,1 0 0 0 0,-1 0 0 0 0,0 1 0 0 0,1-1 0 0 0,-1 0 0 0 0,0 1 0 0 0,1-1 0 0 0,-1 0 0 0 0,0 1 1 0 0,0 0-1 0 0,-4 3 4 0 0,1-1 1 0 0,0 2 0 0 0,0-1-1 0 0,-7 9 1 0 0,8-8-1 0 0,-6 10 74 0 0,0 0-1 0 0,1 0 0 0 0,1 1 1 0 0,1 1-1 0 0,0-1 0 0 0,-7 35 1 0 0,7-29-12 0 0,1 0 10 0 0,0 1-1 0 0,1-1 1 0 0,0 46 0 0 0,3-56-36 0 0,2-1 1 0 0,0 1-1 0 0,0 0 1 0 0,1-1-1 0 0,1 1 1 0 0,0-1 0 0 0,0 0-1 0 0,1 0 1 0 0,8 17-1 0 0,-9-24-12 0 0,0 1-1 0 0,0-1 0 0 0,0 1 0 0 0,1-1 0 0 0,0 0 1 0 0,-1 0-1 0 0,1-1 0 0 0,1 1 0 0 0,-1-1 0 0 0,0 0 1 0 0,1 0-1 0 0,0-1 0 0 0,6 4 0 0 0,-2-3-139 0 0,-1 0 1 0 0,1-1-1 0 0,0 0 0 0 0,0 0 0 0 0,0-1 0 0 0,0 0 0 0 0,13-1 0 0 0,-3-1-533 0 0,-1-1-1 0 0,0 0 1 0 0,0-2-1 0 0,0 0 0 0 0,0-1 1 0 0,-1-1-1 0 0,23-10 1 0 0,-25 8-554 0 0,0-1-1 0 0,-1 0 1 0 0,0 0 0 0 0,17-16 0 0 0,-3-1-2383 0 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13:59.8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68 1075 1044 0 0,'5'-35'4264'0'0,"-1"-1"0"0"0,-2-45 0 0 0,-2 78-3572 0 0,-2 40-25 0 0,-26 244 3388 0 0,19-205-3522 0 0,-4 17 238 0 0,9-82-525 0 0,-2-11-45 0 0,-5-14-108 0 0,10 8-106 0 0,-1 1 1 0 0,1-1-1 0 0,1 1 1 0 0,-1-1-1 0 0,1 0 1 0 0,0 1-1 0 0,0-1 1 0 0,2-10-1 0 0,11-45-206 0 0,-11 52 194 0 0,6-19-71 0 0,0 2 1 0 0,22-48 0 0 0,-26 65 76 0 0,1 1-1 0 0,0-1 1 0 0,0 1-1 0 0,1 0 1 0 0,0 0-1 0 0,0 1 1 0 0,1 0 0 0 0,0 0-1 0 0,0 0 1 0 0,1 1-1 0 0,14-10 1 0 0,-17 14 10 0 0,1-1 0 0 0,-1 1 0 0 0,0 0 0 0 0,1 0 0 0 0,-1 1 0 0 0,1 0 0 0 0,0 0 0 0 0,-1 0 1 0 0,1 1-1 0 0,0-1 0 0 0,0 1 0 0 0,-1 1 0 0 0,12 1 0 0 0,-8 0 2 0 0,0 1 0 0 0,0 0 0 0 0,0 0 0 0 0,-1 0 0 0 0,0 2 0 0 0,1-1 0 0 0,-2 1 1 0 0,10 6-1 0 0,-4-1 9 0 0,-1 1 0 0 0,-1 0 0 0 0,1 0 0 0 0,-2 1 0 0 0,0 1 0 0 0,0-1 0 0 0,-1 2 0 0 0,-1-1 0 0 0,13 29 0 0 0,-17-34 16 0 0,-2 2-1 0 0,1-1 0 0 0,-1 0 1 0 0,0 0-1 0 0,-1 1 0 0 0,0-1 1 0 0,-1 10-1 0 0,0-16-5 0 0,-1 0 0 0 0,1 0 0 0 0,-1 0 0 0 0,0-1-1 0 0,0 1 1 0 0,0 0 0 0 0,-1 0 0 0 0,1-1 0 0 0,-1 1 0 0 0,1-1 0 0 0,-1 1 0 0 0,0-1 0 0 0,0 0 0 0 0,0 0 0 0 0,0 0 0 0 0,-5 4 0 0 0,-21 6 40 0 0,15-12-41 0 0,8 0-6 0 0,2-1-4 0 0,1 1-1 0 0,0-1 0 0 0,-1 0 1 0 0,1 0-1 0 0,0 0 0 0 0,0 0 1 0 0,0 0-1 0 0,0 0 0 0 0,0-1 1 0 0,0 1-1 0 0,0 0 1 0 0,0-1-1 0 0,0 0 0 0 0,1 1 1 0 0,-1-1-1 0 0,1 0 0 0 0,-1 0 1 0 0,1 0-1 0 0,0 0 0 0 0,-1 0 1 0 0,1 0-1 0 0,0-1 0 0 0,1 1 1 0 0,-1 0-1 0 0,-1-4 1 0 0,0-3-3 0 0,0 0 0 0 0,1 0 0 0 0,-1 0 0 0 0,1-17 0 0 0,2 10-3 0 0,1 0 1 0 0,0 1-1 0 0,1-1 1 0 0,0 1 0 0 0,2-1-1 0 0,0 1 1 0 0,0 0 0 0 0,16-27-1 0 0,-11 23-13 0 0,2 0-1 0 0,0 2 0 0 0,1-1 1 0 0,0 1-1 0 0,2 1 0 0 0,16-14 1 0 0,-24 23 7 0 0,0 2 0 0 0,0-1 1 0 0,1 1-1 0 0,0 0 1 0 0,0 1-1 0 0,0-1 1 0 0,0 2-1 0 0,1-1 1 0 0,-1 1-1 0 0,1 1 1 0 0,0-1-1 0 0,10 0 1 0 0,-14 2 4 0 0,0 1 1 0 0,0 0 0 0 0,1 1-1 0 0,-1-1 1 0 0,0 1-1 0 0,0 0 1 0 0,0 0 0 0 0,0 0-1 0 0,0 1 1 0 0,0 0-1 0 0,0 0 1 0 0,0 0 0 0 0,0 0-1 0 0,-1 1 1 0 0,1 0 0 0 0,-1 0-1 0 0,0 0 1 0 0,0 0-1 0 0,0 1 1 0 0,0 0 0 0 0,-1 0-1 0 0,5 5 1 0 0,-1 1 12 0 0,-1-1 1 0 0,-1 1 0 0 0,1 1-1 0 0,-2-1 1 0 0,1 1-1 0 0,-1-1 1 0 0,-1 1 0 0 0,0 0-1 0 0,-1 1 1 0 0,0-1-1 0 0,1 17 1 0 0,-2 13 69 0 0,-8 77 1 0 0,0-12-26 0 0,6-105-109 0 0,1 0 0 0 0,0 1 0 0 0,0-1 0 0 0,0 1 1 0 0,0-1-1 0 0,0 1 0 0 0,1-1 0 0 0,-1 1 0 0 0,0-1 0 0 0,1 0 0 0 0,-1 1 1 0 0,0-1-1 0 0,1 0 0 0 0,0 1 0 0 0,-1-1 0 0 0,1 0 0 0 0,0 0 1 0 0,0 0-1 0 0,0 1 0 0 0,0-1 0 0 0,0 0 0 0 0,0 0 0 0 0,0 0 0 0 0,0 0 1 0 0,0-1-1 0 0,0 1 0 0 0,0 0 0 0 0,1 0 0 0 0,-1-1 0 0 0,0 1 0 0 0,1 0 1 0 0,-1-1-1 0 0,0 0 0 0 0,1 1 0 0 0,-1-1 0 0 0,1 0 0 0 0,-1 0 0 0 0,0 1 1 0 0,1-1-1 0 0,-1 0 0 0 0,1-1 0 0 0,-1 1 0 0 0,1 0 0 0 0,1-1 0 0 0,2 0-408 0 0,1 0-1 0 0,-1-1 1 0 0,1 1-1 0 0,-1-1 0 0 0,1-1 1 0 0,-1 1-1 0 0,0-1 0 0 0,0 0 1 0 0,9-7-1 0 0,4-7-673 0 0,0 0 0 0 0,-1-1 0 0 0,15-21 0 0 0,-18 20 1318 0 0,-1-1 0 0 0,-1 0 0 0 0,13-29 1 0 0,18-57 5322 0 0,-30 88-4733 0 0,-13 18-757 0 0,1 0 0 0 0,-1 0 0 0 0,0-1 1 0 0,1 1-1 0 0,-1 0 0 0 0,0 0 0 0 0,1 0 0 0 0,-1 0 0 0 0,1 0 0 0 0,-1 0 0 0 0,0 0 1 0 0,1 0-1 0 0,-1 0 0 0 0,1 0 0 0 0,-1 0 0 0 0,1 0 0 0 0,-1 0 0 0 0,0 0 0 0 0,1 0 0 0 0,-1 0 1 0 0,1 0-1 0 0,-1 0 0 0 0,0 0 0 0 0,1 1 0 0 0,-1-1 0 0 0,0 0 0 0 0,1 0 0 0 0,-1 0 0 0 0,0 1 1 0 0,1-1-1 0 0,-1 1 0 0 0,2 0 51 0 0,6 7 127 0 0,-7-6-110 0 0,1-1 1 0 0,-1 1-1 0 0,1 0 0 0 0,-1-1 0 0 0,1 1 1 0 0,0-1-1 0 0,-1 1 0 0 0,1-1 1 0 0,3 2-1 0 0,7 0 23 0 0,0-1-1 0 0,-1-1 1 0 0,1 1 0 0 0,0-2 0 0 0,0 0-1 0 0,0 0 1 0 0,-1-1 0 0 0,1 0 0 0 0,0-1-1 0 0,22-7 1 0 0,-31 8-94 0 0,0 0 0 0 0,1 0 0 0 0,-1-1 0 0 0,0 1-1 0 0,0-1 1 0 0,0 0 0 0 0,0 0 0 0 0,0 0 0 0 0,0 0 0 0 0,-1 0 0 0 0,1-1 0 0 0,-1 1-1 0 0,0-1 1 0 0,1 0 0 0 0,-1 0 0 0 0,0 0 0 0 0,-1 0 0 0 0,3-3 0 0 0,-3 1-9 0 0,1 1 0 0 0,-1 0 0 0 0,0-1 0 0 0,-1 1 0 0 0,1-1 0 0 0,-1 0 0 0 0,1 1 0 0 0,-1-1 0 0 0,-1 1 0 0 0,1-1 0 0 0,-1 1 0 0 0,-1-7 0 0 0,0 3-9 0 0,0 1 1 0 0,0 0-1 0 0,-1 0 0 0 0,0 1 0 0 0,-1-1 1 0 0,1 0-1 0 0,-1 1 0 0 0,0 0 0 0 0,-1 0 0 0 0,1 0 1 0 0,-1 1-1 0 0,0-1 0 0 0,-1 1 0 0 0,0 0 1 0 0,1 1-1 0 0,-9-6 0 0 0,10 9 4 0 0,-1-1 0 0 0,1 1 0 0 0,-1 0 0 0 0,1 0 0 0 0,-1 0 0 0 0,0 1 0 0 0,1-1 0 0 0,-1 1 0 0 0,0 1 0 0 0,1-1 0 0 0,-1 0 0 0 0,0 1 0 0 0,1 0 0 0 0,-1 0 0 0 0,1 1 0 0 0,-7 2 0 0 0,0 2 3 0 0,0 0 0 0 0,1 1 1 0 0,0 1-1 0 0,0 0 1 0 0,1 0-1 0 0,0 1 0 0 0,1 0 1 0 0,-1 0-1 0 0,2 1 0 0 0,-1 0 1 0 0,-10 20-1 0 0,2 0 44 0 0,1 2-1 0 0,-21 65 1 0 0,31-81-15 0 0,1 1 0 0 0,0-1 0 0 0,2 1 0 0 0,-2 19-1 0 0,4-29-7 0 0,0-1-1 0 0,0 1 0 0 0,0-1 1 0 0,1 0-1 0 0,0 1 0 0 0,0-1 1 0 0,0 0-1 0 0,1 0 0 0 0,0 0 1 0 0,0 0-1 0 0,1 0 0 0 0,0 0 1 0 0,0-1-1 0 0,4 7 0 0 0,-3-8-8 0 0,0 0-1 0 0,1-1 0 0 0,-1 1 1 0 0,1-1-1 0 0,0 0 0 0 0,0 0 1 0 0,0 0-1 0 0,1-1 0 0 0,-1 1 1 0 0,0-1-1 0 0,1-1 0 0 0,10 3 1 0 0,1-1-243 0 0,1 0 0 0 0,34-1 1 0 0,-31-2-372 0 0,0-1 0 0 0,0-1 0 0 0,1-1-1 0 0,-2-1 1 0 0,1 0 0 0 0,0-2 0 0 0,-1-1 0 0 0,28-12 0 0 0,-36 13 420 0 0,0-1 0 0 0,-1 1 0 0 0,-1-2 0 0 0,1 1 0 0 0,-1-2-1 0 0,0 1 1 0 0,-1-1 0 0 0,0-1 0 0 0,0 0 0 0 0,-1 0 0 0 0,0-1-1 0 0,-1 0 1 0 0,-1 0 0 0 0,1 0 0 0 0,4-13 0 0 0,4-20 1291 0 0,16-74 0 0 0,-3 4 1141 0 0,-27 110-2184 0 0,0 0 1 0 0,1 0-1 0 0,-1 0 1 0 0,1 1 0 0 0,0-1-1 0 0,0 0 1 0 0,0 1-1 0 0,0-1 1 0 0,3-3 0 0 0,-2 6-8 0 0,0 2 0 0 0,1 1 6 0 0,0 1 0 0 0,0 0 0 0 0,-1 0 0 0 0,1 0 0 0 0,0 0-1 0 0,-1 0 1 0 0,0 1 0 0 0,0-1 0 0 0,0 1 0 0 0,0 0-1 0 0,-1 0 1 0 0,0 0 0 0 0,1 0 0 0 0,2 9 0 0 0,3 9 546 0 0,10 42 1 0 0,-9-31-259 0 0,1 12-15 0 0,-3 1 0 0 0,-1 0 0 0 0,-2-1 1 0 0,-3 57-1 0 0,-1-100-289 0 0,-5-16 13 0 0,7-8-70 0 0,0-1 1 0 0,1 1 0 0 0,2-1 0 0 0,0 1-1 0 0,1 0 1 0 0,1 1 0 0 0,15-31 0 0 0,-1 9-15 0 0,2 1 1 0 0,43-61 0 0 0,-48 80-2 0 0,30-32 0 0 0,-40 47 12 0 0,0 0 0 0 0,1 0 0 0 0,0 1 0 0 0,0 0 1 0 0,1 1-1 0 0,14-8 0 0 0,-21 13 10 0 0,-1 0 0 0 0,1 0 1 0 0,0 0-1 0 0,-1 1 0 0 0,1-1 0 0 0,0 1 1 0 0,-1-1-1 0 0,1 1 0 0 0,0 0 1 0 0,-1 0-1 0 0,1 0 0 0 0,0 1 1 0 0,0-1-1 0 0,-1 0 0 0 0,1 1 0 0 0,-1 0 1 0 0,1 0-1 0 0,0 0 0 0 0,-1 0 1 0 0,0 0-1 0 0,1 0 0 0 0,-1 1 0 0 0,0-1 1 0 0,1 1-1 0 0,-1-1 0 0 0,0 1 1 0 0,0 0-1 0 0,0 0 0 0 0,0 0 1 0 0,-1 0-1 0 0,1 0 0 0 0,-1 0 0 0 0,1 1 1 0 0,-1-1-1 0 0,2 4 0 0 0,2 4 7 0 0,0 1 0 0 0,-1 1 0 0 0,0-1 0 0 0,0 1-1 0 0,-1-1 1 0 0,2 17 0 0 0,-1 21 51 0 0,-4 86-1 0 0,-2-57-1 0 0,6 11 40 0 0,-3-80-73 0 0,0-1 0 0 0,1 0-1 0 0,0 1 1 0 0,0-1 0 0 0,1 0 0 0 0,0 0-1 0 0,0-1 1 0 0,6 11 0 0 0,-7-15-36 0 0,0 0 0 0 0,0 0 0 0 0,1 0 0 0 0,-1 0 0 0 0,1 0 0 0 0,0-1 0 0 0,-1 1 1 0 0,1-1-1 0 0,0 0 0 0 0,0 0 0 0 0,1 0 0 0 0,-1 0 0 0 0,0 0 0 0 0,1-1 0 0 0,-1 0 0 0 0,1 1 0 0 0,-1-1 1 0 0,1 0-1 0 0,0-1 0 0 0,-1 1 0 0 0,1-1 0 0 0,0 0 0 0 0,0 1 0 0 0,-1-2 0 0 0,1 1 0 0 0,0 0 1 0 0,-1-1-1 0 0,1 0 0 0 0,0 1 0 0 0,-1-2 0 0 0,8-2 0 0 0,-3 0-182 0 0,1 0 0 0 0,-1 0 0 0 0,0-1 0 0 0,0-1 0 0 0,-1 1 0 0 0,0-1 0 0 0,0 0-1 0 0,0-1 1 0 0,-1 0 0 0 0,1 0 0 0 0,7-13 0 0 0,1-5-179 0 0,-2-1-1 0 0,-1 0 0 0 0,-1 0 1 0 0,-1-1-1 0 0,7-30 1 0 0,23-146-522 0 0,-38 187 858 0 0,53-383-503 0 0,-45 278 1515 0 0,-8-163 0 0 0,-2 215-397 0 0,0 68-568 0 0,0 1 1 0 0,0-1-1 0 0,0 1 0 0 0,0-1 0 0 0,0 1 0 0 0,0-1 0 0 0,0 0 0 0 0,0 1 0 0 0,0-1 0 0 0,0 1 0 0 0,0-1 0 0 0,-1 1 0 0 0,1-1 0 0 0,0 1 0 0 0,0-1 1 0 0,-1 1-1 0 0,1-1 0 0 0,0 1 0 0 0,0-1 0 0 0,-1 1 0 0 0,1-1 0 0 0,-1 1 0 0 0,1-1 0 0 0,-10 4 98 0 0,-7 18-34 0 0,8 6-39 0 0,0 0 0 0 0,2 1 0 0 0,1 1 0 0 0,-5 55 0 0 0,9-64-19 0 0,-64 673 1397 0 0,59-508-1061 0 0,7-145-242 0 0,3 1-1 0 0,11 60 0 0 0,-12-93-123 0 0,0 1 0 0 0,0-1 0 0 0,1 0 0 0 0,0 0 0 0 0,1 0 0 0 0,0 0 0 0 0,0 0-1 0 0,1-1 1 0 0,-1 0 0 0 0,9 9 0 0 0,-10-13-137 0 0,0 0 0 0 0,0 0 0 0 0,0 0 0 0 0,0-1 0 0 0,1 0 0 0 0,-1 0 0 0 0,1 0 0 0 0,0 0 0 0 0,-1 0 0 0 0,1 0 0 0 0,0-1 0 0 0,0 0 0 0 0,0 0 0 0 0,0 0 0 0 0,0 0 0 0 0,0-1 0 0 0,0 0 0 0 0,0 0-1 0 0,0 0 1 0 0,0 0 0 0 0,0 0 0 0 0,0-1 0 0 0,8-2 0 0 0,1 0-266 0 0,-1-2 1 0 0,-1 0-1 0 0,1 0 0 0 0,-1-1 0 0 0,0-1 0 0 0,0 0 0 0 0,16-13 1 0 0,64-67-443 0 0,-76 71 720 0 0,23-26 311 0 0,-1-1 0 0 0,33-50 1 0 0,-50 62 469 0 0,-1-2-1 0 0,-1 0 1 0 0,-2-1 0 0 0,13-39 0 0 0,-26 65-508 0 0,-1 0 1 0 0,0 1-1 0 0,-1-1 0 0 0,0 0 1 0 0,0 0-1 0 0,0 0 0 0 0,-1-1 0 0 0,0 1 1 0 0,-2-9-1 0 0,2 16-123 0 0,0 1-1 0 0,-1-1 1 0 0,1 0-1 0 0,0 1 1 0 0,0-1 0 0 0,-1 0-1 0 0,1 1 1 0 0,0-1-1 0 0,-1 1 1 0 0,1-1 0 0 0,-1 1-1 0 0,1-1 1 0 0,-1 1-1 0 0,1-1 1 0 0,-1 1 0 0 0,1-1-1 0 0,-1 1 1 0 0,0 0-1 0 0,1-1 1 0 0,-1 1-1 0 0,1 0 1 0 0,-1-1 0 0 0,0 1-1 0 0,1 0 1 0 0,-1 0-1 0 0,0 0 1 0 0,0-1 0 0 0,1 1-1 0 0,-1 0 1 0 0,0 0-1 0 0,1 0 1 0 0,-1 0 0 0 0,0 0-1 0 0,1 1 1 0 0,-1-1-1 0 0,0 0 1 0 0,1 0 0 0 0,-1 0-1 0 0,0 1 1 0 0,0-1-1 0 0,-3 1 7 0 0,0 1 0 0 0,0-1 1 0 0,0 1-1 0 0,0 0 0 0 0,-6 3 0 0 0,-7 8 20 0 0,1 2 0 0 0,0-1 0 0 0,1 2 0 0 0,0 0 0 0 0,2 0-1 0 0,0 2 1 0 0,0 0 0 0 0,-9 20 0 0 0,19-34-8 0 0,0 1-1 0 0,0 0 0 0 0,1 1 0 0 0,0-1 0 0 0,0 0 0 0 0,0 1 0 0 0,1-1 1 0 0,0 1-1 0 0,0-1 0 0 0,0 1 0 0 0,0-1 0 0 0,1 1 0 0 0,0 0 0 0 0,0-1 1 0 0,1 1-1 0 0,0 0 0 0 0,2 8 0 0 0,-1-11 1 0 0,-1 0 0 0 0,1-1 0 0 0,0 0 0 0 0,1 0 0 0 0,-1 1 0 0 0,0-1 0 0 0,0 0 0 0 0,1-1 0 0 0,0 1-1 0 0,-1 0 1 0 0,1-1 0 0 0,5 3 0 0 0,-1-1 32 0 0,3 1 8 0 0,1 0 1 0 0,-1-1-1 0 0,1 0 0 0 0,11 1 0 0 0,6 2 20 0 0,-13-2-92 0 0,-1 0 0 0 0,1 0 0 0 0,23 13 0 0 0,-33-15 94 0 0,-1 1 1 0 0,1 0 0 0 0,-1 0 0 0 0,0 0-1 0 0,0 0 1 0 0,0 1 0 0 0,0-1 0 0 0,-1 1-1 0 0,1 0 1 0 0,-1 0 0 0 0,0 1 0 0 0,0-1 0 0 0,-1 0-1 0 0,1 1 1 0 0,-1 0 0 0 0,2 6 0 0 0,-3-7 56 0 0,0-1 1 0 0,0 1-1 0 0,-1-1 1 0 0,0 0 0 0 0,0 1-1 0 0,0-1 1 0 0,0 1 0 0 0,0-1-1 0 0,-1 1 1 0 0,1-1-1 0 0,-1 1 1 0 0,0-1 0 0 0,0 0-1 0 0,-1 1 1 0 0,1-1-1 0 0,0 0 1 0 0,-1 0 0 0 0,-3 4-1 0 0,-2 1 1 0 0,0 0-1 0 0,-1-1 0 0 0,0 0 1 0 0,-1-1-1 0 0,0 0 1 0 0,0 0-1 0 0,0 0 0 0 0,0-2 1 0 0,-1 1-1 0 0,0-1 0 0 0,0 0 1 0 0,0-1-1 0 0,0 0 1 0 0,-1-1-1 0 0,1 0 0 0 0,-1 0 1 0 0,-15-1-1 0 0,10 0-428 0 0,0-1-1 0 0,0-1 0 0 0,1 0 1 0 0,-1-2-1 0 0,0 1 0 0 0,1-2 1 0 0,-1 0-1 0 0,1-1 0 0 0,0 0 1 0 0,1-1-1 0 0,-17-10 0 0 0,22 11-691 0 0,-1-2-1 0 0,1 1 1 0 0,1-1-1 0 0,-15-15 0 0 0,17 15-659 0 0,0 0 0 0 0,1 0 0 0 0,-8-13 0 0 0,0-6-4155 0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14:00.1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86 59 3024 0 0,'-68'4'8406'0'0,"65"-4"-7260"0"0,-1 0-124 0 0,-6-2 2360 0 0,31-1-2691 0 0,40-5-696 0 0,319-20 455 0 0,-126 13-7338 0 0,-219 13 3215 0 0,-2-2-1478 0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14:01.3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28 604 2052 0 0,'0'0'3186'0'0,"-14"6"882"0"0,12-2-3679 0 0,-1 1 1 0 0,2 0-1 0 0,-1 0 1 0 0,1 0-1 0 0,-1 0 1 0 0,1 0-1 0 0,0 0 1 0 0,1 0-1 0 0,0 0 1 0 0,-1 1-1 0 0,2 5 1 0 0,0-3-175 0 0,0 1-1 0 0,0-1 1 0 0,1 0 0 0 0,0 0 0 0 0,6 15 0 0 0,-7-21-140 0 0,1 0 0 0 0,-1 0 0 0 0,1 0 1 0 0,0 0-1 0 0,-1 0 0 0 0,1 0 0 0 0,0-1 0 0 0,0 1 1 0 0,0-1-1 0 0,1 1 0 0 0,-1-1 0 0 0,0 0 1 0 0,5 2-1 0 0,-6-3-50 0 0,4 2 37 0 0,-1 0 1 0 0,0-1-1 0 0,1 0 0 0 0,-1 0 1 0 0,1 0-1 0 0,-1 0 1 0 0,1-1-1 0 0,-1 0 0 0 0,1 0 1 0 0,8-1-1 0 0,44-9 189 0 0,-37 4-221 0 0,0-1 0 0 0,-1 0 1 0 0,0-2-1 0 0,0 0 0 0 0,-1-1 1 0 0,0-1-1 0 0,0-1 0 0 0,-2 0 1 0 0,1-1-1 0 0,-2-1 1 0 0,0 0-1 0 0,17-22 0 0 0,-16 17-29 0 0,-2-1 1 0 0,0-1-1 0 0,-2 0 0 0 0,0 0 0 0 0,-2-1 1 0 0,0-1-1 0 0,-1 0 0 0 0,-1 0 0 0 0,-2-1 0 0 0,5-28 1 0 0,-4 10 7 0 0,-1-1 0 0 0,-3 0 0 0 0,-1 0 0 0 0,-3 0 0 0 0,-6-51 0 0 0,7 91-25 0 0,0 2 14 0 0,0 0 1 0 0,1 0-1 0 0,-1 0 1 0 0,-1 0-1 0 0,1-1 1 0 0,0 1-1 0 0,0 0 1 0 0,0 0-1 0 0,0 0 1 0 0,-1 0-1 0 0,1 0 1 0 0,0 0-1 0 0,-1 1 1 0 0,1-1-1 0 0,-1 0 1 0 0,0 0-1 0 0,0-1 1 0 0,1 2 0 0 0,-1-1 1 0 0,1 1-1 0 0,-1 0 0 0 0,1-1 1 0 0,-1 1-1 0 0,0 0 0 0 0,1-1 0 0 0,-1 1 1 0 0,1 0-1 0 0,-1 0 0 0 0,0 0 1 0 0,1-1-1 0 0,-1 1 0 0 0,0 0 1 0 0,1 0-1 0 0,-1 0 0 0 0,0 0 1 0 0,1 0-1 0 0,-1 0 0 0 0,0 0 1 0 0,1 1-1 0 0,-1-1 0 0 0,0 0 1 0 0,1 0-1 0 0,-1 0 0 0 0,1 1 1 0 0,-1-1-1 0 0,0 0 0 0 0,1 1 0 0 0,-1-1 1 0 0,1 0-1 0 0,-1 1 0 0 0,1-1 1 0 0,-1 1-1 0 0,1-1 0 0 0,-1 1 1 0 0,1 0-1 0 0,-11 13-33 0 0,2-2 28 0 0,2 0-1 0 0,0 1 1 0 0,0 0 0 0 0,2 0 0 0 0,-1 1-1 0 0,-4 19 1 0 0,2 2 13 0 0,-6 50 1 0 0,12-67 0 0 0,0 1 0 0 0,2-1 0 0 0,0 1 1 0 0,1-1-1 0 0,1 1 0 0 0,0-1 1 0 0,6 19-1 0 0,-5-26 9 0 0,1 0 0 0 0,0 0 1 0 0,1-1-1 0 0,0 1 0 0 0,1-1 1 0 0,0 0-1 0 0,1 0 0 0 0,0-1 1 0 0,0 0-1 0 0,1 0 0 0 0,0-1 1 0 0,12 10-1 0 0,-5-7-246 0 0,-1-1-1 0 0,1-1 1 0 0,1 0 0 0 0,-1-1-1 0 0,1-1 1 0 0,1 0-1 0 0,-1-2 1 0 0,1 0 0 0 0,0 0-1 0 0,1-2 1 0 0,-1 0 0 0 0,1-1-1 0 0,-1 0 1 0 0,1-2 0 0 0,30-2-1 0 0,-40 1 44 0 0,-1-1-1 0 0,1 0 0 0 0,-1 0 1 0 0,0 0-1 0 0,0-1 0 0 0,0 0 0 0 0,0 0 1 0 0,0-1-1 0 0,-1 0 0 0 0,1 0 1 0 0,-1 0-1 0 0,0-1 0 0 0,7-8 1 0 0,-5 5 63 0 0,-1-1 0 0 0,0 0 0 0 0,-1 0 0 0 0,0-1 0 0 0,-1 0 0 0 0,0 0 0 0 0,0 0 0 0 0,3-13 0 0 0,2-14 509 0 0,-2-1 0 0 0,-1 0 0 0 0,-2 0 1 0 0,0-44-1 0 0,-2-27 2775 0 0,-2 95-2918 0 0,-5 19-32 0 0,-2 18-92 0 0,-16 258 1116 0 0,21-262-1206 0 0,-5 128 598 0 0,7-140 482 0 0,2-8-457 0 0,7-14-292 0 0,9-27-420 0 0,6-15 97 0 0,52-84 1 0 0,-72 133-38 0 0,72-103-60 0 0,-63 92 12 0 0,-13 18 45 0 0,-1 0 0 0 0,1 0-1 0 0,0 1 1 0 0,-1-1 0 0 0,1 0 0 0 0,0 1-1 0 0,0-1 1 0 0,0 0 0 0 0,-1 1 0 0 0,1-1-1 0 0,0 1 1 0 0,0-1 0 0 0,2 0 0 0 0,3-1-13 0 0,-5 2 14 0 0,0-1 0 0 0,1 1 0 0 0,-1 0 0 0 0,1 0 0 0 0,-1 1 1 0 0,1-1-1 0 0,-1 0 0 0 0,1 0 0 0 0,-1 1 0 0 0,1-1 0 0 0,-1 1 0 0 0,2 0 0 0 0,-1 0-1 0 0,0 0 1 0 0,0-1 1 0 0,0 1 0 0 0,0 0-1 0 0,0 0 1 0 0,0 0-1 0 0,-1 0 1 0 0,1 1 0 0 0,0-1-1 0 0,-1 0 1 0 0,1 1-1 0 0,-1-1 1 0 0,1 1-1 0 0,-1 0 1 0 0,0-1 0 0 0,2 4-1 0 0,12 27 10 0 0,-12-25-1 0 0,2 7 83 0 0,-1-1 0 0 0,0 1 0 0 0,-1 1 0 0 0,3 26 0 0 0,-3 61 910 0 0,-2-28-593 0 0,0-42-260 0 0,-1-22-82 0 0,0 1 0 0 0,1 0 0 0 0,0-1 1 0 0,0 1-1 0 0,1-1 0 0 0,6 19 0 0 0,-7-28-55 0 0,0 0 0 0 0,0 0 0 0 0,0 1-1 0 0,0-1 1 0 0,0 0 0 0 0,0 0 0 0 0,1 0 0 0 0,-1 0 0 0 0,0 0 0 0 0,0 0-1 0 0,1-1 1 0 0,-1 1 0 0 0,0 0 0 0 0,1 0 0 0 0,-1-1 0 0 0,1 1-1 0 0,-1-1 1 0 0,1 0 0 0 0,-1 1 0 0 0,1-1 0 0 0,-1 0 0 0 0,3 0 0 0 0,32-1 97 0 0,-23-2-90 0 0,0-1 1 0 0,0-1-1 0 0,0 0 0 0 0,-1-1 1 0 0,0 0-1 0 0,0 0 0 0 0,0-2 1 0 0,10-8-1 0 0,-11 9-5 0 0,7-5-241 0 0,-1-1 0 0 0,0-1 0 0 0,-1 0-1 0 0,0-1 1 0 0,-1-1 0 0 0,19-27 0 0 0,-25 30-795 0 0,0-1 0 0 0,-1-1-1 0 0,9-22 1 0 0,-12 22-1096 0 0,0 0 1 0 0,-1 0-1 0 0,4-31 0 0 0,-6 18-4260 0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14:01.5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114 0 744 0 0,'-55'5'8307'0'0,"43"-3"-6693"0"0,0-1 1 0 0,-23 0-1 0 0,74 8-3130 0 0,0-5-3690 0 0,-18-2 438 0 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14:02.5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348 321 1840 0 0,'15'-48'2982'0'0,"39"-138"6013"0"0,-33 101-5938 0 0,-21 83-2954 0 0,-6 30 128 0 0,-210 658 1589 0 0,160-529-1645 0 0,-56 126 186 0 0,79-204-203 0 0,26-61-48 0 0,-1 1 156 0 0,11-32-238 0 0,75-186-1200 0 0,-47 126 798 0 0,284-639-1076 0 0,-276 638 1397 0 0,23-50-82 0 0,-62 123 131 0 0,0 1-1 0 0,0-1 1 0 0,1 0-1 0 0,-1 1 0 0 0,0-1 1 0 0,0 0-1 0 0,1 1 1 0 0,-1-1-1 0 0,0 1 1 0 0,1-1-1 0 0,-1 1 1 0 0,1-1-1 0 0,-1 0 0 0 0,1 1 1 0 0,-1 0-1 0 0,1-1 1 0 0,-1 1-1 0 0,1-1 1 0 0,-1 1-1 0 0,1 0 1 0 0,-1-1-1 0 0,1 1 0 0 0,0 0 1 0 0,-1-1-1 0 0,1 1 1 0 0,0 0-1 0 0,0 0 4 0 0,0 0 0 0 0,0 1 0 0 0,0-1 0 0 0,-1 0 0 0 0,1 1-1 0 0,0-1 1 0 0,0 1 0 0 0,-1-1 0 0 0,1 0 0 0 0,0 1 0 0 0,-1 0-1 0 0,1-1 1 0 0,-1 1 0 0 0,1-1 0 0 0,-1 1 0 0 0,1 0 0 0 0,0 1 0 0 0,14 31 4 0 0,-4 14-20 0 0,7 93 1 0 0,-9-62 21 0 0,0-9 18 0 0,53 371 304 0 0,-62-438-326 0 0,10 59 149 0 0,3 0-1 0 0,27 82 1 0 0,-37-136-122 0 0,0 1-1 0 0,1 0 0 0 0,0-1 1 0 0,0 0-1 0 0,0 0 0 0 0,1 0 1 0 0,0 0-1 0 0,1-1 0 0 0,-1 0 1 0 0,1 0-1 0 0,0 0 0 0 0,1-1 1 0 0,10 7-1 0 0,-11-8-14 0 0,1-1 1 0 0,-1 0-1 0 0,1-1 1 0 0,0 0-1 0 0,-1 0 0 0 0,1 0 1 0 0,0-1-1 0 0,0 0 1 0 0,0 0-1 0 0,0-1 0 0 0,0 1 1 0 0,1-2-1 0 0,-1 1 1 0 0,0-1-1 0 0,0 0 1 0 0,8-3-1 0 0,-5 1-336 0 0,0 0 0 0 0,0-1 0 0 0,0-1 1 0 0,0 1-1 0 0,-1-2 0 0 0,0 1 0 0 0,0-1 0 0 0,0-1 0 0 0,-1 1 0 0 0,0-2 0 0 0,10-9 1 0 0,-10 7-950 0 0,-1 1 0 0 0,1-1 1 0 0,-2 0-1 0 0,1-1 0 0 0,8-20 1 0 0,-5 4-3006 0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14:08.7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8 217 424 0 0,'-7'-10'16598'0'0,"9"7"-16590"0"0,0 1 1 0 0,0-1-1 0 0,0 1 1 0 0,0-1 0 0 0,1 1-1 0 0,-1 0 1 0 0,1 0 0 0 0,-1 1-1 0 0,1-1 1 0 0,0 0 0 0 0,3-1-1 0 0,41-17 26 0 0,-33 15-13 0 0,311-115-684 0 0,-218 86-5511 0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14:09.2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 48 1896 0 0,'-2'-2'1696'0'0,"-23"-37"6790"0"0,24 37-7862 0 0,0 2-597 0 0,1 0-1 0 0,0-1 1 0 0,0 1 0 0 0,-1 0-1 0 0,1-1 1 0 0,0 1 0 0 0,0 0-1 0 0,-1 0 1 0 0,1-1 0 0 0,0 1-1 0 0,-1 0 1 0 0,1 0 0 0 0,0 0 0 0 0,-1-1-1 0 0,1 1 1 0 0,0 0 0 0 0,-1 0-1 0 0,1 0 1 0 0,0 0 0 0 0,-1 0-1 0 0,1 0 1 0 0,0 0 0 0 0,-1 0-1 0 0,1 0 1 0 0,-1 0 0 0 0,1 0 0 0 0,0 0-1 0 0,-1 0 1 0 0,-1 6 14 0 0,0-1 0 0 0,0 1-1 0 0,1 0 1 0 0,0 0 0 0 0,0 0 0 0 0,0-1 0 0 0,1 11 0 0 0,2 50 340 0 0,0-32-162 0 0,37 408 1962 0 0,-17-242-1573 0 0,65 521 481 0 0,-80-667-1070 0 0,31 280 215 0 0,-33-300-378 0 0,0 11 408 0 0,-4-30-3777 0 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14:09.8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112 113 448 0 0,'0'-3'1892'0'0,"-1"-8"-162"0"0,0 0-1 0 0,0 1 0 0 0,-1-1 1 0 0,-1 0-1 0 0,-6-16 0 0 0,9 25-1156 0 0,-9-8 892 0 0,9 9-1336 0 0,-1 0 0 0 0,1 0 0 0 0,-1 0 0 0 0,0 0 0 0 0,1 0 0 0 0,-1 0 0 0 0,0 0 0 0 0,1 0 0 0 0,-1 1 1 0 0,0-1-1 0 0,0 0 0 0 0,0 0 0 0 0,0 1 0 0 0,0-1 0 0 0,0 0 0 0 0,0 1 0 0 0,0-1 0 0 0,0 1 0 0 0,0-1 0 0 0,0 1 1 0 0,-2-1-1 0 0,0 3-112 0 0,0 1 1 0 0,0-1 0 0 0,0 0 0 0 0,0 1 0 0 0,1-1-1 0 0,-1 1 1 0 0,1 0 0 0 0,0 0 0 0 0,0 0 0 0 0,0 0 0 0 0,0 1-1 0 0,0-1 1 0 0,1 0 0 0 0,-1 1 0 0 0,1-1 0 0 0,0 1-1 0 0,-1 4 1 0 0,-4 15 285 0 0,-4 32 0 0 0,10-53-281 0 0,-7 52 722 0 0,3 2-1 0 0,6 94 1 0 0,24 109 666 0 0,55 251 374 0 0,-40-275-787 0 0,9 273 898 0 0,-49-484-1858 0 0,1 1 114 0 0,-2 38 0 0 0,2-41 137 0 0,0-5-3455 0 0,-13-33-3807 0 0,11 14 6517 0 0,0 0 0 0 0,0 0 0 0 0,0 1 0 0 0,0-1 0 0 0,1 0 0 0 0,0-1 0 0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14:24.3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86 33 60 0 0,'7'-13'8931'0'0,"-2"-7"-3503"0"0,-13 31-3166 0 0,-16 36-2624 0 0,22-44 232 0 0,-6 13-496 0 0,-17 34-1948 0 0,9-15-2192 0 0,1-5-1053 0 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14:26.4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4 893 2340 0 0,'0'0'11687'0'0,"-4"15"-10996"0"0,5-3-622 0 0,-1-1 1 0 0,2 0-1 0 0,0 0 1 0 0,0 1-1 0 0,1-1 1 0 0,0 0-1 0 0,1-1 1 0 0,0 1-1 0 0,6 10 1 0 0,-9-20-16 0 0,0 0-40 0 0,-1 0 0 0 0,1-1 0 0 0,-1 1 0 0 0,1 0 0 0 0,-1-1 0 0 0,1 1 0 0 0,-1-1 0 0 0,1 1 0 0 0,-1-1 0 0 0,1 1 0 0 0,0-1 0 0 0,-1 1 0 0 0,1-1 0 0 0,0 1 0 0 0,0-1 0 0 0,-1 0 0 0 0,1 0 0 0 0,0 1 0 0 0,0-1 0 0 0,-1 0 0 0 0,1 0 0 0 0,0 0 0 0 0,0 0 0 0 0,0 0 0 0 0,-1 0 0 0 0,1 0 0 0 0,0 0 0 0 0,0 0 0 0 0,-1 0 0 0 0,1 0 0 0 0,0-1 0 0 0,0 1 0 0 0,0 0 0 0 0,-1 0 0 0 0,1-1 0 0 0,0 1 0 0 0,-1-1 0 0 0,1 1 0 0 0,0-1 0 0 0,-1 1 0 0 0,1-1 0 0 0,-1 1 0 0 0,2-2 0 0 0,11-18 26 0 0,-1-1 1 0 0,0-1 0 0 0,-2 0-1 0 0,11-31 1 0 0,23-101-62 0 0,-25 81 12 0 0,47-261-6 0 0,-51 248 32 0 0,-3-28 11 0 0,-1 12-86 0 0,-8 73-74 0 0,-3 26 107 0 0,0 6 1 0 0,-4 14-4 0 0,2 0 0 0 0,0 0-1 0 0,1 23 1 0 0,0 0 17 0 0,-7 488-17 0 0,11-487 51 0 0,12 60 1 0 0,-12-87-37 0 0,0 0 0 0 0,2 0 0 0 0,-1-1 1 0 0,2 1-1 0 0,0-1 0 0 0,0 0 0 0 0,15 21 0 0 0,-18-31-85 0 0,-1 0 0 0 0,1 1 0 0 0,0-1 0 0 0,0 0 0 0 0,1 0-1 0 0,-1 0 1 0 0,1-1 0 0 0,-1 1 0 0 0,1-1 0 0 0,0 0-1 0 0,0 0 1 0 0,0 0 0 0 0,0-1 0 0 0,0 1 0 0 0,0-1 0 0 0,0 0-1 0 0,1 0 1 0 0,-1 0 0 0 0,0-1 0 0 0,1 0 0 0 0,-1 0-1 0 0,0 0 1 0 0,1 0 0 0 0,-1 0 0 0 0,0-1 0 0 0,1 0 0 0 0,-1 0-1 0 0,0 0 1 0 0,0 0 0 0 0,6-4 0 0 0,1 0-188 0 0,-1 0 1 0 0,0-1-1 0 0,0 0 1 0 0,-1-1-1 0 0,0 0 1 0 0,0 0-1 0 0,-1-1 1 0 0,1-1 0 0 0,-2 1-1 0 0,10-13 1 0 0,-1-4 9 0 0,-2 1 1 0 0,-1-2 0 0 0,0 0 0 0 0,-2 0 0 0 0,-1-1 0 0 0,12-50-1 0 0,-8 2 390 0 0,8-101 0 0 0,-19-58 2825 0 0,-4 139-1021 0 0,-1 83-1765 0 0,-3 19-59 0 0,-2 16-47 0 0,-3 49 116 0 0,-1 101-1 0 0,15 72 532 0 0,-3-209-638 0 0,11 147 125 0 0,-4-85-78 0 0,-2-44 1753 0 0,-6-51-1298 0 0,1-1-95 0 0,-1-2-447 0 0,0 0-1 0 0,0 0 0 0 0,0 1 1 0 0,0-1-1 0 0,0 0 0 0 0,0 0 1 0 0,0 0-1 0 0,0 0 1 0 0,0 1-1 0 0,0-1 0 0 0,0 0 1 0 0,0 0-1 0 0,0 0 0 0 0,0 0 1 0 0,0 0-1 0 0,0 1 0 0 0,0-1 1 0 0,0 0-1 0 0,0 0 1 0 0,0 0-1 0 0,0 0 0 0 0,1 0 1 0 0,-1 0-1 0 0,0 0 0 0 0,0 1 1 0 0,0-1-1 0 0,0 0 0 0 0,0 0 1 0 0,0 0-1 0 0,1 0 1 0 0,-1 0-1 0 0,0 0 0 0 0,0 0 1 0 0,0 0-1 0 0,0 0 0 0 0,0 0 1 0 0,1 0-1 0 0,-1 0 0 0 0,0 0 1 0 0,0 0-1 0 0,0 0 1 0 0,0 0-1 0 0,0 0 0 0 0,1 0 1 0 0,-1 0-1 0 0,0 0 0 0 0,0 0 1 0 0,0 0-1 0 0,1 0 0 0 0,5-10 369 0 0,10-29-220 0 0,-8 17-55 0 0,18-38-1 0 0,34-69-29 0 0,-47 105-83 0 0,1 1-1 0 0,1 0 0 0 0,21-25 1 0 0,-27 37-10 0 0,-2 3-2 0 0,0-1 0 0 0,1 1 0 0 0,11-9 0 0 0,-17 15 8 0 0,0 0 0 0 0,1 1 1 0 0,-1-1-1 0 0,1 1 1 0 0,-1-1-1 0 0,1 1 0 0 0,0 0 1 0 0,-1 0-1 0 0,1 0 1 0 0,0 0-1 0 0,0 1 0 0 0,0-1 1 0 0,0 1-1 0 0,0 0 0 0 0,0-1 1 0 0,0 1-1 0 0,0 1 1 0 0,3-1-1 0 0,-1 2 5 0 0,0-1 0 0 0,0 1 0 0 0,-1 0 0 0 0,1 0 0 0 0,0 1-1 0 0,-1-1 1 0 0,1 1 0 0 0,-1 0 0 0 0,0 0 0 0 0,0 1 0 0 0,0-1 0 0 0,0 1 0 0 0,-1 0 0 0 0,0 0-1 0 0,1 0 1 0 0,-1 0 0 0 0,-1 1 0 0 0,1-1 0 0 0,3 9 0 0 0,3 10-14 0 0,-1-1 0 0 0,0 1 1 0 0,4 26-1 0 0,-6-21 13 0 0,6 36 23 0 0,-9-41-3 0 0,12 43 1 0 0,-11-54-18 0 0,-2-4 2 0 0,1-1 0 0 0,0 0 0 0 0,0 0 0 0 0,0 0 1 0 0,6 10-1 0 0,-7-16-1 0 0,-1 1 0 0 0,1-1 1 0 0,0 0-1 0 0,0 1 1 0 0,0-1-1 0 0,0 0 0 0 0,0 0 1 0 0,0 0-1 0 0,0 0 0 0 0,0-1 1 0 0,0 1-1 0 0,0-1 1 0 0,0 1-1 0 0,1-1 0 0 0,3 1 1 0 0,32-3-147 0 0,-27 0 18 0 0,-1-1 0 0 0,0 0-1 0 0,0-1 1 0 0,0 0-1 0 0,0 0 1 0 0,-1-1 0 0 0,0 0-1 0 0,0-1 1 0 0,11-8-1 0 0,0-4-229 0 0,0 0 0 0 0,23-28 0 0 0,-27 27 304 0 0,-1 0 0 0 0,-2-1 0 0 0,0 0 0 0 0,-1-1 0 0 0,0 0 0 0 0,-2-1 1 0 0,-1 0-1 0 0,-1-1 0 0 0,-1 0 0 0 0,8-44 0 0 0,-10 35 260 0 0,-1 7 55 0 0,2-36 1 0 0,-6 58-239 0 0,-2 4-24 0 0,-1 0-1 0 0,1 0 1 0 0,0 0 0 0 0,0 0-1 0 0,0 1 1 0 0,-1-1 0 0 0,1 1-1 0 0,1 0 1 0 0,-1-1 0 0 0,0 1-1 0 0,0 0 1 0 0,1 0 0 0 0,-1 0-1 0 0,1 0 1 0 0,-2 3 0 0 0,-19 41-29 0 0,16-31 25 0 0,-8 17 2 0 0,2 0 0 0 0,-12 47-1 0 0,20-62 3 0 0,1 1 0 0 0,0 0-1 0 0,2-1 1 0 0,0 1-1 0 0,0 0 1 0 0,4 26-1 0 0,-2-40 12 0 0,-1 0 0 0 0,1 0 0 0 0,0 0 0 0 0,0-1 0 0 0,0 1 0 0 0,1 0 0 0 0,-1-1-1 0 0,1 1 1 0 0,0 0 0 0 0,0-1 0 0 0,0 0 0 0 0,0 0 0 0 0,1 1 0 0 0,-1-1 0 0 0,1-1-1 0 0,0 1 1 0 0,5 4 0 0 0,-3-4-3 0 0,-1-1 0 0 0,1 0-1 0 0,0 0 1 0 0,0 0 0 0 0,0 0 0 0 0,0-1 0 0 0,0 0-1 0 0,0 0 1 0 0,0 0 0 0 0,0-1 0 0 0,0 1 0 0 0,6-2-1 0 0,5 0-125 0 0,0-1 0 0 0,-1-1 0 0 0,1 0 0 0 0,0-1 0 0 0,-1-1 0 0 0,0-1 0 0 0,24-11 0 0 0,-21 7 20 0 0,-1 0 1 0 0,0-1-1 0 0,0 0 0 0 0,-1-1 0 0 0,-1-1 0 0 0,0-1 0 0 0,-1 0 0 0 0,-1-1 0 0 0,0 0 0 0 0,0-1 0 0 0,-2 0 0 0 0,0-1 0 0 0,-1-1 0 0 0,-1 0 0 0 0,0 0 0 0 0,-2 0 0 0 0,0-1 0 0 0,7-30 0 0 0,11-77 1436 0 0,-22 114-1293 0 0,-3 12-3 0 0,-3 19 14 0 0,1-7-58 0 0,-3 63 32 0 0,3 0 0 0 0,11 123 0 0 0,-6-141 1714 0 0,-3-54-652 0 0,1-4-1070 0 0,0-1 0 0 0,0 1 0 0 0,0 0 0 0 0,0-1 0 0 0,0 1 0 0 0,0 0 0 0 0,0-1 0 0 0,0 1 0 0 0,0-1 0 0 0,-1 1 0 0 0,1-1 0 0 0,0 0 0 0 0,-1 1 0 0 0,0-1 0 0 0,1 1-1 0 0,-1-1 1 0 0,0-3 0 0 0,2-2 25 0 0,12-37 35 0 0,42-114 25 0 0,-43 127-130 0 0,2 1-1 0 0,36-56 0 0 0,-48 80 14 0 0,1 1 0 0 0,1 0-1 0 0,-1 0 1 0 0,1 0 0 0 0,0 1 0 0 0,0 0-1 0 0,0 0 1 0 0,1 0 0 0 0,-1 0-1 0 0,1 1 1 0 0,0 0 0 0 0,0 0 0 0 0,0 1-1 0 0,1-1 1 0 0,6 0 0 0 0,-12 3 9 0 0,0-1 0 0 0,0 1 0 0 0,-1 0 1 0 0,1 0-1 0 0,0 0 0 0 0,0 0 0 0 0,0 1 0 0 0,0-1 1 0 0,0 0-1 0 0,0 0 0 0 0,0 0 0 0 0,0 1 0 0 0,0-1 1 0 0,0 1-1 0 0,0-1 0 0 0,0 0 0 0 0,-1 1 0 0 0,1 0 1 0 0,1 0-1 0 0,0 0-4 0 0,1 1 1 0 0,0 0 0 0 0,0-1 0 0 0,0 2 0 0 0,0-1 0 0 0,0 0 1 0 0,-1 0-1 0 0,1 1 0 0 0,-1-1 0 0 0,1 1 0 0 0,-1 0 0 0 0,0 0 1 0 0,0 0-1 0 0,0 0 0 0 0,-1 0 0 0 0,1 0 0 0 0,1 5 0 0 0,1 3-2 0 0,-1 0 1 0 0,1 0-1 0 0,0 15 0 0 0,18 175 28 0 0,-18-140 20 0 0,-2-48-32 0 0,0 1 0 0 0,7 21 0 0 0,-8-32 5 0 0,1 1 15 0 0,4 1-20 0 0,0-4-150 0 0,1-3-258 0 0,1-1 0 0 0,-1 0 0 0 0,0 0 0 0 0,0-1 0 0 0,0 1 0 0 0,0-1 0 0 0,9-8 0 0 0,-2 0-2104 0 0,-1-1-1 0 0,17-18 0 0 0,-9 6-2647 0 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14:26.7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108 212 2464 0 0,'-105'42'8383'0'0,"102"-41"-7385"0"0,7-3-617 0 0,369-146 43 0 0,-114 65-7165 0 0,-185 62 3236 0 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14:28.3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108 945 128 0 0,'-58'13'7247'0'0,"56"-13"-7104"0"0,-1 1 0 0 0,1-1-1 0 0,0 1 1 0 0,0 0 0 0 0,0 0 0 0 0,-1 0-1 0 0,1 0 1 0 0,0 0 0 0 0,0 0-1 0 0,0 1 1 0 0,1-1 0 0 0,-1 1 0 0 0,0-1-1 0 0,0 1 1 0 0,1 0 0 0 0,-1 0-1 0 0,1-1 1 0 0,-1 1 0 0 0,1 0 0 0 0,0 0-1 0 0,0 1 1 0 0,0-1 0 0 0,0 0-1 0 0,-1 4 1 0 0,1-1 110 0 0,-1 1 0 0 0,1 0 0 0 0,0-1 0 0 0,1 1 0 0 0,-1 0 0 0 0,1 0 0 0 0,0-1 1 0 0,2 11-1 0 0,-1-14-170 0 0,-1 0 1 0 0,1-1-1 0 0,0 1 1 0 0,-1 0 0 0 0,1-1-1 0 0,0 1 1 0 0,0-1 0 0 0,0 1-1 0 0,0-1 1 0 0,1 1 0 0 0,-1-1-1 0 0,0 0 1 0 0,1 1 0 0 0,-1-1-1 0 0,0 0 1 0 0,1 0 0 0 0,0 0-1 0 0,-1 0 1 0 0,1 0-1 0 0,-1-1 1 0 0,1 1 0 0 0,0 0-1 0 0,0-1 1 0 0,-1 1 0 0 0,1-1-1 0 0,0 0 1 0 0,0 0 0 0 0,0 1-1 0 0,0-1 1 0 0,-1 0 0 0 0,1 0-1 0 0,0-1 1 0 0,0 1 0 0 0,0 0-1 0 0,-1-1 1 0 0,3 0-1 0 0,5-2 21 0 0,-1 0-1 0 0,0-1 1 0 0,0 0-1 0 0,-1-1 0 0 0,1 0 1 0 0,-1 0-1 0 0,0 0 1 0 0,12-14-1 0 0,-8 7-42 0 0,0 0 1 0 0,-1-2-1 0 0,-1 1 1 0 0,10-20-1 0 0,2-10-45 0 0,-3-1 1 0 0,18-62-1 0 0,-15 33-19 0 0,-4 1-1 0 0,14-143 1 0 0,-24 112-89 0 0,-11-160 0 0 0,0 235-44 0 0,3 25 100 0 0,0 3 33 0 0,1 0 0 0 0,-1 1 0 0 0,0-1 1 0 0,1 1-1 0 0,-1-1 0 0 0,0 1 0 0 0,1-1 0 0 0,-1 1 0 0 0,1-1 0 0 0,-1 1 0 0 0,1 0 0 0 0,-1-1 0 0 0,1 1 0 0 0,-1 0 0 0 0,1-1 0 0 0,-1 1 1 0 0,1 0-1 0 0,0-1 0 0 0,0 1 0 0 0,-1 1 0 0 0,-6 20-12 0 0,6-18 9 0 0,-6 28 10 0 0,1 0-1 0 0,-3 43 0 0 0,5-35-3 0 0,-16 250-3 0 0,20-229 12 0 0,3 1 0 0 0,18 105 1 0 0,-17-148 1 0 0,0 1 0 0 0,2-1 0 0 0,0 0 0 0 0,1-1 0 0 0,0 0 0 0 0,11 18 0 0 0,-14-30-4 0 0,0 0 1 0 0,0-1 0 0 0,0 1 0 0 0,0-1 0 0 0,1 0 0 0 0,0 0-1 0 0,0 0 1 0 0,1-1 0 0 0,-1 0 0 0 0,1 0 0 0 0,0 0 0 0 0,0-1-1 0 0,0 0 1 0 0,0 0 0 0 0,1 0 0 0 0,-1-1 0 0 0,1 0 0 0 0,0 0 0 0 0,0-1-1 0 0,10 1 1 0 0,-5-1-45 0 0,1-1 0 0 0,-1-1 0 0 0,0 0 0 0 0,1-1 0 0 0,-1 0-1 0 0,0-1 1 0 0,0 0 0 0 0,-1-1 0 0 0,1-1 0 0 0,-1 1 0 0 0,1-2 0 0 0,-2 0-1 0 0,1 0 1 0 0,0-1 0 0 0,-1 0 0 0 0,-1-1 0 0 0,10-9 0 0 0,1-2-134 0 0,-2 0 1 0 0,0-2-1 0 0,-2 0 1 0 0,0-1 0 0 0,-1-1-1 0 0,20-43 1 0 0,-17 25 59 0 0,-1-1 0 0 0,-3-1-1 0 0,11-51 1 0 0,-11 21 147 0 0,5-83-1 0 0,-16 80 804 0 0,-9-99 0 0 0,-1 141-670 0 0,7 33-168 0 0,0 1 0 0 0,0 0 1 0 0,0 0-1 0 0,0 0 0 0 0,0-1 0 0 0,0 1 0 0 0,0 0 1 0 0,0 0-1 0 0,-1 0 0 0 0,1 0 0 0 0,0-1 0 0 0,0 1 1 0 0,0 0-1 0 0,0 0 0 0 0,0 0 0 0 0,0 0 0 0 0,-1-1 1 0 0,1 1-1 0 0,0 0 0 0 0,0 0 0 0 0,0 0 0 0 0,0 0 1 0 0,-1 0-1 0 0,1 0 0 0 0,0 0 0 0 0,0-1 0 0 0,0 1 0 0 0,-1 0 1 0 0,1 0-1 0 0,0 0 0 0 0,0 0 0 0 0,0 0 0 0 0,-1 0 1 0 0,1 0-1 0 0,0 0 0 0 0,0 0 0 0 0,0 0 0 0 0,-1 0 1 0 0,1 0-1 0 0,0 1 0 0 0,-9 15 32 0 0,-5 37 13 0 0,2 0-1 0 0,-7 74 0 0 0,3 112-37 0 0,15-217-5 0 0,9 327 138 0 0,-3-277-50 0 0,1 2 1382 0 0,-6-70-1139 0 0,8-2 191 0 0,-5-2-346 0 0,1-6-120 0 0,53-124 340 0 0,-40 85-385 0 0,3 1 0 0 0,46-77 1 0 0,-63 116-18 0 0,63-86-29 0 0,-56 79 5 0 0,1 0 1 0 0,0 0 0 0 0,1 1-1 0 0,23-17 1 0 0,-33 27 22 0 0,0 0 0 0 0,0 0 0 0 0,0 0 0 0 0,0 0 0 0 0,0 0 0 0 0,0 0-1 0 0,0 1 1 0 0,0-1 0 0 0,1 1 0 0 0,-1-1 0 0 0,0 1 0 0 0,0 0 0 0 0,1 0 0 0 0,-1 0 0 0 0,0 0 0 0 0,0 0 0 0 0,1 1 0 0 0,-1-1 0 0 0,0 1 0 0 0,0-1 0 0 0,0 1 0 0 0,0 0 0 0 0,0 0 0 0 0,0 0 0 0 0,0 0 0 0 0,0 0-1 0 0,0 0 1 0 0,0 1 0 0 0,0-1 0 0 0,-1 1 0 0 0,1-1 0 0 0,-1 1 0 0 0,1-1 0 0 0,2 5 0 0 0,2 1 3 0 0,-1 1 1 0 0,0 0-1 0 0,0 0 1 0 0,-1 0-1 0 0,0 1 0 0 0,0-1 1 0 0,2 10-1 0 0,42 221 10 0 0,-40-193-8 0 0,9 9-8 0 0,-16-53 11 0 0,0 0 1 0 0,0 0-1 0 0,0 0 1 0 0,0-1-1 0 0,1 1 0 0 0,-1-1 1 0 0,1 1-1 0 0,-1-1 1 0 0,1 1-1 0 0,0-1 1 0 0,0 0-1 0 0,-1 1 1 0 0,1-1-1 0 0,0 0 0 0 0,0 0 1 0 0,0-1-1 0 0,0 1 1 0 0,0 0-1 0 0,0-1 1 0 0,0 1-1 0 0,0-1 0 0 0,1 0 1 0 0,-1 1-1 0 0,0-1 1 0 0,0 0-1 0 0,0 0 1 0 0,0-1-1 0 0,3 1 1 0 0,5-4 4 0 0,0 1 0 0 0,-1-2 1 0 0,1 1-1 0 0,-1-1 1 0 0,0-1-1 0 0,-1 0 1 0 0,1 0-1 0 0,-1 0 1 0 0,0-1-1 0 0,-1 0 1 0 0,1-1-1 0 0,7-11 0 0 0,4-5 3 0 0,-2-1 0 0 0,0-1-1 0 0,14-32 1 0 0,-18 29-5 0 0,-1 0 0 0 0,-1-1-1 0 0,-2-1 1 0 0,-1 0 0 0 0,-1 0 0 0 0,4-57 0 0 0,-11 84-16 0 0,1 0 1 0 0,-1 0-1 0 0,0-1 0 0 0,0 1 1 0 0,-1 0-1 0 0,1-1 1 0 0,-1 1-1 0 0,0 0 0 0 0,0 0 1 0 0,0 0-1 0 0,-1 0 1 0 0,-3-8-1 0 0,4 11 6 0 0,1 1-1 0 0,-1-1 1 0 0,1 1 0 0 0,-1-1 0 0 0,1 1-1 0 0,-1-1 1 0 0,0 1 0 0 0,1-1-1 0 0,-1 1 1 0 0,0-1 0 0 0,1 1 0 0 0,-1 0-1 0 0,0-1 1 0 0,0 1 0 0 0,1 0 0 0 0,-1 0-1 0 0,0 0 1 0 0,0-1 0 0 0,1 1 0 0 0,-1 0-1 0 0,0 0 1 0 0,0 0 0 0 0,0 0-1 0 0,1 0 1 0 0,-1 0 0 0 0,0 1 0 0 0,0-1-1 0 0,1 0 1 0 0,-1 0 0 0 0,0 1 0 0 0,0-1-1 0 0,1 0 1 0 0,-1 1 0 0 0,-1 0 0 0 0,-20 15-50 0 0,22-16 53 0 0,-8 8-7 0 0,1 1 1 0 0,0 0 0 0 0,0 0-1 0 0,1 0 1 0 0,0 1 0 0 0,1-1 0 0 0,0 1-1 0 0,-4 12 1 0 0,3-4-4 0 0,0 0 1 0 0,1 0-1 0 0,-4 37 0 0 0,7-43 13 0 0,2 1-1 0 0,-1 0 0 0 0,2-1 1 0 0,0 1-1 0 0,0 0 0 0 0,1-1 1 0 0,1 1-1 0 0,0-1 1 0 0,8 21-1 0 0,-9-28 4 0 0,0 0-1 0 0,1 1 1 0 0,0-1-1 0 0,0-1 1 0 0,1 1-1 0 0,-1 0 1 0 0,1-1-1 0 0,0 0 1 0 0,0 0-1 0 0,1 0 1 0 0,-1 0-1 0 0,1-1 1 0 0,0 1 0 0 0,0-1-1 0 0,0-1 1 0 0,0 1-1 0 0,0-1 1 0 0,0 1-1 0 0,1-2 1 0 0,0 1-1 0 0,-1 0 1 0 0,1-1-1 0 0,9 1 1 0 0,1-2-423 0 0,1 1 0 0 0,-1-2-1 0 0,1 0 1 0 0,-1-1 0 0 0,0-1 0 0 0,0 0 0 0 0,31-12 0 0 0,-26 7-1207 0 0,-1 0 1 0 0,-1-2 0 0 0,0-1 0 0 0,0 0 0 0 0,26-22-1 0 0,-16 9-3227 0 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14:28.5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302 95 1304 0 0,'-273'27'17266'0'0,"254"-27"-16515"0"0,10-2-19 0 0,22-11-496 0 0,-3 7-591 0 0,1 1 0 0 0,-1 0 0 0 0,1 0 0 0 0,0 2 0 0 0,22-6 0 0 0,-4 1-604 0 0,133-40-7391 0 0,-97 30 1904 0 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14:34.8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1133 1752 0 0,'1'-3'2203'0'0,"1"-25"5504"0"0,-2 18-6619 0 0,0 8-181 0 0,0 1-796 0 0,-1 1 1 0 0,1-1 0 0 0,0 1 0 0 0,0 0 0 0 0,0-1-1 0 0,0 1 1 0 0,0 0 0 0 0,1-1 0 0 0,-1 1 0 0 0,0-1-1 0 0,0 1 1 0 0,0 0 0 0 0,0-1 0 0 0,0 1 0 0 0,0 0-1 0 0,0-1 1 0 0,1 1 0 0 0,-1 0 0 0 0,0-1 0 0 0,0 1-1 0 0,1 0 1 0 0,-1-1 0 0 0,0 1 0 0 0,0 0 0 0 0,1 0-1 0 0,-1-1 1 0 0,0 1 0 0 0,1 0 0 0 0,2 2-26 0 0,1 1 1 0 0,-1-1-1 0 0,0 1 0 0 0,1 0 0 0 0,-2 0 1 0 0,1 0-1 0 0,0 0 0 0 0,-1 1 1 0 0,4 5-1 0 0,22 42 458 0 0,-12-21-355 0 0,-8-16-110 0 0,3 6 53 0 0,24 33 1 0 0,-31-49-104 0 0,0 1 0 0 0,0 0 0 0 0,0-1 1 0 0,1 1-1 0 0,0-1 0 0 0,0-1 0 0 0,0 1 0 0 0,0-1 0 0 0,0 0 0 0 0,1 0 0 0 0,7 3 0 0 0,-10-5-10 0 0,1-1 0 0 0,0 1 0 0 0,-1-1-1 0 0,1 0 1 0 0,0 0 0 0 0,-1 0 0 0 0,1 0-1 0 0,0 0 1 0 0,-1-1 0 0 0,1 0 0 0 0,0 0-1 0 0,-1 0 1 0 0,1 0 0 0 0,5-4 0 0 0,1 0 11 0 0,-1 0 1 0 0,1 0 0 0 0,13-13-1 0 0,5-7 7 0 0,0-1 0 0 0,-3-2-1 0 0,0-1 1 0 0,-1 0-1 0 0,36-62 1 0 0,-13 5-16 0 0,38-96 0 0 0,-48 91-181 0 0,-3 0 1 0 0,-5-3-1 0 0,30-165 1 0 0,-51 193 67 0 0,2-107 0 0 0,-14 157 15 0 0,4 15 74 0 0,0 1-1 0 0,0 0 0 0 0,-1 0 1 0 0,1-1-1 0 0,0 1 1 0 0,0 0-1 0 0,0 0 0 0 0,-1-1 1 0 0,1 1-1 0 0,0 0 0 0 0,-1 0 1 0 0,1 0-1 0 0,0 0 0 0 0,0-1 1 0 0,-1 1-1 0 0,1 0 0 0 0,0 0 1 0 0,-1 0-1 0 0,1 0 0 0 0,0 0 1 0 0,-1 0-1 0 0,1 0 0 0 0,0 0 1 0 0,-1 0-1 0 0,1 0 0 0 0,0 0 1 0 0,-1 0-1 0 0,-1 1 1 0 0,1 0-1 0 0,-1-1 0 0 0,1 1 1 0 0,0 0-1 0 0,-1 0 1 0 0,1 0-1 0 0,0 1 0 0 0,0-1 1 0 0,0 0-1 0 0,0 0 1 0 0,0 1-1 0 0,0-1 0 0 0,0 0 1 0 0,0 1-1 0 0,0-1 1 0 0,1 1-1 0 0,-2 1 0 0 0,-21 55 237 0 0,-32 120 1 0 0,7 66 576 0 0,35-139-626 0 0,4 0 0 0 0,5 1 1 0 0,4-1-1 0 0,21 152 1 0 0,-17-225-144 0 0,1 0 1 0 0,2 0 0 0 0,20 57 0 0 0,-25-84-27 0 0,0 1 0 0 0,1-1-1 0 0,0 0 1 0 0,0 0 0 0 0,0 0 0 0 0,8 8 0 0 0,-9-11-10 0 0,0 0 1 0 0,0 0-1 0 0,0 0 0 0 0,1-1 1 0 0,-1 1-1 0 0,1-1 1 0 0,-1 1-1 0 0,1-1 1 0 0,0 0-1 0 0,-1 0 0 0 0,1 0 1 0 0,0 0-1 0 0,0-1 1 0 0,0 1-1 0 0,0-1 0 0 0,-1 0 1 0 0,1 0-1 0 0,4 0 1 0 0,4-1-219 0 0,0-1 1 0 0,0-1-1 0 0,0 1 0 0 0,0-2 1 0 0,-1 0-1 0 0,1 0 1 0 0,-1-1-1 0 0,15-9 1 0 0,-2-2-995 0 0,-1-1 0 0 0,-1-1 1 0 0,28-31-1 0 0,15-29-5353 0 0,-36 40 903 0 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14:35.4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205 129 2340 0 0,'-201'-2'14896'0'0,"197"2"-14376"0"0,8-1-399 0 0,48-16 28 0 0,0 3 0 0 0,92-13 0 0 0,-101 20-112 0 0,288-36 61 0 0,-213 30-66 0 0,-70 10-17 0 0,-47 3-14 0 0,4-1-14 0 0,1 1 0 0 0,0-1 0 0 0,0 1 0 0 0,0 1 0 0 0,-1-1 0 0 0,11 2 0 0 0,-14-1 11 0 0,0 0 0 0 0,0 0 1 0 0,0 0-1 0 0,-1 0 0 0 0,1 0 1 0 0,0 0-1 0 0,0 1 0 0 0,0-1 0 0 0,-1 1 1 0 0,1-1-1 0 0,-1 1 0 0 0,1-1 1 0 0,-1 1-1 0 0,0 0 0 0 0,0 0 0 0 0,0 0 1 0 0,0 0-1 0 0,0 0 0 0 0,0 0 1 0 0,0 0-1 0 0,0 0 0 0 0,0 3 0 0 0,5 27 192 0 0,-2-1 0 0 0,0 1 0 0 0,-2 0 0 0 0,-5 59 0 0 0,2-71-130 0 0,-5 77 486 0 0,-26 142 1 0 0,13-166 1719 0 0,18-71-2113 0 0,0 1 0 0 0,0-1 0 0 0,-1 0 0 0 0,1 0 0 0 0,0 0 0 0 0,-1 0 0 0 0,0 0 0 0 0,1 0 0 0 0,-1 0 0 0 0,0-1 0 0 0,0 1 0 0 0,0-1 0 0 0,0 1 0 0 0,0-1 0 0 0,0 0 0 0 0,-1 1 0 0 0,1-1 0 0 0,0 0 0 0 0,-1-1 0 0 0,1 1 0 0 0,-1 0-1 0 0,1-1 1 0 0,-4 1 0 0 0,3-1 53 0 0,-3-5 17 0 0,-4-2-54 0 0,9 4-165 0 0,0 0 0 0 0,0 0 0 0 0,0 1 0 0 0,1-1 0 0 0,-1 0 0 0 0,1 0-1 0 0,0 0 1 0 0,0 0 0 0 0,0 0 0 0 0,0 0 0 0 0,0 0 0 0 0,1 1 0 0 0,-1-1 0 0 0,1 0 0 0 0,0 0 0 0 0,0 0 0 0 0,0 1 0 0 0,0-1 0 0 0,0 0 0 0 0,1 1 0 0 0,-1-1 0 0 0,3-2 0 0 0,6-11 15 0 0,1 0 0 0 0,16-17 0 0 0,-16 20-16 0 0,31-33-44 0 0,2 2 0 0 0,75-57 0 0 0,-62 54-5 0 0,-39 30-684 0 0,2 1 0 0 0,0 1 0 0 0,1 1 0 0 0,36-18-1 0 0,-54 30 239 0 0,1 1 0 0 0,0 0 0 0 0,-1 0 0 0 0,1 0 0 0 0,0 1 0 0 0,-1-1 0 0 0,1 1 0 0 0,0 0-1 0 0,0 0 1 0 0,-1 0 0 0 0,1 1 0 0 0,0-1 0 0 0,-1 1 0 0 0,1 0 0 0 0,0 0 0 0 0,-1 0 0 0 0,1 1-1 0 0,4 2 1 0 0,-6-3 188 0 0,-1 0-1 0 0,1 0 1 0 0,-1 0 0 0 0,1 0-1 0 0,-1 1 1 0 0,0-1-1 0 0,0 0 1 0 0,1 1 0 0 0,-1-1-1 0 0,0 1 1 0 0,0-1-1 0 0,1 3 1 0 0,4 6-2841 0 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14:37.1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318 338 2384 0 0,'5'-6'1015'0'0,"-1"1"1"0"0,1-1-1 0 0,-1 0 0 0 0,-1-1 0 0 0,1 1 0 0 0,-1-1 1 0 0,-1 1-1 0 0,1-1 0 0 0,-1 0 0 0 0,2-10 0 0 0,-2 7-116 0 0,0 0 0 0 0,-1 0 0 0 0,0 0 0 0 0,0-1 0 0 0,-1 1 0 0 0,-2-15 0 0 0,2 24-859 0 0,-1 0 0 0 0,1 0 0 0 0,0 0 0 0 0,0 0 0 0 0,0 0 0 0 0,-1 0 0 0 0,1 0-1 0 0,-1 0 1 0 0,1 0 0 0 0,-1 0 0 0 0,1 0 0 0 0,-1 0 0 0 0,1 0 0 0 0,-1 1 0 0 0,0-1-1 0 0,0 0 1 0 0,1 0 0 0 0,-1 1 0 0 0,0-1 0 0 0,0 0 0 0 0,0 1 0 0 0,0-1-1 0 0,0 1 1 0 0,0-1 0 0 0,0 1 0 0 0,0-1 0 0 0,0 1 0 0 0,0 0 0 0 0,0-1 0 0 0,0 1-1 0 0,0 0 1 0 0,0 0 0 0 0,0 0 0 0 0,0 0 0 0 0,0 0 0 0 0,0 0 0 0 0,-2 0 0 0 0,-2 1-19 0 0,1 0 1 0 0,-1 0 0 0 0,1 1 0 0 0,-1-1 0 0 0,1 1-1 0 0,0 0 1 0 0,-5 3 0 0 0,-8 6-4 0 0,0 1 0 0 0,1 0 1 0 0,0 1-1 0 0,1 1 0 0 0,0 1 0 0 0,-18 24 0 0 0,6-5 36 0 0,-42 78 0 0 0,57-92-49 0 0,1 2 0 0 0,1-1 0 0 0,1 1 1 0 0,1 1-1 0 0,-7 31 0 0 0,15-53 0 0 0,0 0 0 0 0,-1 0-1 0 0,1 0 1 0 0,0 0 0 0 0,0 0 0 0 0,0 0 0 0 0,0 0-1 0 0,0 0 1 0 0,0 0 0 0 0,0 1 0 0 0,0-1-1 0 0,0 0 1 0 0,0 0 0 0 0,0 0 0 0 0,1 0 0 0 0,-1 0-1 0 0,1 0 1 0 0,-1 0 0 0 0,0 0 0 0 0,1 0 0 0 0,0 0-1 0 0,-1 0 1 0 0,1 0 0 0 0,0 0 0 0 0,-1-1-1 0 0,1 1 1 0 0,0 0 0 0 0,0 0 0 0 0,0-1 0 0 0,-1 1-1 0 0,1 0 1 0 0,0-1 0 0 0,0 1 0 0 0,0-1 0 0 0,0 1-1 0 0,0-1 1 0 0,0 0 0 0 0,0 1 0 0 0,1-1-1 0 0,-1 0 1 0 0,0 0 0 0 0,0 0 0 0 0,0 0 0 0 0,0 1-1 0 0,0-2 1 0 0,0 1 0 0 0,2 0 0 0 0,3-1 11 0 0,0 1-1 0 0,0-2 1 0 0,1 1 0 0 0,-1-1 0 0 0,0 0-1 0 0,8-4 1 0 0,-4 1 2 0 0,1-1 0 0 0,-1-1 0 0 0,-1 0 0 0 0,0 0 0 0 0,0-1 0 0 0,16-16 0 0 0,41-60 23 0 0,-63 80-42 0 0,13-22 31 0 0,-1-1-1 0 0,-1 0 1 0 0,-1-1 0 0 0,17-57-1 0 0,-9 25 1255 0 0,-9 19 212 0 0,-5 84-1658 0 0,-4-2 153 0 0,12 106 203 0 0,-11-120-168 0 0,1-1 0 0 0,1 1 0 0 0,13 32 0 0 0,-18-57-23 0 0,-1-1 0 0 0,1 1 1 0 0,0-1-1 0 0,-1 1 0 0 0,1 0 0 0 0,0-1 1 0 0,0 0-1 0 0,0 1 0 0 0,0-1 0 0 0,0 0 1 0 0,1 1-1 0 0,-1-1 0 0 0,0 0 0 0 0,0 0 1 0 0,1 0-1 0 0,-1 0 0 0 0,1 0 0 0 0,2 1 1 0 0,-2-1-35 0 0,-1-1 1 0 0,1 0-1 0 0,-1 0 1 0 0,1 0-1 0 0,-1 0 0 0 0,1 0 1 0 0,-1 0-1 0 0,1-1 1 0 0,-1 1-1 0 0,1 0 1 0 0,-1-1-1 0 0,1 1 1 0 0,-1-1-1 0 0,1 1 1 0 0,-1-1-1 0 0,0 0 1 0 0,2-1-1 0 0,3-2-194 0 0,1-1 1 0 0,-1-1-1 0 0,-1 1 0 0 0,1-1 0 0 0,-1 0 0 0 0,8-12 0 0 0,17-31-482 0 0,-3-2-1 0 0,39-98 1 0 0,-37 80 553 0 0,2-4-147 0 0,-30 70 262 0 0,-1 3 33 0 0,1-1 0 0 0,0 1 0 0 0,-1-1 1 0 0,1 1-1 0 0,-1 0 0 0 0,1 0 1 0 0,0-1-1 0 0,-1 1 0 0 0,1 0 0 0 0,0 0 1 0 0,-1 0-1 0 0,1 0 0 0 0,0 0 1 0 0,0 0-1 0 0,-1 0 0 0 0,1 0 0 0 0,0 0 1 0 0,-1 0-1 0 0,1 0 0 0 0,0 1 1 0 0,2 4 7 0 0,0 1 1 0 0,-1 0 0 0 0,1 0 0 0 0,-1 0 0 0 0,-1 0-1 0 0,1 0 1 0 0,-1 0 0 0 0,0 0 0 0 0,-1 0 0 0 0,1 9 0 0 0,-5 72 72 0 0,0-46-97 0 0,1 16 135 0 0,-12 63 0 0 0,12-86 1431 0 0,3-34-1534 0 0,-1 0 0 0 0,0 0 0 0 0,1-1 0 0 0,-1 1 0 0 0,0 0 0 0 0,1 0 0 0 0,-1 0-1 0 0,1-1 1 0 0,-1 1 0 0 0,1 0 0 0 0,-1 0 0 0 0,1-1 0 0 0,-1 1 0 0 0,1-1 0 0 0,-1 1 0 0 0,1 0 0 0 0,-1-1 0 0 0,1 1 0 0 0,-1-1 0 0 0,1 1 0 0 0,0-1 0 0 0,-1 1 0 0 0,1-1 0 0 0,0 0 0 0 0,0 1 0 0 0,-1-1 0 0 0,1 1 0 0 0,0-1 0 0 0,0 1 0 0 0,0-1 0 0 0,0 0 0 0 0,0 1 0 0 0,-1-2 0 0 0,2-23 91 0 0,-1 21-100 0 0,2-13 11 0 0,0 1-1 0 0,2-1 0 0 0,0 1 1 0 0,1 0-1 0 0,0 0 1 0 0,1 1-1 0 0,1-1 1 0 0,0 1-1 0 0,14-20 1 0 0,-5 12-39 0 0,0 1 1 0 0,1 1 0 0 0,1 0 0 0 0,42-35 0 0 0,-54 51 10 0 0,1 0 1 0 0,0 1-1 0 0,0-1 1 0 0,0 1-1 0 0,1 1 0 0 0,-1 0 1 0 0,1 0-1 0 0,0 0 1 0 0,13-2-1 0 0,-17 5 8 0 0,0-1 0 0 0,0 1 1 0 0,0 1-1 0 0,-1-1 0 0 0,1 0 0 0 0,0 1 1 0 0,0 0-1 0 0,0 0 0 0 0,-1 0 0 0 0,6 3 0 0 0,1-1 3 0 0,-7-2 0 0 0,-1 1 0 0 0,1-1 0 0 0,-1 0 0 0 0,0 1-1 0 0,0-1 1 0 0,0 1 0 0 0,1 0 0 0 0,-2 0 0 0 0,1 0-1 0 0,0 0 1 0 0,0 0 0 0 0,-1 0 0 0 0,1 0 0 0 0,-1 1-1 0 0,3 3 1 0 0,-1 2 16 0 0,1 0-1 0 0,-1 0 1 0 0,3 11-1 0 0,-5-5-3 0 0,1 0 1 0 0,-2 0-1 0 0,0 0 1 0 0,-1 0-1 0 0,0-1 1 0 0,-1 1-1 0 0,-1 0 1 0 0,-5 18-1 0 0,-2 10-32 0 0,10-41 25 0 0,-4 23 19 0 0,-1 0 0 0 0,-10 27 0 0 0,14-46-30 0 0,1 8 11 0 0,2 13-475 0 0,-1-21 356 0 0,0-5 85 0 0,0 1-1 0 0,-1-1 1 0 0,1 1-1 0 0,-1-1 1 0 0,1 1-1 0 0,0-1 1 0 0,0 1-1 0 0,-1-1 1 0 0,1 0-1 0 0,0 1 1 0 0,-1-1-1 0 0,1 0 1 0 0,0 0-1 0 0,0 0 1 0 0,0 0-1 0 0,-1 1 1 0 0,1-1-1 0 0,2 0 1 0 0,0 0-82 0 0,1 0 1 0 0,-1 0 0 0 0,1 0-1 0 0,0 0 1 0 0,-1 0 0 0 0,1-1 0 0 0,-1 0-1 0 0,1 0 1 0 0,-1 0 0 0 0,1 0-1 0 0,6-3 1 0 0,-5 2-112 0 0,32-14-564 0 0,-1-1-1 0 0,0-2 1 0 0,-2-1 0 0 0,41-32-1 0 0,-22 10 410 0 0,82-84 0 0 0,-94 81 1621 0 0,-3-1 0 0 0,33-52 0 0 0,-52 62-213 0 0,-18 36-1018 0 0,-1 0 0 0 0,0-1 0 0 0,0 1 0 0 0,0 0 0 0 0,0-1 0 0 0,0 1 0 0 0,0 0 0 0 0,0-1 0 0 0,0 1 0 0 0,0 0 0 0 0,0-1 0 0 0,0 1 0 0 0,0 0 0 0 0,0-1 0 0 0,0 1 0 0 0,0 0 0 0 0,0-1 0 0 0,0 1 1 0 0,0 0-1 0 0,0-1 0 0 0,-1 1 0 0 0,1 0 0 0 0,0-1 0 0 0,0 1 0 0 0,0 0 0 0 0,-1 0 0 0 0,1-1 0 0 0,0 1 0 0 0,0 0 0 0 0,-1 0 0 0 0,1-1 0 0 0,0 1 0 0 0,0 0 0 0 0,-1 0 0 0 0,1 0 0 0 0,0 0 0 0 0,-1-1 0 0 0,1 1 0 0 0,0 0 0 0 0,-1 0 0 0 0,1 0 0 0 0,0 0 0 0 0,-1 0 0 0 0,1 0 0 0 0,0 0 1 0 0,-1 0-1 0 0,-18 3 91 0 0,8 4-81 0 0,0 0 1 0 0,1 0 0 0 0,-1 1 0 0 0,1 0 0 0 0,1 0-1 0 0,-13 15 1 0 0,8-7-3 0 0,1 1-1 0 0,1 1 0 0 0,-13 22 1 0 0,22-35-10 0 0,1 0 0 0 0,0 0 0 0 0,0-1 1 0 0,1 1-1 0 0,-1 0 0 0 0,1 0 0 0 0,0 0 0 0 0,0 1 1 0 0,1-1-1 0 0,0 0 0 0 0,0 0 0 0 0,0 0 0 0 0,0 1 0 0 0,1-1 1 0 0,0 0-1 0 0,0 0 0 0 0,3 8 0 0 0,-1-9 0 0 0,0-1-1 0 0,0 0 1 0 0,0 0-1 0 0,1-1 1 0 0,-1 1-1 0 0,1-1 1 0 0,0 0-1 0 0,0 0 0 0 0,0 0 1 0 0,5 2-1 0 0,-4-2-10 0 0,25 12 11 0 0,-14-8-18 0 0,-1 1 0 0 0,0 1 1 0 0,-1 0-1 0 0,0 1 0 0 0,21 17 0 0 0,-32-23 14 0 0,0-1-1 0 0,0 1 0 0 0,-1 0 1 0 0,1 0-1 0 0,-1 0 0 0 0,0 0 1 0 0,0 1-1 0 0,0-1 0 0 0,0 0 1 0 0,0 1-1 0 0,-1 0 1 0 0,2 3-1 0 0,-2-4 5 0 0,-1-1-1 0 0,0 0 1 0 0,0 1 0 0 0,0-1-1 0 0,0 0 1 0 0,0 1 0 0 0,0-1 0 0 0,-1 0-1 0 0,1 0 1 0 0,-1 1 0 0 0,0-1 0 0 0,1 0-1 0 0,-1 0 1 0 0,0 0 0 0 0,0 1-1 0 0,0-1 1 0 0,-1 0 0 0 0,1 0 0 0 0,0-1-1 0 0,-1 1 1 0 0,1 0 0 0 0,-4 2 0 0 0,-4 5 142 0 0,-1-1 1 0 0,-1 0 0 0 0,1 0 0 0 0,-1-1-1 0 0,0 0 1 0 0,-1-1 0 0 0,0 0 0 0 0,0-1-1 0 0,0-1 1 0 0,-19 5 0 0 0,11-4-34 0 0,-2-2 1 0 0,1 0-1 0 0,0-1 1 0 0,-1-1-1 0 0,-29-3 0 0 0,47 2-112 0 0,0-1 0 0 0,0 1 0 0 0,1-1 0 0 0,-1 0-1 0 0,0 0 1 0 0,0 0 0 0 0,1-1 0 0 0,-1 1-1 0 0,1-1 1 0 0,-1 0 0 0 0,1 0 0 0 0,0 0-1 0 0,0 0 1 0 0,0-1 0 0 0,0 1 0 0 0,0-1-1 0 0,0 0 1 0 0,1 0 0 0 0,-3-4 0 0 0,4 6-22 0 0,1 0 1 0 0,-1-1-1 0 0,1 1 1 0 0,0 0-1 0 0,0-1 1 0 0,-1 1 0 0 0,1 0-1 0 0,0-1 1 0 0,0 1-1 0 0,0-1 1 0 0,1 1-1 0 0,-1 0 1 0 0,0-1-1 0 0,1 1 1 0 0,-1 0-1 0 0,0-1 1 0 0,1 1-1 0 0,0 0 1 0 0,-1 0-1 0 0,2-3 1 0 0,15-20-782 0 0,-8 14 189 0 0,0 1 0 0 0,1 0 0 0 0,0 0 1 0 0,1 1-1 0 0,-1 1 0 0 0,18-10 0 0 0,76-31-4589 0 0,-55 27 958 0 0,-6 2-1557 0 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14:37.5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433 88 2152 0 0,'-38'-59'12602'0'0,"23"38"-9820"0"0,14 19-2362 0 0,-6-1 119 0 0,6 3-530 0 0,1-1-1 0 0,0 1 1 0 0,0 0-1 0 0,-1 0 1 0 0,1 0-1 0 0,0 0 1 0 0,0-1-1 0 0,-1 1 1 0 0,1 0 0 0 0,0 0-1 0 0,0 0 1 0 0,-1 0-1 0 0,1 0 1 0 0,0 0-1 0 0,0 0 1 0 0,-1 0-1 0 0,1 0 1 0 0,0 0 0 0 0,-1 0-1 0 0,1 0 1 0 0,0 0-1 0 0,0 0 1 0 0,-1 0-1 0 0,1 0 1 0 0,0 0-1 0 0,-1 0 1 0 0,1 0-1 0 0,0 0 1 0 0,0 0 0 0 0,-1 1-1 0 0,1-1 1 0 0,0 0-1 0 0,0 0 1 0 0,-1 0-1 0 0,1 0 1 0 0,0 1-1 0 0,0-1 1 0 0,0 0-1 0 0,-1 0 1 0 0,1 0 0 0 0,0 1-1 0 0,0-1 1 0 0,0 0-1 0 0,0 0 1 0 0,0 1-1 0 0,-1-1 1 0 0,1 0-1 0 0,0 1 1 0 0,0-1 0 0 0,0 0-1 0 0,-6 9 285 0 0,1-1 0 0 0,0 1 0 0 0,0 0 0 0 0,1 0-1 0 0,-7 18 1 0 0,3-6 150 0 0,-16 49 809 0 0,2 2-1 0 0,4 0 1 0 0,-11 94 0 0 0,14-41 392 0 0,1 184 0 0 0,29 126-11 0 0,-5-219-1149 0 0,-9 6 161 0 0,-4-180-500 0 0,-1-1-1 0 0,-2 1 1 0 0,-15 51 0 0 0,13-64-145 0 0,7-20 0 0 0,-1 0 0 0 0,-1 0 0 0 0,0-1 0 0 0,0 1 0 0 0,0-1 0 0 0,-1 0 0 0 0,0 1 0 0 0,-10 12 0 0 0,5-14 0 0 0,-9-4 0 0 0,16-4-99 0 0,-1 1 1 0 0,0-1-1 0 0,0 0 1 0 0,1 0-1 0 0,-1-1 1 0 0,0 1-1 0 0,1 0 1 0 0,-1-1-1 0 0,1 0 0 0 0,0 1 1 0 0,-1-1-1 0 0,1 0 1 0 0,0 0-1 0 0,0-1 1 0 0,0 1-1 0 0,1 0 0 0 0,-1-1 1 0 0,0 1-1 0 0,1-1 1 0 0,0 1-1 0 0,-1-1 1 0 0,0-3-1 0 0,-4-8-950 0 0,1 0 0 0 0,-7-28 0 0 0,-3-44-5027 0 0,4 0 0 0 0,0-118 0 0 0,7 140-645 0 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14:37.9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0 199 2824 0 0,'23'-42'3615'0'0,"-14"24"-2269"0"0,1 0 0 0 0,0 1-1 0 0,2 0 1 0 0,0 1 0 0 0,24-26 0 0 0,-32 39-1236 0 0,-1 0 0 0 0,1 1 0 0 0,0-1 0 0 0,0 0 0 0 0,0 1 0 0 0,0 0-1 0 0,1 0 1 0 0,-1 0 0 0 0,0 1 0 0 0,1-1 0 0 0,-1 1 0 0 0,1 0 0 0 0,-1 0 0 0 0,8 0 0 0 0,-5 1-42 0 0,0 1 1 0 0,-1-1 0 0 0,1 1-1 0 0,0 1 1 0 0,-1-1 0 0 0,1 1-1 0 0,-1 0 1 0 0,1 1-1 0 0,6 3 1 0 0,-2 0 58 0 0,0 0 1 0 0,0 1-1 0 0,-1 1 0 0 0,0-1 0 0 0,-1 2 1 0 0,0-1-1 0 0,0 1 0 0 0,-1 1 0 0 0,0-1 1 0 0,9 15-1 0 0,-13-17 100 0 0,0 0 0 0 0,-1 1-1 0 0,1-1 1 0 0,-1 1 0 0 0,-1 0 0 0 0,1 0 0 0 0,-2 0-1 0 0,1 0 1 0 0,-1 0 0 0 0,0 0 0 0 0,0 0 0 0 0,-1 1 0 0 0,0-1-1 0 0,-1 0 1 0 0,-2 13 0 0 0,0-11-41 0 0,0-1 1 0 0,0 0-1 0 0,0 0 0 0 0,-1-1 1 0 0,-1 1-1 0 0,0-1 0 0 0,0 0 1 0 0,0 0-1 0 0,-1 0 0 0 0,0-1 1 0 0,-1 0-1 0 0,1 0 1 0 0,-10 7-1 0 0,3-4-61 0 0,-1 0 0 0 0,1-1 0 0 0,-1-1 1 0 0,-1 0-1 0 0,-20 7 0 0 0,-1-2 65 0 0,-40 8 0 0 0,72-20-282 0 0,-1 0-1 0 0,1 0 1 0 0,0-1 0 0 0,0 1 0 0 0,-1-1 0 0 0,1 0 0 0 0,0-1 0 0 0,0 1-1 0 0,0-1 1 0 0,-1 0 0 0 0,1 0 0 0 0,0 0 0 0 0,0 0 0 0 0,0-1 0 0 0,-5-3 0 0 0,8 5-60 0 0,0-1 0 0 0,0 1 1 0 0,0-1-1 0 0,0 0 1 0 0,0 1-1 0 0,0-1 1 0 0,0 0-1 0 0,0 0 1 0 0,0 0-1 0 0,1 0 0 0 0,-1 0 1 0 0,0 0-1 0 0,1 0 1 0 0,-1 0-1 0 0,0 0 1 0 0,1 0-1 0 0,0 0 1 0 0,-1 0-1 0 0,1-1 0 0 0,0 1 1 0 0,-1 0-1 0 0,1 0 1 0 0,0-2-1 0 0,0 0-93 0 0,1 1 0 0 0,-1-1 0 0 0,1 1 0 0 0,-1 0 0 0 0,1 0 0 0 0,0-1 0 0 0,0 1 0 0 0,0 0 0 0 0,0 0 0 0 0,1 0 0 0 0,1-3 0 0 0,4-3-1176 0 0,0-1-1 0 0,1 1 1 0 0,16-12-1 0 0,1 2-2488 0 0,5-1-1656 0 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14:39.0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80 83 1540 0 0,'28'-28'16661'0'0,"-31"29"-16374"0"0,-2 2-220 0 0,0 0 0 0 0,1 0 0 0 0,-1 0-1 0 0,1 0 1 0 0,-1 1 0 0 0,1-1 0 0 0,0 1 0 0 0,1 0-1 0 0,-1 0 1 0 0,1 1 0 0 0,-1-1 0 0 0,1 1-1 0 0,1 0 1 0 0,-1 0 0 0 0,1 0 0 0 0,-3 8 0 0 0,-4 9 11 0 0,2 0 1 0 0,-8 38 0 0 0,12-42-43 0 0,0 1 1 0 0,1-1-1 0 0,1 1 1 0 0,2 22 0 0 0,0-34-12 0 0,-1 0 1 0 0,1 0-1 0 0,0 0 1 0 0,1 0-1 0 0,0 0 1 0 0,0 0-1 0 0,0 0 1 0 0,1-1-1 0 0,0 1 1 0 0,1-1-1 0 0,-1 0 1 0 0,1 0-1 0 0,9 11 1 0 0,-9-14-8 0 0,0 0 1 0 0,0 0 0 0 0,0 0-1 0 0,0 0 1 0 0,1-1 0 0 0,-1 1-1 0 0,1-1 1 0 0,0-1-1 0 0,-1 1 1 0 0,1-1 0 0 0,0 1-1 0 0,0-1 1 0 0,0-1-1 0 0,0 1 1 0 0,0-1 0 0 0,8 0-1 0 0,-3-1 5 0 0,-1 1 1 0 0,0-2-1 0 0,0 1 0 0 0,0-2 0 0 0,0 1 1 0 0,0-1-1 0 0,0 0 0 0 0,10-6 0 0 0,-11 4-14 0 0,1-1-1 0 0,-1 0 0 0 0,0-1 0 0 0,0 0 1 0 0,-1 0-1 0 0,0-1 0 0 0,0 0 0 0 0,-1 0 1 0 0,0 0-1 0 0,0-1 0 0 0,-1 0 1 0 0,0 0-1 0 0,-1 0 0 0 0,0-1 0 0 0,0 0 1 0 0,-1 1-1 0 0,0-1 0 0 0,-1 0 1 0 0,0-1-1 0 0,1-11 0 0 0,-2 11-16 0 0,0 0-1 0 0,-1 0 0 0 0,0 1 1 0 0,-1-1-1 0 0,0 0 1 0 0,0 0-1 0 0,-1 1 1 0 0,-1-1-1 0 0,1 1 1 0 0,-2-1-1 0 0,0 1 1 0 0,0 0-1 0 0,-1 1 1 0 0,0-1-1 0 0,0 1 1 0 0,-1 0-1 0 0,0 0 1 0 0,-1 0-1 0 0,-9-9 1 0 0,13 16 2 0 0,1 0 0 0 0,-1-1 0 0 0,0 2 0 0 0,0-1 1 0 0,1 0-1 0 0,-1 0 0 0 0,0 1 0 0 0,0 0 0 0 0,-1-1 1 0 0,1 1-1 0 0,0 0 0 0 0,0 1 0 0 0,0-1 0 0 0,-1 0 0 0 0,1 1 1 0 0,0 0-1 0 0,-1 0 0 0 0,1 0 0 0 0,0 0 0 0 0,-1 1 1 0 0,1-1-1 0 0,0 1 0 0 0,-1-1 0 0 0,1 1 0 0 0,0 1 1 0 0,-4 0-1 0 0,2 1 4 0 0,1 0 0 0 0,-1-1 0 0 0,1 1 0 0 0,0 1 0 0 0,0-1 0 0 0,0 1 0 0 0,0-1 0 0 0,1 1 0 0 0,-1 0 0 0 0,1 1 0 0 0,0-1 0 0 0,0 0 0 0 0,0 1 0 0 0,1 0 1 0 0,-3 7-1 0 0,4-9 2 0 0,0-1 1 0 0,0 1 0 0 0,0 0 0 0 0,1-1 0 0 0,-1 1 0 0 0,1 0 0 0 0,-1 0 0 0 0,1 0 0 0 0,0-1 0 0 0,0 1-1 0 0,1 0 1 0 0,-1 0 0 0 0,0 0 0 0 0,1-1 0 0 0,0 1 0 0 0,0 0 0 0 0,0-1 0 0 0,1 5 0 0 0,1-4 0 0 0,-1 0 0 0 0,0 0 1 0 0,1 0-1 0 0,-1-1 1 0 0,1 1-1 0 0,0 0 1 0 0,0-1-1 0 0,0 0 0 0 0,0 0 1 0 0,0 0-1 0 0,0 0 1 0 0,5 2-1 0 0,4 0-12 0 0,1 0 1 0 0,-1-1-1 0 0,1 0 1 0 0,0 0-1 0 0,0-2 0 0 0,24 1 1 0 0,-12-3-2 0 0,0-1 1 0 0,-1-1 0 0 0,0-2-1 0 0,0 0 1 0 0,0-2-1 0 0,-1 0 1 0 0,25-12 0 0 0,4-5-37 0 0,94-59 0 0 0,-139 78 45 0 0,-1 0 1 0 0,0 0-1 0 0,1 0 0 0 0,-2-1 0 0 0,1 0 1 0 0,9-12-1 0 0,-15 17 2 0 0,1 1 0 0 0,-1 0 0 0 0,0-1 0 0 0,0 1 0 0 0,1-1 0 0 0,-1 1 0 0 0,0 0 0 0 0,0-1 0 0 0,0 1 0 0 0,0-1 0 0 0,1 1 0 0 0,-1-1 0 0 0,0 1 0 0 0,0 0 1 0 0,0-1-1 0 0,0 1 0 0 0,0-1 0 0 0,0 1 0 0 0,0-1 0 0 0,-1 1 0 0 0,1-1 0 0 0,0 1 0 0 0,0 0 0 0 0,0-1 0 0 0,0 1 0 0 0,0-1 0 0 0,-1 1 0 0 0,1 0 0 0 0,0-1 0 0 0,0 1 0 0 0,-1-1 0 0 0,1 1 0 0 0,0 0 0 0 0,-1-1 0 0 0,1 1 0 0 0,0 0 0 0 0,-1 0 1 0 0,1-1-1 0 0,0 1 0 0 0,-1 0 0 0 0,1 0 0 0 0,-1 0 0 0 0,1-1 0 0 0,0 1 0 0 0,-1 0 0 0 0,1 0 0 0 0,-1 0 0 0 0,1 0 0 0 0,-1 0 0 0 0,1 0 0 0 0,-1 0 0 0 0,-2-1-2 0 0,1 1 0 0 0,0 0 0 0 0,0-1 0 0 0,-1 1 0 0 0,1 0-1 0 0,0 1 1 0 0,-1-1 0 0 0,1 0 0 0 0,0 1 0 0 0,-3 0 0 0 0,-3 2 1 0 0,1 1-1 0 0,0-1 1 0 0,0 2 0 0 0,0-1 0 0 0,0 1-1 0 0,1 0 1 0 0,0 0 0 0 0,0 0 0 0 0,0 1-1 0 0,1 0 1 0 0,0 1 0 0 0,0-1 0 0 0,0 1 0 0 0,-3 7-1 0 0,5-8 2 0 0,0 0-1 0 0,0 1 0 0 0,1-1 1 0 0,0 0-1 0 0,0 1 1 0 0,1-1-1 0 0,0 1 0 0 0,0 0 1 0 0,1-1-1 0 0,-1 1 1 0 0,2 0-1 0 0,-1-1 0 0 0,1 1 1 0 0,0 0-1 0 0,0-1 1 0 0,0 1-1 0 0,1-1 0 0 0,3 7 1 0 0,6 12 12 0 0,2-1-1 0 0,24 36 1 0 0,-24-42-8 0 0,-1 1 0 0 0,-1 0 0 0 0,-1 1 0 0 0,11 30 0 0 0,-20-47 0 0 0,0 0 1 0 0,0 0 0 0 0,-1 0-1 0 0,0 1 1 0 0,1-1 0 0 0,-1 0-1 0 0,0 0 1 0 0,0 0 0 0 0,-1 1 0 0 0,1-1-1 0 0,-1 0 1 0 0,0 0 0 0 0,1 0-1 0 0,-1 0 1 0 0,-1 0 0 0 0,0 4 0 0 0,-1-2-4 0 0,0-1 1 0 0,-1 1 0 0 0,1 0 0 0 0,-1-1 0 0 0,0 0 0 0 0,0 0 0 0 0,0 0-1 0 0,-7 5 1 0 0,-3 0 26 0 0,1-1-1 0 0,-2 0 0 0 0,1-1 1 0 0,-1 0-1 0 0,-23 6 0 0 0,9-5 655 0 0,0-1 0 0 0,-49 6 0 0 0,39-7 405 0 0,37-6-912 0 0,-4-2 46 0 0,-2-2-92 0 0,8 4-122 0 0,0 0 1 0 0,0-1-1 0 0,0 1 0 0 0,1-1 1 0 0,-1 1-1 0 0,0-1 1 0 0,0 1-1 0 0,0 0 0 0 0,1-1 1 0 0,-1 1-1 0 0,0-1 0 0 0,0 1 1 0 0,1 0-1 0 0,-1-1 1 0 0,0 1-1 0 0,1 0 0 0 0,-1-1 1 0 0,0 1-1 0 0,1 0 0 0 0,-1 0 1 0 0,1-1-1 0 0,-1 1 0 0 0,0 0 1 0 0,1 0-1 0 0,-1 0 1 0 0,1 0-1 0 0,0-1 0 0 0,165-85 141 0 0,-75 41-234 0 0,27-13-2 0 0,109-60-32 0 0,-204 104 99 0 0,-4 4 6 0 0,0-1 0 0 0,-1 0 0 0 0,-1-2 1 0 0,0 0-1 0 0,0-1 0 0 0,26-29 0 0 0,-36 32 22 0 0,-6-5-15 0 0,-2 14 8 0 0,1 1 0 0 0,-1 0 1 0 0,1-1-1 0 0,-1 1 0 0 0,1 0 1 0 0,-1 0-1 0 0,0-1 0 0 0,1 1 1 0 0,-1 0-1 0 0,0 0 0 0 0,0 0 1 0 0,0 0-1 0 0,0 0 0 0 0,0 0 1 0 0,0 0-1 0 0,0 0 0 0 0,0 0 1 0 0,0 1-1 0 0,-1-1 0 0 0,1 0 1 0 0,0 1-1 0 0,0-1 1 0 0,-1 1-1 0 0,1-1 0 0 0,0 1 1 0 0,-1 0-1 0 0,1-1 0 0 0,-1 1 1 0 0,1 0-1 0 0,0 0 0 0 0,-1 0 1 0 0,1 0-1 0 0,-1 0 0 0 0,1 0 1 0 0,0 1-1 0 0,-2-1 0 0 0,-5 1 10 0 0,0 1 0 0 0,1-1 0 0 0,-1 1 0 0 0,0 1-1 0 0,-8 3 1 0 0,1 1-4 0 0,1 1 0 0 0,1 0 0 0 0,-1 1 0 0 0,2 0-1 0 0,-1 2 1 0 0,1-1 0 0 0,1 1 0 0 0,0 1 0 0 0,0 0-1 0 0,1 0 1 0 0,1 1 0 0 0,0 0 0 0 0,1 1 0 0 0,0 0 0 0 0,1 0-1 0 0,1 1 1 0 0,0 0 0 0 0,1 0 0 0 0,0 0 0 0 0,1 1 0 0 0,1-1-1 0 0,1 1 1 0 0,0 0 0 0 0,1 23 0 0 0,1-33 6 0 0,1-1 1 0 0,-1 1 0 0 0,1-1-1 0 0,1 1 1 0 0,-1-1-1 0 0,1 0 1 0 0,-1 1 0 0 0,2-1-1 0 0,-1 0 1 0 0,0 0-1 0 0,1 0 1 0 0,0-1 0 0 0,0 1-1 0 0,1-1 1 0 0,6 7-1 0 0,-5-5 23 0 0,2-2-1 0 0,-1 1 0 0 0,0-1 0 0 0,1 0 0 0 0,0 0 0 0 0,0-1 0 0 0,0 1 0 0 0,0-2 1 0 0,1 1-1 0 0,8 1 0 0 0,4 0-308 0 0,0-1 0 0 0,1-2 0 0 0,-1 0 0 0 0,1 0 0 0 0,-1-2 0 0 0,1-1 0 0 0,33-7 0 0 0,-32 4-1225 0 0,-1-1 1 0 0,32-13-1 0 0,-39 12-1354 0 0,0 0-1 0 0,17-11 0 0 0,-12 1-4343 0 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14:40.1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300 416 2628 0 0,'-13'-48'10573'0'0,"9"38"-9170"0"0,0 1 0 0 0,0-1 1 0 0,-1 1-1 0 0,0 1 0 0 0,-13-17 0 0 0,17 24-1348 0 0,0 0-1 0 0,0-1 1 0 0,-1 1-1 0 0,1 0 1 0 0,0 0-1 0 0,-1 0 1 0 0,1 0-1 0 0,-1 0 1 0 0,1 0-1 0 0,-1 1 1 0 0,1-1-1 0 0,-1 0 1 0 0,0 1 0 0 0,1-1-1 0 0,-1 1 1 0 0,0-1-1 0 0,1 1 1 0 0,-1 0-1 0 0,0 0 1 0 0,1 0-1 0 0,-1 0 1 0 0,0 0-1 0 0,0 0 1 0 0,-2 1-1 0 0,-1 1-27 0 0,0 0-1 0 0,-1 0 0 0 0,1 1 1 0 0,0-1-1 0 0,0 1 0 0 0,1 0 0 0 0,-1 1 1 0 0,0-1-1 0 0,1 1 0 0 0,-5 5 0 0 0,-37 46 107 0 0,40-46-106 0 0,-8 9-5 0 0,2 1-1 0 0,0 1 1 0 0,1 0 0 0 0,-15 39-1 0 0,21-47-15 0 0,1 0-1 0 0,1 0 1 0 0,0 1 0 0 0,1-1-1 0 0,0 1 1 0 0,1-1 0 0 0,0 1-1 0 0,1 0 1 0 0,1-1 0 0 0,2 17-1 0 0,-3-25 6 0 0,1-1 0 0 0,0 0 0 0 0,0 0 0 0 0,0 0 0 0 0,0 0 0 0 0,1 0 0 0 0,-1 0 0 0 0,1 0 0 0 0,0 0 0 0 0,-1-1 0 0 0,1 1 0 0 0,0-1 0 0 0,1 1 0 0 0,-1-1 0 0 0,0 0 0 0 0,1 0 0 0 0,3 3 0 0 0,-1-3 2 0 0,-1 0 0 0 0,1 0 0 0 0,-1 0 1 0 0,1 0-1 0 0,0-1 0 0 0,-1 0 0 0 0,1 0 1 0 0,0 0-1 0 0,0-1 0 0 0,7 1 0 0 0,6-3 20 0 0,-1 1-1 0 0,0-2 0 0 0,1 0 0 0 0,-1-1 1 0 0,21-9-1 0 0,-19 6-10 0 0,-1-1 1 0 0,0-1-1 0 0,0-1 1 0 0,-1 0-1 0 0,-1-1 1 0 0,0-1-1 0 0,0-1 0 0 0,-1 0 1 0 0,-1-1-1 0 0,0 0 1 0 0,-1-1-1 0 0,22-32 1 0 0,-26 33-23 0 0,-1-1 1 0 0,0 0 0 0 0,-1 0 0 0 0,0 0 0 0 0,-1-1-1 0 0,-1 0 1 0 0,0 0 0 0 0,-1 0 0 0 0,-1-1 0 0 0,-1 1 0 0 0,0-1-1 0 0,-1 0 1 0 0,-1 1 0 0 0,-1-1 0 0 0,-4-30 0 0 0,3 39-8 0 0,0 0 1 0 0,0 1-1 0 0,-1-1 0 0 0,0 1 1 0 0,0 0-1 0 0,-1 0 1 0 0,1 0-1 0 0,-2 0 1 0 0,1 1-1 0 0,-1-1 1 0 0,0 1-1 0 0,0 0 1 0 0,-7-5-1 0 0,7 7-1 0 0,1 0-1 0 0,-1 1 0 0 0,0 0 1 0 0,0 0-1 0 0,0 1 1 0 0,0 0-1 0 0,-1-1 0 0 0,1 2 1 0 0,-1-1-1 0 0,1 1 1 0 0,-1-1-1 0 0,0 1 0 0 0,1 1 1 0 0,-1-1-1 0 0,0 1 1 0 0,0 0-1 0 0,1 1 0 0 0,-12 1 1 0 0,5 1-8 0 0,1 0-1 0 0,-1 1 1 0 0,1 0 0 0 0,0 1-1 0 0,0 0 1 0 0,0 1 0 0 0,1 0-1 0 0,0 1 1 0 0,0 0 0 0 0,1 1-1 0 0,-10 8 1 0 0,8-5-1 0 0,1 1 0 0 0,0-1-1 0 0,1 2 1 0 0,0-1 0 0 0,0 1 0 0 0,2 0 0 0 0,0 1-1 0 0,-8 20 1 0 0,13-28 19 0 0,0 1-1 0 0,1-1 1 0 0,-1 1-1 0 0,1 0 1 0 0,1 0-1 0 0,-1 0 1 0 0,1-1-1 0 0,0 1 1 0 0,1 0-1 0 0,0 0 1 0 0,0 0 0 0 0,0-1-1 0 0,1 1 1 0 0,0 0-1 0 0,0-1 1 0 0,1 0-1 0 0,0 1 1 0 0,0-1-1 0 0,0 0 1 0 0,1-1-1 0 0,0 1 1 0 0,0 0-1 0 0,0-1 1 0 0,1 0-1 0 0,-1 0 1 0 0,1 0-1 0 0,1-1 1 0 0,-1 0 0 0 0,1 0-1 0 0,-1 0 1 0 0,1-1-1 0 0,0 1 1 0 0,7 2-1 0 0,6 1-9 0 0,-1 0 0 0 0,1-2 0 0 0,0 0 0 0 0,1 0-1 0 0,-1-2 1 0 0,1-1 0 0 0,-1 0 0 0 0,1-1 0 0 0,0-2-1 0 0,-1 0 1 0 0,1 0 0 0 0,0-2 0 0 0,-1-1 0 0 0,0 0 0 0 0,34-13-1 0 0,-31 9-46 0 0,-1-1-1 0 0,0-1 0 0 0,-1-1 0 0 0,0-1 1 0 0,-1 0-1 0 0,0-2 0 0 0,-1 0 0 0 0,-1-1 1 0 0,0-1-1 0 0,-1 0 0 0 0,-1-1 0 0 0,0-1 1 0 0,16-25-1 0 0,-14 9 16 0 0,-1 0 1 0 0,-1 0-1 0 0,-2-2 0 0 0,-1 0 1 0 0,-2 0-1 0 0,7-50 0 0 0,-16 72-53 0 0,-6 24 67 0 0,-6 28 16 0 0,-50 494 489 0 0,40-293 95 0 0,-55 597 1163 0 0,52-654-1025 0 0,19-157-435 0 0,-1-1 0 0 0,-1 0-1 0 0,-1 0 1 0 0,-1-1 0 0 0,-16 30 0 0 0,22-47-236 0 0,-1 1 0 0 0,-1-1 0 0 0,1 0 0 0 0,-1 0 0 0 0,0-1 0 0 0,0 1 0 0 0,-1-1 0 0 0,1 0 1 0 0,-1-1-1 0 0,0 0 0 0 0,0 1 0 0 0,-1-2 0 0 0,1 1 0 0 0,-1-1 0 0 0,0 0 0 0 0,0 0 1 0 0,0-1-1 0 0,0 0 0 0 0,-1 0 0 0 0,1-1 0 0 0,0 0 0 0 0,-1 0 0 0 0,1-1 0 0 0,-1 0 0 0 0,1 0 1 0 0,0-1-1 0 0,-1 0 0 0 0,1 0 0 0 0,-1 0 0 0 0,1-1 0 0 0,0 0 0 0 0,0-1 0 0 0,0 0 0 0 0,0 0 1 0 0,-12-8-1 0 0,6 3-26 0 0,0-2 1 0 0,0 0 0 0 0,1 0-1 0 0,0-1 1 0 0,1 0-1 0 0,0-1 1 0 0,1-1 0 0 0,1 1-1 0 0,0-2 1 0 0,0 1 0 0 0,1-1-1 0 0,1 0 1 0 0,1-1 0 0 0,0 0-1 0 0,0 0 1 0 0,2 0-1 0 0,0-1 1 0 0,1 1 0 0 0,0-1-1 0 0,1 0 1 0 0,1 0 0 0 0,0 0-1 0 0,2 0 1 0 0,-1 0 0 0 0,2 0-1 0 0,0 0 1 0 0,1 1-1 0 0,5-17 1 0 0,5-2-26 0 0,0 1 1 0 0,2 0-1 0 0,2 1 0 0 0,1 0 0 0 0,1 1 1 0 0,1 2-1 0 0,2 0 0 0 0,1 1 1 0 0,48-45-1 0 0,-14 23-76 0 0,1 3 0 0 0,3 2 0 0 0,111-61 0 0 0,-100 69-1440 0 0,92-31 1 0 0,-84 36-2778 0 0,-1-2-4151 0 0,-65 26 3991 0 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14:41.0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257 124 1692 0 0,'-67'-73'13498'0'0,"59"62"-12509"0"0,-3 1-224 0 0,9 9-607 0 0,-5 16 170 0 0,-4 81 1407 0 0,-3 17-134 0 0,-65 269-148 0 0,38-183-1937 0 0,35-183-569 0 0,5-13 341 0 0,-3-7-1206 0 0,4 3 1808 0 0,-1 1 0 0 0,1-1 0 0 0,0 0 0 0 0,0 1-1 0 0,-1-1 1 0 0,1 1 0 0 0,0-1 0 0 0,0 0 0 0 0,0 1-1 0 0,0-1 1 0 0,0 0 0 0 0,0 1 0 0 0,0-2 0 0 0,-1-16-938 0 0,1 17 1005 0 0,-2-117-3856 0 0,7-59 2312 0 0,-1 86 1664 0 0,-4 59 449 0 0,2 0 1 0 0,2 0 0 0 0,1 1 0 0 0,1-1 0 0 0,2 1-1 0 0,13-37 1 0 0,-16 57-468 0 0,1 0-1 0 0,0 0 1 0 0,0 0-1 0 0,1 1 1 0 0,0 0-1 0 0,1 0 1 0 0,0 1-1 0 0,1 0 0 0 0,0 0 1 0 0,0 1-1 0 0,1 0 1 0 0,0 1-1 0 0,0 0 1 0 0,0 1-1 0 0,1 0 1 0 0,0 0-1 0 0,1 1 1 0 0,-1 1-1 0 0,1 0 1 0 0,0 0-1 0 0,0 1 1 0 0,0 1-1 0 0,0 0 0 0 0,0 1 1 0 0,1 0-1 0 0,-1 0 1 0 0,1 2-1 0 0,-1-1 1 0 0,0 2-1 0 0,0 0 1 0 0,1 0-1 0 0,-1 1 1 0 0,0 0-1 0 0,-1 1 1 0 0,18 9-1 0 0,-24-11-23 0 0,0 1 1 0 0,0 0-1 0 0,0 0 0 0 0,-1 0 0 0 0,1 0 1 0 0,-1 1-1 0 0,0 0 0 0 0,0 0 0 0 0,0 0 1 0 0,-1 0-1 0 0,1 1 0 0 0,-1-1 0 0 0,0 1 0 0 0,0 0 1 0 0,-1 0-1 0 0,1 0 0 0 0,-1 0 0 0 0,0 0 1 0 0,1 8-1 0 0,-1-5 44 0 0,-1 0 0 0 0,-1-1 0 0 0,1 1 0 0 0,-1 0 1 0 0,-1-1-1 0 0,1 1 0 0 0,-1 0 0 0 0,-1-1 0 0 0,1 1 0 0 0,-1-1 1 0 0,-1 1-1 0 0,1-1 0 0 0,-6 11 0 0 0,-9 13 752 0 0,-1 0 0 0 0,-2-2 1 0 0,-25 30-1 0 0,43-56-586 0 0,-6 0 382 0 0,19-7-490 0 0,-4 0-134 0 0,1 1 0 0 0,-1 0 0 0 0,1 0 0 0 0,0 1 0 0 0,9-2 0 0 0,-11 3-5 0 0,-1 0 0 0 0,1 0-1 0 0,-1 1 1 0 0,1 0-1 0 0,-1 0 1 0 0,1 0 0 0 0,-1 1-1 0 0,12 2 1 0 0,-5 1-6 0 0,1-1 2 0 0,0 1 1 0 0,0 1-1 0 0,-1 0 0 0 0,1 1 0 0 0,-1 0 1 0 0,-1 1-1 0 0,1 0 0 0 0,-1 1 0 0 0,0 0 1 0 0,-1 1-1 0 0,0 0 0 0 0,15 18 1 0 0,-19-20 28 0 0,-1 0 1 0 0,0 0-1 0 0,0 0 1 0 0,-1 0-1 0 0,0 1 1 0 0,-1 0 0 0 0,1 0-1 0 0,-1 0 1 0 0,-1 0-1 0 0,0 0 1 0 0,0 1-1 0 0,0-1 1 0 0,-1 1 0 0 0,0-1-1 0 0,-1 1 1 0 0,0-1-1 0 0,0 1 1 0 0,-1-1 0 0 0,0 1-1 0 0,-4 14 1 0 0,-1-7 225 0 0,0-1 1 0 0,-1 0-1 0 0,-1 0 1 0 0,0-1 0 0 0,0 0-1 0 0,-2 0 1 0 0,0-1-1 0 0,0 0 1 0 0,-1-1 0 0 0,-1 0-1 0 0,0-1 1 0 0,-26 19-1 0 0,27-22-118 0 0,0-1-1 0 0,0-1 1 0 0,-1 0-1 0 0,0 0 1 0 0,0-1 0 0 0,0 0-1 0 0,0-1 1 0 0,-1-1-1 0 0,1 0 1 0 0,-1-1-1 0 0,0 0 1 0 0,0-1-1 0 0,0 0 1 0 0,0-1-1 0 0,0 0 1 0 0,-24-5 0 0 0,19 1-66 0 0,0-1 0 0 0,0 0 0 0 0,-22-11 0 0 0,35 13-200 0 0,0 1 0 0 0,-1-1 1 0 0,1 0-1 0 0,1 0 1 0 0,-1-1-1 0 0,0 1 0 0 0,1-1 1 0 0,0 0-1 0 0,0-1 1 0 0,0 1-1 0 0,0 0 1 0 0,1-1-1 0 0,0 0 0 0 0,-5-10 1 0 0,7 13-203 0 0,0-1 1 0 0,0 0 0 0 0,1 0-1 0 0,-1 1 1 0 0,1-1 0 0 0,0 0 0 0 0,0 0-1 0 0,0 0 1 0 0,0 1 0 0 0,1-1-1 0 0,-1 0 1 0 0,0 0 0 0 0,1 0-1 0 0,0 1 1 0 0,2-5 0 0 0,-1 2-1082 0 0,0 0 0 0 0,1 0 0 0 0,0 0 0 0 0,0 0 0 0 0,1 1 0 0 0,-1-1 0 0 0,5-3 0 0 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14:41.5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71 113 524 0 0,'16'-62'15905'0'0,"-11"38"-12482"0"0,-5 22-2578 0 0,1 0-477 0 0,0-1 0 0 0,0 0-1 0 0,-1 1 1 0 0,1-1 0 0 0,-1 0 0 0 0,1 0-1 0 0,-1-3 340 0 0,-3 45-593 0 0,-1 0 0 0 0,-18 70 1 0 0,5-29-50 0 0,1 5-84 0 0,-6 32-2365 0 0,15-78-2461 0 0,1-2-3414 0 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14:42.0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126 115 1012 0 0,'17'-40'6160'0'0,"-13"32"-4398"0"0,0 0 0 0 0,-1-1 0 0 0,5-13 1 0 0,-5 10-361 0 0,-3 11-1337 0 0,0 1-1 0 0,1-1 1 0 0,-1 1 0 0 0,0-1-1 0 0,0 1 1 0 0,0-1-1 0 0,0 1 1 0 0,0-1 0 0 0,0 1-1 0 0,0-1 1 0 0,0 1-1 0 0,0-1 1 0 0,0 1 0 0 0,0-1-1 0 0,0 1 1 0 0,0-1-1 0 0,0 1 1 0 0,0-1 0 0 0,0 1-1 0 0,-1-1 1 0 0,1 1-1 0 0,0-1 1 0 0,0 1 0 0 0,-1 0-1 0 0,0-2 1 0 0,0 1 228 0 0,-3 2-70 0 0,-4 2-154 0 0,0 0 1 0 0,0 1-1 0 0,0 0 1 0 0,0 0-1 0 0,1 1 1 0 0,-1 0-1 0 0,1 0 1 0 0,1 1-1 0 0,-1 0 1 0 0,-7 8-1 0 0,4-2-32 0 0,0 0 0 0 0,1 0 0 0 0,0 1 0 0 0,1 0 0 0 0,-9 20 0 0 0,16-31-28 0 0,0 1-1 0 0,0 0 1 0 0,0-1-1 0 0,1 1 1 0 0,-1 0-1 0 0,1-1 1 0 0,0 1 0 0 0,-1 0-1 0 0,1 0 1 0 0,1-1-1 0 0,-1 1 1 0 0,0 0-1 0 0,1 0 1 0 0,-1-1-1 0 0,1 1 1 0 0,0 0 0 0 0,0-1-1 0 0,0 1 1 0 0,0-1-1 0 0,0 1 1 0 0,0-1-1 0 0,1 0 1 0 0,-1 1 0 0 0,1-1-1 0 0,0 0 1 0 0,0 0-1 0 0,-1 0 1 0 0,1 0-1 0 0,1 0 1 0 0,-1-1-1 0 0,0 1 1 0 0,0-1 0 0 0,1 1-1 0 0,-1-1 1 0 0,1 0-1 0 0,3 2 1 0 0,27 8 13 0 0,37 7-1 0 0,-40-11-2 0 0,56 21-1 0 0,-74-23 326 0 0,0 0 0 0 0,-1 1 0 0 0,13 9 0 0 0,-21-13-229 0 0,0 0 0 0 0,0 1 1 0 0,0 0-1 0 0,0-1 0 0 0,-1 1 0 0 0,1 0 0 0 0,-1 0 1 0 0,0 0-1 0 0,0 1 0 0 0,0-1 0 0 0,0 0 0 0 0,-1 1 1 0 0,1-1-1 0 0,0 6 0 0 0,-1-6 63 0 0,-1 1-1 0 0,1-1 1 0 0,-1 1-1 0 0,0-1 1 0 0,-1 0 0 0 0,1 1-1 0 0,0-1 1 0 0,-1 0-1 0 0,0 1 1 0 0,0-1 0 0 0,0 0-1 0 0,0 0 1 0 0,0 0-1 0 0,-1 0 1 0 0,0 0 0 0 0,1 0-1 0 0,-1 0 1 0 0,0 0-1 0 0,-3 2 1 0 0,-2 3 187 0 0,0 0 0 0 0,0-1 1 0 0,-1 0-1 0 0,-14 10 0 0 0,12-11-241 0 0,0 0 0 0 0,0 0 0 0 0,-1-1 1 0 0,0-1-1 0 0,0 0 0 0 0,0 0 0 0 0,0-1 0 0 0,-1 0 1 0 0,1-1-1 0 0,-1-1 0 0 0,1 0 0 0 0,-21 0 1 0 0,26-2-253 0 0,0 1 1 0 0,0-1 0 0 0,0-1-1 0 0,1 1 1 0 0,-1-1 0 0 0,0 0-1 0 0,1 0 1 0 0,-1 0 0 0 0,1-1 0 0 0,0 0-1 0 0,-8-6 1 0 0,9 6-302 0 0,0-1 0 0 0,0 0 0 0 0,1 0 0 0 0,-1 0-1 0 0,1 0 1 0 0,0-1 0 0 0,0 1 0 0 0,1-1 0 0 0,0 0 0 0 0,-1 0 0 0 0,2 0 0 0 0,-1 0 0 0 0,0 0 0 0 0,-1-10 0 0 0,1-7-5639 0 0,-1-42 0 0 0,3 39-727 0 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14:42.3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62 86 52 0 0,'-31'-45'11295'0'0,"4"6"-7686"0"0,25 37-3393 0 0,1 26-8921 0 0,13-16 4642 0 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14:43.6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472 188 828 0 0,'10'-25'4087'0'0,"-7"17"-3236"0"0,0 1 0 0 0,0-1 1 0 0,-1 0-1 0 0,1 1 0 0 0,-2-1 0 0 0,1 0 0 0 0,-1 0 0 0 0,0-1 0 0 0,-1 1 1 0 0,0 0-1 0 0,0 0 0 0 0,-1 0 0 0 0,0 0 0 0 0,-3-9 0 0 0,4 16-803 0 0,0-1-1 0 0,-1 0 1 0 0,1 1-1 0 0,-1-1 1 0 0,1 0-1 0 0,-1 1 1 0 0,0-1-1 0 0,0 1 0 0 0,1-1 1 0 0,-1 1-1 0 0,0-1 1 0 0,-1 1-1 0 0,1 0 1 0 0,0 0-1 0 0,0-1 1 0 0,0 1-1 0 0,-1 0 1 0 0,1 0-1 0 0,-1 0 1 0 0,1 0-1 0 0,-1 0 1 0 0,1 1-1 0 0,-1-1 1 0 0,1 0-1 0 0,-1 1 0 0 0,0-1 1 0 0,1 1-1 0 0,-1 0 1 0 0,0-1-1 0 0,0 1 1 0 0,1 0-1 0 0,-1 0 1 0 0,0 0-1 0 0,1 0 1 0 0,-3 1-1 0 0,-10 1-21 0 0,1 1-1 0 0,-1 0 1 0 0,1 1 0 0 0,0 1-1 0 0,0 0 1 0 0,1 0-1 0 0,-1 1 1 0 0,1 1 0 0 0,1 0-1 0 0,-1 1 1 0 0,-15 14 0 0 0,-1 2-11 0 0,2 2 1 0 0,0 0-1 0 0,-26 38 0 0 0,30-35-20 0 0,1 1-1 0 0,2 2 0 0 0,1 0 0 0 0,1 0 0 0 0,-23 68 0 0 0,37-89 25 0 0,0-1-1 0 0,1 1 1 0 0,0 0 0 0 0,1-1-1 0 0,0 1 1 0 0,1 0-1 0 0,0 0 1 0 0,2 19 0 0 0,-1-26-8 0 0,0 0 1 0 0,0 0-1 0 0,0 0 1 0 0,0 0 0 0 0,1 0-1 0 0,0 0 1 0 0,0 0-1 0 0,0-1 1 0 0,0 1 0 0 0,0-1-1 0 0,1 1 1 0 0,-1-1 0 0 0,1 0-1 0 0,0 0 1 0 0,0 0-1 0 0,0 0 1 0 0,1-1 0 0 0,-1 1-1 0 0,1-1 1 0 0,-1 0-1 0 0,1 0 1 0 0,0 0 0 0 0,0 0-1 0 0,0-1 1 0 0,4 2 0 0 0,10 1-62 0 0,0-1 1 0 0,1 0 0 0 0,-1-2 0 0 0,1 0 0 0 0,-1-1 0 0 0,24-3 0 0 0,113-23-4055 0 0,-131 21 2903 0 0,56-14-5052 0 0,-42 7 364 0 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14:44.5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432 828 52 0 0,'3'-7'1145'0'0,"0"0"1"0"0,-1 0-1 0 0,0 0 0 0 0,-1 0 1 0 0,1 0-1 0 0,-1-1 0 0 0,-1 1 1 0 0,1-1-1 0 0,-1 1 0 0 0,-1 0 1 0 0,1-1-1 0 0,-4-13 1 0 0,4 18-1017 0 0,-1 0 0 0 0,0 0 0 0 0,0-1 0 0 0,0 1 1 0 0,0 0-1 0 0,-1 0 0 0 0,1 0 0 0 0,-1 0 0 0 0,0 1 1 0 0,0-1-1 0 0,0 0 0 0 0,0 1 0 0 0,0-1 0 0 0,0 1 0 0 0,-1 0 1 0 0,1 0-1 0 0,-1 0 0 0 0,0 0 0 0 0,0 0 0 0 0,0 0 1 0 0,1 1-1 0 0,-1-1 0 0 0,-1 1 0 0 0,1 0 0 0 0,0 0 1 0 0,0 0-1 0 0,0 1 0 0 0,0-1 0 0 0,-1 1 0 0 0,1-1 1 0 0,0 1-1 0 0,-7 1 0 0 0,-5 0-81 0 0,-1 2 0 0 0,1 0 0 0 0,-1 1 0 0 0,1 1 0 0 0,1 0 0 0 0,-1 1 0 0 0,1 1 0 0 0,0 0 0 0 0,0 1 0 0 0,0 0 0 0 0,1 1 0 0 0,1 1 1 0 0,0 0-1 0 0,-14 14 0 0 0,11-9-36 0 0,2 0 1 0 0,0 1 0 0 0,1 0 0 0 0,0 1-1 0 0,1 0 1 0 0,1 1 0 0 0,1 0 0 0 0,1 0-1 0 0,0 1 1 0 0,1 0 0 0 0,-4 22-1 0 0,9-34 4 0 0,1 0-1 0 0,0 0 0 0 0,1-1 0 0 0,-1 1 0 0 0,1 0 0 0 0,1 0 0 0 0,-1 0 0 0 0,3 9 0 0 0,-2-13-7 0 0,0 0 0 0 0,0 0 0 0 0,0 0 0 0 0,0 0 0 0 0,1 0 0 0 0,0 0 0 0 0,-1 0 0 0 0,1 0 0 0 0,0-1 0 0 0,0 1 1 0 0,1-1-1 0 0,-1 1 0 0 0,0-1 0 0 0,1 0 0 0 0,-1 0 0 0 0,1 0 0 0 0,0 0 0 0 0,0-1 0 0 0,3 2 0 0 0,2 1 0 0 0,0-1-1 0 0,0 0 1 0 0,0 0-1 0 0,1-1 1 0 0,-1 0-1 0 0,1 0 1 0 0,0-1-1 0 0,0 0 1 0 0,-1-1-1 0 0,1 0 1 0 0,0 0-1 0 0,0-1 1 0 0,13-2-1 0 0,-11-1-16 0 0,0 1-1 0 0,0-1 1 0 0,-1-1-1 0 0,1 0 1 0 0,-1 0-1 0 0,0-1 0 0 0,-1 0 1 0 0,1-1-1 0 0,10-10 1 0 0,1-3-23 0 0,-2-2 1 0 0,0 0-1 0 0,-1-1 1 0 0,-1 0-1 0 0,-2-2 1 0 0,0 0-1 0 0,15-36 1 0 0,-9 7-5 0 0,-15 35-16 0 0,2 0 0 0 0,12-23 0 0 0,-19 40 16 0 0,1 5 0 0 0,-1-3 36 0 0,-1 0 1 0 0,0 0-1 0 0,0 0 1 0 0,1 0-1 0 0,-1 1 0 0 0,0-1 1 0 0,0 0-1 0 0,0 0 1 0 0,1 0-1 0 0,-1 0 0 0 0,0 0 1 0 0,0 1-1 0 0,0-1 0 0 0,1 0 1 0 0,-1 0-1 0 0,0 0 1 0 0,0 0-1 0 0,0 1 0 0 0,0-1 1 0 0,0 0-1 0 0,0 0 1 0 0,0 1-1 0 0,1-1 0 0 0,-1 0 1 0 0,0 0-1 0 0,0 0 1 0 0,0 1-1 0 0,0-1 0 0 0,0 0 1 0 0,0 0-1 0 0,0 1 0 0 0,0-1 1 0 0,0 0-1 0 0,0 0 1 0 0,0 1-1 0 0,0-1 0 0 0,0 0 1 0 0,-11 193 11 0 0,10-173 11 0 0,2 1 1 0 0,0-1 0 0 0,2 1-1 0 0,0-1 1 0 0,8 28-1 0 0,-9-43-12 0 0,-1-1-1 0 0,1 1 1 0 0,-1-1-1 0 0,2 1 0 0 0,-1-1 1 0 0,0 0-1 0 0,1 0 1 0 0,-1 0-1 0 0,1 0 1 0 0,0-1-1 0 0,1 1 0 0 0,-1-1 1 0 0,1 0-1 0 0,-1 0 1 0 0,1 0-1 0 0,0 0 1 0 0,0 0-1 0 0,0-1 0 0 0,0 0 1 0 0,1 0-1 0 0,-1 0 1 0 0,1 0-1 0 0,-1-1 1 0 0,1 0-1 0 0,0 0 1 0 0,-1 0-1 0 0,1 0 0 0 0,9-1 1 0 0,-1-1-4 0 0,0 0 1 0 0,1-1-1 0 0,-1-1 1 0 0,0 0-1 0 0,0-1 1 0 0,-1 0-1 0 0,1-1 1 0 0,-1-1-1 0 0,0 0 1 0 0,0 0-1 0 0,-1-1 1 0 0,16-13-1 0 0,1-2-122 0 0,-1-1-1 0 0,-2-2 1 0 0,34-41-1 0 0,-21 17-30 0 0,-3-2-1 0 0,-2-1 1 0 0,-3-2-1 0 0,-1-1 1 0 0,-4-2-1 0 0,-1 0 1 0 0,27-107-1 0 0,-37 102 200 0 0,-3 0 0 0 0,-3 0 1 0 0,1-109-1 0 0,-9 170-53 0 0,0 1 1 0 0,0-1 0 0 0,0 0-1 0 0,0 1 1 0 0,0-1 0 0 0,0 1-1 0 0,-1-1 1 0 0,1 0 0 0 0,0 1-1 0 0,0-1 1 0 0,0 1-1 0 0,0-1 1 0 0,-1 1 0 0 0,1-1-1 0 0,0 1 1 0 0,0-1 0 0 0,-1 1-1 0 0,1-1 1 0 0,-1 1 0 0 0,1-1-1 0 0,0 1 1 0 0,-1-1 0 0 0,1 1-1 0 0,-1 0 1 0 0,1-1-1 0 0,-1 1 1 0 0,1 0 0 0 0,-1 0-1 0 0,1-1 1 0 0,-1 1 0 0 0,1 0-1 0 0,-1 0 1 0 0,1-1 0 0 0,-1 1-1 0 0,0 0 1 0 0,1 0 0 0 0,-1 0-1 0 0,1 0 1 0 0,-1 0-1 0 0,0 0 1 0 0,0 0 0 0 0,-1 0-1 0 0,1 1-1 0 0,-1-1 1 0 0,1 1 0 0 0,-1-1 0 0 0,1 1 0 0 0,-1-1 0 0 0,1 1-1 0 0,-1 0 1 0 0,1-1 0 0 0,-1 1 0 0 0,1 0 0 0 0,0 0 0 0 0,0 0 0 0 0,-3 3-1 0 0,-9 13-3 0 0,1 1 0 0 0,1 1-1 0 0,0 0 1 0 0,1 1-1 0 0,-10 29 1 0 0,-27 109 48 0 0,29-86 63 0 0,-9 86 0 0 0,22-113-52 0 0,2 0 1 0 0,2 0-1 0 0,6 54 1 0 0,-4-88-35 0 0,1 1 0 0 0,0-1 0 0 0,0 0 0 0 0,1 1 0 0 0,1-1 0 0 0,0-1 0 0 0,1 1 0 0 0,5 10 0 0 0,-6-15-10 0 0,0-1 0 0 0,0 1 0 0 0,0-1 0 0 0,1 0 0 0 0,-1 0 0 0 0,1-1 0 0 0,0 0 0 0 0,1 1 0 0 0,-1-2 0 0 0,1 1 0 0 0,0-1 0 0 0,0 1 0 0 0,0-2 0 0 0,0 1 0 0 0,8 2 0 0 0,3-1-2 0 0,1 0-1 0 0,0-1 1 0 0,0 0-1 0 0,0-2 1 0 0,0 0-1 0 0,0-1 1 0 0,0-1-1 0 0,0 0 1 0 0,0-2-1 0 0,-1 0 1 0 0,1-1-1 0 0,-1-1 1 0 0,1 0-1 0 0,23-12 1 0 0,-16 5-53 0 0,-1 0 0 0 0,-1-2 0 0 0,0-1 0 0 0,0-1 0 0 0,-2-1 0 0 0,0-1 1 0 0,-1-1-1 0 0,34-41 0 0 0,-28 26-3 0 0,-3-1 1 0 0,-1-1-1 0 0,-1-1 0 0 0,26-65 1 0 0,-25 41 21 0 0,-3 0 1 0 0,17-90 0 0 0,-21 19 80 0 0,-5 30 208 0 0,-8 74-230 0 0,-4 24-32 0 0,2 1-4 0 0,-1 4 1 0 0,-1-1 1 0 0,1 0 0 0 0,-1 1 0 0 0,1 0 0 0 0,0-1 0 0 0,-1 1 0 0 0,1 0-1 0 0,0 0 1 0 0,0 0 0 0 0,0 0 0 0 0,0 0 0 0 0,-1 0 0 0 0,1 0 0 0 0,1 0 0 0 0,-1 0 0 0 0,0 1 0 0 0,0-1 0 0 0,-1 3-1 0 0,-13 26 2 0 0,15-29-1 0 0,-30 75 254 0 0,-29 112 1 0 0,-1 84 315 0 0,53-237-488 0 0,2-1-1 0 0,1 1 1 0 0,1 0-1 0 0,2 0 1 0 0,2 0-1 0 0,7 53 1 0 0,-6-81-67 0 0,0 1 1 0 0,0-1-1 0 0,1 1 0 0 0,0-1 1 0 0,0 0-1 0 0,1 0 0 0 0,0 0 1 0 0,0-1-1 0 0,0 1 1 0 0,1-1-1 0 0,8 9 0 0 0,-5-8-1 0 0,1 1 0 0 0,0-1 0 0 0,0-1 0 0 0,0 0 0 0 0,1 0 0 0 0,-1-1 0 0 0,16 6-1 0 0,-4-4 9 0 0,-1-1-1 0 0,1-1 0 0 0,-1-1 0 0 0,1 0 0 0 0,1-2 0 0 0,-1 0 1 0 0,0-2-1 0 0,24-2 0 0 0,-24 0-9 0 0,0 0 0 0 0,0-2 1 0 0,0-1-1 0 0,-1 0 0 0 0,0-2 0 0 0,0 0 1 0 0,-1-1-1 0 0,0-1 0 0 0,0-1 0 0 0,-1 0 0 0 0,33-26 1 0 0,-26 16-21 0 0,-2-1 1 0 0,40-46 0 0 0,-52 53-2 0 0,-1 0-1 0 0,0 0 1 0 0,-1-1 0 0 0,0-1 0 0 0,-2 1-1 0 0,12-32 1 0 0,-17 38 1 0 0,3-4-6 0 0,-2-1 0 0 0,4-24 0 0 0,-6 35 14 0 0,-1 0-1 0 0,0 0 1 0 0,0 0-1 0 0,0 0 1 0 0,0 0-1 0 0,0 0 1 0 0,-1 0-1 0 0,1 0 1 0 0,-1 0-1 0 0,0 0 0 0 0,0 0 1 0 0,0 0-1 0 0,0 0 1 0 0,-1 1-1 0 0,1-1 1 0 0,-1 0-1 0 0,1 1 1 0 0,-4-4-1 0 0,4 5-3 0 0,0 0 4 0 0,1 0-1 0 0,-1 1 1 0 0,0-1-1 0 0,1 1 1 0 0,-1-1 0 0 0,0 0-1 0 0,1 1 1 0 0,-1-1-1 0 0,0 1 1 0 0,0 0 0 0 0,1-1-1 0 0,-1 1 1 0 0,0 0-1 0 0,0-1 1 0 0,0 1 0 0 0,0 0-1 0 0,1 0 1 0 0,-1 0-1 0 0,0-1 1 0 0,0 1-1 0 0,0 0 1 0 0,-1 1 0 0 0,-3-1-2 0 0,1 0 1 0 0,-1 1 0 0 0,1 0-1 0 0,0 0 1 0 0,-1 0 0 0 0,1 0 0 0 0,0 1-1 0 0,0 0 1 0 0,0 0 0 0 0,0 0-1 0 0,0 0 1 0 0,0 0 0 0 0,0 1-1 0 0,1 0 1 0 0,-1 0 0 0 0,1 0 0 0 0,0 0-1 0 0,0 1 1 0 0,-4 5 0 0 0,-5 4 29 0 0,3-2-13 0 0,0-1 0 0 0,1 2 0 0 0,0-1 0 0 0,1 1 0 0 0,0 1 0 0 0,1-1 0 0 0,0 1 0 0 0,1 0 0 0 0,1 1 0 0 0,0-1 0 0 0,1 1 0 0 0,0 0 0 0 0,1-1 0 0 0,0 1 0 0 0,1 0 0 0 0,2 23 0 0 0,0-32-50 0 0,0 0 0 0 0,1 0 1 0 0,-1 0-1 0 0,1 0 0 0 0,1 0 0 0 0,-1 0 1 0 0,0-1-1 0 0,1 1 0 0 0,0-1 0 0 0,0 0 0 0 0,1 0 1 0 0,-1 0-1 0 0,1 0 0 0 0,0 0 0 0 0,0-1 1 0 0,0 1-1 0 0,0-1 0 0 0,0 0 0 0 0,1-1 0 0 0,0 1 1 0 0,6 2-1 0 0,10 4-656 0 0,1 0 1 0 0,1-2-1 0 0,29 6 1 0 0,-45-11 499 0 0,24 4-1780 0 0,61 6-1 0 0,-8-11-3728 0 0,-29-2-553 0 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14:45.5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392 656 1800 0 0,'2'-9'1194'0'0,"-1"1"0"0"0,0-1 0 0 0,0 1 0 0 0,0-1 0 0 0,-1 0 0 0 0,-1-8-1 0 0,1 14-969 0 0,-1 0 0 0 0,1 0 0 0 0,0 1 0 0 0,-1-1 0 0 0,0 0 0 0 0,0 1 0 0 0,0-1 0 0 0,0 0 0 0 0,0 1 0 0 0,0-1 0 0 0,-1 1 0 0 0,1 0 0 0 0,-1-1 0 0 0,1 1 0 0 0,-1 0 0 0 0,0 0 0 0 0,0 0 0 0 0,0 0 0 0 0,0 0 0 0 0,-1 1 0 0 0,1-1 0 0 0,0 0 0 0 0,-1 1 0 0 0,-2-2 0 0 0,0 2-94 0 0,0 0-1 0 0,1 0 1 0 0,-1 0-1 0 0,0 1 1 0 0,0-1-1 0 0,0 1 1 0 0,0 0-1 0 0,1 1 0 0 0,-1-1 1 0 0,0 1-1 0 0,0 0 1 0 0,-8 3-1 0 0,-3 2 40 0 0,0 2-1 0 0,1-1 1 0 0,0 2 0 0 0,0 0-1 0 0,1 1 1 0 0,0 0 0 0 0,1 2-1 0 0,1-1 1 0 0,-1 1-1 0 0,2 1 1 0 0,0 0 0 0 0,-10 15-1 0 0,7-7-44 0 0,1 1-1 0 0,1 0 0 0 0,0 0 0 0 0,2 1 1 0 0,1 1-1 0 0,1-1 0 0 0,-8 41 1 0 0,13-52-79 0 0,2-1 0 0 0,-1 1 0 0 0,2 0 0 0 0,-1-1 0 0 0,2 1 0 0 0,1 13 0 0 0,-2-22-31 0 0,1 0-1 0 0,-1 0 1 0 0,1 0 0 0 0,0 0-1 0 0,0-1 1 0 0,0 1-1 0 0,0 0 1 0 0,1 0-1 0 0,-1-1 1 0 0,0 1 0 0 0,1-1-1 0 0,0 1 1 0 0,0-1-1 0 0,0 0 1 0 0,0 0 0 0 0,0 1-1 0 0,0-2 1 0 0,0 1-1 0 0,1 0 1 0 0,-1 0 0 0 0,1-1-1 0 0,-1 1 1 0 0,1-1-1 0 0,0 0 1 0 0,0 0 0 0 0,-1 0-1 0 0,1 0 1 0 0,0 0-1 0 0,4 0 1 0 0,2 0 4 0 0,1-1 0 0 0,-1-1 0 0 0,0 1 0 0 0,0-2 0 0 0,0 1 0 0 0,0-1 0 0 0,0 0 1 0 0,0-1-1 0 0,-1 0 0 0 0,1-1 0 0 0,-1 0 0 0 0,1 0 0 0 0,-2 0 0 0 0,1-1 0 0 0,0-1 0 0 0,7-5 0 0 0,10-11-4 0 0,-1 0-1 0 0,-1-2 0 0 0,22-28 1 0 0,-21 20-69 0 0,-1-2 0 0 0,-1 0 1 0 0,-2-1-1 0 0,27-64 1 0 0,-20 27-36 0 0,28-114 1 0 0,-43 127 135 0 0,-3 0-1 0 0,-2 0 0 0 0,-2-92 1 0 0,-9 112 32 0 0,-2 18-42 0 0,1 18-34 0 0,3 2 1 0 0,1 0-3 0 0,1 1 0 0 0,-1 0-1 0 0,0 0 1 0 0,0 0 0 0 0,1-1 0 0 0,-1 1-1 0 0,0 0 1 0 0,0 0 0 0 0,1 0 0 0 0,-1 0-1 0 0,0 0 1 0 0,0 0 0 0 0,1 1 0 0 0,-1-1 0 0 0,0 0-1 0 0,0 0 1 0 0,1 0 0 0 0,-1 1 0 0 0,0-1-1 0 0,1 0 1 0 0,-1 1 0 0 0,-1 0 0 0 0,2-1-1 0 0,-3 2 1 0 0,0-1 0 0 0,0 1 0 0 0,1 0-1 0 0,-1 0 1 0 0,1 0 0 0 0,-1 0 0 0 0,1 1 0 0 0,0-1 0 0 0,-1 0 0 0 0,1 1-1 0 0,-2 4 1 0 0,-17 32 1 0 0,9-7 23 0 0,2 0 0 0 0,1 1 0 0 0,1 0 0 0 0,2 1 0 0 0,1-1 1 0 0,1 1-1 0 0,2 39 0 0 0,3-28 18 0 0,2 1 0 0 0,3-1 0 0 0,1 0-1 0 0,23 81 1 0 0,-25-112-113 0 0,1 0-1 0 0,0-1 0 0 0,0 0 0 0 0,1 1 0 0 0,1-2 1 0 0,0 1-1 0 0,1-1 0 0 0,0-1 0 0 0,1 0 1 0 0,0 0-1 0 0,1-1 0 0 0,0 0 0 0 0,17 11 0 0 0,-17-13-844 0 0,1-1-1 0 0,0-1 1 0 0,20 8-1 0 0,-19-10-1005 0 0,-1 0-1 0 0,1-1 0 0 0,24 4 0 0 0,-5-5-5258 0 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14:46.3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45 958 2504 0 0,'-14'5'4997'0'0,"9"2"-3622"0"0,1-1 0 0 0,0 0-1 0 0,-6 13 1 0 0,8-15-1230 0 0,1 0-1 0 0,0 0 1 0 0,0 0-1 0 0,0 0 1 0 0,1 0-1 0 0,-1 0 1 0 0,1 0 0 0 0,0 0-1 0 0,0 0 1 0 0,0 0-1 0 0,1 0 1 0 0,-1 0 0 0 0,1 0-1 0 0,1 4 1 0 0,-1-6-91 0 0,0-1 1 0 0,-1 1-1 0 0,1 0 1 0 0,0-1-1 0 0,0 1 1 0 0,0-1 0 0 0,0 1-1 0 0,0-1 1 0 0,0 0-1 0 0,1 1 1 0 0,-1-1-1 0 0,0 0 1 0 0,1 0-1 0 0,-1 0 1 0 0,1 0-1 0 0,-1 0 1 0 0,1 0-1 0 0,0 0 1 0 0,-1-1 0 0 0,1 1-1 0 0,0 0 1 0 0,-1-1-1 0 0,1 1 1 0 0,0-1-1 0 0,0 0 1 0 0,0 0-1 0 0,-1 0 1 0 0,1 0-1 0 0,0 0 1 0 0,3 0 0 0 0,4-1 30 0 0,0 0 1 0 0,1-1 0 0 0,-1 0 0 0 0,12-5 0 0 0,-3 1-31 0 0,1-2 0 0 0,-1 0-1 0 0,-1-1 1 0 0,0-1 0 0 0,0-1 0 0 0,-1 0 0 0 0,22-20 0 0 0,-18 12-27 0 0,-1-1 1 0 0,-1-1-1 0 0,-1-1 0 0 0,26-42 1 0 0,-17 16-27 0 0,-2-2 0 0 0,-2-1 0 0 0,-2-1 1 0 0,23-98-1 0 0,-28 77-46 0 0,-3-1-1 0 0,-4 0 1 0 0,0-90 0 0 0,-10 145-27 0 0,2 16 41 0 0,-2 4-3 0 0,-1 0 28 0 0,1 1 1 0 0,-1-1-1 0 0,1 1 1 0 0,-1-1-1 0 0,1 1 1 0 0,0 0-1 0 0,0 0 1 0 0,0 0-1 0 0,0 0 1 0 0,0 1-1 0 0,1-1 1 0 0,-1 0 0 0 0,0 1-1 0 0,-1 4 1 0 0,-21 46-26 0 0,19-39 12 0 0,-28 71 5 0 0,-22 90 0 0 0,43-129 31 0 0,3 0-1 0 0,1 1 1 0 0,-2 85 0 0 0,10-119-7 0 0,1 0 1 0 0,0-1-1 0 0,1 1 0 0 0,0 0 1 0 0,1 0-1 0 0,0-1 1 0 0,1 0-1 0 0,0 1 1 0 0,1-2-1 0 0,1 1 1 0 0,11 19-1 0 0,-12-24-9 0 0,0-1 1 0 0,0 0-1 0 0,1 0 1 0 0,-1 0-1 0 0,1-1 0 0 0,1 0 1 0 0,-1 0-1 0 0,1 0 0 0 0,0-1 1 0 0,0 0-1 0 0,0 0 0 0 0,0-1 1 0 0,1 0-1 0 0,-1 0 0 0 0,1-1 1 0 0,0 0-1 0 0,0 0 1 0 0,0-1-1 0 0,15 1 0 0 0,-9-2-135 0 0,0-1-1 0 0,0-1 1 0 0,-1 0 0 0 0,1-1-1 0 0,-1 0 1 0 0,0-1-1 0 0,1 0 1 0 0,-2-1 0 0 0,1-1-1 0 0,-1 0 1 0 0,1 0-1 0 0,-2-2 1 0 0,1 1-1 0 0,11-11 1 0 0,5-6-153 0 0,-2 0 0 0 0,-1-1 0 0 0,-1-2 0 0 0,26-38 0 0 0,-21 23 305 0 0,-3-3-1 0 0,-1 0 0 0 0,-2-1 1 0 0,-3-1-1 0 0,-1-1 0 0 0,-3-1 1 0 0,-2 0-1 0 0,-2-1 1 0 0,-2-1-1 0 0,5-69 0 0 0,-14 100 178 0 0,1 0 114 0 0,0-1 1 0 0,-4-39 0 0 0,2 60-306 0 0,0-1 0 0 0,0 1 0 0 0,0-1-1 0 0,0 1 1 0 0,0 0 0 0 0,0-1 0 0 0,0 1 0 0 0,0-1 0 0 0,0 1 0 0 0,-1-1 0 0 0,1 1 0 0 0,0 0 0 0 0,0-1 0 0 0,0 1 0 0 0,-1-1 0 0 0,1 1-1 0 0,0 0 1 0 0,0-1 0 0 0,-1 1 0 0 0,1 0 0 0 0,0-1 0 0 0,-1 1 0 0 0,1 0 0 0 0,0 0 0 0 0,-1-1 0 0 0,1 1 0 0 0,0 0 0 0 0,-1-1 0 0 0,-9 9 45 0 0,-8 21-33 0 0,17-26-3 0 0,-16 37 498 0 0,2 0 0 0 0,1 1 0 0 0,-13 69 0 0 0,17-64-51 0 0,-77 463 2215 0 0,79-397-1945 0 0,8-109-681 0 0,1-5-47 0 0,1 1 1 0 0,0 0-1 0 0,-1 0 1 0 0,1-1 0 0 0,-1 1-1 0 0,0-1 1 0 0,1 1-1 0 0,-1-1 1 0 0,0 0-1 0 0,0 1 1 0 0,0-1 0 0 0,0 0-1 0 0,0 0 1 0 0,1-3-1 0 0,-1 2 8 0 0,24-46-60 0 0,3 1 0 0 0,2 1 0 0 0,2 2 0 0 0,1 1 0 0 0,79-79 0 0 0,-108 120 40 0 0,1 0 1 0 0,-1 0 0 0 0,0 0 0 0 0,1 0-1 0 0,0 1 1 0 0,0-1 0 0 0,0 1 0 0 0,0 1 0 0 0,0-1-1 0 0,0 1 1 0 0,0-1 0 0 0,1 2 0 0 0,-1-1-1 0 0,0 0 1 0 0,1 1 0 0 0,-1 0 0 0 0,0 0-1 0 0,1 1 1 0 0,-1 0 0 0 0,0 0 0 0 0,1 0-1 0 0,-1 0 1 0 0,0 1 0 0 0,0 0 0 0 0,0 0 0 0 0,0 0-1 0 0,0 0 1 0 0,-1 1 0 0 0,1 0 0 0 0,-1 0-1 0 0,0 0 1 0 0,1 1 0 0 0,-1 0 0 0 0,-1-1-1 0 0,1 1 1 0 0,4 6 0 0 0,-2 0 13 0 0,1 0 0 0 0,-1 1-1 0 0,0-1 1 0 0,-1 1 0 0 0,7 22 0 0 0,9 60 40 0 0,-7-26 0 0 0,-12-58-38 0 0,0 0 0 0 0,1-1 1 0 0,0 1-1 0 0,1-1 0 0 0,6 12 1 0 0,-7-17 4 0 0,-1-1 0 0 0,1 0-1 0 0,-1 0 1 0 0,1-1 0 0 0,0 1 0 0 0,-1 0 0 0 0,1-1 0 0 0,0 0 0 0 0,0 1 0 0 0,6 0 0 0 0,-8-2-9 0 0,9 2 4 0 0,0 0 0 0 0,0-1-1 0 0,0 0 1 0 0,0-1 0 0 0,0 0 0 0 0,0-1 0 0 0,1 0 0 0 0,-1-1 0 0 0,10-2 0 0 0,-1-2-7 0 0,0 0 0 0 0,0-1 0 0 0,-1-1 0 0 0,-1 0 0 0 0,1-2 0 0 0,-1 0 0 0 0,30-24 0 0 0,-2-5-5 0 0,54-57 0 0 0,-75 71 2 0 0,-2-2 1 0 0,0 0-1 0 0,-2-1 1 0 0,29-53-1 0 0,-43 63-55 0 0,-6 18 55 0 0,0 0 0 0 0,0-1 0 0 0,0 1 0 0 0,-1 0 0 0 0,1-1 0 0 0,0 1 0 0 0,0 0 0 0 0,0 0 0 0 0,0-1 0 0 0,0 1 0 0 0,0 0 0 0 0,0 0 0 0 0,0-1 0 0 0,-1 1 0 0 0,1 0 0 0 0,0 0 0 0 0,0 0 0 0 0,0-1 0 0 0,-1 1 0 0 0,1 0 0 0 0,0 0 0 0 0,0 0 0 0 0,0 0 0 0 0,-1-1 0 0 0,1 1 0 0 0,0 0 0 0 0,0 0 0 0 0,-1 0 0 0 0,1 0 0 0 0,0 0 0 0 0,-1 0 0 0 0,1 0 0 0 0,-2 0-3 0 0,0 0 1 0 0,1 1 0 0 0,-1-1 0 0 0,0 0 0 0 0,1 1-1 0 0,-1 0 1 0 0,0-1 0 0 0,1 1 0 0 0,-1 0-1 0 0,1 0 1 0 0,-1 0 0 0 0,1 0 0 0 0,0 0-1 0 0,-1 0 1 0 0,-1 3 0 0 0,-8 8-5 0 0,0 0 0 0 0,1 1 1 0 0,1 1-1 0 0,0-1 0 0 0,-10 24 1 0 0,7-10 20 0 0,1 1 1 0 0,-9 32 0 0 0,17-49 6 0 0,1 0 0 0 0,-1 0 0 0 0,2 1 0 0 0,0-1 0 0 0,0 1 0 0 0,1-1 0 0 0,0 1 0 0 0,5 22 0 0 0,-4-29-3 0 0,0 1 0 0 0,1-1 0 0 0,-1 0 0 0 0,2 0 0 0 0,-1 0 0 0 0,0 0 0 0 0,1 0 0 0 0,0 0 0 0 0,0-1 0 0 0,0 1 1 0 0,1-1-1 0 0,0 0 0 0 0,0 0 0 0 0,0 0 0 0 0,0 0 0 0 0,0-1 0 0 0,1 0 0 0 0,-1 0 0 0 0,1 0 0 0 0,6 3 0 0 0,4-1-87 0 0,0 0 0 0 0,0-1 1 0 0,0 0-1 0 0,0-1 0 0 0,0-1 0 0 0,1-1 0 0 0,-1 0 0 0 0,1-1 0 0 0,-1 0 0 0 0,1-1 0 0 0,15-4 0 0 0,-10 1-1156 0 0,0 0-1 0 0,38-15 1 0 0,-41 11-854 0 0,-1 0 0 0 0,0 0 0 0 0,19-15 0 0 0,-9 2-4433 0 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14:46.6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282 7 444 0 0,'-3'0'636'0'0,"-276"9"14759"0"0,329-5-14697 0 0,-16-4-689 0 0,242-3-2266 0 0,-94-9-5898 0 0,-139 8 3789 0 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14:48.0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458 198 1188 0 0,'3'-1'1872'0'0,"41"-32"7585"0"0,-35 15-7059 0 0,-9 17-2347 0 0,0-1 1 0 0,0 0-1 0 0,-1 0 1 0 0,1 1-1 0 0,0-1 1 0 0,-1 0-1 0 0,1 1 1 0 0,-1-1-1 0 0,0 1 1 0 0,1-1-1 0 0,-1 1 1 0 0,0-1-1 0 0,0 1 1 0 0,0-1-1 0 0,0 1 1 0 0,0 0-1 0 0,0-1 1 0 0,-1 1-1 0 0,1 0 1 0 0,0 0-1 0 0,-1 0 1 0 0,1 0-1 0 0,0 0 1 0 0,-1 0-1 0 0,1 0 1 0 0,-1 1-1 0 0,0-1 1 0 0,1 0-1 0 0,-1 1 1 0 0,0-1-1 0 0,1 1 1 0 0,-3 0-1 0 0,-3-3-29 0 0,-1 2-1 0 0,0-1 0 0 0,1 1 1 0 0,-1 1-1 0 0,0-1 0 0 0,0 1 1 0 0,0 0-1 0 0,1 1 0 0 0,-1 0 1 0 0,0 0-1 0 0,-10 4 0 0 0,6-1-10 0 0,0 0-1 0 0,1 1 0 0 0,-1 1 1 0 0,1 0-1 0 0,0 1 0 0 0,-14 10 1 0 0,-1 6-7 0 0,0 1 1 0 0,1 1-1 0 0,1 2 0 0 0,-22 33 1 0 0,25-32 11 0 0,1 1 0 0 0,2 2 0 0 0,0-1 0 0 0,3 2 0 0 0,-17 47 1 0 0,29-72-11 0 0,2 0 1 0 0,-1-1 0 0 0,1 1 0 0 0,0 0 0 0 0,0 0 0 0 0,1 0 0 0 0,0 0 0 0 0,0 0 0 0 0,2 10 0 0 0,-1-15-3 0 0,-1 1 1 0 0,1-1-1 0 0,0 1 1 0 0,0-1-1 0 0,0 0 1 0 0,0 1 0 0 0,0-1-1 0 0,0 0 1 0 0,0 0-1 0 0,1 0 1 0 0,-1 0-1 0 0,1 0 1 0 0,0 0-1 0 0,0 0 1 0 0,-1-1-1 0 0,1 1 1 0 0,0-1-1 0 0,0 1 1 0 0,1-1-1 0 0,-1 0 1 0 0,0 1 0 0 0,0-1-1 0 0,1 0 1 0 0,-1-1-1 0 0,0 1 1 0 0,1 0-1 0 0,-1-1 1 0 0,5 1-1 0 0,8 0 4 0 0,-1-1-1 0 0,1-1 0 0 0,-1 0 1 0 0,1-1-1 0 0,-1 0 1 0 0,0-1-1 0 0,0-1 0 0 0,0 0 1 0 0,0-1-1 0 0,13-7 0 0 0,-9 4-3 0 0,0-2-1 0 0,0 0 1 0 0,-1-1-1 0 0,0-1 0 0 0,-1 0 1 0 0,23-23-1 0 0,-22 16-7 0 0,0-1 0 0 0,-2-1 0 0 0,0 0-1 0 0,-1-1 1 0 0,-2 0 0 0 0,0-1 0 0 0,11-32 0 0 0,-9 15 33 0 0,-3 0-1 0 0,-1-1 1 0 0,8-72 0 0 0,-13 77 118 0 0,2-28-69 0 0,-7 61-90 0 0,-1 3-3 0 0,0 1 13 0 0,0-1 1 0 0,1 0-1 0 0,-1 1 0 0 0,0-1 0 0 0,0 0 0 0 0,0 1 1 0 0,1-1-1 0 0,-1 1 0 0 0,0 0 0 0 0,1-1 0 0 0,-1 1 1 0 0,0 0-1 0 0,1-1 0 0 0,-1 1 0 0 0,1 0 1 0 0,-1-1-1 0 0,1 1 0 0 0,-1 0 0 0 0,1 0 0 0 0,-1 1 1 0 0,-9 23-14 0 0,7-18 18 0 0,-12 30 21 0 0,2 0 0 0 0,2 1 1 0 0,1 0-1 0 0,2 1 0 0 0,1-1 1 0 0,3 2-1 0 0,-1 73 0 0 0,6-109-27 0 0,-1 0 0 0 0,1 1 0 0 0,-1-1 0 0 0,1 0 1 0 0,0 0-1 0 0,1 0 0 0 0,-1 0 0 0 0,1 0 0 0 0,0 0 0 0 0,0 0 0 0 0,0 0 0 0 0,0 0 0 0 0,1-1 0 0 0,0 1 0 0 0,4 4 0 0 0,-2-4-144 0 0,0 0-1 0 0,0 0 1 0 0,1-1 0 0 0,-1 0-1 0 0,1 0 1 0 0,-1 0 0 0 0,1 0-1 0 0,0-1 1 0 0,11 3 0 0 0,2-2-597 0 0,-1 0 0 0 0,1-2-1 0 0,0 0 1 0 0,0 0 0 0 0,0-2 0 0 0,24-4 0 0 0,38-12-4015 0 0,-40 6 859 0 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14:48.9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440 784 1132 0 0,'7'-13'1424'0'0,"0"1"0"0"0,-1-1 0 0 0,0-1 0 0 0,-1 1 0 0 0,-1-1 0 0 0,0 1 0 0 0,-1-1 1 0 0,3-22-1 0 0,-6 29-716 0 0,1-21 1015 0 0,-2 26-1683 0 0,1 1 1 0 0,0 0 0 0 0,-1 0 0 0 0,1-1 0 0 0,-1 1 0 0 0,0 0-1 0 0,1 0 1 0 0,-1 0 0 0 0,0 0 0 0 0,0 0 0 0 0,1 0 0 0 0,-1 0 0 0 0,0 0-1 0 0,0 0 1 0 0,0 0 0 0 0,0 1 0 0 0,-2-2 0 0 0,2 2-20 0 0,-1-1-1 0 0,0 1 1 0 0,0 0 0 0 0,0 0-1 0 0,1 0 1 0 0,-1 0 0 0 0,0 0-1 0 0,0 0 1 0 0,0 0 0 0 0,0 1-1 0 0,1-1 1 0 0,-1 1 0 0 0,0-1 0 0 0,1 1-1 0 0,-1 0 1 0 0,0 0 0 0 0,-2 1-1 0 0,1 0 14 0 0,-18 9 66 0 0,0 1 0 0 0,1 1 0 0 0,0 1 0 0 0,1 0 0 0 0,-21 21 0 0 0,-80 93 426 0 0,105-111-481 0 0,-13 16 68 0 0,-37 55-1 0 0,54-70-69 0 0,1 0 0 0 0,0 1 1 0 0,1 0-1 0 0,1 0 0 0 0,-7 26 0 0 0,14-40-19 0 0,0 1-1 0 0,0-1 0 0 0,0 0 1 0 0,1 0-1 0 0,0 1 0 0 0,0 6 1 0 0,0-10-16 0 0,1-1 0 0 0,-1 1 1 0 0,0-1-1 0 0,1 0 1 0 0,-1 1-1 0 0,0-1 1 0 0,1 0-1 0 0,0 1 1 0 0,-1-1-1 0 0,1 0 0 0 0,0 0 1 0 0,-1 1-1 0 0,1-1 1 0 0,0 0-1 0 0,0 0 1 0 0,0 0-1 0 0,0 0 1 0 0,0 0-1 0 0,0 0 1 0 0,1 0-1 0 0,-1-1 0 0 0,0 1 1 0 0,0 0-1 0 0,1-1 1 0 0,-1 1-1 0 0,0-1 1 0 0,1 1-1 0 0,-1-1 1 0 0,0 1-1 0 0,1-1 1 0 0,-1 0-1 0 0,3 0 0 0 0,6 1 7 0 0,0-1-1 0 0,0-1 1 0 0,0 0-1 0 0,-1 0 0 0 0,1-1 1 0 0,0 0-1 0 0,-1-1 0 0 0,1 0 1 0 0,-1 0-1 0 0,16-8 1 0 0,-10 2-13 0 0,-1 0 1 0 0,0-1-1 0 0,0 0 1 0 0,0-2-1 0 0,18-19 1 0 0,-4-1-64 0 0,-2-2-1 0 0,-2 0 1 0 0,-1-1 0 0 0,24-51-1 0 0,-19 27-158 0 0,32-99 0 0 0,3-69-71 0 0,-42 137 444 0 0,-5-1 0 0 0,5-96 0 0 0,-21 160-103 0 0,0 27-50 0 0,0 0 0 0 0,0 1 0 0 0,0-1 0 0 0,-1 0 0 0 0,1 0 0 0 0,0 1 0 0 0,0-1 0 0 0,-1 0 0 0 0,1 0 0 0 0,0 0 0 0 0,0 1 0 0 0,-1-1 0 0 0,1 0 0 0 0,0 0 0 0 0,-1 0 0 0 0,1 0 0 0 0,0 0-1 0 0,-1 0 1 0 0,1 0 0 0 0,0 0 0 0 0,-1 0 0 0 0,1 1 0 0 0,0-1 0 0 0,0-1 0 0 0,-1 1 0 0 0,1 0 0 0 0,0 0 0 0 0,-1 0 0 0 0,1 0 0 0 0,0 0 0 0 0,-1 0 0 0 0,1 0 0 0 0,0 0 0 0 0,-1 0 0 0 0,1-1 0 0 0,0 1 0 0 0,0 0 0 0 0,-1 0 0 0 0,1 0 0 0 0,0-1 0 0 0,0 1 0 0 0,-1 0 0 0 0,1 0 0 0 0,0 0 0 0 0,0-1 0 0 0,0 1 0 0 0,-1 0 0 0 0,1-1-1 0 0,0 1 1 0 0,0 0 0 0 0,0 0 0 0 0,0-1 0 0 0,0 1 0 0 0,0 0 0 0 0,0-1 0 0 0,0 1 0 0 0,0 0 0 0 0,0-1 0 0 0,0 1 0 0 0,0 0 0 0 0,0-1 0 0 0,-4 6-1 0 0,1 0-1 0 0,0 1 1 0 0,0-1-1 0 0,0 1 1 0 0,1-1 0 0 0,-1 1-1 0 0,1 0 1 0 0,-1 7-1 0 0,-5 14 2 0 0,-16 45 4 0 0,4 0 1 0 0,-15 106-1 0 0,28-139-3 0 0,-3 19 5 0 0,-27 175 30 0 0,33-191 4 0 0,1 1-1 0 0,3 0 1 0 0,7 62-1 0 0,-6-96-69 0 0,0 0-1 0 0,1-1 0 0 0,0 1 0 0 0,0-1 0 0 0,1 1 1 0 0,0-1-1 0 0,1 0 0 0 0,0 0 0 0 0,0 0 1 0 0,1-1-1 0 0,0 1 0 0 0,0-1 0 0 0,1 0 0 0 0,0 0 1 0 0,0-1-1 0 0,0 0 0 0 0,1 0 0 0 0,0-1 0 0 0,0 1 1 0 0,0-1-1 0 0,1-1 0 0 0,0 0 0 0 0,0 0 0 0 0,0 0 1 0 0,0-1-1 0 0,1 0 0 0 0,-1-1 0 0 0,1 0 0 0 0,-1 0 1 0 0,1-1-1 0 0,10 1 0 0 0,-7-1-168 0 0,0-1-1 0 0,-1-1 1 0 0,1 1-1 0 0,0-2 1 0 0,-1 0 0 0 0,1 0-1 0 0,-1-1 1 0 0,1 0-1 0 0,-1-1 1 0 0,0-1 0 0 0,0 1-1 0 0,-1-2 1 0 0,0 0 0 0 0,12-8-1 0 0,-7 3 51 0 0,0-2 0 0 0,-1 0 0 0 0,-1-1-1 0 0,0 0 1 0 0,-1-1 0 0 0,0 0 0 0 0,17-32 0 0 0,-8 9 711 0 0,-1-2 1 0 0,-2-1-1 0 0,-3 0 1 0 0,0-1-1 0 0,12-70 1 0 0,-13 60 357 0 0,-11 42-617 0 0,-9 37-236 0 0,-239 1148 7893 0 0,230-1076-7480 0 0,-27 155 492 0 0,28-190 378 0 0,-41 116 0 0 0,53-175-1273 0 0,0 0 0 0 0,0 0 0 0 0,0 0 0 0 0,-1-1-1 0 0,1 1 1 0 0,-1-1 0 0 0,0 0 0 0 0,0 0 0 0 0,-1 0 0 0 0,1 0 0 0 0,-1-1-1 0 0,0 1 1 0 0,0-1 0 0 0,0 0 0 0 0,-1 0 0 0 0,1 0 0 0 0,0-1 0 0 0,-1 1-1 0 0,0-1 1 0 0,0 0 0 0 0,-6 1 0 0 0,8-2-76 0 0,0 0-1 0 0,0 0 1 0 0,1 0-1 0 0,-1-1 1 0 0,0 0-1 0 0,0 1 1 0 0,0-1-1 0 0,1 0 1 0 0,-1 0-1 0 0,0 0 1 0 0,0-1-1 0 0,-5 0 1 0 0,0-2-2 0 0,-3 1-54 0 0,0 0-1 0 0,0-1 1 0 0,0 0-1 0 0,0-1 1 0 0,0 0-1 0 0,1-1 1 0 0,-1 0-1 0 0,1-1 1 0 0,1 0 0 0 0,-1-1-1 0 0,1 0 1 0 0,0 0-1 0 0,-15-16 1 0 0,12 8-118 0 0,0 0 1 0 0,0 0 0 0 0,1-1-1 0 0,1 0 1 0 0,1-1-1 0 0,0 0 1 0 0,-9-27-1 0 0,11 21-821 0 0,1 0-1 0 0,2 0 0 0 0,0 0 1 0 0,1-1-1 0 0,1 0 1 0 0,1 0-1 0 0,2 1 0 0 0,5-44 1 0 0,5 6-3072 0 0,2 2 1 0 0,26-72 0 0 0,-14 54-2995 0 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14:49.2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1 211 1432 0 0,'12'-28'3931'0'0,"0"-1"0"0"0,9-35 0 0 0,0-17-298 0 0,-19 75-3556 0 0,-2 3-292 0 0,2 18-3298 0 0,0 41-2887 0 0,-1-32 1997 0 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14:50.3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119 183 332 0 0,'-9'8'16808'0'0,"5"-5"-16682"0"0,1 1-1 0 0,0 0 0 0 0,-1 0 1 0 0,1 0-1 0 0,1 0 0 0 0,-1 1 0 0 0,1-1 1 0 0,-3 6-1 0 0,-15 45 217 0 0,9-20 42 0 0,1-11-260 0 0,1 1 1 0 0,1 1-1 0 0,2-1 1 0 0,0 1-1 0 0,2 1 0 0 0,0-1 1 0 0,2 0-1 0 0,2 28 1 0 0,0-52-108 0 0,0 1 0 0 0,0-1 0 0 0,0 0-1 0 0,1 1 1 0 0,-1-1 0 0 0,1 1 0 0 0,0-1 0 0 0,-1 0 0 0 0,1 0 0 0 0,0 1 0 0 0,1-1 0 0 0,-1 0-1 0 0,0 0 1 0 0,0 0 0 0 0,1 0 0 0 0,0 0 0 0 0,-1-1 0 0 0,1 1 0 0 0,0 0 0 0 0,0-1 0 0 0,2 2-1 0 0,-1-1 0 0 0,0-1-1 0 0,0 0 1 0 0,1 0-1 0 0,-1 0 0 0 0,0 0 1 0 0,1 0-1 0 0,-1-1 1 0 0,0 0-1 0 0,1 0 0 0 0,-1 0 1 0 0,1 0-1 0 0,-1 0 0 0 0,5-1 1 0 0,3-2 6 0 0,0 0 1 0 0,0 0 0 0 0,0-1-1 0 0,-1 0 1 0 0,1-1 0 0 0,-1 0-1 0 0,19-13 1 0 0,-14 6-19 0 0,0-1-1 0 0,0-1 1 0 0,-2 0-1 0 0,0-1 1 0 0,0 0 0 0 0,-1-1-1 0 0,18-33 1 0 0,-17 23 0 0 0,-1 0 0 0 0,-2-1 0 0 0,-1 0 1 0 0,11-52-1 0 0,-17 67 4 0 0,-2-1 1 0 0,0 1-1 0 0,0-1 1 0 0,-1 0-1 0 0,-2-17 1 0 0,1 22-14 0 0,-1 1 1 0 0,1-1-1 0 0,-1 0 1 0 0,-1 1 0 0 0,1 0-1 0 0,-1-1 1 0 0,0 1-1 0 0,-1 0 1 0 0,-7-10 0 0 0,11 16 1 0 0,-1 0 1 0 0,0 1 0 0 0,0-1 0 0 0,0 0 0 0 0,0 1 0 0 0,0-1 0 0 0,0 0 0 0 0,0 1 0 0 0,0-1 0 0 0,0 1 0 0 0,0 0 0 0 0,0-1-1 0 0,0 1 1 0 0,0 0 0 0 0,-1 0 0 0 0,-1 0 0 0 0,2-1-2 0 0,-2 1 1 0 0,1-1 0 0 0,-1 1 1 0 0,1-1-1 0 0,-1 1 0 0 0,1 0 1 0 0,0 0-1 0 0,-1 0 0 0 0,1 1 1 0 0,-1-1-1 0 0,1 0 0 0 0,-1 1 1 0 0,1 0-1 0 0,0-1 0 0 0,-1 1 1 0 0,1 0-1 0 0,-3 2 0 0 0,-28 20-22 0 0,17-9 11 0 0,2 0-1 0 0,0 2 1 0 0,0-1 0 0 0,2 2 0 0 0,0 0-1 0 0,-11 20 1 0 0,17-25 23 0 0,0 0 0 0 0,1 0 0 0 0,0 0 1 0 0,1 1-1 0 0,0-1 0 0 0,1 1 0 0 0,1 0 0 0 0,0 1 0 0 0,1-1 0 0 0,0 21 1 0 0,1-30-12 0 0,0 0 0 0 0,1 0 0 0 0,-1 0 0 0 0,1 0 1 0 0,0 0-1 0 0,1 0 0 0 0,-1 0 0 0 0,1 0 0 0 0,-1 0 1 0 0,1 0-1 0 0,0-1 0 0 0,0 1 0 0 0,1-1 0 0 0,-1 0 1 0 0,1 1-1 0 0,6 4 0 0 0,-5-4-61 0 0,1-1 0 0 0,0 0 0 0 0,0 0 1 0 0,1 0-1 0 0,-1 0 0 0 0,0-1 0 0 0,1 0 0 0 0,0 0 0 0 0,-1-1 0 0 0,11 2 0 0 0,-1-2-129 0 0,1 0-1 0 0,-1-1 1 0 0,0 0 0 0 0,0-1-1 0 0,1-1 1 0 0,-1-1-1 0 0,-1 0 1 0 0,20-6-1 0 0,-18 2 111 0 0,1 0-1 0 0,-1-2 0 0 0,0 1 0 0 0,-1-2 1 0 0,0 0-1 0 0,0-1 0 0 0,-1 0 0 0 0,-1-1 1 0 0,0-1-1 0 0,-1 0 0 0 0,12-16 0 0 0,-5 4 326 0 0,-2-1-1 0 0,0-1 1 0 0,-2-1-1 0 0,-1 0 1 0 0,15-43-1 0 0,7-46 2550 0 0,-35 114-2707 0 0,0-5 85 0 0,-27 87-79 0 0,12-37-45 0 0,-12 54 0 0 0,14-41-53 0 0,-8 48 115 0 0,18-88-47 0 0,1 0 1 0 0,1 0-1 0 0,0 0 0 0 0,3 27 0 0 0,-3-40-43 0 0,1 1 0 0 0,-1-1-1 0 0,1 1 1 0 0,-1-1-1 0 0,1 1 1 0 0,0-1 0 0 0,0 0-1 0 0,0 1 1 0 0,0-1-1 0 0,1 0 1 0 0,-1 0-1 0 0,2 3 1 0 0,-2-4-10 0 0,-1 0 0 0 0,1 0-1 0 0,0 0 1 0 0,-1 0 0 0 0,1 0-1 0 0,0 0 1 0 0,0-1 0 0 0,0 1 0 0 0,0 0-1 0 0,0 0 1 0 0,0-1 0 0 0,0 1 0 0 0,0 0-1 0 0,0-1 1 0 0,0 1 0 0 0,0-1-1 0 0,0 1 1 0 0,0-1 0 0 0,0 0 0 0 0,0 1-1 0 0,1-1 1 0 0,0 0 0 0 0,1 0 14 0 0,1 1-31 0 0,0 0-1 0 0,-1 0 0 0 0,1 0 1 0 0,-1-1-1 0 0,1 0 1 0 0,0 0-1 0 0,0 0 1 0 0,-1 0-1 0 0,1-1 1 0 0,-1 1-1 0 0,1-1 0 0 0,0 0 1 0 0,-1 0-1 0 0,5-2 1 0 0,2-1-252 0 0,0 0 0 0 0,0-1 0 0 0,10-8 0 0 0,-1 1-841 0 0,-2-1 0 0 0,0-1 0 0 0,-1-1-1 0 0,22-25 1 0 0,-23 22-1434 0 0,-1 0 0 0 0,12-24-1 0 0,-9 8-3654 0 0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14:51.0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164 138 304 0 0,'-7'-14'2404'0'0,"-1"1"1"0"0,0 0-1 0 0,-17-19 0 0 0,10 16 5 0 0,-30-26 0 0 0,45 41-2426 0 0,-1 1 1 0 0,1-1-1 0 0,-1 1 0 0 0,0-1 0 0 0,1 0 0 0 0,-1 1 0 0 0,0-1 0 0 0,0 1 1 0 0,1-1-1 0 0,-1 1 0 0 0,0 0 0 0 0,0-1 0 0 0,0 1 0 0 0,1 0 0 0 0,-1 0 0 0 0,0 0 1 0 0,0-1-1 0 0,0 1 0 0 0,0 0 0 0 0,0 0 0 0 0,0 0 0 0 0,1 0 0 0 0,-1 0 1 0 0,0 1-1 0 0,0-1 0 0 0,0 0 0 0 0,0 0 0 0 0,0 1 0 0 0,1-1 0 0 0,-1 0 0 0 0,0 1 1 0 0,0-1-1 0 0,0 0 0 0 0,1 1 0 0 0,-1 0 0 0 0,0-1 0 0 0,1 1 0 0 0,-1-1 0 0 0,0 1 1 0 0,1 0-1 0 0,-1-1 0 0 0,1 1 0 0 0,-1 0 0 0 0,0 1 0 0 0,-2 4-940 0 0,0 0-1 0 0,1 0 0 0 0,0 0 1 0 0,-3 12-1 0 0,3-10-1174 0 0,-2 7-2524 0 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14:51.5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0 804 232 0 0,'0'2'3890'0'0,"0"12"1334"0"0,1-4-4580 0 0,1 1 0 0 0,0-1 0 0 0,1 0 0 0 0,0 1 0 0 0,0-1 0 0 0,1 0 0 0 0,9 16 0 0 0,-6-11-464 0 0,0 1 1 0 0,6 22 0 0 0,-9-22-40 0 0,0-4 137 0 0,-1 0 1 0 0,0 0 0 0 0,0 1-1 0 0,-2-1 1 0 0,0 1 0 0 0,0-1 0 0 0,-1 1-1 0 0,0-1 1 0 0,-4 21 0 0 0,3-31-234 0 0,1 0 1 0 0,-1-1 0 0 0,0 1-1 0 0,0 0 1 0 0,0-1 0 0 0,0 1-1 0 0,0-1 1 0 0,0 1 0 0 0,0-1-1 0 0,-1 1 1 0 0,1-1 0 0 0,0 0 0 0 0,-1 0-1 0 0,1 0 1 0 0,-1 0 0 0 0,0 0-1 0 0,1 0 1 0 0,-1 0 0 0 0,0 0-1 0 0,1 0 1 0 0,-1-1 0 0 0,0 1-1 0 0,0-1 1 0 0,0 0 0 0 0,1 1-1 0 0,-1-1 1 0 0,0 0 0 0 0,0 0-1 0 0,0 0 1 0 0,-2 0 0 0 0,3-1-40 0 0,0 1 0 0 0,1-1 0 0 0,-1 1 1 0 0,0-1-1 0 0,1 1 0 0 0,-1-1 0 0 0,1 0 0 0 0,-1 1 1 0 0,0-1-1 0 0,1 0 0 0 0,-1 1 0 0 0,1-1 0 0 0,0 0 1 0 0,-1 0-1 0 0,1 1 0 0 0,0-1 0 0 0,-1 0 0 0 0,1 0 1 0 0,0 0-1 0 0,0 0 0 0 0,-1-1 0 0 0,-1-13 28 0 0,1 10-31 0 0,1 0 0 0 0,0-1 0 0 0,1 1 0 0 0,-1 0-1 0 0,1 0 1 0 0,0 0 0 0 0,0 0 0 0 0,1 1 0 0 0,-1-1 0 0 0,4-7-1 0 0,27-45-51 0 0,-26 48 47 0 0,12-19-16 0 0,2 2 0 0 0,0 0 0 0 0,2 1 0 0 0,1 2 0 0 0,1 0 0 0 0,0 1 0 0 0,2 2 0 0 0,48-30 0 0 0,-53 37 3 0 0,-14 7-6 0 0,1 1 1 0 0,0 1-1 0 0,1 0 1 0 0,-1 0-1 0 0,1 0 1 0 0,17-4-1 0 0,1 4-22 0 0,-21 6 37 0 0,-3 0-2 0 0,-1-1 5 0 0,0-1 1 0 0,0 1-1 0 0,0 0 1 0 0,0 0 0 0 0,-1 0-1 0 0,1 0 1 0 0,0 0-1 0 0,0 0 1 0 0,-1 1-1 0 0,1-1 1 0 0,-1 1 0 0 0,1-1-1 0 0,-1 1 1 0 0,0-1-1 0 0,0 1 1 0 0,0 0-1 0 0,0-1 1 0 0,1 3 0 0 0,0 0 3 0 0,0 1-1 0 0,0-1 1 0 0,-1 0 0 0 0,1 0 0 0 0,-1 1 0 0 0,0-1 0 0 0,0 6 0 0 0,-1 12 5 0 0,-1 0 0 0 0,0 1-1 0 0,-2-1 1 0 0,-10 39 0 0 0,7-37 25 0 0,1 1 1 0 0,-2 48-1 0 0,6-61-50 0 0,1 12-1021 0 0,0-23 944 0 0,0 0 1 0 0,0-1 0 0 0,1 1 0 0 0,-1 0 0 0 0,0 0-1 0 0,1-1 1 0 0,-1 1 0 0 0,1 0 0 0 0,-1-1 0 0 0,0 1-1 0 0,1-1 1 0 0,0 1 0 0 0,-1-1 0 0 0,1 1 0 0 0,-1-1 0 0 0,1 1-1 0 0,0-1 1 0 0,-1 1 0 0 0,1-1 0 0 0,0 0 0 0 0,-1 1-1 0 0,1-1 1 0 0,0 0 0 0 0,-1 1 0 0 0,1-1 0 0 0,0 0-1 0 0,0 0 1 0 0,1 0 0 0 0,2 0-717 0 0,0 0 1 0 0,0 0-1 0 0,0 0 1 0 0,0-1-1 0 0,-1 0 0 0 0,1 0 1 0 0,0 0-1 0 0,5-2 0 0 0,8-7-4899 0 0</inkml:trace>
  <inkml:trace contextRef="#ctx0" brushRef="#br0" timeOffset="1">966 245 2356 0 0,'8'-77'8671'0'0,"-3"-85"0"0"0,-5 162-8664 0 0,0 0 1 0 0,-1 1 0 0 0,1-1-1 0 0,0 0 1 0 0,0 0 0 0 0,0 0-1 0 0,0 0 1 0 0,-1 0-1 0 0,1 0 1 0 0,0 1 0 0 0,0-1-1 0 0,0 0 1 0 0,-1 0-1 0 0,1 0 1 0 0,0 0 0 0 0,0 0-1 0 0,0 0 1 0 0,-1 0 0 0 0,1 0-1 0 0,0 0 1 0 0,0 0-1 0 0,0 0 1 0 0,-1 0 0 0 0,1 0-1 0 0,0 0 1 0 0,0 0 0 0 0,-1 0-1 0 0,1 0 1 0 0,0 0-1 0 0,0 0 1 0 0,0 0 0 0 0,-1 0-1 0 0,1-1 1 0 0,0 1-1 0 0,0 0 1 0 0,0 0 0 0 0,0 0-1 0 0,-1 0 1 0 0,1 0 0 0 0,0-1-1 0 0,0 1 1 0 0,0 0-1 0 0,0 0 1 0 0,0 0 0 0 0,-1 0-1 0 0,1-1 1 0 0,0 1 0 0 0,0 0-1 0 0,0 0 1 0 0,0 0-1 0 0,0-1 1 0 0,0 1 0 0 0,0 0-1 0 0,0 0 1 0 0,0-1-1 0 0,0 1 1 0 0,0 0 0 0 0,0 0-1 0 0,0 0 1 0 0,0-1 0 0 0,0 1-1 0 0,0 0 1 0 0,0 0-1 0 0,0 0 1 0 0,0-1 0 0 0,0 1-1 0 0,0 0 1 0 0,0 0 0 0 0,1-1-1 0 0,-13 17 191 0 0,-1 19 340 0 0,1 2 0 0 0,2-1-1 0 0,2 1 1 0 0,-4 43 0 0 0,0-11 454 0 0,-104 610 3491 0 0,89-475-4100 0 0,27-202-394 0 0,-1-1 0 0 0,1 0 0 0 0,0 0 0 0 0,0 0 0 0 0,0 1 1 0 0,0-1-1 0 0,0 0 0 0 0,0 0 0 0 0,0 1 0 0 0,0-1 0 0 0,0 0 0 0 0,0 0 0 0 0,1 0 0 0 0,-1 1 0 0 0,0-1 0 0 0,1 0 0 0 0,-1 0 1 0 0,1 0-1 0 0,0 0 0 0 0,-1 0 0 0 0,1 0 0 0 0,0 0 0 0 0,0 0 0 0 0,-1 0 0 0 0,1 0 0 0 0,0 0 0 0 0,0 0 0 0 0,0-1 1 0 0,0 1-1 0 0,0 0 0 0 0,0-1 0 0 0,0 1 0 0 0,0 0 0 0 0,1-1 0 0 0,-1 0 0 0 0,0 1 0 0 0,0-1 0 0 0,0 0 0 0 0,0 1 1 0 0,1-1-1 0 0,-1 0 0 0 0,0 0 0 0 0,0 0 0 0 0,1 0 0 0 0,-1 0 0 0 0,0 0 0 0 0,0-1 0 0 0,3 1 0 0 0,3-2-335 0 0,0 0-1 0 0,0 0 0 0 0,0 0 0 0 0,0-1 1 0 0,0 0-1 0 0,11-7 0 0 0,5-5-1500 0 0,-1-2-1 0 0,0 0 0 0 0,-1-1 1 0 0,32-38-1 0 0,-3-6-5188 0 0,-23 24-300 0 0</inkml:trace>
  <inkml:trace contextRef="#ctx0" brushRef="#br0" timeOffset="2">848 460 2952 0 0,'-304'-2'28524'0'0,"317"-6"-28182"0"0,5 2-257 0 0,1 1 0 0 0,1 0 0 0 0,31-3 0 0 0,-15 3-24 0 0,269-34-896 0 0,-272 36-610 0 0,24-3-3900 0 0,-8-1-7959 0 0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14:52.8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28 184 284 0 0,'-12'-19'6333'0'0,"10"14"-5942"0"0,-1-1 1 0 0,1 1 0 0 0,0 0 0 0 0,1-1 0 0 0,-1 1 0 0 0,1-1 0 0 0,0 0 0 0 0,1 1 0 0 0,-1-1-1 0 0,1 0 1 0 0,0 0 0 0 0,0 1 0 0 0,2-8 0 0 0,-1 9-346 0 0,0-1 0 0 0,1 1 1 0 0,-1 0-1 0 0,1 0 0 0 0,0 0 0 0 0,0 1 0 0 0,0-1 1 0 0,1 0-1 0 0,-1 1 0 0 0,1-1 0 0 0,0 1 0 0 0,0 0 1 0 0,0 0-1 0 0,0 0 0 0 0,1 0 0 0 0,-1 1 1 0 0,1-1-1 0 0,0 1 0 0 0,5-3 0 0 0,-5 4-6 0 0,0-1 1 0 0,-1 1-1 0 0,2-1 0 0 0,-1 1 0 0 0,0 1 1 0 0,0-1-1 0 0,0 0 0 0 0,0 1 0 0 0,0 0 1 0 0,0 0-1 0 0,1 0 0 0 0,-1 1 0 0 0,0-1 1 0 0,0 1-1 0 0,0 0 0 0 0,0 0 0 0 0,0 1 1 0 0,0-1-1 0 0,0 1 0 0 0,0-1 0 0 0,-1 1 1 0 0,1 1-1 0 0,-1-1 0 0 0,1 0 0 0 0,-1 1 1 0 0,0 0-1 0 0,0 0 0 0 0,0 0 0 0 0,0 0 1 0 0,0 0-1 0 0,-1 0 0 0 0,4 7 0 0 0,1 3 45 0 0,-1 1 0 0 0,0 0 0 0 0,-1 0 0 0 0,0 0 0 0 0,-1 1 0 0 0,-1-1 0 0 0,-1 1 0 0 0,0 0 0 0 0,0 20 0 0 0,-2 16 17 0 0,-10 69-1 0 0,8-101-84 0 0,-4 22 294 0 0,-2 1 1 0 0,-1-1-1 0 0,-22 58 1 0 0,31-99-304 0 0,0 0 1 0 0,0 1-1 0 0,-1-1 1 0 0,1 1 0 0 0,0-1-1 0 0,0 0 1 0 0,0 1-1 0 0,0-1 1 0 0,0 0-1 0 0,0 1 1 0 0,-1-1-1 0 0,1 0 1 0 0,0 1-1 0 0,0-1 1 0 0,0 0-1 0 0,-1 1 1 0 0,1-1 0 0 0,0 0-1 0 0,0 0 1 0 0,-1 1-1 0 0,1-1 1 0 0,0 0-1 0 0,-1 0 1 0 0,1 1-1 0 0,0-1 1 0 0,-1 0-1 0 0,1 0 1 0 0,0 0-1 0 0,-1 0 1 0 0,1 0 0 0 0,-1 0-1 0 0,1 1 1 0 0,0-1-1 0 0,-1 0 1 0 0,1 0-1 0 0,-1 0 1 0 0,1 0-1 0 0,0 0 1 0 0,-1 0-1 0 0,1-1 1 0 0,0 1-1 0 0,-1 0 1 0 0,1 0-1 0 0,-1 0 1 0 0,1 0 0 0 0,0 0-1 0 0,-1 0 1 0 0,1-1-1 0 0,0 1 1 0 0,-1 0-1 0 0,1 0 1 0 0,0-1-1 0 0,-1 1 1 0 0,0-2 5 0 0,0 1 1 0 0,-1-1-1 0 0,1 1 0 0 0,0-1 1 0 0,0 1-1 0 0,0-1 0 0 0,0 0 1 0 0,0 0-1 0 0,-1-2 1 0 0,0-5 9 0 0,0-1 0 0 0,1 1 1 0 0,0 0-1 0 0,1-1 1 0 0,0 1-1 0 0,0 0 0 0 0,2-12 1 0 0,15-66 43 0 0,-12 62-62 0 0,3-6-21 0 0,2-1 0 0 0,1 1 0 0 0,1 0 0 0 0,1 1 0 0 0,2 1 0 0 0,20-30 0 0 0,-31 52 5 0 0,2 0 0 0 0,-1 1 0 0 0,1-1 0 0 0,0 1 0 0 0,0 0 0 0 0,1 0 0 0 0,-1 1 0 0 0,1 0 0 0 0,1 0 0 0 0,-1 0 0 0 0,9-3 0 0 0,-13 7 6 0 0,0-1 0 0 0,0 1 0 0 0,0 0 0 0 0,0 1 0 0 0,1-1 0 0 0,-1 0 0 0 0,0 1 1 0 0,0 0-1 0 0,0 0 0 0 0,1 0 0 0 0,-1 0 0 0 0,0 0 0 0 0,0 0 0 0 0,1 1 0 0 0,-1 0 0 0 0,0 0 0 0 0,0 0 0 0 0,0 0 0 0 0,0 0 0 0 0,0 0 0 0 0,0 1 0 0 0,-1 0 1 0 0,1-1-1 0 0,0 1 0 0 0,-1 0 0 0 0,1 0 0 0 0,-1 0 0 0 0,0 1 0 0 0,1-1 0 0 0,-1 1 0 0 0,0-1 0 0 0,2 5 0 0 0,2 2 3 0 0,-2 0 0 0 0,1 0 0 0 0,-1 0-1 0 0,0 1 1 0 0,-1-1 0 0 0,0 1 0 0 0,-1 0 0 0 0,0 0-1 0 0,1 13 1 0 0,-2 4-19 0 0,-1-1 1 0 0,-3 35-1 0 0,2-54 27 0 0,0 0 0 0 0,0 1 0 0 0,0-2 0 0 0,-1 1 1 0 0,0 0-1 0 0,-3 7 0 0 0,4-12 29 0 0,-4-5-28 0 0,5 3-8 0 0,-1 0-1 0 0,1 0 1 0 0,-1 0 0 0 0,1 0-1 0 0,-1 0 1 0 0,1 0 0 0 0,0 0-1 0 0,-1 0 1 0 0,1 0 0 0 0,-1 0-1 0 0,1 0 1 0 0,0-1 0 0 0,-1 1-1 0 0,1 0 1 0 0,0 0 0 0 0,-1 0-1 0 0,1-1 1 0 0,0 1 0 0 0,-1 0-1 0 0,1-1 1 0 0,0 1 0 0 0,-1 0-1 0 0,1 0 1 0 0,0-1 0 0 0,0 1-1 0 0,-1-1 1 0 0,1 1 0 0 0,0 0-1 0 0,0-1 1 0 0,-1-6-3 0 0,0-1 0 0 0,1 1 1 0 0,0 0-1 0 0,0 0 0 0 0,0 0 0 0 0,1 0 1 0 0,0-1-1 0 0,1 1 0 0 0,0 0 0 0 0,0 1 0 0 0,0-1 1 0 0,5-9-1 0 0,4-7-12 0 0,1 1 0 0 0,20-28 0 0 0,-17 29 0 0 0,1 1 1 0 0,0 0-1 0 0,35-30 0 0 0,-39 40 4 0 0,0 0-1 0 0,0 1 1 0 0,1 1-1 0 0,0 0 1 0 0,0 1-1 0 0,1 0 1 0 0,26-9 0 0 0,-36 15 26 0 0,-1 0 1 0 0,1 0 0 0 0,-1 0 0 0 0,1 1 0 0 0,-1-1 0 0 0,1 1 0 0 0,0 0 0 0 0,-1 0 0 0 0,1 0 0 0 0,0 1-1 0 0,-1-1 1 0 0,1 1 0 0 0,-1 0 0 0 0,1 0 0 0 0,-1 0 0 0 0,1 0 0 0 0,-1 1 0 0 0,0-1 0 0 0,0 1-1 0 0,0 0 1 0 0,0 0 0 0 0,0 0 0 0 0,0 0 0 0 0,0 1 0 0 0,0-1 0 0 0,-1 1 0 0 0,1 0 0 0 0,-1-1 0 0 0,0 1-1 0 0,0 0 1 0 0,0 0 0 0 0,0 1 0 0 0,-1-1 0 0 0,1 0 0 0 0,-1 1 0 0 0,0-1 0 0 0,1 4 0 0 0,1 7 271 0 0,-2 0 1 0 0,1 1 0 0 0,-2-1 0 0 0,0 0 0 0 0,-1 1 0 0 0,0-1 0 0 0,-5 21 0 0 0,-30 98 836 0 0,30-115-1066 0 0,-17 48 142 0 0,8-24-48 0 0,-10 50 0 0 0,24-90-132 0 0,-1 5 18 0 0,2-7-46 0 0,0 0-1 0 0,0 0 1 0 0,0 0-1 0 0,0 0 1 0 0,0 1 0 0 0,0-1-1 0 0,0 0 1 0 0,0 0-1 0 0,0 0 1 0 0,0 0-1 0 0,0 1 1 0 0,0-1 0 0 0,0 0-1 0 0,0 0 1 0 0,0 0-1 0 0,0 0 1 0 0,0 1 0 0 0,0-1-1 0 0,0 0 1 0 0,0 0-1 0 0,0 0 1 0 0,0 0-1 0 0,0 1 1 0 0,0-1 0 0 0,0 0-1 0 0,1 0 1 0 0,-1 0-1 0 0,0 0 1 0 0,0 0-1 0 0,0 1 1 0 0,0-1 0 0 0,0 0-1 0 0,0 0 1 0 0,1 0-1 0 0,-1 0 1 0 0,0 0 0 0 0,0 0-1 0 0,0 0 1 0 0,0 0-1 0 0,0 0 1 0 0,1 0-1 0 0,-1 1 1 0 0,0-1 0 0 0,0 0-1 0 0,0 0 1 0 0,1 0-1 0 0,13-4-1174 0 0,0 1-1 0 0,0-2 1 0 0,0 0-1 0 0,-1 0 0 0 0,24-14 1 0 0,6-2-4545 0 0,-13 8-266 0 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14:54.5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349 930 272 0 0,'2'-6'1814'0'0,"0"1"1"0"0,0-1-1 0 0,-1 0 0 0 0,1-8 1 0 0,-1 11-1431 0 0,-1 0 0 0 0,0 0 0 0 0,0 0 0 0 0,0 0 0 0 0,0 0 0 0 0,-1 1 0 0 0,1-1 0 0 0,-1 0 0 0 0,0 0 0 0 0,0 0 0 0 0,0 1 0 0 0,0-1 0 0 0,0 0 0 0 0,-1 1 0 0 0,1-1 0 0 0,-1 1 0 0 0,1 0 0 0 0,-1-1 0 0 0,0 1 0 0 0,-4-4 0 0 0,3 4-249 0 0,1 0 0 0 0,-1-1-1 0 0,0 1 1 0 0,0 0 0 0 0,0 1 0 0 0,0-1-1 0 0,0 0 1 0 0,0 1 0 0 0,0 0-1 0 0,-1 0 1 0 0,1 0 0 0 0,0 0-1 0 0,-1 0 1 0 0,1 1 0 0 0,-1-1 0 0 0,1 1-1 0 0,0 0 1 0 0,-1 0 0 0 0,1 0-1 0 0,-1 1 1 0 0,1-1 0 0 0,-7 3 0 0 0,-4 4-66 0 0,0 0 1 0 0,0 1 0 0 0,0 0-1 0 0,1 2 1 0 0,1-1 0 0 0,-1 2-1 0 0,2-1 1 0 0,-1 2 0 0 0,2-1 0 0 0,-17 25-1 0 0,13-17-58 0 0,2 2 0 0 0,0-1 0 0 0,1 2 0 0 0,1-1 0 0 0,1 2 0 0 0,2-1 0 0 0,0 1 0 0 0,1 0 0 0 0,-3 26 0 0 0,8-43-12 0 0,-1 9 5 0 0,1-1 0 0 0,1 0 1 0 0,2 24-1 0 0,-2-34-3 0 0,0-1 1 0 0,1 0 0 0 0,0 1-1 0 0,0-1 1 0 0,0 0-1 0 0,0 0 1 0 0,0 0 0 0 0,1 0-1 0 0,-1 0 1 0 0,1 0-1 0 0,0 0 1 0 0,0 0-1 0 0,0-1 1 0 0,0 1 0 0 0,1-1-1 0 0,-1 1 1 0 0,1-1-1 0 0,-1 0 1 0 0,1 0-1 0 0,5 3 1 0 0,-1-2 7 0 0,16 0-3 0 0,-15-3-5 0 0,-1-1-1 0 0,1 0 1 0 0,0 0 0 0 0,0-1 0 0 0,-1 0 0 0 0,1-1 0 0 0,-1 1 0 0 0,0-1 0 0 0,0-1 0 0 0,0 1 0 0 0,0-1 0 0 0,12-10 0 0 0,-8 5 5 0 0,0 0 0 0 0,0 0 0 0 0,-1-2 0 0 0,-1 1 0 0 0,0-1 0 0 0,12-17 0 0 0,-9 5-4 0 0,-1 1 0 0 0,0-2 0 0 0,-2 1 1 0 0,0-1-1 0 0,-2-1 0 0 0,7-35 1 0 0,9-155-15 0 0,-23 214 12 0 0,1-60-250 0 0,-1 59 211 0 0,-6 19-47 0 0,-12 46 102 0 0,4 1-1 0 0,2 0 1 0 0,-5 81 0 0 0,13-93 3 0 0,3 62 0 0 0,2-91-5 0 0,1-1 0 0 0,1 1 0 0 0,2-1 1 0 0,0 0-1 0 0,10 28 0 0 0,-14-46-10 0 0,1 0 1 0 0,0 0-1 0 0,0-1 0 0 0,0 1 0 0 0,0-1 1 0 0,0 1-1 0 0,0-1 0 0 0,1 0 1 0 0,0 0-1 0 0,0 0 0 0 0,-1 0 0 0 0,2 0 1 0 0,-1-1-1 0 0,0 1 0 0 0,0-1 1 0 0,1 0-1 0 0,0 0 0 0 0,-1 0 1 0 0,1-1-1 0 0,4 2 0 0 0,-2-2-1 0 0,0 0-1 0 0,0 0 0 0 0,0-1 1 0 0,0 0-1 0 0,0 0 1 0 0,0 0-1 0 0,0-1 0 0 0,0 1 1 0 0,0-2-1 0 0,-1 1 1 0 0,1-1-1 0 0,0 0 1 0 0,6-2-1 0 0,7-5-58 0 0,0-1 0 0 0,-1-1 0 0 0,0-1 0 0 0,0 0 0 0 0,-2-1 0 0 0,1-1 0 0 0,-2 0 0 0 0,0-1 0 0 0,0-1 0 0 0,-2-1 0 0 0,0 0 0 0 0,18-30 0 0 0,-8 4-125 0 0,-1 0 0 0 0,-2-2 0 0 0,-3 0 0 0 0,19-70 0 0 0,-17 32 85 0 0,-3 0 0 0 0,-4 0 0 0 0,2-151 1 0 0,-17 111-53 0 0,-35-237 0 0 0,38 358 105 0 0,-4 21-46 0 0,-7 181-2 0 0,6-74 364 0 0,-11 272 519 0 0,11-259-668 0 0,2-50-54 0 0,4 0-1 0 0,19 145 1 0 0,-18-222-63 0 0,0 0 0 0 0,1 1 0 0 0,0-1 0 0 0,1 0 0 0 0,1-1 0 0 0,0 1 0 0 0,12 20 0 0 0,-14-27-5 0 0,1-1 0 0 0,-1 0 0 0 0,1 0 0 0 0,-1-1 0 0 0,1 1 0 0 0,0-1 1 0 0,0 0-1 0 0,1 0 0 0 0,-1 0 0 0 0,1-1 0 0 0,-1 1 0 0 0,1-1 1 0 0,0 0-1 0 0,0 0 0 0 0,0-1 0 0 0,0 0 0 0 0,0 1 0 0 0,0-2 0 0 0,1 1 1 0 0,-1-1-1 0 0,7 0 0 0 0,-2 0-7 0 0,0 0 1 0 0,0-2-1 0 0,1 1 1 0 0,-1-1-1 0 0,0-1 1 0 0,0 0-1 0 0,-1 0 1 0 0,1-1-1 0 0,-1 0 1 0 0,0 0-1 0 0,0-1 1 0 0,0-1-1 0 0,0 1 1 0 0,-1-1-1 0 0,0-1 1 0 0,0 0-1 0 0,-1 0 1 0 0,0 0-1 0 0,0-1 1 0 0,7-10-1 0 0,-4 3-3 0 0,0-1-1 0 0,-2 0 0 0 0,0 0 1 0 0,0-1-1 0 0,-2 0 1 0 0,0 0-1 0 0,-1-1 1 0 0,0 1-1 0 0,-2-1 1 0 0,3-29-1 0 0,-5 19-19 0 0,0-1 0 0 0,-1 1 0 0 0,-2 0-1 0 0,-1-1 1 0 0,-2 1 0 0 0,0 1 0 0 0,-2-1-1 0 0,-16-42 1 0 0,23 69 22 0 0,-1 1 0 0 0,1-1-1 0 0,-1 0 1 0 0,1 0 0 0 0,-1 0 0 0 0,1 1-1 0 0,-1-1 1 0 0,0 0 0 0 0,0 1 0 0 0,1-1-1 0 0,-1 1 1 0 0,0-1 0 0 0,0 1 0 0 0,1-1-1 0 0,-1 1 1 0 0,0 0 0 0 0,0-1 0 0 0,0 1-1 0 0,0 0 1 0 0,0-1 0 0 0,0 1 0 0 0,0 0-1 0 0,0 0 1 0 0,0 0 0 0 0,1 0 0 0 0,-1 0-1 0 0,0 0 1 0 0,0 0 0 0 0,0 0 0 0 0,0 1-1 0 0,-1-1 1 0 0,1 0 20 0 0,0 1-15 0 0,0 0 0 0 0,0-1 0 0 0,0 1 0 0 0,0 0 0 0 0,0-1 0 0 0,0 1-1 0 0,0 0 1 0 0,1 0 0 0 0,-1 0 0 0 0,0-1 0 0 0,1 1 0 0 0,-1 0 0 0 0,1 0 0 0 0,-1 0 0 0 0,1 0-1 0 0,-1 1 1 0 0,1-1 0 0 0,-1 0 0 0 0,1 0 0 0 0,0 2 0 0 0,-4 25 7 0 0,4-22-3 0 0,1-1 0 0 0,0 0 0 0 0,1 0-1 0 0,-1 1 1 0 0,1-1 0 0 0,0 0 0 0 0,0 0-1 0 0,1 0 1 0 0,-1-1 0 0 0,1 1-1 0 0,0-1 1 0 0,6 7 0 0 0,-6-8 1 0 0,0-1-1 0 0,0 1 1 0 0,0-1 0 0 0,1 0-1 0 0,-1 0 1 0 0,1 0 0 0 0,-1 0-1 0 0,1-1 1 0 0,0 1 0 0 0,0-1 0 0 0,-1 0-1 0 0,1 0 1 0 0,0-1 0 0 0,6 1-1 0 0,-7 0 0 0 0,16 2 2 0 0,0-2-1 0 0,0 0 0 0 0,0 0 0 0 0,37-6 1 0 0,82-19-5 0 0,-127 21 5 0 0,1 0-1 0 0,-1-1 0 0 0,14-6 1 0 0,-20 7-10 0 0,17-8-13 0 0,-16 2 31 0 0,-5 9-13 0 0,14-15 8 0 0,-13 8-1 0 0,-2 1-6 0 0,2-26 78 0 0,-2 26-34 0 0,-1 4-34 0 0,1 1 0 0 0,-1 0-1 0 0,0 0 1 0 0,1 0-1 0 0,-1 0 1 0 0,0-1-1 0 0,0 1 1 0 0,0 0 0 0 0,0 0-1 0 0,0 1 1 0 0,0-1-1 0 0,0 0 1 0 0,0 0 0 0 0,0 0-1 0 0,0 1 1 0 0,0-1-1 0 0,0 0 1 0 0,-1 1-1 0 0,1-1 1 0 0,0 1 0 0 0,0 0-1 0 0,-1-1 1 0 0,1 1-1 0 0,0 0 1 0 0,-1 0-1 0 0,1 0 1 0 0,0 0 0 0 0,-1 0-1 0 0,1 0 1 0 0,-1 0-1 0 0,1 0 1 0 0,0 0-1 0 0,0 1 1 0 0,-2 0 0 0 0,-5 3 8 0 0,0 0 0 0 0,1 1 0 0 0,-1 0 0 0 0,1 0 0 0 0,0 0 0 0 0,1 1 0 0 0,0 0 0 0 0,0 1 0 0 0,0-1 0 0 0,0 1 0 0 0,1 1 0 0 0,0-1 0 0 0,-7 15 0 0 0,-3 11 208 0 0,-24 69 1 0 0,39-101-224 0 0,-9 27 54 0 0,0 0 1 0 0,2 1-1 0 0,1 0 0 0 0,2 0 1 0 0,0 0-1 0 0,2 47 1 0 0,2-69-41 0 0,1 1 1 0 0,0 0 0 0 0,0-1-1 0 0,1 1 1 0 0,0-1 0 0 0,4 10 0 0 0,-5-14-14 0 0,0-1 0 0 0,0 1 0 0 0,1-1 1 0 0,-1 1-1 0 0,1-1 0 0 0,0 0 0 0 0,-1 0 1 0 0,1 1-1 0 0,0-1 0 0 0,1-1 0 0 0,-1 1 1 0 0,0 0-1 0 0,0 0 0 0 0,1-1 0 0 0,-1 0 1 0 0,1 1-1 0 0,-1-1 0 0 0,1 0 0 0 0,0 0 1 0 0,5 1-1 0 0,3-1-9 0 0,-1 0-1 0 0,1-1 1 0 0,0 0 0 0 0,0-1-1 0 0,0 0 1 0 0,0 0-1 0 0,-1-1 1 0 0,1-1 0 0 0,-1 0-1 0 0,0 0 1 0 0,1-1 0 0 0,-1-1-1 0 0,10-5 1 0 0,13-9-277 0 0,0-1 0 0 0,39-32 1 0 0,-49 33 133 0 0,-1 0 1 0 0,-1-1-1 0 0,22-28 1 0 0,-30 33 97 0 0,-2-1 1 0 0,0 0 0 0 0,-1 0-1 0 0,-1-1 1 0 0,14-34-1 0 0,-17 28 242 0 0,-1 0 0 0 0,-1 0-1 0 0,-1-1 1 0 0,-1 1-1 0 0,-2-33 1 0 0,0 54-120 0 0,-1-2 5 0 0,1 4-73 0 0,0-1 0 0 0,0 1 0 0 0,0 0 0 0 0,0 0 0 0 0,0-1 0 0 0,0 1 0 0 0,0 0 0 0 0,0-1 0 0 0,0 1 0 0 0,-1 0 0 0 0,1 0 0 0 0,0-1 0 0 0,0 1 0 0 0,0 0 0 0 0,0-1 0 0 0,0 1 0 0 0,0 0 0 0 0,0 0 0 0 0,-1 0 0 0 0,1-1 0 0 0,0 1 0 0 0,0 0 0 0 0,0 0 0 0 0,-1 0 0 0 0,1-1 0 0 0,0 1 0 0 0,0 0 0 0 0,-1 0 1 0 0,1 0-1 0 0,0 0 0 0 0,0-1 0 0 0,-1 1 0 0 0,1 0 0 0 0,-1 0 0 0 0,-2 2 49 0 0,0 0 1 0 0,0 0 0 0 0,0 1 0 0 0,0-1 0 0 0,1 1-1 0 0,-1 0 1 0 0,0-1 0 0 0,1 1 0 0 0,0 0 0 0 0,0 0-1 0 0,0 1 1 0 0,0-1 0 0 0,0 0 0 0 0,-1 7 0 0 0,-5 10 428 0 0,-6 29 1 0 0,10-34-305 0 0,-7 25 30 0 0,2-1 0 0 0,1 1 0 0 0,3 1 0 0 0,1-1-1 0 0,1 1 1 0 0,5 54 0 0 0,-1-89-271 0 0,-1 0-1 0 0,2 0 1 0 0,-1 0-1 0 0,0 0 1 0 0,1-1-1 0 0,0 1 1 0 0,1 0-1 0 0,-1-1 1 0 0,1 1 0 0 0,0-1-1 0 0,0 0 1 0 0,1 0-1 0 0,0 0 1 0 0,8 8-1 0 0,-7-9-381 0 0,0 0-1 0 0,0 0 0 0 0,1-1 0 0 0,-1 0 0 0 0,1 0 1 0 0,0 0-1 0 0,0-1 0 0 0,0 0 0 0 0,0 0 0 0 0,0 0 0 0 0,0-1 1 0 0,1 0-1 0 0,-1 0 0 0 0,7 0 0 0 0,35-4-7224 0 0,-19-1 448 0 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14:55.1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48 202 156 0 0,'-23'-50'10399'0'0,"3"1"-3891"0"0,17 40-5855 0 0,2 8-307 0 0,1-2 14 0 0,0 3-344 0 0,0-1 0 0 0,0 1 0 0 0,0 0 0 0 0,0-1-1 0 0,0 1 1 0 0,-1 0 0 0 0,1-1 0 0 0,0 1-1 0 0,0 0 1 0 0,0 0 0 0 0,0-1 0 0 0,0 1 0 0 0,0 0-1 0 0,0-1 1 0 0,0 1 0 0 0,1 0 0 0 0,-1-1-1 0 0,0 1 1 0 0,0 0 0 0 0,0 0 0 0 0,0-1 0 0 0,0 1-1 0 0,0 0 1 0 0,1-1 0 0 0,-1 1 0 0 0,0 0-1 0 0,0 0 1 0 0,0 0 0 0 0,1-1 0 0 0,-1 1 0 0 0,0 0-1 0 0,0 0 1 0 0,1 0 0 0 0,-1-1 0 0 0,0 1-1 0 0,5 1 13 0 0,-1 0-1 0 0,1 0 0 0 0,-1 0 1 0 0,1 0-1 0 0,-1 1 0 0 0,0 0 1 0 0,0 0-1 0 0,0 0 0 0 0,0 0 1 0 0,0 1-1 0 0,0-1 0 0 0,6 7 1 0 0,-4-3-8 0 0,-1 0 1 0 0,1 1 0 0 0,-1-1-1 0 0,0 1 1 0 0,-1 0 0 0 0,6 13-1 0 0,-3-5 14 0 0,-1 1 0 0 0,-1 0 0 0 0,0 0 0 0 0,-1 1-1 0 0,-1-1 1 0 0,2 30 0 0 0,-6-17 104 0 0,-1 0 0 0 0,-2 0 0 0 0,0 0 0 0 0,-2 0 0 0 0,-1-1 0 0 0,-2 0 0 0 0,-18 43 0 0 0,21-59 270 0 0,0 0-1 0 0,-11 13 1 0 0,4-4 228 0 0,12-19-306 0 0,0-2-324 0 0,1 0 0 0 0,-1 0 0 0 0,1 0 0 0 0,0 0 0 0 0,-1 0 0 0 0,1 0 0 0 0,-1-1 0 0 0,1 1 0 0 0,0 0 0 0 0,-1 0 0 0 0,1 0 0 0 0,0 0 0 0 0,-1-1 0 0 0,1 1 0 0 0,0 0 0 0 0,-1 0 0 0 0,1-1 0 0 0,0 1 0 0 0,-1 0 0 0 0,1-1 0 0 0,0 1 0 0 0,0 0 0 0 0,-1-1 0 0 0,1 1 0 0 0,0-1-1 0 0,0 1 1 0 0,0 0 0 0 0,0-1 0 0 0,-1 1 0 0 0,1 0 0 0 0,0-1 0 0 0,0 1 0 0 0,0-1 0 0 0,0 1 0 0 0,0-1 0 0 0,0 1 0 0 0,0 0 0 0 0,0-1 0 0 0,0 1 0 0 0,0-1 0 0 0,0 1 0 0 0,0 0 0 0 0,1-2 0 0 0,6-19 54 0 0,27-37-73 0 0,77-105-1 0 0,-74 113-56 0 0,-17 23 25 0 0,119-154-201 0 0,-112 149 209 0 0,42-63 1 0 0,-65 82-69 0 0,-13 16 81 0 0,-13 16 6 0 0,10 0 18 0 0,0 0 0 0 0,0 1-1 0 0,2 1 1 0 0,1 0-1 0 0,0 0 1 0 0,2 0-1 0 0,0 1 1 0 0,1 0 0 0 0,2 1-1 0 0,0-1 1 0 0,1 1-1 0 0,2 0 1 0 0,0 0-1 0 0,1 0 1 0 0,1 0 0 0 0,8 37-1 0 0,-7-51 17 0 0,0 0 0 0 0,0-1 0 0 0,2 1 0 0 0,-1-1 0 0 0,1 1 0 0 0,0-1 0 0 0,0 0 0 0 0,1 0-1 0 0,0-1 1 0 0,1 0 0 0 0,0 1 0 0 0,0-2 0 0 0,0 1 0 0 0,1-1 0 0 0,0 0 0 0 0,0 0 0 0 0,1-1 0 0 0,-1 0 0 0 0,1 0 0 0 0,0-1 0 0 0,0 0 0 0 0,1-1 0 0 0,-1 1-1 0 0,1-2 1 0 0,0 1 0 0 0,0-1 0 0 0,0 0 0 0 0,15 0 0 0 0,-10-1-240 0 0,-1 0-1 0 0,1-1 1 0 0,0-1 0 0 0,0 0 0 0 0,-1-1-1 0 0,1 0 1 0 0,14-5 0 0 0,-21 4-391 0 0,-1 1 0 0 0,1-1 0 0 0,-1 0 0 0 0,0-1-1 0 0,0 1 1 0 0,9-8 0 0 0,-11 6-341 0 0,1 1 0 0 0,-1-1-1 0 0,0 1 1 0 0,0-1 0 0 0,0-1-1 0 0,-1 1 1 0 0,0 0 0 0 0,3-8-1 0 0,5-7-5122 0 0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14:55.4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190 80 956 0 0,'-21'-7'2503'0'0,"-13"-2"3072"0"0,1-3 1 0 0,-35-17-1 0 0,52 19-4283 0 0,-2-2-1695 0 0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14:55.8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211 100 2380 0 0,'-69'8'7884'0'0,"-73"-1"-1"0"0,189-3-7453 0 0,243-43-275 0 0,45-3-1959 0 0,-108 21-1403 0 0,-73 11-1727 0 0,-24 4-1449 0 0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14:57.0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246 686 300 0 0,'-17'-36'7455'0'0,"6"13"-3929"0"0,-20-34-1 0 0,29 54-3217 0 0,-3-5 308 0 0,0 0 0 0 0,-1 1 0 0 0,0 0 1 0 0,-8-7-1 0 0,13 13-595 0 0,0 1 0 0 0,-1 0 0 0 0,1 0 0 0 0,-1 0 0 0 0,1 0 0 0 0,-1 0 0 0 0,1 0 0 0 0,-1 0 0 0 0,1 0 0 0 0,-3 1 0 0 0,4-1-15 0 0,-1 0 1 0 0,0 0-1 0 0,0 0 1 0 0,0 1-1 0 0,0-1 1 0 0,0 0-1 0 0,1 0 0 0 0,-1 1 1 0 0,0-1-1 0 0,0 1 1 0 0,1-1-1 0 0,-1 1 1 0 0,0-1-1 0 0,1 1 1 0 0,-1-1-1 0 0,0 1 1 0 0,1 0-1 0 0,-1-1 1 0 0,1 1-1 0 0,-2 1 1 0 0,0 0 13 0 0,-5 5 5 0 0,1 0-1 0 0,-1 1 1 0 0,1-1-1 0 0,1 1 0 0 0,-1 0 1 0 0,1 1-1 0 0,-7 15 0 0 0,1 4 20 0 0,-10 35-1 0 0,14-37-29 0 0,0 1-1 0 0,-5 53 1 0 0,12-68-10 0 0,-1-1 0 0 0,1 0 1 0 0,1 1-1 0 0,0-1 0 0 0,0 0 0 0 0,1 0 1 0 0,1 0-1 0 0,0 0 0 0 0,0 0 0 0 0,6 10 1 0 0,-7-17 5 0 0,-1-1-1 0 0,1 0 1 0 0,0 0 0 0 0,1 1 0 0 0,-1-1 0 0 0,1-1 0 0 0,-1 1 0 0 0,1 0-1 0 0,0-1 1 0 0,0 1 0 0 0,0-1 0 0 0,0 0 0 0 0,1 0 0 0 0,-1 0 0 0 0,0 0-1 0 0,6 1 1 0 0,-3-1 3 0 0,0-1 0 0 0,0 0-1 0 0,0 0 1 0 0,0 0 0 0 0,0-1 0 0 0,1 0-1 0 0,-1 0 1 0 0,0-1 0 0 0,10-1-1 0 0,-2-2 8 0 0,0 0-1 0 0,0 0 0 0 0,0-2 1 0 0,-1 0-1 0 0,1 0 0 0 0,-1-1 1 0 0,-1-1-1 0 0,13-9 0 0 0,-16 10-14 0 0,-1-1 1 0 0,0 0-1 0 0,-1 0 0 0 0,0 0 0 0 0,0-1 0 0 0,-1 0 0 0 0,0 0 0 0 0,-1-1 0 0 0,0 0 0 0 0,0 0 0 0 0,-1 0 0 0 0,0 0 0 0 0,-1-1 0 0 0,0 1 0 0 0,1-17 0 0 0,-2 15-12 0 0,-1 0 1 0 0,0 0-1 0 0,-1 0 0 0 0,-1-1 1 0 0,0 1-1 0 0,-1 0 0 0 0,0 0 1 0 0,0 0-1 0 0,-1 1 0 0 0,-1-1 1 0 0,0 1-1 0 0,-1 0 0 0 0,-11-21 1 0 0,14 29-3 0 0,0 1-1 0 0,-1-1 1 0 0,1 1 0 0 0,0 0 0 0 0,-1 0-1 0 0,1 0 1 0 0,-1 0 0 0 0,0 0 0 0 0,0 0-1 0 0,1 1 1 0 0,-1-1 0 0 0,0 1 0 0 0,-1 0-1 0 0,1 0 1 0 0,-5-1 0 0 0,6 2-17 0 0,-2 0-12 0 0,3 1 37 0 0,-1-1-4 0 0,0 0 1 0 0,1 0 0 0 0,-1 0 0 0 0,0 1-1 0 0,1-1 1 0 0,-1 1 0 0 0,0 0 0 0 0,1-1-1 0 0,-1 1 1 0 0,1 0 0 0 0,-1 0 0 0 0,1 0-1 0 0,-1 0 1 0 0,1 0 0 0 0,0 0 0 0 0,-1 0-1 0 0,1 1 1 0 0,0-1 0 0 0,0 0-1 0 0,0 1 1 0 0,0-1 0 0 0,0 1 0 0 0,-1 1-1 0 0,-1 13-68 0 0,3-13 76 0 0,0 0 0 0 0,1 0 0 0 0,-1-1 0 0 0,1 1 0 0 0,0-1-1 0 0,0 1 1 0 0,0-1 0 0 0,0 1 0 0 0,0-1 0 0 0,0 1 0 0 0,1-1 0 0 0,-1 0 0 0 0,1 0 0 0 0,0 0-1 0 0,-1 0 1 0 0,1 0 0 0 0,0 0 0 0 0,0 0 0 0 0,0 0 0 0 0,1-1 0 0 0,-1 1 0 0 0,0-1 0 0 0,1 0-1 0 0,-1 0 1 0 0,1 1 0 0 0,-1-2 0 0 0,1 1 0 0 0,-1 0 0 0 0,4 0 0 0 0,4 2 2 0 0,1-1 1 0 0,-1 0 0 0 0,1-1 0 0 0,0 0-1 0 0,0 0 1 0 0,0-2 0 0 0,18-1 0 0 0,76-18-1 0 0,-99 18-4 0 0,54-12 3 0 0,-1-3 0 0 0,0-2 1 0 0,-2-3-1 0 0,96-51 1 0 0,-125 56 8 0 0,0-2 1 0 0,-1-1 0 0 0,0 0-1 0 0,26-29 1 0 0,-36 31 4 0 0,-1 0 0 0 0,-1-1 0 0 0,-1-1 0 0 0,-1 0-1 0 0,0-1 1 0 0,14-33 0 0 0,19-75 1139 0 0,-17 43-131 0 0,-27 81-1006 0 0,-2 6-20 0 0,0-1 0 0 0,0 0 0 0 0,0 0 1 0 0,0 0-1 0 0,0 0 0 0 0,0 1 0 0 0,0-1 0 0 0,0 0 0 0 0,0 0 1 0 0,0 0-1 0 0,0 0 0 0 0,0 0 0 0 0,0 1 0 0 0,0-1 0 0 0,0 0 0 0 0,0 0 1 0 0,0 0-1 0 0,0 0 0 0 0,0 0 0 0 0,0 0 0 0 0,1 1 0 0 0,-1-1 1 0 0,0 0-1 0 0,0 0 0 0 0,0 0 0 0 0,0 0 0 0 0,0 0 0 0 0,0 0 0 0 0,1 0 1 0 0,-1 0-1 0 0,0 0 0 0 0,0 1 0 0 0,0-1 0 0 0,0 0 0 0 0,0 0 1 0 0,1 0-1 0 0,-1 0 0 0 0,0 0 0 0 0,0 0 0 0 0,0 0 0 0 0,0 0 0 0 0,0 0 1 0 0,1 0-1 0 0,-1 0 0 0 0,0 0 0 0 0,0 0 0 0 0,0 0 0 0 0,0-1 1 0 0,1 1-1 0 0,-1 0 0 0 0,0 0 0 0 0,0 0 0 0 0,0 0 0 0 0,0 0 0 0 0,0 0 1 0 0,0 0-1 0 0,1 0 0 0 0,-1 0 0 0 0,0 0 0 0 0,0-1 0 0 0,0 1 1 0 0,0 0-1 0 0,0 0 0 0 0,0 0 0 0 0,0 0 0 0 0,0 0 0 0 0,0 0 0 0 0,1-1 1 0 0,1 12-1 0 0,1 141-6 0 0,-3-94 23 0 0,-52 1038 1129 0 0,31-796-872 0 0,8 178 221 0 0,15-390 314 0 0,2-73-515 0 0,-3-13-246 0 0,0 1 80 0 0,5-4-98 0 0,0 0 0 0 0,0 0 1 0 0,-1 0-1 0 0,1-1 1 0 0,0 0-1 0 0,-1 0 0 0 0,1 0 1 0 0,-1-1-1 0 0,0 0 1 0 0,0 0-1 0 0,0 0 1 0 0,0-1-1 0 0,-1 0 0 0 0,1 0 1 0 0,-1 0-1 0 0,0 0 1 0 0,6-8-1 0 0,5-8 40 0 0,0-1 1 0 0,20-37-1 0 0,-21 29-53 0 0,-1 0-1 0 0,-1-1 1 0 0,-2 0-1 0 0,-1 0 1 0 0,-1-1-1 0 0,-1-1 1 0 0,-2 1-1 0 0,-2-1 1 0 0,-1 0 0 0 0,-1-32-1 0 0,-3 31-38 0 0,0 1-1 0 0,-2 0 1 0 0,-2 0-1 0 0,-1 0 1 0 0,-1 1-1 0 0,-2 0 1 0 0,-1 0-1 0 0,-1 1 1 0 0,-29-51-1 0 0,25 56 12 0 0,-2 1 0 0 0,0 1 0 0 0,-2 1 0 0 0,0 1 1 0 0,-28-23-1 0 0,-122-83-12 0 0,119 92 6 0 0,41 28-23 0 0,0-1 1 0 0,0 0 0 0 0,0 0-1 0 0,1-1 1 0 0,-13-17-1 0 0,19 23-92 0 0,1 0-1 0 0,0 0 0 0 0,1 0 1 0 0,-1 0-1 0 0,1 0 0 0 0,-1 0 1 0 0,1-1-1 0 0,0 1 0 0 0,0 0 1 0 0,0-1-1 0 0,1 1 0 0 0,-1-1 1 0 0,1 1-1 0 0,0-1 0 0 0,0 1 1 0 0,0-1-1 0 0,0 0 0 0 0,1 1 1 0 0,-1 0-1 0 0,1-1 0 0 0,0 1 1 0 0,0-1-1 0 0,0 1 0 0 0,4-6 1 0 0,1-2-614 0 0,0 0 0 0 0,2 1 0 0 0,-1 0 0 0 0,1 1 0 0 0,14-13 1 0 0,50-38-5489 0 0,-48 42 3289 0 0,12-10-2846 0 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14: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63 1013 592 0 0,'-19'29'4681'0'0,"13"-23"-3969"0"0,2 1 0 0 0,-1 0 0 0 0,1 0 0 0 0,0 0 0 0 0,0 0-1 0 0,1 1 1 0 0,-4 14 0 0 0,5-14-201 0 0,0 1-1 0 0,1 0 1 0 0,0 0 0 0 0,1 17-1 0 0,0-24-34 0 0,0-1-437 0 0,0-1 0 0 0,0 0-1 0 0,0 1 1 0 0,0-1 0 0 0,0 1 0 0 0,0-1 0 0 0,0 0 0 0 0,0 1 0 0 0,0-1 0 0 0,0 0 0 0 0,0 1 0 0 0,0-1 0 0 0,0 1 0 0 0,0-1 0 0 0,0 0 0 0 0,0 1 0 0 0,1-1 0 0 0,-1 0 0 0 0,0 1 0 0 0,0-1 0 0 0,0 0-1 0 0,1 0 1 0 0,-1 1 0 0 0,0-1 0 0 0,0 0 0 0 0,1 1 0 0 0,-1-1 0 0 0,0 0 0 0 0,1 0 0 0 0,-1 0 0 0 0,0 1 0 0 0,1-1 0 0 0,-1 0 0 0 0,0 0 0 0 0,1 0 0 0 0,-1 0 0 0 0,0 0 0 0 0,1 0 0 0 0,-1 1-1 0 0,0-1 1 0 0,1 0 0 0 0,-1 0 0 0 0,1 0 0 0 0,-1 0 0 0 0,0 0 0 0 0,1-1 0 0 0,-1 1 0 0 0,0 0 0 0 0,1 0 0 0 0,16 0 523 0 0,-10-2-426 0 0,0 0 1 0 0,0 0-1 0 0,0-1 0 0 0,-1 0 0 0 0,1 0 1 0 0,-1-1-1 0 0,9-5 0 0 0,37-33 275 0 0,-50 40-396 0 0,29-27 103 0 0,-2-1 1 0 0,0-2-1 0 0,-3-1 1 0 0,46-72-1 0 0,67-159-5 0 0,-117 219-79 0 0,38-78 21 0 0,131-246 239 0 0,-175 342-242 0 0,-12 19-49 0 0,0 0 1 0 0,1 0-1 0 0,0 1 1 0 0,10-12-1 0 0,-14 18-3 0 0,1 0-1 0 0,-1 0 0 0 0,0 1 1 0 0,0-1-1 0 0,0 0 1 0 0,0 1-1 0 0,1-1 1 0 0,-1 1-1 0 0,0 0 0 0 0,0-1 1 0 0,1 1-1 0 0,-1 0 1 0 0,0 0-1 0 0,1 0 1 0 0,-1 0-1 0 0,0 0 1 0 0,1 0-1 0 0,-1 0 0 0 0,0 0 1 0 0,1 0-1 0 0,-1 1 1 0 0,0-1-1 0 0,0 1 1 0 0,3 0-1 0 0,-1 1-1 0 0,1-1 0 0 0,-1 1 1 0 0,0 0-1 0 0,0 0 0 0 0,0 0 0 0 0,0 0 0 0 0,5 5 0 0 0,0 3-2 0 0,0 1 1 0 0,0 0-1 0 0,-1 1 0 0 0,0 0 0 0 0,-1 0 0 0 0,5 14 0 0 0,22 80-27 0 0,-4 9 128 0 0,13 126-1 0 0,-28-71 83 0 0,-8-62-17 0 0,0-51 228 0 0,-6-54-111 0 0,1-1-146 0 0,-1-2-130 0 0,0 0 0 0 0,0 1 1 0 0,0-1-1 0 0,0 0 0 0 0,0 0 0 0 0,0 0 0 0 0,0 0 0 0 0,0 0 1 0 0,0 0-1 0 0,0 1 0 0 0,0-1 0 0 0,0 0 0 0 0,0 0 0 0 0,0 0 0 0 0,0 0 1 0 0,0 0-1 0 0,1 0 0 0 0,-1 1 0 0 0,0-1 0 0 0,0 0 0 0 0,0 0 1 0 0,0 0-1 0 0,0 0 0 0 0,0 0 0 0 0,0 0 0 0 0,0 0 0 0 0,0 0 1 0 0,0 1-1 0 0,1-1 0 0 0,-1 0 0 0 0,0 0 0 0 0,0 0 0 0 0,0 0 1 0 0,0 0-1 0 0,0 0 0 0 0,0 0 0 0 0,0 0 0 0 0,1 0 0 0 0,-1 0 0 0 0,0 0 1 0 0,0 0-1 0 0,0 0 0 0 0,0 0 0 0 0,0 0 0 0 0,0 0 0 0 0,1 0 1 0 0,-1 0-1 0 0,0 0 0 0 0,0 0 0 0 0,0 0 0 0 0,4-17 20 0 0,-2 0 0 0 0,0 0 0 0 0,-1 0 0 0 0,0 0-1 0 0,-2 0 1 0 0,0 0 0 0 0,-1 0 0 0 0,-5-22 0 0 0,2 16-18 0 0,-2 1 0 0 0,0 0 0 0 0,-1 0 0 0 0,-2 1 0 0 0,-19-35 0 0 0,23 47-7 0 0,-1 0 0 0 0,1 0 1 0 0,-1 0-1 0 0,-1 1 0 0 0,0 0 0 0 0,0 1 0 0 0,0-1 0 0 0,-1 2 0 0 0,0-1 0 0 0,0 1 0 0 0,-1 1 1 0 0,0 0-1 0 0,0 0 0 0 0,-13-4 0 0 0,8 5-5 0 0,1 0 0 0 0,-1 1 1 0 0,0 1-1 0 0,1 1 0 0 0,-1 0 0 0 0,0 1 1 0 0,0 0-1 0 0,0 1 0 0 0,0 1 0 0 0,-15 3 1 0 0,-13 5-6 0 0,1 0 1 0 0,1 3 0 0 0,0 2 0 0 0,0 1-1 0 0,2 2 1 0 0,0 2 0 0 0,-67 46 0 0 0,86-48 7 0 0,19-18 4 0 0,0 1 0 0 0,0 0 0 0 0,0 0 0 0 0,0 0 0 0 0,0 0 0 0 0,0 0 0 0 0,1 0 1 0 0,-1 0-1 0 0,0 0 0 0 0,0 0 0 0 0,1 0 0 0 0,-1 0 0 0 0,1 0 0 0 0,-1 1 0 0 0,1-1 0 0 0,0 0 0 0 0,-1 0 0 0 0,1 1 0 0 0,0-1 0 0 0,0 0 0 0 0,0 0 1 0 0,0 3-1 0 0,1-2 1 0 0,0-1 0 0 0,1 0 1 0 0,-1 1-1 0 0,1-1 0 0 0,-1 0 1 0 0,1 0-1 0 0,0 0 0 0 0,-1 0 1 0 0,1 0-1 0 0,0 0 1 0 0,0 0-1 0 0,0-1 0 0 0,0 1 1 0 0,-1-1-1 0 0,1 1 0 0 0,0-1 1 0 0,0 0-1 0 0,0 0 0 0 0,0 0 1 0 0,3 0-1 0 0,50-5 26 0 0,-38 3-15 0 0,131-23 16 0 0,-34 5-67 0 0,11 1-793 0 0,197-27-3702 0 0,-106 19-4675 0 0,-188 24 5501 0 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14:59.2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406 256 1072 0 0,'6'-14'2174'0'0,"-1"-1"1"0"0,0 0-1 0 0,2-19 0 0 0,-4 14-823 0 0,-1 1 0 0 0,0-1 0 0 0,-2 0 0 0 0,-2-23 0 0 0,2 40-1291 0 0,0 1-1 0 0,-1-1 1 0 0,1 1-1 0 0,0 0 1 0 0,-1-1-1 0 0,0 1 1 0 0,1 0-1 0 0,-1-1 1 0 0,0 1-1 0 0,0 0 1 0 0,0 0-1 0 0,0 0 1 0 0,-1 0-1 0 0,1 0 1 0 0,-1 0-1 0 0,1 0 1 0 0,-1 0-1 0 0,0 0 1 0 0,1 1-1 0 0,-1-1 1 0 0,0 1 0 0 0,0-1-1 0 0,0 1 1 0 0,0 0-1 0 0,0 0 1 0 0,-1 0-1 0 0,1 0 1 0 0,0 0-1 0 0,-4-1 1 0 0,5 2-55 0 0,-1 0 0 0 0,1 0 0 0 0,-1 0 0 0 0,1 1 0 0 0,-1-1 0 0 0,1 0 0 0 0,-1 0 0 0 0,1 1 0 0 0,-1-1 0 0 0,1 1 0 0 0,0-1 0 0 0,-1 1 0 0 0,1 0 0 0 0,0-1 0 0 0,0 1 0 0 0,-2 1 0 0 0,-2 1 9 0 0,-10 5 4 0 0,1 1 0 0 0,1 0 0 0 0,-1 0 1 0 0,1 2-1 0 0,-22 22 0 0 0,-49 65 18 0 0,80-92-33 0 0,-30 37 22 0 0,-28 50 0 0 0,49-70-15 0 0,0 0 0 0 0,2 0-1 0 0,1 1 1 0 0,-10 35-1 0 0,19-54 5 0 0,0 0 1 0 0,0 0-1 0 0,0 0 0 0 0,1-1 1 0 0,-1 1-1 0 0,1 0 0 0 0,0 0 1 0 0,1 0-1 0 0,-1 0 0 0 0,1 0 0 0 0,0 0 1 0 0,1-1-1 0 0,1 6 0 0 0,-2-7-2 0 0,1 0-1 0 0,-1 0 0 0 0,1-1 0 0 0,0 1 0 0 0,0 0 1 0 0,0-1-1 0 0,0 0 0 0 0,0 0 0 0 0,0 1 0 0 0,1-1 1 0 0,-1-1-1 0 0,1 1 0 0 0,-1 0 0 0 0,1 0 0 0 0,0-1 1 0 0,0 0-1 0 0,0 1 0 0 0,0-1 0 0 0,0 0 0 0 0,0-1 1 0 0,4 2-1 0 0,1-1-5 0 0,-1 0 1 0 0,0 0-1 0 0,1-1 1 0 0,-1 0 0 0 0,0-1-1 0 0,1 1 1 0 0,-1-1-1 0 0,0 0 1 0 0,0-1-1 0 0,1 0 1 0 0,-1 0 0 0 0,-1-1-1 0 0,1 0 1 0 0,0 0-1 0 0,-1 0 1 0 0,1-1-1 0 0,-1 0 1 0 0,0 0 0 0 0,0-1-1 0 0,8-8 1 0 0,-2 0-9 0 0,-1 0 1 0 0,0-1 0 0 0,-1-1-1 0 0,0 0 1 0 0,-1 0-1 0 0,-1-1 1 0 0,9-25-1 0 0,2-14 17 0 0,20-97-1 0 0,-19 69-35 0 0,-20 84 20 0 0,0-1-1 0 0,0 0 1 0 0,0 0 0 0 0,0 1 0 0 0,0-1 0 0 0,0 0 0 0 0,0 0 0 0 0,0 0-1 0 0,1 0 1 0 0,-1 1 0 0 0,0-1 0 0 0,0 0 0 0 0,0 0 0 0 0,0 0 0 0 0,1 0-1 0 0,-1 1 1 0 0,0-1 0 0 0,0 0 0 0 0,0 0 0 0 0,1 0 0 0 0,-1 0 0 0 0,0 0-1 0 0,0 0 1 0 0,1 0 0 0 0,-1 0 0 0 0,0 0 0 0 0,0 0 0 0 0,0 0 0 0 0,1 0-1 0 0,-1 0 1 0 0,0 0 0 0 0,0 0 0 0 0,1 0 0 0 0,-1 0 0 0 0,0 0-1 0 0,0 0 1 0 0,1 0 0 0 0,-1 0 0 0 0,0 0 0 0 0,0 0 0 0 0,0 0 0 0 0,1 0-1 0 0,-1-1 1 0 0,0 1 0 0 0,0 0 0 0 0,0 0 0 0 0,0 0 0 0 0,1 0 0 0 0,-1-1-1 0 0,0 1 1 0 0,0 0 0 0 0,0 0 0 0 0,0 0 0 0 0,0-1 0 0 0,1 1 0 0 0,-1 0-1 0 0,0 0 1 0 0,0 0 0 0 0,0-1 0 0 0,0 1 0 0 0,0 0 0 0 0,0 0 0 0 0,0-1-1 0 0,0 1 1 0 0,9 19-18 0 0,-5 3 29 0 0,0 1-1 0 0,-1 0 1 0 0,-1 1-1 0 0,-2 42 0 0 0,0 4 30 0 0,2-28-25 0 0,-1 2 68 0 0,2 1 0 0 0,9 44 0 0 0,-11-69 54 0 0,-1-17-70 0 0,5 1-2 0 0,-1-1-26 0 0,4-11 11 0 0,5-12-46 0 0,-2 0 0 0 0,0-1 1 0 0,-1 0-1 0 0,9-29 0 0 0,21-46-17 0 0,-33 82 11 0 0,12-23-7 0 0,37-53 1 0 0,-50 81 2 0 0,1 0 1 0 0,1 0 0 0 0,-1 0 0 0 0,2 1 0 0 0,-1 1 0 0 0,1-1 0 0 0,0 1 0 0 0,0 1 0 0 0,1 0 0 0 0,17-9 0 0 0,-22 13 1 0 0,1 0 0 0 0,-1 1 1 0 0,0-1-1 0 0,0 1 0 0 0,1 0 0 0 0,-1 1 1 0 0,1-1-1 0 0,-1 1 0 0 0,1 0 1 0 0,-1 0-1 0 0,0 1 0 0 0,1 0 0 0 0,-1 0 1 0 0,0 0-1 0 0,1 0 0 0 0,5 3 0 0 0,-4 0 3 0 0,0-1-1 0 0,0 1 0 0 0,0 1 0 0 0,-1-1 1 0 0,1 1-1 0 0,-1 0 0 0 0,0 1 0 0 0,-1 0 1 0 0,1-1-1 0 0,4 9 0 0 0,-1-2 4 0 0,-1 1 0 0 0,-1-1 0 0 0,0 1 0 0 0,-1 1 0 0 0,0-1 0 0 0,-1 1 0 0 0,-1 0 1 0 0,0 0-1 0 0,-1 1 0 0 0,0-1 0 0 0,1 26 0 0 0,-15 105 706 0 0,11-144-687 0 0,0 0-1 0 0,0 0 1 0 0,0 0-1 0 0,0-1 1 0 0,0 1-1 0 0,0 0 1 0 0,0 0-1 0 0,0 0 1 0 0,-1 0-1 0 0,1-1 1 0 0,0 1-1 0 0,-1 0 1 0 0,1 0-1 0 0,0-1 1 0 0,-1 1-1 0 0,1 0 1 0 0,-1 0-1 0 0,1-1 1 0 0,-1 1-1 0 0,1-1 1 0 0,-1 1-1 0 0,0 0 1 0 0,1-1-1 0 0,-1 1 1 0 0,0-1-1 0 0,0 0 1 0 0,1 1-1 0 0,-1-1 1 0 0,0 1-1 0 0,0-1 1 0 0,1 0-1 0 0,-1 0 1 0 0,0 1 0 0 0,0-1-1 0 0,0 0 1 0 0,0 0-1 0 0,1 0 1 0 0,-1 0-1 0 0,0 0 1 0 0,0 0-1 0 0,0 0 1 0 0,0 0-1 0 0,0-1 1 0 0,1 1-1 0 0,-1 0 1 0 0,0 0-1 0 0,0-1 1 0 0,0 1-1 0 0,0-1 1 0 0,-1 0-8 0 0,1-1 0 0 0,-1 0 0 0 0,1 0 0 0 0,0 0 0 0 0,0 0 1 0 0,-1 0-1 0 0,1 0 0 0 0,0 0 0 0 0,1 0 0 0 0,-1 0 0 0 0,0 0 1 0 0,1-1-1 0 0,-1 1 0 0 0,1-3 0 0 0,-1 4-11 0 0,0-6 6 0 0,0 0 0 0 0,0 1 0 0 0,0-1 0 0 0,1 0 0 0 0,0 0 0 0 0,0 0 0 0 0,1 0-1 0 0,0 0 1 0 0,0 0 0 0 0,1 0 0 0 0,2-8 0 0 0,4-8-5 0 0,21-39 0 0 0,-26 56-2 0 0,10-17-2 0 0,2 2 0 0 0,0-1-1 0 0,1 2 1 0 0,2 0 0 0 0,0 1-1 0 0,0 1 1 0 0,28-21 0 0 0,-36 32-9 0 0,0 0-1 0 0,0 0 1 0 0,0 1 0 0 0,1 1 0 0 0,0-1 0 0 0,0 2 0 0 0,17-5 0 0 0,-24 8 6 0 0,0 0 0 0 0,0 1 0 0 0,-1 0 0 0 0,1 0 0 0 0,0 0 0 0 0,0 0 0 0 0,0 0 0 0 0,0 1 0 0 0,5 1 1 0 0,-5-1 0 0 0,-1 0 1 0 0,1 0 0 0 0,0 0 0 0 0,-1 1 0 0 0,1-1 0 0 0,-1 1 0 0 0,1 0 0 0 0,-1 0 0 0 0,0 0 0 0 0,0 0 0 0 0,0 0-1 0 0,5 6 1 0 0,-2-2 1 0 0,0 1 1 0 0,0 0-1 0 0,5 10 0 0 0,-6-9 4 0 0,-1 0 0 0 0,0 1 1 0 0,-1 0-1 0 0,0 0 0 0 0,0 0 1 0 0,-1 0-1 0 0,-1 0 0 0 0,1 0 1 0 0,-1 0-1 0 0,-1 17 0 0 0,-1 9 32 0 0,-9 50 0 0 0,8-71-25 0 0,-18 92-745 0 0,20-104 627 0 0,-1-1 1 0 0,1 0 0 0 0,0 1 0 0 0,0-1 0 0 0,0 1 0 0 0,1-1 0 0 0,-1 0-1 0 0,0 1 1 0 0,0-1 0 0 0,1 0 0 0 0,-1 0 0 0 0,1 1 0 0 0,-1-1 0 0 0,1 0-1 0 0,-1 0 1 0 0,1 1 0 0 0,0-1 0 0 0,0 0 0 0 0,0 0 0 0 0,1 2 0 0 0,0-2-185 0 0,1 1 1 0 0,-1-1 0 0 0,0 1 0 0 0,1-1-1 0 0,-1 0 1 0 0,1 1 0 0 0,-1-1-1 0 0,1-1 1 0 0,4 2 0 0 0,2 0-727 0 0,1-1 0 0 0,0 0 0 0 0,19-1 0 0 0,-27 0 968 0 0,4 0-810 0 0,1-1 0 0 0,-1 0 1 0 0,1 0-1 0 0,-1 0 1 0 0,10-4-1 0 0,12-5-3021 0 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14:59.9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360 931 408 0 0,'9'-16'2304'0'0,"-1"3"-91"0"0,-1-1 0 0 0,11-28-1 0 0,-16 36-1778 0 0,-1 1 0 0 0,1-1-1 0 0,-1 1 1 0 0,-1-1-1 0 0,1 0 1 0 0,-1 1 0 0 0,0-1-1 0 0,0 0 1 0 0,-1 1 0 0 0,1-1-1 0 0,-1 0 1 0 0,-2-6-1 0 0,3 11-407 0 0,-11-24 998 0 0,11 24-978 0 0,-1 0 1 0 0,0-1-1 0 0,1 1 0 0 0,-1 0 1 0 0,0-1-1 0 0,0 1 1 0 0,0 0-1 0 0,0 0 1 0 0,0 0-1 0 0,0 0 1 0 0,-1 0-1 0 0,1 0 1 0 0,0 0-1 0 0,0 1 1 0 0,-1-1-1 0 0,1 0 1 0 0,-1 1-1 0 0,1-1 1 0 0,-3 0-1 0 0,-2 1 8 0 0,-1-1 0 0 0,1 2 0 0 0,-1-1-1 0 0,1 1 1 0 0,-1 0 0 0 0,1 0 0 0 0,0 1 0 0 0,0-1 0 0 0,0 2-1 0 0,-8 2 1 0 0,3 1 1 0 0,1 0 1 0 0,-1 0-1 0 0,1 1 0 0 0,-17 16 0 0 0,3 0 1 0 0,2 1-1 0 0,1 1 1 0 0,-21 33-1 0 0,24-32-12 0 0,2 0-1 0 0,1 2 0 0 0,1 0 1 0 0,-12 37-1 0 0,20-49 34 0 0,1 0 0 0 0,1 0 1 0 0,1 1-1 0 0,0-1 0 0 0,1 1 0 0 0,1 0 1 0 0,1-1-1 0 0,0 1 0 0 0,4 28 0 0 0,-4-43-48 0 0,1 1 0 0 0,-1 0 0 0 0,1 0 0 0 0,0 0 0 0 0,0-1 0 0 0,0 1 0 0 0,0 0 0 0 0,0-1 0 0 0,0 1 0 0 0,1-1 0 0 0,0 1 0 0 0,-1-1-1 0 0,1 0 1 0 0,0 0 0 0 0,0 0 0 0 0,0 0 0 0 0,0 0 0 0 0,0 0 0 0 0,1 0 0 0 0,-1-1 0 0 0,0 1 0 0 0,1-1 0 0 0,-1 0 0 0 0,1 1 0 0 0,0-1-1 0 0,-1 0 1 0 0,1-1 0 0 0,0 1 0 0 0,0 0 0 0 0,0-1 0 0 0,-1 1 0 0 0,1-1 0 0 0,3 0 0 0 0,5-1-4 0 0,-1 1-1 0 0,1-2 1 0 0,-1 0 0 0 0,0 0-1 0 0,0 0 1 0 0,0-1 0 0 0,0-1-1 0 0,15-7 1 0 0,-9 2-9 0 0,0 0 0 0 0,-1-1-1 0 0,0-1 1 0 0,20-19 0 0 0,-9 4-6 0 0,-1-1 1 0 0,-1-1-1 0 0,-2-2 0 0 0,28-46 0 0 0,-25 30-11 0 0,-1-2-1 0 0,-3 0 1 0 0,25-85-1 0 0,-24 52 28 0 0,16-132 0 0 0,-31 159 1 0 0,-3-1 1 0 0,-3 1 0 0 0,-1-1 0 0 0,-4 1-1 0 0,-16-91 1 0 0,20 143-23 0 0,-1-5 9 0 0,-1-1-1 0 0,0 1 0 0 0,0 0 0 0 0,-1 0 1 0 0,-3-7-1 0 0,5 13-11 0 0,1 0 0 0 0,-1 0 0 0 0,1 0 1 0 0,-1 0-1 0 0,0 0 0 0 0,1 0 0 0 0,-1 0 0 0 0,0 0 0 0 0,0 1 0 0 0,0-1 0 0 0,0 0 1 0 0,0 0-1 0 0,1 1 0 0 0,-1-1 0 0 0,0 1 0 0 0,-1-1 0 0 0,1 1 0 0 0,0-1 0 0 0,0 1 0 0 0,0-1 1 0 0,0 1-1 0 0,0 0 0 0 0,0 0 0 0 0,0 0 0 0 0,-1 0 0 0 0,1 0 0 0 0,0 0 0 0 0,0 0 0 0 0,0 0 1 0 0,0 0-1 0 0,-1 0 0 0 0,1 1 0 0 0,0-1 0 0 0,0 0 0 0 0,0 1 0 0 0,0-1 0 0 0,0 1 0 0 0,0-1 1 0 0,0 1-1 0 0,0-1 0 0 0,-1 2 0 0 0,-6 4 5 0 0,0 1 0 0 0,1-1-1 0 0,0 1 1 0 0,1 0 0 0 0,-1 1 0 0 0,1 0 0 0 0,1 0 0 0 0,-1 0-1 0 0,1 0 1 0 0,1 1 0 0 0,-5 12 0 0 0,-5 15 207 0 0,-13 55 1 0 0,26-85-156 0 0,-21 86 919 0 0,5 0-1 0 0,3 1 0 0 0,5 1 1 0 0,4 0-1 0 0,13 178 0 0 0,11-134-577 0 0,-15-120-334 0 0,0-1 0 0 0,2 0 0 0 0,0 0 1 0 0,1-1-1 0 0,14 28 0 0 0,-15-36-58 0 0,-1-1 0 0 0,1 1 1 0 0,0-1-1 0 0,1 0 0 0 0,0-1 0 0 0,0 1 0 0 0,0-1 0 0 0,1-1 0 0 0,12 8 0 0 0,-7-6-295 0 0,0-1-1 0 0,1 0 1 0 0,0-1 0 0 0,0 0-1 0 0,24 4 1 0 0,-12-6-1148 0 0,1 0 1 0 0,-1-2 0 0 0,0 0-1 0 0,1-2 1 0 0,-1-1-1 0 0,40-8 1 0 0,-17-2-4010 0 0,-2-1-2840 0 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15:00.9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 1082 1376 0 0,'0'0'3854'0'0,"-4"0"-2533"0"0,-12-2 1849 0 0,13 3-2729 0 0,3-1-390 0 0,-1 0 1 0 0,0 0 0 0 0,0 0 0 0 0,0 0 0 0 0,0 1 0 0 0,1-1-1 0 0,-1 0 1 0 0,0 1 0 0 0,0-1 0 0 0,1 0 0 0 0,-1 1-1 0 0,0-1 1 0 0,1 1 0 0 0,-1-1 0 0 0,0 1 0 0 0,1-1 0 0 0,-1 1-1 0 0,0 0 1 0 0,1-1 0 0 0,-1 1 0 0 0,1 0 0 0 0,0-1-1 0 0,-1 1 1 0 0,1 0 0 0 0,-1 0 0 0 0,1-1 0 0 0,0 1 0 0 0,0 0-1 0 0,-1 0 1 0 0,1 0 0 0 0,0-1 0 0 0,0 1 0 0 0,0 0-1 0 0,0 0 1 0 0,0 0 0 0 0,0 0 0 0 0,1 3 131 0 0,0 0-1 0 0,1 0 1 0 0,-1 0-1 0 0,1 0 1 0 0,-1-1 0 0 0,4 5-1 0 0,-3-5-97 0 0,1-1 0 0 0,-1 0-1 0 0,0 0 1 0 0,1 0 0 0 0,-1 0 0 0 0,1-1-1 0 0,-1 1 1 0 0,1-1 0 0 0,0 1 0 0 0,0-1-1 0 0,0 0 1 0 0,0 0 0 0 0,5 1 0 0 0,-1 0 40 0 0,4-1-9 0 0,0 1 1 0 0,0-2 0 0 0,0 0 0 0 0,-1 0-1 0 0,1-1 1 0 0,0 0 0 0 0,0-1 0 0 0,13-4-1 0 0,-15 4-91 0 0,1 0-1 0 0,-1-2 0 0 0,0 1 0 0 0,0-1 0 0 0,0 0 1 0 0,0-1-1 0 0,-1 0 0 0 0,0 0 0 0 0,0-1 0 0 0,0 0 0 0 0,0 0 1 0 0,-1-1-1 0 0,12-15 0 0 0,-12 13 0 0 0,0-1-1 0 0,-1-1 1 0 0,0 1-1 0 0,-1-1 1 0 0,0 0 0 0 0,-1-1-1 0 0,0 1 1 0 0,0-1 0 0 0,-2 0-1 0 0,1 0 1 0 0,0-13-1 0 0,0-33-44 0 0,-2 0-1 0 0,-11-89 1 0 0,10 146 17 0 0,0 0 1 0 0,0 0-1 0 0,0 0 1 0 0,0 0-1 0 0,0 1 1 0 0,0-1-1 0 0,-1 0 1 0 0,1 0-1 0 0,0 0 1 0 0,0 0-1 0 0,-1 1 1 0 0,1-1-1 0 0,-1 0 1 0 0,1 0-1 0 0,0 1 1 0 0,-1-1-1 0 0,1 0 1 0 0,-1 1-1 0 0,0-1 1 0 0,0-1-1 0 0,-16 14-35 0 0,15-4 42 0 0,2-6-6 0 0,-9 24 12 0 0,2-1 0 0 0,1 1 1 0 0,0 1-1 0 0,2-1 0 0 0,0 32 0 0 0,3-44 20 0 0,1 1 0 0 0,1-1 1 0 0,0 0-1 0 0,1 0 0 0 0,1 0 0 0 0,0 0 0 0 0,1 0 1 0 0,0 0-1 0 0,1-1 0 0 0,1 0 0 0 0,9 16 1 0 0,-12-24-13 0 0,0 0 0 0 0,1-1 1 0 0,0 1-1 0 0,-1-1 0 0 0,2 0 1 0 0,-1 0-1 0 0,0 0 0 0 0,1-1 1 0 0,0 1-1 0 0,-1-1 1 0 0,1 0-1 0 0,1-1 0 0 0,5 3 1 0 0,-3-2 1 0 0,-1-1 1 0 0,1 0 0 0 0,0-1 0 0 0,1 1-1 0 0,-1-2 1 0 0,0 1 0 0 0,0-1 0 0 0,13-1-1 0 0,-6-1-59 0 0,-1-1 0 0 0,1 0 0 0 0,0-1 0 0 0,-1-1 0 0 0,0 0 0 0 0,0-1 0 0 0,0 0 0 0 0,-1-1 0 0 0,21-15 0 0 0,-13 5-93 0 0,-1-1 0 0 0,-1-1 1 0 0,-1 0-1 0 0,0-2 1 0 0,-2 0-1 0 0,0-1 0 0 0,-1 0 1 0 0,-2-1-1 0 0,0-1 1 0 0,15-41-1 0 0,-6 6 38 0 0,-3-2 0 0 0,-3 0 0 0 0,12-87 0 0 0,-20 69 613 0 0,-3-1 0 0 0,-3 0 0 0 0,-11-99 0 0 0,9 178-507 0 0,0 0 0 0 0,0 0 0 0 0,0-1 1 0 0,0 1-1 0 0,0 0 0 0 0,-1 0 0 0 0,1 0 0 0 0,0 0 1 0 0,-1 0-1 0 0,1-1 0 0 0,-1 1 0 0 0,1 0 0 0 0,-1 0 1 0 0,1 0-1 0 0,-2-1 0 0 0,2 2-8 0 0,0 0 0 0 0,-1 0-1 0 0,1 0 1 0 0,0 0 0 0 0,-1 0 0 0 0,1 0 0 0 0,0 0 0 0 0,-1 0 0 0 0,1 0 0 0 0,0 0-1 0 0,-1 0 1 0 0,1 0 0 0 0,0 0 0 0 0,-1 0 0 0 0,1 0 0 0 0,0 0 0 0 0,-1 0-1 0 0,1 1 1 0 0,0-1 0 0 0,-1 0 0 0 0,1 0 0 0 0,0 0 0 0 0,0 1 0 0 0,-1-1 0 0 0,1 0-1 0 0,0 0 1 0 0,0 1 0 0 0,-1-1 0 0 0,1 0 0 0 0,0 0 0 0 0,0 1 0 0 0,-3 3 6 0 0,0 0 0 0 0,1 0 0 0 0,0 0 0 0 0,0 0 0 0 0,0 1 0 0 0,-1 5 0 0 0,-7 31 483 0 0,2 1 0 0 0,2 1 0 0 0,1 0-1 0 0,2 42 1 0 0,18 174 797 0 0,-1-151-1049 0 0,5-1 0 0 0,34 109 0 0 0,-47-197-181 0 0,0 0 0 0 0,9 18-1 0 0,-12-32-33 0 0,0 0 0 0 0,0 1 0 0 0,0-1 0 0 0,0 0 0 0 0,1 0 0 0 0,0-1 0 0 0,0 1 0 0 0,0-1 0 0 0,0 0-1 0 0,10 7 1 0 0,-12-10-60 0 0,1 0 0 0 0,-1 0 0 0 0,1 0 1 0 0,-1 0-1 0 0,1-1 0 0 0,0 1 0 0 0,-1-1 0 0 0,1 1 0 0 0,0-1 0 0 0,-1 0 0 0 0,1 0 0 0 0,0 0 0 0 0,0-1 0 0 0,-1 1 0 0 0,4-1 0 0 0,-1-1-222 0 0,0 1 1 0 0,0-1-1 0 0,-1 0 0 0 0,1 0 1 0 0,-1 0-1 0 0,1 0 0 0 0,5-5 0 0 0,2-3-1349 0 0,-1 0-1 0 0,0-1 1 0 0,0 0-1 0 0,-1-1 0 0 0,-1 0 1 0 0,15-25-1 0 0,-7 7-4205 0 0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15:01.5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89 172 1280 0 0,'-67'-17'12869'0'0,"49"10"-9723"0"0,15 0-2045 0 0,13 0-878 0 0,126-34 548 0 0,58-20-3702 0 0,-155 44-602 0 0,-15 2-2091 0 0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15:01.8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283 5 3008 0 0,'-185'0'14167'0'0,"112"0"-10923"0"0,70 0-3296 0 0,0 0-254 0 0,-1-2 79 0 0,-10 0-2650 0 0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15:06.8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6 413 2072 0 0,'0'0'5349'0'0,"-5"19"-678"0"0,7-5-4219 0 0,0 1-1 0 0,7 20 1 0 0,-8-34-343 0 0,0 1-1 0 0,1-1 0 0 0,-1 0 1 0 0,1 1-1 0 0,0-1 0 0 0,-1 0 1 0 0,1 0-1 0 0,0 0 0 0 0,0 0 1 0 0,0-1-1 0 0,-1 1 0 0 0,1 0 1 0 0,0-1-1 0 0,0 1 0 0 0,0-1 1 0 0,0 0-1 0 0,0 0 0 0 0,0 0 1 0 0,4 0-1 0 0,1-1-41 0 0,-1 0 0 0 0,1 0 0 0 0,0-1 0 0 0,0 0 0 0 0,-1 0 0 0 0,1-1 0 0 0,-1 1 0 0 0,1-2 0 0 0,-1 1 0 0 0,0-1 0 0 0,0 0 0 0 0,-1 0 0 0 0,1 0 0 0 0,-1-1 0 0 0,0 0 0 0 0,0 0 0 0 0,5-7 0 0 0,5-7-39 0 0,0-1 0 0 0,-2 0 1 0 0,20-38-1 0 0,-17 19-28 0 0,-1 0 0 0 0,-2 0 0 0 0,12-62 0 0 0,-11 40 213 0 0,-10 47-86 0 0,-2 9-138 0 0,-1 0 1 0 0,0 1-1 0 0,0-1 1 0 0,0 0 0 0 0,-1-7-1 0 0,-10 33-35 0 0,-10 53 79 0 0,3-18 36 0 0,-19 113-48 0 0,32-142 8 0 0,1 0 1 0 0,2 0 0 0 0,0 0-1 0 0,6 38 1 0 0,-5-62-76 0 0,0-1 0 0 0,1 1 1 0 0,-1-1-1 0 0,1 1 0 0 0,0 0 1 0 0,0-1-1 0 0,0 1 0 0 0,0-1 0 0 0,0 0 1 0 0,1 1-1 0 0,-1-1 0 0 0,1 0 0 0 0,-1 0 1 0 0,1 0-1 0 0,0 0 0 0 0,0 0 0 0 0,0 0 1 0 0,0 0-1 0 0,0-1 0 0 0,0 1 0 0 0,0-1 1 0 0,1 0-1 0 0,-1 1 0 0 0,4 0 0 0 0,-2-1-173 0 0,0-1 0 0 0,-1 0-1 0 0,1 0 1 0 0,0-1 0 0 0,-1 1-1 0 0,1-1 1 0 0,-1 0 0 0 0,1 0-1 0 0,-1 0 1 0 0,1 0 0 0 0,-1-1-1 0 0,0 1 1 0 0,1-1 0 0 0,2-2-1 0 0,-5 4 98 0 0,14-10-1177 0 0,-1 1 0 0 0,0-2-1 0 0,0 0 1 0 0,13-14 0 0 0,-15 14-35 0 0,11-12-1311 0 0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15:07.2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219 180 1540 0 0,'23'-28'2979'0'0,"-1"-2"0"0"0,-2 0 0 0 0,18-35 1 0 0,-38 64-2925 0 0,1 0 1 0 0,-1 0-1 0 0,1 0 1 0 0,-1 0-1 0 0,0 0 1 0 0,1 0-1 0 0,-1 0 1 0 0,0 0-1 0 0,0 0 1 0 0,1 0-1 0 0,-1 0 1 0 0,0 0-1 0 0,0-1 1 0 0,0 1-1 0 0,-1-2 1 0 0,1 3-39 0 0,0-1 0 0 0,-1 1 0 0 0,1-1-1 0 0,0 1 1 0 0,0 0 0 0 0,-1-1 0 0 0,1 1 0 0 0,0-1 0 0 0,-1 1 0 0 0,1 0 0 0 0,-1-1 0 0 0,1 1 0 0 0,-1 0 0 0 0,1 0 0 0 0,0-1 0 0 0,-1 1 0 0 0,1 0 0 0 0,-1 0 0 0 0,1-1 0 0 0,-1 1 0 0 0,1 0 0 0 0,-1 0 0 0 0,0 0 0 0 0,-2 0 1 0 0,0 0 1 0 0,0 0-1 0 0,0 0 1 0 0,0 1-1 0 0,1-1 1 0 0,-1 1-1 0 0,0-1 1 0 0,0 1-1 0 0,0 0 1 0 0,-2 1-1 0 0,-25 13 49 0 0,0 0 0 0 0,1 2 0 0 0,-36 27 0 0 0,63-43-59 0 0,2-1-4 0 0,0 0 0 0 0,-1 1-1 0 0,1-1 1 0 0,0 0-1 0 0,0 0 1 0 0,-1 0-1 0 0,1 1 1 0 0,0-1 0 0 0,-1 0-1 0 0,1 1 1 0 0,0-1-1 0 0,0 0 1 0 0,0 0-1 0 0,-1 1 1 0 0,1-1 0 0 0,0 0-1 0 0,0 1 1 0 0,0-1-1 0 0,0 0 1 0 0,0 1-1 0 0,-1-1 1 0 0,1 1-1 0 0,0-1 1 0 0,0 0 0 0 0,0 1-1 0 0,0-1 1 0 0,0 0-1 0 0,0 1 1 0 0,0-1-1 0 0,1 1 1 0 0,-1-1 0 0 0,0 0-1 0 0,0 1 1 0 0,0-1-1 0 0,0 0 1 0 0,0 1-1 0 0,0-1 1 0 0,1 0 0 0 0,-1 1-1 0 0,0-1 1 0 0,1 2 5 0 0,-1-1 0 0 0,1 0 0 0 0,-1 1 0 0 0,1-1 1 0 0,-1 0-1 0 0,1 0 0 0 0,0 0 0 0 0,0 1 0 0 0,-1-1 0 0 0,1 0 0 0 0,0 0 1 0 0,1 1-1 0 0,12 6-23 0 0,-1 1-1 0 0,0 1 1 0 0,0 0 0 0 0,-1 0 0 0 0,-1 1 0 0 0,18 22 0 0 0,-24-27 184 0 0,-1-1 0 0 0,0 1 0 0 0,0 0 1 0 0,0 0-1 0 0,-1 0 0 0 0,0 1 0 0 0,0-1 0 0 0,-1 1 1 0 0,0 0-1 0 0,0 0 0 0 0,-1-1 0 0 0,1 1 1 0 0,-1 0-1 0 0,-1 0 0 0 0,1 1 0 0 0,-1-1 0 0 0,-2 14 1 0 0,-2-8 488 0 0,0 0 0 0 0,0 0 0 0 0,-1 0 0 0 0,-1 0 0 0 0,0-1 0 0 0,-11 16 0 0 0,13-21-242 0 0,0-1 0 0 0,-1 0-1 0 0,0 0 1 0 0,0 0 0 0 0,-1-1 0 0 0,0 0 0 0 0,0 0 0 0 0,0 0 0 0 0,0-1-1 0 0,-1 0 1 0 0,1 0 0 0 0,-14 5 0 0 0,16-7-337 0 0,0-1 0 0 0,0 0 0 0 0,0 0-1 0 0,0 0 1 0 0,0-1 0 0 0,0 1 0 0 0,0-1 0 0 0,0 0 0 0 0,0 0-1 0 0,-1 0 1 0 0,1-1 0 0 0,0 0 0 0 0,0 1 0 0 0,0-1 0 0 0,0-1 0 0 0,0 1-1 0 0,0 0 1 0 0,1-1 0 0 0,-1 0 0 0 0,0 0 0 0 0,1 0 0 0 0,-1-1 0 0 0,1 1-1 0 0,0-1 1 0 0,0 1 0 0 0,0-1 0 0 0,-5-6 0 0 0,4 3-537 0 0,0 0 1 0 0,0 0 0 0 0,1-1-1 0 0,0 1 1 0 0,0-1-1 0 0,1 0 1 0 0,-1 1 0 0 0,1-1-1 0 0,1 0 1 0 0,0 0-1 0 0,0 0 1 0 0,0-1 0 0 0,1 1-1 0 0,0 0 1 0 0,1-9-1 0 0,10-48-6695 0 0,-3 37 1024 0 0,-2 6-1615 0 0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15:07.4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 72 1516 0 0,'-35'-48'13216'0'0,"22"26"-10626"0"0,12 21-2523 0 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15:08.2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244 118 1812 0 0,'-14'-5'6243'0'0,"-12"3"-2999"0"0,24 2-2904 0 0,-10 7 729 0 0,11-5-967 0 0,-1 0-1 0 0,0 0 0 0 0,1 0 0 0 0,0 0 0 0 0,0 0 0 0 0,-1 1 0 0 0,1-1 0 0 0,0 0 0 0 0,1 1 0 0 0,-1-1 0 0 0,0 0 0 0 0,1 1 0 0 0,0-1 0 0 0,-1 1 1 0 0,1 0-1 0 0,0-1 0 0 0,0 1 0 0 0,0-1 0 0 0,1 1 0 0 0,-1-1 0 0 0,0 1 0 0 0,1-1 0 0 0,0 0 0 0 0,0 1 0 0 0,0-1 0 0 0,0 0 0 0 0,0 1 0 0 0,1 1 0 0 0,-1-3 146 0 0,-1 0-212 0 0,0 0 1 0 0,1-1-1 0 0,-1 1 0 0 0,0-1 0 0 0,1 1 1 0 0,-1-1-1 0 0,0 1 0 0 0,1-1 0 0 0,-1 1 1 0 0,1-1-1 0 0,-1 0 0 0 0,1 1 0 0 0,-1-1 1 0 0,1 1-1 0 0,-1-1 0 0 0,1 0 0 0 0,0 0 1 0 0,-1 1-1 0 0,1-1 0 0 0,-1 0 0 0 0,1 0 1 0 0,0 0-1 0 0,-1 1 0 0 0,1-1 0 0 0,-1 0 1 0 0,1 0-1 0 0,0 0 0 0 0,-1 0 0 0 0,1 0 0 0 0,1-1 1 0 0,22-2 708 0 0,-20 1-710 0 0,1-1 0 0 0,-1 0 0 0 0,1 0 0 0 0,-1 0 1 0 0,0 0-1 0 0,-1-1 0 0 0,1 1 0 0 0,0-1 0 0 0,-1 0 0 0 0,0-1 0 0 0,0 1 0 0 0,0 0 1 0 0,-1-1-1 0 0,3-5 0 0 0,-1 2-11 0 0,-1 0-1 0 0,0 0 1 0 0,0 0 0 0 0,-1-1 0 0 0,-1 1 0 0 0,1 0 0 0 0,0-16 0 0 0,-2 21-24 0 0,0 1 1 0 0,0 0 0 0 0,0-1 0 0 0,0 1 0 0 0,-1 0 0 0 0,1 0-1 0 0,-1-1 1 0 0,1 1 0 0 0,-1 0 0 0 0,0 0 0 0 0,0 0-1 0 0,0-1 1 0 0,0 1 0 0 0,0 0 0 0 0,0 0 0 0 0,-1 1 0 0 0,1-1-1 0 0,-1 0 1 0 0,1 0 0 0 0,-1 1 0 0 0,0-1 0 0 0,1 1-1 0 0,-1-1 1 0 0,-3-1 0 0 0,4 3-3 0 0,-1-1-1 0 0,0 1 1 0 0,1 0 0 0 0,-1 0 0 0 0,1 0-1 0 0,-1-1 1 0 0,0 1 0 0 0,1 1-1 0 0,-1-1 1 0 0,1 0 0 0 0,-1 0 0 0 0,0 1-1 0 0,1-1 1 0 0,-1 1 0 0 0,1-1-1 0 0,-1 1 1 0 0,-1 1 0 0 0,-24 14-31 0 0,26-16 31 0 0,-21 17 1 0 0,2 0 1 0 0,0 1-1 0 0,1 2 1 0 0,0-1-1 0 0,2 2 1 0 0,0 1-1 0 0,2 0 1 0 0,0 1-1 0 0,-22 48 1 0 0,34-65 12 0 0,1 1-1 0 0,-1-1 1 0 0,1 1 0 0 0,1 0 0 0 0,-1-1 0 0 0,1 1 0 0 0,0 0 0 0 0,1 0 0 0 0,-1 0 0 0 0,1 0-1 0 0,2 9 1 0 0,-1-12 22 0 0,0 0-1 0 0,0 0 1 0 0,0-1 0 0 0,1 1-1 0 0,0 0 1 0 0,-1 0-1 0 0,2-1 1 0 0,-1 1 0 0 0,0-1-1 0 0,1 0 1 0 0,-1 0-1 0 0,1 0 1 0 0,0 0-1 0 0,0 0 1 0 0,0 0 0 0 0,0-1-1 0 0,1 0 1 0 0,-1 1-1 0 0,1-1 1 0 0,4 2-1 0 0,4 1 53 0 0,1 0 0 0 0,0-1 0 0 0,1 0-1 0 0,-1-1 1 0 0,1-1 0 0 0,-1 0 0 0 0,1-1-1 0 0,16 0 1 0 0,-1-2 442 0 0,0-1-1 0 0,54-10 1 0 0,-76 10-434 0 0,0-1 0 0 0,-1 1 0 0 0,1-1 0 0 0,0-1 0 0 0,-1 1 0 0 0,0-1 0 0 0,0 0 1 0 0,8-7-1 0 0,-5 1-930 0 0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15:08.9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340 159 1612 0 0,'7'-12'1631'0'0,"-1"0"1"0"0,-1 0-1 0 0,0-1 0 0 0,0 0 0 0 0,-2 1 0 0 0,1-1 0 0 0,-1-1 1 0 0,1-25-1 0 0,-4 38-1604 0 0,0 0-1 0 0,0 0 1 0 0,0 1 0 0 0,0-1-1 0 0,0 0 1 0 0,0 0 0 0 0,0 1 0 0 0,-1-1-1 0 0,1 0 1 0 0,0 1 0 0 0,0-1 0 0 0,-1 0-1 0 0,1 1 1 0 0,-1-1 0 0 0,1 0-1 0 0,0 1 1 0 0,-1-1 0 0 0,1 1 0 0 0,-1-1-1 0 0,0 1 1 0 0,1-1 0 0 0,-1 1 0 0 0,1-1-1 0 0,-1 1 1 0 0,0-1 0 0 0,1 1-1 0 0,-1 0 1 0 0,0-1 0 0 0,1 1 0 0 0,-1 0-1 0 0,0 0 1 0 0,0 0 0 0 0,1 0 0 0 0,-3-1-1 0 0,-21 4 254 0 0,13 0-247 0 0,1 2 0 0 0,-1-1 0 0 0,1 1 0 0 0,0 1 0 0 0,1 0 0 0 0,0 0 0 0 0,-12 11 0 0 0,-55 57 51 0 0,51-46-44 0 0,0 1 0 0 0,-38 62 0 0 0,54-76-23 0 0,1 0 0 0 0,0 0 0 0 0,1 1 0 0 0,1 0 0 0 0,0 0 0 0 0,2 0 0 0 0,0 1 0 0 0,-4 31 0 0 0,8-45 0 0 0,0 0 0 0 0,-1 0 1 0 0,1-1-1 0 0,1 1 0 0 0,-1 0 0 0 0,0 0 1 0 0,1-1-1 0 0,-1 1 0 0 0,1 0 0 0 0,0-1 1 0 0,0 1-1 0 0,0 0 0 0 0,0-1 0 0 0,0 1 1 0 0,1-1-1 0 0,-1 0 0 0 0,1 1 0 0 0,-1-1 0 0 0,1 0 1 0 0,4 4-1 0 0,-3-5-4 0 0,-1 1 1 0 0,1-1-1 0 0,0 1 1 0 0,0-1 0 0 0,0 0-1 0 0,0 0 1 0 0,0 0-1 0 0,0-1 1 0 0,0 1-1 0 0,1-1 1 0 0,-1 0-1 0 0,0 0 1 0 0,0 0-1 0 0,0 0 1 0 0,0 0-1 0 0,0-1 1 0 0,6-1-1 0 0,4-1 15 0 0,-1-1 0 0 0,1-1 0 0 0,-1 0 0 0 0,0 0 0 0 0,-1-1 0 0 0,1-1 0 0 0,19-15 0 0 0,-11 6-18 0 0,-1-1 1 0 0,-1 0-1 0 0,19-24 0 0 0,-11 7 5 0 0,34-60 0 0 0,-8 10-2 0 0,-50 82-35 0 0,1-4-80 0 0,-3 6 101 0 0,0 0 0 0 0,1 1-1 0 0,-1-1 1 0 0,0 0-1 0 0,0 1 1 0 0,0-1-1 0 0,1 1 1 0 0,-1-1 0 0 0,0 0-1 0 0,0 1 1 0 0,0-1-1 0 0,0 0 1 0 0,0 1-1 0 0,0-1 1 0 0,0 1 0 0 0,0-1-1 0 0,0 1 1 0 0,0-1-1 0 0,0 0 1 0 0,0 1 0 0 0,0-1-1 0 0,0 1 1 0 0,0-1-1 0 0,0 0 1 0 0,0 1-1 0 0,0-1 1 0 0,-1 0 0 0 0,1 1-1 0 0,-45 177 70 0 0,17-81-35 0 0,-151 649 347 0 0,160-659-309 0 0,-17 71 904 0 0,29-146-108 0 0,0-15-362 0 0,-5-16-206 0 0,10 5-253 0 0,-1 1-1 0 0,2-1 0 0 0,0 0 1 0 0,0 0-1 0 0,1 0 0 0 0,1 0 1 0 0,4-26-1 0 0,-2 24-38 0 0,0 0 0 0 0,0 0 0 0 0,1 1 0 0 0,1-1 0 0 0,1 1 0 0 0,0 0 0 0 0,9-14 0 0 0,-11 22-66 0 0,0 1 0 0 0,1 0 0 0 0,0 0 0 0 0,0 0 1 0 0,0 0-1 0 0,1 1 0 0 0,0 0 0 0 0,0 0 0 0 0,0 0 0 0 0,1 1 0 0 0,-1 0 1 0 0,1 1-1 0 0,0-1 0 0 0,0 1 0 0 0,0 0 0 0 0,15-3 0 0 0,-7 2-549 0 0,75-19-3578 0 0,-78 18 1366 0 0,0 1-1 0 0,18-11 1 0 0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15:09.5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82 81 2932 0 0,'-10'-61'9566'0'0,"-2"76"-8843"0"0,-4 42 1233 0 0,-16 112 1 0 0,27-135-1726 0 0,-1 51-1 0 0,6-74-178 0 0,0 0-1 0 0,1-1 1 0 0,0 1-1 0 0,1 0 1 0 0,0-1-1 0 0,1 1 1 0 0,0-1-1 0 0,0 0 1 0 0,6 11-1 0 0,-8-19-33 0 0,1 1-1 0 0,-1-1 0 0 0,1 0 1 0 0,-1 1-1 0 0,1-1 0 0 0,0 0 1 0 0,0 0-1 0 0,0 0 0 0 0,0 0 1 0 0,0 0-1 0 0,1-1 1 0 0,-1 1-1 0 0,1-1 0 0 0,-1 1 1 0 0,1-1-1 0 0,-1 0 0 0 0,5 1 1 0 0,-3-1-2 0 0,0 0 0 0 0,0-1 0 0 0,0 0 0 0 0,0 0 1 0 0,0 0-1 0 0,0 0 0 0 0,0-1 0 0 0,0 1 0 0 0,0-1 1 0 0,0 0-1 0 0,4-2 0 0 0,3-1-68 0 0,0-1 1 0 0,0 0-1 0 0,-1-1 0 0 0,0-1 1 0 0,0 1-1 0 0,0-2 0 0 0,11-10 1 0 0,2-5-163 0 0,-2-1 0 0 0,0 0 1 0 0,-2-2-1 0 0,-1 0 1 0 0,-1-1-1 0 0,24-52 0 0 0,-28 48 679 0 0,-1-1 0 0 0,-1 0 0 0 0,9-50 0 0 0,-12 34 386 0 0,-7 46-825 0 0,-1 0-8 0 0,2-4-11 0 0,-1 4 0 0 0,-2 3-2 0 0,-2 6-7 0 0,-1-1 1 0 0,2 1-1 0 0,-1 0 0 0 0,1 0 1 0 0,0 0-1 0 0,0 0 0 0 0,-1 8 1 0 0,-1 4 8 0 0,-4 14-49 0 0,-19 88 242 0 0,25-107-279 0 0,1-1 0 0 0,0 0 0 0 0,1 1 0 0 0,0-1-1 0 0,1 0 1 0 0,1 1 0 0 0,3 12 0 0 0,-4-21-119 0 0,1-1-1 0 0,0 1 0 0 0,0-1 1 0 0,0 0-1 0 0,1 0 1 0 0,-1 0-1 0 0,1 0 1 0 0,0 0-1 0 0,0-1 0 0 0,0 1 1 0 0,1-1-1 0 0,-1 0 1 0 0,1 0-1 0 0,0 0 1 0 0,0-1-1 0 0,0 1 0 0 0,0-1 1 0 0,0 0-1 0 0,8 3 1 0 0,-5-2-492 0 0,0-1 1 0 0,0 0-1 0 0,0 0 1 0 0,1-1 0 0 0,-1 0-1 0 0,0 0 1 0 0,1-1-1 0 0,-1 0 1 0 0,0 0-1 0 0,1-1 1 0 0,-1 0 0 0 0,8-2-1 0 0,7-3-2973 0 0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15:10.3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178 829 328 0 0,'13'-22'2148'0'0,"-1"-1"1"0"0,-1 0-1 0 0,-1-1 0 0 0,-1 0 0 0 0,-1 0 1 0 0,6-32-1 0 0,-13 53-2021 0 0,-1 1 0 0 0,1-1 0 0 0,-1 1 0 0 0,0-1 0 0 0,0 1 0 0 0,0-1 0 0 0,0 1 0 0 0,0-1 0 0 0,-1 1 0 0 0,1-1 0 0 0,-1-2 0 0 0,0 4-112 0 0,1 0 1 0 0,-1 0-1 0 0,1 1 1 0 0,-1-1-1 0 0,0 0 1 0 0,1 0-1 0 0,-1 0 1 0 0,0 1-1 0 0,0-1 1 0 0,1 0-1 0 0,-1 0 1 0 0,0 1-1 0 0,0-1 1 0 0,0 1-1 0 0,0-1 1 0 0,0 1-1 0 0,0-1 1 0 0,0 1-1 0 0,0 0 1 0 0,0-1-1 0 0,0 1 1 0 0,0 0-1 0 0,0 0 1 0 0,0 0-1 0 0,0 0 1 0 0,0 0-1 0 0,0 0 1 0 0,0 0-1 0 0,0 0 1 0 0,0 0-1 0 0,0 0 1 0 0,0 1-1 0 0,0-1 1 0 0,-2 1-1 0 0,-8 3-2 0 0,0 0 0 0 0,0 0-1 0 0,0 2 1 0 0,1-1-1 0 0,0 1 1 0 0,0 1 0 0 0,0 0-1 0 0,1 0 1 0 0,0 1 0 0 0,0 0-1 0 0,1 0 1 0 0,0 1-1 0 0,1 0 1 0 0,-1 1 0 0 0,-9 18-1 0 0,8-13 12 0 0,0 1 1 0 0,1 0-1 0 0,1 0 0 0 0,1 1 0 0 0,0 0 0 0 0,1 0 0 0 0,1 0 0 0 0,1 1 0 0 0,0 0 1 0 0,0 19-1 0 0,3-29 3 0 0,1 0-1 0 0,0 1 1 0 0,0-1 0 0 0,0 0 0 0 0,6 14 0 0 0,-6-19-8 0 0,0 1 0 0 0,1 0 0 0 0,0-1 1 0 0,-1 0-1 0 0,1 1 0 0 0,1-1 0 0 0,-1 0 0 0 0,0 0 0 0 0,1 0 0 0 0,0 0 1 0 0,-1-1-1 0 0,1 1 0 0 0,5 3 0 0 0,-6-5-10 0 0,1 0 1 0 0,-1-1-1 0 0,0 1 0 0 0,0-1 0 0 0,0 1 1 0 0,0-1-1 0 0,1 0 0 0 0,-1 0 0 0 0,0 0 1 0 0,0 0-1 0 0,0 0 0 0 0,1 0 0 0 0,-1-1 1 0 0,0 1-1 0 0,0-1 0 0 0,3 0 0 0 0,31-16 32 0 0,-25 10-38 0 0,-1-1 1 0 0,0-1-1 0 0,-1 1 0 0 0,0-1 1 0 0,0-1-1 0 0,-1 0 0 0 0,0 0 1 0 0,6-12-1 0 0,8-16-7 0 0,17-41-1 0 0,-25 49 13 0 0,39-89-218 0 0,-60 154 172 0 0,4-15 48 0 0,-7 24 104 0 0,3-1-1 0 0,1 1 0 0 0,0 59 0 0 0,6-101-90 0 0,-1-1 0 0 0,1 1 1 0 0,0 0-1 0 0,1-1 0 0 0,-1 1 0 0 0,0-1 0 0 0,0 1 1 0 0,1 0-1 0 0,-1-1 0 0 0,1 1 0 0 0,-1-1 0 0 0,1 1 1 0 0,0-1-1 0 0,-1 0 0 0 0,1 1 0 0 0,0-1 0 0 0,0 0 0 0 0,0 1 1 0 0,0-1-1 0 0,0 0 0 0 0,0 0 0 0 0,0 0 0 0 0,1 0 1 0 0,-1 0-1 0 0,0 0 0 0 0,1 0 0 0 0,-1 0 0 0 0,1-1 1 0 0,-1 1-1 0 0,0 0 0 0 0,1-1 0 0 0,0 1 0 0 0,-1-1 0 0 0,1 0 1 0 0,-1 1-1 0 0,1-1 0 0 0,-1 0 0 0 0,1 0 0 0 0,0 0 1 0 0,-1 0-1 0 0,1 0 0 0 0,-1-1 0 0 0,1 1 0 0 0,1-1 1 0 0,8-1 29 0 0,-1 0 0 0 0,1-1 0 0 0,-1-1 0 0 0,0 1 0 0 0,11-7 0 0 0,-3 0-22 0 0,0-1 0 0 0,-1 0 0 0 0,0-1 0 0 0,-1-1 1 0 0,-1-1-1 0 0,0 0 0 0 0,26-32 0 0 0,-17 14-17 0 0,-2 0 1 0 0,-1-2-1 0 0,20-43 0 0 0,-14 16-14 0 0,-4 0 0 0 0,-2-2-1 0 0,-3-1 1 0 0,-3 0 0 0 0,-3-1-1 0 0,8-114 1 0 0,-18 153 2 0 0,0 12-36 0 0,-1-1 0 0 0,0 1 1 0 0,-2-15-1 0 0,-10 43 3 0 0,-5 33 114 0 0,3 0-1 0 0,2 0 1 0 0,-10 90 0 0 0,7-40 445 0 0,-2 2 75 0 0,-5 172 1 0 0,21-260-549 0 0,1 0 0 0 0,-1 1-1 0 0,2-1 1 0 0,0 0 0 0 0,4 14 0 0 0,-6-22-52 0 0,1 0 1 0 0,1 0-1 0 0,-1 0 0 0 0,0 0 1 0 0,1 0-1 0 0,-1-1 0 0 0,1 1 1 0 0,0 0-1 0 0,0-1 0 0 0,0 1 1 0 0,0-1-1 0 0,1 0 0 0 0,-1 0 1 0 0,1 0-1 0 0,-1 0 0 0 0,1 0 1 0 0,0 0-1 0 0,-1-1 0 0 0,1 1 1 0 0,0-1-1 0 0,0 0 0 0 0,3 1 1 0 0,-1-1-306 0 0,0 0 0 0 0,0-1 0 0 0,0 0 0 0 0,0 0 0 0 0,0 0 0 0 0,0-1 0 0 0,0 0 0 0 0,0 0 0 0 0,0 0 0 0 0,0 0 0 0 0,-1-1 0 0 0,1 0 0 0 0,7-3 0 0 0,3-4-3011 0 0,0 1 0 0 0,19-16 0 0 0,-14 8-2861 0 0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15:11.3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88 982 1920 0 0,'-3'1'1488'0'0,"-3"1"-779"0"0,0 1-1 0 0,0 0 1 0 0,0 0-1 0 0,0 0 1 0 0,1 0-1 0 0,-1 1 1 0 0,1 0-1 0 0,0 0 1 0 0,0 1-1 0 0,1 0 1 0 0,-6 6-1 0 0,-4 7 5815 0 0,27-22-5353 0 0,20-14-1025 0 0,-6-5-57 0 0,-2-1 1 0 0,-1-2-1 0 0,-1 0 1 0 0,-1-2-1 0 0,-1 0 1 0 0,-2-1-1 0 0,-1-2 1 0 0,-1 1-1 0 0,20-54 1 0 0,-11 13-104 0 0,-3 0 0 0 0,-4-2 0 0 0,16-107 0 0 0,-28 136-39 0 0,-3-1 0 0 0,-1 0 1 0 0,-2 0-1 0 0,-6-58 1 0 0,5 102 46 0 0,0 0 1 0 0,0 0 0 0 0,0 0-1 0 0,-1 0 1 0 0,1 0 0 0 0,0 0 0 0 0,0 0-1 0 0,-1 0 1 0 0,1 0 0 0 0,0 0-1 0 0,-1 0 1 0 0,1 0 0 0 0,-1 0 0 0 0,0 0-1 0 0,1 1 1 0 0,-1-1 0 0 0,0 0 0 0 0,1 0-1 0 0,-1 1 1 0 0,0-1 0 0 0,0 0-1 0 0,1 1 1 0 0,-1-1 0 0 0,0 1 0 0 0,0-1-1 0 0,-1 0 1 0 0,0 1 4 0 0,1 0 0 0 0,0 0 0 0 0,-1 0-1 0 0,1 0 1 0 0,0 0 0 0 0,-1 1 0 0 0,1-1 0 0 0,0 0-1 0 0,0 1 1 0 0,-1-1 0 0 0,1 1 0 0 0,0-1 0 0 0,0 1 0 0 0,0 0-1 0 0,0-1 1 0 0,0 1 0 0 0,0 0 0 0 0,0 0 0 0 0,0 0 0 0 0,0 0-1 0 0,-1 1 1 0 0,-7 8-4 0 0,1 1-1 0 0,1-1 1 0 0,0 1-1 0 0,0 0 0 0 0,-6 18 1 0 0,-22 64-18 0 0,32-86 23 0 0,-17 56 5 0 0,2 1 0 0 0,3 0-1 0 0,2 2 1 0 0,4-1 0 0 0,-2 91-1 0 0,11-138 33 0 0,0 0-1 0 0,2-1 1 0 0,0 1-1 0 0,1 0 1 0 0,1-1-1 0 0,0 0 0 0 0,11 26 1 0 0,-13-38-22 0 0,1 0 1 0 0,-1 0-1 0 0,1 0 1 0 0,0 0-1 0 0,0-1 1 0 0,0 1-1 0 0,1-1 1 0 0,0 0-1 0 0,-1 0 0 0 0,2 0 1 0 0,-1-1-1 0 0,0 1 1 0 0,1-1-1 0 0,-1 0 1 0 0,1 0-1 0 0,0-1 1 0 0,0 1-1 0 0,0-1 0 0 0,0 0 1 0 0,0 0-1 0 0,1-1 1 0 0,-1 0-1 0 0,1 0 1 0 0,-1 0-1 0 0,1 0 1 0 0,-1-1-1 0 0,1 0 0 0 0,6-1 1 0 0,1-1-14 0 0,0-1 0 0 0,0 0 0 0 0,-1-1 0 0 0,1 0 1 0 0,-1-1-1 0 0,0 0 0 0 0,0-1 0 0 0,-1 0 0 0 0,0-1 0 0 0,0 0 0 0 0,0-1 0 0 0,16-16 1 0 0,0-3-43 0 0,-1 0 1 0 0,-2-2 0 0 0,25-37 0 0 0,28-57 15 0 0,-61 94-80 0 0,-15 28 80 0 0,-13 33-43 0 0,1 1 67 0 0,-13 63-1 0 0,21-79 44 0 0,1 1 1 0 0,0-1-1 0 0,2 0 1 0 0,0 1-1 0 0,4 29 1 0 0,-4-45 3 0 0,0 0 1 0 0,1 0-1 0 0,-1 1 1 0 0,1-1-1 0 0,0 0 1 0 0,-1 0 0 0 0,1 1-1 0 0,0-1 1 0 0,0 0-1 0 0,0 0 1 0 0,1 0 0 0 0,-1 0-1 0 0,0-1 1 0 0,1 1-1 0 0,-1 0 1 0 0,1 0-1 0 0,0-1 1 0 0,-1 1 0 0 0,1-1-1 0 0,3 3 1 0 0,-2-3-13 0 0,0-1 0 0 0,0 1 0 0 0,-1 0-1 0 0,1-1 1 0 0,0 1 0 0 0,0-1 0 0 0,0 0 0 0 0,0 0 0 0 0,-1 0 0 0 0,1 0 0 0 0,0-1 0 0 0,0 1 0 0 0,0-1 0 0 0,3-1 0 0 0,7-3 16 0 0,0 0 1 0 0,-1-1 0 0 0,0 0 0 0 0,0-1-1 0 0,18-14 1 0 0,-19 12-36 0 0,0 0-1 0 0,-1 0 1 0 0,0-1 0 0 0,-1 0-1 0 0,0-1 1 0 0,0 0 0 0 0,-1-1-1 0 0,-1 1 1 0 0,0-2 0 0 0,0 1-1 0 0,5-15 1 0 0,-10 21-15 0 0,0 1-1 0 0,-1-1 1 0 0,1 0-1 0 0,-1 0 1 0 0,0-1-1 0 0,-1 1 1 0 0,1 0-1 0 0,-1 0 1 0 0,0 0-1 0 0,-1 0 1 0 0,1 0-1 0 0,-1-1 1 0 0,-1 1-1 0 0,1 0 1 0 0,-1 1-1 0 0,0-1 1 0 0,0 0-1 0 0,-1 0 1 0 0,0 1-1 0 0,0 0 1 0 0,0-1-1 0 0,0 1 1 0 0,-1 0-1 0 0,0 0 1 0 0,0 1-1 0 0,0-1 1 0 0,-6-3-1 0 0,1 1-148 0 0,-1 0 0 0 0,0 1 0 0 0,0 1 0 0 0,-1 0 0 0 0,0 0 0 0 0,0 1 0 0 0,0 0 0 0 0,0 1 0 0 0,0 0 0 0 0,-1 1 0 0 0,-21-1 0 0 0,30 2-320 0 0,0 1 0 0 0,-1 0 0 0 0,1 1 0 0 0,0-1 0 0 0,-1 1 0 0 0,1-1 0 0 0,0 1 0 0 0,0 0 0 0 0,0 0 0 0 0,-4 2 0 0 0,-15 5-8293 0 0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15:11.6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58 180 1044 0 0,'-48'2'10457'0'0,"45"-2"-9252"0"0,3-1-1081 0 0,-1 1 0 0 0,0 0 0 0 0,1-1 0 0 0,-1 1 0 0 0,1-1 0 0 0,0 1 0 0 0,-1-1-1 0 0,1 0 1 0 0,-1 1 0 0 0,1-1 0 0 0,0 1 0 0 0,-1-1 0 0 0,1 0 0 0 0,0 1 0 0 0,0-1-1 0 0,-1 0 1 0 0,1 1 0 0 0,0-2 0 0 0,4-2 47 0 0,1-1 0 0 0,0 2 0 0 0,-1-1 0 0 0,1 0 0 0 0,1 1 0 0 0,-1 0 0 0 0,10-4 0 0 0,46-16 165 0 0,-46 18-236 0 0,221-67-2942 0 0,-151 47-3090 0 0,-44 13 246 0 0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15:13.0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429 114 920 0 0,'7'-10'3840'0'0,"0"1"-1"0"0,14-14 0 0 0,-3-4 2471 0 0,-18 26-6261 0 0,1 1-1 0 0,-1-1 1 0 0,0 1-1 0 0,1-1 0 0 0,-1 1 1 0 0,0-1-1 0 0,0 1 1 0 0,1-1-1 0 0,-1 1 0 0 0,0-1 1 0 0,0 1-1 0 0,0-1 1 0 0,0 1-1 0 0,0-1 0 0 0,1 1 1 0 0,-1-1-1 0 0,0 0 1 0 0,0 1-1 0 0,-1-1 0 0 0,1 1 1 0 0,0-1-1 0 0,0 1 1 0 0,0-1-1 0 0,0 1 1 0 0,0-1-1 0 0,-1 1 0 0 0,1-1 1 0 0,0 0-1 0 0,0 1 1 0 0,-1 0-1 0 0,1-2 0 0 0,-2 1-5 0 0,1 0-1 0 0,-1-1 0 0 0,1 1 0 0 0,-1 0 0 0 0,0 0 1 0 0,1 0-1 0 0,-1 0 0 0 0,0 0 0 0 0,-3-1 1 0 0,-2 0-34 0 0,-1 0-1 0 0,0 0 1 0 0,-12-2 0 0 0,-2 1 13 0 0,-5 1-22 0 0,9 4-6 0 0,5-1 5 0 0,-8 1-2 0 0,8 2 5 0 0,0 0-5 0 0,0 0 1 0 0,0 0-1 0 0,0 2 0 0 0,0-1 0 0 0,1 2 1 0 0,-12 7-1 0 0,18-10 4 0 0,0 0 0 0 0,1 1 0 0 0,-1-1 0 0 0,1 1 0 0 0,0 0 0 0 0,1 1 1 0 0,-1-1-1 0 0,1 1 0 0 0,0 0 0 0 0,0 0 0 0 0,1 0 0 0 0,0 1 0 0 0,0-1 0 0 0,-2 8 1 0 0,-4 21 30 0 0,2 1 0 0 0,2-1 0 0 0,-3 56 0 0 0,11 110 2 0 0,1-61-39 0 0,-5 27 66 0 0,-8-1 0 0 0,-39 226 0 0 0,-2-94 131 0 0,47-286-111 0 0,2-1 0 0 0,-1 1-1 0 0,2-1 1 0 0,0 17 0 0 0,0-26-69 0 0,1-1-1 0 0,-1 0 1 0 0,1 1 0 0 0,-1-1-1 0 0,1 0 1 0 0,0 0-1 0 0,0 0 1 0 0,-1 0-1 0 0,1 1 1 0 0,0-1-1 0 0,0 0 1 0 0,0-1-1 0 0,0 1 1 0 0,0 0 0 0 0,0 0-1 0 0,0 0 1 0 0,0 0-1 0 0,1-1 1 0 0,-1 1-1 0 0,0-1 1 0 0,0 1-1 0 0,1-1 1 0 0,0 1 0 0 0,32 6 68 0 0,-9-7-134 0 0,1-1 1 0 0,-1 0 0 0 0,0-2 0 0 0,39-10 0 0 0,-30 4-2169 0 0,37-15 0 0 0,-41 10-1125 0 0,-11 4-1829 0 0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15:14.3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6 714 764 0 0,'0'0'4291'0'0,"-5"9"-1649"0"0,6 1-2058 0 0,1 1 0 0 0,1 0 0 0 0,0-1 0 0 0,0 0-1 0 0,1 0 1 0 0,8 16 0 0 0,0 1 491 0 0,-12-25-767 0 0,4 2 165 0 0,-4-4-423 0 0,0 1 0 0 0,0 0 0 0 0,1-1 1 0 0,-1 1-1 0 0,0-1 0 0 0,1 1 0 0 0,-1-1 0 0 0,0 1 1 0 0,1-1-1 0 0,-1 1 0 0 0,1-1 0 0 0,-1 1 1 0 0,1-1-1 0 0,-1 0 0 0 0,1 1 0 0 0,-1-1 1 0 0,1 0-1 0 0,-1 1 0 0 0,1-1 0 0 0,-1 0 1 0 0,1 0-1 0 0,0 1 0 0 0,-1-1 0 0 0,1 0 1 0 0,-1 0-1 0 0,1 0 0 0 0,0 0 0 0 0,-1 0 0 0 0,2 0 1 0 0,8-4 56 0 0,1-1 1 0 0,-1 0-1 0 0,-1-1 1 0 0,1 0-1 0 0,-1-1 0 0 0,0 0 1 0 0,0 0-1 0 0,-1-1 1 0 0,8-9-1 0 0,66-85-55 0 0,-76 94-25 0 0,27-41-22 0 0,-1-2 0 0 0,26-59-1 0 0,41-115 24 0 0,-68 150 11 0 0,30-63-129 0 0,-60 136 82 0 0,-1 1-1 0 0,1-1 0 0 0,0 1 1 0 0,0-1-1 0 0,-1 1 0 0 0,1-1 0 0 0,0 1 1 0 0,1-1-1 0 0,-1 1 0 0 0,0 0 0 0 0,0 0 1 0 0,0-1-1 0 0,1 1 0 0 0,1-1 0 0 0,-2 1 4 0 0,0 1 0 0 0,0 0-1 0 0,0 0 1 0 0,-1 0-1 0 0,1-1 1 0 0,0 1 0 0 0,0 0-1 0 0,0 0 1 0 0,0 0-1 0 0,-1 0 1 0 0,1 0 0 0 0,0 0-1 0 0,0 1 1 0 0,0-1-1 0 0,0 0 1 0 0,-1 0 0 0 0,1 1-1 0 0,0-1 1 0 0,0 0 0 0 0,0 1-1 0 0,0 0 1 0 0,3 2-5 0 0,-1-1 0 0 0,0 2-1 0 0,0-1 1 0 0,0 0 0 0 0,0 0 0 0 0,0 1 0 0 0,-1 0 0 0 0,0-1 0 0 0,0 1 0 0 0,3 6 0 0 0,8 23-12 0 0,-1 1 0 0 0,-1 0 0 0 0,8 46 0 0 0,9 110 54 0 0,-24-152-27 0 0,39 289 272 0 0,-33-257 298 0 0,-10-68-414 0 0,5-12-88 0 0,2-46-94 0 0,-3 30 13 0 0,-1 1 0 0 0,-1-1 0 0 0,-1 0 0 0 0,-1 0-1 0 0,-5-32 1 0 0,3 49 19 0 0,-1-7 109 0 0,-9-31 0 0 0,11 43-110 0 0,-1 0 1 0 0,1 0 0 0 0,-1 0-1 0 0,0 1 1 0 0,0-1-1 0 0,0 1 1 0 0,0-1-1 0 0,-1 1 1 0 0,1 0 0 0 0,-1 0-1 0 0,0 0 1 0 0,0 0-1 0 0,-5-3 1 0 0,-4 2-8 0 0,4 3-2 0 0,0 1 1 0 0,-1 0-1 0 0,1 0 1 0 0,0 0-1 0 0,-1 1 1 0 0,1 1 0 0 0,0-1-1 0 0,-11 5 1 0 0,-67 27 18 0 0,24-7 11 0 0,29-15 52 0 0,-1-1-1 0 0,-42 7 1 0 0,63-15-38 0 0,0 0-1 0 0,0-2 1 0 0,0 1-1 0 0,0-1 0 0 0,0-1 1 0 0,0-1-1 0 0,0 1 1 0 0,0-2-1 0 0,-15-5 1 0 0,24 7-24 0 0,1 0 1 0 0,-1 0 0 0 0,1-1 0 0 0,-1 0 0 0 0,1 0 0 0 0,0 0 0 0 0,0 0-1 0 0,0 0 1 0 0,0-1 0 0 0,0 1 0 0 0,1-1 0 0 0,-1 0 0 0 0,1 1-1 0 0,-1-1 1 0 0,1-1 0 0 0,0 1 0 0 0,-2-5 0 0 0,3 5-20 0 0,0 1 0 0 0,0-1 0 0 0,1 0-1 0 0,0 1 1 0 0,-1-1 0 0 0,1 0 0 0 0,0 0 0 0 0,0 1 0 0 0,1-1 0 0 0,-1 0 0 0 0,0 1 0 0 0,1-1 0 0 0,0 0 0 0 0,-1 1 0 0 0,1-1 0 0 0,0 0 0 0 0,0 1-1 0 0,1 0 1 0 0,-1-1 0 0 0,1 1 0 0 0,-1 0 0 0 0,1-1 0 0 0,3-2 0 0 0,2-3-11 0 0,0 1 1 0 0,0 0-1 0 0,1 1 0 0 0,0 0 1 0 0,0 0-1 0 0,1 0 0 0 0,-1 1 1 0 0,1 0-1 0 0,0 1 0 0 0,1 0 1 0 0,-1 1-1 0 0,1 0 0 0 0,0 0 1 0 0,-1 1-1 0 0,1 0 0 0 0,0 1 1 0 0,1 0-1 0 0,-1 0 0 0 0,0 1 1 0 0,0 1-1 0 0,0-1 0 0 0,0 2 1 0 0,0-1-1 0 0,0 2 0 0 0,0-1 1 0 0,-1 1-1 0 0,1 1 0 0 0,10 4 1 0 0,26 17-1 0 0,-1 1 0 0 0,-1 2 0 0 0,73 62 0 0 0,-35-25-654 0 0,-46-37-668 0 0,10 7-1539 0 0,-13-14-2428 0 0,-15-10-344 0 0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15:14.8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325 1 1020 0 0,'0'0'12938'0'0,"0"16"-12207"0"0,-4 167 5697 0 0,-22 94-3731 0 0,17-218-2267 0 0,6-30 178 0 0,-1 1-1 0 0,-2-1 1 0 0,-17 50-1 0 0,23-77-551 0 0,-1-1 0 0 0,1 1 0 0 0,-1-1-1 0 0,0 1 1 0 0,0-1 0 0 0,0 1 0 0 0,0-1 0 0 0,0 0-1 0 0,0 1 1 0 0,0-1 0 0 0,0 0 0 0 0,0 0-1 0 0,-1 0 1 0 0,1 0 0 0 0,0 0 0 0 0,-1 0-1 0 0,1 0 1 0 0,-1-1 0 0 0,1 1 0 0 0,-4 1-1 0 0,3-2-17 0 0,-1 0 0 0 0,1 0-1 0 0,-1 1 1 0 0,0-2-1 0 0,1 1 1 0 0,-1 0 0 0 0,1 0-1 0 0,-1-1 1 0 0,1 1 0 0 0,-1-1-1 0 0,1 0 1 0 0,-4-1-1 0 0,-1-2-32 0 0,-1 0 0 0 0,1 0 0 0 0,-1-1 0 0 0,1 0 1 0 0,1 0-1 0 0,-1-1 0 0 0,-7-8 0 0 0,1-2-839 0 0,0-1 0 0 0,0-1 0 0 0,2 0 0 0 0,0 0 0 0 0,1-1 0 0 0,1 0 0 0 0,1-1 0 0 0,1 0 0 0 0,-7-29 0 0 0,9 25-1472 0 0,1-1 0 0 0,0-1 0 0 0,2 1 0 0 0,2-35 0 0 0,3 22-3795 0 0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15:14.9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73 1556 0 0,'32'-38'9683'0'0,"-7"10"-5981"0"0,-24 27-3562 0 0,-1 0-172 0 0,0 1-1 0 0,0 0 1 0 0,0 0 0 0 0,0-1 0 0 0,0 1 0 0 0,0 0 0 0 0,0 0 0 0 0,0 0 0 0 0,0-1-1 0 0,0 1 1 0 0,0 0 0 0 0,1 0 0 0 0,-1 0 0 0 0,0-1 0 0 0,0 1 0 0 0,0 0-1 0 0,0 0 1 0 0,0 0 0 0 0,0 0 0 0 0,1-1 0 0 0,-1 1 0 0 0,0 0 0 0 0,0 0 0 0 0,0 0-1 0 0,0 0 1 0 0,1 0 0 0 0,-1 0 0 0 0,0-1 0 0 0,0 1 0 0 0,0 0 0 0 0,1 0-1 0 0,-1 0 1 0 0,0 0 0 0 0,0 0 0 0 0,0 0 0 0 0,1 0 0 0 0,-1 0 0 0 0,0 0 0 0 0,0 0-1 0 0,1 0 1 0 0,-1 0 0 0 0,0 0 0 0 0,0 0 0 0 0,0 0 0 0 0,1 0 0 0 0,-1 0-1 0 0,0 0 1 0 0,0 1 0 0 0,0-1 0 0 0,1 0 0 0 0,-1 0 0 0 0,0 0 0 0 0,0 0 0 0 0,0 0-1 0 0,0 0 1 0 0,1 1 0 0 0,-1-1 0 0 0,0 0 0 0 0,0 0 0 0 0,0 0 0 0 0,0 1-1 0 0,1-1-174 0 0,0 1-1 0 0,0 0 0 0 0,-1-1 0 0 0,1 1 1 0 0,0 0-1 0 0,-1 0 0 0 0,1 0 0 0 0,-1-1 1 0 0,1 1-1 0 0,-1 0 0 0 0,1 0 0 0 0,-1 0 1 0 0,1 0-1 0 0,-1 0 0 0 0,0 0 0 0 0,0 0 1 0 0,1 2-1 0 0,-1 0-293 0 0,0 9-3045 0 0,1 3 648 0 0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15:15.3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0 304 0 0,'1'3'2017'0'0,"8"23"2504"0"0,-2 1-1 0 0,9 54 1 0 0,-2 60-25 0 0,-4-32-2402 0 0,2-10-779 0 0,-12-87-1090 0 0,0-11-205 0 0,0 0 1 0 0,0-1-1 0 0,0 1 0 0 0,0 0 0 0 0,0 0 1 0 0,0 0-1 0 0,0-1 0 0 0,0 1 1 0 0,0 0-1 0 0,0 0 0 0 0,0 0 1 0 0,1-1-1 0 0,-1 1 0 0 0,0 0 1 0 0,0 0-1 0 0,1-1 0 0 0,-1 1 1 0 0,0 0-1 0 0,1-1 0 0 0,-1 1 1 0 0,1 0-1 0 0,-1-1 0 0 0,1 1 1 0 0,-1-1-1 0 0,1 1 0 0 0,0-1 1 0 0,-1 1-1 0 0,1-1 0 0 0,0 1 1 0 0,1 0-1 0 0,0-1-4 0 0,0 1-1 0 0,0-1 1 0 0,0 0-1 0 0,0 0 1 0 0,0 0 0 0 0,0 0-1 0 0,0 0 1 0 0,1 0-1 0 0,-1-1 1 0 0,0 1 0 0 0,0-1-1 0 0,0 1 1 0 0,0-1-1 0 0,0 0 1 0 0,0 1 0 0 0,2-3-1 0 0,0 0-192 0 0,1 0-1 0 0,0 0 1 0 0,-1-1-1 0 0,0 1 1 0 0,8-9-1 0 0,-1-2-945 0 0,-1 0 1 0 0,0-1-1 0 0,8-16 0 0 0,-2-1-2856 0 0,-1-1-1 0 0,16-53 1 0 0,-22 54-1031 0 0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15:15.4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58 62 2568 0 0,'-49'-47'10817'0'0,"48"46"-10549"0"0,-6-4-170 0 0,7-3-3540 0 0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15:16.3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12 258 1444 0 0,'-6'-79'16623'0'0,"1"7"-6217"0"0,5 71-10375 0 0,0 0 0 0 0,1 0-1 0 0,-1 0 1 0 0,1 0 0 0 0,-1 0-1 0 0,1 0 1 0 0,0 1 0 0 0,-1-1-1 0 0,1 0 1 0 0,0 0 0 0 0,0 0-1 0 0,-1 1 1 0 0,1-1 0 0 0,0 0-1 0 0,0 1 1 0 0,0-1 0 0 0,0 1-1 0 0,2-2 1 0 0,-1 1-14 0 0,11-6 32 0 0,1-1 1 0 0,0 2-1 0 0,1 0 0 0 0,0 0 0 0 0,28-5 0 0 0,82-9 78 0 0,-98 17-101 0 0,142-13-14 0 0,-111 11-39 0 0,-54 5-1 0 0,1-1-1 0 0,-1 1 1 0 0,0 0 0 0 0,1 0 0 0 0,-1 0-1 0 0,1 0 1 0 0,-1 1 0 0 0,0 0-1 0 0,1 0 1 0 0,-1 0 0 0 0,5 2-1 0 0,-7-1 19 0 0,-1-1 0 0 0,1 0 0 0 0,-1 1 0 0 0,1-1 0 0 0,-1 1 0 0 0,0 0 0 0 0,1-1 0 0 0,-1 1 0 0 0,0 0 0 0 0,0 0 0 0 0,0 0 1 0 0,-1 0-1 0 0,1 0 0 0 0,0 0 0 0 0,-1 0 0 0 0,1 0 0 0 0,-1 0 0 0 0,0 0 0 0 0,1 0 0 0 0,-1 0 0 0 0,0 0 0 0 0,0 0 0 0 0,-1 3 0 0 0,-2 73 176 0 0,-17 92 1 0 0,2-33 225 0 0,-1 103 1166 0 0,18 426-1 0 0,48-286-1557 0 0,-19-187 0 0 0,-27-178 0 0 0,1 0 0 0 0,1-3 0 0 0,-3-1 0 0 0,0 1 0 0 0,-1-1 0 0 0,-7-5 0 0 0,-5-4 0 0 0,-6-2 0 0 0,-24 1 0 0 0,0-2 0 0 0,-80-13 0 0 0,24-8 0 0 0,81 18 0 0 0,4 1 0 0 0,1 0 0 0 0,3 0-159 0 0,-3-3-1872 0 0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15:17.6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 1 1104 0 0,'-25'18'17533'0'0,"23"-17"-16513"0"0,-1 1 0 0 0,-2 0 0 0 0,-8-2-2259 0 0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15:25.3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68 848 1112 0 0,'-36'15'6289'0'0,"35"-14"-5707"0"0,0-1-509 0 0,0 0-1 0 0,1 0 0 0 0,-1 0 0 0 0,0 0 0 0 0,0 1 1 0 0,0-1-1 0 0,1 0 0 0 0,-1 0 0 0 0,0 1 0 0 0,1-1 1 0 0,-1 1-1 0 0,0-1 0 0 0,1 1 0 0 0,-1-1 0 0 0,0 1 0 0 0,1-1 1 0 0,-1 1-1 0 0,1-1 0 0 0,-1 1 0 0 0,1 0 0 0 0,-1-1 1 0 0,1 1-1 0 0,0 0 0 0 0,-1-1 0 0 0,1 2 0 0 0,-2 0 148 0 0,0 1 0 0 0,1 0 0 0 0,-1 0 0 0 0,1 0-1 0 0,0 0 1 0 0,-1 5 0 0 0,1-7-193 0 0,1 1 66 0 0,-1 0 0 0 0,1 0-1 0 0,-1 0 1 0 0,1 0 0 0 0,0 1-1 0 0,0-1 1 0 0,0 0 0 0 0,0 0-1 0 0,0 0 1 0 0,0 0 0 0 0,1 0-1 0 0,-1 1 1 0 0,1-1 0 0 0,-1 0-1 0 0,1 0 1 0 0,0 0 0 0 0,0 0 0 0 0,0 0-1 0 0,1 2 1 0 0,0-3 83 0 0,0-2-7 0 0,4-1-125 0 0,-1-1-1 0 0,0 0 0 0 0,0 0 1 0 0,0 0-1 0 0,0 0 1 0 0,0-1-1 0 0,-1 0 1 0 0,1 0-1 0 0,-1 0 0 0 0,3-5 1 0 0,40-53 137 0 0,-42 55-159 0 0,91-143 130 0 0,89-188 1 0 0,-48 94-144 0 0,-83 151-100 0 0,-54 92 89 0 0,0 1-1 0 0,0-1 1 0 0,0 1 0 0 0,0 0 0 0 0,0-1 0 0 0,0 1 0 0 0,0-1 0 0 0,0 1 0 0 0,1 0 0 0 0,-1-1 0 0 0,0 1 0 0 0,0 0-1 0 0,1-1 1 0 0,-1 1 0 0 0,0 0 0 0 0,0 0 0 0 0,1-1 0 0 0,-1 1 0 0 0,0 0 0 0 0,1-1 0 0 0,-1 1 0 0 0,0 0 0 0 0,1 0-1 0 0,-1 0 1 0 0,0 0 0 0 0,1-1 0 0 0,-1 1 0 0 0,0 0 0 0 0,1 0 0 0 0,-1 0 0 0 0,1 0 0 0 0,-1 0 0 0 0,0 0 0 0 0,1 0-1 0 0,-1 0 1 0 0,1 0 0 0 0,-1 0 0 0 0,0 0 0 0 0,1 0 0 0 0,-1 0 0 0 0,1 0 0 0 0,-1 0 0 0 0,0 1 0 0 0,1-1 0 0 0,-1 0-1 0 0,0 0 1 0 0,1 0 0 0 0,-1 0 0 0 0,0 1 0 0 0,1-1 0 0 0,-1 0 0 0 0,0 1 0 0 0,1-1 0 0 0,-1 0 0 0 0,0 0 0 0 0,0 1-1 0 0,0-1 1 0 0,1 0 0 0 0,-1 1 0 0 0,0-1 0 0 0,0 0 0 0 0,0 1 0 0 0,1-1 0 0 0,-1 1 0 0 0,0-1 0 0 0,0 1 0 0 0,7 23 136 0 0,-6 47 969 0 0,-3 0 0 0 0,-14 92 0 0 0,-1 19-431 0 0,13 96-261 0 0,4-217-179 0 0,0-60-227 0 0,0-1 0 0 0,0 1 0 0 0,0-1 0 0 0,0 1 0 0 0,0-1 0 0 0,0 0 0 0 0,0 1 0 0 0,0-1 0 0 0,0 1 0 0 0,0-1 0 0 0,0 1 0 0 0,0-1 0 0 0,0 0 0 0 0,1 1 0 0 0,-1-1 0 0 0,0 1 0 0 0,0-1 0 0 0,0 0 0 0 0,1 1 0 0 0,-1-1 0 0 0,0 1 1 0 0,0-1-1 0 0,1 0 0 0 0,-1 0 0 0 0,0 1 0 0 0,1-1 0 0 0,-1 0 0 0 0,0 1 0 0 0,1-1 0 0 0,-1 0 0 0 0,0 0 0 0 0,1 0 0 0 0,-1 1 0 0 0,1-1 0 0 0,-1 0 0 0 0,0 0 0 0 0,1 0 0 0 0,-1 0 0 0 0,1 0 0 0 0,-1 0 0 0 0,1 0 0 0 0,-1 0 0 0 0,0 0 0 0 0,1 0 0 0 0,-1 0 0 0 0,1 0 0 0 0,-1 0 0 0 0,1 0 0 0 0,-1 0 0 0 0,0 0 0 0 0,1-1 0 0 0,-1 1 0 0 0,1 0 0 0 0,-1 0 0 0 0,0-1 0 0 0,1 1 0 0 0,-1 0 0 0 0,0 0 0 0 0,1-1 0 0 0,2-1-1 0 0,0 0 0 0 0,-1 1-1 0 0,1-1 1 0 0,-1-1-1 0 0,1 1 1 0 0,-1 0 0 0 0,2-3-1 0 0,2-6-88 0 0,0 0 0 0 0,-1 0 0 0 0,0 0 0 0 0,0-1 0 0 0,-2 0 0 0 0,1 1-1 0 0,-2-2 1 0 0,1 1 0 0 0,0-20 0 0 0,-2 15-8 0 0,-1-1 0 0 0,-1 0-1 0 0,0 1 1 0 0,-1-1 0 0 0,-1 1-1 0 0,-6-20 1 0 0,8 34 81 0 0,1 0 0 0 0,-1 0 0 0 0,0 1 1 0 0,0-1-1 0 0,0 0 0 0 0,-1 0 0 0 0,1 1 0 0 0,-1-1 0 0 0,1 1 0 0 0,-1-1 0 0 0,0 1 1 0 0,0 0-1 0 0,0 0 0 0 0,0 0 0 0 0,-1 0 0 0 0,-3-3 0 0 0,4 4 5 0 0,-1 0-1 0 0,1 1 0 0 0,-1-1 1 0 0,0 1-1 0 0,1 0 0 0 0,-1-1 1 0 0,0 1-1 0 0,1 0 1 0 0,-1 1-1 0 0,0-1 0 0 0,1 0 1 0 0,-1 1-1 0 0,1-1 0 0 0,-1 1 1 0 0,1 0-1 0 0,-1 0 1 0 0,1 0-1 0 0,-4 2 0 0 0,-99 48-113 0 0,64-30 127 0 0,-1-1 0 0 0,-1-2 0 0 0,-56 15 0 0 0,89-30 5 0 0,-1-1 1 0 0,1-1-1 0 0,0 1 1 0 0,0-2-1 0 0,-1 1 1 0 0,1-2-1 0 0,-13-1 1 0 0,19 2-8 0 0,0-1 0 0 0,1 0 0 0 0,-1 0 0 0 0,0-1 0 0 0,0 1 0 0 0,1-1 0 0 0,-1 1 0 0 0,0-1 0 0 0,1-1 0 0 0,0 1 0 0 0,0 0 0 0 0,-1-1 0 0 0,1 1 0 0 0,1-1 0 0 0,-1 0-1 0 0,0 0 1 0 0,1 0 0 0 0,-1-1 0 0 0,1 1 0 0 0,0 0 0 0 0,-2-5 0 0 0,1 2-1 0 0,1-1 0 0 0,-1 0-1 0 0,1 0 1 0 0,0 0 0 0 0,1 0-1 0 0,0 0 1 0 0,0 0-1 0 0,0 0 1 0 0,1 0 0 0 0,0-1-1 0 0,0 1 1 0 0,1 0 0 0 0,0 0-1 0 0,0 0 1 0 0,3-10 0 0 0,-1 8-9 0 0,1 0 0 0 0,0 1-1 0 0,1-1 1 0 0,-1 1 0 0 0,1 0 0 0 0,1 0 0 0 0,0 0 0 0 0,0 1 0 0 0,0 0 0 0 0,14-11 0 0 0,-11 10 0 0 0,0 1 1 0 0,0 0-1 0 0,1 1 0 0 0,0 0 0 0 0,1 0 1 0 0,-1 1-1 0 0,1 0 0 0 0,0 1 1 0 0,0 1-1 0 0,1-1 0 0 0,-1 2 0 0 0,1 0 1 0 0,0 0-1 0 0,-1 1 0 0 0,1 0 1 0 0,0 1-1 0 0,0 0 0 0 0,-1 1 0 0 0,16 4 1 0 0,-9 0 1 0 0,-1 1 1 0 0,0 0-1 0 0,-1 2 1 0 0,0 0-1 0 0,0 1 1 0 0,-1 0 0 0 0,0 1-1 0 0,-1 1 1 0 0,19 17-1 0 0,4 10-55 0 0,59 79-1 0 0,-90-109 56 0 0,3 3-260 0 0,-3-1 382 0 0,2-1 1 0 0,-1 0 0 0 0,14 11-1 0 0,-18-17-544 0 0,1 0-1 0 0,0-1 0 0 0,0 1 0 0 0,1-1 1 0 0,-1 0-1 0 0,0 0 0 0 0,1 0 0 0 0,0-1 0 0 0,-1 1 1 0 0,1-1-1 0 0,0 0 0 0 0,5 0 0 0 0,-7 0-103 0 0,4 0-37 0 0,14-5-8006 0 0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15:26.4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329 800 1536 0 0,'1'-2'2071'0'0,"-1"-6"-1001"0"0,1 1-1 0 0,-1-1 1 0 0,-1 0-1 0 0,1 1 1 0 0,-1-1-1 0 0,-1 1 1 0 0,1-1 0 0 0,-6-13-1 0 0,5 17-913 0 0,1 0 0 0 0,-1 1-1 0 0,0-1 1 0 0,0 1 0 0 0,0-1-1 0 0,-1 1 1 0 0,1 0 0 0 0,-1 0-1 0 0,0 0 1 0 0,0 0 0 0 0,0 0 0 0 0,0 1-1 0 0,0-1 1 0 0,0 1 0 0 0,-1 0-1 0 0,0 0 1 0 0,1 0 0 0 0,-1 0-1 0 0,0 1 1 0 0,-4-2 0 0 0,3 2-120 0 0,-1 0-1 0 0,1 0 1 0 0,0 1 0 0 0,0 0 0 0 0,0-1 0 0 0,-1 2 0 0 0,1-1-1 0 0,0 1 1 0 0,0 0 0 0 0,0 0 0 0 0,0 0 0 0 0,0 1-1 0 0,0-1 1 0 0,-5 4 0 0 0,1-1-21 0 0,2 1 0 0 0,-1 0 0 0 0,0 0 1 0 0,1 1-1 0 0,0 0 0 0 0,0 0 0 0 0,-9 12 0 0 0,4-2-27 0 0,-1 1 1 0 0,2 1-1 0 0,1 0 0 0 0,0 1 0 0 0,1 0 1 0 0,-11 32-1 0 0,15-35 1 0 0,1 0 0 0 0,-3 24 0 0 0,6-36 11 0 0,0 0 1 0 0,1 0-1 0 0,0 1 0 0 0,0-1 0 0 0,0 0 1 0 0,0 0-1 0 0,1 1 0 0 0,0-1 1 0 0,0 0-1 0 0,0 0 0 0 0,0 0 0 0 0,1 0 1 0 0,-1 0-1 0 0,5 7 0 0 0,-5-10 1 0 0,0 0-1 0 0,0 0 1 0 0,0 0-1 0 0,0 0 0 0 0,0 0 1 0 0,1 0-1 0 0,-1 0 1 0 0,0 0-1 0 0,1 0 1 0 0,-1-1-1 0 0,0 1 1 0 0,1-1-1 0 0,-1 1 0 0 0,1-1 1 0 0,-1 1-1 0 0,1-1 1 0 0,-1 0-1 0 0,3 1 1 0 0,0-1 2 0 0,0 0 0 0 0,0-1 1 0 0,0 1-1 0 0,0-1 1 0 0,0 0-1 0 0,7-2 1 0 0,1-2-50 0 0,0 0 1 0 0,-1 0 0 0 0,17-12 0 0 0,-10 5-171 0 0,-1-1 0 0 0,0-1-1 0 0,-1-1 1 0 0,-1 0-1 0 0,0-1 1 0 0,-1-1 0 0 0,18-27-1 0 0,-15 17 28 0 0,-2-1 0 0 0,-1 0 0 0 0,-1-1 0 0 0,14-48 0 0 0,-10 11 85 0 0,-3-1 0 0 0,-3 0 0 0 0,-3-1 0 0 0,-1-77 0 0 0,-18-91 613 0 0,10 230-466 0 0,-1 0 28 0 0,-1 13-48 0 0,-2 14 57 0 0,2 199 1911 0 0,2-69-1098 0 0,9 255-163 0 0,-6-389-716 0 0,0 0 0 0 0,1 0 0 0 0,0 0 0 0 0,2 0 0 0 0,0 0 0 0 0,11 23 1 0 0,-15-36-44 0 0,1 0 1 0 0,0-1-1 0 0,1 1 1 0 0,-1-1-1 0 0,1 1 1 0 0,-1-1-1 0 0,1 0 1 0 0,0 0-1 0 0,0 0 1 0 0,0 0-1 0 0,1 0 1 0 0,-1-1-1 0 0,1 0 1 0 0,-1 1-1 0 0,1-1 1 0 0,0-1-1 0 0,0 1 1 0 0,0 0-1 0 0,0-1 1 0 0,0 0-1 0 0,0 0 1 0 0,0 0-1 0 0,0 0 1 0 0,1-1-1 0 0,-1 0 1 0 0,0 0-1 0 0,0 0 1 0 0,1 0-1 0 0,-1-1 1 0 0,0 1-1 0 0,8-3 1 0 0,-4 0-52 0 0,1 1 0 0 0,0-2 1 0 0,-1 1-1 0 0,0-1 0 0 0,0 0 1 0 0,0-1-1 0 0,-1 0 0 0 0,1 0 0 0 0,-1-1 1 0 0,0 0-1 0 0,-1 0 0 0 0,1 0 1 0 0,-1-1-1 0 0,-1 0 0 0 0,1 0 0 0 0,-1-1 1 0 0,0 0-1 0 0,-1 0 0 0 0,4-9 0 0 0,2-6 301 0 0,-2-1 0 0 0,-1 0 0 0 0,-1 0 0 0 0,-1 0 0 0 0,4-42 0 0 0,-17 216 4285 0 0,2-24-3739 0 0,1-21 93 0 0,-4-1 1 0 0,-31 132-1 0 0,40-233-728 0 0,-1-1-1 0 0,1 1 0 0 0,-1-1 0 0 0,0 1 1 0 0,0 0-1 0 0,0-1 0 0 0,-1 0 1 0 0,1 1-1 0 0,-1-1 0 0 0,1 0 0 0 0,-1 0 1 0 0,0 0-1 0 0,1 0 0 0 0,-1 0 1 0 0,0 0-1 0 0,-1 0 0 0 0,1 0 0 0 0,0-1 1 0 0,0 1-1 0 0,-1-1 0 0 0,1 0 1 0 0,-1 0-1 0 0,-3 2 0 0 0,1-2-74 0 0,-1 0-1 0 0,0-1 1 0 0,1 1-1 0 0,-1-1 1 0 0,0 0-1 0 0,0-1 1 0 0,1 1 0 0 0,-1-1-1 0 0,0 0 1 0 0,-6-3-1 0 0,1 1-189 0 0,1 0-1 0 0,0-1 1 0 0,0 0-1 0 0,0-1 0 0 0,0 0 1 0 0,1-1-1 0 0,0 0 1 0 0,-12-9-1 0 0,16 11-623 0 0,1-1-1 0 0,0 1 1 0 0,0-1-1 0 0,0 0 1 0 0,0 0 0 0 0,-5-10-1 0 0,7 10-398 0 0,0 0 0 0 0,1 1 0 0 0,-1-1 0 0 0,1 0 0 0 0,0 0 0 0 0,0 1 0 0 0,0-1 0 0 0,1 0 0 0 0,0-8 0 0 0,1-8-6967 0 0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15:26.6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73 1492 0 0,'2'-7'1288'0'0,"0"-1"1043"0"0,1 0 0 0 0,-2 0 0 0 0,3-15 0 0 0,-4 21-1749 0 0,2-14 767 0 0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15:27.4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56 119 744 0 0,'-9'-20'16309'0'0,"5"14"-14332"0"0,2 8-1943 0 0,-1 0-1 0 0,1 1 1 0 0,0-1-1 0 0,0 0 1 0 0,0 1-1 0 0,1-1 1 0 0,-1 1-1 0 0,0 0 1 0 0,1 0 0 0 0,0 0-1 0 0,0-1 1 0 0,0 1-1 0 0,-1 5 1 0 0,-8 49 65 0 0,7-36-68 0 0,1-6-14 0 0,0-1-1 0 0,1 0 0 0 0,0 0 1 0 0,2 1-1 0 0,0-1 0 0 0,0 0 1 0 0,1 0-1 0 0,1 1 0 0 0,4 12 1 0 0,-6-25-4 0 0,-1 0-1 0 0,1 0 1 0 0,0-1 0 0 0,0 1 0 0 0,0-1-1 0 0,0 1 1 0 0,0-1 0 0 0,0 1 0 0 0,1-1 0 0 0,-1 0-1 0 0,0 1 1 0 0,1-1 0 0 0,-1 0 0 0 0,1 0-1 0 0,-1 0 1 0 0,1 0 0 0 0,0 0 0 0 0,-1 0 0 0 0,1-1-1 0 0,0 1 1 0 0,-1 0 0 0 0,1-1 0 0 0,0 0 0 0 0,0 1-1 0 0,0-1 1 0 0,0 0 0 0 0,-1 0 0 0 0,1 0-1 0 0,0 0 1 0 0,2 0 0 0 0,4-1 17 0 0,-1 0-1 0 0,0-1 1 0 0,1 1 0 0 0,-1-1 0 0 0,13-6 0 0 0,-12 4-22 0 0,0-1 1 0 0,0 0 0 0 0,0 0-1 0 0,-1 0 1 0 0,0-1 0 0 0,0 0-1 0 0,0-1 1 0 0,-1 1 0 0 0,0-1 0 0 0,-1 0-1 0 0,1-1 1 0 0,-1 1 0 0 0,0-1-1 0 0,-1 0 1 0 0,0-1 0 0 0,-1 1 0 0 0,1-1-1 0 0,-1 1 1 0 0,1-11 0 0 0,-1 6-8 0 0,0 0 0 0 0,-1 0 1 0 0,-1 0-1 0 0,-1 0 1 0 0,1 0-1 0 0,-2 0 1 0 0,0-1-1 0 0,-1 1 0 0 0,0 0 1 0 0,0 1-1 0 0,-2-1 1 0 0,-8-21-1 0 0,11 31-10 0 0,0 1-1 0 0,0 0 0 0 0,-1-1 0 0 0,1 1 1 0 0,-1 0-1 0 0,0 0 0 0 0,0 0 1 0 0,0 0-1 0 0,0 0 0 0 0,0 1 1 0 0,0-1-1 0 0,-3-1 0 0 0,4 2 8 0 0,0 1-1 0 0,0 0 1 0 0,0-1 0 0 0,0 1-1 0 0,0 0 1 0 0,0 0 0 0 0,0 0-1 0 0,-1 0 1 0 0,1 0-1 0 0,0 0 1 0 0,0 0 0 0 0,0 1-1 0 0,0-1 1 0 0,0 0 0 0 0,0 1-1 0 0,0-1 1 0 0,0 0 0 0 0,0 1-1 0 0,0-1 1 0 0,0 1-1 0 0,0 0 1 0 0,0-1 0 0 0,0 1-1 0 0,1 0 1 0 0,-1-1 0 0 0,0 1-1 0 0,0 0 1 0 0,1 0-1 0 0,-1 0 1 0 0,0 0 0 0 0,0 1-1 0 0,0 0-85 0 0,0-1 0 0 0,0 1-1 0 0,0 0 1 0 0,0-1 0 0 0,0 1-1 0 0,0 0 1 0 0,0-1 0 0 0,1 1-1 0 0,-1 0 1 0 0,1 0 0 0 0,0 0-1 0 0,-1-1 1 0 0,1 1 0 0 0,0 0-1 0 0,0 0 1 0 0,0 0 0 0 0,0 0-1 0 0,0 0 1 0 0,1-1 0 0 0,0 4-1 0 0,1-1-177 0 0,0-1 0 0 0,1 1 0 0 0,-1-1 0 0 0,1 0-1 0 0,0 0 1 0 0,-1 0 0 0 0,2 0 0 0 0,-1-1 0 0 0,0 1 0 0 0,0-1-1 0 0,1 0 1 0 0,-1 0 0 0 0,1 0 0 0 0,0 0 0 0 0,0-1-1 0 0,0 1 1 0 0,0-1 0 0 0,-1 0 0 0 0,2 0 0 0 0,-1 0 0 0 0,0-1-1 0 0,7 1 1 0 0,-1-1-10 0 0,1 0 0 0 0,0 0 0 0 0,-1-1 0 0 0,1 0 0 0 0,0-1 0 0 0,-1 0 0 0 0,0-1 0 0 0,12-4 0 0 0,-14 4 427 0 0,0-1-1 0 0,0-1 1 0 0,-1 1-1 0 0,0-1 1 0 0,0 0-1 0 0,9-9 0 0 0,-1-1 3537 0 0,18-23 0 0 0,-32 36-3208 0 0,8-4 473 0 0,-9 6-938 0 0,0 0 1 0 0,0 0 0 0 0,0 0-1 0 0,1 0 1 0 0,-1 0 0 0 0,0-1-1 0 0,0 1 1 0 0,1 0 0 0 0,-1 0 0 0 0,0 0-1 0 0,0 0 1 0 0,1 0 0 0 0,-1 0-1 0 0,0 0 1 0 0,0 0 0 0 0,1 0-1 0 0,-1 0 1 0 0,0 0 0 0 0,0 0-1 0 0,0 0 1 0 0,1 0 0 0 0,-1 0-1 0 0,0 1 1 0 0,0-1 0 0 0,1 0-1 0 0,-1 0 1 0 0,0 0 0 0 0,0 0-1 0 0,0 0 1 0 0,1 0 0 0 0,-1 1 0 0 0,0-1-1 0 0,0 0 1 0 0,0 0 0 0 0,1 0-1 0 0,-1 1 1 0 0,0-1 0 0 0,0 0-1 0 0,0 0 1 0 0,0 0 0 0 0,0 1-1 0 0,0-1 1 0 0,0 0 0 0 0,0 0-1 0 0,1 1 1 0 0,-1-1 0 0 0,0 0-1 0 0,0 0 1 0 0,0 1 0 0 0,0-1-1 0 0,0 0 1 0 0,0 0 0 0 0,0 1 0 0 0,0-1-1 0 0,0 0 1 0 0,-1 0 0 0 0,1 0-1 0 0,0 1 1 0 0,-5 41 348 0 0,0-4-159 0 0,1 0 0 0 0,2 0 0 0 0,5 63 0 0 0,-3-96-174 0 0,1 0-1 0 0,-1 0 0 0 0,1-1 1 0 0,0 1-1 0 0,1 0 0 0 0,-1-1 1 0 0,1 1-1 0 0,2 5 0 0 0,-2-9-31 0 0,-1 0 1 0 0,0 1-1 0 0,0-1 0 0 0,1 0 0 0 0,-1 0 1 0 0,1 0-1 0 0,-1 0 0 0 0,1 0 0 0 0,-1 0 0 0 0,1-1 1 0 0,0 1-1 0 0,-1 0 0 0 0,1-1 0 0 0,0 1 0 0 0,0-1 1 0 0,-1 0-1 0 0,1 0 0 0 0,0 0 0 0 0,0 1 1 0 0,0-1-1 0 0,-1-1 0 0 0,1 1 0 0 0,0 0 0 0 0,3-1 1 0 0,2-1-352 0 0,0 1-1 0 0,1-1 1 0 0,-1-1 0 0 0,-1 1 0 0 0,1-1 0 0 0,0-1 0 0 0,-1 1 0 0 0,1-1 0 0 0,-1 0-1 0 0,8-7 1 0 0,1-2-2764 0 0,0-1 0 0 0,18-23-1 0 0,-17 16-3262 0 0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15:27.6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159 73 2100 0 0,'-90'-64'11023'0'0,"89"63"-11010"0"0,0 0 0 0 0,0 0 1 0 0,0 0-1 0 0,0 1 1 0 0,0-1-1 0 0,0 0 1 0 0,0 1-1 0 0,0-1 0 0 0,-1 1 1 0 0,1 0-1 0 0,0-1 1 0 0,0 1-1 0 0,-1 0 1 0 0,1-1-1 0 0,0 1 0 0 0,0 0 1 0 0,-1 0-1 0 0,1 0 1 0 0,0 0-1 0 0,0 1 1 0 0,-1-1-1 0 0,1 0 0 0 0,0 0 1 0 0,0 1-1 0 0,-1-1 1 0 0,1 1-1 0 0,0-1 1 0 0,0 1-1 0 0,0-1 0 0 0,0 1 1 0 0,0 0-1 0 0,0-1 1 0 0,0 1-1 0 0,0 0 0 0 0,0 0 1 0 0,0 0-1 0 0,0 0 1 0 0,0 0-1 0 0,1 0 1 0 0,-1 0-1 0 0,0 1 0 0 0,-2 3-871 0 0,0-1-1 0 0,0 1 0 0 0,1 0 0 0 0,-1 0 0 0 0,1 0 0 0 0,1 0 0 0 0,-1 0 0 0 0,-1 6 1 0 0,3-1-2695 0 0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15:28.2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62 227 2120 0 0,'-38'-28'7216'0'0,"36"26"-7005"0"0,0-1 0 0 0,-1 1 0 0 0,1 0 1 0 0,0-1-1 0 0,1 1 0 0 0,-1-1 0 0 0,0 1 1 0 0,1-1-1 0 0,-1 0 0 0 0,1 0 0 0 0,0 1 1 0 0,-1-5-1 0 0,2 6-194 0 0,0 1 0 0 0,0-1 0 0 0,0 0 0 0 0,0 0 0 0 0,0 1-1 0 0,0-1 1 0 0,0 0 0 0 0,0 0 0 0 0,1 1 0 0 0,-1-1 0 0 0,0 0 0 0 0,1 1 0 0 0,-1-1 0 0 0,0 0 0 0 0,1 1 0 0 0,-1-1 0 0 0,1 0 0 0 0,-1 1 0 0 0,1-1 0 0 0,-1 1 0 0 0,1-1 0 0 0,-1 1 0 0 0,1-1 0 0 0,-1 1 0 0 0,1-1-1 0 0,0 1 1 0 0,-1 0 0 0 0,1-1 0 0 0,0 1 0 0 0,-1 0 0 0 0,2-1 0 0 0,0 0-15 0 0,0 1 0 0 0,0-1 0 0 0,0 1 0 0 0,0-1 0 0 0,1 1 0 0 0,-1 0 0 0 0,0 0 0 0 0,0 0 0 0 0,0 0 0 0 0,4 1 0 0 0,-1 0-8 0 0,0 1-1 0 0,1-1 0 0 0,-1 2 0 0 0,0-1 0 0 0,0 0 1 0 0,0 1-1 0 0,0 0 0 0 0,0 0 0 0 0,-1 1 1 0 0,1-1-1 0 0,-1 1 0 0 0,0 0 0 0 0,0 0 0 0 0,-1 0 1 0 0,1 0-1 0 0,-1 1 0 0 0,0 0 0 0 0,0 0 0 0 0,4 7 1 0 0,-5-6 65 0 0,1 1 0 0 0,-1-1 1 0 0,-1 0-1 0 0,1 1 1 0 0,-1-1-1 0 0,0 1 1 0 0,0-1-1 0 0,-1 1 1 0 0,0 0-1 0 0,0-1 1 0 0,-1 1-1 0 0,1-1 0 0 0,-1 1 1 0 0,-1 0-1 0 0,0-1 1 0 0,-2 9-1 0 0,2-12 152 0 0,-1 1 0 0 0,1-1 0 0 0,0 0-1 0 0,-1 0 1 0 0,1 0 0 0 0,-1 0 0 0 0,0 0-1 0 0,-3 2 1 0 0,4-3 49 0 0,1-2-229 0 0,0 0-1 0 0,1 0 1 0 0,-1 1-1 0 0,0-1 1 0 0,0 0 0 0 0,0 0-1 0 0,1 0 1 0 0,-1 0-1 0 0,0 0 1 0 0,0 0-1 0 0,0 0 1 0 0,1 0 0 0 0,-1-1-1 0 0,0 1 1 0 0,0 0-1 0 0,1 0 1 0 0,-1-1-1 0 0,0 1 1 0 0,0 0 0 0 0,1-1-1 0 0,-1 1 1 0 0,0-1-1 0 0,1 1 1 0 0,-1-1-1 0 0,0 1 1 0 0,1-1 0 0 0,-1 0-1 0 0,-1-6 1 0 0,0 0 0 0 0,1 0 0 0 0,1 0-1 0 0,-1-1 1 0 0,1 1 0 0 0,0 0 0 0 0,0 0 0 0 0,1-1 0 0 0,0 1-1 0 0,1 0 1 0 0,-1 0 0 0 0,1 0 0 0 0,4-7 0 0 0,0-3-13 0 0,1 1 1 0 0,1 0-1 0 0,0 0 1 0 0,14-20-1 0 0,-8 17-19 0 0,1 1 0 0 0,0 1 0 0 0,22-21-1 0 0,-29 31-3 0 0,1 0-1 0 0,0 1 0 0 0,0 0 0 0 0,0 0 0 0 0,0 1 0 0 0,1 0 1 0 0,0 1-1 0 0,19-6 0 0 0,-26 9 6 0 0,-1 0 0 0 0,1 1 1 0 0,-1-1-1 0 0,1 1 0 0 0,0 0 0 0 0,-1 0 0 0 0,1 0 1 0 0,-1 0-1 0 0,1 0 0 0 0,0 0 0 0 0,-1 1 0 0 0,1 0 1 0 0,-1-1-1 0 0,1 1 0 0 0,-1 0 0 0 0,1 0 1 0 0,-1 0-1 0 0,4 3 0 0 0,-3-2-1 0 0,-1 0 0 0 0,1 1 0 0 0,-1-1 0 0 0,0 1 0 0 0,0 0 0 0 0,0-1-1 0 0,0 1 1 0 0,0 0 0 0 0,-1 0 0 0 0,1 0 0 0 0,-1 1 0 0 0,2 3 0 0 0,0 5-9 0 0,-1-1 1 0 0,0 1-1 0 0,-1 0 0 0 0,0-1 1 0 0,-1 1-1 0 0,-1 21 1 0 0,-2-8-23 0 0,-4 58 91 0 0,7-76-106 0 0,0-1 0 0 0,1 1 0 0 0,0-1 0 0 0,0 1 0 0 0,0-1 0 0 0,1 0 0 0 0,-1 1 0 0 0,2-1 0 0 0,4 11 0 0 0,-6-16-74 0 0,0 0 0 0 0,0 0 0 0 0,0 0 0 0 0,0 0 0 0 0,0 0 0 0 0,0 0 0 0 0,1-1 0 0 0,-1 1 1 0 0,0 0-1 0 0,0-1 0 0 0,1 1 0 0 0,-1-1 0 0 0,0 1 0 0 0,1-1 0 0 0,-1 0 0 0 0,0 0 0 0 0,1 1 0 0 0,-1-1 0 0 0,0 0 0 0 0,3 0 1 0 0,24-4-1822 0 0,-20 0 1391 0 0,0 0-1 0 0,0 0 1 0 0,-1-1-1 0 0,0 0 1 0 0,1-1-1 0 0,-2 0 1 0 0,1 0-1 0 0,-1 0 1 0 0,0-1-1 0 0,0 0 1 0 0,8-13-1 0 0,3-1-1078 0 0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15:28.5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62 436 2644 0 0,'15'-57'1624'0'0,"-3"0"0"0"0,-2-1 0 0 0,-2 0 0 0 0,-1-79 0 0 0,-10 70 707 0 0,3 65-2093 0 0,-3 4-135 0 0,0 1-38 0 0,0 0 1 0 0,0 0-1 0 0,1 0 0 0 0,-1 1 1 0 0,1-1-1 0 0,-1 1 0 0 0,1 0 1 0 0,0-1-1 0 0,0 1 0 0 0,1 0 1 0 0,-1 0-1 0 0,-1 6 0 0 0,-13 57 1408 0 0,15-62-1364 0 0,-1 7 237 0 0,-37 200 3382 0 0,30-149-3140 0 0,0 88-1 0 0,9-140-513 0 0,0 1 1 0 0,4 20-1 0 0,-3-29-72 0 0,-1 0 0 0 0,1 0 0 0 0,0 0 0 0 0,0 0-1 0 0,0 0 1 0 0,1-1 0 0 0,-1 1 0 0 0,1 0 0 0 0,0 0 0 0 0,-1-1 0 0 0,1 1 0 0 0,0-1 0 0 0,1 0-1 0 0,2 3 1 0 0,-3-4-116 0 0,0 0-1 0 0,-1 0 0 0 0,1 0 1 0 0,0-1-1 0 0,0 1 0 0 0,0 0 1 0 0,0-1-1 0 0,0 0 1 0 0,0 1-1 0 0,0-1 0 0 0,0 0 1 0 0,0 0-1 0 0,0 0 0 0 0,0-1 1 0 0,4 0-1 0 0,28-10-3316 0 0,-2-6-3410 0 0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15:28.8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137 110 2008 0 0,'-137'5'15303'0'0,"163"-7"-15116"0"0,1-2 1 0 0,-1-1-1 0 0,33-11 1 0 0,-9 3-111 0 0,39-8-16 0 0,28-6-1299 0 0,-41 6-3525 0 0,-51 15-505 0 0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15:30.2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109 356 224 0 0,'1'-2'2006'0'0,"1"-14"1044"0"0,-1 6-1463 0 0,0 1 0 0 0,0-1 1 0 0,-1 1-1 0 0,0-13 0 0 0,-1 21-1049 0 0,1-1-403 0 0,0 1 0 0 0,0 0 1 0 0,0-1-1 0 0,0 1 0 0 0,0 0 0 0 0,-1-1 1 0 0,1 1-1 0 0,0 0 0 0 0,-1 0 0 0 0,1-1 1 0 0,-1 1-1 0 0,1 0 0 0 0,-2-1 0 0 0,-2 4-113 0 0,0 2 0 0 0,1-1 0 0 0,-1 0 0 0 0,1 1 0 0 0,-1-1 0 0 0,1 1 0 0 0,1 0 0 0 0,-1 0 0 0 0,0 0 0 0 0,1 1 0 0 0,-3 5 0 0 0,-20 59-59 0 0,17-47 22 0 0,0 1 5 0 0,1 0 1 0 0,1 1-1 0 0,1-1 1 0 0,1 1-1 0 0,-1 39 0 0 0,5-59 30 0 0,0-1 0 0 0,0 1 0 0 0,0 0 0 0 0,1 0 0 0 0,0 0 0 0 0,-1-1 0 0 0,3 6 0 0 0,-2-8-9 0 0,-1 1 0 0 0,1-1 1 0 0,0 0-1 0 0,0 0 0 0 0,0 0 0 0 0,-1 0 0 0 0,1 0 1 0 0,0 0-1 0 0,0 0 0 0 0,0 0 0 0 0,0 0 0 0 0,1 0 1 0 0,-1-1-1 0 0,0 1 0 0 0,0 0 0 0 0,0-1 0 0 0,1 1 0 0 0,-1-1 1 0 0,0 1-1 0 0,1-1 0 0 0,-1 0 0 0 0,0 1 0 0 0,1-1 1 0 0,-1 0-1 0 0,0 0 0 0 0,1 0 0 0 0,-1 0 0 0 0,3-1 0 0 0,6 0 8 0 0,1-1-1 0 0,-1 0 1 0 0,1-1-1 0 0,-1 0 1 0 0,0-1-1 0 0,0 0 1 0 0,0 0-1 0 0,-1-1 1 0 0,1-1-1 0 0,-1 0 1 0 0,0 0-1 0 0,-1 0 1 0 0,0-1-1 0 0,0 0 1 0 0,8-10-1 0 0,-6 6-5 0 0,-1 0 0 0 0,0 0 0 0 0,-1-1 0 0 0,-1 0 0 0 0,0 0 0 0 0,0-1 0 0 0,-2 0 0 0 0,1 0 0 0 0,-2-1 0 0 0,1 1 0 0 0,2-19 0 0 0,-5 17-13 0 0,-1-1 1 0 0,0 1-1 0 0,-1-1 0 0 0,-4-28 1 0 0,4 40-8 0 0,-1-1 1 0 0,0 1-1 0 0,0-1 1 0 0,0 1-1 0 0,0 0 1 0 0,0-1-1 0 0,-1 1 1 0 0,0 0-1 0 0,0 0 1 0 0,0 0-1 0 0,-1 0 1 0 0,1 1-1 0 0,-1-1 1 0 0,0 1-1 0 0,0-1 1 0 0,0 1-1 0 0,0 0 1 0 0,0 0-1 0 0,-1 0 1 0 0,-6-3-1 0 0,8 5 1 0 0,-1 0 0 0 0,0 0-1 0 0,0 1 1 0 0,0-1 0 0 0,0 1 0 0 0,0 0-1 0 0,0 0 1 0 0,0 0 0 0 0,0 0 0 0 0,0 1-1 0 0,0-1 1 0 0,0 1 0 0 0,1 0 0 0 0,-1-1-1 0 0,0 1 1 0 0,0 0 0 0 0,1 1 0 0 0,-1-1-1 0 0,0 1 1 0 0,1-1 0 0 0,-1 1 0 0 0,1 0-1 0 0,0-1 1 0 0,0 1 0 0 0,-1 0 0 0 0,1 1-1 0 0,-3 3 1 0 0,-1 2-7 0 0,-1 0 0 0 0,2 0-1 0 0,-1 1 1 0 0,1 0 0 0 0,0 0-1 0 0,-5 15 1 0 0,8-17 4 0 0,-1 0 0 0 0,2 0 0 0 0,-1 0 0 0 0,1 0 0 0 0,0 0 1 0 0,1 0-1 0 0,-1 0 0 0 0,1 0 0 0 0,1 0 0 0 0,2 14 0 0 0,-3-18 9 0 0,1 0 0 0 0,0 0-1 0 0,0 0 1 0 0,1 0 0 0 0,-1 0 0 0 0,1 0 0 0 0,-1 0 0 0 0,1-1 0 0 0,0 1-1 0 0,0-1 1 0 0,0 1 0 0 0,0-1 0 0 0,0 0 0 0 0,1 0 0 0 0,-1 0 0 0 0,1 0 0 0 0,0 0-1 0 0,-1 0 1 0 0,1-1 0 0 0,0 0 0 0 0,0 1 0 0 0,0-1 0 0 0,0 0 0 0 0,0 0-1 0 0,0 0 1 0 0,5 0 0 0 0,6 0 7 0 0,0 0 0 0 0,-1-1 1 0 0,1-1-1 0 0,0 0 0 0 0,-1 0 0 0 0,1-2 0 0 0,25-7 0 0 0,0-3 19 0 0,50-25-1 0 0,-64 27-33 0 0,-1-2 1 0 0,0-1-1 0 0,-1-1 0 0 0,0-1 1 0 0,29-28-1 0 0,-40 32 4 0 0,1-1-1 0 0,-2 0 0 0 0,0-1 1 0 0,-1 0-1 0 0,0-1 1 0 0,-1 0-1 0 0,0-1 0 0 0,-1 1 1 0 0,9-29-1 0 0,-12 23 123 0 0,0 0 0 0 0,2-26 0 0 0,-7 44-89 0 0,-2 5-9 0 0,-1 0-17 0 0,0 1-1 0 0,1-1 1 0 0,-1 1 0 0 0,0 0 0 0 0,1 0-1 0 0,0 0 1 0 0,0 1 0 0 0,0-1 0 0 0,0 0-1 0 0,0 1 1 0 0,1-1 0 0 0,-2 6 0 0 0,-15 52 47 0 0,16-51-39 0 0,-92 546 1079 0 0,69-372-714 0 0,18-135-269 0 0,-75 494 585 0 0,80-530-671 0 0,-1 4 282 0 0,-1 29 0 0 0,6-46-288 0 0,0-1 0 0 0,0 0 0 0 0,1 1 0 0 0,-1-1 0 0 0,0 0 0 0 0,0 0 0 0 0,0 0 0 0 0,4-3 0 0 0,-3 3-10 0 0,3-5 10 0 0,0 0 0 0 0,1-1 0 0 0,-2 0 0 0 0,1 0 0 0 0,-1 0 0 0 0,8-15 0 0 0,20-49 22 0 0,-28 57-28 0 0,-1 0 0 0 0,0-1 1 0 0,0 1-1 0 0,-2-1 0 0 0,0 0 0 0 0,0 1 0 0 0,-1-1 1 0 0,-1 0-1 0 0,-4-29 0 0 0,1 25-4 0 0,-1 0 0 0 0,-1 0 0 0 0,-1 0 0 0 0,-1 1-1 0 0,-1 0 1 0 0,-17-31 0 0 0,1 12-3 0 0,-2 1-1 0 0,-2 2 1 0 0,-1 0 0 0 0,-1 2-1 0 0,-68-56 1 0 0,86 79 123 0 0,5 4-221 0 0,-1-1-1 0 0,1-1 0 0 0,0 1 1 0 0,1-1-1 0 0,-1 0 1 0 0,-6-11-1 0 0,12 16-63 0 0,0 0-1 0 0,0 0 0 0 0,0 0 1 0 0,1 0-1 0 0,-1 0 1 0 0,0-1-1 0 0,1 1 0 0 0,0 0 1 0 0,-1 0-1 0 0,1-1 1 0 0,0 1-1 0 0,0 0 1 0 0,1-1-1 0 0,-1 1 0 0 0,0 0 1 0 0,1-1-1 0 0,-1 1 1 0 0,1 0-1 0 0,0 0 1 0 0,-1 0-1 0 0,1 0 0 0 0,0-1 1 0 0,1 1-1 0 0,-1 0 1 0 0,0 1-1 0 0,0-1 1 0 0,1 0-1 0 0,-1 0 0 0 0,1 1 1 0 0,0-1-1 0 0,2-1 1 0 0,7-7-2069 0 0,0 0 1 0 0,16-9 0 0 0,-25 18 1832 0 0,19-14-4488 0 0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15:31.1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282 680 1652 0 0,'-10'6'1333'0'0,"0"1"0"0"0,1 0 0 0 0,-14 14 0 0 0,18-16-1052 0 0,1 1 0 0 0,0 0 0 0 0,0 0 0 0 0,1 0 0 0 0,-1 0 0 0 0,1 0 0 0 0,-4 14 0 0 0,7-20-282 0 0,-5 20 1809 0 0,10-20-680 0 0,6-11-837 0 0,10-12-72 0 0,-2-2 0 0 0,0 0 0 0 0,-2-1 0 0 0,21-43 0 0 0,100-233-76 0 0,-39 80 280 0 0,-85 188-232 0 0,-11 24-138 0 0,2 0 0 0 0,-1 0 1 0 0,12-17-1 0 0,-16 26-52 0 0,0 1 0 0 0,1-1-1 0 0,-1 1 1 0 0,1-1 0 0 0,-1 1 0 0 0,1-1-1 0 0,-1 1 1 0 0,1 0 0 0 0,-1-1-1 0 0,1 1 1 0 0,-1-1 0 0 0,1 1-1 0 0,-1 0 1 0 0,1 0 0 0 0,0-1 0 0 0,-1 1-1 0 0,1 0 1 0 0,0 0 0 0 0,-1 0-1 0 0,1 0 1 0 0,-1 0 0 0 0,1 0-1 0 0,0 0 1 0 0,-1 0 0 0 0,1 0 0 0 0,0 0-1 0 0,-1 0 1 0 0,1 0 0 0 0,0 0-1 0 0,-1 0 1 0 0,1 0 0 0 0,0 1-1 0 0,-1-1 1 0 0,1 0 0 0 0,-1 1 0 0 0,1-1-1 0 0,-1 0 1 0 0,1 1 0 0 0,-1-1-1 0 0,1 1 1 0 0,-1-1 0 0 0,1 1-1 0 0,-1-1 1 0 0,1 1 0 0 0,-1-1 0 0 0,0 1-1 0 0,1-1 1 0 0,0 2 0 0 0,15 28 14 0 0,-10-9 1 0 0,0-1 1 0 0,-2 2 0 0 0,0-1-1 0 0,1 25 1 0 0,-1 87 80 0 0,-11 140-79 0 0,2-95 486 0 0,-5-212-391 0 0,7 13-97 0 0,-1 1 0 0 0,-1-1 0 0 0,0 0-1 0 0,-2 1 1 0 0,0 0 0 0 0,-2 1 0 0 0,-13-25 0 0 0,17 35-10 0 0,-1 1 1 0 0,0 0 0 0 0,-1 0-1 0 0,1 0 1 0 0,-2 1-1 0 0,1 0 1 0 0,-1 0-1 0 0,0 0 1 0 0,0 1 0 0 0,-1 1-1 0 0,1-1 1 0 0,-1 2-1 0 0,-1-1 1 0 0,1 1 0 0 0,-1 0-1 0 0,1 1 1 0 0,-12-2-1 0 0,0 1-5 0 0,-1 1-1 0 0,0 1 1 0 0,1 1-1 0 0,-36 3 0 0 0,-82 17 3 0 0,44-4-4 0 0,89-14-1 0 0,-34 6 6 0 0,32-7-2 0 0,5 1 17 0 0,18-11 0 0 0,75-4-77 0 0,159-5 0 0 0,-97 11-1412 0 0,-63 2-272 0 0,58-5-4670 0 0,-112 8 2877 0 0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15:32.1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115 82 1932 0 0,'-12'-71'11505'0'0,"12"69"-11193"0"0,-2-1 10 0 0,0-2 121 0 0,-1 13-99 0 0,-75 306 1292 0 0,63-236-2409 0 0,15-77 693 0 0,0 0-1 0 0,-1-1 1 0 0,1 1 0 0 0,-1 0 0 0 0,1 0 0 0 0,0 0 0 0 0,0 0-1 0 0,0 0 1 0 0,-1 0 0 0 0,1 0 0 0 0,0 0 0 0 0,0 0-1 0 0,0-1 1 0 0,0 1 0 0 0,0 0 0 0 0,1 0 0 0 0,-1 0 0 0 0,0 0-1 0 0,0 0 1 0 0,1 0 0 0 0,-1 0 0 0 0,1 1 0 0 0,0-2-19 0 0,-1 0 1 0 0,1 1 0 0 0,0-1 0 0 0,-1 0-1 0 0,1 0 1 0 0,0 0 0 0 0,0 0 0 0 0,-1 0-1 0 0,1 0 1 0 0,0 0 0 0 0,0 0-1 0 0,-1 0 1 0 0,1 0 0 0 0,0 0 0 0 0,-1 0-1 0 0,1 0 1 0 0,0-1 0 0 0,-1 1 0 0 0,1 0-1 0 0,0 0 1 0 0,0-1 0 0 0,5-2-428 0 0,0-1 0 0 0,0 0 0 0 0,0 0 0 0 0,6-5 1 0 0,117-128-2850 0 0,-13-9 7199 0 0,-63 69 338 0 0,-52 76-3684 0 0,-5 1-455 0 0,0 1 1 0 0,0 0 0 0 0,1 0-1 0 0,-1 0 1 0 0,0 0-1 0 0,1 1 1 0 0,-1-1 0 0 0,1 1-1 0 0,0 0 1 0 0,-6 4 0 0 0,-28 25 116 0 0,37-30-138 0 0,-1-1 0 0 0,1 1 0 0 0,0-1 0 0 0,-1 0 0 0 0,1 1 0 0 0,0-1 1 0 0,-1 1-1 0 0,1-1 0 0 0,0 1 0 0 0,0-1 0 0 0,0 1 0 0 0,0-1 0 0 0,-1 1 0 0 0,1-1 1 0 0,0 1-1 0 0,0 0 0 0 0,0-1 0 0 0,0 1 0 0 0,0-1 0 0 0,0 1 0 0 0,0-1 0 0 0,1 1 1 0 0,-1-1-1 0 0,0 1 0 0 0,0-1 0 0 0,0 1 0 0 0,0-1 0 0 0,1 1 0 0 0,-1-1 0 0 0,0 1 1 0 0,1-1-1 0 0,-1 1 0 0 0,0-1 0 0 0,1 0 0 0 0,-1 1 0 0 0,0-1 0 0 0,1 1 0 0 0,-1-1 1 0 0,1 0-1 0 0,-1 0 0 0 0,1 1 0 0 0,-1-1 0 0 0,1 1 0 0 0,24 11 19 0 0,-3-4-18 0 0,-1 1 0 0 0,32 18-1 0 0,-32-16 10 0 0,-17-9 98 0 0,-1 0 0 0 0,1 0-1 0 0,-1 0 1 0 0,0 0-1 0 0,1 1 1 0 0,-1 0 0 0 0,0-1-1 0 0,-1 1 1 0 0,1 0-1 0 0,0 0 1 0 0,-1 1 0 0 0,0-1-1 0 0,0 0 1 0 0,0 1 0 0 0,0 0-1 0 0,0-1 1 0 0,-1 1-1 0 0,1 0 1 0 0,-1 0 0 0 0,1 8-1 0 0,-1-8 168 0 0,-2 1 0 0 0,1-1-1 0 0,0 1 1 0 0,-1-1 0 0 0,0 1 0 0 0,0-1-1 0 0,0 0 1 0 0,-1 1 0 0 0,1-1 0 0 0,-1 0-1 0 0,0 0 1 0 0,0 0 0 0 0,0 0 0 0 0,-1 0-1 0 0,0-1 1 0 0,1 1 0 0 0,-1-1 0 0 0,-5 5-1 0 0,0 0 47 0 0,-1-1 0 0 0,0-1 0 0 0,0 1 0 0 0,-1-2 0 0 0,1 1 0 0 0,-1-1 0 0 0,-1-1 0 0 0,1 0 0 0 0,0 0 0 0 0,-1-1 0 0 0,0 0 0 0 0,0-1 0 0 0,0 0 0 0 0,-19 1 0 0 0,24-3-366 0 0,-1-1 1 0 0,0 1-1 0 0,1-1 1 0 0,-1 0 0 0 0,1 0-1 0 0,0-1 1 0 0,-1 0-1 0 0,1 0 1 0 0,0 0 0 0 0,0-1-1 0 0,-8-5 1 0 0,9 5-367 0 0,1 0-1 0 0,0-1 1 0 0,0 0 0 0 0,0 0 0 0 0,0 0-1 0 0,1 0 1 0 0,0 0 0 0 0,-1-1-1 0 0,2 1 1 0 0,-1-1 0 0 0,0 0 0 0 0,1 0-1 0 0,0 0 1 0 0,0 0 0 0 0,-1-8 0 0 0,-2-14-3496 0 0,3 8-1942 0 0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15:32.2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 58 2876 0 0,'-7'-13'6559'0'0,"-9"-24"2384"0"0,16 35-8570 0 0,-3-3 736 0 0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15:34.0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0 221 672 0 0,'16'-33'7640'0'0,"-11"25"-5821"0"0,-4 7-1206 0 0,-1 0-584 0 0,0 1 0 0 0,0 0 0 0 0,0 0 0 0 0,0-1-1 0 0,0 1 1 0 0,0 0 0 0 0,0 0 0 0 0,0 0 0 0 0,0-1-1 0 0,0 1 1 0 0,0 0 0 0 0,0 0 0 0 0,0-1 0 0 0,0 1 0 0 0,0 0-1 0 0,0 0 1 0 0,1-1 0 0 0,-1 1 0 0 0,0 0 0 0 0,0 0-1 0 0,0 0 1 0 0,0-1 0 0 0,0 1 0 0 0,1 0 0 0 0,-1 0-1 0 0,0 0 1 0 0,0 0 0 0 0,0 0 0 0 0,0-1 0 0 0,1 1 0 0 0,-1 0-1 0 0,0 0 1 0 0,0 0 0 0 0,0 0 0 0 0,1 0 0 0 0,-1 0-1 0 0,0 0 1 0 0,0 0 0 0 0,1 0 0 0 0,-1 0 0 0 0,0 0-1 0 0,0 0 1 0 0,1 0 0 0 0,-1 0 0 0 0,0 0 0 0 0,0 0 0 0 0,1 0-1 0 0,-1 0 1 0 0,0 0 0 0 0,0 0 0 0 0,0 0 0 0 0,1 0-1 0 0,-1 0 1 0 0,0 0 0 0 0,0 0 0 0 0,0 1 0 0 0,1-1-1 0 0,-1 0 1 0 0,0 0 0 0 0,0 0 0 0 0,1 1 11 0 0,0 0 0 0 0,0-1 1 0 0,-1 1-1 0 0,1 0 0 0 0,0 0 1 0 0,-1-1-1 0 0,1 1 0 0 0,0 0 0 0 0,-1 0 1 0 0,0 0-1 0 0,1 0 0 0 0,-1 0 0 0 0,1-1 1 0 0,-1 1-1 0 0,0 0 0 0 0,0 0 0 0 0,1 0 1 0 0,-1 0-1 0 0,0 2 0 0 0,-7 161 2052 0 0,7-1-1709 0 0,0-162-366 0 0,0 0 1 0 0,0 0-1 0 0,-1 0 0 0 0,1 0 0 0 0,0 0 1 0 0,0 0-1 0 0,1 0 0 0 0,-1 0 1 0 0,0 0-1 0 0,0 0 0 0 0,0 0 0 0 0,1-1 1 0 0,-1 1-1 0 0,0 0 0 0 0,1 0 1 0 0,-1 0-1 0 0,1 0 0 0 0,-1 0 0 0 0,1 0 1 0 0,0 0-1 0 0,-1-1 0 0 0,1 1 0 0 0,0 0 1 0 0,-1-1-1 0 0,3 2 0 0 0,-2-2-7 0 0,0 0 0 0 0,0 1-1 0 0,1-1 1 0 0,-1-1 0 0 0,0 1 0 0 0,0 0-1 0 0,0 0 1 0 0,1 0 0 0 0,-1-1 0 0 0,0 1-1 0 0,0 0 1 0 0,0-1 0 0 0,0 1-1 0 0,0-1 1 0 0,0 1 0 0 0,0-1 0 0 0,2-1-1 0 0,5-4 13 0 0,0-1 0 0 0,-1 1 0 0 0,11-13 0 0 0,1-6-13 0 0,-2 0 0 0 0,0-1-1 0 0,19-41 1 0 0,5-9-167 0 0,-41 75 115 0 0,4 4-41 0 0,-3-2 84 0 0,-1-1 0 0 0,0 0 0 0 0,1 0 0 0 0,-1 0 0 0 0,0 0 0 0 0,1 0 0 0 0,-1 1 0 0 0,0-1 0 0 0,1 0 0 0 0,-1 0 0 0 0,0 0 0 0 0,1 1 0 0 0,-1-1 0 0 0,0 0 0 0 0,0 0 0 0 0,1 1 0 0 0,-1-1 0 0 0,0 0 0 0 0,0 1 0 0 0,0-1 0 0 0,1 0 0 0 0,-1 1 0 0 0,0-1 0 0 0,0 0 0 0 0,0 1 0 0 0,13 76 3 0 0,-11-55-3 0 0,2 0 0 0 0,0 0 0 0 0,8 23 0 0 0,-10-39-5 0 0,0-1 26 0 0,0 0 0 0 0,0 0-1 0 0,0 1 1 0 0,1-2 0 0 0,5 9-1 0 0,-7-12-13 0 0,-1 0 0 0 0,1 0-1 0 0,0 0 1 0 0,0 0 0 0 0,0 0-1 0 0,0 0 1 0 0,0 0 0 0 0,0-1-1 0 0,1 1 1 0 0,-1 0 0 0 0,0-1-1 0 0,0 1 1 0 0,0-1 0 0 0,1 1-1 0 0,-1-1 1 0 0,0 0 0 0 0,1 1-1 0 0,-1-1 1 0 0,0 0 0 0 0,1 0-1 0 0,-1 0 1 0 0,0 0 0 0 0,1 0-1 0 0,-1 0 1 0 0,0-1 0 0 0,1 1-1 0 0,-1 0 1 0 0,0-1 0 0 0,0 1-1 0 0,1-1 1 0 0,0 0 0 0 0,3-1 2 0 0,0-1 1 0 0,0 0 0 0 0,0 0 0 0 0,-1 0-1 0 0,1-1 1 0 0,-1 0 0 0 0,0 0 0 0 0,0 0-1 0 0,-1 0 1 0 0,5-6 0 0 0,-2 0-6 0 0,0 0 0 0 0,0 0 0 0 0,-1-1 0 0 0,5-16 1 0 0,-1-2-20 0 0,-2 0 1 0 0,-1-1 0 0 0,2-30-1 0 0,-5-69-171 0 0,-3 128 146 0 0,-1-5-33 0 0,0 3 11 0 0,-1 9 40 0 0,1-5 6 0 0,2 9-20 0 0,0-8 37 0 0,0-1-1 0 0,0 0 1 0 0,0 1 0 0 0,0-1-1 0 0,0 0 1 0 0,0 0-1 0 0,1 1 1 0 0,-1-1-1 0 0,0 0 1 0 0,1 0-1 0 0,-1 0 1 0 0,0-1-1 0 0,1 1 1 0 0,0 0-1 0 0,-1-1 1 0 0,3 2-1 0 0,1-1 2 0 0,0 0 0 0 0,0 0 0 0 0,0 0 1 0 0,0-1-1 0 0,8 0 0 0 0,3 0-15 0 0,0-2 0 0 0,26-6 1 0 0,4-3-47 0 0,58-21-1 0 0,-88 26 61 0 0,-1-1-1 0 0,-1 0 0 0 0,1-1 0 0 0,-1 0 0 0 0,-1-1 1 0 0,1-1-1 0 0,16-16 0 0 0,-31 27-2 0 0,0-1 0 0 0,0 1 1 0 0,0-1-1 0 0,0 1 0 0 0,1-1 0 0 0,-1 0 0 0 0,0 1 0 0 0,0-1 0 0 0,0 0 1 0 0,0 0-1 0 0,0 0 0 0 0,0 0 0 0 0,0 0 0 0 0,0 0 0 0 0,0 0 0 0 0,0 0 1 0 0,0 0-1 0 0,0 0 0 0 0,0 0 0 0 0,0-1 0 0 0,0 1 0 0 0,0 0 0 0 0,0-1 1 0 0,0 1-1 0 0,1-1 0 0 0,-1 1 0 0 0,0-1 0 0 0,0 1 0 0 0,0-1 0 0 0,1 0 1 0 0,-1 1-1 0 0,0-1 0 0 0,1 0 0 0 0,-1 0 0 0 0,0 1 0 0 0,1-1 0 0 0,-1 0 1 0 0,1 0-1 0 0,-1 0 0 0 0,1 0 0 0 0,0 0 0 0 0,-1 0 0 0 0,1 1 0 0 0,0-1 1 0 0,0 0-1 0 0,0 0 0 0 0,-1 0 0 0 0,1 0 0 0 0,0 0 0 0 0,0 0 0 0 0,0 0 1 0 0,1 0-1 0 0,-1 0 0 0 0,0 0 0 0 0,0 0 0 0 0,0 0 0 0 0,1 0 0 0 0,-1 0 1 0 0,1 0-1 0 0,-1 0 0 0 0,0 0 0 0 0,1 1 0 0 0,0-1 0 0 0,-1 0 0 0 0,1 0 1 0 0,-1 1-1 0 0,1-1 0 0 0,0 0 0 0 0,1-1 0 0 0,-15 8-22 0 0,0 1 0 0 0,1 0 0 0 0,-1 0 0 0 0,-16 15 0 0 0,23-16 18 0 0,0 0-1 0 0,0 0 1 0 0,0 0-1 0 0,1 1 0 0 0,0 0 1 0 0,0 0-1 0 0,1 0 0 0 0,0 1 1 0 0,-4 9-1 0 0,7-15 8 0 0,1 0 0 0 0,-1 0-1 0 0,1 0 1 0 0,0 0 0 0 0,-1 0 0 0 0,1 0-1 0 0,0 1 1 0 0,0-1 0 0 0,1 0 0 0 0,-1 0-1 0 0,0 0 1 0 0,1 0 0 0 0,-1 0 0 0 0,1 0-1 0 0,0 0 1 0 0,-1-1 0 0 0,1 1 0 0 0,0 0-1 0 0,0 0 1 0 0,0 0 0 0 0,1-1 0 0 0,-1 1-1 0 0,0 0 1 0 0,1-1 0 0 0,-1 0 0 0 0,1 1-1 0 0,1 1 1 0 0,2 1 6 0 0,0 0-1 0 0,1-1 0 0 0,-1 1 1 0 0,1-1-1 0 0,-1 0 0 0 0,1 0 1 0 0,8 2-1 0 0,4-1 2 0 0,0 0 1 0 0,1-1-1 0 0,0-1 0 0 0,22 0 1 0 0,70-6 39 0 0,-102 2-42 0 0,1 0 0 0 0,0 0 0 0 0,10-5 1 0 0,-17 6 0 0 0,-2 1 4 0 0,-1-1-44 0 0,-1 1 32 0 0,0-1 0 0 0,1 1-1 0 0,-1 0 1 0 0,0-1 0 0 0,1 1-1 0 0,-1 0 1 0 0,0-1 0 0 0,0 1 0 0 0,1 0-1 0 0,-1 0 1 0 0,0 0 0 0 0,0 0-1 0 0,0-1 1 0 0,0 2 0 0 0,-10 3 2 0 0,1 1 0 0 0,-1 0 0 0 0,2 1 0 0 0,-1 1 1 0 0,1-1-1 0 0,-1 1 0 0 0,2 1 0 0 0,-1 0 0 0 0,1 0 0 0 0,-9 12 0 0 0,0 3 16 0 0,0-1-1 0 0,2 2 1 0 0,-15 30-1 0 0,25-45-22 0 0,1 0-1 0 0,0 1 1 0 0,0-1-1 0 0,1 1 1 0 0,1 0-1 0 0,-1 0 1 0 0,1 0-1 0 0,1 0 1 0 0,0 0-1 0 0,1 0 1 0 0,0 13-1 0 0,1-20 5 0 0,-1-1 0 0 0,1 1 0 0 0,0-1-1 0 0,0 0 1 0 0,0 1 0 0 0,1-1-1 0 0,-1 0 1 0 0,0 0 0 0 0,1 0 0 0 0,0 0-1 0 0,-1 0 1 0 0,1 0 0 0 0,0-1-1 0 0,0 1 1 0 0,0 0 0 0 0,0-1 0 0 0,0 1-1 0 0,0-1 1 0 0,0 0 0 0 0,1 0-1 0 0,-1 0 1 0 0,0 0 0 0 0,1 0-1 0 0,-1-1 1 0 0,1 1 0 0 0,-1 0 0 0 0,1-1-1 0 0,-1 0 1 0 0,5 0 0 0 0,7 1-329 0 0,1-1-1 0 0,-1-1 1 0 0,27-4 0 0 0,-36 4 152 0 0,11-2-169 0 0,0 0 1 0 0,1-1 0 0 0,-1-1-1 0 0,-1-1 1 0 0,1 0 0 0 0,-1-1-1 0 0,0-1 1 0 0,-1 0 0 0 0,0-1-1 0 0,0-1 1 0 0,22-20 0 0 0,-22 17 445 0 0,-1-2 1 0 0,0 1 0 0 0,-1-2-1 0 0,-1 1 1 0 0,-1-2 0 0 0,0 0 0 0 0,-1 0-1 0 0,-1 0 1 0 0,12-36 0 0 0,5-45 4076 0 0,-25 96-4052 0 0,2-4 212 0 0,-12 37 21 0 0,0 0-1 0 0,2 1 1 0 0,1-1 0 0 0,2 2 0 0 0,1-1-1 0 0,0 59 1 0 0,4-90-343 0 0,0 0-1 0 0,0 0 1 0 0,0 0 0 0 0,0 0 0 0 0,0 0-1 0 0,0 0 1 0 0,0 0 0 0 0,1 0-1 0 0,-1 0 1 0 0,0 0 0 0 0,1 0 0 0 0,-1 0-1 0 0,1 0 1 0 0,-1 0 0 0 0,1 0-1 0 0,-1 0 1 0 0,1 0 0 0 0,0 0 0 0 0,-1-1-1 0 0,1 1 1 0 0,0 0 0 0 0,0 0-1 0 0,-1-1 1 0 0,1 1 0 0 0,1 0 0 0 0,0 0-9 0 0,0-1 0 0 0,0 1 0 0 0,-1-1 1 0 0,1 1-1 0 0,0-1 0 0 0,0 0 1 0 0,0 0-1 0 0,0 0 0 0 0,0 0 0 0 0,0 0 1 0 0,0 0-1 0 0,3-2 0 0 0,2 0-269 0 0,1 0-1 0 0,0-1 0 0 0,-1 0 1 0 0,0 0-1 0 0,9-6 1 0 0,1-2-1833 0 0,24-20 0 0 0,-8-3-3877 0 0,-22 17 1468 0 0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15:34.2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112 87 1556 0 0,'-13'-11'4309'0'0,"-24"-18"0"0"0,-10-8 476 0 0,40 32-3280 0 0,-1 0-4446 0 0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15:34.5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77 85 748 0 0,'6'-42'10676'0'0,"-4"0"-4065"0"0,-2 58-5752 0 0,-19 210 3813 0 0,6-123-3910 0 0,-11 64-176 0 0,-4 58-284 0 0,27-155-1019 0 0,1-70 628 0 0,1 1 1 0 0,-1 0 0 0 0,0-1-1 0 0,0 1 1 0 0,0 0-1 0 0,0-1 1 0 0,1 1-1 0 0,-1 0 1 0 0,0-1-1 0 0,1 1 1 0 0,-1-1-1 0 0,0 1 1 0 0,1 0-1 0 0,-1-1 1 0 0,1 1 0 0 0,-1-1-1 0 0,1 1 1 0 0,-1-1-1 0 0,1 1 1 0 0,-1-1-1 0 0,1 0 1 0 0,-1 1-1 0 0,1-1 1 0 0,0 0-1 0 0,-1 1 1 0 0,1-1 0 0 0,0 0-1 0 0,-1 0 1 0 0,1 1-1 0 0,0-1 1 0 0,-1 0-1 0 0,1 0 1 0 0,0 0-1 0 0,0 0 1 0 0,-1 0-1 0 0,2 0 1 0 0,24-4-3552 0 0,-22 3 2361 0 0,1-1 1 0 0,-1 1 0 0 0,0-1-1 0 0,0-1 1 0 0,7-3 0 0 0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15:34.9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115 107 1844 0 0,'-3'-24'5424'0'0,"-1"0"-1"0"0,-11-35 758 0 0,3 86-4996 0 0,-23 142 2968 0 0,2 90-2157 0 0,27-204-1828 0 0,2-15 40 0 0,1 1 0 0 0,4 55 0 0 0,-1-94-218 0 0,1-1 0 0 0,-1 0-1 0 0,0 1 1 0 0,1-1 0 0 0,-1 0 0 0 0,0 1 0 0 0,1-1 0 0 0,-1 0-1 0 0,1 0 1 0 0,0 1 0 0 0,0-1 0 0 0,-1 0 0 0 0,1 0 0 0 0,0 0 0 0 0,0 0-1 0 0,0 0 1 0 0,0 0 0 0 0,0 0 0 0 0,0 0 0 0 0,0 0 0 0 0,0-1 0 0 0,1 1-1 0 0,-1 0 1 0 0,0-1 0 0 0,0 1 0 0 0,1-1 0 0 0,-1 1 0 0 0,0-1 0 0 0,1 0-1 0 0,-1 1 1 0 0,0-1 0 0 0,1 0 0 0 0,-1 0 0 0 0,1 0 0 0 0,1 0-1 0 0,4 0-369 0 0,0-1-1 0 0,1 0 1 0 0,-1 0-1 0 0,12-4 1 0 0,-18 5 304 0 0,12-4-1194 0 0,-1 0 1 0 0,0-1-1 0 0,-1-1 0 0 0,1 0 0 0 0,17-12 0 0 0,-19 11-942 0 0,-1 0 1 0 0,0-1-1 0 0,11-13 0 0 0,-4 2-3572 0 0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15:35.2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182 147 640 0 0,'-179'-36'15717'0'0,"177"35"-15376"0"0,2 0-308 0 0,0 0 0 0 0,0 0 1 0 0,1 1-1 0 0,-1-1 0 0 0,0 0 1 0 0,1 0-1 0 0,-1 0 0 0 0,1 0 1 0 0,-1 1-1 0 0,1-1 0 0 0,-1 0 1 0 0,1 0-1 0 0,-1 1 0 0 0,1-1 1 0 0,0 0-1 0 0,-1 1 0 0 0,1-1 1 0 0,0 1-1 0 0,0-1 1 0 0,-1 1-1 0 0,1-1 0 0 0,0 1 1 0 0,0 0-1 0 0,0-1 0 0 0,1 1 1 0 0,29-8 26 0 0,-20 6 41 0 0,368-65 333 0 0,-215 53-4183 0 0,-151 13 2407 0 0,19 0-4746 0 0,-14 4 1511 0 0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15:35.7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262 91 96 0 0,'-3'0'1976'0'0,"-22"3"1987"0"0,22-3-3087 0 0,0 0-94 0 0,-8 0-176 0 0,8 0-73 0 0,1 1-155 0 0,0-2-327 0 0,1 1 10 0 0,-1 0 0 0 0,0 0-1 0 0,1 0 1 0 0,-1 1-1 0 0,1-1 1 0 0,-1 0-1 0 0,0 0 1 0 0,1 1-1 0 0,-1-1 1 0 0,1 1 0 0 0,-1 0-1 0 0,1-1 1 0 0,-1 1-1 0 0,1 0 1 0 0,0 0-1 0 0,-1 0 1 0 0,1 0-1 0 0,0 0 1 0 0,0 0 0 0 0,0 0-1 0 0,-2 2 1 0 0,-6 8 238 0 0,8-10-56 0 0,1 0-230 0 0,0-1 1 0 0,-1 1-1 0 0,1-1 1 0 0,0 1-1 0 0,0-1 1 0 0,0 1-1 0 0,0-1 1 0 0,0 1-1 0 0,1-1 1 0 0,-1 1-1 0 0,0-1 1 0 0,0 1-1 0 0,0-1 1 0 0,0 1 0 0 0,0-1-1 0 0,1 1 1 0 0,-1-1-1 0 0,0 1 1 0 0,1-1-1 0 0,-1 1 1 0 0,0-1-1 0 0,1 1 1 0 0,-1-1-1 0 0,0 0 1 0 0,1 1-1 0 0,-1-1 1 0 0,1 0-1 0 0,-1 1 1 0 0,0-1-1 0 0,1 0 1 0 0,-1 0-1 0 0,1 1 1 0 0,0-1-1 0 0,37 0 361 0 0,-35 0-358 0 0,0 0 1 0 0,0 0-1 0 0,1-1 0 0 0,-1 1 0 0 0,0-1 1 0 0,0 0-1 0 0,0 0 0 0 0,0 0 0 0 0,0 0 0 0 0,0 0 1 0 0,0-1-1 0 0,0 1 0 0 0,-1-1 0 0 0,1 0 1 0 0,0 0-1 0 0,-1 0 0 0 0,0 0 0 0 0,1 0 1 0 0,-1 0-1 0 0,0-1 0 0 0,0 1 0 0 0,0-1 1 0 0,0 0-1 0 0,-1 1 0 0 0,1-1 0 0 0,-1 0 1 0 0,0 0-1 0 0,0 0 0 0 0,0 0 0 0 0,1-5 0 0 0,-1 5-14 0 0,-1 0-1 0 0,0 0 0 0 0,0 0 1 0 0,0 1-1 0 0,0-1 0 0 0,-1 0 0 0 0,1 0 1 0 0,-1 0-1 0 0,0 1 0 0 0,1-1 0 0 0,-1 0 1 0 0,0 0-1 0 0,-1 1 0 0 0,1-1 0 0 0,0 1 1 0 0,-1-1-1 0 0,0 1 0 0 0,1 0 0 0 0,-1 0 1 0 0,0 0-1 0 0,0-1 0 0 0,0 2 0 0 0,-1-1 1 0 0,1 0-1 0 0,0 0 0 0 0,-1 1 0 0 0,1-1 1 0 0,-1 1-1 0 0,1 0 0 0 0,-1 0 1 0 0,0 0-1 0 0,1 0 0 0 0,-1 0 0 0 0,0 1 1 0 0,0-1-1 0 0,0 1 0 0 0,1-1 0 0 0,-1 1 1 0 0,0 0-1 0 0,0 1 0 0 0,0-1 0 0 0,0 0 1 0 0,0 1-1 0 0,-3 0 0 0 0,-4 2 7 0 0,-1 0 1 0 0,1 1-1 0 0,0 0 0 0 0,0 1 0 0 0,1 0 0 0 0,-1 0 1 0 0,1 1-1 0 0,1 0 0 0 0,-1 1 0 0 0,1 0 0 0 0,0 0 1 0 0,-8 9-1 0 0,8-6 28 0 0,0 0 1 0 0,0 0 0 0 0,1 0-1 0 0,0 1 1 0 0,1 0 0 0 0,0 0 0 0 0,1 0-1 0 0,0 1 1 0 0,1 0 0 0 0,-4 18-1 0 0,7-26-20 0 0,0-1 0 0 0,1 1-1 0 0,-1-1 1 0 0,1 0 0 0 0,0 1-1 0 0,0-1 1 0 0,0 1 0 0 0,1-1-1 0 0,-1 1 1 0 0,1-1 0 0 0,0 0-1 0 0,0 1 1 0 0,0-1 0 0 0,0 0-1 0 0,1 0 1 0 0,-1 0 0 0 0,1 1-1 0 0,2 2 1 0 0,-1-3-2 0 0,0 0 1 0 0,0 0 0 0 0,1 0-1 0 0,-1 0 1 0 0,1-1-1 0 0,0 1 1 0 0,-1-1-1 0 0,1 0 1 0 0,0 0-1 0 0,0-1 1 0 0,0 1-1 0 0,7 1 1 0 0,3 0-387 0 0,0-1-1 0 0,-1-1 1 0 0,1 0 0 0 0,0 0-1 0 0,0-2 1 0 0,0 0 0 0 0,-1 0-1 0 0,16-4 1 0 0,17-9-3860 0 0,-21 4 693 0 0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15:36.2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1 112 1648 0 0,'36'-84'11058'0'0,"-35"83"-10727"0"0,3-4 287 0 0,-2 3-299 0 0,-1 13-230 0 0,-4 37 1354 0 0,-11 64 0 0 0,2-30-869 0 0,12-79-525 0 0,0 0-1 0 0,0-1 1 0 0,-1 1 0 0 0,1-1 0 0 0,-1 1-1 0 0,0-1 1 0 0,0 1 0 0 0,-1 3-1 0 0,1-7-47 0 0,1 1 0 0 0,0-1 0 0 0,0 1-1 0 0,-1-1 1 0 0,1 0 0 0 0,0 1 0 0 0,0-1 0 0 0,0 0-1 0 0,0 1 1 0 0,0-1 0 0 0,0 1 0 0 0,0-1-1 0 0,0 0 1 0 0,0 1 0 0 0,0-1 0 0 0,0 0-1 0 0,0 1 1 0 0,1-1 0 0 0,-1 1 0 0 0,0-1-1 0 0,0 0 1 0 0,1 1 0 0 0,-1-1 0 0 0,1 0-1 0 0,7-23-91 0 0,2 1 1 0 0,0 0-1 0 0,1 1 0 0 0,2 0 0 0 0,0 1 0 0 0,1 0 0 0 0,1 1 1 0 0,1 1-1 0 0,1 1 0 0 0,0 0 0 0 0,25-20 0 0 0,-40 37 87 0 0,0-1 0 0 0,0 1-1 0 0,0 0 1 0 0,0-1 0 0 0,0 1 0 0 0,0 0-1 0 0,0 0 1 0 0,0 0 0 0 0,0 0 0 0 0,0 1-1 0 0,1-1 1 0 0,-1 1 0 0 0,0-1 0 0 0,1 1-1 0 0,-1 0 1 0 0,0 0 0 0 0,1 0 0 0 0,-1 0-1 0 0,0 0 1 0 0,1 0 0 0 0,-1 1 0 0 0,3 0-1 0 0,-2 0 0 0 0,-1 0 0 0 0,1 1 0 0 0,-1-1 0 0 0,1 1 0 0 0,-1 0 0 0 0,0 0 0 0 0,1 0 0 0 0,-1 0-1 0 0,0 0 1 0 0,0 0 0 0 0,0 1 0 0 0,-1-1 0 0 0,1 1 0 0 0,-1-1 0 0 0,1 1 0 0 0,1 5 0 0 0,3 10 70 0 0,0 1 0 0 0,-1 0 0 0 0,-2 0 1 0 0,4 37-1 0 0,0 4 58 0 0,-7-60-118 0 0,0 1-1 0 0,0 0 1 0 0,1-1-1 0 0,-1 1 1 0 0,0 0 0 0 0,1-1-1 0 0,-1 1 1 0 0,1 0 0 0 0,-1-1-1 0 0,1 1 1 0 0,-1-1-1 0 0,1 1 1 0 0,-1-1 0 0 0,1 1-1 0 0,-1-1 1 0 0,1 1 0 0 0,0-1-1 0 0,-1 1 1 0 0,1-1 0 0 0,0 0-1 0 0,-1 0 1 0 0,1 1-1 0 0,0-1 1 0 0,-1 0 0 0 0,1 0-1 0 0,0 0 1 0 0,0 1 0 0 0,-1-1-1 0 0,1 0 1 0 0,0 0-1 0 0,0 0 1 0 0,-1 0 0 0 0,1-1-1 0 0,0 1 1 0 0,0 0 0 0 0,-1 0-1 0 0,1 0 1 0 0,0-1 0 0 0,0 1-1 0 0,0-1 1 0 0,28-11-518 0 0,-7-1-1714 0 0,28-23 1 0 0,-6-2-3592 0 0,-26 21 1661 0 0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15:37.9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84 372 948 0 0,'-3'1'1838'0'0,"-11"1"45"0"0,8-1-1147 0 0,1 0 0 0 0,0 0 0 0 0,-1 0 0 0 0,1 1 0 0 0,-9 3 0 0 0,12-3-599 0 0,0-1-1 0 0,1 0 1 0 0,-1 0 0 0 0,0 1 0 0 0,1-1 0 0 0,-1 1-1 0 0,1 0 1 0 0,-1-1 0 0 0,1 1 0 0 0,0 0 0 0 0,0 0 0 0 0,0 0-1 0 0,0-1 1 0 0,0 1 0 0 0,0 0 0 0 0,0 1 0 0 0,1-1-1 0 0,-1 0 1 0 0,0 2 0 0 0,1-2 80 0 0,2 15 913 0 0,-2-17-1055 0 0,0 1 0 0 0,0 0 0 0 0,0-1-1 0 0,0 1 1 0 0,0 0 0 0 0,0-1 0 0 0,1 1 0 0 0,-1 0 0 0 0,0-1-1 0 0,0 1 1 0 0,1-1 0 0 0,-1 1 0 0 0,0 0 0 0 0,1-1 0 0 0,-1 1 0 0 0,1-1-1 0 0,-1 1 1 0 0,1-1 0 0 0,-1 1 0 0 0,1-1 0 0 0,-1 0 0 0 0,1 1 0 0 0,-1-1-1 0 0,1 1 1 0 0,0-1 0 0 0,4-1-18 0 0,0-1-1 0 0,0 0 1 0 0,0-1 0 0 0,0 1-1 0 0,0-1 1 0 0,-1 0 0 0 0,0 0 0 0 0,1 0-1 0 0,-1-1 1 0 0,0 1 0 0 0,-1-1-1 0 0,1 0 1 0 0,4-6 0 0 0,9-13-6 0 0,18-33 0 0 0,-19 28-15 0 0,23-36-26 0 0,28-43-33 0 0,-57 92 7 0 0,2 1 0 0 0,0 0 0 0 0,1 0-1 0 0,24-20 1 0 0,-32 31 8 0 0,0 0 1 0 0,0 1-1 0 0,0-1 0 0 0,0 1 0 0 0,1 0 0 0 0,-1 0 1 0 0,1 1-1 0 0,-1-1 0 0 0,1 1 0 0 0,-1 0 1 0 0,1 1-1 0 0,0-1 0 0 0,0 1 0 0 0,-1 1 0 0 0,1-1 1 0 0,0 1-1 0 0,-1 0 0 0 0,1 0 0 0 0,10 4 1 0 0,6 2 0 0 0,-1 2 0 0 0,0 0 0 0 0,28 18 0 0 0,-40-21 18 0 0,-6-4 13 0 0,-1 0 0 0 0,1-1 1 0 0,0 1-1 0 0,-1-1 0 0 0,1 1 0 0 0,0-1 0 0 0,0 0 1 0 0,0 0-1 0 0,5 1 0 0 0,-26-17 15 0 0,8 8-41 0 0,-4-3 10 0 0,-29-14 0 0 0,38 21-17 0 0,0 1 0 0 0,0 0 0 0 0,-1 1 0 0 0,1-1 0 0 0,0 1 0 0 0,-1 0 0 0 0,1 0 0 0 0,0 1 0 0 0,-1-1 0 0 0,1 1 0 0 0,-7 1 0 0 0,4 1 0 0 0,-1 1 1 0 0,1 0 0 0 0,0 0-1 0 0,0 0 1 0 0,0 1 0 0 0,0 0-1 0 0,0 1 1 0 0,1 0 0 0 0,0 0-1 0 0,0 1 1 0 0,0-1 0 0 0,1 2-1 0 0,0-1 1 0 0,0 1-1 0 0,-9 13 1 0 0,5-7 12 0 0,1 1 0 0 0,1 0-1 0 0,0 1 1 0 0,1 0 0 0 0,1 0 0 0 0,0 1 0 0 0,-7 30-1 0 0,12-39 3 0 0,0 0 0 0 0,0 0 0 0 0,1-1 0 0 0,-1 1 0 0 0,2 0 0 0 0,-1 0 0 0 0,1 0 0 0 0,0-1 0 0 0,2 10 0 0 0,-2-14 3 0 0,0 1 0 0 0,0-1 0 0 0,0 1 1 0 0,1-1-1 0 0,-1 0 0 0 0,1 1 0 0 0,-1-1 1 0 0,1 0-1 0 0,0 0 0 0 0,0 0 0 0 0,0 0 1 0 0,0 0-1 0 0,0-1 0 0 0,0 1 0 0 0,0-1 1 0 0,1 1-1 0 0,-1-1 0 0 0,1 0 0 0 0,-1 0 1 0 0,1 0-1 0 0,-1 0 0 0 0,1 0 0 0 0,-1 0 1 0 0,1-1-1 0 0,0 0 0 0 0,0 1 0 0 0,2-1 0 0 0,3 0-4 0 0,0 0 0 0 0,0 0 0 0 0,-1-1-1 0 0,1 0 1 0 0,0 0 0 0 0,0-1 0 0 0,-1 0-1 0 0,0 0 1 0 0,1 0 0 0 0,-1-1-1 0 0,8-5 1 0 0,-5 2-8 0 0,1 0 1 0 0,-1-2-1 0 0,-1 1 0 0 0,1-1 0 0 0,-1 0 1 0 0,11-15-1 0 0,-1-1-9 0 0,-2-1 0 0 0,0-1-1 0 0,-2 0 1 0 0,23-57 0 0 0,-32 69 3 0 0,-4 7-15 0 0,1 1 0 0 0,-1 0 0 0 0,1 0 1 0 0,4-6-1 0 0,-6 11-24 0 0,0 2-54 0 0,0 2 98 0 0,0 0 0 0 0,0 1 0 0 0,-1-1 0 0 0,1 0-1 0 0,-1 1 1 0 0,0-1 0 0 0,0 0 0 0 0,0 1 0 0 0,0-1 0 0 0,0 0 0 0 0,-1 1-1 0 0,1-1 1 0 0,-1 0 0 0 0,-2 6 0 0 0,-1 7-7 0 0,-4 39 29 0 0,4-33-2 0 0,1-1 0 0 0,1 1 1 0 0,0-1-1 0 0,2 1 0 0 0,3 26 1 0 0,-3-46-11 0 0,0 0 1 0 0,1 0-1 0 0,-1-1 1 0 0,1 1-1 0 0,-1 0 1 0 0,1 0-1 0 0,0 0 1 0 0,0-1-1 0 0,0 1 1 0 0,0 0-1 0 0,0-1 1 0 0,0 1-1 0 0,0-1 1 0 0,0 1 0 0 0,1-1-1 0 0,-1 0 1 0 0,1 1-1 0 0,-1-1 1 0 0,1 0-1 0 0,2 2 1 0 0,-1-2-3 0 0,0 0 0 0 0,0 0 1 0 0,0 0-1 0 0,1-1 1 0 0,-1 1-1 0 0,0-1 1 0 0,0 1-1 0 0,1-1 1 0 0,-1 0-1 0 0,0-1 1 0 0,4 1-1 0 0,5-2-4 0 0,-1-1 0 0 0,1 0 1 0 0,-1-1-1 0 0,0 0 0 0 0,16-8 0 0 0,7-8-6 0 0,-1-2 0 0 0,-1 0 1 0 0,-1-2-1 0 0,-1-2 0 0 0,-2 0 0 0 0,0-2 0 0 0,-2-1 0 0 0,27-39 0 0 0,-5-10 129 0 0,-48 78-123 0 0,0 0-1 0 0,0 0 1 0 0,-1 0-1 0 0,1 0 0 0 0,0 0 1 0 0,-1 0-1 0 0,1 0 1 0 0,0 0-1 0 0,-1 0 1 0 0,1 0-1 0 0,0 0 1 0 0,-1 0-1 0 0,1 0 1 0 0,0 0-1 0 0,-1 0 0 0 0,1 0 1 0 0,0 0-1 0 0,0 0 1 0 0,-1-1-1 0 0,1 1 1 0 0,0 0-1 0 0,-1 0 1 0 0,1 0-1 0 0,0-1 1 0 0,0 1-1 0 0,-1 0 1 0 0,1 0-1 0 0,0 0 0 0 0,0-1 1 0 0,0 1-1 0 0,-1 0 1 0 0,1-1-1 0 0,0 1 1 0 0,0 0-1 0 0,0 0 1 0 0,0-1-1 0 0,0 1 1 0 0,0 0-1 0 0,0-1 0 0 0,-1 1 1 0 0,1 0-1 0 0,0-1 1 0 0,0 1-1 0 0,0 0 1 0 0,0-1-1 0 0,0 1 1 0 0,0 0-1 0 0,1-1 1 0 0,-1 1-1 0 0,0 0 1 0 0,0 0-1 0 0,0-1 0 0 0,0 1 1 0 0,0 0-1 0 0,0-1 1 0 0,0 1-1 0 0,1 0 1 0 0,-1 0-1 0 0,0-1 1 0 0,0 1-1 0 0,0 0 1 0 0,1 0-1 0 0,-1-1 0 0 0,0 1 1 0 0,0 0-1 0 0,1 0 1 0 0,-1 0-1 0 0,1-1 1 0 0,-25 6-40 0 0,22-5 48 0 0,-2 2-14 0 0,1 0 0 0 0,-1 0-1 0 0,0 0 1 0 0,1 1 0 0 0,-1 0 0 0 0,1-1 0 0 0,0 1 0 0 0,-1 0 0 0 0,1 1-1 0 0,1-1 1 0 0,-1 0 0 0 0,0 1 0 0 0,1 0 0 0 0,0-1 0 0 0,0 1 0 0 0,0 0 0 0 0,0 0-1 0 0,1 0 1 0 0,-2 7 0 0 0,3-9 7 0 0,0 0-1 0 0,0-1 0 0 0,0 1 1 0 0,0 0-1 0 0,1 0 0 0 0,-1 0 1 0 0,0 0-1 0 0,1 0 0 0 0,0-1 1 0 0,-1 1-1 0 0,1 0 1 0 0,0-1-1 0 0,0 1 0 0 0,0 0 1 0 0,0-1-1 0 0,0 1 0 0 0,0-1 1 0 0,2 2-1 0 0,24 23 30 0 0,11 0-30 0 0,40 31 50 0 0,-71-51-38 0 0,0 0 0 0 0,-1 1 0 0 0,1 0 0 0 0,-1 0 0 0 0,-1 0 0 0 0,1 1 0 0 0,7 15 0 0 0,-12-20 106 0 0,0 0 0 0 0,0 0 0 0 0,0 1 0 0 0,0-1 0 0 0,-1 0 1 0 0,1 1-1 0 0,-1-1 0 0 0,0 0 0 0 0,0 1 0 0 0,0-1 0 0 0,0 1 0 0 0,-1-1 0 0 0,1 0 1 0 0,-1 1-1 0 0,0-1 0 0 0,0 0 0 0 0,0 0 0 0 0,-1 0 0 0 0,1 0 0 0 0,-1 0 0 0 0,1 0 1 0 0,-1 0-1 0 0,0 0 0 0 0,0 0 0 0 0,0-1 0 0 0,-1 1 0 0 0,1-1 0 0 0,-1 0 1 0 0,1 1-1 0 0,-4 1 0 0 0,0 0 13 0 0,1 0 0 0 0,-1 0 0 0 0,0 0 0 0 0,-1-1 0 0 0,1 0 1 0 0,0 0-1 0 0,-1-1 0 0 0,0 0 0 0 0,0 0 0 0 0,1 0 0 0 0,-1-1 0 0 0,0 0 1 0 0,-10 0-1 0 0,9-2-181 0 0,0 0 1 0 0,0 0-1 0 0,0-1 1 0 0,0 0-1 0 0,0 0 0 0 0,1-1 1 0 0,-1 0-1 0 0,1-1 1 0 0,-1 1-1 0 0,1-1 1 0 0,1-1-1 0 0,-1 1 1 0 0,0-1-1 0 0,1 0 1 0 0,0-1-1 0 0,0 0 1 0 0,1 1-1 0 0,0-2 1 0 0,0 1-1 0 0,-5-8 1 0 0,10 12-305 0 0,-1 1 1 0 0,0 0 0 0 0,1-1-1 0 0,0 1 1 0 0,-1-1 0 0 0,1 0-1 0 0,0 1 1 0 0,0-1 0 0 0,0 1-1 0 0,0-1 1 0 0,0 1 0 0 0,0-1-1 0 0,0 0 1 0 0,1 1 0 0 0,-1-1-1 0 0,1 1 1 0 0,-1-1 0 0 0,1 1-1 0 0,-1 0 1 0 0,2-2 0 0 0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15:39.0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7 378 1552 0 0,'-6'9'5257'0'0,"8"-1"-4772"0"0,0-1 0 0 0,1 1-1 0 0,0-1 1 0 0,0 1 0 0 0,0-1 0 0 0,1 0-1 0 0,0 0 1 0 0,7 8 0 0 0,-5-6-213 0 0,-5-8-206 0 0,0 1 0 0 0,1 0 0 0 0,-1-1 0 0 0,0 1 0 0 0,1-1 0 0 0,-1 0 0 0 0,1 1 0 0 0,0-1 0 0 0,-1 0 0 0 0,1 0 0 0 0,0 0 0 0 0,0 0 0 0 0,0 0 0 0 0,0-1 0 0 0,-1 1-1 0 0,1-1 1 0 0,0 1 0 0 0,0-1 0 0 0,0 1 0 0 0,0-1 0 0 0,0 0 0 0 0,0 0 0 0 0,1 0 0 0 0,-1 0 0 0 0,0-1 0 0 0,0 1 0 0 0,0 0 0 0 0,0-1 0 0 0,-1 1 0 0 0,1-1 0 0 0,0 0 0 0 0,0 0 0 0 0,3-1-1 0 0,4-3 54 0 0,0 0-1 0 0,0-1 1 0 0,0 0-1 0 0,14-14 1 0 0,15-17-60 0 0,-2-1 1 0 0,34-47 0 0 0,-33 39-62 0 0,47-47 1 0 0,-64 73-1 0 0,-2 2-2 0 0,24-18 1 0 0,-37 32-1 0 0,1 0 0 0 0,-1 1 0 0 0,1-1 0 0 0,0 1 0 0 0,0 0-1 0 0,0 1 1 0 0,0 0 0 0 0,1-1 0 0 0,9 0 0 0 0,-13 2 2 0 0,1 1 0 0 0,-1-1 1 0 0,1 1-1 0 0,0 0 0 0 0,-1 1 0 0 0,1-1 0 0 0,0 0 0 0 0,-1 1 0 0 0,1 0 0 0 0,-1 0 0 0 0,1 0 0 0 0,-1 0 0 0 0,1 1 0 0 0,-1-1 1 0 0,0 1-1 0 0,5 4 0 0 0,-1-1 6 0 0,0 1 0 0 0,-1 1 0 0 0,0-1 1 0 0,-1 1-1 0 0,6 8 0 0 0,4 5 43 0 0,-14-18 4 0 0,2 5 755 0 0,-13-15-779 0 0,1-1 0 0 0,0 0-1 0 0,-14-18 1 0 0,16 18-24 0 0,0 0 0 0 0,-1 0 0 0 0,0 1 0 0 0,0 0 0 0 0,-17-11 0 0 0,19 14-1 0 0,-5 0-4 0 0,7 4-3 0 0,1 1 0 0 0,-1-1 1 0 0,0 1-1 0 0,1 0 1 0 0,-1-1-1 0 0,1 2 0 0 0,-1-1 1 0 0,0 0-1 0 0,1 1 0 0 0,-1 0 1 0 0,1 0-1 0 0,-1 0 0 0 0,1 0 1 0 0,-6 3-1 0 0,3 0 1 0 0,-1 0 1 0 0,1 0-1 0 0,1 1 1 0 0,-10 9-1 0 0,4-3-6 0 0,-3 2 15 0 0,0 1 0 0 0,2 1-1 0 0,0 0 1 0 0,1 1 0 0 0,0 0-1 0 0,1 1 1 0 0,1 0 0 0 0,0 1-1 0 0,2-1 1 0 0,-6 21 0 0 0,11-33 1 0 0,1 1 1 0 0,-1-1 0 0 0,2 1-1 0 0,-1-1 1 0 0,0 1 0 0 0,1-1-1 0 0,0 1 1 0 0,0-1 0 0 0,1 1-1 0 0,0-1 1 0 0,0 1 0 0 0,0-1-1 0 0,2 7 1 0 0,-1-8 2 0 0,0-1 0 0 0,0 1 0 0 0,0-1 0 0 0,0 1 0 0 0,0-1 0 0 0,1 0 0 0 0,0 0 0 0 0,-1 0 0 0 0,1 0 0 0 0,0-1 0 0 0,1 1 0 0 0,-1-1 0 0 0,0 1 0 0 0,1-1 0 0 0,-1 0 0 0 0,1 0 0 0 0,0-1 0 0 0,6 3 0 0 0,-3-2-9 0 0,0 0 0 0 0,0-1 0 0 0,0 0-1 0 0,0 0 1 0 0,1 0 0 0 0,-1-1 0 0 0,0 0-1 0 0,0 0 1 0 0,1-1 0 0 0,-1 0-1 0 0,0 0 1 0 0,0-1 0 0 0,0 0 0 0 0,0 0-1 0 0,0-1 1 0 0,0 1 0 0 0,8-6 0 0 0,-5 1-6 0 0,0 1 0 0 0,0-1 0 0 0,-1-1 0 0 0,0 0 0 0 0,0 0 0 0 0,-1 0 0 0 0,0-1 0 0 0,-1-1 0 0 0,12-18 0 0 0,-1-4-2 0 0,-1-1 1 0 0,-2-1 0 0 0,19-61-1 0 0,-29 88-69 0 0,-2 11 0 0 0,0 17 62 0 0,-5 36 50 0 0,1-27 8 0 0,0 0 1 0 0,7 54-1 0 0,-4-77-23 0 0,-1 1 0 0 0,1-1 0 0 0,0 0 0 0 0,4 7 0 0 0,-5-12-113 0 0,0-1 0 0 0,1 1 0 0 0,-1 0 0 0 0,1-1 0 0 0,-1 1 0 0 0,1 0 0 0 0,0-1 0 0 0,-1 0 1 0 0,1 1-1 0 0,0-1 0 0 0,0 0 0 0 0,0 0 0 0 0,0 0 0 0 0,0 0 0 0 0,0-1 0 0 0,1 1 0 0 0,-1-1 0 0 0,2 1 0 0 0,3 0-1190 0 0,-1 0 0 0 0,0 0-1 0 0,1-1 1 0 0,11 0 0 0 0,1-3-3778 0 0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15:39.6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275 503 496 0 0,'3'-9'2298'0'0,"1"0"0"0"0,-2 0 0 0 0,3-14-1 0 0,-4 19-1911 0 0,-1 1 0 0 0,0 0 0 0 0,0-1 0 0 0,0 1 0 0 0,-1 0 0 0 0,1-1 0 0 0,-1 1 0 0 0,1 0 0 0 0,-1 0-1 0 0,0-1 1 0 0,-1 1 0 0 0,1 0 0 0 0,-3-4 0 0 0,4 6-353 0 0,-1 1-1 0 0,0-1 1 0 0,1 0-1 0 0,-1 1 1 0 0,0-1-1 0 0,0 1 1 0 0,1-1 0 0 0,-1 1-1 0 0,0 0 1 0 0,0-1-1 0 0,0 1 1 0 0,0 0-1 0 0,1-1 1 0 0,-1 1-1 0 0,0 0 1 0 0,0 0 0 0 0,0 0-1 0 0,0 0 1 0 0,0 0-1 0 0,0 0 1 0 0,0 0-1 0 0,0 0 1 0 0,1 0 0 0 0,-2 1-1 0 0,-22 5 196 0 0,10 1-140 0 0,0 0-1 0 0,1 1 1 0 0,0 0 0 0 0,0 1 0 0 0,1 1-1 0 0,0 0 1 0 0,1 0 0 0 0,-17 21-1 0 0,14-14-2 0 0,1 0-1 0 0,0 1 0 0 0,1 0 1 0 0,2 1-1 0 0,-14 32 1 0 0,20-41-47 0 0,1 0 1 0 0,0-1 0 0 0,1 1 0 0 0,-2 13-1 0 0,4-21-21 0 0,-1 1 0 0 0,1-1 0 0 0,0 0 0 0 0,0 1 0 0 0,0-1 0 0 0,0 0 0 0 0,0 1 0 0 0,1-1 0 0 0,-1 0 0 0 0,1 0 0 0 0,-1 1 0 0 0,1-1-1 0 0,0 0 1 0 0,0 0 0 0 0,0 0 0 0 0,0 0 0 0 0,0 0 0 0 0,0 0 0 0 0,1 0 0 0 0,-1 0 0 0 0,1-1 0 0 0,-1 1 0 0 0,4 2 0 0 0,-1-2-6 0 0,0 0 0 0 0,0-1 1 0 0,0 0-1 0 0,0 0 0 0 0,0 0 0 0 0,0 0 1 0 0,0-1-1 0 0,1 1 0 0 0,-1-1 1 0 0,0 0-1 0 0,0-1 0 0 0,0 1 0 0 0,1-1 1 0 0,-1 1-1 0 0,0-1 0 0 0,0-1 1 0 0,0 1-1 0 0,0 0 0 0 0,6-4 0 0 0,3-2-77 0 0,0 0 0 0 0,0 0 0 0 0,-1-1 0 0 0,15-13-1 0 0,-13 8-14 0 0,0-1-1 0 0,-2 0 1 0 0,1-1-1 0 0,-2 0 0 0 0,0-1 1 0 0,-1 0-1 0 0,0-1 1 0 0,9-24-1 0 0,1-9-22 0 0,24-89 0 0 0,-29 66 101 0 0,9-96 0 0 0,-11 67 186 0 0,-13 90-186 0 0,-6 17-13 0 0,-5 17-7 0 0,1 25 278 0 0,1 1 1 0 0,3 0 0 0 0,-1 63-1 0 0,4-70-19 0 0,1 29 206 0 0,13 133 1 0 0,-10-195-572 0 0,0 0 1 0 0,0 0-1 0 0,1 0 1 0 0,1 0-1 0 0,-1 0 0 0 0,1 0 1 0 0,1-1-1 0 0,0 1 1 0 0,0-1-1 0 0,0 0 1 0 0,0 0-1 0 0,1-1 1 0 0,8 10-1 0 0,-9-13-372 0 0,0 1 0 0 0,1-1 1 0 0,-1 0-1 0 0,0 0 0 0 0,1 0 0 0 0,0 0 1 0 0,0-1-1 0 0,0 0 0 0 0,0 0 0 0 0,0 0 1 0 0,0-1-1 0 0,0 0 0 0 0,1 0 0 0 0,-1 0 1 0 0,0 0-1 0 0,1-1 0 0 0,-1 0 0 0 0,0 0 1 0 0,1 0-1 0 0,-1-1 0 0 0,9-2 0 0 0,5-2-3536 0 0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15:39.9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438 126 1608 0 0,'11'-22'4824'0'0,"0"-1"0"0"0,14-46 0 0 0,-22 59-4035 0 0,-2 8-58 0 0,-2 5-434 0 0,-39 148 5332 0 0,2-15-2423 0 0,15-31-1441 0 0,-62 246 1384 0 0,84-347-3057 0 0,-1 1 0 0 0,1-1 0 0 0,-1 0 0 0 0,0 0 0 0 0,0 0 0 0 0,0 0 0 0 0,0 0 0 0 0,-1 0 0 0 0,1-1 0 0 0,-1 1 0 0 0,-5 4 0 0 0,-3-2-75 0 0,-8-3-17 0 0,13-3-97 0 0,0-1 0 0 0,-1 0-1 0 0,1 0 1 0 0,0 0 0 0 0,0-1 0 0 0,0 0 0 0 0,0 0-1 0 0,0-1 1 0 0,1 0 0 0 0,-1 0 0 0 0,1 0 0 0 0,0 0 0 0 0,-9-8-1 0 0,-4-4-570 0 0,0-2-1 0 0,-18-22 1 0 0,26 28-451 0 0,1-1-1 0 0,0-1 1 0 0,1 1 0 0 0,0-1 0 0 0,-8-21 0 0 0,12 24-1143 0 0,0-1 1 0 0,1 1-1 0 0,0-1 1 0 0,-2-20-1 0 0,4 4-6712 0 0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15:40.1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1 166 1260 0 0,'6'-18'3414'0'0,"0"0"0"0"0,4-26-1 0 0,1-35 1201 0 0,-9 73-3711 0 0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15:40.9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57 771 272 0 0,'-31'24'9671'0'0,"30"-23"-9344"0"0,-1 2-42 0 0,0-1 1 0 0,0 1 0 0 0,0-1 0 0 0,1 1-1 0 0,-1 0 1 0 0,1 0 0 0 0,0 0-1 0 0,-2 5 1 0 0,2 0 463 0 0,-4 13 381 0 0,3-12 2606 0 0,16-14-3092 0 0,-4-2-522 0 0,-1 0 0 0 0,0 0 0 0 0,0-1 0 0 0,0 0 0 0 0,-1-1 0 0 0,-1 0 0 0 0,12-16 0 0 0,-13 18-82 0 0,162-245 257 0 0,-22-13-285 0 0,-86 155 0 0 0,16-29-183 0 0,-76 139 169 0 0,0-1-1 0 0,0 1 1 0 0,1 0-1 0 0,-1-1 1 0 0,0 1 0 0 0,0 0-1 0 0,0-1 1 0 0,1 1 0 0 0,-1 0-1 0 0,0 0 1 0 0,0 0 0 0 0,1-1-1 0 0,-1 1 1 0 0,0 0 0 0 0,1 0-1 0 0,-1 0 1 0 0,0-1 0 0 0,1 1-1 0 0,-1 0 1 0 0,0 0 0 0 0,1 0-1 0 0,-1 0 1 0 0,0 0 0 0 0,1 0-1 0 0,-1 0 1 0 0,0 0-1 0 0,1 0 1 0 0,-1 0 0 0 0,0 0-1 0 0,1 0 1 0 0,-1 0 0 0 0,0 0-1 0 0,1 0 1 0 0,-1 0 0 0 0,0 0-1 0 0,1 1 1 0 0,-1-1 0 0 0,0 0-1 0 0,1 0 1 0 0,-1 0 0 0 0,0 0-1 0 0,0 1 1 0 0,1-1 0 0 0,-1 0-1 0 0,1 1 1 0 0,8 12-26 0 0,-4 3 42 0 0,0 0 0 0 0,-2 0 1 0 0,0 0-1 0 0,0 0 0 0 0,-2 0 0 0 0,0 26 0 0 0,0-11 129 0 0,-14 378 2595 0 0,2-255-2321 0 0,9-68 518 0 0,11-112-748 0 0,-9 10-179 0 0,-1 1 0 0 0,0-1 0 0 0,-1 1 0 0 0,0-1 0 0 0,-1 1 0 0 0,-1 0 0 0 0,-1 0 0 0 0,0 0 0 0 0,-1 1 0 0 0,-12-23 0 0 0,8 20-51 0 0,0 0 0 0 0,-1 2 0 0 0,0-1 0 0 0,-2 1 0 0 0,1 1 1 0 0,-2 0-1 0 0,0 1 0 0 0,-18-13 0 0 0,23 19 19 0 0,-1 1 0 0 0,1 1 0 0 0,-1 0 0 0 0,0 0 0 0 0,0 1 0 0 0,0 0 0 0 0,-1 1 0 0 0,1 0 0 0 0,-1 1 1 0 0,0 0-1 0 0,0 0 0 0 0,0 1 0 0 0,0 1 0 0 0,0 0 0 0 0,0 0 0 0 0,1 1 0 0 0,-1 0 0 0 0,0 1 0 0 0,-14 4 0 0 0,22-4 18 0 0,0-1 0 0 0,-1 0 0 0 0,1 1 1 0 0,0-1-1 0 0,0 1 0 0 0,0 0 0 0 0,0 0 0 0 0,0 0 0 0 0,1 1 0 0 0,-1-1 0 0 0,1 1 0 0 0,-1-1 0 0 0,-2 5 1 0 0,5-7 4 0 0,-1 1 0 0 0,1 0 0 0 0,-1-1 1 0 0,1 1-1 0 0,0 0 0 0 0,-1-1 1 0 0,1 1-1 0 0,0 0 0 0 0,0 0 1 0 0,-1 0-1 0 0,1-1 0 0 0,0 1 1 0 0,0 0-1 0 0,0 0 0 0 0,0 0 0 0 0,0-1 1 0 0,0 1-1 0 0,0 0 0 0 0,0 0 1 0 0,1 0-1 0 0,-1-1 0 0 0,0 1 1 0 0,0 0-1 0 0,1 0 0 0 0,-1-1 1 0 0,0 1-1 0 0,1 0 0 0 0,-1 0 0 0 0,1-1 1 0 0,-1 1-1 0 0,1 0 0 0 0,-1-1 1 0 0,1 1-1 0 0,-1-1 0 0 0,1 1 1 0 0,0-1-1 0 0,-1 1 0 0 0,1-1 1 0 0,0 1-1 0 0,1 0 0 0 0,1 0 3 0 0,1 1 1 0 0,-1 0-1 0 0,1-1 0 0 0,0 0 1 0 0,-1 0-1 0 0,1 0 0 0 0,5 1 1 0 0,56 4-1764 0 0,88-3 0 0 0,-7-14-10346 0 0,-117 6 6360 0 0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15:41.2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1 524 0 0,'20'13'16134'0'0,"-7"-7"-13353"0"0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16:22.385"/>
    </inkml:context>
    <inkml:brush xml:id="br0">
      <inkml:brushProperty name="width" value="0.2" units="cm"/>
      <inkml:brushProperty name="height" value="0.4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1 6 1244 0 0,'0'0'9230'0'0,"4"-6"-8826"0"0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16:26.434"/>
    </inkml:context>
    <inkml:brush xml:id="br0">
      <inkml:brushProperty name="width" value="0.2" units="cm"/>
      <inkml:brushProperty name="height" value="0.4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18 217 300 0 0,'0'0'7629'0'0,"-16"4"-4364"0"0,15-3-3047 0 0,4 0-124 0 0,-1 0 1 0 0,1 0-1 0 0,0 0 1 0 0,0 0 0 0 0,0 0-1 0 0,5 0 1 0 0,28 1 226 0 0,0-1 0 0 0,38-3 0 0 0,1-1-261 0 0,106 2-77 0 0,255 5 36 0 0,-271 18 152 0 0,-47-4-40 0 0,99 4 300 0 0,-89-18-151 0 0,45 5-256 0 0,-118-7 5 0 0,-16-2 25 0 0,197 5 458 0 0,-162-2-394 0 0,-5-1-12 0 0,249 15 346 0 0,-10 8-311 0 0,7-12 304 0 0,-124-7-57 0 0,517 1 314 0 0,-429-9-630 0 0,-264 2-71 0 0,395-6 28 0 0,-105 2 2 0 0,-7 1-1 0 0,383-20-71 0 0,-349 15 110 0 0,187-7-43 0 0,-241 7-5 0 0,272-25 44 0 0,-442 18-67 0 0,495-53-28 0 0,-26 39-6 0 0,42-5 34 0 0,-276 5 19 0 0,313-17-6 0 0,203 33-19 0 0,-492 8 23 0 0,387 12-44 0 0,-75 15 58 0 0,-371-30-58 0 0,92 0 68 0 0,110 6-54 0 0,-13-1 4 0 0,-318 9-9 0 0,157 2-31 0 0,-59-3 55 0 0,-210-6-16 0 0,-17-1 24 0 0,-40 2-11 0 0,-7 0-3 0 0,0 0 4 0 0,8 0-3 0 0,-8 0-3 0 0,42 0-2 0 0,-43 0 12 0 0,1 0-10 0 0,7-2 11 0 0,-7 2 17 0 0,11-1-31 0 0,0-1 1 0 0,1-1-1 0 0,19-7 1 0 0,-4 2 1 0 0,-6 0 13 0 0,49-17 12 0 0,-71 25-10 0 0,-1 0-30 0 0,0 0 0 0 0,0-1 0 0 0,0 1 0 0 0,0 0 1 0 0,0 0-1 0 0,-1 0 0 0 0,1 0 0 0 0,0-1 0 0 0,0 1 0 0 0,0 0 0 0 0,-1-1 0 0 0,1 1 0 0 0,0-1 0 0 0,0 1 0 0 0,-1-1 0 0 0,1 1 0 0 0,0-1 0 0 0,-1 1 0 0 0,1-1 0 0 0,0 0 1 0 0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4:03.4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24 870 1788 0 0,'0'0'1646'0'0,"-19"10"4898"0"0,18-8-6295 0 0,0 1-1 0 0,1-1 0 0 0,-1 0 0 0 0,1 0 1 0 0,-1 1-1 0 0,1-1 0 0 0,0 0 0 0 0,0 0 1 0 0,0 1-1 0 0,0-1 0 0 0,0 0 0 0 0,0 1 1 0 0,1-1-1 0 0,-1 0 0 0 0,1 0 0 0 0,0 1 1 0 0,-1-1-1 0 0,3 4 0 0 0,24 43 1557 0 0,-20-38-1413 0 0,-3-5-189 0 0,-1 0 0 0 0,1-1 0 0 0,0 1-1 0 0,0-1 1 0 0,10 9 0 0 0,-12-13-149 0 0,-1 1 0 0 0,1-1 0 0 0,0 0 0 0 0,-1 0 0 0 0,1 0 1 0 0,0 0-1 0 0,0-1 0 0 0,0 1 0 0 0,0 0 0 0 0,0-1 0 0 0,-1 0 0 0 0,1 1 0 0 0,0-1 0 0 0,0 0 0 0 0,0 0 0 0 0,0 0 0 0 0,0 0 1 0 0,0 0-1 0 0,0 0 0 0 0,0-1 0 0 0,0 1 0 0 0,0-1 0 0 0,0 1 0 0 0,2-2 0 0 0,2-1-13 0 0,0 0-1 0 0,-1-1 1 0 0,1 1 0 0 0,-1-1-1 0 0,0 0 1 0 0,0-1 0 0 0,0 1-1 0 0,0-1 1 0 0,-1 0 0 0 0,8-11-1 0 0,0-3 34 0 0,17-37 0 0 0,-2-7-19 0 0,32-105 0 0 0,3-71-46 0 0,13-46-26 0 0,-72 276 21 0 0,2-7 9 0 0,0-1-1 0 0,0 1 1 0 0,2 1-1 0 0,0-1 0 0 0,1 1 1 0 0,17-25-1 0 0,-24 39-2 0 0,-1 1 0 0 0,1-1 0 0 0,0 1 0 0 0,0-1 0 0 0,-1 1 0 0 0,1-1 0 0 0,0 1 0 0 0,0 0 0 0 0,-1-1 1 0 0,1 1-1 0 0,0 0 0 0 0,0 0 0 0 0,0-1 0 0 0,0 1 0 0 0,0 0 0 0 0,-1 0 0 0 0,1 0 0 0 0,0 0 0 0 0,0 0 0 0 0,0 0 0 0 0,0 0 0 0 0,0 0 0 0 0,0 1 0 0 0,-1-1 0 0 0,1 0 0 0 0,0 1 0 0 0,1-1 0 0 0,17 12 376 0 0,-13-7-265 0 0,-1 1 0 0 0,0-1 0 0 0,0 1 0 0 0,-1 1 0 0 0,0-1 0 0 0,0 0 0 0 0,0 1 0 0 0,-1 0 0 0 0,5 13 0 0 0,0 6 321 0 0,6 37-1 0 0,-10-45-245 0 0,7 45 1068 0 0,5 120-1 0 0,-18 66 900 0 0,1-207-1856 0 0,3 239 698 0 0,1-233-736 0 0,-3-46-196 0 0,9-13-3107 0 0,-2-22-3722 0 0,-3 8-2355 0 0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4:03.9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 75 1648 0 0,'-17'0'15220'0'0,"6"-4"-12614"0"0,15 1-2449 0 0,-1 0 1 0 0,1 1-1 0 0,0 0 1 0 0,0 0 0 0 0,0 0-1 0 0,0 0 1 0 0,0 1-1 0 0,0-1 1 0 0,6 0-1 0 0,44-8 138 0 0,-43 8-234 0 0,208-14 196 0 0,-76 9-158 0 0,-125 5-40 0 0,-4 1-27 0 0,0-1 0 0 0,16-3 1 0 0,-28 4-27 0 0,0 0 5 0 0,5-1-3 0 0,-6 2-19 0 0,2-1-176 0 0,66 2-8402 0 0,-25 0 2342 0 0,-22-1 1743 0 0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4:04.2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 22 672 0 0,'-35'14'10442'0'0,"22"-9"-6015"0"0,0 6 736 0 0,40-12-4614 0 0,-1-2 0 0 0,46-10 0 0 0,-7-3-1844 0 0,-7-1-4823 0 0,-44 15 3237 0 0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4:04.4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120 0 592 0 0,'-25'17'5954'0'0,"-23"21"0"0"0,38-29-4364 0 0,1 0-1 0 0,-12 15 0 0 0,20-23-1545 0 0,1-1 0 0 0,-1 1 0 0 0,1-1-1 0 0,-1 1 1 0 0,1-1 0 0 0,-1 1 0 0 0,1 0-1 0 0,0-1 1 0 0,-1 1 0 0 0,1-1 0 0 0,0 1-1 0 0,-1 0 1 0 0,1-1 0 0 0,0 1 0 0 0,0 0-1 0 0,-1-1 1 0 0,1 1 0 0 0,0 0 0 0 0,0 0-1 0 0,0-1 1 0 0,0 1 0 0 0,0 0 0 0 0,0-1 0 0 0,0 1-1 0 0,1 0 1 0 0,-1-1 0 0 0,0 1 0 0 0,0 0-1 0 0,0-1 1 0 0,1 1 0 0 0,-1 0 0 0 0,0-1-1 0 0,1 1 1 0 0,-1 0 0 0 0,0-1 0 0 0,1 1-1 0 0,-1-1 1 0 0,1 1 0 0 0,-1-1 0 0 0,1 1-1 0 0,0 0 1 0 0,1 0-8 0 0,0 0 0 0 0,0 0 0 0 0,0-1 0 0 0,0 1-1 0 0,0 0 1 0 0,0-1 0 0 0,0 0 0 0 0,0 1 0 0 0,0-1 0 0 0,3 0-1 0 0,24-2-492 0 0,0-2-1 0 0,-1-1 0 0 0,1-1 0 0 0,-1-1 0 0 0,49-21 0 0 0,-33 13-1545 0 0,35-14-4509 0 0,-34 12 678 0 0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4:44.2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71 12 764 0 0,'-10'-10'15460'0'0,"7"9"-14253"0"0,1 1-1173 0 0,1 1 0 0 0,-1 0 0 0 0,1 1 0 0 0,0-1 0 0 0,-1 0 0 0 0,1 0 0 0 0,0 0 1 0 0,0 1-1 0 0,0-1 0 0 0,0 1 0 0 0,0-1 0 0 0,0 1 0 0 0,0-1 0 0 0,0 1 0 0 0,0 0 0 0 0,0 1 0 0 0,1-1-28 0 0,0 17 19 0 0,0-18-17 0 0,1 2-1 0 0,-2-2-6 0 0,1 0-1 0 0,-1-1 0 0 0,1 1 1 0 0,-1 0-1 0 0,1-1 0 0 0,-1 1 1 0 0,1 0-1 0 0,0 0 1 0 0,0-1-1 0 0,-1 1 0 0 0,1 0 1 0 0,0 0-1 0 0,0 0 1 0 0,0-1-1 0 0,0 1 0 0 0,0 0 1 0 0,0 0-1 0 0,0 0 1 0 0,0 0-1 0 0,0 1 0 0 0,-5 608 148 0 0,2-537 4 0 0,3-72-108 0 0,0 1-145 0 0,0-1-1 0 0,0 0 1 0 0,0 1-1 0 0,0-1 1 0 0,0 0-1 0 0,0 1 1 0 0,0-1-1 0 0,0 0 1 0 0,0 1-1 0 0,-1-1 1 0 0,1 0-1 0 0,-1 3 1 0 0,-7-11-1015 0 0,-7-15-7704 0 0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4:45.3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12 220 1404 0 0,'0'-12'4698'0'0,"-1"-6"-2375"0"0,1 16-1716 0 0,0-13 1310 0 0,1-23 1781 0 0,-1 37-3484 0 0,12-19 578 0 0,-4 10-735 0 0,1 0 1 0 0,0 1 0 0 0,1 0 0 0 0,0 1-1 0 0,1 0 1 0 0,0 0 0 0 0,0 1-1 0 0,0 0 1 0 0,1 1 0 0 0,0 1-1 0 0,0 0 1 0 0,1 0 0 0 0,-1 1-1 0 0,1 1 1 0 0,0 0 0 0 0,14-1 0 0 0,-22 3-62 0 0,0 1 0 0 0,1-1 0 0 0,-1 1 0 0 0,0 0 0 0 0,0 0 0 0 0,1 1 0 0 0,-1-1 0 0 0,0 1 0 0 0,0 0 0 0 0,0 1 0 0 0,8 2 0 0 0,-4 0 7 0 0,-4-2 1 0 0,0 0 1 0 0,0 1-1 0 0,0 0 1 0 0,0 0-1 0 0,-1 0 1 0 0,1 0-1 0 0,-1 1 1 0 0,0-1-1 0 0,0 1 1 0 0,0 0-1 0 0,0 0 1 0 0,-1 1 0 0 0,5 7-1 0 0,-4-4 11 0 0,0-1 1 0 0,-1 1-1 0 0,0 0 1 0 0,0 0-1 0 0,-1 0 1 0 0,0 1-1 0 0,0-1 1 0 0,0 12-1 0 0,-1-5 14 0 0,-1 1 0 0 0,-1 0 0 0 0,0-1 0 0 0,-1 1 0 0 0,-1-1 0 0 0,0 1 0 0 0,-1-1 0 0 0,-1 0 0 0 0,-8 18 0 0 0,8-21 12 0 0,-1 0 0 0 0,0-1 0 0 0,0 0 0 0 0,-2 0 0 0 0,1-1 0 0 0,-1 0 0 0 0,-1 0 0 0 0,0 0 0 0 0,-16 13 0 0 0,-6 4 1415 0 0,30-26-1119 0 0,-3 1-237 0 0,13-5-75 0 0,2-1-48 0 0,0 1-1 0 0,0 0 1 0 0,0 1 0 0 0,1 0-1 0 0,-1 0 1 0 0,1 1 0 0 0,-1 1-1 0 0,1 0 1 0 0,-1 1 0 0 0,1 0-1 0 0,-1 0 1 0 0,18 6 0 0 0,-18-4 9 0 0,0 0 0 0 0,0 1 1 0 0,0 0-1 0 0,-1 1 0 0 0,0 1 0 0 0,0-1 1 0 0,0 2-1 0 0,18 14 0 0 0,-23-17 22 0 0,0 1-1 0 0,0 1 1 0 0,0-1 0 0 0,-1 1-1 0 0,0 0 1 0 0,0 0-1 0 0,0 0 1 0 0,0 0 0 0 0,-1 0-1 0 0,-1 1 1 0 0,1 0-1 0 0,-1 0 1 0 0,0-1 0 0 0,0 1-1 0 0,1 13 1 0 0,-3-8 117 0 0,0 1 0 0 0,-1-1 0 0 0,0 0 0 0 0,-1 1 0 0 0,0-1 0 0 0,-1 0 0 0 0,-1 0-1 0 0,0 0 1 0 0,0-1 0 0 0,-1 1 0 0 0,0-1 0 0 0,-11 15 0 0 0,10-16 59 0 0,0-1 0 0 0,-1 0-1 0 0,0 0 1 0 0,-1-1-1 0 0,0 0 1 0 0,0 0 0 0 0,-1-1-1 0 0,0 0 1 0 0,0-1-1 0 0,-1 1 1 0 0,0-2 0 0 0,0 1-1 0 0,-20 6 1 0 0,12-6 39 0 0,-1 0 1 0 0,0-1 0 0 0,-1-2-1 0 0,1 0 1 0 0,-39 1-1 0 0,39-5 79 0 0,0 0-1 0 0,-1-1 0 0 0,1-1 0 0 0,0-1 1 0 0,-36-13-1 0 0,48 14-262 0 0,0-1-1 0 0,-1 0 1 0 0,1 0 0 0 0,1-1 0 0 0,-1 0 0 0 0,-9-9 0 0 0,-3-3-36 0 0,17 16-7 0 0,-6-16-1646 0 0,-1-1-4519 0 0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4:46.6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 7 1960 0 0,'-10'-5'11660'0'0,"9"4"-11429"0"0,0 1 0 0 0,0 0 0 0 0,0 0 1 0 0,0 0-1 0 0,0-1 0 0 0,0 1 0 0 0,0 0 0 0 0,0 1 0 0 0,0-1 1 0 0,1 0-1 0 0,-1 0 0 0 0,0 0 0 0 0,-6 3 2456 0 0,8-3-2647 0 0,-1 1 1 0 0,0 0 0 0 0,0-1-1 0 0,0 1 1 0 0,1 0-1 0 0,-1-1 1 0 0,0 1 0 0 0,1-1-1 0 0,-1 1 1 0 0,0-1-1 0 0,1 1 1 0 0,-1-1 0 0 0,1 1-1 0 0,-1-1 1 0 0,1 1-1 0 0,-1-1 1 0 0,1 1 0 0 0,0 0-1 0 0,38 3 112 0 0,-1-2-1 0 0,0-1 1 0 0,1-2 0 0 0,38-6-1 0 0,-36 4-171 0 0,83-6-4757 0 0,-107 13 2911 0 0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4:46.8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93 97 1792 0 0,'-85'52'14348'0'0,"84"-51"-13932"0"0,-5 5 1727 0 0,21-8-1952 0 0,1 0 0 0 0,-1-2 1 0 0,0 0-1 0 0,0 0 0 0 0,24-12 0 0 0,11-3-64 0 0,0 3-438 0 0,124-39-2601 0 0,-56 25-7089 0 0,-102 26 5656 0 0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4:57.6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92 323 344 0 0,'12'-49'12128'0'0,"-12"40"-8368"0"0,-2 37-2818 0 0,-2 0-1 0 0,-10 44 1 0 0,4-24-635 0 0,-46 260 737 0 0,51-297-810 0 0,-1-15-52 0 0,0-19-60 0 0,6-36-142 0 0,3-1-1 0 0,21-115 1 0 0,-14 113 12 0 0,2-9-58 0 0,3 1 1 0 0,29-81 0 0 0,-42 144 53 0 0,1 0 0 0 0,-1 1 0 0 0,1-1 0 0 0,0 1 0 0 0,0-1 0 0 0,1 1 0 0 0,0 0 0 0 0,0 1 1 0 0,1-1-1 0 0,-1 1 0 0 0,8-7 0 0 0,0 7-19 0 0,-9 5 38 0 0,-1 0 1 0 0,1 0-1 0 0,0 0 1 0 0,0 1 0 0 0,0-1-1 0 0,-1 1 1 0 0,1-1-1 0 0,0 1 1 0 0,0 0 0 0 0,-1 0-1 0 0,1 0 1 0 0,-1 1 0 0 0,1-1-1 0 0,-1 0 1 0 0,1 1-1 0 0,-1 0 1 0 0,0-1 0 0 0,0 1-1 0 0,0 0 1 0 0,0 0-1 0 0,0 0 1 0 0,0 1 0 0 0,2 3-1 0 0,5 8 237 0 0,-1-1 0 0 0,0 1-1 0 0,6 17 1 0 0,-6-14 53 0 0,17 39 995 0 0,33 115-1 0 0,-1 63-126 0 0,-56-230-1155 0 0,3 16 21 0 0,-2-10-300 0 0,0 1 0 0 0,0-1 0 0 0,1 0 0 0 0,7 14 0 0 0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4:57.8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131 71 1008 0 0,'-117'-25'16041'0'0,"115"25"-15624"0"0,-9-2 218 0 0,14-1 9 0 0,18-4-305 0 0,162-16-624 0 0,-61 16-5398 0 0,-74 5 769 0 0,-17 0-884 0 0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4:58.2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 1 3044 0 0,'-12'3'14802'0'0,"4"-2"-13515"0"0,14-3 475 0 0,-4 1-1578 0 0,2 1-10 0 0,5 0-101 0 0,0 1 0 0 0,0 0 0 0 0,0 0 0 0 0,0 1 0 0 0,0 0 0 0 0,-1 0 0 0 0,1 1 0 0 0,12 6 0 0 0,-18-7-65 0 0,0-1 0 0 0,0 1 0 0 0,-1-1 0 0 0,1 1 0 0 0,-1 0 0 0 0,1 0 0 0 0,-1 0 0 0 0,0 0 0 0 0,0 0 1 0 0,0 1-1 0 0,0-1 0 0 0,0 1 0 0 0,0-1 0 0 0,-1 1 0 0 0,1 0 0 0 0,-1-1 0 0 0,0 1 0 0 0,0 0 0 0 0,0 0 0 0 0,0 0 0 0 0,0 0 0 0 0,-1 0 1 0 0,1 0-1 0 0,-1 0 0 0 0,0 0 0 0 0,0 0 0 0 0,0 0 0 0 0,0 0 0 0 0,-2 6 0 0 0,-1 3 10 0 0,0-1 0 0 0,-1 0 0 0 0,0 0 0 0 0,-1 0-1 0 0,0 0 1 0 0,-1-1 0 0 0,-9 13 0 0 0,-54 63 499 0 0,53-69-191 0 0,7-7 13 0 0,7-8-287 0 0,0-1 0 0 0,0 1 0 0 0,0 0 0 0 0,1 0 0 0 0,-1 0 0 0 0,1 0 0 0 0,-1 0 0 0 0,1 0 0 0 0,0 0-1 0 0,-1 0 1 0 0,1 1 0 0 0,0-1 0 0 0,-1 5 0 0 0,3-6-44 0 0,0-1 0 0 0,-1 1-1 0 0,1-1 1 0 0,0 1 0 0 0,0-1 0 0 0,-1 1-1 0 0,1-1 1 0 0,0 0 0 0 0,0 1-1 0 0,0-1 1 0 0,-1 0 0 0 0,1 0-1 0 0,0 1 1 0 0,0-1 0 0 0,0 0 0 0 0,0 0-1 0 0,0 0 1 0 0,0 0 0 0 0,-1 0-1 0 0,1 0 1 0 0,0 0 0 0 0,2-1 0 0 0,22-1 39 0 0,-24 2-46 0 0,45-4-227 0 0,97-16-1904 0 0,-96 9-2657 0 0,-2-5-3843 0 0,-30 10 2377 0 0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4:58.6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 96 2100 0 0,'-14'-16'6122'0'0,"-26"-38"5913"0"0,39 53-11571 0 0,3-10 537 0 0,1 9-929 0 0,0 0 0 0 0,1 0-1 0 0,-1 1 1 0 0,1 0 0 0 0,-1-1 0 0 0,1 1 0 0 0,0 1-1 0 0,0-1 1 0 0,-1 0 0 0 0,1 1 0 0 0,0 0 0 0 0,0 0 0 0 0,-1 0-1 0 0,1 0 1 0 0,0 1 0 0 0,0-1 0 0 0,-1 1 0 0 0,6 2-1 0 0,-2-2-45 0 0,-1 1 0 0 0,0 0 0 0 0,0 1 0 0 0,0 0 0 0 0,0 0 0 0 0,-1 0 0 0 0,1 0 0 0 0,-1 1 0 0 0,0 0 0 0 0,8 8-1 0 0,-11-10 5 0 0,0 1 0 0 0,0 0-1 0 0,-1 0 1 0 0,1 0 0 0 0,-1 0-1 0 0,0 1 1 0 0,1-1 0 0 0,-2 0-1 0 0,1 0 1 0 0,0 1 0 0 0,-1-1-1 0 0,1 0 1 0 0,-1 1 0 0 0,0-1-1 0 0,0 1 1 0 0,-1-1 0 0 0,1 0-1 0 0,-1 1 1 0 0,1-1 0 0 0,-1 0-1 0 0,0 1 1 0 0,0-1 0 0 0,0 0-1 0 0,-1 0 1 0 0,-2 4 0 0 0,-4 10 260 0 0,-2-1 1 0 0,0 0 0 0 0,-15 18 0 0 0,19-27-145 0 0,-24 30 590 0 0,15-19-144 0 0,-24 36 1 0 0,39-54-587 0 0,0 0 0 0 0,-1 1 0 0 0,1-1 0 0 0,0 1 0 0 0,0-1 1 0 0,0 1-1 0 0,-1-1 0 0 0,1 0 0 0 0,0 1 0 0 0,0-1 0 0 0,0 1 1 0 0,0-1-1 0 0,0 1 0 0 0,0-1 0 0 0,0 1 0 0 0,0-1 0 0 0,0 1 1 0 0,0-1-1 0 0,0 1 0 0 0,0-1 0 0 0,0 1 0 0 0,0-1 0 0 0,1 1 1 0 0,-1-1-1 0 0,0 1 0 0 0,0-1 0 0 0,0 0 0 0 0,1 1 0 0 0,-1 0 1 0 0,16 6 119 0 0,19-4-22 0 0,-33-3-103 0 0,46-3-126 0 0,0-2 1 0 0,93-22 0 0 0,-95 17-47 0 0,-30 6-79 0 0,1-1-1 0 0,23-11 1 0 0,-35 13-32 0 0,-3 3-300 0 0,5-6-538 0 0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5:06.3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73 315 608 0 0,'12'-82'9014'0'0,"-11"60"-7158"0"0,-1 37-1198 0 0,-22 162 1254 0 0,6-57-1275 0 0,8-57-143 0 0,-20 78 0 0 0,23-115-282 0 0,-1 0 3373 0 0,5-31-3523 0 0,1 1 0 0 0,0-1-1 0 0,1 0 1 0 0,-1 0 0 0 0,3-8 0 0 0,-1 0 3 0 0,17-109 36 0 0,5 0 1 0 0,41-121-1 0 0,12 35-312 0 0,-77 205 198 0 0,1 1 1 0 0,0 0-1 0 0,0 0 1 0 0,0 0-1 0 0,0 0 1 0 0,0 1-1 0 0,0-1 1 0 0,0 0-1 0 0,1 0 1 0 0,-1 1-1 0 0,1-1 1 0 0,-1 1-1 0 0,1-1 1 0 0,0 1-1 0 0,0-1 1 0 0,2 0 0 0 0,-3 1 9 0 0,0 1 1 0 0,0 0 0 0 0,0-1 0 0 0,0 1-1 0 0,1 0 1 0 0,-1 0 0 0 0,0 0 0 0 0,0 0 0 0 0,0 0-1 0 0,0 0 1 0 0,0 0 0 0 0,0 0 0 0 0,0 1 0 0 0,1-1-1 0 0,-1 0 1 0 0,0 1 0 0 0,0-1 0 0 0,0 0 0 0 0,0 1-1 0 0,0-1 1 0 0,0 1 0 0 0,0 0 0 0 0,-1-1-1 0 0,1 1 1 0 0,0 0 0 0 0,0 0 0 0 0,0-1 0 0 0,-1 1-1 0 0,1 0 1 0 0,0 0 0 0 0,-1 0 0 0 0,1 0 0 0 0,-1 0-1 0 0,2 1 1 0 0,11 22-2 0 0,-1 1 0 0 0,-1-1 0 0 0,-1 2 0 0 0,9 34-1 0 0,20 114 134 0 0,-27-109-80 0 0,36 176 118 0 0,-35-199-208 0 0,-10-32-756 0 0,0-1 0 0 0,0 0 0 0 0,-1 1 0 0 0,2 18 0 0 0,-4-28 715 0 0,0 1 0 0 0,0-1 0 0 0,0 0 0 0 0,0 1 0 0 0,0-1 0 0 0,0 0 0 0 0,0 1 0 0 0,0-1 0 0 0,0 0-1 0 0,1 0 1 0 0,-1 1 0 0 0,0-1 0 0 0,0 0 0 0 0,0 0 0 0 0,0 1 0 0 0,0-1 0 0 0,0 0 0 0 0,1 0 0 0 0,-1 1-1 0 0,0-1 1 0 0,0 0 0 0 0,0 0 0 0 0,1 0 0 0 0,-1 1 0 0 0,0-1 0 0 0,0 0 0 0 0,1 0 0 0 0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5:06.5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 78 2228 0 0,'-2'0'2001'0'0,"-49"-15"7409"0"0,53 14-9385 0 0,0 0 1 0 0,-1-1-1 0 0,1 1 1 0 0,0 0-1 0 0,0 0 1 0 0,0 0-1 0 0,0 1 1 0 0,0-1-1 0 0,0 0 1 0 0,0 1-1 0 0,0-1 1 0 0,0 1-1 0 0,4 0 1 0 0,-4-1-21 0 0,18-3-69 0 0,126-27-507 0 0,-48 19-5428 0 0,-63 8 1036 0 0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5:07.1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175 91 512 0 0,'-4'-1'1233'0'0,"0"1"1"0"0,0-1-1 0 0,0 0 0 0 0,0 0 1 0 0,0-1-1 0 0,0 1 0 0 0,-5-4 1 0 0,8 4-932 0 0,-1 1-1 0 0,1-1 1 0 0,-1-1 0 0 0,1 1 0 0 0,0 0 0 0 0,-1 0 0 0 0,1 0 0 0 0,0-1 0 0 0,0 1 0 0 0,0 0 0 0 0,0-1 0 0 0,0 1 0 0 0,0-1 0 0 0,0 1 0 0 0,0-1 0 0 0,1 0 0 0 0,-1 1 0 0 0,0-3-1 0 0,1 3-243 0 0,0-1-1 0 0,1 1 1 0 0,-1-1-1 0 0,0 1 1 0 0,0 0-1 0 0,1-1 0 0 0,-1 1 1 0 0,1 0-1 0 0,-1-1 1 0 0,1 1-1 0 0,0 0 0 0 0,-1 0 1 0 0,1-1-1 0 0,0 1 1 0 0,0 0-1 0 0,0 0 1 0 0,0 0-1 0 0,0 0 0 0 0,0 0 1 0 0,0 0-1 0 0,0 0 1 0 0,0 1-1 0 0,0-1 0 0 0,3-1 1 0 0,30-14 319 0 0,-30 15-358 0 0,1 0-1 0 0,-1 0 1 0 0,0 0-1 0 0,0 0 0 0 0,1 1 1 0 0,-1 0-1 0 0,1 0 1 0 0,-1 0-1 0 0,0 0 0 0 0,1 0 1 0 0,-1 1-1 0 0,0 0 1 0 0,1 0-1 0 0,-1 0 1 0 0,0 1-1 0 0,0-1 0 0 0,0 1 1 0 0,4 3-1 0 0,-5-4-8 0 0,0 1 0 0 0,-1 0 0 0 0,0 0 0 0 0,1 0 0 0 0,-1 0 0 0 0,0 0 0 0 0,0 1-1 0 0,0-1 1 0 0,0 1 0 0 0,0-1 0 0 0,-1 1 0 0 0,1 0 0 0 0,-1 0 0 0 0,1-1 0 0 0,-1 1 0 0 0,0 0 0 0 0,0 0-1 0 0,-1 0 1 0 0,1 1 0 0 0,-1-1 0 0 0,1 0 0 0 0,-1 0 0 0 0,0 0 0 0 0,0 0 0 0 0,-1 5 0 0 0,-2 3 9 0 0,0 0 0 0 0,0 1 1 0 0,-1-1-1 0 0,-1-1 0 0 0,0 1 0 0 0,0-1 1 0 0,-1 0-1 0 0,-1 0 0 0 0,-9 11 1 0 0,4-4 108 0 0,-14 27 1 0 0,25-43-112 0 0,0 1-16 0 0,-1 5 18 0 0,2-7-18 0 0,0 1 1 0 0,1-1-1 0 0,-1 0 0 0 0,0 1 1 0 0,0-1-1 0 0,0 0 0 0 0,1 1 1 0 0,-1-1-1 0 0,0 1 0 0 0,0-1 0 0 0,1 0 1 0 0,-1 0-1 0 0,0 1 0 0 0,1-1 1 0 0,-1 0-1 0 0,0 1 0 0 0,1-1 1 0 0,-1 0-1 0 0,0 0 0 0 0,1 0 0 0 0,-1 0 1 0 0,1 1-1 0 0,-1-1 0 0 0,0 0 1 0 0,1 0-1 0 0,-1 0 0 0 0,1 0 1 0 0,17 5 30 0 0,-15-5-29 0 0,17 6 95 0 0,0 0 0 0 0,0 1 0 0 0,-1 1-1 0 0,0 1 1 0 0,0 0 0 0 0,-1 2 0 0 0,21 15 0 0 0,-38-25-17 0 0,0 0 0 0 0,0 0 1 0 0,0 0-1 0 0,0 0 0 0 0,0 0 0 0 0,0 0 0 0 0,0 0 1 0 0,0 0-1 0 0,0 1 0 0 0,-1-1 0 0 0,1 0 1 0 0,0 1-1 0 0,-1-1 0 0 0,1 1 0 0 0,-1-1 1 0 0,1 0-1 0 0,-1 1 0 0 0,0-1 0 0 0,0 1 1 0 0,0-1-1 0 0,1 1 0 0 0,-2-1 0 0 0,1 1 1 0 0,0-1-1 0 0,0 1 0 0 0,0-1 0 0 0,-1 1 1 0 0,1-1-1 0 0,0 1 0 0 0,-1-1 0 0 0,0 1 0 0 0,1-1 1 0 0,-1 0-1 0 0,0 0 0 0 0,0 1 0 0 0,1-1 1 0 0,-1 0-1 0 0,0 0 0 0 0,0 0 0 0 0,-2 2 1 0 0,-3 3 189 0 0,0 0 0 0 0,0 0 0 0 0,-1-1 0 0 0,1 0 0 0 0,-14 8 1 0 0,3-5-190 0 0,-1-1 1 0 0,1-1 0 0 0,-1 0-1 0 0,-1-1 1 0 0,1-1 0 0 0,-1-1 0 0 0,1-1-1 0 0,-1 0 1 0 0,0-1 0 0 0,0-1 0 0 0,0-1-1 0 0,0-1 1 0 0,-35-7 0 0 0,50 8-277 0 0,0 0 0 0 0,0 0 0 0 0,1-1 0 0 0,-1 1 0 0 0,0-1 1 0 0,1 0-1 0 0,-1 0 0 0 0,1 0 0 0 0,-1 0 0 0 0,-4-5 0 0 0,7 6-12 0 0,0-1 0 0 0,0 1 1 0 0,0 0-1 0 0,1 0 0 0 0,-1-1 0 0 0,0 1 0 0 0,1 0 0 0 0,-1-1 0 0 0,1 1 0 0 0,-1 0 0 0 0,1-1 1 0 0,0 1-1 0 0,0-1 0 0 0,0 1 0 0 0,0 0 0 0 0,0-1 0 0 0,0 1 0 0 0,0-1 0 0 0,0 1 0 0 0,0-1 0 0 0,1 1 1 0 0,-1 0-1 0 0,0-1 0 0 0,1 1 0 0 0,-1 0 0 0 0,1-1 0 0 0,0 1 0 0 0,-1 0 0 0 0,1 0 0 0 0,0-1 1 0 0,0 1-1 0 0,0 0 0 0 0,1-1 0 0 0,31-33-8337 0 0,-18 20 2629 0 0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5:07.5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74 21 2276 0 0,'0'-16'16980'0'0,"1"13"-15959"0"0,2 2-972 0 0,1 1 1 0 0,-1 0-1 0 0,1 0 1 0 0,-1 0-1 0 0,1 0 1 0 0,-1 1-1 0 0,1 0 1 0 0,-1-1-1 0 0,0 1 1 0 0,1 0 0 0 0,3 2-1 0 0,2 1-6 0 0,-1 0 1 0 0,1 0-1 0 0,11 8 1 0 0,-14-8-31 0 0,-1-1 0 0 0,0 1 0 0 0,0 1 0 0 0,-1-1 0 0 0,1 1 0 0 0,-1-1 0 0 0,0 1 0 0 0,0 1 0 0 0,0-1 0 0 0,-1 0 0 0 0,0 1 0 0 0,0 0 0 0 0,4 10 0 0 0,-6-11 19 0 0,0 1 0 0 0,0 0 0 0 0,0 0-1 0 0,-1-1 1 0 0,0 1 0 0 0,0 0 0 0 0,-1-1-1 0 0,1 1 1 0 0,-1 0 0 0 0,0-1 0 0 0,-1 1-1 0 0,1 0 1 0 0,-1-1 0 0 0,0 0 0 0 0,-5 9-1 0 0,-3 5 230 0 0,-2-1-1 0 0,0 1 1 0 0,-24 26-1 0 0,-52 47 1165 0 0,68-72-1109 0 0,10-11-206 0 0,7-7-68 0 0,1 0-1 0 0,0 0 1 0 0,0 0 0 0 0,-1 0-1 0 0,1 0 1 0 0,0 1 0 0 0,1-1-1 0 0,-1 1 1 0 0,0-1-1 0 0,1 1 1 0 0,0 0 0 0 0,-1 0-1 0 0,0 3 1 0 0,2-6-32 0 0,0 1 1 0 0,1-1-1 0 0,-1 1 0 0 0,0-1 1 0 0,1 1-1 0 0,-1-1 1 0 0,0 1-1 0 0,1-1 0 0 0,-1 1 1 0 0,0-1-1 0 0,1 1 0 0 0,-1-1 1 0 0,1 0-1 0 0,-1 1 1 0 0,0-1-1 0 0,1 0 0 0 0,-1 1 1 0 0,1-1-1 0 0,0 0 0 0 0,-1 0 1 0 0,1 0-1 0 0,-1 1 1 0 0,1-1-1 0 0,-1 0 0 0 0,1 0 1 0 0,-1 0-1 0 0,1 0 0 0 0,0 0 1 0 0,-1 0-1 0 0,1 0 1 0 0,0 0-1 0 0,19 1 51 0 0,-20-1-58 0 0,47-3 36 0 0,0-1 0 0 0,61-15 0 0 0,-73 13-34 0 0,-25 4-82 0 0,127-26-162 0 0,-49 4-3619 0 0,-58 11-7107 0 0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4:59.7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216 212 776 0 0,'-11'-27'11926'0'0,"11"26"-11824"0"0,0 1 0 0 0,0 0 0 0 0,0-1 1 0 0,0 1-1 0 0,0-1 0 0 0,0 1 0 0 0,0 0 0 0 0,0-1 0 0 0,0 1 1 0 0,-1 0-1 0 0,1-1 0 0 0,0 1 0 0 0,0-1 0 0 0,0 1 1 0 0,-1 0-1 0 0,1-1 0 0 0,0 1 0 0 0,0 0 0 0 0,-1 0 0 0 0,1-1 1 0 0,0 1-1 0 0,-1 0 0 0 0,1 0 0 0 0,0-1 0 0 0,-1 1 0 0 0,1 0 1 0 0,0 0-1 0 0,-1 0 0 0 0,1 0 0 0 0,0-1 0 0 0,-1 1 1 0 0,1 0-1 0 0,-1 0 0 0 0,1 0 0 0 0,0 0 0 0 0,-1 0 0 0 0,0 0 1 0 0,0 1 3 0 0,0 0 1 0 0,0-1 0 0 0,0 1-1 0 0,1 0 1 0 0,-1 0 0 0 0,0 0-1 0 0,0 0 1 0 0,0 0 0 0 0,1 0-1 0 0,-1 0 1 0 0,1 0 0 0 0,-1 2-1 0 0,-18 49 15 0 0,15-41 498 0 0,-20 54 221 0 0,-12 32 44 0 0,-45 194 0 0 0,61-201-262 0 0,20-88 16 0 0,5-40-314 0 0,8-14-208 0 0,61-230-38 0 0,20 5-188 0 0,-75 225 88 0 0,17-36-217 0 0,-35 88 235 0 0,-1-1 0 0 0,0 1 0 0 0,0-1 0 0 0,0 1-1 0 0,0-1 1 0 0,1 1 0 0 0,-1 0 0 0 0,0-1 0 0 0,1 1 0 0 0,-1 0 0 0 0,0-1 0 0 0,1 1 0 0 0,-1 0-1 0 0,0 0 1 0 0,1-1 0 0 0,-1 1 0 0 0,0 0 0 0 0,1 0 0 0 0,-1-1 0 0 0,1 1 0 0 0,-1 0-1 0 0,0 0 1 0 0,1 0 0 0 0,-1 0 0 0 0,1 0 0 0 0,-1 0 0 0 0,1 0 0 0 0,-1 0 0 0 0,1 0-1 0 0,-1 0 1 0 0,1 0 0 0 0,13 9-48 0 0,4 19 5 0 0,4 25 207 0 0,-4 2-1 0 0,-1 0 1 0 0,13 87-1 0 0,-26-122-61 0 0,12 63 101 0 0,44 182-716 0 0,-55-255-295 0 0,4 9-2907 0 0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4:59.9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 80 1000 0 0,'-8'-3'2040'0'0,"-39"-10"7115"0"0,17 7-6101 0 0,29 6-2884 0 0,12-6 174 0 0,22 0-372 0 0,158-26-293 0 0,-62 20-7473 0 0,-95 10 2578 0 0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5:00.3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114 31 2720 0 0,'-14'-5'9487'0'0,"14"5"-9498"0"0,-12-9 3212 0 0,11 9-3165 0 0,1 0-1 0 0,0-1 1 0 0,0 1-1 0 0,0 0 1 0 0,-1 0-1 0 0,1 0 1 0 0,0-1-1 0 0,0 1 1 0 0,0 0-1 0 0,-1 0 1 0 0,1-1-1 0 0,0 1 1 0 0,0 0 0 0 0,0-1-1 0 0,0 1 1 0 0,0 0-1 0 0,0 0 1 0 0,0-1-1 0 0,0 1 1 0 0,0 0-1 0 0,0-1 1 0 0,0 1-1 0 0,0 0 1 0 0,0 0-1 0 0,0-1 1 0 0,0 1-1 0 0,0 0 1 0 0,0-1-1 0 0,0 1 1 0 0,0 0-1 0 0,0 0 1 0 0,0-1 0 0 0,0 1-1 0 0,0 0 1 0 0,1 0-1 0 0,-1-1 1 0 0,0 1-1 0 0,0 0 1 0 0,0 0-1 0 0,1-1 1 0 0,-1 1-1 0 0,0 0 1 0 0,0 0-1 0 0,0 0 1 0 0,1 0-1 0 0,-1-1 1 0 0,0 1-1 0 0,0 0 1 0 0,1 0-1 0 0,-1 0 1 0 0,0 0 0 0 0,1 0-1 0 0,-1 0 1 0 0,0 0-1 0 0,0 0 1 0 0,1-1-1 0 0,-1 1 1 0 0,0 0-1 0 0,1 0 1 0 0,-1 1-1 0 0,6-3 5 0 0,0 1-1 0 0,0 1 1 0 0,0-1-1 0 0,0 1 1 0 0,0 0-1 0 0,0 0 1 0 0,0 1-1 0 0,0 0 1 0 0,0 0-1 0 0,0 0 1 0 0,0 1-1 0 0,0 0 1 0 0,0 0-1 0 0,-1 0 1 0 0,1 1-1 0 0,-1 0 1 0 0,0 0-1 0 0,0 0 1 0 0,0 0-1 0 0,7 8 1 0 0,-8-8-14 0 0,-1 0 1 0 0,0 0-1 0 0,0 0 0 0 0,0 1 1 0 0,0-1-1 0 0,-1 1 0 0 0,1 0 1 0 0,-1 0-1 0 0,0 0 1 0 0,0 0-1 0 0,0 0 0 0 0,-1 0 1 0 0,0 1-1 0 0,1-1 1 0 0,-1 0-1 0 0,-1 1 0 0 0,1-1 1 0 0,-1 1-1 0 0,0-1 1 0 0,0 1-1 0 0,0-1 0 0 0,0 1 1 0 0,-1-1-1 0 0,0 1 1 0 0,0-1-1 0 0,0 0 0 0 0,0 1 1 0 0,-4 5-1 0 0,-2 5 97 0 0,-2-1 0 0 0,0 0 0 0 0,-1 0 1 0 0,0-1-1 0 0,-17 17 0 0 0,-67 54 1090 0 0,49-45-440 0 0,11-9-321 0 0,32-29-405 0 0,33 4 95 0 0,40-13-706 0 0,108-26 1 0 0,-98 12-3617 0 0,-2-4-4611 0 0,-55 18 2768 0 0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5:00.8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120 107 2068 0 0,'-8'-14'6235'0'0,"-14"-31"3142"0"0,17 37-7963 0 0,5 8-1322 0 0,-1-1 0 0 0,1 0 0 0 0,-1 1 1 0 0,1-1-1 0 0,-1 0 0 0 0,1 1 0 0 0,-1-1 0 0 0,1 0 1 0 0,-1 0-1 0 0,1 0 0 0 0,0 1 0 0 0,0-1 0 0 0,-1 0 1 0 0,1 0-1 0 0,0 0 0 0 0,0 0 0 0 0,0 1 0 0 0,0-1 1 0 0,0 0-1 0 0,0 0 0 0 0,0 0 0 0 0,0 0 0 0 0,0 0 1 0 0,1 1-1 0 0,-1-1 0 0 0,1-1 0 0 0,2-1-56 0 0,1 1-1 0 0,0 0 0 0 0,0 0 1 0 0,0 0-1 0 0,1 1 0 0 0,-1-1 1 0 0,0 1-1 0 0,1 0 0 0 0,-1 0 1 0 0,0 1-1 0 0,1-1 0 0 0,-1 1 1 0 0,1 0-1 0 0,-1 0 1 0 0,7 2-1 0 0,2-1-26 0 0,-1 1 0 0 0,0 1 0 0 0,-1 0 0 0 0,22 8 0 0 0,-29-9-2 0 0,-1 0-1 0 0,1-1 1 0 0,0 1-1 0 0,-1 0 1 0 0,1 1-1 0 0,-1-1 0 0 0,0 1 1 0 0,0-1-1 0 0,0 1 1 0 0,0 0-1 0 0,-1 0 1 0 0,4 5-1 0 0,-5-6 7 0 0,0 0 0 0 0,0 0 0 0 0,0 0 0 0 0,-1 0 0 0 0,1 0-1 0 0,0 1 1 0 0,-1-1 0 0 0,0 0 0 0 0,0 0 0 0 0,1 1-1 0 0,-1-1 1 0 0,-1 0 0 0 0,1 0 0 0 0,0 1 0 0 0,0-1 0 0 0,-1 0-1 0 0,0 0 1 0 0,1 0 0 0 0,-1 1 0 0 0,0-1 0 0 0,0 0-1 0 0,0 0 1 0 0,-2 2 0 0 0,-7 11 68 0 0,-2 0 0 0 0,0-1 0 0 0,0 0 0 0 0,-1-1 0 0 0,-1-1-1 0 0,0 0 1 0 0,-1-1 0 0 0,-18 11 0 0 0,32-21 142 0 0,2 0-209 0 0,5 4-1 0 0,-3-3-14 0 0,1-1 0 0 0,0 1 0 0 0,0-1 0 0 0,0 0 0 0 0,0 0 0 0 0,0 0 0 0 0,7 0 0 0 0,25 7-29 0 0,-10 5 90 0 0,-5-3-162 0 0,40 24 0 0 0,-56-30 166 0 0,0 0 1 0 0,0 0-1 0 0,0 0 1 0 0,0 0-1 0 0,-1 1 0 0 0,0 0 1 0 0,0 0-1 0 0,0 0 0 0 0,0 0 1 0 0,-1 1-1 0 0,0 0 1 0 0,2 6-1 0 0,-4-10 12 0 0,0 0 0 0 0,-1 0 0 0 0,1 1 0 0 0,-1-1 0 0 0,1 0 1 0 0,-1 0-1 0 0,0 1 0 0 0,0-1 0 0 0,0 0 0 0 0,0 1 0 0 0,-1-1 0 0 0,1 0 0 0 0,-1 1 1 0 0,1-1-1 0 0,-1 0 0 0 0,0 0 0 0 0,0 1 0 0 0,-1 2 0 0 0,-1-1 2 0 0,0 0 0 0 0,0 0-1 0 0,0-1 1 0 0,0 1 0 0 0,-1-1 0 0 0,0 1 0 0 0,1-1-1 0 0,-8 4 1 0 0,0 0 13 0 0,-1-1 0 0 0,0 0 0 0 0,0-1 0 0 0,0 0 0 0 0,-24 5 0 0 0,19-7-655 0 0,1 0-1 0 0,-1-2 1 0 0,0 0-1 0 0,0-1 1 0 0,0 0-1 0 0,-20-4 1 0 0,-9-4-4392 0 0,0-3-3364 0 0,25 6 1040 0 0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5:08.4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92 304 80 0 0,'0'-18'6911'0'0,"0"11"-4645"0"0,-1 0-154 0 0,-3 22-1108 0 0,0 0-1 0 0,1 0 1 0 0,-1 21 0 0 0,0-6-54 0 0,-44 290 2421 0 0,43-282-3194 0 0,-12 51 2989 0 0,17-89-3132 0 0,-2-15 313 0 0,3-22-255 0 0,11-52-181 0 0,5 0 0 0 0,3 1 0 0 0,5 1 1 0 0,3 1-1 0 0,49-103 0 0 0,-64 162 31 0 0,18-28-1 0 0,-26 47 25 0 0,1 0 1 0 0,-1 0-1 0 0,2 1 0 0 0,-1 0 0 0 0,1 0 0 0 0,0 1 1 0 0,10-7-1 0 0,-16 12 27 0 0,0 1 0 0 0,1-1 0 0 0,-1 1 0 0 0,1-1 1 0 0,-1 1-1 0 0,1 0 0 0 0,-1-1 0 0 0,1 1 0 0 0,-1 0 1 0 0,1 0-1 0 0,0 0 0 0 0,-1 1 0 0 0,1-1 0 0 0,-1 0 1 0 0,1 0-1 0 0,-1 1 0 0 0,1-1 0 0 0,1 2 0 0 0,1-1 1 0 0,-1 1 0 0 0,0-1-1 0 0,0 1 1 0 0,0 0 0 0 0,0 0 0 0 0,5 4-1 0 0,-1 2 13 0 0,0 1 0 0 0,0 0 0 0 0,-1 0-1 0 0,0 1 1 0 0,0 0 0 0 0,-1 0 0 0 0,6 18-1 0 0,20 80-53 0 0,-23-77 65 0 0,52 242 84 0 0,-43-207 62 0 0,7 31-3805 0 0,-21-90 1478 0 0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5:08.6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144 82 1024 0 0,'-142'-27'17862'0'0,"140"27"-17246"0"0,24-9-69 0 0,200-18-1777 0 0,-74 14-6183 0 0,-123 11 5206 0 0,14-1-4588 0 0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5:09.1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134 84 2608 0 0,'-14'-8'6465'0'0,"14"8"-6399"0"0,-5-4 1213 0 0,1 0-1 0 0,0 1 1 0 0,1-1-1 0 0,-1-1 0 0 0,-3-4 1 0 0,6 8-1207 0 0,1 0 1 0 0,-1 0-1 0 0,1 0 1 0 0,-1 1 0 0 0,1-1-1 0 0,0 0 1 0 0,-1 0-1 0 0,1 0 1 0 0,0 0 0 0 0,-1 0-1 0 0,1 0 1 0 0,0 0 0 0 0,0 0-1 0 0,0 0 1 0 0,0 0-1 0 0,0 0 1 0 0,0 0 0 0 0,0 0-1 0 0,0 0 1 0 0,1 0-1 0 0,-1 0 1 0 0,0 0 0 0 0,1 0-1 0 0,-1 1 1 0 0,0-1-1 0 0,1 0 1 0 0,-1 0 0 0 0,1 0-1 0 0,-1 0 1 0 0,1 1-1 0 0,0-1 1 0 0,-1 0 0 0 0,1 0-1 0 0,0 1 1 0 0,-1-1-1 0 0,1 0 1 0 0,0 1 0 0 0,0-1-1 0 0,0 1 1 0 0,1-1-1 0 0,3-1-48 0 0,-1 0 0 0 0,1 0 0 0 0,0 1 0 0 0,0 0-1 0 0,0-1 1 0 0,-1 2 0 0 0,1-1 0 0 0,0 1 0 0 0,0 0-1 0 0,0 0 1 0 0,0 0 0 0 0,0 0 0 0 0,0 1 0 0 0,0 0-1 0 0,0 0 1 0 0,0 1 0 0 0,7 2 0 0 0,-8-2-22 0 0,-1-1 1 0 0,0 1 0 0 0,1-1-1 0 0,-1 1 1 0 0,0 0-1 0 0,0 0 1 0 0,0 1-1 0 0,0-1 1 0 0,-1 1 0 0 0,1-1-1 0 0,-1 1 1 0 0,1 0-1 0 0,-1 0 1 0 0,0 0-1 0 0,0 0 1 0 0,0 0 0 0 0,-1 0-1 0 0,1 1 1 0 0,-1-1-1 0 0,0 1 1 0 0,0-1 0 0 0,0 1-1 0 0,0-1 1 0 0,0 1-1 0 0,-1 6 1 0 0,0-2 5 0 0,-1 0 1 0 0,0 0 0 0 0,0-1-1 0 0,-1 1 1 0 0,0 0 0 0 0,-1-1-1 0 0,0 0 1 0 0,0 1-1 0 0,0-1 1 0 0,-7 10 0 0 0,-6 6 8 0 0,-30 35 0 0 0,17-22 21 0 0,20-26-11 0 0,-1 2 7 0 0,10-12-34 0 0,0 0 0 0 0,0 1 0 0 0,0-1 0 0 0,0 0-1 0 0,0 1 1 0 0,0-1 0 0 0,0 0 0 0 0,0 0 0 0 0,0 1 0 0 0,0-1-1 0 0,0 0 1 0 0,0 1 0 0 0,0-1 0 0 0,0 0 0 0 0,0 1 0 0 0,0-1 0 0 0,0 0-1 0 0,0 0 1 0 0,0 1 0 0 0,1-1 0 0 0,-1 0 0 0 0,0 0 0 0 0,0 1-1 0 0,0-1 1 0 0,0 0 0 0 0,1 0 0 0 0,-1 1 0 0 0,0-1 0 0 0,0 0-1 0 0,1 0 1 0 0,-1 0 0 0 0,0 0 0 0 0,0 1 0 0 0,1-1 0 0 0,-1 0 0 0 0,0 0-1 0 0,1 0 1 0 0,-1 0 0 0 0,1 0 0 0 0,2 0-4 0 0,0 0 1 0 0,0 0-1 0 0,1 0 1 0 0,-1-1-1 0 0,0 1 1 0 0,0-1-1 0 0,0 0 1 0 0,6-2-1 0 0,-5 2-2 0 0,11-1-7 0 0,0 1 0 0 0,0 0 1 0 0,-1 1-1 0 0,1 1 0 0 0,0 0 1 0 0,0 1-1 0 0,18 5 0 0 0,-27-5 16 0 0,0-1-1 0 0,-1 1 0 0 0,1 0 1 0 0,-1 0-1 0 0,0 0 0 0 0,0 1 1 0 0,0 0-1 0 0,0 0 0 0 0,0 0 1 0 0,0 1-1 0 0,-1 0 0 0 0,0-1 1 0 0,0 2-1 0 0,0-1 0 0 0,0 0 1 0 0,0 1-1 0 0,-1-1 0 0 0,0 1 1 0 0,0 0-1 0 0,0 0 1 0 0,2 8-1 0 0,-4-10 42 0 0,0 1 0 0 0,0-1-1 0 0,-1 1 1 0 0,1 0 0 0 0,-1-1 0 0 0,0 1 0 0 0,0 0-1 0 0,0-1 1 0 0,0 1 0 0 0,-1-1 0 0 0,0 1 0 0 0,1 0 0 0 0,-1-1-1 0 0,-1 1 1 0 0,-1 3 0 0 0,1-2 64 0 0,-1 0 0 0 0,0 0 0 0 0,-1 0 0 0 0,1-1 0 0 0,-1 1 0 0 0,0-1 0 0 0,0 0 0 0 0,-8 7 0 0 0,0-3 96 0 0,1-1-1 0 0,-1 0 1 0 0,-1 0 0 0 0,1-1 0 0 0,-1 0-1 0 0,0-2 1 0 0,-16 5 0 0 0,9-5-130 0 0,0-1 0 0 0,0-1 0 0 0,-1 0 0 0 0,1-2 1 0 0,-1 0-1 0 0,1-2 0 0 0,-1 0 0 0 0,-24-6 0 0 0,44 8-252 0 0,-1 0-1 0 0,1-1 1 0 0,0 1-1 0 0,-1-1 1 0 0,1 1-1 0 0,-1-1 1 0 0,1 1-1 0 0,0-1 1 0 0,-1 0-1 0 0,1 1 1 0 0,0-1-1 0 0,0 0 1 0 0,-1 0-1 0 0,1 0 1 0 0,0 0-1 0 0,0 0 1 0 0,0 0-1 0 0,0-1 1 0 0,0 1-1 0 0,1 0 1 0 0,-2-3-1 0 0,2 3-267 0 0,-1 0 0 0 0,1 0 0 0 0,0-1 1 0 0,1 1-1 0 0,-1 0 0 0 0,0-1 0 0 0,0 1 0 0 0,0 0 0 0 0,1 0 0 0 0,-1-1 0 0 0,1 1 0 0 0,-1 0 0 0 0,1 0 1 0 0,-1 0-1 0 0,1 0 0 0 0,0 0 0 0 0,-1-1 0 0 0,7-4-2229 0 0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5:09.7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153 77 2804 0 0,'-14'-13'4394'0'0,"8"8"-1911"0"0,1-1 0 0 0,-1 1 0 0 0,-8-14 0 0 0,13 18-1909 0 0,1-2-4 0 0,-1 3-547 0 0,1 0 0 0 0,0-1 1 0 0,0 1-1 0 0,0-1 0 0 0,0 1 0 0 0,-1-1 0 0 0,1 1 0 0 0,0-1 0 0 0,0 1 0 0 0,0-1 0 0 0,0 1 0 0 0,0-1 0 0 0,0 1 0 0 0,1-1 1 0 0,-1 1-1 0 0,0 0 0 0 0,0-1 0 0 0,0 1 0 0 0,0-1 0 0 0,1 0 0 0 0,4-2 28 0 0,0 1 0 0 0,0 0 0 0 0,0 1 0 0 0,1-1 0 0 0,-1 1 0 0 0,0 0 0 0 0,1 0-1 0 0,-1 0 1 0 0,1 1 0 0 0,-1 0 0 0 0,1 0 0 0 0,-1 0 0 0 0,1 1 0 0 0,-1 0 0 0 0,0 0 0 0 0,1 0 0 0 0,7 4 0 0 0,-4-3-41 0 0,-1 2 0 0 0,1-1 0 0 0,-1 1 0 0 0,0 0 0 0 0,0 1 0 0 0,0-1 1 0 0,-1 2-1 0 0,1-1 0 0 0,-1 1 0 0 0,7 7 0 0 0,-12-10 3 0 0,0 0 0 0 0,0 0 0 0 0,0 0 0 0 0,0 0 0 0 0,0 0 0 0 0,-1 0 0 0 0,1 0 0 0 0,-1 1 0 0 0,0-1 0 0 0,0 0 0 0 0,0 1 0 0 0,0-1 0 0 0,-1 1 0 0 0,1 0 0 0 0,-1 6 0 0 0,-1-5-1 0 0,1 1 0 0 0,-1-1 0 0 0,-1 0 0 0 0,1 1 0 0 0,-1-1 0 0 0,0 0 1 0 0,0 0-1 0 0,0 0 0 0 0,-5 6 0 0 0,-3 3 34 0 0,-1 0 0 0 0,0-1 0 0 0,-1 0 0 0 0,0-1 0 0 0,-21 15 0 0 0,-34 20 1478 0 0,58-43-1218 0 0,10-5-37 0 0,3 0-250 0 0,0 0 0 0 0,0 0 0 0 0,0 0 0 0 0,0 0 0 0 0,0 1 0 0 0,0 0 0 0 0,8 0 0 0 0,3 2-18 0 0,-1-1-1 0 0,1 2 1 0 0,-1 0 0 0 0,1 0 0 0 0,-1 2-1 0 0,27 11 1 0 0,-31-11 3 0 0,0 0 1 0 0,0 1-1 0 0,-1 0 0 0 0,0 1 0 0 0,0 0 1 0 0,0 0-1 0 0,-1 1 0 0 0,0 0 0 0 0,12 15 1 0 0,-18-20 31 0 0,-1-1 0 0 0,1 1 0 0 0,-1-1 0 0 0,0 1 0 0 0,1 0 0 0 0,-1-1 1 0 0,0 1-1 0 0,0 0 0 0 0,-1 0 0 0 0,1 0 0 0 0,-1 0 0 0 0,1 0 0 0 0,-1 0 0 0 0,0 0 0 0 0,0 0 1 0 0,0 0-1 0 0,-1 0 0 0 0,0 3 0 0 0,0-2 32 0 0,-1 1 1 0 0,0-1-1 0 0,1 0 0 0 0,-2 0 1 0 0,1 0-1 0 0,0 0 1 0 0,-1 0-1 0 0,0 0 0 0 0,0-1 1 0 0,-6 6-1 0 0,-1 0 35 0 0,0-1 0 0 0,-1 0-1 0 0,0-1 1 0 0,-1 0 0 0 0,0-1 0 0 0,0 0-1 0 0,-15 5 1 0 0,9-5-16 0 0,-1-1 0 0 0,0 0 0 0 0,0-1 0 0 0,0-1 0 0 0,-37 0 0 0 0,46-3-686 0 0,0-1-1 0 0,-1 0 1 0 0,1-1-1 0 0,0 0 1 0 0,-14-5-1 0 0,18 5-740 0 0,-1-1-1 0 0,1 0 1 0 0,0 0 0 0 0,0-1-1 0 0,0 1 1 0 0,1-1 0 0 0,-1-1-1 0 0,-8-8 1 0 0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5:11.1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13 980 0 0,'6'14'17159'0'0,"-4"-12"-16663"0"0,25-4-360 0 0,45-8 0 0 0,24-2-128 0 0,-61 11 2 0 0,-2-2-12 0 0,0 2 1 0 0,0 2 0 0 0,0 1 0 0 0,40 8-1 0 0,-68-8 33 0 0,1 0 0 0 0,-1 0-1 0 0,0 0 1 0 0,-1 1 0 0 0,1 0-1 0 0,0 0 1 0 0,-1 1 0 0 0,0-1-1 0 0,1 1 1 0 0,-1 0 0 0 0,-1 0-1 0 0,1 0 1 0 0,-1 0 0 0 0,1 1-1 0 0,2 6 1 0 0,4 6 244 0 0,-1 1 0 0 0,13 34 1 0 0,2 21 696 0 0,26 128 0 0 0,-6 82 631 0 0,-30-149-468 0 0,-2 154 0 0 0,-25 135 490 0 0,2-163-1078 0 0,10 110-282 0 0,17 0-1 0 0,76 447 1 0 0,-82-753-241 0 0,96 636-213 0 0,-10 42 321 0 0,-64-404-20 0 0,-30-291-70 0 0,8 65 0 0 0,-9-101-31 0 0,-1 0 0 0 0,0 0 0 0 0,0 0 0 0 0,-3 15 0 0 0,0 12 89 0 0,3-36-81 0 0,0 0 1 0 0,0 1-1 0 0,-1-1 1 0 0,1 1-1 0 0,0-1 1 0 0,-1 0-1 0 0,0 1 1 0 0,1-1-1 0 0,-1 0 1 0 0,0 0-1 0 0,0 1 1 0 0,0-1-1 0 0,-1 0 0 0 0,1 0 1 0 0,0 0-1 0 0,-1 0 1 0 0,1-1-1 0 0,-4 4 1 0 0,2-2-17 0 0,-1-1 1 0 0,1 0-1 0 0,0 0 1 0 0,-1-1-1 0 0,0 1 1 0 0,1-1-1 0 0,-1 1 1 0 0,0-1-1 0 0,0 0 1 0 0,-5 0-1 0 0,-7 0-521 0 0,0 0-1 0 0,-1-1 1 0 0,1-1-1 0 0,-20-4 1 0 0,35 5 465 0 0,-31-6-3146 0 0,-58-18 0 0 0,11-4-5403 0 0,27 8-1093 0 0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5:20.5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27 2000 0 0,'-11'-27'12706'0'0,"11"42"-11875"0"0,0-1-1 0 0,0 0 0 0 0,2 1 1 0 0,3 17-1 0 0,2 19 229 0 0,-14 419 2285 0 0,4-415-3206 0 0,-4 14 66 0 0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5:21.2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48 290 104 0 0,'-20'-46'7739'0'0,"15"36"-6283"0"0,1 0 0 0 0,-1 0 0 0 0,2-1 0 0 0,-1 1 0 0 0,-3-22 1 0 0,8 27-1350 0 0,-1 1 1 0 0,0-1 0 0 0,1 1 0 0 0,0 0 0 0 0,0 0 0 0 0,0-1 0 0 0,1 1 0 0 0,0 0 0 0 0,-1 0 0 0 0,1 0 0 0 0,1 0 0 0 0,-1 1 0 0 0,0-1 0 0 0,1 0 0 0 0,0 1 0 0 0,0 0 0 0 0,0 0-1 0 0,0 0 1 0 0,0 0 0 0 0,1 0 0 0 0,5-3 0 0 0,5-4 72 0 0,1 1 0 0 0,1 0 0 0 0,-1 1 0 0 0,18-5 0 0 0,-20 8-141 0 0,0 0 0 0 0,0 1 0 0 0,1 1 0 0 0,-1 0-1 0 0,1 1 1 0 0,0 0 0 0 0,-1 1 0 0 0,1 1-1 0 0,25 2 1 0 0,-33-1-25 0 0,0 0 0 0 0,0 1 0 0 0,1-1 0 0 0,-1 1 0 0 0,0 1 0 0 0,-1-1 0 0 0,1 1 0 0 0,0 0 0 0 0,-1 0 0 0 0,0 1 0 0 0,1-1 0 0 0,-1 1 0 0 0,-1 0 0 0 0,1 1 0 0 0,0-1 0 0 0,-1 1 0 0 0,0 0 0 0 0,0 0 0 0 0,-1 0 0 0 0,1 1 0 0 0,-1-1 0 0 0,-1 1 0 0 0,4 7 0 0 0,-4-5 8 0 0,0 0 1 0 0,0 0-1 0 0,0 0 1 0 0,-1 0-1 0 0,-1 0 1 0 0,1 0-1 0 0,-2 0 1 0 0,1 1-1 0 0,-1-1 1 0 0,0 0-1 0 0,0 0 0 0 0,-5 13 1 0 0,-1 0 34 0 0,-1 0 0 0 0,0-1 0 0 0,-18 29 1 0 0,23-42-10 0 0,-1-1 1 0 0,1 0 0 0 0,-1 0 0 0 0,-1 0 0 0 0,1 0 0 0 0,-1-1-1 0 0,0 0 1 0 0,0 0 0 0 0,-1 0 0 0 0,1 0 0 0 0,-10 5 0 0 0,13-9 10 0 0,1-1-46 0 0,-17-2 206 0 0,18 2-218 0 0,0 0 0 0 0,0 0 0 0 0,0 0 0 0 0,0 0 0 0 0,0 0 0 0 0,0 0 0 0 0,-1 0 0 0 0,1 0 0 0 0,0 0 0 0 0,0 0 0 0 0,0-1 0 0 0,0 1 0 0 0,0 0 0 0 0,0 0 0 0 0,0 0 0 0 0,0 0 0 0 0,0 0 0 0 0,0 0 0 0 0,0 0 0 0 0,0 0 1 0 0,0 0-1 0 0,0-1 0 0 0,0 1 0 0 0,0 0 0 0 0,0 0 0 0 0,0 0 0 0 0,0 0 0 0 0,0 0 0 0 0,0 0 0 0 0,0 0 0 0 0,0 0 0 0 0,0-1 0 0 0,0 1 0 0 0,0 0 0 0 0,0 0 0 0 0,0 0 0 0 0,0 0 0 0 0,0 0 0 0 0,0 0 0 0 0,0 0 0 0 0,0 0 0 0 0,0-1 0 0 0,0 1 0 0 0,0 0 0 0 0,0 0 0 0 0,0 0 0 0 0,0 0 0 0 0,0 0 0 0 0,1 0 0 0 0,12-9-57 0 0,-7 7 48 0 0,1 0 1 0 0,-1 0-1 0 0,1 0 0 0 0,0 1 1 0 0,-1-1-1 0 0,1 2 1 0 0,0-1-1 0 0,0 1 1 0 0,0 0-1 0 0,0 1 1 0 0,-1-1-1 0 0,12 4 1 0 0,-6-2-6 0 0,0 1 1 0 0,-1 1 0 0 0,1 0 0 0 0,-1 1 0 0 0,0 0 0 0 0,17 11-1 0 0,-21-12 21 0 0,-1 1 0 0 0,0-1 0 0 0,-1 1 0 0 0,1 0 0 0 0,-1 1 0 0 0,0-1 0 0 0,0 1 0 0 0,-1 0 0 0 0,0 1 0 0 0,0-1 0 0 0,0 1 0 0 0,-1-1 0 0 0,4 11 0 0 0,-5-11 19 0 0,-1 0 1 0 0,0 0-1 0 0,0 0 0 0 0,0 0 0 0 0,-1 0 0 0 0,0 1 1 0 0,0-1-1 0 0,0 0 0 0 0,-1 0 0 0 0,0 0 0 0 0,0 0 1 0 0,-1 0-1 0 0,1 0 0 0 0,-1-1 0 0 0,-1 1 0 0 0,1 0 1 0 0,-4 5-1 0 0,0-1 131 0 0,0 0 1 0 0,-1-1 0 0 0,0 0-1 0 0,0 0 1 0 0,-1-1-1 0 0,0 0 1 0 0,-1 0 0 0 0,1-1-1 0 0,-2 0 1 0 0,1 0-1 0 0,-1-1 1 0 0,0 0 0 0 0,-14 5-1 0 0,6-4 37 0 0,0-1 0 0 0,0-1-1 0 0,-1 0 1 0 0,0-2 0 0 0,0 0 0 0 0,0-1-1 0 0,-25-1 1 0 0,28 0-344 0 0,0-1-1 0 0,-1-1 0 0 0,1-1 1 0 0,0 0-1 0 0,-1-1 1 0 0,-29-9-1 0 0,45 11-65 0 0,1 1 0 0 0,-1 0 0 0 0,0-1 0 0 0,0 1-1 0 0,0-1 1 0 0,0 1 0 0 0,1-1 0 0 0,-1 0 0 0 0,0 1-1 0 0,1-1 1 0 0,-1 0 0 0 0,0 1 0 0 0,1-1 0 0 0,-1 0-1 0 0,1 0 1 0 0,-1 0 0 0 0,1 1 0 0 0,-1-1 0 0 0,1 0-1 0 0,0 0 1 0 0,-1 0 0 0 0,1 0 0 0 0,0-1 0 0 0,0 0-598 0 0,0 0 1 0 0,0 0-1 0 0,0 0 1 0 0,0 0-1 0 0,1 0 1 0 0,-1 1 0 0 0,1-1-1 0 0,3-7-2437 0 0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5:21.6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 63 3140 0 0,'5'-36'7297'0'0,"0"9"1782"0"0,-5 33-6809 0 0,-16 232 659 0 0,5-131-2726 0 0,7-81-174 0 0,0 8-649 0 0,5-12-6742 0 0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5:21.9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78 1 3028 0 0,'-3'0'2540'0'0,"-44"17"11391"0"0,40-15-12593 0 0,-10 3 4285 0 0,16-4-5594 0 0,1-1-1 0 0,0 0 0 0 0,0 0 0 0 0,0 0 0 0 0,0 0 0 0 0,-1 0 1 0 0,1 0-1 0 0,0 0 0 0 0,0 1 0 0 0,0-1 0 0 0,0 0 0 0 0,-1 0 0 0 0,1 0 1 0 0,0 1-1 0 0,0-1 0 0 0,0 0 0 0 0,0 0 0 0 0,0 0 0 0 0,0 0 1 0 0,0 1-1 0 0,0-1 0 0 0,0 0 0 0 0,0 0 0 0 0,0 1 0 0 0,0-1 1 0 0,0 0-1 0 0,0 0 0 0 0,0 0 0 0 0,0 1 0 0 0,0-1 0 0 0,0 0 0 0 0,0 0 1 0 0,0 0-1 0 0,0 1 0 0 0,0-1 0 0 0,0 0 0 0 0,0 0 0 0 0,0 0 1 0 0,1 1-1 0 0,9 1 402 0 0,23-5-198 0 0,-15 0-482 0 0,98-16-3446 0 0,-78 16-1517 0 0,-2 3-3711 0 0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5:22.1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102 0 2164 0 0,'-102'54'23343'0'0,"103"-53"-23314"0"0,-1 0 0 0 0,0-1 0 0 0,1 0 0 0 0,-1 1 0 0 0,1-1 0 0 0,-1 1 0 0 0,1-1 0 0 0,-1 1 0 0 0,1-1 0 0 0,-1 0-1 0 0,1 1 1 0 0,-1-1 0 0 0,1 0 0 0 0,-1 0 0 0 0,1 1 0 0 0,-1-1 0 0 0,1 0 0 0 0,0 0 0 0 0,-1 0 0 0 0,1 0 0 0 0,0 0 0 0 0,-1 0 0 0 0,1 0 0 0 0,-1 0 0 0 0,2 0 0 0 0,17 0 152 0 0,-18 0-164 0 0,252-17-1339 0 0,-127 5-1917 0 0,-33 3-770 0 0,-31-2-3548 0 0,-31 4-370 0 0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5:23.0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264 116 1580 0 0,'9'-12'4045'0'0,"-6"8"-3091"0"0,0-1-1 0 0,-1 1 1 0 0,1-1-1 0 0,-1 1 1 0 0,-1-1-1 0 0,1 0 1 0 0,1-8 0 0 0,-2 11-710 0 0,-1-1 0 0 0,0 1 0 0 0,0-1 0 0 0,0 1 0 0 0,0-1 0 0 0,0 1 0 0 0,0 0 0 0 0,-1-1 1 0 0,1 1-1 0 0,-1 0 0 0 0,1-1 0 0 0,-1 1 0 0 0,0 0 0 0 0,0 0 0 0 0,0-1 0 0 0,-1 1 1 0 0,-1-3-1 0 0,2 4-210 0 0,-1-1 0 0 0,1 1 0 0 0,-1 0 0 0 0,1 0 0 0 0,-1 0 0 0 0,1 0 0 0 0,-1 0 0 0 0,0 0 1 0 0,1 1-1 0 0,-1-1 0 0 0,0 0 0 0 0,0 1 0 0 0,1-1 0 0 0,-1 1 0 0 0,0 0 0 0 0,0 0 0 0 0,0-1 1 0 0,0 1-1 0 0,0 0 0 0 0,1 1 0 0 0,-1-1 0 0 0,-3 1 0 0 0,-1 0-22 0 0,1 0-1 0 0,-1 1 1 0 0,1 0-1 0 0,0 0 1 0 0,0 0-1 0 0,-7 5 1 0 0,-2 2-11 0 0,1 1 0 0 0,1 0 0 0 0,-1 2 0 0 0,2-1 0 0 0,-1 1 0 0 0,2 1 0 0 0,0 0 0 0 0,-11 18 1 0 0,8-10-29 0 0,1 1 0 0 0,1 0 0 0 0,2 1 1 0 0,-14 44-1 0 0,19-54 29 0 0,2-1 0 0 0,-1 1 0 0 0,2-1 0 0 0,0 1 0 0 0,1 24 0 0 0,0-34 3 0 0,0 0 0 0 0,0 0 0 0 0,1 0 0 0 0,-1 1 0 0 0,1-1 0 0 0,0 0 0 0 0,0 0 0 0 0,0 0 0 0 0,1 0 0 0 0,-1 0 0 0 0,1-1 0 0 0,-1 1 0 0 0,1 0 0 0 0,0-1 0 0 0,0 1 0 0 0,0-1 0 0 0,1 1 1 0 0,-1-1-1 0 0,0 0 0 0 0,1 0 0 0 0,-1 0 0 0 0,1-1 0 0 0,0 1 0 0 0,0 0 0 0 0,0-1 0 0 0,0 0 0 0 0,3 2 0 0 0,-2-3 3 0 0,0 1-1 0 0,-1-1 1 0 0,1 1 0 0 0,0-1 0 0 0,-1 0 0 0 0,1 0 0 0 0,0-1 0 0 0,0 1-1 0 0,-1-1 1 0 0,1 0 0 0 0,-1 0 0 0 0,1 0 0 0 0,-1 0 0 0 0,1-1 0 0 0,3-2-1 0 0,3-1 10 0 0,-1-1 0 0 0,0 0 0 0 0,13-12 0 0 0,-14 10-2 0 0,-1 0 0 0 0,0 0-1 0 0,0 0 1 0 0,-1-1 0 0 0,0 0 0 0 0,0 0-1 0 0,6-14 1 0 0,23-73 156 0 0,-12 31 966 0 0,-8 17-596 0 0,-14 47-560 0 0,0 2 22 0 0,0 1 1 0 0,1-1-1 0 0,-1 1 1 0 0,0 0 0 0 0,0 0-1 0 0,0-1 1 0 0,0 1 0 0 0,0 0-1 0 0,0 0 1 0 0,0 2 0 0 0,11 84 187 0 0,3 13 48 0 0,-13-87-761 0 0,2 0 0 0 0,0 0-1 0 0,0-1 1 0 0,13 25 0 0 0,-14-34 118 0 0,-1 0 1 0 0,1 1-1 0 0,0-1 1 0 0,1-1 0 0 0,-1 1-1 0 0,1 0 1 0 0,0-1-1 0 0,0 0 1 0 0,6 5 0 0 0,-5-5-839 0 0,0 0 0 0 0,1-1 1 0 0,-1 1-1 0 0,10 2 0 0 0,8 0-4653 0 0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5:23.5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321 594 1368 0 0,'3'-11'1614'0'0,"-1"0"0"0"0,0 0-1 0 0,0 0 1 0 0,-1 0 0 0 0,-1-1 0 0 0,-1-18-1 0 0,1 23-1114 0 0,-1 0 0 0 0,0 0 0 0 0,-1 0 0 0 0,0 0-1 0 0,0 0 1 0 0,-1 0 0 0 0,0 0 0 0 0,0 0 0 0 0,0 1 0 0 0,-1 0 0 0 0,-5-8-1 0 0,7 12-434 0 0,1 0 0 0 0,-1 0 0 0 0,1 1-1 0 0,-1-1 1 0 0,0 0 0 0 0,0 1 0 0 0,0 0-1 0 0,0-1 1 0 0,0 1 0 0 0,0 0-1 0 0,0 0 1 0 0,0 0 0 0 0,-1 0 0 0 0,1 0-1 0 0,0 1 1 0 0,-1-1 0 0 0,1 1 0 0 0,0 0-1 0 0,-4-1 1 0 0,2 2-25 0 0,-1-1-1 0 0,1 1 0 0 0,0-1 1 0 0,0 2-1 0 0,0-1 0 0 0,-1 0 1 0 0,1 1-1 0 0,0-1 0 0 0,-7 6 1 0 0,-2 1-23 0 0,1 1 1 0 0,0 1-1 0 0,0 0 0 0 0,-19 22 1 0 0,17-16-4 0 0,1 1 0 0 0,0 1 1 0 0,2 0-1 0 0,0 0 1 0 0,1 1-1 0 0,0 0 1 0 0,2 1-1 0 0,1 0 0 0 0,0 0 1 0 0,1 1-1 0 0,1 0 1 0 0,-4 40-1 0 0,9-55 3 0 0,0-1-1 0 0,0 1 0 0 0,1-1 1 0 0,-1 0-1 0 0,1 1 1 0 0,0-1-1 0 0,1 1 0 0 0,-1-1 1 0 0,1 0-1 0 0,0 0 0 0 0,1 0 1 0 0,-1 0-1 0 0,6 8 1 0 0,-6-11-5 0 0,0 1-1 0 0,0-1 1 0 0,1 0 0 0 0,-1 1 0 0 0,1-1 0 0 0,0 0 0 0 0,-1 0 0 0 0,1-1 0 0 0,0 1 0 0 0,0-1 0 0 0,0 1 0 0 0,0-1 0 0 0,0 0-1 0 0,1 0 1 0 0,-1 0 0 0 0,0-1 0 0 0,0 1 0 0 0,1-1 0 0 0,-1 1 0 0 0,0-1 0 0 0,1 0 0 0 0,-1-1 0 0 0,6 0 0 0 0,1-1-24 0 0,1-1 0 0 0,-1 0 0 0 0,0-1 1 0 0,-1 0-1 0 0,1-1 0 0 0,-1 0 0 0 0,0 0 0 0 0,0-1 1 0 0,0 0-1 0 0,-1-1 0 0 0,0 0 0 0 0,0 0 1 0 0,0 0-1 0 0,9-14 0 0 0,-1 1-212 0 0,-1-2 0 0 0,-1 0 0 0 0,-1 0 0 0 0,19-44 0 0 0,-15 20 105 0 0,-2 0 0 0 0,-1-1 0 0 0,-3-1 0 0 0,-2 0 0 0 0,-2 0 0 0 0,-2 0-1 0 0,-2-1 1 0 0,-2 0 0 0 0,-6-50 0 0 0,3 81 245 0 0,1 0-46 0 0,-1 0 0 0 0,-5-22 1 0 0,7 38-113 0 0,-9 17-82 0 0,4 12 393 0 0,2 0 0 0 0,1 0 1 0 0,2 38-1 0 0,0-41-52 0 0,7 217 878 0 0,-2-195-1038 0 0,1 0 0 0 0,2-1-1 0 0,17 55 1 0 0,-20-86-454 0 0,0-1 1 0 0,1 0-1 0 0,0 0 1 0 0,1 0 0 0 0,0-1-1 0 0,17 22 1 0 0,-17-27-357 0 0,-1-1 0 0 0,1 1 0 0 0,0-1 1 0 0,13 9-1 0 0,-13-11-293 0 0,0 0 1 0 0,-1-1-1 0 0,2 0 0 0 0,-1 0 0 0 0,0 0 1 0 0,10 1-1 0 0,7-1-4317 0 0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5:23.9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510 131 2628 0 0,'-9'-42'8668'0'0,"-15"-47"838"0"0,23 89-9412 0 0,0 1-1 0 0,0-1 1 0 0,1 1-1 0 0,-1-1 1 0 0,0 1 0 0 0,0-1-1 0 0,0 1 1 0 0,0 0-1 0 0,0-1 1 0 0,1 1 0 0 0,-1 0-1 0 0,0 0 1 0 0,0 0 0 0 0,1-1-1 0 0,-1 1 1 0 0,1 0-1 0 0,-1 0 1 0 0,1 0 0 0 0,-1 0-1 0 0,1 0 1 0 0,0 0 0 0 0,-1 0-1 0 0,1 0 1 0 0,0 1-1 0 0,-7 29 1520 0 0,7-31-1529 0 0,-14 122 3353 0 0,3 230-1 0 0,11-202-2381 0 0,0 23-1055 0 0,2-44 0 0 0,-18 153 0 0 0,15-270 0 0 0,-1 0 0 0 0,0 0 0 0 0,-1-1 0 0 0,-1 1 0 0 0,1-1 0 0 0,-2 1 0 0 0,-8 15 0 0 0,11-24 0 0 0,0 0 0 0 0,0 0 0 0 0,0 0 0 0 0,0-1 0 0 0,-1 1 0 0 0,1-1 0 0 0,-1 1 0 0 0,1-1 0 0 0,-1 0 0 0 0,0 0 0 0 0,0 0 0 0 0,0 0 0 0 0,0-1 0 0 0,-1 1 0 0 0,1-1 0 0 0,0 0 0 0 0,-1 0 0 0 0,1 0 0 0 0,0 0 0 0 0,-1-1 0 0 0,1 1 0 0 0,-1-1 0 0 0,1 0 0 0 0,-1 0 0 0 0,1 0 0 0 0,-1-1 0 0 0,1 1 0 0 0,-1-1 0 0 0,-5-1 0 0 0,-6-3 0 0 0,0-1 0 0 0,1 0 0 0 0,0 0 0 0 0,1-1 0 0 0,-1-1 0 0 0,1 0 0 0 0,1-1 0 0 0,-1-1 0 0 0,-15-15 0 0 0,13 10 0 0 0,1-1 0 0 0,1 0 0 0 0,0 0 0 0 0,1-1 0 0 0,0-1 0 0 0,-12-28 0 0 0,18 32-976 0 0,0 0 0 0 0,-4-19 1 0 0,7 19-820 0 0,1 0 1 0 0,0-1-1 0 0,1 1 1 0 0,0-1 0 0 0,1 1-1 0 0,0-1 1 0 0,2 1-1 0 0,3-19 1 0 0,2-2-9492 0 0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5:24.1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46 207 956 0 0,'-4'-31'7136'0'0,"-11"-50"0"0"0,-7 11-2310 0 0,18 51-4046 0 0,3 13-1907 0 0,11 36-10866 0 0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5:24.3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43 496 0 0,'20'-42'23655'0'0,"-21"56"-23394"0"0,1 3 577 0 0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5:25.6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206 179 1648 0 0,'-6'-10'5699'0'0,"-12"-21"4275"0"0,7 53-9775 0 0,-46 174 419 0 0,-36 157 344 0 0,78-287-616 0 0,10-45 3769 0 0,8-40-3962 0 0,0 1 0 0 0,11-31 0 0 0,1-6-258 0 0,2-25-149 0 0,11-53-101 0 0,48-136-1 0 0,-63 230 308 0 0,1-2-109 0 0,19-40 1 0 0,-32 81 149 0 0,-1-1 1 0 0,1 0 0 0 0,-1 0-1 0 0,0 1 1 0 0,1-1 0 0 0,-1 1-1 0 0,1-1 1 0 0,0 0 0 0 0,-1 1-1 0 0,1-1 1 0 0,-1 1 0 0 0,1-1-1 0 0,0 1 1 0 0,-1-1 0 0 0,1 1-1 0 0,0 0 1 0 0,0-1 0 0 0,-1 1-1 0 0,1 0 1 0 0,0 0 0 0 0,0-1-1 0 0,0 1 1 0 0,-1 0 0 0 0,1 0-1 0 0,0 0 1 0 0,0 0 0 0 0,0 0-1 0 0,-1 0 1 0 0,1 0 0 0 0,0 0 0 0 0,0 0-1 0 0,0 1 1 0 0,-1-1 0 0 0,1 0-1 0 0,0 0 1 0 0,0 1 0 0 0,-1-1-1 0 0,1 0 1 0 0,0 1 0 0 0,-1-1-1 0 0,2 1 1 0 0,1 1 0 0 0,0 0 0 0 0,0 1 1 0 0,-1-1-1 0 0,1 0 0 0 0,-1 1 0 0 0,5 4 1 0 0,6 15-1 0 0,-2-1 1 0 0,0 2 0 0 0,-1-1 0 0 0,-1 1-1 0 0,9 40 1 0 0,15 123 525 0 0,-15 101 724 0 0,-8-88-723 0 0,-10-195-465 0 0,0 0 1 0 0,0-1-1 0 0,1 1 1 0 0,0-1 0 0 0,0 1-1 0 0,0 0 1 0 0,2 4-1 0 0,-3-8-49 0 0,0 0 0 0 0,0 1-1 0 0,1-1 1 0 0,-1 0 0 0 0,0 1-1 0 0,0-1 1 0 0,1 0 0 0 0,-1 0-1 0 0,0 1 1 0 0,0-1 0 0 0,1 0-1 0 0,-1 0 1 0 0,0 0 0 0 0,1 1-1 0 0,-1-1 1 0 0,0 0 0 0 0,1 0-1 0 0,-1 0 1 0 0,0 0 0 0 0,1 0-1 0 0,-1 0 1 0 0,0 0 0 0 0,1 1-1 0 0,-1-1 1 0 0,1 0 0 0 0,-1 0-1 0 0,0 0 1 0 0,1-1-1 0 0,0 1 1 0 0,0 0-7 0 0,0-1 0 0 0,1 0 0 0 0,-1 0 0 0 0,0 0 0 0 0,1 0 0 0 0,-1 0 0 0 0,0 0 0 0 0,0 0 0 0 0,0 0 0 0 0,0 0 0 0 0,2-3 0 0 0,3-5-686 0 0,1-1-1 0 0,-1-1 1 0 0,0 1-1 0 0,-1-1 1 0 0,-1 0 0 0 0,4-12-1 0 0,7-37-9347 0 0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5:25.8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66 52 2652 0 0,'-4'0'2282'0'0,"-58"4"12264"0"0,82-5-13546 0 0,35-3-791 0 0,84-16-2505 0 0,-46-2-7192 0 0,-67 14 2987 0 0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5:26.0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 21 3212 0 0,'-32'5'21665'0'0,"68"-10"-20616"0"0,-20 2-895 0 0,2 0-695 0 0,64-8-1089 0 0,-54 9-2957 0 0,2 1-4363 0 0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5:26.2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88 0 1332 0 0,'-88'75'18765'0'0,"88"-74"-18695"0"0,1-1 1 0 0,-1 1-1 0 0,0-1 1 0 0,0 1-1 0 0,0-1 1 0 0,1 1 0 0 0,-1 0-1 0 0,0-1 1 0 0,1 1-1 0 0,-1-1 1 0 0,1 1-1 0 0,-1-1 1 0 0,0 0 0 0 0,1 1-1 0 0,-1-1 1 0 0,1 1-1 0 0,-1-1 1 0 0,1 0 0 0 0,-1 1-1 0 0,1-1 1 0 0,0 0-1 0 0,-1 1 1 0 0,1-1-1 0 0,-1 0 1 0 0,1 0 0 0 0,0 0-1 0 0,-1 0 1 0 0,1 0-1 0 0,-1 0 1 0 0,2 0 0 0 0,23 2 54 0 0,-21-2 52 0 0,56-1-1019 0 0,90-13 1 0 0,-12-17-9474 0 0,-94 18 2130 0 0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5:27.6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524 69 2476 0 0,'14'-19'9348'0'0,"-13"17"-8414"0"0,1-4 1 0 0,-2 5-831 0 0,0 0 0 0 0,0 0 0 0 0,0 0 0 0 0,0 0 0 0 0,0 0 0 0 0,-1 0 0 0 0,1 0 0 0 0,0 0 0 0 0,-1-1-1 0 0,1 1 1 0 0,-1 0 0 0 0,1 0 0 0 0,-1 1 0 0 0,0-1 0 0 0,1 0 0 0 0,-1 0 0 0 0,0 0 0 0 0,0 0 0 0 0,0 0 0 0 0,1 1 0 0 0,-1-1 0 0 0,0 0 0 0 0,0 1 0 0 0,0-1 0 0 0,0 1 0 0 0,0-1 0 0 0,0 1 0 0 0,-2-1 0 0 0,-5-2-28 0 0,-1 0 1 0 0,1 0-1 0 0,0 1 1 0 0,-1 0 0 0 0,0 0-1 0 0,1 1 1 0 0,-1 1 0 0 0,-9-1-1 0 0,-9 2-40 0 0,-39 6 0 0 0,49-4-54 0 0,0 0 0 0 0,0 1 0 0 0,1 1 0 0 0,-1 0 0 0 0,1 2 0 0 0,1-1 0 0 0,-25 16 0 0 0,30-15 4 0 0,0 0 1 0 0,0 1-1 0 0,1 0 1 0 0,0 0-1 0 0,0 1 0 0 0,1 0 1 0 0,1 1-1 0 0,-1 0 0 0 0,1 0 1 0 0,1 1-1 0 0,-7 15 1 0 0,-3 13 378 0 0,2 2 1 0 0,1-1-1 0 0,3 2 1 0 0,1-1-1 0 0,-6 73 1 0 0,11 215 1318 0 0,41 121 1114 0 0,-9-168-1085 0 0,66 651 3428 0 0,-53-509-4103 0 0,-18 642 0 0 0,-49-569-1038 0 0,9-203 0 0 0,-2-70 0 0 0,8-115 0 0 0,-13 74 0 0 0,1 1 0 0 0,20-160 0 0 0,0 8 0 0 0,0-1 0 0 0,2 1 0 0 0,2-1 0 0 0,0 1 0 0 0,9 39 0 0 0,-10-67 0 0 0,1-1 0 0 0,0 0 0 0 0,0 0 0 0 0,1 0 0 0 0,-1 0 0 0 0,1 0 0 0 0,-1 0 0 0 0,1 0 0 0 0,0-1 0 0 0,0 1 0 0 0,0-1 0 0 0,1 1 0 0 0,-1-1 0 0 0,0 0 0 0 0,1 0 0 0 0,0 0 0 0 0,-1 0 0 0 0,1 0 0 0 0,0 0 0 0 0,0-1 0 0 0,0 0 0 0 0,0 1 0 0 0,0-1 0 0 0,4 1 0 0 0,7 1 0 0 0,0 0 0 0 0,1-1 0 0 0,-1-1 0 0 0,17 0 0 0 0,-22-1 0 0 0,52-1-182 0 0,104-16 1 0 0,-125 12-12 0 0,223-38-4522 0 0,-193 28 1600 0 0,114-40 1 0 0,-152 43 1662 0 0,66-28-3318 0 0,-84 33 2373 0 0,0-1 1 0 0,18-14-1 0 0,-10 5-3054 0 0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5:28.6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155 216 924 0 0,'0'-13'6751'0'0,"-8"175"1571"0"0,-53 263-6589 0 0,29-293-1161 0 0,31-131-555 0 0,1 0 0 0 0,0 0 0 0 0,0 0 1 0 0,0 0-1 0 0,-1 0 0 0 0,1 0 0 0 0,-1-1 0 0 0,1 1 1 0 0,0 0-1 0 0,-1 0 0 0 0,1-1 0 0 0,-1 1 1 0 0,0 0-1 0 0,1 0 0 0 0,-1-1 0 0 0,0 1 1 0 0,1-1-1 0 0,-1 1 0 0 0,0-1 0 0 0,-1 2 0 0 0,1-2-8 0 0,1 0 0 0 0,-1 0-1 0 0,1-1 1 0 0,-1 1-1 0 0,0 0 1 0 0,1 0-1 0 0,-1 0 1 0 0,1-1-1 0 0,-1 1 1 0 0,1 0 0 0 0,-1 0-1 0 0,1-1 1 0 0,-1 1-1 0 0,1 0 1 0 0,-1-1-1 0 0,1 1 1 0 0,-1-1 0 0 0,1 1-1 0 0,0-1 1 0 0,-1 1-1 0 0,1-1 1 0 0,-1 0-1 0 0,-2-4 21 0 0,0 0 0 0 0,1 0 0 0 0,0 0 0 0 0,-3-10-1 0 0,-1-12-4 0 0,2 0-1 0 0,1 0 0 0 0,1-1 0 0 0,2-28 1 0 0,0 43-22 0 0,1-56-6 0 0,3 0 0 0 0,21-117 0 0 0,-17 147-15 0 0,3 1 0 0 0,0 0 0 0 0,3 0 1 0 0,1 1-1 0 0,2 1 0 0 0,25-39 0 0 0,-32 58-2 0 0,-6 9-9 0 0,0 1 1 0 0,1-1-1 0 0,0 1 0 0 0,0 0 0 0 0,1 0 1 0 0,0 1-1 0 0,0 0 0 0 0,9-8 0 0 0,-13 13 24 0 0,-1 1 0 0 0,1-1 1 0 0,-1 0-1 0 0,0 1 0 0 0,1-1 0 0 0,-1 1 0 0 0,1-1 0 0 0,0 1 0 0 0,-1 0 0 0 0,1 0 0 0 0,-1-1 0 0 0,1 1 0 0 0,-1 0 0 0 0,1 1 0 0 0,0-1 0 0 0,-1 0 0 0 0,1 0 0 0 0,-1 1 0 0 0,3 0 0 0 0,0 0 3 0 0,-1 1-1 0 0,0 0 1 0 0,-1 0-1 0 0,1-1 1 0 0,0 2 0 0 0,0-1-1 0 0,-1 0 1 0 0,5 5-1 0 0,0 3 27 0 0,0 0 0 0 0,0 0-1 0 0,10 22 1 0 0,5 16 274 0 0,-3 2 0 0 0,15 58 0 0 0,16 106 516 0 0,-44-185-762 0 0,26 130 434 0 0,-15-72-2770 0 0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5:28.9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75 89 240 0 0,'-46'-11'11427'0'0,"17"2"-5706"0"0,63 2-4672 0 0,148-20-193 0 0,20-3-439 0 0,-189 28-1011 0 0,2 0-2550 0 0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5:29.2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22 832 0 0,'32'-22'24971'0'0,"-31"24"-24836"0"0,-1-1 1 0 0,1 0-1 0 0,0 1 1 0 0,-1-1-1 0 0,1 1 1 0 0,-1-1-1 0 0,0 1 1 0 0,1 0-1 0 0,-1-1 0 0 0,0 1 1 0 0,0 1-1 0 0,0-2-48 0 0,3 57-8 0 0,-2-1-1 0 0,-9 73 0 0 0,4-69-3788 0 0,3-51 2917 0 0,-2 28-11700 0 0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5:31.2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17 2328 0 0,'9'-17'14964'0'0,"-6"29"-14883"0"0,-1-1 0 0 0,1 1 0 0 0,-2 0 0 0 0,0 0 0 0 0,0 22 0 0 0,-10 64 145 0 0,3-50-131 0 0,4-22-121 0 0,-10 145-1642 0 0,12-136-2579 0 0,6 45 1 0 0,0-47-1262 0 0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5:32.3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102 256 140 0 0,'-15'-30'13105'0'0,"15"30"-13075"0"0,0 0 0 0 0,0 0 1 0 0,0-1-1 0 0,0 1 0 0 0,0 0 0 0 0,0 0 0 0 0,0 0 0 0 0,0 0 0 0 0,0-1 0 0 0,0 1 0 0 0,-1 0 0 0 0,1 0 1 0 0,0 0-1 0 0,0 0 0 0 0,0 0 0 0 0,0-1 0 0 0,0 1 0 0 0,0 0 0 0 0,0 0 0 0 0,0 0 0 0 0,0 0 0 0 0,0 0 1 0 0,-1 0-1 0 0,1 0 0 0 0,0-1 0 0 0,0 1 0 0 0,0 0 0 0 0,0 0 0 0 0,0 0 0 0 0,-1 0 0 0 0,1 0 0 0 0,0 0 1 0 0,0 0-1 0 0,0 0 0 0 0,0 0 0 0 0,0 0 0 0 0,-1 0 0 0 0,1 0 0 0 0,0 0 0 0 0,0 0 0 0 0,0 0 1 0 0,0 0-1 0 0,-1 0 0 0 0,1 0 0 0 0,0 0 0 0 0,0 0 0 0 0,0 0 0 0 0,0 0 0 0 0,0 0 0 0 0,-1 0 0 0 0,1 0 1 0 0,0 0-1 0 0,0 0 0 0 0,0 1 0 0 0,0-1 0 0 0,0 0 0 0 0,0 0 0 0 0,-1 0 0 0 0,-5 14 392 0 0,-3 21-262 0 0,-14 128 997 0 0,-6 33-341 0 0,24-150 4121 0 0,4-47-4912 0 0,1 1-1 0 0,-1 0 0 0 0,1 0 0 0 0,0 0 0 0 0,-1 0 1 0 0,1-1-1 0 0,0 1 0 0 0,-1 0 0 0 0,1 0 0 0 0,0-1 1 0 0,-1 1-1 0 0,1 0 0 0 0,0-1 0 0 0,-1 1 0 0 0,1 0 1 0 0,0-1-1 0 0,0 1 0 0 0,0 0 0 0 0,-1-1 0 0 0,1 1 1 0 0,0-1-1 0 0,0 1 0 0 0,0-1 0 0 0,2-60 16 0 0,3 0 0 0 0,3 1 0 0 0,3 0 0 0 0,2 1 0 0 0,33-93 0 0 0,-37 127-76 0 0,0 0-1 0 0,2 1 0 0 0,1 1 1 0 0,1 0-1 0 0,30-41 1 0 0,-41 62 16 0 0,0-1-1 0 0,1 0 1 0 0,-1 1 0 0 0,1 0 0 0 0,0-1 0 0 0,0 1-1 0 0,0 0 1 0 0,0 0 0 0 0,0 1 0 0 0,0-1 0 0 0,0 1 0 0 0,0-1-1 0 0,1 1 1 0 0,-1 0 0 0 0,1 0 0 0 0,-1 1 0 0 0,8-1-1 0 0,-10 0 19 0 0,1 2-1 0 0,-1-1 0 0 0,1 0 0 0 0,-1 0 0 0 0,1 0 0 0 0,-1 1 1 0 0,1-1-1 0 0,-1 1 0 0 0,1-1 0 0 0,-1 1 0 0 0,0 0 0 0 0,1-1 1 0 0,-1 1-1 0 0,0 0 0 0 0,1 0 0 0 0,-1 0 0 0 0,0 0 0 0 0,0 0 1 0 0,0 0-1 0 0,1 2 0 0 0,17 26-25 0 0,-15-22 11 0 0,3 8 13 0 0,0-1 0 0 0,-1 1 1 0 0,0 0-1 0 0,-2 0 0 0 0,4 18 1 0 0,10 84 92 0 0,-14-78-22 0 0,14 142 103 0 0,-11-93-180 0 0,3-9 82 0 0,-4-46-3048 0 0,-6-31 2623 0 0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5:32.5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81 81 612 0 0,'-61'-22'12960'0'0,"52"19"-12205"0"0,8 2-280 0 0,-8-1 221 0 0,11-3-16 0 0,0 3-608 0 0,0 1-1 0 0,0 0 0 0 0,0 0 1 0 0,0 0-1 0 0,0 0 0 0 0,0 0 1 0 0,1 0-1 0 0,2-1 0 0 0,205-28-62 0 0,-138 25-2949 0 0,0 4-3589 0 0,-48 1 1573 0 0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5:32.8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48 0 0,'7'9'20337'0'0,"-6"100"-16346"0"0,-2 109-2455 0 0,-1-182-1926 0 0,-1 27 27 0 0,3-42-4411 0 0,-1 0-4393 0 0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5:33.3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107 103 3292 0 0,'5'-23'7156'0'0,"-4"16"-5523"0"0,0 1 0 0 0,1-1 0 0 0,0 1 0 0 0,5-12 0 0 0,-6 15-1489 0 0,0 1-1 0 0,1 0 1 0 0,-1 0-1 0 0,1 0 1 0 0,-1 0-1 0 0,1 0 0 0 0,0 1 1 0 0,0-1-1 0 0,0 0 1 0 0,0 1-1 0 0,0 0 1 0 0,0-1-1 0 0,0 1 1 0 0,0 0-1 0 0,1 0 0 0 0,-1 0 1 0 0,5-1-1 0 0,-2 0-80 0 0,0 1 1 0 0,1 0-1 0 0,-1 0 0 0 0,1 1 0 0 0,-1-1 0 0 0,1 1 0 0 0,7 1 0 0 0,-10-1-54 0 0,-1 1 1 0 0,1-1-1 0 0,-1 1 0 0 0,0 0 0 0 0,1 0 0 0 0,-1 0 0 0 0,0 0 1 0 0,1 0-1 0 0,-1 1 0 0 0,0-1 0 0 0,0 0 0 0 0,0 1 0 0 0,0 0 1 0 0,-1-1-1 0 0,1 1 0 0 0,0 0 0 0 0,-1 0 0 0 0,1 0 0 0 0,-1 0 1 0 0,2 3-1 0 0,-1 0 13 0 0,0 1 0 0 0,0 0 0 0 0,0 0 0 0 0,-1 0 1 0 0,0 0-1 0 0,0 0 0 0 0,-1 0 0 0 0,0 0 0 0 0,0 0 1 0 0,0 0-1 0 0,-1 0 0 0 0,0 0 0 0 0,0 0 0 0 0,0-1 1 0 0,-1 1-1 0 0,1 0 0 0 0,-2 0 0 0 0,1-1 0 0 0,-4 7 1 0 0,-5 9 182 0 0,0 0 1 0 0,-2 0-1 0 0,-21 25 1 0 0,-108 124 1626 0 0,109-131-1066 0 0,32-39-710 0 0,1 1 0 0 0,-1-1 0 0 0,1 1 0 0 0,-1-1 0 0 0,1 1 0 0 0,-1 0-1 0 0,1-1 1 0 0,0 1 0 0 0,-1 0 0 0 0,1-1 0 0 0,0 1 0 0 0,0 0 0 0 0,-1-1 0 0 0,1 1 0 0 0,0 0 0 0 0,0 0 0 0 0,0-1 0 0 0,0 1 0 0 0,0 0-1 0 0,0 1 1 0 0,0-2-25 0 0,0 1 0 0 0,1-1 0 0 0,-1 1 0 0 0,0-1 0 0 0,1 1 0 0 0,-1-1 0 0 0,0 0 0 0 0,1 1 0 0 0,-1-1 0 0 0,1 0 0 0 0,-1 1 0 0 0,1-1 0 0 0,-1 0 0 0 0,1 0 0 0 0,-1 1 0 0 0,1-1 0 0 0,-1 0-1 0 0,1 0 1 0 0,-1 0 0 0 0,1 1 0 0 0,0-1 0 0 0,32 1 435 0 0,-30-2-435 0 0,220-15 733 0 0,-8 1-632 0 0,-78 7-1576 0 0,-135 8 749 0 0,1 0-216 0 0,7 0-174 0 0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5:34.3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109 333 1992 0 0,'-19'-32'8154'0'0,"10"16"-5783"0"0,8 15-1919 0 0,1 0-387 0 0,0 0 1 0 0,0 1 0 0 0,-1-1-1 0 0,1 1 1 0 0,0-1 0 0 0,-1 1-1 0 0,1 0 1 0 0,-1-1 0 0 0,1 1 0 0 0,-1-1-1 0 0,1 1 1 0 0,-1 0 0 0 0,1-1-1 0 0,-1 1 1 0 0,1 0 0 0 0,-1-1 0 0 0,0 1-1 0 0,0 1-20 0 0,-1 1-1 0 0,1-1 1 0 0,0 1 0 0 0,0-1-1 0 0,-1 1 1 0 0,1-1-1 0 0,0 1 1 0 0,1 0-1 0 0,-1 0 1 0 0,0 0 0 0 0,0-1-1 0 0,1 1 1 0 0,-1 0-1 0 0,1 0 1 0 0,-1 2-1 0 0,-4 39 485 0 0,3-24-249 0 0,-22 201 970 0 0,11-85-1015 0 0,6-48 2962 0 0,6-88-3165 0 0,0-1 1 0 0,1 1-1 0 0,-1-1 0 0 0,0 1 0 0 0,1 0 0 0 0,0-1 1 0 0,-1 0-1 0 0,1 1 0 0 0,0-1 0 0 0,0 1 0 0 0,0-1 1 0 0,0-2-1 0 0,1-87 21 0 0,5 0 0 0 0,3 1 0 0 0,5 0 0 0 0,3 1 0 0 0,41-124 1 0 0,-52 197-100 0 0,0 0-1 0 0,14-25 1 0 0,-18 38 28 0 0,0-1-1 0 0,1 0 1 0 0,-1 0-1 0 0,1 1 1 0 0,0 0-1 0 0,0-1 1 0 0,0 1-1 0 0,0 0 1 0 0,0 0-1 0 0,1 1 1 0 0,-1-1 0 0 0,1 1-1 0 0,0 0 1 0 0,0 0-1 0 0,4-2 1 0 0,-6 4 10 0 0,0 0 1 0 0,0 0 0 0 0,0 0 0 0 0,-1 0 0 0 0,1 0 0 0 0,0 0 0 0 0,0 1 0 0 0,0-1-1 0 0,0 1 1 0 0,0-1 0 0 0,-1 1 0 0 0,1 0 0 0 0,0 0 0 0 0,-1 0 0 0 0,1 0 0 0 0,0 0 0 0 0,-1 0-1 0 0,3 2 1 0 0,23 23-43 0 0,-27-26 50 0 0,13 17 53 0 0,-1-1 1 0 0,-1 2-1 0 0,0-1 0 0 0,-1 2 0 0 0,-1-1 0 0 0,-1 1 0 0 0,10 34 0 0 0,-2 8 415 0 0,9 74-1 0 0,15 189-39 0 0,-37-303-2397 0 0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5:34.5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 99 788 0 0,'-54'-24'14801'0'0,"54"24"-14739"0"0,-1 0 0 0 0,1 0 0 0 0,0 0-1 0 0,-1 0 1 0 0,1 0 0 0 0,0 0-1 0 0,-1 0 1 0 0,1-1 0 0 0,0 1 0 0 0,0 0-1 0 0,-1 0 1 0 0,1 0 0 0 0,0-1 0 0 0,-1 1-1 0 0,1 0 1 0 0,0 0 0 0 0,0-1-1 0 0,-1 1 1 0 0,1 0 0 0 0,0 0 0 0 0,0-1-1 0 0,0 1 1 0 0,0 0 0 0 0,-1-1-1 0 0,1 1 1 0 0,0 0 0 0 0,0-1 0 0 0,3-2 7 0 0,0 1 0 0 0,0-1 1 0 0,0 1-1 0 0,1 0 0 0 0,-1 0 1 0 0,1 0-1 0 0,-1 1 0 0 0,1-1 1 0 0,-1 1-1 0 0,7-2 0 0 0,47-9 96 0 0,-34 8-123 0 0,118-16-2626 0 0,-46 12-4920 0 0,-67 7 1709 0 0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5:34.8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 1 2552 0 0,'0'0'15129'0'0,"3"8"-13049"0"0,-4 93 4002 0 0,-7 53-3688 0 0,2-24-1767 0 0,5-93-522 0 0,-2 22-985 0 0,1-22-3319 0 0,3-25 1444 0 0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5:35.3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5 145 2520 0 0,'0'-3'2751'0'0,"-2"-10"716"0"0,-1-31 5364 0 0,8 17-6331 0 0,-3 23-2426 0 0,0 1 0 0 0,0 0 0 0 0,0 0 0 0 0,0 1 0 0 0,1-1 0 0 0,-1 0-1 0 0,1 1 1 0 0,0-1 0 0 0,-1 1 0 0 0,1 0 0 0 0,0 0 0 0 0,1 0 0 0 0,-1 0 0 0 0,0 1 0 0 0,0-1-1 0 0,6-1 1 0 0,3-1-35 0 0,0 1 0 0 0,0 0 0 0 0,16-2 0 0 0,-23 5-22 0 0,0 0-16 0 0,-1 0-1 0 0,0 0 1 0 0,0 0 0 0 0,1 1-1 0 0,-1 0 1 0 0,0 0 0 0 0,0 0-1 0 0,0 0 1 0 0,0 1-1 0 0,0-1 1 0 0,4 3 0 0 0,-6-3 4 0 0,-1 1 0 0 0,1-1 0 0 0,0 0 1 0 0,-1 1-1 0 0,1-1 0 0 0,-1 1 0 0 0,0 0 1 0 0,1-1-1 0 0,-1 1 0 0 0,0 0 0 0 0,0 0 0 0 0,0 0 1 0 0,0 0-1 0 0,-1 0 0 0 0,2 4 0 0 0,-1-1 13 0 0,0 1 0 0 0,-1 0-1 0 0,1-1 1 0 0,-2 1 0 0 0,1 0-1 0 0,0-1 1 0 0,-1 1 0 0 0,0 0-1 0 0,0-1 1 0 0,-1 1-1 0 0,0-1 1 0 0,-4 10 0 0 0,-2 2 28 0 0,-1 0-1 0 0,-18 23 1 0 0,-2 4 595 0 0,28-43-418 0 0,1-1-180 0 0,-1 1 0 0 0,1-1 0 0 0,0 0 0 0 0,0 1 0 0 0,-1-1 0 0 0,1 1 0 0 0,0-1 0 0 0,0 0 0 0 0,-1 1 0 0 0,1-1 0 0 0,0 1 0 0 0,0-1 0 0 0,0 1 0 0 0,0-1 0 0 0,0 1 0 0 0,0-1 0 0 0,0 1 0 0 0,0-1 0 0 0,0 0 0 0 0,0 1 0 0 0,0-1 0 0 0,0 2 1 0 0,37 3 63 0 0,14 3-154 0 0,-40-4 37 0 0,0 1 0 0 0,0 0 0 0 0,-1 0 0 0 0,1 1 0 0 0,-2 0-1 0 0,1 1 1 0 0,-1 0 0 0 0,0 1 0 0 0,13 13 0 0 0,-13-11 238 0 0,0 0 0 0 0,-1 1-1 0 0,0 0 1 0 0,0 0 0 0 0,-2 0 0 0 0,1 1 0 0 0,-1 0 0 0 0,4 15 0 0 0,-8-24-57 0 0,-1 1 1 0 0,0 0-1 0 0,0-1 1 0 0,0 1-1 0 0,-1 0 1 0 0,1-1-1 0 0,-1 1 1 0 0,0 0-1 0 0,0 0 1 0 0,-1-1-1 0 0,1 1 1 0 0,-1 0-1 0 0,1 0 1 0 0,-1-1-1 0 0,0 1 1 0 0,-1-1-1 0 0,1 1 1 0 0,0-1-1 0 0,-1 1 1 0 0,0-1-1 0 0,0 0 1 0 0,0 0-1 0 0,0 0 1 0 0,-1 0-1 0 0,1 0 1 0 0,-1 0-1 0 0,1-1 1 0 0,-1 1-1 0 0,0-1 1 0 0,0 0-1 0 0,0 0 1 0 0,-1 0-1 0 0,1 0 1 0 0,0 0-1 0 0,-1-1 1 0 0,1 0-1 0 0,-1 1 1 0 0,1-1-1 0 0,-7 1 1 0 0,-3 1-147 0 0,3-1-15 0 0,0 1 1 0 0,0-2-1 0 0,-1 0 0 0 0,1 0 1 0 0,-18-1-1 0 0,-6 0-79 0 0,28 0-170 0 0,-6-4-142 0 0,9 4-141 0 0,0-1-1 0 0,0 0 0 0 0,0 0 0 0 0,0 0 1 0 0,0-1-1 0 0,0 1 0 0 0,0 0 1 0 0,1-1-1 0 0,-1 0 0 0 0,1 0 0 0 0,-1 0 1 0 0,1 0-1 0 0,-1 0 0 0 0,1 0 1 0 0,0-1-1 0 0,-3-3 0 0 0,3 2-616 0 0,1 1 0 0 0,0 0-1 0 0,-1-1 1 0 0,1 1 0 0 0,0-1-1 0 0,1 1 1 0 0,-1-1 0 0 0,1 1-1 0 0,-1-1 1 0 0,1-4 0 0 0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5:36.7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100 29 616 0 0,'15'-18'9417'0'0,"-4"8"-5168"0"0,-10 9-3686 0 0,0 4 42 0 0,2 20 148 0 0,-2 0 0 0 0,0 0 0 0 0,-1 1 0 0 0,-2-1 1 0 0,0 0-1 0 0,-6 24 0 0 0,2-8-316 0 0,-28 157 529 0 0,9-60-578 0 0,16-79-349 0 0,-16 79 312 0 0,25-136-423 0 0,0 1 0 0 0,0 0 0 0 0,0 0 0 0 0,0 0 0 0 0,-1-1 0 0 0,1 1 0 0 0,0 0 0 0 0,0 0 0 0 0,-1-1 0 0 0,1 1 0 0 0,0 0 0 0 0,-1 0 0 0 0,1-1 0 0 0,-1 1 0 0 0,1 0-1 0 0,-1-1 1 0 0,1 1 0 0 0,-1-1 0 0 0,1 1 0 0 0,-1-1 0 0 0,1 1 0 0 0,-2 0 0 0 0,2-2-37 0 0,-1 1 0 0 0,0-1 0 0 0,1 1 0 0 0,-1-1 1 0 0,1 1-1 0 0,0-1 0 0 0,-1 0 0 0 0,1 1 0 0 0,-1-1 0 0 0,1 0 0 0 0,0 1 0 0 0,-1-1 0 0 0,1 0 0 0 0,0 1 0 0 0,0-1 0 0 0,0 0 0 0 0,-1-1 1 0 0,-5-43-3129 0 0,10-114-2055 0 0,11 0 3817 0 0,-1 27 2185 0 0,10-41 4733 0 0,-16 131-3677 0 0,-8 41-1701 0 0,0-1 0 0 0,0 1-1 0 0,0 0 1 0 0,0-1 0 0 0,1 1 0 0 0,-1 0 0 0 0,0 0 0 0 0,1-1 0 0 0,-1 1-1 0 0,1 0 1 0 0,-1 0 0 0 0,1 0 0 0 0,0 0 0 0 0,0-1 0 0 0,-1 1-1 0 0,1 0 1 0 0,0 0 0 0 0,0 1 0 0 0,0-1 0 0 0,0 0 0 0 0,0 0 0 0 0,0 0-1 0 0,0 1 1 0 0,0-1 0 0 0,1 0 0 0 0,-1 1 0 0 0,0-1 0 0 0,0 1-1 0 0,0-1 1 0 0,1 1 0 0 0,-1 0 0 0 0,0 0 0 0 0,1-1 0 0 0,-1 1 0 0 0,0 0-1 0 0,1 0 1 0 0,1 1 0 0 0,1-1 95 0 0,0 1 1 0 0,0 1-1 0 0,0-1 0 0 0,0 1 1 0 0,-1-1-1 0 0,1 1 1 0 0,-1 0-1 0 0,1 0 0 0 0,-1 1 1 0 0,1-1-1 0 0,4 5 0 0 0,12 13 691 0 0,-1 2-1 0 0,-1 0 1 0 0,-1 0 0 0 0,-1 2-1 0 0,-1 0 1 0 0,17 35-1 0 0,56 163 2602 0 0,-50-81-2542 0 0,-26-90-2060 0 0,24 64 0 0 0,-29-99-370 0 0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5:36.9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117 55 852 0 0,'-28'-6'5433'0'0,"-25"-6"4418"0"0,20 2-6347 0 0,30 9-2941 0 0,7 1-503 0 0,-1 0 1 0 0,1 0-1 0 0,-1-1 0 0 0,1 1 1 0 0,-1-1-1 0 0,7-2 0 0 0,15-3-4 0 0,150-8-2506 0 0,-57 16-7423 0 0,-90-1 3919 0 0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5:37.3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 32 2996 0 0,'-22'-8'13962'0'0,"22"8"-13929"0"0,0-1 0 0 0,-1 1 0 0 0,1 0 0 0 0,0 0 1 0 0,0 0-1 0 0,0-1 0 0 0,0 1 0 0 0,-1 0 1 0 0,1 0-1 0 0,0 0 0 0 0,0-1 0 0 0,0 1 1 0 0,0 0-1 0 0,0 0 0 0 0,0-1 0 0 0,-1 1 1 0 0,1 0-1 0 0,0 0 0 0 0,0-1 0 0 0,0 1 0 0 0,0 0 1 0 0,0-1-1 0 0,0 1 0 0 0,0 0 0 0 0,0 0 1 0 0,0-1-1 0 0,0 1 0 0 0,0 0 0 0 0,0 0 1 0 0,1-1-1 0 0,-1 1 0 0 0,0 0 0 0 0,0 0 0 0 0,0-1 1 0 0,0 1-1 0 0,0 0 0 0 0,0 0 0 0 0,1-1 1 0 0,-1 1-1 0 0,0 0 0 0 0,0 0 0 0 0,1-1 1 0 0,14-5 556 0 0,22 0-310 0 0,-32 5-272 0 0,0 1 0 0 0,1 0 0 0 0,-1 0 0 0 0,0 1-1 0 0,0-1 1 0 0,0 1 0 0 0,8 2 0 0 0,-11-2-3 0 0,-1-1 0 0 0,1 1 0 0 0,0 0 0 0 0,0 0 0 0 0,-1 0 0 0 0,1 0 0 0 0,-1 0 0 0 0,1 0 0 0 0,-1 0 0 0 0,1 0 0 0 0,-1 1 0 0 0,0-1 0 0 0,0 1 0 0 0,1-1 0 0 0,-1 1 0 0 0,0-1 1 0 0,0 1-1 0 0,0 0 0 0 0,-1-1 0 0 0,1 1 0 0 0,0 0 0 0 0,-1 0 0 0 0,1-1 0 0 0,0 3 0 0 0,-1 0 9 0 0,0-1 0 0 0,0 0 1 0 0,0 1-1 0 0,0-1 0 0 0,-1 1 0 0 0,1-1 1 0 0,-1 1-1 0 0,0-1 0 0 0,0 0 0 0 0,0 1 1 0 0,-3 4-1 0 0,-21 34 97 0 0,15-26-50 0 0,-6 10 340 0 0,-1 0 0 0 0,-39 44 0 0 0,56-70-365 0 0,-1 1 1 0 0,0-1-1 0 0,1 1 1 0 0,-1-1-1 0 0,1 1 0 0 0,-1-1 1 0 0,1 1-1 0 0,-1 0 1 0 0,1-1-1 0 0,-1 1 0 0 0,1-1 1 0 0,-1 1-1 0 0,1 0 1 0 0,0 0-1 0 0,-1-1 0 0 0,1 1 1 0 0,0 0-1 0 0,0 0 1 0 0,0-1-1 0 0,-1 1 0 0 0,1 0 1 0 0,0 0-1 0 0,0 0 1 0 0,0-1-1 0 0,0 2 0 0 0,1-1-18 0 0,0-1 0 0 0,-1 1 0 0 0,1-1 0 0 0,0 1 0 0 0,-1-1-1 0 0,1 1 1 0 0,0-1 0 0 0,-1 0 0 0 0,1 1 0 0 0,0-1 0 0 0,0 0 0 0 0,0 0-1 0 0,-1 1 1 0 0,1-1 0 0 0,0 0 0 0 0,0 0 0 0 0,0 0 0 0 0,-1 0-1 0 0,2 0 1 0 0,46-4 111 0 0,-46 4-95 0 0,141-33 167 0 0,-40 9-41 0 0,-98 23-343 0 0,1 0 1 0 0,-1-1-1 0 0,1 0 0 0 0,9-4 1 0 0,-5 0-3446 0 0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5:37.6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 38 112 0 0,'-21'-38'21884'0'0,"21"39"-21770"0"0,-3 12 2151 0 0,3 24-358 0 0,1 76 235 0 0,-1-63-1800 0 0,6 57 0 0 0,1-52-1607 0 0,6 49-4048 0 0,-4-36-5011 0 0,-6-40 522 0 0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5:38.6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132 120 860 0 0,'11'-37'9176'0'0,"-10"41"-8811"0"0,0 1 0 0 0,-1-1 0 0 0,0 1 1 0 0,0-1-1 0 0,0 1 0 0 0,0-1 1 0 0,-1 0-1 0 0,-2 9 0 0 0,2-6-19 0 0,-53 271 4227 0 0,-6 31-3318 0 0,45-263 480 0 0,13-50-1605 0 0,1 4-127 0 0,1 0 1 0 0,-1-1-1 0 0,1 1 0 0 0,0 0 1 0 0,-1 0-1 0 0,1-1 1 0 0,0 1-1 0 0,-1 0 0 0 0,1-1 1 0 0,0 1-1 0 0,-1 0 0 0 0,1-1 1 0 0,0 1-1 0 0,0 0 0 0 0,0-1 1 0 0,-1 1-1 0 0,1-1 0 0 0,0 1 1 0 0,0 0-1 0 0,0-1 1 0 0,0 1-1 0 0,0-1 0 0 0,0 1 1 0 0,-1-1-1 0 0,1 0 0 0 0,-1-40 5 0 0,1 0 0 0 0,2 0-1 0 0,12-62 1 0 0,38-123-149 0 0,-37 175 72 0 0,1 1 1 0 0,3 0 0 0 0,43-80 0 0 0,-61 129 60 0 0,-1-1 0 0 0,1 1 0 0 0,0-1 0 0 0,0 1-1 0 0,-1 0 1 0 0,1-1 0 0 0,0 1 0 0 0,0 0 0 0 0,0 0 0 0 0,1 0 0 0 0,-1 0 0 0 0,0 0 0 0 0,0 0-1 0 0,1 0 1 0 0,-1 0 0 0 0,0 0 0 0 0,1 0 0 0 0,-1 1 0 0 0,1-1 0 0 0,-1 1 0 0 0,1-1 0 0 0,-1 1 0 0 0,1 0-1 0 0,-1-1 1 0 0,1 1 0 0 0,0 0 0 0 0,-1 0 0 0 0,1 0 0 0 0,1 0 0 0 0,0 1 10 0 0,0 1 0 0 0,-1-1 1 0 0,1 0-1 0 0,0 1 0 0 0,-1-1 0 0 0,1 1 1 0 0,-1 0-1 0 0,0 0 0 0 0,0 0 0 0 0,0 0 1 0 0,0 0-1 0 0,0 1 0 0 0,0-1 0 0 0,2 4 1 0 0,7 13 69 0 0,0 1 1 0 0,-2-1 0 0 0,0 2 0 0 0,-1-1-1 0 0,9 41 1 0 0,14 114 206 0 0,-26-137-257 0 0,11 91 241 0 0,4 24-2744 0 0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5:38.8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56 119 1956 0 0,'-53'-44'16366'0'0,"53"44"-16343"0"0,0 0-1 0 0,0 0 1 0 0,-1 0 0 0 0,1 0 0 0 0,0-1 0 0 0,0 1 0 0 0,0 0 0 0 0,0 0-1 0 0,-1 0 1 0 0,1 0 0 0 0,0-1 0 0 0,0 1 0 0 0,0 0 0 0 0,0 0 0 0 0,0 0-1 0 0,0-1 1 0 0,0 1 0 0 0,-1 0 0 0 0,1 0 0 0 0,0-1 0 0 0,0 1 0 0 0,0 0-1 0 0,0 0 1 0 0,0 0 0 0 0,0-1 0 0 0,0 1 0 0 0,0 0 0 0 0,0 0 0 0 0,0-1-1 0 0,0 1 1 0 0,0 0 0 0 0,1 0 0 0 0,-1-1 0 0 0,0 1 0 0 0,0 0 0 0 0,0 0-1 0 0,0 0 1 0 0,0-1 0 0 0,0 1 0 0 0,0 0 0 0 0,1 0 0 0 0,-1-1 3 0 0,0 0 1 0 0,1 0 0 0 0,-1 0-1 0 0,1 0 1 0 0,-1 1-1 0 0,1-1 1 0 0,-1 0 0 0 0,1 0-1 0 0,0 1 1 0 0,-1-1 0 0 0,1 1-1 0 0,0-1 1 0 0,-1 0-1 0 0,2 0 1 0 0,21-8 22 0 0,-1 1 0 0 0,1 1 1 0 0,1 1-1 0 0,37-5 0 0 0,20 3-3036 0 0,1 3-5474 0 0,-77 5 7617 0 0,12 0-4387 0 0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5:39.3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140 17 244 0 0,'-3'-10'16871'0'0,"3"9"-16833"0"0,0 1 0 0 0,0 0 0 0 0,1-1 0 0 0,-1 1 0 0 0,0 0 0 0 0,0-1 0 0 0,1 1 0 0 0,-1-1 0 0 0,0 1 0 0 0,0 0 0 0 0,1 0 0 0 0,-1-1 0 0 0,1 1 0 0 0,-1 0 0 0 0,0 0 0 0 0,1-1 0 0 0,-1 1 0 0 0,0 0 0 0 0,1 0 0 0 0,-1 0 0 0 0,1 0 0 0 0,-1 0 0 0 0,1-1 0 0 0,-1 1 0 0 0,0 0 0 0 0,1 0-1 0 0,-1 0 1 0 0,1 0 0 0 0,16 6 305 0 0,-13-4-324 0 0,-1 0 1 0 0,0 0-1 0 0,1 0 1 0 0,-1 1 0 0 0,0 0-1 0 0,0-1 1 0 0,4 7-1 0 0,-4-4 5 0 0,0 0 0 0 0,0 0 0 0 0,0 1 0 0 0,-1-1 0 0 0,1 1 0 0 0,-1 0 0 0 0,-1 0 0 0 0,1 0 0 0 0,-1 0 1 0 0,0 0-1 0 0,-1 0 0 0 0,1 0 0 0 0,-1 0 0 0 0,-1 8 0 0 0,0-5 7 0 0,-1 0 0 0 0,0 0 0 0 0,-1-1 0 0 0,0 1 0 0 0,0 0 1 0 0,-1-1-1 0 0,0 0 0 0 0,-8 13 0 0 0,-4 1 184 0 0,-1-1 1 0 0,-1-1-1 0 0,-1 0 0 0 0,0-1 1 0 0,-33 23-1 0 0,14-7 945 0 0,37-34-967 0 0,1-1-173 0 0,0 0-1 0 0,-1 0 0 0 0,1 0 0 0 0,0 0 0 0 0,0 0 1 0 0,0 0-1 0 0,-1 0 0 0 0,1 0 0 0 0,0 0 1 0 0,0 1-1 0 0,0-1 0 0 0,0 0 0 0 0,0 0 0 0 0,-1 0 1 0 0,1 0-1 0 0,0 0 0 0 0,0 1 0 0 0,0-1 1 0 0,0 0-1 0 0,0 0 0 0 0,0 0 0 0 0,0 0 0 0 0,-1 1 1 0 0,1-1-1 0 0,0 0 0 0 0,0 0 0 0 0,0 0 1 0 0,0 1-1 0 0,0-1 0 0 0,0 0 0 0 0,0 0 0 0 0,0 0 1 0 0,0 1-1 0 0,0-1 0 0 0,0 0 0 0 0,0 0 1 0 0,0 0-1 0 0,0 1 0 0 0,0-1 0 0 0,1 0 0 0 0,31-5 232 0 0,57-15-1 0 0,-21 3-147 0 0,46-8 951 0 0,-112 25-985 0 0,24-3 34 0 0,-23 2-267 0 0,1-1-858 0 0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5:39.8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1 129 804 0 0,'0'-22'6863'0'0,"0"-14"568"0"0,0 30-6946 0 0,1 1 0 0 0,0 0 1 0 0,0-1-1 0 0,1 1 0 0 0,1-5 1 0 0,-1 7-395 0 0,0 1 1 0 0,0-1-1 0 0,0 1 1 0 0,1 0-1 0 0,-1 0 0 0 0,0 0 1 0 0,1 0-1 0 0,-1 1 1 0 0,1-1-1 0 0,4-1 1 0 0,-4 1-25 0 0,1 0-45 0 0,0 1-1 0 0,-1 0 1 0 0,1 0-1 0 0,0 0 1 0 0,0 0-1 0 0,0 1 1 0 0,0-1-1 0 0,0 1 1 0 0,0 0-1 0 0,0 0 1 0 0,-1 1-1 0 0,1-1 1 0 0,0 1-1 0 0,0 0 1 0 0,0 0-1 0 0,0 0 1 0 0,3 2-1 0 0,-4-2-12 0 0,0 1 0 0 0,0-1 0 0 0,-1 1 0 0 0,1 0 0 0 0,0 0 0 0 0,-1 0 0 0 0,0 0 0 0 0,1 0-1 0 0,-1 0 1 0 0,0 1 0 0 0,0-1 0 0 0,0 1 0 0 0,0-1 0 0 0,-1 1 0 0 0,1 0 0 0 0,-1 0 0 0 0,0-1-1 0 0,2 5 1 0 0,-2-2 6 0 0,0 0 0 0 0,-1 1 0 0 0,1-1-1 0 0,-1 0 1 0 0,0 0 0 0 0,0 1 0 0 0,0-1-1 0 0,-1 0 1 0 0,-2 11 0 0 0,-2 0 35 0 0,-1 0 0 0 0,0-1 0 0 0,-1 1 0 0 0,-1-1 0 0 0,-16 24 0 0 0,-63 88 2914 0 0,86-125-2825 0 0,1-1-107 0 0,0-1 0 0 0,1 1 0 0 0,-1 0 0 0 0,1 0-1 0 0,-1 0 1 0 0,1 0 0 0 0,0-1 0 0 0,-1 1 0 0 0,1 0 0 0 0,0-1 0 0 0,-1 1 0 0 0,1-1-1 0 0,0 1 1 0 0,0 0 0 0 0,0-1 0 0 0,-1 0 0 0 0,1 1 0 0 0,0-1 0 0 0,0 1 0 0 0,0-1-1 0 0,0 0 1 0 0,0 0 0 0 0,0 0 0 0 0,0 1 0 0 0,0-1 0 0 0,0 0 0 0 0,0 0 0 0 0,0 0-1 0 0,-1 0 1 0 0,3-1 0 0 0,39-1 177 0 0,-34 1-140 0 0,232-27 412 0 0,-146 15-280 0 0,-25 5-576 0 0,-66 8-66 0 0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5:40.7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136 378 2200 0 0,'-10'-28'8796'0'0,"10"28"-8770"0"0,0 0-1 0 0,0 0 1 0 0,0 0 0 0 0,0 0 0 0 0,-1 0 0 0 0,1 0 0 0 0,0 1 0 0 0,0-1 0 0 0,0 0 0 0 0,0 0 0 0 0,0 0 0 0 0,0 0 0 0 0,-1 0-1 0 0,1 0 1 0 0,0 0 0 0 0,0 0 0 0 0,0 0 0 0 0,0 0 0 0 0,-1 0 0 0 0,1 0 0 0 0,0 0 0 0 0,0 0 0 0 0,0 0 0 0 0,0 0-1 0 0,-1 0 1 0 0,1 0 0 0 0,0 0 0 0 0,0 0 0 0 0,0 0 0 0 0,0 0 0 0 0,0 0 0 0 0,-1 0 0 0 0,1 0 0 0 0,0 0 0 0 0,0 0 0 0 0,0 0-1 0 0,0 0 1 0 0,0 0 0 0 0,-1-1 0 0 0,1 1 0 0 0,0 0 0 0 0,0 0 0 0 0,0 0 0 0 0,0 0 0 0 0,0 0 0 0 0,0 0 0 0 0,0-1-1 0 0,0 1 1 0 0,0 0 0 0 0,-1 0 0 0 0,1 0 0 0 0,0 0 0 0 0,0 0 0 0 0,0-1 0 0 0,0 1 0 0 0,0 0 0 0 0,-6 17 984 0 0,5-13-918 0 0,-51 209 5170 0 0,26-123-4336 0 0,7-22 455 0 0,5-23 4129 0 0,14-48-5152 0 0,8-54-179 0 0,3 1-1 0 0,3 0 1 0 0,1 0 0 0 0,28-62 0 0 0,-17 61-302 0 0,2 0 0 0 0,2 1 0 0 0,3 2-1 0 0,2 2 1 0 0,83-95 0 0 0,-117 146 107 0 0,0-1-1 0 0,0 1 1 0 0,0 0-1 0 0,0 0 1 0 0,0 0 0 0 0,1 0-1 0 0,-1 0 1 0 0,0 0-1 0 0,1 0 1 0 0,-1 1 0 0 0,1-1-1 0 0,-1 0 1 0 0,1 1-1 0 0,-1-1 1 0 0,1 1 0 0 0,-1-1-1 0 0,1 1 1 0 0,-1 0-1 0 0,1 0 1 0 0,0 0-1 0 0,2 0 1 0 0,-2 0-5 0 0,1 1 0 0 0,-1 0-1 0 0,0 0 1 0 0,0 0 0 0 0,1 0 0 0 0,-1 0 0 0 0,0 0 0 0 0,0 0-1 0 0,0 1 1 0 0,0-1 0 0 0,0 1 0 0 0,3 3 0 0 0,1 2-9 0 0,0 1 1 0 0,-1-1-1 0 0,1 1 0 0 0,-2 0 1 0 0,1 1-1 0 0,4 10 1 0 0,1 11 150 0 0,-1-1 1 0 0,-1 2 0 0 0,-1-1 0 0 0,-2 1-1 0 0,1 35 1 0 0,-5 160 366 0 0,-3-109-396 0 0,1-88-624 0 0,0 16 1785 0 0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5:40.9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65 95 1464 0 0,'-3'0'3022'0'0,"-58"-17"14097"0"0,61 16-17076 0 0,1 0-1 0 0,0 0 0 0 0,-1 0 1 0 0,1 0-1 0 0,0 0 0 0 0,0 0 1 0 0,0 1-1 0 0,0-1 0 0 0,0 0 1 0 0,0 0-1 0 0,0 1 0 0 0,0-1 1 0 0,0 1-1 0 0,0-1 0 0 0,1 1 1 0 0,-1-1-1 0 0,0 1 0 0 0,0 0 1 0 0,0-1-1 0 0,1 1 0 0 0,0 0 1 0 0,1-1-20 0 0,62-16-600 0 0,103-14-1 0 0,-90 23-3573 0 0,0 3-4142 0 0,-59 3 1736 0 0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5:41.4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103 23 2432 0 0,'-24'-8'15941'0'0,"24"7"-15877"0"0,0 1 0 0 0,0 0 0 0 0,0-1 0 0 0,-1 1 0 0 0,1-1 0 0 0,0 1 0 0 0,0 0-1 0 0,0-1 1 0 0,0 1 0 0 0,0-1 0 0 0,0 1 0 0 0,0 0 0 0 0,0-1 0 0 0,1 1 0 0 0,-1-1 0 0 0,0 1 0 0 0,0 0 0 0 0,0-1 0 0 0,0 1 0 0 0,1-1 0 0 0,-1 1 0 0 0,0 0-1 0 0,0-1 1 0 0,0 1 0 0 0,1 0 0 0 0,0-1 0 0 0,4 0 9 0 0,0 0 0 0 0,1 0 0 0 0,-1 1 0 0 0,1 0 0 0 0,-1 0-1 0 0,1 0 1 0 0,-1 0 0 0 0,1 1 0 0 0,-1 0 0 0 0,1 0 0 0 0,-1 1 0 0 0,9 3 0 0 0,-11-3-68 0 0,0-1 1 0 0,0 1 0 0 0,0 0-1 0 0,0 0 1 0 0,0 0-1 0 0,-1 0 1 0 0,1 1 0 0 0,-1-1-1 0 0,1 1 1 0 0,-1-1 0 0 0,0 1-1 0 0,0 0 1 0 0,0 0 0 0 0,-1 0-1 0 0,1 0 1 0 0,-1 0 0 0 0,1 0-1 0 0,-1 0 1 0 0,0 1 0 0 0,0-1-1 0 0,-1 1 1 0 0,1 3 0 0 0,0 3 12 0 0,-1 1 1 0 0,0-1 0 0 0,-1 1 0 0 0,0-1 0 0 0,0 1-1 0 0,-1-1 1 0 0,-1 0 0 0 0,0 0 0 0 0,0 0-1 0 0,-1 0 1 0 0,0 0 0 0 0,-1-1 0 0 0,-10 17 0 0 0,-7 6 184 0 0,-2-1 0 0 0,-38 39 0 0 0,17-21 684 0 0,33-32 103 0 0,12-17-957 0 0,0 1 0 0 0,0-1 0 0 0,0 0 1 0 0,0 0-1 0 0,0 0 0 0 0,0 1 0 0 0,0-1 0 0 0,0 0 1 0 0,-1 0-1 0 0,1 1 0 0 0,0-1 0 0 0,0 0 0 0 0,0 0 1 0 0,0 1-1 0 0,0-1 0 0 0,0 0 0 0 0,1 0 0 0 0,-1 1 1 0 0,0-1-1 0 0,0 0 0 0 0,0 0 0 0 0,0 0 0 0 0,0 1 1 0 0,0-1-1 0 0,0 0 0 0 0,0 0 0 0 0,0 0 0 0 0,1 1 0 0 0,-1-1 1 0 0,0 0-1 0 0,0 0 0 0 0,0 0 0 0 0,1 1 0 0 0,2-1 57 0 0,-1 1 0 0 0,1-1 0 0 0,0 0 0 0 0,-1 0 0 0 0,1 0 0 0 0,0 0 0 0 0,0 0 0 0 0,4-1 0 0 0,-5 0-149 0 0,35-5 298 0 0,42-13 0 0 0,-27 5-154 0 0,-35 10-196 0 0,87-25-1158 0 0,-100 27 154 0 0,0 0-1 0 0,0 0 0 0 0,-1-1 1 0 0,1 1-1 0 0,0-1 1 0 0,-1 0-1 0 0,6-6 0 0 0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5:41.9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20 118 3048 0 0,'-7'-20'6096'0'0,"-3"-11"977"0"0,9 28-6619 0 0,0-1 0 0 0,1 1 0 0 0,0-1 0 0 0,-1 1 0 0 0,1-1 0 0 0,1-5-1 0 0,0 8-405 0 0,-1-1-1 0 0,1 1 1 0 0,0 0-1 0 0,0-1 0 0 0,0 1 1 0 0,0 0-1 0 0,0 0 0 0 0,0 0 1 0 0,0 0-1 0 0,0 0 0 0 0,0 0 1 0 0,0 0-1 0 0,1 0 0 0 0,-1 0 1 0 0,2 0-1 0 0,20-10 245 0 0,-18 9-263 0 0,0 1 0 0 0,1-1 0 0 0,-1 1 0 0 0,1 1-1 0 0,-1-1 1 0 0,1 1 0 0 0,-1-1 0 0 0,1 2 0 0 0,-1-1 0 0 0,0 0 0 0 0,1 1 0 0 0,9 3 0 0 0,-11-3-21 0 0,-1 0 1 0 0,0 1-1 0 0,0-1 1 0 0,-1 1-1 0 0,1-1 1 0 0,0 1 0 0 0,0 0-1 0 0,-1 0 1 0 0,1 0-1 0 0,-1 0 1 0 0,0 1-1 0 0,0-1 1 0 0,0 1-1 0 0,0-1 1 0 0,0 1-1 0 0,0 0 1 0 0,-1 0-1 0 0,1-1 1 0 0,-1 1-1 0 0,0 0 1 0 0,0 1 0 0 0,0-1-1 0 0,1 5 1 0 0,-1-1 7 0 0,0 0 0 0 0,-1 1 0 0 0,1-1 0 0 0,-2 1 0 0 0,1-1 0 0 0,-1 0 0 0 0,0 1-1 0 0,0-1 1 0 0,-1 0 0 0 0,0 0 0 0 0,-1 0 0 0 0,1 0 0 0 0,-1 0 0 0 0,-1 0 0 0 0,1-1 0 0 0,-9 12 0 0 0,3-7 139 0 0,0 0 0 0 0,0-1 0 0 0,-1 0 1 0 0,-1 0-1 0 0,0-1 0 0 0,0-1 0 0 0,-22 13 0 0 0,32-20-102 0 0,1-1 1 0 0,-1 1-1 0 0,0-1 0 0 0,1 1 1 0 0,-1-1-1 0 0,0 1 0 0 0,0-1 1 0 0,1 0-1 0 0,-1 1 1 0 0,0-1-1 0 0,0 0 0 0 0,0 0 1 0 0,0 1-1 0 0,1-1 1 0 0,-1 0-1 0 0,0 0 0 0 0,0 0 1 0 0,0 0-1 0 0,0 0 1 0 0,0 0-1 0 0,1 0 0 0 0,-1-1 1 0 0,0 1-1 0 0,0 0 1 0 0,0 0-1 0 0,1-1 0 0 0,-1 1 1 0 0,0 0-1 0 0,0-1 1 0 0,1 1-1 0 0,-1-1 0 0 0,0 1 1 0 0,0-1-1 0 0,1 1 1 0 0,-2-2-1 0 0,3 2-48 0 0,-1-1 0 0 0,0 0 0 0 0,0 1 0 0 0,0-1 0 0 0,1 0 0 0 0,-1 1 0 0 0,0-1 0 0 0,1 1 1 0 0,-1-1-1 0 0,1 0 0 0 0,-1 1 0 0 0,1-1 0 0 0,-1 1 0 0 0,1-1 0 0 0,-1 1 0 0 0,1 0 0 0 0,-1-1 0 0 0,1 1 0 0 0,-1-1 0 0 0,1 1 0 0 0,0 0 0 0 0,-1 0 1 0 0,1-1-1 0 0,1 1 0 0 0,20-8-7 0 0,-12 7-24 0 0,-1 1 0 0 0,0 0 0 0 0,1 0 0 0 0,-1 1 1 0 0,0 1-1 0 0,0-1 0 0 0,0 2 0 0 0,0-1 0 0 0,0 1 0 0 0,0 0 1 0 0,-1 1-1 0 0,0 0 0 0 0,1 0 0 0 0,-1 1 0 0 0,-1 0 1 0 0,1 1-1 0 0,-1 0 0 0 0,12 12 0 0 0,-12-12 152 0 0,-1 0 0 0 0,0 1 0 0 0,0-1 1 0 0,-1 2-1 0 0,0-1 0 0 0,0 0 0 0 0,0 1 0 0 0,-1 0 0 0 0,-1 0 0 0 0,1 1 0 0 0,-1-1 0 0 0,-1 1 0 0 0,1-1 0 0 0,-1 1 1 0 0,-1 0-1 0 0,0 0 0 0 0,0-1 0 0 0,-1 1 0 0 0,0 0 0 0 0,-1 11 0 0 0,0-17 54 0 0,1 0-1 0 0,-1 0 0 0 0,0 0 1 0 0,0 0-1 0 0,-1 0 1 0 0,1 0-1 0 0,-1 0 1 0 0,1-1-1 0 0,-1 1 0 0 0,0 0 1 0 0,0-1-1 0 0,0 0 1 0 0,0 1-1 0 0,0-1 1 0 0,0 0-1 0 0,-5 3 0 0 0,2-2-10 0 0,0 0-1 0 0,0 0 0 0 0,-1-1 0 0 0,1 0 0 0 0,-1 0 1 0 0,1 0-1 0 0,-1-1 0 0 0,-8 1 0 0 0,-1 0-250 0 0,1-2 0 0 0,-1 0 1 0 0,1 0-1 0 0,-1-1 0 0 0,1-1 0 0 0,-21-5 0 0 0,28 5-946 0 0,1 0 0 0 0,-1 0 0 0 0,1-1 0 0 0,0 0 0 0 0,-12-7-1 0 0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5:42.9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275 56 2788 0 0,'-1'-2'2260'0'0,"-5"-43"8003"0"0,6 43-9549 0 0,0 2-628 0 0,0-1-1 0 0,0 1 1 0 0,0 0-1 0 0,0-1 0 0 0,0 1 1 0 0,0 0-1 0 0,0 0 0 0 0,0-1 1 0 0,-1 1-1 0 0,1 0 1 0 0,0-1-1 0 0,0 1 0 0 0,0 0 1 0 0,0 0-1 0 0,0-1 0 0 0,-1 1 1 0 0,1 0-1 0 0,0 0 0 0 0,0-1 1 0 0,-1 1-1 0 0,1 0 1 0 0,0 0-1 0 0,0 0 0 0 0,-1 0 1 0 0,1-1-1 0 0,-5 14 740 0 0,0 0 1 0 0,1 1-1 0 0,-4 22 0 0 0,-5 18 529 0 0,-186 647 4184 0 0,181-627-5849 0 0,18-73 204 0 0,0-1-1 0 0,1 0 1 0 0,-1 1 0 0 0,0-1-1 0 0,0 0 1 0 0,0 1-1 0 0,0-1 1 0 0,0 0 0 0 0,0 1-1 0 0,0-1 1 0 0,0 0-1 0 0,0 1 1 0 0,0-1 0 0 0,0 0-1 0 0,-1 1 1 0 0,1-1-1 0 0,0 0 1 0 0,0 0 0 0 0,0 1-1 0 0,0-1 1 0 0,0 0-1 0 0,-1 1 1 0 0,1-1-1 0 0,0 0 1 0 0,-2 2-752 0 0,2-2 751 0 0,-1 0 1 0 0,1 0 0 0 0,0 0-1 0 0,0 0 1 0 0,-1 0-1 0 0,1 0 1 0 0,0 1 0 0 0,-1-1-1 0 0,1 0 1 0 0,0 0-1 0 0,-1 0 1 0 0,0-1-96 0 0,1 1 0 0 0,-1-1 0 0 0,1 0 1 0 0,0 1-1 0 0,-1-1 0 0 0,1 0 0 0 0,0 1 0 0 0,-1-1 0 0 0,1 0 1 0 0,0 1-1 0 0,0-1 0 0 0,-1 0 0 0 0,1 0 0 0 0,0 1 0 0 0,0-1 0 0 0,0 0 1 0 0,0 0-1 0 0,0 1 0 0 0,0-2 0 0 0,4-29-8085 0 0,-1 10-257 0 0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5:43.3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1 205 2036 0 0,'2'-44'5652'0'0,"-2"30"-4053"0"0,1-1 1 0 0,0 0 0 0 0,1 0-1 0 0,0 0 1 0 0,1 1 0 0 0,1-1 0 0 0,7-17-1 0 0,-11 31-1516 0 0,1-1-1 0 0,0 0 1 0 0,0 1-1 0 0,0-1 1 0 0,0 1 0 0 0,0 0-1 0 0,0-1 1 0 0,0 1-1 0 0,0 0 1 0 0,1 0-1 0 0,-1-1 1 0 0,0 1 0 0 0,1 0-1 0 0,-1 0 1 0 0,1 0-1 0 0,-1 1 1 0 0,1-1-1 0 0,-1 0 1 0 0,1 1 0 0 0,0-1-1 0 0,-1 1 1 0 0,4-1-1 0 0,-1 1 41 0 0,-1 0-1 0 0,0 0 1 0 0,0 1-1 0 0,0-1 1 0 0,0 1-1 0 0,0 0 1 0 0,0 0 0 0 0,0 0-1 0 0,0 0 1 0 0,0 1-1 0 0,5 2 1 0 0,1 3 338 0 0,0 0 1 0 0,0 0 0 0 0,0 1 0 0 0,-1 0-1 0 0,14 18 1 0 0,-3 2 35 0 0,-2 0-1 0 0,-1 1 0 0 0,-1 1 1 0 0,-1 0-1 0 0,17 61 1 0 0,27 167 2606 0 0,-52-225-3043 0 0,25 163-60 0 0,-28-181 0 0 0,6 13-2997 0 0,-7-25 1842 0 0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5:43.5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143 60 2104 0 0,'-140'-12'17850'0'0,"138"12"-16986"0"0,4-2-447 0 0,-2 1-408 0 0,0 1 0 0 0,0 0-1 0 0,0 0 1 0 0,0-1 0 0 0,0 1 0 0 0,0 0 0 0 0,0 0-1 0 0,0-1 1 0 0,0 1 0 0 0,1 0 0 0 0,-1 0 0 0 0,0 0-1 0 0,0-1 1 0 0,0 1 0 0 0,0 0 0 0 0,1 0 0 0 0,-1 0-1 0 0,0-1 1 0 0,0 1 0 0 0,0 0 0 0 0,1 0 0 0 0,-1 0-1 0 0,0 0 1 0 0,0 0 0 0 0,1 0 0 0 0,-1-1 0 0 0,0 1-1 0 0,0 0 1 0 0,1 0 0 0 0,-1 0 0 0 0,0 0 0 0 0,0 0-1 0 0,1 0 1 0 0,-1 0 0 0 0,0 0 0 0 0,0 0 0 0 0,1 0-1 0 0,209-29-1825 0 0,-66 19-9812 0 0,-116 9 5910 0 0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5:44.0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60 80 920 0 0,'-3'-2'2986'0'0,"-8"-4"566"0"0,1-1 0 0 0,0-1 0 0 0,-11-10 0 0 0,21 18-3496 0 0,-1-1-1 0 0,1 1 0 0 0,0-1 1 0 0,-1 1-1 0 0,1-1 0 0 0,-1 1 1 0 0,1-1-1 0 0,0 1 0 0 0,-1-1 1 0 0,1 0-1 0 0,0 1 1 0 0,0-1-1 0 0,0 0 0 0 0,-1 1 1 0 0,1-1-1 0 0,0 1 0 0 0,0-1 1 0 0,0 0-1 0 0,0 1 0 0 0,0-1 1 0 0,0 0-1 0 0,0 1 0 0 0,0-1 1 0 0,1 0-1 0 0,-1 1 0 0 0,0-1 1 0 0,0 0-1 0 0,0 1 0 0 0,1-1 1 0 0,-1 1-1 0 0,0-1 1 0 0,1 0-1 0 0,-1 1 0 0 0,0-1 1 0 0,1 1-1 0 0,-1-1 0 0 0,1 1 1 0 0,-1-1-1 0 0,1 1 0 0 0,-1 0 1 0 0,1-1-1 0 0,-1 1 0 0 0,1 0 1 0 0,0-1-1 0 0,-1 1 0 0 0,1 0 1 0 0,-1-1-1 0 0,2 1 0 0 0,26-11 314 0 0,-23 11-349 0 0,1-1 0 0 0,0 1 0 0 0,0-1 0 0 0,-1 1 0 0 0,1 1 1 0 0,0-1-1 0 0,-1 1 0 0 0,1 0 0 0 0,0 1 0 0 0,-1-1 1 0 0,0 1-1 0 0,1 0 0 0 0,-1 0 0 0 0,0 1 0 0 0,0 0 0 0 0,0 0 1 0 0,0 0-1 0 0,-1 0 0 0 0,1 1 0 0 0,4 4 0 0 0,-6-5-10 0 0,0 0-1 0 0,0 0 0 0 0,-1 0 1 0 0,1 1-1 0 0,-1-1 0 0 0,0 1 1 0 0,0-1-1 0 0,0 1 0 0 0,-1 0 1 0 0,1-1-1 0 0,-1 1 0 0 0,0 0 1 0 0,0 0-1 0 0,0 0 0 0 0,-1 0 1 0 0,1 0-1 0 0,-1 0 1 0 0,0 0-1 0 0,0 0 0 0 0,0 0 1 0 0,-1 1-1 0 0,1-1 0 0 0,-1 0 1 0 0,0-1-1 0 0,0 1 0 0 0,-1 0 1 0 0,1 0-1 0 0,-3 5 0 0 0,-3 2 21 0 0,-1 0 0 0 0,0 0 0 0 0,0 0 0 0 0,-1-1 0 0 0,0 0-1 0 0,-1-1 1 0 0,-12 10 0 0 0,5-4 22 0 0,-16 13 512 0 0,32-28-476 0 0,18 5 2 0 0,-4-3-79 0 0,3-1-15 0 0,0 1 0 0 0,0 1 0 0 0,0 0 0 0 0,-1 1 0 0 0,0 1 0 0 0,0 1-1 0 0,0 0 1 0 0,0 0 0 0 0,-1 2 0 0 0,0-1 0 0 0,-1 2 0 0 0,17 13-1 0 0,-27-20 201 0 0,0 1 0 0 0,0-1 0 0 0,-1 1-1 0 0,1 0 1 0 0,-1-1 0 0 0,0 1-1 0 0,0 0 1 0 0,0 0 0 0 0,0 1-1 0 0,-1-1 1 0 0,1 0 0 0 0,-1 0-1 0 0,0 1 1 0 0,0-1 0 0 0,0 1 0 0 0,1 5-1 0 0,-2-7-63 0 0,0 1 0 0 0,-1-1 0 0 0,1 1-1 0 0,-1-1 1 0 0,1 1 0 0 0,-1-1 0 0 0,0 1-1 0 0,0-1 1 0 0,0 0 0 0 0,0 1 0 0 0,0-1-1 0 0,-1 0 1 0 0,1 0 0 0 0,0 0 0 0 0,-1 0-1 0 0,0 0 1 0 0,1 0 0 0 0,-1 0 0 0 0,0-1-1 0 0,0 1 1 0 0,0-1 0 0 0,0 1 0 0 0,-1-1-1 0 0,-2 2 1 0 0,-7 3-28 0 0,-1-1 0 0 0,0-1 0 0 0,-1 0 0 0 0,1 0-1 0 0,-1-1 1 0 0,1-1 0 0 0,-1 0 0 0 0,0-1 0 0 0,-24-1 0 0 0,36 0-370 0 0,0-1 1 0 0,0 1-1 0 0,0 0 0 0 0,0-1 1 0 0,0 1-1 0 0,0-1 0 0 0,0 1 1 0 0,0-1-1 0 0,0 0 1 0 0,-2-1-1 0 0,4 2 121 0 0,-1-1 1 0 0,1 1-1 0 0,-1-1 1 0 0,1 1-1 0 0,-1 0 0 0 0,1-1 1 0 0,0 1-1 0 0,-1-1 1 0 0,1 1-1 0 0,0-1 0 0 0,-1 1 1 0 0,1-1-1 0 0,0 0 0 0 0,0 1 1 0 0,0-1-1 0 0,-1 1 1 0 0,1-1-1 0 0,0 0 0 0 0,0 1 1 0 0,0-1-1 0 0,0 1 1 0 0,0-2-1 0 0,1 0-830 0 0,-1 0 0 0 0,1-1 0 0 0,0 1 1 0 0,14-19-7800 0 0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5:44.2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55 3004 0 0,'10'-55'23412'0'0,"-9"58"-22909"0"0,0 0 0 0 0,0 0 0 0 0,0 0 0 0 0,-1-1-1 0 0,1 1 1 0 0,-1 0 0 0 0,0 5 0 0 0,11 171 1875 0 0,7-2-6501 0 0,-13-146 2678 0 0,7 66-3229 0 0,-5-32-3844 0 0,-4-14-3135 0 0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5:45.1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192 420 1848 0 0,'-26'-61'12507'0'0,"18"41"-9997"0"0,6 22-2168 0 0,-3 5-67 0 0,1 1 0 0 0,0 0 0 0 0,0 0 0 0 0,0 0 0 0 0,1 0 0 0 0,0 1 0 0 0,1-1 0 0 0,0 1 1 0 0,-1 9-1 0 0,-5 16 216 0 0,-86 352 1503 0 0,89-370-1755 0 0,-1 8 1251 0 0,-2-38-950 0 0,7-15-596 0 0,2 0 0 0 0,2 0-1 0 0,9-51 1 0 0,-2 21-157 0 0,9-39-71 0 0,3 0 1 0 0,5 2-1 0 0,69-163 1 0 0,-93 252 272 0 0,8-20-101 0 0,15-25-1 0 0,-26 51 109 0 0,1 0-1 0 0,0 0 1 0 0,-1 0-1 0 0,1 0 0 0 0,0 0 1 0 0,-1 1-1 0 0,1-1 1 0 0,0 0-1 0 0,0 0 1 0 0,0 1-1 0 0,0-1 1 0 0,0 0-1 0 0,0 1 1 0 0,0-1-1 0 0,0 1 1 0 0,0-1-1 0 0,0 1 1 0 0,0 0-1 0 0,0-1 0 0 0,0 1 1 0 0,0 0-1 0 0,0 0 1 0 0,0 0-1 0 0,0 0 1 0 0,1 0-1 0 0,-1 0 1 0 0,0 0-1 0 0,0 0 1 0 0,0 0-1 0 0,0 0 1 0 0,0 1-1 0 0,0-1 1 0 0,0 1-1 0 0,0-1 1 0 0,0 0-1 0 0,0 1 0 0 0,0-1 1 0 0,0 1-1 0 0,0 0 1 0 0,0-1-1 0 0,0 1 1 0 0,0 0-1 0 0,-1 0 1 0 0,2 1-1 0 0,4 3 68 0 0,-1 0-1 0 0,0 1 0 0 0,0 0 1 0 0,0 0-1 0 0,3 7 1 0 0,8 14 502 0 0,-2 1 1 0 0,-2 0 0 0 0,0 1-1 0 0,-2 0 1 0 0,-1 1-1 0 0,7 39 1 0 0,14 190 2086 0 0,-24-188-2536 0 0,1 43 324 0 0,-3-32-2631 0 0,1-29-4021 0 0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5:45.3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92 87 740 0 0,'-22'-6'4600'0'0,"11"3"-1918"0"0,-1 0 1 0 0,2-1-1 0 0,-1 0 1 0 0,-14-8 764 0 0,46-3-2770 0 0,0 8-614 0 0,0 2 0 0 0,30-4 1 0 0,-28 6-387 0 0,93-9-3413 0 0,-37 9-3838 0 0,-45 3 1227 0 0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5:45.8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75 45 2440 0 0,'-10'-3'1477'0'0,"3"2"917"0"0,0-1 1 0 0,0-1 0 0 0,0 1 0 0 0,1-1-1 0 0,-12-7 847 0 0,21-3-2545 0 0,-1 12-667 0 0,1 0 1 0 0,0 0-1 0 0,0 0 0 0 0,0 0 0 0 0,0 0 1 0 0,0 1-1 0 0,0-1 0 0 0,0 1 0 0 0,0 0 1 0 0,0 0-1 0 0,0 0 0 0 0,0 0 0 0 0,0 0 1 0 0,0 1-1 0 0,0-1 0 0 0,4 2 0 0 0,2 1-38 0 0,0 1 1 0 0,-1-1-1 0 0,16 10 0 0 0,-23-12 12 0 0,1 0-1 0 0,0 0 0 0 0,0 1 0 0 0,-1-1 1 0 0,1 0-1 0 0,-1 1 0 0 0,1 0 1 0 0,-1-1-1 0 0,0 1 0 0 0,0 0 1 0 0,0-1-1 0 0,0 1 0 0 0,0 0 1 0 0,0 0-1 0 0,0 0 0 0 0,0 0 1 0 0,-1 0-1 0 0,1 0 0 0 0,-1 0 1 0 0,0 0-1 0 0,1 0 0 0 0,-1 1 1 0 0,0-1-1 0 0,0 0 0 0 0,0 0 1 0 0,-1 0-1 0 0,1 0 0 0 0,0 0 1 0 0,-2 4-1 0 0,0-1 9 0 0,1 0 0 0 0,-1 0 0 0 0,-1 0-1 0 0,1-1 1 0 0,-1 1 0 0 0,1-1 0 0 0,-1 1 0 0 0,-1-1 0 0 0,1 0 0 0 0,-6 5 0 0 0,1-1 16 0 0,-1-1 1 0 0,-19 12 0 0 0,-6 4 43 0 0,8-6-79 0 0,25-15-13 0 0,15 11-12 0 0,-12-13 44 0 0,28 11-113 0 0,32 17 0 0 0,-54-23 232 0 0,0 0 0 0 0,0 0 0 0 0,0 0 0 0 0,-1 1 0 0 0,0 0 0 0 0,0 1 0 0 0,0 0 1 0 0,5 7-1 0 0,-11-13 31 0 0,0 1 1 0 0,0-1 0 0 0,0 0 0 0 0,0 1-1 0 0,0-1 1 0 0,-1 0 0 0 0,1 1 0 0 0,-1-1-1 0 0,1 1 1 0 0,-1-1 0 0 0,1 1 0 0 0,-1-1-1 0 0,0 1 1 0 0,0-1 0 0 0,0 1 0 0 0,0-1 0 0 0,0 1-1 0 0,0 0 1 0 0,0-1 0 0 0,0 1 0 0 0,-1 1-1 0 0,0-1-6 0 0,0 1 0 0 0,0-1 0 0 0,-1 0 0 0 0,1 0-1 0 0,-1 0 1 0 0,1 0 0 0 0,-1-1 0 0 0,1 1 0 0 0,-1 0-1 0 0,0-1 1 0 0,0 1 0 0 0,-3 2 0 0 0,-2 0-15 0 0,0-1 1 0 0,0 1-1 0 0,-1-1 1 0 0,1 0-1 0 0,-1-1 1 0 0,0 0-1 0 0,1 0 0 0 0,-11 0 1 0 0,-26 3-768 0 0,42-5-120 0 0,0 0-287 0 0,-6-2 347 0 0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5:46.2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0 110 1740 0 0,'25'-39'9598'0'0,"3"6"-4879"0"0,-23 29-4478 0 0,0 1 0 0 0,0-1 0 0 0,0 0 0 0 0,0 1 0 0 0,1 0 0 0 0,-1 0 0 0 0,1 1 0 0 0,0 0 0 0 0,0 0 0 0 0,0 0 0 0 0,0 1 0 0 0,10-2 0 0 0,-10 2-119 0 0,-1 1 0 0 0,1-1 0 0 0,0 2 0 0 0,-1-1 0 0 0,1 0-1 0 0,0 1 1 0 0,-1 0 0 0 0,1 0 0 0 0,0 1 0 0 0,5 2 0 0 0,-8-3-25 0 0,0 1-1 0 0,0-1 0 0 0,-1 1 1 0 0,1-1-1 0 0,-1 1 1 0 0,0 0-1 0 0,1 0 1 0 0,-1 0-1 0 0,0 0 1 0 0,0 1-1 0 0,0-1 0 0 0,-1 0 1 0 0,1 1-1 0 0,0-1 1 0 0,-1 1-1 0 0,0 0 1 0 0,1 0-1 0 0,-1-1 0 0 0,0 1 1 0 0,-1 0-1 0 0,2 4 1 0 0,-1 3 194 0 0,-1 0-1 0 0,0 0 1 0 0,0 0 0 0 0,-1 0 0 0 0,0 0 0 0 0,0-1-1 0 0,-1 1 1 0 0,-1 0 0 0 0,0-1 0 0 0,0 1 0 0 0,-1-1 0 0 0,-4 9-1 0 0,-11 17 1488 0 0,-37 54 0 0 0,37-62-342 0 0,-4 7-94 0 0,23-33-1342 0 0,-1-1 0 0 0,1 0 0 0 0,0 0 0 0 0,0 0 0 0 0,0 0 0 0 0,0 1 0 0 0,0-1 0 0 0,-1 0 0 0 0,1 0 0 0 0,0 1 0 0 0,0-1 0 0 0,0 0 0 0 0,0 0 0 0 0,0 1 0 0 0,0-1 0 0 0,0 0 0 0 0,0 0 0 0 0,0 1 0 0 0,0-1 0 0 0,0 0 0 0 0,0 0 0 0 0,0 1 0 0 0,0-1 0 0 0,0 0 0 0 0,0 0 0 0 0,0 1 0 0 0,0-1 0 0 0,1 0 0 0 0,-1 0 0 0 0,0 0 0 0 0,0 1 0 0 0,16 3 0 0 0,17-4 2 0 0,0-1 0 0 0,44-7 0 0 0,-6 1-46 0 0,98-7-2931 0 0,-60 4-2624 0 0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5:47.1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146 390 2340 0 0,'-8'-58'7326'0'0,"6"40"-4662"0"0,-1 0 1 0 0,-7-24 0 0 0,10 41-2457 0 0,-4-5 503 0 0,-3 61 539 0 0,-43 289 1362 0 0,33-250-2466 0 0,-18 81 1752 0 0,34-173-1049 0 0,1-2-838 0 0,-1 0 1 0 0,1 0 0 0 0,-1-1-1 0 0,1 1 1 0 0,-1 0 0 0 0,1 0 0 0 0,0-1-1 0 0,-1 1 1 0 0,1 0 0 0 0,-1-1-1 0 0,1 1 1 0 0,0-1 0 0 0,-1 1 0 0 0,1-1-1 0 0,0 1 1 0 0,0 0 0 0 0,-1-1-1 0 0,1 1 1 0 0,0-1 0 0 0,0 1-1 0 0,0-1 1 0 0,-1 1 0 0 0,1-1 0 0 0,0 1-1 0 0,0-1 1 0 0,0 0 0 0 0,0 1-1 0 0,0-1 1 0 0,0 0 0 0 0,0-19 66 0 0,0 17-51 0 0,2-72-483 0 0,4 0 0 0 0,3 1 0 0 0,27-104 0 0 0,-23 122 312 0 0,3 1 1 0 0,3 0 0 0 0,1 2 0 0 0,3 1-1 0 0,55-91 1 0 0,-72 134 79 0 0,0 0-1 0 0,15-15 1 0 0,-19 21 46 0 0,1 1 0 0 0,-1 0 0 0 0,1 0 0 0 0,-1 0 1 0 0,1 1-1 0 0,0-1 0 0 0,0 1 0 0 0,0-1 0 0 0,0 1 1 0 0,0 0-1 0 0,0 0 0 0 0,0 0 0 0 0,5-1 0 0 0,-7 3 16 0 0,1-1-1 0 0,-1 0 0 0 0,1 0 0 0 0,0 1 0 0 0,-1-1 0 0 0,1 1 0 0 0,-1 0 0 0 0,1-1 1 0 0,-1 1-1 0 0,1 0 0 0 0,-1 0 0 0 0,0 0 0 0 0,1 0 0 0 0,-1 0 0 0 0,0 0 0 0 0,0 0 1 0 0,0 0-1 0 0,1 2 0 0 0,16 22-22 0 0,-10-10 55 0 0,-2 0 1 0 0,0 0-1 0 0,0 1 0 0 0,4 23 0 0 0,9 67 206 0 0,-16-82-191 0 0,21 176 810 0 0,-13-98-2090 0 0,3 0-6399 0 0,-14-85 1051 0 0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5:47.3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63 143 2628 0 0,'-43'-30'13036'0'0,"27"16"-9102"0"0,15 10-3154 0 0,1 4-766 0 0,0 0-1 0 0,-1 0 1 0 0,1 0 0 0 0,0-1 0 0 0,0 1-1 0 0,0 0 1 0 0,0 0 0 0 0,0 0 0 0 0,0 0 0 0 0,-1-1-1 0 0,1 1 1 0 0,0 0 0 0 0,0 0 0 0 0,0 0-1 0 0,0-1 1 0 0,0 1 0 0 0,0 0 0 0 0,0 0 0 0 0,0 0-1 0 0,0-1 1 0 0,0 1 0 0 0,0 0 0 0 0,0 0-1 0 0,0-1 1 0 0,0 1 0 0 0,0 0 0 0 0,0 0-1 0 0,0 0 1 0 0,0-1 0 0 0,0 1 0 0 0,0 0 0 0 0,1 0-1 0 0,-1 0 1 0 0,0 0 0 0 0,0-1 0 0 0,0 1-1 0 0,0 0 1 0 0,10-6 157 0 0,0 1 0 0 0,0 0 0 0 0,0 1 0 0 0,0 0 1 0 0,20-4-1 0 0,60-9-75 0 0,-32 7-566 0 0,40-5-2479 0 0,-31 7-3258 0 0,-52 6 3674 0 0,17-1-4928 0 0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5:47.9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104 55 1276 0 0,'-2'-2'2588'0'0,"-37"-36"9720"0"0,37 37-11703 0 0,1-2 78 0 0,1 4-666 0 0,1-1-1 0 0,-1 0 0 0 0,0 0 0 0 0,0 0 0 0 0,1 0 0 0 0,-1 0 0 0 0,0 0 0 0 0,0 0 0 0 0,1 0 0 0 0,-1 0 0 0 0,0 0 0 0 0,1 0 0 0 0,-1 0 0 0 0,0 0 0 0 0,0 0 0 0 0,1 0 0 0 0,-1 0 1 0 0,0 0-1 0 0,1 0 0 0 0,-1 0 0 0 0,0 0 0 0 0,0 0 0 0 0,1 0 0 0 0,-1 0 0 0 0,0-1 0 0 0,0 1 0 0 0,1 0 0 0 0,-1 0 0 0 0,0 0 0 0 0,0 0 0 0 0,0-1 0 0 0,1 1 0 0 0,-1 0 0 0 0,0 0 0 0 0,0-1 1 0 0,0 1-1 0 0,0 0 0 0 0,0 0 0 0 0,1-1 0 0 0,-1 1 0 0 0,0 0 0 0 0,0 0 0 0 0,0-1 0 0 0,0 1 0 0 0,0 0 0 0 0,0 0 0 0 0,0-1 0 0 0,0 1 0 0 0,0 0 0 0 0,0-1 0 0 0,0 1 0 0 0,0 0 0 0 0,0 0 1 0 0,0-1-1 0 0,0 1 0 0 0,0 0 0 0 0,0-1 0 0 0,0 1 0 0 0,-1 0 0 0 0,1 0 0 0 0,0-1 0 0 0,0 1 0 0 0,0 0 0 0 0,0 0 0 0 0,-1 0 0 0 0,1-1 0 0 0,0 1 0 0 0,0 0 0 0 0,6 1 2 0 0,1 0-1 0 0,0 0 0 0 0,0 1 0 0 0,-1 0 0 0 0,1 1 0 0 0,-1-1 1 0 0,1 1-1 0 0,-1 1 0 0 0,0-1 0 0 0,0 1 0 0 0,-1 0 0 0 0,1 0 0 0 0,-1 1 1 0 0,0-1-1 0 0,9 11 0 0 0,-11-11-7 0 0,0 0 1 0 0,-1 0-1 0 0,1 0 0 0 0,-1 0 1 0 0,1 1-1 0 0,-2-1 0 0 0,1 1 1 0 0,0 0-1 0 0,-1-1 0 0 0,0 1 1 0 0,0 0-1 0 0,0 0 0 0 0,0 0 1 0 0,-1 0-1 0 0,0 0 0 0 0,0 0 1 0 0,0 0-1 0 0,-1-1 0 0 0,0 1 1 0 0,0 0-1 0 0,0 0 0 0 0,0 0 1 0 0,-4 7-1 0 0,-2 1 53 0 0,-1-1-1 0 0,0 0 1 0 0,0-1-1 0 0,-1 0 1 0 0,-1 0-1 0 0,0-1 1 0 0,-20 17-1 0 0,-5 5 2147 0 0,36-31-2198 0 0,0 0 0 0 0,0 0 0 0 0,0-1 0 0 0,0 1 0 0 0,0 0 0 0 0,0-1 0 0 0,0 1 0 0 0,0-1 0 0 0,0 0 0 0 0,0 1-1 0 0,1-1 1 0 0,-1 0 0 0 0,0 0 0 0 0,0 1 0 0 0,0-1 0 0 0,1 0 0 0 0,-1 0 0 0 0,0 0 0 0 0,2-1 0 0 0,5 2-17 0 0,1 0-9 0 0,0 0 0 0 0,0 2 0 0 0,0-1 0 0 0,0 1 0 0 0,-1 0-1 0 0,1 1 1 0 0,-1 0 0 0 0,0 0 0 0 0,0 1 0 0 0,0 0 0 0 0,0 0 0 0 0,-1 1-1 0 0,7 6 1 0 0,-9-7 35 0 0,1 1 0 0 0,-1-1 0 0 0,0 1 0 0 0,-1 1 0 0 0,1-1 0 0 0,-1 0 0 0 0,-1 1 0 0 0,1 0 0 0 0,-1 0 0 0 0,0 0 0 0 0,-1 0 0 0 0,0 1 0 0 0,0-1 0 0 0,0 1 0 0 0,-1-1 0 0 0,1 13 0 0 0,-2-16 96 0 0,0 0 0 0 0,-1 0 0 0 0,1 0 0 0 0,-1 0 0 0 0,1 0 0 0 0,-1 0 0 0 0,-1-1 1 0 0,1 1-1 0 0,0 0 0 0 0,-1-1 0 0 0,0 1 0 0 0,1-1 0 0 0,-2 1 0 0 0,1-1 0 0 0,0 0 0 0 0,-1 0 1 0 0,-2 3-1 0 0,0-2 31 0 0,0 0 1 0 0,0-1 0 0 0,0 1 0 0 0,0-1 0 0 0,-1 0 0 0 0,1-1 0 0 0,-1 1-1 0 0,0-1 1 0 0,1 0 0 0 0,-8 1 0 0 0,-4 0 46 0 0,0-1-1 0 0,-1-1 1 0 0,1 0 0 0 0,-1-1 0 0 0,0-1-1 0 0,-24-4 1 0 0,40 5-354 0 0,0 0 0 0 0,1 0 0 0 0,-1 0-1 0 0,1 0 1 0 0,-1-1 0 0 0,1 1 0 0 0,-1-1 0 0 0,1 1-1 0 0,-1-1 1 0 0,1 1 0 0 0,-1-1 0 0 0,1 0 0 0 0,0 0-1 0 0,-1 0 1 0 0,1 0 0 0 0,0 0 0 0 0,0 0 0 0 0,-1 0-1 0 0,1 0 1 0 0,0 0 0 0 0,0 0 0 0 0,0-1 0 0 0,1 1-1 0 0,-1 0 1 0 0,0-1 0 0 0,0 1 0 0 0,1-1 0 0 0,-1 1-1 0 0,1-1 1 0 0,-1 1 0 0 0,1-1 0 0 0,0 1 0 0 0,-1-3-1 0 0,2 1-686 0 0,-1 0-1 0 0,0 0 0 0 0,1 0 1 0 0,0 0-1 0 0,0 0 0 0 0,0 0 1 0 0,0 0-1 0 0,1 0 0 0 0,-1 0 1 0 0,1 0-1 0 0,-1 1 0 0 0,1-1 1 0 0,0 1-1 0 0,3-4 1 0 0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5:48.5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10 157 2892 0 0,'-3'-16'4042'0'0,"-3"-27"4216"0"0,6 1-3910 0 0,1 39-4256 0 0,0 1 0 0 0,-1 0 0 0 0,1-1-1 0 0,0 1 1 0 0,1 0 0 0 0,-1 0-1 0 0,0-1 1 0 0,1 1 0 0 0,-1 0-1 0 0,1 0 1 0 0,-1 0 0 0 0,1 1 0 0 0,0-1-1 0 0,0 0 1 0 0,0 1 0 0 0,0-1-1 0 0,0 1 1 0 0,0 0 0 0 0,5-2 0 0 0,-1-1 21 0 0,1 2 0 0 0,0-1 0 0 0,0 1 0 0 0,13-3 1 0 0,-17 5-104 0 0,1 0 0 0 0,-1 0 0 0 0,1 1 0 0 0,-1-1 0 0 0,1 1 0 0 0,-1-1 0 0 0,1 1 0 0 0,-1 0 0 0 0,1 1 0 0 0,-1-1 0 0 0,0 0 0 0 0,0 1 0 0 0,0 0 0 0 0,0 0 0 0 0,0 0 0 0 0,5 4 0 0 0,-5-3 3 0 0,-1 0 0 0 0,1 0 0 0 0,0 0 0 0 0,-1 1 0 0 0,1-1 0 0 0,-1 1-1 0 0,0 0 1 0 0,0-1 0 0 0,-1 1 0 0 0,1 0 0 0 0,-1 0 0 0 0,0 0 0 0 0,0 0 0 0 0,0 0-1 0 0,0 1 1 0 0,-1-1 0 0 0,0 0 0 0 0,0 0 0 0 0,0 0 0 0 0,0 1 0 0 0,-1-1 0 0 0,1 0-1 0 0,-1 0 1 0 0,-2 7 0 0 0,-2 4 45 0 0,0 0-1 0 0,-1-1 1 0 0,0 1 0 0 0,-1-1-1 0 0,-11 16 1 0 0,-13 15 3015 0 0,31-39-2471 0 0,0-7-595 0 0,0 1 1 0 0,0 0-1 0 0,0 0 1 0 0,0 0 0 0 0,0 0-1 0 0,0 0 1 0 0,0 0-1 0 0,0 0 1 0 0,0 0 0 0 0,0 0-1 0 0,0 0 1 0 0,0 0-1 0 0,0 0 1 0 0,0 0-1 0 0,1 0 1 0 0,-1 0 0 0 0,0 0-1 0 0,0 0 1 0 0,0 0-1 0 0,0 0 1 0 0,0 0 0 0 0,0 0-1 0 0,0 0 1 0 0,0 0-1 0 0,0 0 1 0 0,0 0-1 0 0,0 0 1 0 0,1 0 0 0 0,-1 0-1 0 0,0 0 1 0 0,0 0-1 0 0,0 0 1 0 0,0 0 0 0 0,0 0-1 0 0,0 0 1 0 0,0 0-1 0 0,0 0 1 0 0,0 0 0 0 0,0 0-1 0 0,0 0 1 0 0,0 0-1 0 0,0 0 1 0 0,1 0-1 0 0,-1 0 1 0 0,0 0 0 0 0,0 0-1 0 0,0 1 1 0 0,0-1-1 0 0,0 0 1 0 0,0 0 0 0 0,0 0-1 0 0,0 0 1 0 0,0 0-1 0 0,0 0 1 0 0,0 0 0 0 0,0 0-1 0 0,0 0 1 0 0,0 0-1 0 0,0 0 1 0 0,0 0-1 0 0,0 1 1 0 0,0-1 0 0 0,0 0-1 0 0,0 0 1 0 0,0 0-1 0 0,0 0 1 0 0,0 0 0 0 0,0 0-1 0 0,4 0-84 0 0,-2-1 77 0 0,1 2-19 0 0,6 0-6 0 0,-1 0 0 0 0,1 1 0 0 0,-1 1 0 0 0,0-1 0 0 0,0 1 0 0 0,0 1 1 0 0,0-1-1 0 0,-1 2 0 0 0,1-1 0 0 0,-1 1 0 0 0,0 0 0 0 0,0 0 0 0 0,-1 0 0 0 0,0 1 0 0 0,0 0 0 0 0,7 9 0 0 0,-7-7 57 0 0,0 1 0 0 0,0-1 1 0 0,0 1-1 0 0,-1 0 0 0 0,-1 1 0 0 0,0-1 0 0 0,0 1 1 0 0,-1 0-1 0 0,0 0 0 0 0,0 0 0 0 0,-1 0 0 0 0,-1 0 1 0 0,1 16-1 0 0,-2-22 9 0 0,0 0 1 0 0,0 1-1 0 0,-1-1 1 0 0,0 0-1 0 0,0 0 1 0 0,0 0-1 0 0,0 0 1 0 0,-1 0-1 0 0,0-1 1 0 0,1 1-1 0 0,-1 0 0 0 0,-1-1 1 0 0,-3 6-1 0 0,1-3 63 0 0,0-1 0 0 0,0 0 1 0 0,0 0-1 0 0,-1-1 0 0 0,0 0 0 0 0,1 0 0 0 0,-11 5 0 0 0,5-3-486 0 0,-1-1 1 0 0,0-1 0 0 0,0 0-1 0 0,0 0 1 0 0,-1-1 0 0 0,1-1 0 0 0,-1 0-1 0 0,-17 0 1 0 0,24-2-666 0 0,-1 0-1 0 0,0-1 1 0 0,1 0 0 0 0,-1 0-1 0 0,-6-3 1 0 0,-13-8-6756 0 0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5:50.3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91 244 0 0,'14'-26'18099'0'0,"13"20"-17868"0"0,55-5-1 0 0,-12 3-100 0 0,209-27 250 0 0,-276 34-362 0 0,4 0 6 0 0,24-1 38 0 0,-28 2-48 0 0,0 0-1 0 0,0 0 0 0 0,0 1 0 0 0,-1-1 0 0 0,1 1 0 0 0,0-1 0 0 0,0 1 0 0 0,-1 0 0 0 0,1 0 0 0 0,0 0 0 0 0,-1 1 0 0 0,1-1 1 0 0,-1 1-1 0 0,5 3 0 0 0,-4-2 62 0 0,1 1 0 0 0,-1 0 0 0 0,0 0 0 0 0,0 0 0 0 0,0 0 0 0 0,-1 0 0 0 0,1 1 0 0 0,2 8 1 0 0,14 40 917 0 0,-2 0 0 0 0,13 72 0 0 0,6 114 1578 0 0,-30-195-2154 0 0,33 268 1768 0 0,30 205 75 0 0,-51-407-2068 0 0,95 739 306 0 0,-80-304-324 0 0,-6-88 61 0 0,22 113 730 0 0,13-113-965 0 0,-37-290 0 0 0,8 209 0 0 0,-30-321 0 0 0,0 9 0 0 0,-6 64 0 0 0,-4-61 0 0 0,6-51 0 0 0,-2 0 0 0 0,1-4 0 0 0,0 1 0 0 0,-1-1 0 0 0,-7 21 0 0 0,-2 4 0 0 0,1 3 0 0 0,7-28 0 0 0,0-1 0 0 0,2-1 0 0 0,-1 1 0 0 0,0-1 0 0 0,-1-1 0 0 0,-4-2 0 0 0,-4-1 0 0 0,0-2 0 0 0,-3 0 0 0 0,-13 4-1363 0 0,-30 5 0 0 0,28-9-2545 0 0,1-1 0 0 0,-1-2 0 0 0,-45-3-1 0 0,69 1 3431 0 0,-30 0-11048 0 0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4:48.5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344 57 452 0 0,'11'-24'6427'0'0,"1"-8"4577"0"0,-14 32-10822 0 0,-12 2-108 0 0,0 0 0 0 0,0 1 0 0 0,1 1 0 0 0,-1 0 0 0 0,1 1 0 0 0,0 1 0 0 0,-22 12 0 0 0,-3 3-91 0 0,21-12 9 0 0,0 0 0 0 0,1 1 1 0 0,1 1-1 0 0,-1 1 0 0 0,2 0 0 0 0,-21 22 0 0 0,17-17 13 0 0,17-15-7 0 0,-3 2 5 0 0,0 0 0 0 0,0 0 0 0 0,1 1 0 0 0,0-1 0 0 0,0 1 0 0 0,0 0 0 0 0,0 0 0 0 0,1 0 0 0 0,-1 0 0 0 0,1 0 0 0 0,-1 7 0 0 0,-1 7 212 0 0,1 0 0 0 0,1 0-1 0 0,1 35 1 0 0,8 63 879 0 0,-4-76-807 0 0,67 814 5605 0 0,-50-558-4918 0 0,12 148-311 0 0,21 210-507 0 0,-38-351 32 0 0,12 162 142 0 0,8-55-301 0 0,-35-410-29 0 0,28 512 2096 0 0,-16-67-822 0 0,6-182-1145 0 0,-15-222-62 0 0,-3 50 0 0 0,0-86-53 0 0,1 8-3 0 0,-1 0-3 0 0,0-2-4 0 0,0-2-3 0 0,0 1-1 0 0,2-1 0 0 0,2-2 0 0 0,3-1 0 0 0,7-1 0 0 0,12-2-3 0 0,0-1 0 0 0,0-1 0 0 0,1-1 0 0 0,44-4 0 0 0,-42 1-21 0 0,594-68-5638 0 0,-215-14-4825 0 0,-326 64 4813 0 0,-5 0-2827 0 0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4:49.6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54 137 1848 0 0,'10'-4'10913'0'0,"-10"4"-10855"0"0,1 0 0 0 0,-1 0 0 0 0,1 0 1 0 0,-1 0-1 0 0,1 0 0 0 0,-1 0 1 0 0,1 0-1 0 0,-1 0 0 0 0,1 0 1 0 0,-1 0-1 0 0,0 0 0 0 0,1 0 0 0 0,-1 1 1 0 0,1-1-1 0 0,-1 0 0 0 0,0 0 1 0 0,1 0-1 0 0,-1 1 0 0 0,1-1 1 0 0,-1 0-1 0 0,0 1 0 0 0,1-1 0 0 0,-1 0 1 0 0,0 1-1 0 0,1-1 0 0 0,-1 0 1 0 0,0 1-1 0 0,0-1 0 0 0,0 1 1 0 0,1-1-1 0 0,-1 0 0 0 0,0 1 1 0 0,0-1-1 0 0,0 1 0 0 0,0-1 0 0 0,0 1 1 0 0,0-1-1 0 0,0 1 0 0 0,1-1 1 0 0,-2 1-1 0 0,1-1 0 0 0,0 0 1 0 0,0 2-1 0 0,0 30 854 0 0,0-21-503 0 0,-18 293 2505 0 0,5-146-2339 0 0,-3 45-214 0 0,10-135 1391 0 0,1-75-1524 0 0,-3-6-141 0 0,2-38 2 0 0,3-1 1 0 0,3-56-1 0 0,17-104-168 0 0,-3 105 7 0 0,4 0 1 0 0,40-128 0 0 0,-47 213-74 0 0,-10 21 141 0 0,-1 1 0 0 0,1-1 0 0 0,0 1-1 0 0,-1-1 1 0 0,1 1 0 0 0,-1-1 0 0 0,1 1 0 0 0,0-1-1 0 0,-1 1 1 0 0,1-1 0 0 0,0 1 0 0 0,0 0 0 0 0,-1-1-1 0 0,1 1 1 0 0,0 0 0 0 0,0 0 0 0 0,-1 0 0 0 0,1-1-1 0 0,0 1 1 0 0,0 0 0 0 0,0 0 0 0 0,-1 0 0 0 0,1 0-1 0 0,0 1 1 0 0,0-1 0 0 0,0 0 0 0 0,-1 0 0 0 0,1 0-1 0 0,0 1 1 0 0,1 0 0 0 0,5 3 4 0 0,0 1-1 0 0,-1 0 1 0 0,1 0-1 0 0,-1 1 1 0 0,0 0-1 0 0,-1 0 1 0 0,1 0-1 0 0,-1 1 1 0 0,-1 0-1 0 0,1 0 1 0 0,-1 0-1 0 0,6 13 1 0 0,4 15 111 0 0,16 52 1 0 0,-28-80-92 0 0,65 311 507 0 0,-39-158-316 0 0,-5-60-2105 0 0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4:49.9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 46 2096 0 0,'-5'-1'1220'0'0,"-28"-13"7831"0"0,46 10-7505 0 0,188-10-886 0 0,-64 5-6880 0 0,-123 7 3566 0 0,-2 1-641 0 0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4:50.2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7 424 0 0,'5'-7'25638'0'0,"3"100"-24788"0"0,-1-14-671 0 0,-4-21-232 0 0,-1 155-1596 0 0,-6-190-455 0 0,1-8-1905 0 0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4:50.4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68 720 0 0,'9'-34'13012'0'0,"-1"1"-1426"0"0,-7 33-11517 0 0,0 0 0 0 0,-1 1 0 0 0,1-1 0 0 0,0 0 0 0 0,-1 1 0 0 0,1-1 0 0 0,-1 1 0 0 0,1-1 0 0 0,-1 1 0 0 0,1 0 0 0 0,-1-1 0 0 0,1 1 0 0 0,-1-1 0 0 0,0 1 0 0 0,1 0 0 0 0,-1-1 0 0 0,0 1 0 0 0,1 0 0 0 0,-1 0-1 0 0,0-1 1 0 0,0 1 0 0 0,1 1 0 0 0,3 19 615 0 0,-4-18-660 0 0,4 26 144 0 0,-1 1 1 0 0,-1-1-1 0 0,-4 37 1 0 0,-16 85-6722 0 0,3-89-2989 0 0,9-32-245 0 0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4:55.8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133 93 1292 0 0,'-2'-9'12224'0'0,"-3"28"-10879"0"0,-5 25-887 0 0,-74 330 2789 0 0,53-234-1004 0 0,33-177-1521 0 0,160-473-498 0 0,-154 485-237 0 0,11-24-86 0 0,-17 45 81 0 0,0 1 1 0 0,-1 0 0 0 0,1 0 0 0 0,0 0 0 0 0,0 0-1 0 0,1 0 1 0 0,-1 0 0 0 0,1 1 0 0 0,-1-1 0 0 0,7-3-1 0 0,-8 5 14 0 0,0 1-1 0 0,0-1 0 0 0,0 1 0 0 0,1-1 0 0 0,-1 1 1 0 0,0 0-1 0 0,1 0 0 0 0,-1 0 0 0 0,0 0 0 0 0,1-1 1 0 0,-1 2-1 0 0,0-1 0 0 0,1 0 0 0 0,-1 0 0 0 0,0 0 1 0 0,1 1-1 0 0,-1-1 0 0 0,0 0 0 0 0,0 1 0 0 0,0-1 1 0 0,1 1-1 0 0,-1 0 0 0 0,0-1 0 0 0,0 1 0 0 0,0 0 1 0 0,0 0-1 0 0,0 0 0 0 0,0 0 0 0 0,1 1 1 0 0,23 30-48 0 0,-25-32 52 0 0,12 20-3 0 0,-2 1-1 0 0,0 0 1 0 0,12 40 0 0 0,13 72 140 0 0,-26-96-76 0 0,23 113 471 0 0,-7-25-1418 0 0,-4-44-5490 0 0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4:56.0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103 133 1536 0 0,'-18'-5'4482'0'0,"1"0"1"0"0,-20-9-1 0 0,9 1-1441 0 0,26 13-2721 0 0,2-2-14 0 0,0 1-292 0 0,0 1 0 0 0,0-1 1 0 0,0 1-1 0 0,0-1 1 0 0,0 1-1 0 0,0-1 0 0 0,0 1 1 0 0,0-1-1 0 0,0 1 1 0 0,0-1-1 0 0,0 1 0 0 0,0-1 1 0 0,0 1-1 0 0,0-1 1 0 0,0 1-1 0 0,1-1 0 0 0,-1 1 1 0 0,0 0-1 0 0,0-1 1 0 0,1 1-1 0 0,-1-1 0 0 0,28-10 44 0 0,-1 1 1 0 0,1 2-1 0 0,0 1 0 0 0,53-6 0 0 0,-40 7-480 0 0,88-11-3551 0 0,-43 9-3099 0 0,-82 8 6569 0 0,22-2-4380 0 0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4:56.5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34 2092 0 0,'-7'-20'19246'0'0,"7"14"-18428"0"0,5 4-789 0 0,-1 1-1 0 0,0 0 1 0 0,0 0 0 0 0,1 0 0 0 0,-1 0-1 0 0,0 1 1 0 0,1 0 0 0 0,-1 0 0 0 0,1 0-1 0 0,-1 0 1 0 0,0 1 0 0 0,1 0-1 0 0,-1 0 1 0 0,0 0 0 0 0,0 0 0 0 0,1 1-1 0 0,-1-1 1 0 0,5 4 0 0 0,-6-3-14 0 0,0-1 0 0 0,0 1 0 0 0,-1 0 0 0 0,1 0 0 0 0,-1 0 0 0 0,1 1-1 0 0,-1-1 1 0 0,0 0 0 0 0,0 1 0 0 0,0-1 0 0 0,0 1 0 0 0,-1 0 0 0 0,1 0 0 0 0,-1 0 0 0 0,1 0 0 0 0,-1 0 0 0 0,0 0 0 0 0,0 0 0 0 0,0 0 0 0 0,-1 0 0 0 0,1 0 0 0 0,-1 1 0 0 0,0-1 0 0 0,1 0 0 0 0,-2 0 0 0 0,1 5-1 0 0,-5 12 26 0 0,0-1 0 0 0,-2 1-1 0 0,0-1 1 0 0,-1 0-1 0 0,-1 0 1 0 0,-18 27 0 0 0,9-13-2 0 0,-10 14 217 0 0,27-46-241 0 0,1 0-10 0 0,0 0-1 0 0,-1-1 1 0 0,1 0 0 0 0,0 0 0 0 0,0 1-1 0 0,0-1 1 0 0,0 0 0 0 0,0 1-1 0 0,0-1 1 0 0,0 0 0 0 0,0 1-1 0 0,0-1 1 0 0,0 0 0 0 0,0 0-1 0 0,0 1 1 0 0,0-1 0 0 0,0 0-1 0 0,0 1 1 0 0,0-1 0 0 0,0 0 0 0 0,0 1-1 0 0,0-1 1 0 0,0 0 0 0 0,0 0-1 0 0,0 1 1 0 0,1-1 0 0 0,-1 0-1 0 0,0 0 1 0 0,0 1 0 0 0,0-1-1 0 0,1 1 1 0 0,19-1 43 0 0,0 0-1 0 0,-1-2 1 0 0,1 0 0 0 0,26-6-1 0 0,26-3-133 0 0,-42 9-1436 0 0,43-10 1 0 0,-27-2-10207 0 0,-30 8 4953 0 0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4:56.7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 63 956 0 0,'-9'-29'12275'0'0,"-8"-4"1417"0"0,13 56-11966 0 0,13 165 289 0 0,-3-91-5723 0 0,-4-49-2210 0 0,-1-2-3812 0 0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5:02.4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210 169 744 0 0,'-9'-32'10843'0'0,"9"32"-10791"0"0,0 0 0 0 0,-1-1 0 0 0,1 1 0 0 0,0 0 0 0 0,0 0 0 0 0,0-1 0 0 0,0 1 0 0 0,-1 0 0 0 0,1 0 0 0 0,0 0 0 0 0,0 0 0 0 0,-1-1 0 0 0,1 1 0 0 0,0 0 0 0 0,0 0 0 0 0,-1 0 0 0 0,1 0 0 0 0,0 0 0 0 0,0 0 1 0 0,-1 0-1 0 0,1 0 0 0 0,0 0 0 0 0,-1 0 0 0 0,1 0 0 0 0,0 0 0 0 0,0 0 0 0 0,-1 0 0 0 0,1 0 0 0 0,0 0 0 0 0,-1 0 0 0 0,1 0 0 0 0,0 0 0 0 0,0 0 0 0 0,-1 0 0 0 0,1 0 0 0 0,0 0 0 0 0,0 1 0 0 0,-1-1 0 0 0,-9 13 577 0 0,-6 23-446 0 0,15-32 30 0 0,-83 279 2418 0 0,47-143-2135 0 0,8-39 1100 0 0,23-91 465 0 0,2-17-1599 0 0,1-16-450 0 0,5-15 34 0 0,2-1 0 0 0,2 1-1 0 0,13-50 1 0 0,-8 44-71 0 0,8-37-19 0 0,4 2-1 0 0,43-100 0 0 0,-61 168-2 0 0,1-1 0 0 0,0 1 0 0 0,0 0 0 0 0,1 0 0 0 0,1 0 0 0 0,0 1 0 0 0,12-12 0 0 0,-18 21 44 0 0,-1 0-1 0 0,0 1 0 0 0,0-1 0 0 0,1 0 0 0 0,-1 1 1 0 0,1-1-1 0 0,-1 1 0 0 0,1-1 0 0 0,-1 1 1 0 0,1 0-1 0 0,-1 0 0 0 0,1-1 0 0 0,-1 1 0 0 0,1 0 1 0 0,-1 0-1 0 0,1 0 0 0 0,-1 1 0 0 0,1-1 1 0 0,-1 0-1 0 0,1 1 0 0 0,-1-1 0 0 0,0 1 0 0 0,1-1 1 0 0,-1 1-1 0 0,1-1 0 0 0,-1 1 0 0 0,0 0 1 0 0,0 0-1 0 0,1 0 0 0 0,-1 0 0 0 0,0 0 0 0 0,0 0 1 0 0,0 0-1 0 0,1 2 0 0 0,3 2-12 0 0,0 1-1 0 0,0 0 0 0 0,0 0 1 0 0,-1 1-1 0 0,5 9 0 0 0,5 19 44 0 0,0 1-1 0 0,-3 1 1 0 0,-1 0-1 0 0,-1 1 1 0 0,3 39-1 0 0,4 17 109 0 0,11 80-174 0 0,-27-168-660 0 0,1 0 1 0 0,0 0-1 0 0,1-1 0 0 0,2 10 0 0 0,-1-7-1206 0 0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5:02.7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95 107 300 0 0,'-79'-5'14316'0'0,"75"5"-13695"0"0,4 0-518 0 0,-1 0-1 0 0,1 0 0 0 0,-1 0 1 0 0,0 0-1 0 0,1 0 0 0 0,-1 0 1 0 0,1 0-1 0 0,-1 0 0 0 0,1 0 0 0 0,-1 0 1 0 0,1 0-1 0 0,-1 0 0 0 0,0-1 1 0 0,1 1-1 0 0,-1 0 0 0 0,1 0 1 0 0,-1-1-1 0 0,1 1 0 0 0,-1-1 1 0 0,17-8-45 0 0,0 1-1 0 0,1 0 1 0 0,1 1 0 0 0,-1 1 0 0 0,32-6 0 0 0,3-3-13 0 0,35-9-1948 0 0,-34 15-6851 0 0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5:04.0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 83 920 0 0,'0'0'5259'0'0,"-14"-34"4882"0"0,14 33-10103 0 0,0 0 0 0 0,0 0 0 0 0,0-1 0 0 0,0 1 0 0 0,0 0-1 0 0,0 0 1 0 0,0 0 0 0 0,0-1 0 0 0,0 1 0 0 0,1 0 0 0 0,-1 0 0 0 0,1 0 0 0 0,-1 0-1 0 0,1-1 1 0 0,-1 1 0 0 0,1 0 0 0 0,0 0 0 0 0,-1 0 0 0 0,1 0 0 0 0,0 0 0 0 0,0 1-1 0 0,0-1 1 0 0,-1 0 0 0 0,1 0 0 0 0,0 0 0 0 0,0 1 0 0 0,0-1 0 0 0,0 0 0 0 0,1 1-1 0 0,-1-1 1 0 0,0 1 0 0 0,0 0 0 0 0,0-1 0 0 0,0 1 0 0 0,3-1 0 0 0,13-4-64 0 0,20-4-8 0 0,-21 8-4 0 0,0 1 0 0 0,22 3 0 0 0,-33-3 34 0 0,0 1 0 0 0,0 0 0 0 0,0 0 0 0 0,0 0 0 0 0,0 0 0 0 0,-1 1 0 0 0,1 0 0 0 0,0 0 0 0 0,-1 1 0 0 0,0-1 0 0 0,1 1 0 0 0,-1 0 0 0 0,0 0 0 0 0,0 0 0 0 0,0 0 0 0 0,-1 1-1 0 0,1 0 1 0 0,3 5 0 0 0,-5-6 13 0 0,0 1-1 0 0,0-1 0 0 0,-1 1 0 0 0,1-1 0 0 0,-1 1 0 0 0,0 0 1 0 0,0 0-1 0 0,0 0 0 0 0,0 0 0 0 0,-1 0 0 0 0,1 0 0 0 0,-1 0 0 0 0,0 0 1 0 0,0 0-1 0 0,-1 0 0 0 0,1 0 0 0 0,-1 0 0 0 0,0 0 0 0 0,0-1 0 0 0,0 1 1 0 0,-1 0-1 0 0,-3 7 0 0 0,-4 5 203 0 0,0 0-1 0 0,-17 20 1 0 0,23-33-114 0 0,3-2 42 0 0,-2 0-21 0 0,2 0-105 0 0,-1-1 0 0 0,1 0 0 0 0,-1 0 0 0 0,1 1 0 0 0,-1-1-1 0 0,1 1 1 0 0,0-1 0 0 0,-1 0 0 0 0,1 1 0 0 0,-1-1 0 0 0,1 1-1 0 0,0-1 1 0 0,-1 1 0 0 0,1-1 0 0 0,0 1 0 0 0,0-1-1 0 0,-1 1 1 0 0,1-1 0 0 0,0 1 0 0 0,0-1 0 0 0,0 1 0 0 0,0-1-1 0 0,0 1 1 0 0,0 0 0 0 0,0-1 0 0 0,0 1 0 0 0,0-1 0 0 0,0 1-1 0 0,0-1 1 0 0,0 1 0 0 0,0-1 0 0 0,0 1 0 0 0,0 0-1 0 0,1-1 1 0 0,-1 1 0 0 0,0-1 0 0 0,0 1 0 0 0,1-1 0 0 0,-1 1-1 0 0,6 1-33 0 0,0-1-1 0 0,0 0 0 0 0,0 0 0 0 0,0 0 1 0 0,10 0-1 0 0,-5-1 7 0 0,0 2 18 0 0,1 0 0 0 0,-1 1 1 0 0,0 0-1 0 0,-1 1 0 0 0,1 0 0 0 0,-1 1 1 0 0,1 0-1 0 0,-1 0 0 0 0,-1 1 0 0 0,16 12 0 0 0,-24-17 46 0 0,0 0 0 0 0,0 0-1 0 0,0 0 1 0 0,0 0-1 0 0,0 1 1 0 0,0-1 0 0 0,-1 0-1 0 0,1 1 1 0 0,0-1-1 0 0,-1 0 1 0 0,1 1-1 0 0,-1-1 1 0 0,1 1 0 0 0,-1-1-1 0 0,0 1 1 0 0,1-1-1 0 0,-1 1 1 0 0,0 0 0 0 0,0-1-1 0 0,0 1 1 0 0,0-1-1 0 0,-1 1 1 0 0,1-1 0 0 0,0 1-1 0 0,-1-1 1 0 0,1 1-1 0 0,-1-1 1 0 0,1 1-1 0 0,-1-1 1 0 0,1 0 0 0 0,-1 1-1 0 0,0-1 1 0 0,0 0-1 0 0,-1 2 1 0 0,-3 3 153 0 0,1 0 0 0 0,-1-1 0 0 0,0 1-1 0 0,-1-1 1 0 0,-7 7 0 0 0,3-6-87 0 0,1 0 1 0 0,-1-1-1 0 0,0 0 0 0 0,0-1 1 0 0,0 1-1 0 0,-1-2 0 0 0,1 0 1 0 0,-23 4-1 0 0,11-4-16 0 0,1-1 1 0 0,-1-1-1 0 0,-31-2 0 0 0,44 0-228 0 0,0 0-1 0 0,0-1 0 0 0,0 0 0 0 0,0-1 1 0 0,-12-4-1 0 0,20 6-69 0 0,0 1 0 0 0,1-1 0 0 0,-1 1 0 0 0,0 0 0 0 0,0-1 0 0 0,1 1 0 0 0,-1-1 0 0 0,0 0 0 0 0,1 1 0 0 0,-1-1 0 0 0,1 1 0 0 0,-1-1 0 0 0,1 0 0 0 0,-1 0 0 0 0,1 1 0 0 0,-1-1 0 0 0,1 0 0 0 0,-1 0 0 0 0,1 1 1 0 0,0-1-1 0 0,0 0 0 0 0,-1 0 0 0 0,1 0 0 0 0,0 0 0 0 0,0 0 0 0 0,0 1 0 0 0,0-1 0 0 0,0 0 0 0 0,0 0 0 0 0,0 0 0 0 0,1-1 0 0 0,7-20-7615 0 0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5:04.3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21 508 0 0,'16'-21'23025'0'0,"-15"22"-22827"0"0,0 1 0 0 0,0-1 0 0 0,0 0 0 0 0,0 0 0 0 0,0 0 0 0 0,-1 1 0 0 0,1-1 0 0 0,0 0 0 0 0,-1 1 0 0 0,1-1 0 0 0,0 3 0 0 0,10 46-1126 0 0,0 16 867 0 0,8 51-2166 0 0,-1-39-8639 0 0,-12-56 1443 0 0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5:17.6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16 872 0 0,'0'0'2380'0'0,"-9"-5"-1980"0"0,6-6-2468 0 0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5:17.8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12 1364 0 0,'0'0'7221'0'0,"-8"5"-5769"0"0,6-15-1504 0 0,7 3-1276 0 0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6:00.0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 34 468 0 0,'-24'18'16052'0'0,"23"-18"-16004"0"0,1 1 0 0 0,-1-1 0 0 0,1 0 0 0 0,0 1-1 0 0,-1-1 1 0 0,1 0 0 0 0,0 1 0 0 0,-1-1 0 0 0,1 1 0 0 0,0-1-1 0 0,-1 1 1 0 0,1-1 0 0 0,0 1 0 0 0,0-1 0 0 0,0 1 0 0 0,-1-1-1 0 0,1 1 1 0 0,0-1 0 0 0,0 1 0 0 0,0-1 0 0 0,0 1 0 0 0,0-1-1 0 0,0 1 1 0 0,0-1 0 0 0,0 1 0 0 0,0-1 0 0 0,0 1 0 0 0,0-1-1 0 0,1 1 1 0 0,-1-1 0 0 0,0 1 0 0 0,0-1 0 0 0,0 1 0 0 0,1-1 0 0 0,-1 1-1 0 0,2 0-5 0 0,-1 0-1 0 0,0 0 0 0 0,1 0 1 0 0,-1 0-1 0 0,1 0 0 0 0,-1-1 1 0 0,1 1-1 0 0,-1 0 0 0 0,1-1 1 0 0,-1 0-1 0 0,1 1 0 0 0,0-1 1 0 0,-1 0-1 0 0,4 0 0 0 0,52 2 417 0 0,107-10 0 0 0,60-24-262 0 0,42-3-7 0 0,-215 30 42 0 0,-48 5-225 0 0,1 3-397 0 0,-3-3 297 0 0,-1 0 0 0 0,0 0 0 0 0,0 0 0 0 0,1 0 0 0 0,-1 0 0 0 0,0 0 0 0 0,0 0 0 0 0,0 0 0 0 0,0 12-3990 0 0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6:00.4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70 223 1008 0 0,'-12'-1'1437'0'0,"-22"2"11844"0"0,19 0-8534 0 0,7 3-3584 0 0,51-7-1048 0 0,1-2-1 0 0,-1-2 1 0 0,50-15 0 0 0,-17 5-39 0 0,792-133 186 0 0,-766 135 178 0 0,-99 15-400 0 0,15 1-838 0 0,24-10-11182 0 0,-38 8 10787 0 0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4:51.5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1 336 1844 0 0,'10'-10'4934'0'0,"15"-19"3941"0"0,-20 25-7919 0 0,0 1-184 0 0,0 13-741 0 0,-1 16 92 0 0,-1 1 0 0 0,-1 0 0 0 0,-2 30 0 0 0,-11 84 202 0 0,10-126-302 0 0,-11 80 191 0 0,6-61 2284 0 0,0-44-2053 0 0,4 1-388 0 0,0-1-1 0 0,1 1 0 0 0,0-1 0 0 0,1 1 1 0 0,0 0-1 0 0,0-1 0 0 0,1 1 1 0 0,3-14-1 0 0,0-10 3 0 0,2-39-50 0 0,4 1 0 0 0,3 0 0 0 0,3 0 0 0 0,30-81-1 0 0,-43 144-13 0 0,27-65-7 0 0,-27 68 7 0 0,0-1 0 0 0,0 1 0 0 0,1 0 0 0 0,-1-1 0 0 0,1 1 0 0 0,0 1 0 0 0,1-1 0 0 0,-1 1 0 0 0,1 0 0 0 0,5-4 0 0 0,-7 7 3 0 0,0 0-1 0 0,0 0 1 0 0,0 0-1 0 0,0 0 1 0 0,0 1-1 0 0,0-1 1 0 0,1 1-1 0 0,-1 0 1 0 0,0 0-1 0 0,0 1 1 0 0,0-1-1 0 0,0 0 1 0 0,1 1-1 0 0,-1 0 1 0 0,0 0-1 0 0,0 0 1 0 0,0 0-1 0 0,0 0 1 0 0,-1 1-1 0 0,1-1 1 0 0,0 1-1 0 0,0 0 1 0 0,-1-1-1 0 0,4 4 1 0 0,4 5 69 0 0,0 0 1 0 0,-1 1-1 0 0,0 0 0 0 0,0 0 1 0 0,-1 1-1 0 0,-1 0 1 0 0,0 0-1 0 0,-1 1 1 0 0,0 0-1 0 0,0 0 0 0 0,4 22 1 0 0,2 10 308 0 0,-3 2 0 0 0,4 51 0 0 0,9 217 810 0 0,-19-252-1085 0 0,4 13 430 0 0,-7-74-630 0 0,10-19-5760 0 0,-5-22-3727 0 0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4:51.7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 32 936 0 0,'-3'0'2674'0'0,"-21"-1"4204"0"0,14 0-5054 0 0,-2-1 478 0 0,18-2-310 0 0,19-4-1087 0 0,31 1-988 0 0,95-2 1 0 0,-82 10-2922 0 0,0 3-3449 0 0,-45-3 968 0 0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4:52.0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4 1644 0 0,'-6'-3'25907'0'0,"6"10"-25824"0"0,-1-1 0 0 0,1 1 0 0 0,1 0 0 0 0,-1 0 0 0 0,1 0 0 0 0,0 0 0 0 0,4 13 0 0 0,3 18 48 0 0,-6-12-176 0 0,14 228-1479 0 0,-12-211-693 0 0,-2-21-1507 0 0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4:52.4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77 1748 0 0,'3'-25'7896'0'0,"7"4"-3563"0"0,-8 18-4160 0 0,0 1 0 0 0,0 0-1 0 0,0-1 1 0 0,1 1-1 0 0,-1 0 1 0 0,1 0-1 0 0,0 0 1 0 0,-1 0-1 0 0,1 1 1 0 0,0-1 0 0 0,0 1-1 0 0,0 0 1 0 0,0 0-1 0 0,0 0 1 0 0,1 0-1 0 0,-1 0 1 0 0,0 1-1 0 0,0-1 1 0 0,1 1 0 0 0,-1 0-1 0 0,4 0 1 0 0,1 0-85 0 0,0 1 0 0 0,0-1 0 0 0,0 1 0 0 0,0 1 0 0 0,0 0 0 0 0,-1 0 0 0 0,1 0 0 0 0,-1 1 0 0 0,1 0 0 0 0,-1 1 0 0 0,0-1 1 0 0,9 8-1 0 0,-12-9-19 0 0,-1 1 0 0 0,0 0 0 0 0,0 0 0 0 0,0 0 0 0 0,0 0 0 0 0,-1 1 0 0 0,1-1 0 0 0,-1 1 0 0 0,0 0 0 0 0,0-1 0 0 0,0 1 0 0 0,0 0 1 0 0,-1 0-1 0 0,0 0 0 0 0,1 0 0 0 0,-1 1 0 0 0,-1-1 0 0 0,1 0 0 0 0,-1 0 0 0 0,0 1 0 0 0,0-1 0 0 0,0 0 0 0 0,0 0 0 0 0,-1 1 0 0 0,-1 6 1 0 0,-3 6 223 0 0,-2 1 0 0 0,0-2 0 0 0,0 1 0 0 0,-2-1 0 0 0,0 0 0 0 0,-13 17 0 0 0,-21 39 560 0 0,38-65-764 0 0,-6 13 130 0 0,11-19-205 0 0,0 0 0 0 0,0-1 1 0 0,-1 1-1 0 0,1 0 0 0 0,0-1 1 0 0,0 1-1 0 0,0-1 0 0 0,1 1 1 0 0,-1 0-1 0 0,0-1 0 0 0,0 1 1 0 0,0-1-1 0 0,0 1 0 0 0,0 0 1 0 0,1-1-1 0 0,-1 1 1 0 0,0-1-1 0 0,1 1 0 0 0,-1-1 1 0 0,0 1-1 0 0,1-1 0 0 0,-1 1 1 0 0,0-1-1 0 0,1 1 0 0 0,-1-1 1 0 0,1 1-1 0 0,-1-1 0 0 0,1 0 1 0 0,-1 1-1 0 0,1-1 0 0 0,-1 0 1 0 0,1 1-1 0 0,0-1 0 0 0,-1 0 1 0 0,2 0-1 0 0,9 4 51 0 0,0-1 1 0 0,0-1-1 0 0,0 0 1 0 0,0 0-1 0 0,1-1 0 0 0,15-1 1 0 0,75-6 42 0 0,-83 4-76 0 0,45-2-6 0 0,-31 2-384 0 0,0-1 0 0 0,39-8 1 0 0,-40-1-3315 0 0,-20 5-914 0 0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6:01.0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 84 1908 0 0,'-18'9'13326'0'0,"18"-8"-13110"0"0,-1-1 0 0 0,1 1 0 0 0,0-1 0 0 0,-1 1 1 0 0,1-1-1 0 0,0 1 0 0 0,0 0 0 0 0,11 3 1620 0 0,30-6-1947 0 0,-35 1 536 0 0,178-24 216 0 0,-79 9-537 0 0,239-29 16 0 0,-243 33-12 0 0,-98 12-235 0 0,1 1-327 0 0,-3-1 383 0 0,-1 0-1 0 0,0 0 1 0 0,1 0 0 0 0,-1 0-1 0 0,0 0 1 0 0,1 0 0 0 0,-1 0-1 0 0,0 0 1 0 0,0 0-1 0 0,1 0 1 0 0,-1 0 0 0 0,0 0-1 0 0,1 0 1 0 0,-1 0 0 0 0,0 0-1 0 0,1 1 1 0 0,-1-1 0 0 0,0 0-1 0 0,0 0 1 0 0,1 0-1 0 0,-1 0 1 0 0,0 1 0 0 0,0-1-1 0 0,1 0 1 0 0,-1 0 0 0 0,0 1-1 0 0,0-1 1 0 0,0 0 0 0 0,0 0-1 0 0,1 1 1 0 0,-2 1-561 0 0,1 0-1 0 0,-1 0 1 0 0,0 0 0 0 0,0 0-1 0 0,0 0 1 0 0,0 0 0 0 0,0 0-1 0 0,-1-1 1 0 0,1 1 0 0 0,0 0-1 0 0,-1-1 1 0 0,1 1 0 0 0,-1-1-1 0 0,-3 3 1 0 0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6:01.4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184 91 2364 0 0,'-32'12'3679'0'0,"-67"26"6900"0"0,47-17-6411 0 0,55-17-3419 0 0,-3-3-731 0 0,0-1 1 0 0,0 0-1 0 0,0 0 1 0 0,0 1-1 0 0,0-1 1 0 0,0 0 0 0 0,0 0-1 0 0,0 1 1 0 0,0-1-1 0 0,0 0 1 0 0,0 0-1 0 0,0 1 1 0 0,1-1-1 0 0,-1 0 1 0 0,0 0-1 0 0,0 0 1 0 0,0 1-1 0 0,0-1 1 0 0,1 0-1 0 0,-1 0 1 0 0,0 0-1 0 0,0 1 1 0 0,0-1-1 0 0,1 0 1 0 0,-1 0-1 0 0,0 0 1 0 0,0 0-1 0 0,1 0 1 0 0,-1 0-1 0 0,0 0 1 0 0,0 0-1 0 0,1 1 1 0 0,-1-1-1 0 0,0 0 1 0 0,0 0-1 0 0,1 0 1 0 0,0 0-1 0 0,37-3 622 0 0,0-1 0 0 0,0-2 0 0 0,44-13 0 0 0,-6 1-381 0 0,375-86 366 0 0,-388 89-3507 0 0,-52 11-472 0 0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4:53.3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98 283 1416 0 0,'13'-64'13553'0'0,"-11"56"-10752"0"0,-3 19-1326 0 0,-2 29-628 0 0,-2 0 0 0 0,-2 0 1 0 0,-12 41-1 0 0,8-35-550 0 0,-38 190 460 0 0,40-210-289 0 0,4-21-121 0 0,1-18-260 0 0,5-20-158 0 0,0 1 0 0 0,2-1 0 0 0,14-62-1 0 0,-7 44-79 0 0,44-176-239 0 0,-42 189 288 0 0,2 1-1 0 0,2 0 1 0 0,36-64 0 0 0,-51 99 88 0 0,1-1-1 0 0,0 0 1 0 0,0 0 0 0 0,0 1 0 0 0,0-1 0 0 0,0 1 0 0 0,1-1 0 0 0,-1 1-1 0 0,1 0 1 0 0,0 0 0 0 0,-1 0 0 0 0,1 1 0 0 0,0-1 0 0 0,0 1-1 0 0,0-1 1 0 0,0 1 0 0 0,5-1 0 0 0,-6 2 6 0 0,1-1 0 0 0,0 1 0 0 0,-1 1 0 0 0,1-1 0 0 0,0 0 1 0 0,0 1-1 0 0,-1-1 0 0 0,1 1 0 0 0,0 0 0 0 0,-1 0 0 0 0,1 0 0 0 0,-1 0 0 0 0,1 1 0 0 0,-1-1 0 0 0,0 1 1 0 0,0-1-1 0 0,1 1 0 0 0,-1 0 0 0 0,0 0 0 0 0,0-1 0 0 0,2 5 0 0 0,7 7 9 0 0,0 1 1 0 0,-1 0-1 0 0,-1 0 1 0 0,0 1-1 0 0,7 19 0 0 0,30 86 281 0 0,-28-69-109 0 0,-2 0-17 0 0,-2 0 0 0 0,7 54 0 0 0,10 43-422 0 0,-28-138 384 0 0,0-3-2971 0 0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4:53.5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71 9 1932 0 0,'-43'-7'8279'0'0,"40"7"-7300"0"0,-16-1 1970 0 0,13 3-2225 0 0,7 0-193 0 0,15 0 84 0 0,21-2-264 0 0,127-4-1478 0 0,-56 4-6236 0 0,-71 1 1897 0 0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4:53.8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2228 0 0,'0'0'20083'0'0,"5"10"-17593"0"0,7 97 3019 0 0,-4 55-4334 0 0,-6-97-729 0 0,1 7-888 0 0,-3-27-3427 0 0,4-34 1544 0 0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4:54.3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1 114 852 0 0,'0'-16'6741'0'0,"0"7"-4346"0"0,2-25 3855 0 0,-2 32-6086 0 0,1 0 1 0 0,-1 0-1 0 0,1 0 0 0 0,0 0 0 0 0,0 0 0 0 0,-1 0 0 0 0,2 1 0 0 0,-1-1 0 0 0,0 0 0 0 0,0 1 0 0 0,0-1 0 0 0,1 1 0 0 0,-1-1 0 0 0,1 1 0 0 0,-1 0 0 0 0,3-2 0 0 0,4-1-115 0 0,0 0 1 0 0,0 1-1 0 0,1 0 0 0 0,-1 0 1 0 0,1 1-1 0 0,-1 0 0 0 0,1 0 1 0 0,0 1-1 0 0,-1 1 0 0 0,1-1 1 0 0,0 1-1 0 0,0 1 0 0 0,0 0 1 0 0,-1 0-1 0 0,1 0 0 0 0,0 1 1 0 0,-1 1-1 0 0,1-1 0 0 0,-1 1 1 0 0,0 1-1 0 0,9 4 1 0 0,-15-6-41 0 0,0-1 1 0 0,0 0 0 0 0,0 1 0 0 0,0-1 0 0 0,-1 1 0 0 0,1-1 0 0 0,0 1-1 0 0,-1 0 1 0 0,0-1 0 0 0,1 1 0 0 0,-1 0 0 0 0,0 0 0 0 0,0 0 0 0 0,0 0 0 0 0,0 1-1 0 0,0-1 1 0 0,0 0 0 0 0,0 4 0 0 0,-1-2-2 0 0,0-1 0 0 0,0 1 0 0 0,0-1 0 0 0,-1 1 0 0 0,1-1 1 0 0,-1 0-1 0 0,0 1 0 0 0,0-1 0 0 0,0 0 0 0 0,0 1 0 0 0,-3 3 0 0 0,-4 7 8 0 0,-1-1-1 0 0,0 0 0 0 0,-1 0 1 0 0,-15 14-1 0 0,17-19-2 0 0,-59 61 2609 0 0,66-68-2305 0 0,14-2-187 0 0,29 2-129 0 0,-32 1 16 0 0,1 1-1 0 0,0-1 0 0 0,-1 2 0 0 0,0-1 0 0 0,0 1 1 0 0,0 1-1 0 0,0 0 0 0 0,-1 0 0 0 0,0 1 0 0 0,0 0 1 0 0,0 1-1 0 0,-1 0 0 0 0,0 0 0 0 0,0 1 0 0 0,-1 0 1 0 0,0 0-1 0 0,0 1 0 0 0,-1 0 0 0 0,0 0 0 0 0,8 17 1 0 0,-12-22 117 0 0,0 0 1 0 0,-1 0-1 0 0,1 0 1 0 0,-1 0 0 0 0,0 1-1 0 0,0-1 1 0 0,0 1-1 0 0,-1-1 1 0 0,0 0 0 0 0,0 1-1 0 0,0-1 1 0 0,0 1 0 0 0,0-1-1 0 0,-1 1 1 0 0,0-1-1 0 0,0 1 1 0 0,0-1 0 0 0,-1 0-1 0 0,0 0 1 0 0,1 0-1 0 0,-1 0 1 0 0,0 0 0 0 0,-1 0-1 0 0,1 0 1 0 0,-1-1 0 0 0,0 1-1 0 0,-6 5 1 0 0,3-4-24 0 0,0 0-1 0 0,0 0 1 0 0,0-1 0 0 0,-1 0 0 0 0,0 0 0 0 0,0-1 0 0 0,0 0-1 0 0,0 0 1 0 0,0 0 0 0 0,-1-1 0 0 0,1 0 0 0 0,-1-1-1 0 0,1 0 1 0 0,-1 0 0 0 0,0 0 0 0 0,-11-1 0 0 0,3-2-832 0 0,-1-1 0 0 0,1 0 0 0 0,0-1 0 0 0,-22-8 1 0 0,2-2-4635 0 0,1 0-4119 0 0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6:02.1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111 144 476 0 0,'-67'7'9722'0'0,"64"-7"-8910"0"0,-15 2 1449 0 0,-5 3 4982 0 0,70-20-7008 0 0,0 2 0 0 0,90-12 0 0 0,-59 12-187 0 0,404-58 67 0 0,-415 62-84 0 0,30-3-199 0 0,-95 12-76 0 0,-11 14-2325 0 0,-1-8 636 0 0,1-1 0 0 0,-1 0 0 0 0,-11 4 0 0 0,15-7 215 0 0,-14 6-4860 0 0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6:02.4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2 652 0 0,'15'-2'2936'0'0,"-20"11"-3524"0"0,-8-8-1000 0 0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6:21.5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50 353 996 0 0,'0'-3'2139'0'0,"7"-19"2350"0"0,1-2 1637 0 0,-9 54-4737 0 0,-20 197 187 0 0,-8 70-941 0 0,21-229 1991 0 0,2-98-2228 0 0,12-56-323 0 0,4 0 1 0 0,4 1-1 0 0,45-154 0 0 0,-38 174-104 0 0,4 1-1 0 0,2 1 1 0 0,45-75-1 0 0,-63 122 20 0 0,-7 11-2 0 0,0 1-1 0 0,0 1 1 0 0,0-1 0 0 0,0 0 0 0 0,1 0-1 0 0,-1 1 1 0 0,1-1 0 0 0,0 1 0 0 0,0 0-1 0 0,1 0 1 0 0,-1 0 0 0 0,1 1 0 0 0,-1-1-1 0 0,6-2 1 0 0,-8 5 12 0 0,0 0 0 0 0,1 0-1 0 0,-1-1 1 0 0,0 1 0 0 0,0 1-1 0 0,1-1 1 0 0,-1 0 0 0 0,0 0-1 0 0,0 0 1 0 0,0 1 0 0 0,1-1-1 0 0,-1 1 1 0 0,0-1 0 0 0,0 1-1 0 0,0-1 1 0 0,0 1 0 0 0,0 0-1 0 0,0-1 1 0 0,0 1 0 0 0,0 0 0 0 0,0 0-1 0 0,0 0 1 0 0,0 0 0 0 0,0 0-1 0 0,0 1 1 0 0,20 28 13 0 0,-20-28-14 0 0,6 11 8 0 0,-1 1 1 0 0,0 0 0 0 0,-1 0 0 0 0,-1 0 0 0 0,0 1 0 0 0,3 21 0 0 0,4 92 80 0 0,-10-115-81 0 0,-5 211 81 0 0,1 18 9 0 0,4-224-127 0 0,-1-11-743 0 0,0 1-1 0 0,1-1 0 0 0,0 0 0 0 0,3 11 1 0 0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6:21.7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68 152 444 0 0,'-18'-7'4632'0'0,"13"6"-3640"0"0,1-1 1 0 0,-1 1-1 0 0,1-1 0 0 0,0 0 0 0 0,0 0 1 0 0,0 0-1 0 0,0-1 0 0 0,0 1 0 0 0,0-1 1 0 0,-3-3-1 0 0,7 5-945 0 0,0 0-1 0 0,0 1 1 0 0,0-1 0 0 0,0 0 0 0 0,0 0 0 0 0,0 1 0 0 0,0-1 0 0 0,0 0-1 0 0,0 0 1 0 0,1 1 0 0 0,-1-1 0 0 0,0 0 0 0 0,1 0 0 0 0,-1 1-1 0 0,0-1 1 0 0,1 1 0 0 0,-1-1 0 0 0,1 0 0 0 0,-1 1 0 0 0,1-1-1 0 0,-1 1 1 0 0,1-1 0 0 0,13-13 215 0 0,4 3-166 0 0,1 1 0 0 0,1 1 0 0 0,0 0 0 0 0,0 1 0 0 0,35-7 0 0 0,25 0-2626 0 0,3 5-5515 0 0,-65 9 3118 0 0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6:22.0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2888 0 0,'5'17'25052'0'0,"-7"10"-26567"0"0,1-10 2443 0 0,-1 283-964 0 0,2-264-2478 0 0,0-13-2879 0 0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6:22.3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 31 660 0 0,'-2'-31'19742'0'0,"-4"174"-13259"0"0,-17 71-5576 0 0,13-135-1208 0 0,9-71-721 0 0,-2 23-1367 0 0,2-20-2151 0 0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6:22.7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86 27 776 0 0,'-48'-20'10408'0'0,"47"20"-9702"0"0,-7-3 712 0 0,-21 0 7477 0 0,52 6-8940 0 0,-1-1 0 0 0,1-1-1 0 0,36-3 1 0 0,14 1-3089 0 0,-30 3-825 0 0,-16 0-2699 0 0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6:22.8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85 0 2308 0 0,'-18'14'2787'0'0,"2"-3"1214"0"0,1 1 0 0 0,-18 19 0 0 0,33-31-3951 0 0,-1 0 1 0 0,1 1 0 0 0,0-1-1 0 0,0 0 1 0 0,-1 1 0 0 0,1-1 0 0 0,0 1-1 0 0,0-1 1 0 0,0 0 0 0 0,0 1-1 0 0,-1-1 1 0 0,1 0 0 0 0,0 1-1 0 0,0-1 1 0 0,0 1 0 0 0,0-1 0 0 0,0 0-1 0 0,0 1 1 0 0,0-1 0 0 0,0 1-1 0 0,0-1 1 0 0,0 0 0 0 0,0 1 0 0 0,0-1-1 0 0,1 1 1 0 0,-1 0 0 0 0,0-1-34 0 0,1 0 1 0 0,-1 1 0 0 0,1-1-1 0 0,-1 1 1 0 0,1-1 0 0 0,-1 0 0 0 0,1 0-1 0 0,-1 1 1 0 0,1-1 0 0 0,-1 0-1 0 0,1 0 1 0 0,-1 1 0 0 0,1-1-1 0 0,-1 0 1 0 0,1 0 0 0 0,0 0 0 0 0,-1 0-1 0 0,1 0 1 0 0,-1 0 0 0 0,1 0-1 0 0,-1 0 1 0 0,1 0 0 0 0,0 0-1 0 0,0 0 1 0 0,115-20-2697 0 0,-35 0-4219 0 0,-30 6-30 0 0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6:38.382"/>
    </inkml:context>
    <inkml:brush xml:id="br0">
      <inkml:brushProperty name="width" value="0.35" units="cm"/>
      <inkml:brushProperty name="height" value="2.1" units="cm"/>
      <inkml:brushProperty name="color" value="#F6AFFB"/>
      <inkml:brushProperty name="inkEffects" value="pencil"/>
    </inkml:brush>
  </inkml:definitions>
  <inkml:trace contextRef="#ctx0" brushRef="#br0">1 321 1012 237436 66019,'0'0'1660'957'-572,"0"0"-504"-2337"241,0 0-8 1380 331,0 0-279 0 0,0 0-1 0 0,0 0-164 0 0,0 0 16 0 0,0 0-160 0 0,0 0 0 0 0,0 0-100 0 0,0 0-8 0 0,0 0-28 0 0,0 0-4 0 0,0 0-64 0 0,0 0-8 0 0,0 0-24 0 0,0 0-12 0 0,0 0-32 0 0,0 0 20-1346-344,0 0 0 1346 344,0 0 0 0 0,0 0-36 0 0,0 0-24 0 0,0 1 4 0 0,1 1-4 0 0,0 0 28 0 0,-1 0-24 0 0,4-1-8 0 0,0-1-36 0 0,0 1-8 0 0,2-2-52 0 0,0 1 0 957-555,2 0-36-957 555,0-1 4 0 0,2 0-40 0 0,-1 0 8 0 0,2 1-36 0 0,2-1 21-1296-344,2 1-29 1296 344,1-1 8 0 0,0 1-8 0 0,2 0 4 0 0,1 0-20 0 0,1 0 8 0 0,2-1-16 0 0,1 1 24 0 0,1 0-28 0 0,1-1 20 0 0,2 1-20 0 0,0-1 24 0 0,0 0-28 0 0,2 0 16 0 0,1 0-32 0 0,0 0 44 0 0,2-1-32 0 0,0 1 24 0 0,1-1-36 1296 344,1 0 44-1296-344,1 1-32 0 0,0-1 28 0 0,1 0-28 1327 332,2-1 20-1327-332,1 1-24 0 0,2-1 16 0 0,1 0-20 0 0,3 0 32 0 0,1 0-36 1358 320,0 0 28-1358-320,2 0-16 0 0,0-1 16 0 0,0 1-36 0 0,1 0 40 0 0,-1-1 0 878-583,2 1-56-878 583,-1-1 64 0 0,1 1-8 0 0,-1 0 0 0 0,1 0 0 0 0,0 0-16 1364 296,0 0-12-1364-296,1 0 28 0 0,0 0-28 0 0,3 0 24 0 0,1 0-16 0 0,3 0-8 2182-327,1-1 8-2182 327,1 1 20 0 0,1-1-32 0 0,0 1 28 0 0,1-1-24 0 0,0 1 28 0 0,-1-1-32 0 0,0 1 32 0 0,0 1-28 755-614,-1-1 40 606 863,-2 0-28-1361-249,0 0 24 0 0,0 1-36 0 0,1-1 32 0 0,2 0-4 0 0,0 0 8 1384 237,0 1-24-1384-237,1 0 36 0 0,1-1-24 0 0,0 1 0 0 0,0-1 4 0 0,0 1 20 0 0,0 0-52 0 0,1 0 60 0 0,-1 0-32 0 0,0 0 20 0 0,0 0-28 1406 223,0 0 32-1406-223,0 1-20 630-645,1-1 20-630 645,0 0-36 0 0,1 0 40 0 0,1 0-32 0 0,2 0 24 0 0,0 0-4 0 0,2-1 24 0 0,0 0-16 0 0,2 0 24 0 0,-1-1-32 0 0,1 1 28 0 0,0-1-28 0 0,-1 0 20 0 0,0-1-16 0 0,-2 1 20 0 0,0-1-40 0 0,-2 0 36 0 0,0 1-36 0 0,-2-1 20 0 0,0 0-20 0 0,-3 0-12 0 0,0 1 8 0 0,-2 0 0 602-648,-4-1-8-602 648,-1 1 12 0 0,-3 0 0 0 0,-1 0 4 0 0,-2 0-16 0 0,-1 0 28 0 0,0 1-12 0 0,0-1 0 0 0,-1-1 20 0 0,0 2 8 0 0,0-1 0 0 0,0 0 24 0 0,-1 1 100 0 0,1 0-28 0 0,-1 0 8 1358 193,1 1-52-815-851,1-1 20-543 658,0 1-36 0 0,0 0-24 0 0,0 0 0 0 0,0 1 4 0 0,0 0-20 0 0,-1 0 0 0 0,-2 1-8 0 0,-1-1 8 0 0,-2 2-32 0 0,-1-1 16 0 0,-2 0 0 0 0,-1 1-12 0 0,-2 0 4 0 0,-2-1-12 0 0,-3 1 4 0 0,-3-1-12 0 0,-2 0 16 0 0,-3 1-4 0 0,-3-1 0 0 0,-1 0 0 0 0,-1 1 0 0 0,-5-1 4 0 0,1 1-12 0 0,-3-1 12 0 0,1 0 0 0 0,-2 0 0 0 0,1 0 4 0 0,-1 0 4 0 0,0 0 20 0 0,-1 0-24 0 0,1 0 16 0 0,-1 0-12 0 0,2 1 0 0 0,-1-1 12 0 0,3 0-28 0 0,1 1 4 0 0,2 0 4 0 0,1-1 8 0 0,0 1 20 0 0,1 0-32 0 0,-1 0 12 0 0,0 0-20 0 0,0-1 28 0 0,-1 1-16 0 0,-3 0 12 0 0,1 0-16 0 0,-3 0 24 0 0,1 0-28 0 0,-1-1 36 0 0,-1 0-28 0 0,-2 1 104 0 0,-2-1 44 0 0,2 1 40 0 0,-1-1-28 0 0,-2 0 16 0 0,1 0-60 0 0,0 0-8 0 0,-1 0-8 520-660,-1 0-16-520 660,0 0-16 0 0,1 1 8 0 0,-1-1-32 0 0,-1 0-4 0 0,-1 0-4 0 0,2 1 4 0 0,0-1-8 0 0,-1 0 4 0 0,0 0-20 0 0,-2 0 40 0 0,0 0-8 0 0,0 0 40 0 0,-1 0 28 0 0,2-1 24 0 0,1 1-16 0 0,0 0-8 0 0,-1-1 4 0 0,-1 1-44 0 0,0 0 56 0 0,0 0-88 0 0,-1 0 44 0 0,0 0-76 0 0,0 0 52 1306 166,0 0-56-1306-166,0 0 56 0 0,0 0-48 0 0,0 0 52-486 667,0 0-80 486-667,0 0-112 0 0,-1 0-232 0 0,1 0-280 0 0,0 0-360 0 0,1 0-348 0 0,-4-1-340 0 0,1 0-741-1340-173,-4-1-2551 1340 173,-3 0-3401 0 0,-1 1 5961 0 0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6:39.921"/>
    </inkml:context>
    <inkml:brush xml:id="br0">
      <inkml:brushProperty name="width" value="0.35" units="cm"/>
      <inkml:brushProperty name="height" value="2.1" units="cm"/>
      <inkml:brushProperty name="color" value="#F6AFFB"/>
      <inkml:brushProperty name="inkEffects" value="pencil"/>
    </inkml:brush>
  </inkml:definitions>
  <inkml:trace contextRef="#ctx0" brushRef="#br0">1 15 1740 235328 63873,'0'-2'1640'0'0,"1"1"-228"0"0,0-1-287-1265-356,0 1-101 1265 356,-1 0-136 0 0,0 1-88 0 0,0 0-132 953-538,0 0-128-953 538,0 0-88 0 0,1-2-92 0 0,0 1-44 0 0,0 0-48 0 0,0-1-52 0 0,0 2-56 0 0,-1-1-12 0 0,1 1-52 0 0,-1 0-24 0 0,0 0 8 0 0,0 0-40 0 0,0 0 12 0 0,0 2 4 0 0,0 0 16 0 0,1 2 48 0 0,-1 0 36 0 0,2 2-4 0 0,-1-1 16 0 0,0 3-12 0 0,1 2 100 0 0,0 1-20 1250 344,-1 1-16-1250-344,1 1-48 0 0,0 1-20 0 0,0 2-28-938 550,0 1-12-327-906,-1 1-24 1265 356,0 1-4 0 0,0 2-28 0 0,0 2 20 0 0,0 0-16 0 0,0 2 0 0 0,-1 1-16 0 0,1 2 0 0 0,-1 0-12 0 0,0 1 0 0 0,1 3 4 0 0,0 0 4 0 0,0 3 0 0 0,0 0-4 0 0,1 2 8 0 0,-1 1 8-1235-368,1 1 16 1235 368,0 2 104 0 0,0 2 140-1001 519,1 2-44 1001-519,1 0-4 0 0,-1 1-27 0 0,1 0-37 0 0,0 1-8 0 0,1-1-28 0 0,-1 1-32-1038 512,0 1 28 1038-512,0-1-24 0 0,0 2-4 0 0,0 0-20-1075 503,1 0 16 1075-503,-1 0-52 0 0,0 1 56 0 0,1 0-24 0 0,-1-1 28-1231-415,0 1-52 110 898,0-1 48 1121-483,0 0-20 0 0,0 0 36 0 0,-1-1 52 0 0,1 0-32 0 0,0 0 56-1161 473,-1-1-12 1161-473,0-1-24 0 0,0 1 28 0 0,-1 0-12-1201 463,1-1 16 1201-463,-1 1-36 0 0,-1 0-8 0 0,1 0-8-1244 454,-1 1-24 1244-454,1-1-16 0 0,-1 1 8 0 0,-1 1 24 0 0,1 0-100-1288 443,-1 1 104 1288-443,1 0-8 0 0,-1 1-24 0 0,1 0 4 0 0,-1 1 4 0 0,0-1 104-1333 431,0 0-132 1333-431,1 0 108 0 0,-1-1-124 0 0,0-1 124-1380 420,0-1-140 1380-420,0-2 136-1428 408,-1-2-120 1428-408,1-2 112 0 0,0-1-144-275 929,0-1 52 275-929,0-2-16 0 0,0 0 104 0 0,1-1-120-1547 394,0-1 100 1547-394,0-1-132 0 0,0-2 116 0 0,1 0-84 0 0,-1-3 100-1601 380,1 0-80 1601-380,0-1 100 0 0,-1-1-108 0 0,1 0 96 0 0,0-1-60 0 0,0 0 88 0 0,0 0-76 0 0,0 0 64 0 0,0 0-84 0 0,0-1 60 0 0,0 0-60 0 0,0 0 52 0 0,-1-1-72-1159-562,1-1 80 1159 562,-1-1-76-1629 351,0-1 49 1629-351,1-2-57 0 0,-1 0 24 0 0,0-2-68 0 0,0 0 24 0 0,1-1-44 0 0,-1-1 52 0 0,0 0-72 0 0,1-1 52 0 0,-1-1-48 0 0,0 0 68 0 0,1 0-64 0 0,0-1 56 0 0,-1-1-60 0 0,1 0 60 0 0,-1-1-80 0 0,1 0 96 0 0,-1-1-68 0 0,0 0 116 0 0,1 0-36 0 0,-1-2 96 0 0,0 1-60 0 0,0 1 40 0 0,0-3-52 0 0,0 2 8 0 0,0-2-32 0 0,0 1 52 0 0,0-1-84 0 0,-1 0 60 0 0,1 0-28 0 0,0 0-44 0 0,0-1 44 0 0,0 0 0 0 0,0 0 0 0 0,0 0-24 0 0,0-1-12 0 0,1 0-12-1681 335,-2 0-4 1681-335,1-1 4 0 0,0 0 8 0 0,0 0-12 0 0,0 1 4 0 0,0 0-12 0 0,0-2 12 0 0,0 1-8 0 0,0 0 16 0 0,-1-1-8 0 0,1 1-4 0 0,0 0-8 0 0,0-1-40 0 0,0 0 40 0 0,-1 1 0 0 0,1-2 4 0 0,-1 0-12 0 0,1 1-4 0 0,0 0-24 0 0,0 0 24 0 0,-1-1 4 0 0,1 0 12 0 0,-1-2 60 0 0,0 2 52 0 0,1 1 32 0 0,-1-1 16 0 0,0 0 40 0 0,1-1-124 0 0,-1-1-128 1098 588,0 1 0-1098-588,0-1 0 0 0,0 0 0 0 0,0 0 0 0 0,0 0 0-1771 332,0-1 0 1771-332,0 1 0 0 0,0 1 0 0 0,1 1 0 0 0,0-1 0 1125 595,-1 1 0-1125-595,1-2 0 0 0,-1 1 0 0 0,0-1 0 0 0,0 0 0 0 0,0 0 0 0 0,0 0 0 0 0,0 0 0 0 0,0 0 0 0 0,0 0 0 0 0,0 0 0 0 0,0-2 0 0 0,-1 0 0 0 0,0-2 0 0 0,0-1-1020 0 0,1-3-872 0 0,-1-1-532 0 0,1-3-669 0 0,-1-2-1339 0 0,1-1-1873 0 0,0-3-4892 1195 587,-1 1 8793-1195-587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6:48.1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10 940 0 0,'17'-10'11570'0'0,"-15"14"-11463"0"0,0-1-1 0 0,0 1 1 0 0,0-1 0 0 0,0 1-1 0 0,-1 0 1 0 0,1 0 0 0 0,-1 0 0 0 0,0 0-1 0 0,0 0 1 0 0,0 7 0 0 0,3 5-49 0 0,17 75 881 0 0,-4 1-1 0 0,5 97 1 0 0,-15-118-625 0 0,83 687 3585 0 0,-89-750-3849 0 0,37 403 1033 0 0,-29-304-812 0 0,41 630 2450 0 0,-36-510-1783 0 0,22 142 1024 0 0,-3-50 141 0 0,-11-123-1392 0 0,-8-79-522 0 0,2-14-15 0 0,-8-59-80 0 0,3 82 1 0 0,1-24 7 0 0,-7-32 168 0 0,-5-68-221 0 0,0 3 43 0 0,-1 10-2455 0 0,-18-27-3686 0 0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7:01.1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 65 1232 0 0,'-8'6'10164'0'0,"-9"6"-4093"0"0,16-6-5237 0 0,13-5-757 0 0,22-6-7 0 0,-1-2 1 0 0,60-20 0 0 0,5-2-1527 0 0,-20 13-1640 0 0,-26 11-3163 0 0,-32 4 884 0 0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7:01.4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100 65 1244 0 0,'-100'84'17165'0'0,"101"-83"-17098"0"0,0-1 0 0 0,0 1 0 0 0,0-1 0 0 0,0 0 0 0 0,0 0 0 0 0,0 0 0 0 0,1 0 0 0 0,-1 0 0 0 0,0 0-1 0 0,0 0 1 0 0,0 0 0 0 0,0 0 0 0 0,0 0 0 0 0,0 0 0 0 0,0 0 0 0 0,2-2 0 0 0,169-54 347 0 0,-70 21-3193 0 0,22-6-5720 0 0,-79 24 2220 0 0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7:02.3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56 64 416 0 0,'-14'-4'7616'0'0,"7"2"-6613"0"0,-19-2 6857 0 0,17 4-6756 0 0,13 1-1073 0 0,-1-1-1 0 0,1 1 1 0 0,-1 0 0 0 0,1-1-1 0 0,-1 0 1 0 0,1 0 0 0 0,4 0-1 0 0,40-1 7 0 0,77-12-1 0 0,-14-10-4708 0 0,-74 10-1180 0 0,-24 7 463 0 0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7:02.6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48 1100 0 0,'8'-47'22834'0'0,"-8"50"-22361"0"0,-11 264 5558 0 0,8-154-5349 0 0,0 98-634 0 0,3-166-3947 0 0,0-2-3830 0 0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7:02.8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310 111 1212 0 0,'-3'-110'17494'0'0,"21"109"-16220"0"0,-12 3-1088 0 0,-1 0 1 0 0,1 1-1 0 0,-1-1 1 0 0,1 1-1 0 0,-1 0 1 0 0,0 1-1 0 0,0-1 1 0 0,-1 1-1 0 0,1 0 1 0 0,7 7-1 0 0,3 3 178 0 0,9 8-12 0 0,-1 0-1 0 0,0 2 0 0 0,-2 0 0 0 0,-1 2 0 0 0,-1 0 0 0 0,-1 1 0 0 0,-1 1 0 0 0,-2 1 0 0 0,21 52 1 0 0,-26-54-258 0 0,-2 1 0 0 0,-1 0 0 0 0,-1 0 0 0 0,-1 0 0 0 0,-1 1 0 0 0,-2-1 0 0 0,-1 1 0 0 0,-1 0 0 0 0,-2 0 0 0 0,0-1 0 0 0,-9 35 0 0 0,0-20-88 0 0,-2-1 0 0 0,-1-1 0 0 0,-3 0 0 0 0,-1-1 0 0 0,-2-1-1 0 0,-2 0 1 0 0,-30 40 0 0 0,31-51-686 0 0,-1-1 0 0 0,-1 0 1 0 0,-1-2-1 0 0,-1-1 0 0 0,-2-1 0 0 0,0-1 0 0 0,-1-2 0 0 0,-1 0 0 0 0,-49 23 0 0 0,53-32-2264 0 0,0-2 0 0 0,-41 11-1 0 0,5-7-6101 0 0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7:03.1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127 107 1704 0 0,'-6'-20'2338'0'0,"2"5"18"0"0,-1 0 0 0 0,0 1 0 0 0,-12-22 0 0 0,17 35-2316 0 0,0 1 0 0 0,0 0 0 0 0,-1-1 0 0 0,1 1 0 0 0,0 0 0 0 0,0-1 0 0 0,-1 1 0 0 0,1 0 0 0 0,0-1 0 0 0,0 1 0 0 0,-1 0 0 0 0,1 0 0 0 0,0-1 0 0 0,-1 1 0 0 0,1 0 1 0 0,0 0-1 0 0,-1 0 0 0 0,1 0 0 0 0,0-1 0 0 0,-1 1 0 0 0,1 0 0 0 0,-1 0 0 0 0,1 0 0 0 0,0 0 0 0 0,-1 0 0 0 0,1 0 0 0 0,-1 0 0 0 0,1 0 0 0 0,0 0 0 0 0,-1 0 0 0 0,1 0 0 0 0,0 0 0 0 0,-1 0 0 0 0,1 0 0 0 0,-1 1 0 0 0,1-1 0 0 0,0 0 0 0 0,-1 0 0 0 0,1 0 0 0 0,0 0 0 0 0,-1 1 0 0 0,1-1 1 0 0,0 0-1 0 0,-1 0 0 0 0,1 1 0 0 0,0-1 0 0 0,0 0 0 0 0,-1 1 0 0 0,1-1 0 0 0,0 0 0 0 0,0 1 0 0 0,0-1 0 0 0,-1 0 0 0 0,1 1 0 0 0,-13 22 323 0 0,13-22-285 0 0,-9 23 316 0 0,1 0 0 0 0,0 1 0 0 0,2 0 0 0 0,-3 28-1 0 0,-5 105 449 0 0,13-145-767 0 0,-2 35 108 0 0,2 0 0 0 0,2 0-1 0 0,2 0 1 0 0,3-1 0 0 0,1 1 0 0 0,18 59 0 0 0,-18-84-304 0 0,1 0 1 0 0,1-1 0 0 0,1 1 0 0 0,1-2 0 0 0,1 0 0 0 0,0 0 0 0 0,2-1-1 0 0,0-1 1 0 0,2 0 0 0 0,0-1 0 0 0,1-1 0 0 0,0 0 0 0 0,2-2 0 0 0,27 20-1 0 0,-23-22-2472 0 0,0 0-1 0 0,33 13 1 0 0,-1-6-5695 0 0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7:03.6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10 1444 0 0,'-1'-10'9927'0'0,"2"79"-3125"0"0,1 10-4121 0 0,15 173-3681 0 0,-4-194-2259 0 0,0-21-4545 0 0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7:03.8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9 109 1144 0 0,'-6'-24'13763'0'0,"3"5"-9049"0"0,3 18-4251 0 0,11-5 623 0 0,131-19 1057 0 0,-50 2-6630 0 0,-73 13-195 0 0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7:04.1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67 22 68 0 0,'-2'-1'3188'0'0,"-43"-20"11294"0"0,44 22-14386 0 0,0-1-1 0 0,0 0 0 0 0,0 0 1 0 0,0 1-1 0 0,1-1 1 0 0,-1 0-1 0 0,0 1 0 0 0,0-1 1 0 0,0 1-1 0 0,1-1 1 0 0,-1 1-1 0 0,0 0 0 0 0,1-1 1 0 0,-2 2-1 0 0,-1 19 594 0 0,1 1-1 0 0,0 0 1 0 0,4 40-1 0 0,-1-15-418 0 0,3 81-126 0 0,4-43-5072 0 0,-4-60-2687 0 0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7:04.3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78 980 0 0,'8'-78'17649'0'0,"7"101"-16213"0"0,-3 21-741 0 0,-2 0 1 0 0,7 66 0 0 0,9 46-879 0 0,-21-134-646 0 0,9 30-1697 0 0,1-19-6256 0 0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6:58.7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72 36 2300 0 0,'-2'-1'4794'0'0,"-22"-12"5361"0"0,21 9-9392 0 0,4 2-674 0 0,1 0 1 0 0,0 1-1 0 0,0-1 1 0 0,0 1-1 0 0,1-1 1 0 0,-1 1-1 0 0,0 0 1 0 0,0 0-1 0 0,1 0 1 0 0,-1 0-1 0 0,1 0 1 0 0,-1 1-1 0 0,0-1 1 0 0,1 1-1 0 0,-1 0 1 0 0,1-1-1 0 0,0 1 1 0 0,-1 0-1 0 0,1 0 1 0 0,-1 1-1 0 0,5 0 1 0 0,0 0-56 0 0,0 0-1 0 0,0 0 1 0 0,-1 1 0 0 0,1 0 0 0 0,0 0 0 0 0,-1 0-1 0 0,11 6 1 0 0,-14-6-18 0 0,-1-1-1 0 0,1 1 0 0 0,0 0 0 0 0,-1 0 1 0 0,1 0-1 0 0,-1 1 0 0 0,0-1 1 0 0,0 1-1 0 0,0-1 0 0 0,0 1 1 0 0,0 0-1 0 0,-1-1 0 0 0,1 1 1 0 0,-1 0-1 0 0,1 0 0 0 0,-1 0 1 0 0,0 0-1 0 0,0 0 0 0 0,-1 1 0 0 0,1-1 1 0 0,-1 0-1 0 0,1 0 0 0 0,-1 1 1 0 0,0 3-1 0 0,-1-1 16 0 0,0 0-1 0 0,-1 0 1 0 0,0-1-1 0 0,1 1 1 0 0,-2 0-1 0 0,1-1 1 0 0,-1 1-1 0 0,0-1 1 0 0,0 0 0 0 0,0 0-1 0 0,-1 0 1 0 0,-5 6-1 0 0,-12 11 446 0 0,-1-1 0 0 0,-1-1 0 0 0,-1-1-1 0 0,-48 30 1 0 0,71-49-116 0 0,6 3-305 0 0,-5-2-53 0 0,0-1 0 0 0,0 0-1 0 0,0 0 1 0 0,0 1 0 0 0,1-1-1 0 0,-1 0 1 0 0,0 0 0 0 0,0 1-1 0 0,0-1 1 0 0,1 0 0 0 0,-1 0-1 0 0,0 0 1 0 0,1 1 0 0 0,-1-1-1 0 0,0 0 1 0 0,0 0 0 0 0,1 0-1 0 0,-1 0 1 0 0,0 0 0 0 0,1 0-1 0 0,-1 0 1 0 0,0 0 0 0 0,1 0 0 0 0,-1 0-1 0 0,0 0 1 0 0,1 0 0 0 0,-1 0-1 0 0,0 0 1 0 0,1 0 0 0 0,16 1 43 0 0,-1 0 1 0 0,1 1-1 0 0,0 0 1 0 0,-1 2-1 0 0,0 0 1 0 0,0 1-1 0 0,0 0 1 0 0,0 1-1 0 0,-1 1 1 0 0,0 1-1 0 0,0 0 1 0 0,-1 0-1 0 0,0 2 1 0 0,-1 0 0 0 0,0 0-1 0 0,23 25 1 0 0,-34-33 117 0 0,1 1 0 0 0,-1 0 0 0 0,0-1 0 0 0,0 1 0 0 0,-1 0 0 0 0,1 0 0 0 0,-1 1 0 0 0,1-1 0 0 0,-1 0 0 0 0,0 0 0 0 0,0 1 0 0 0,0-1 0 0 0,-1 0 0 0 0,1 1 1 0 0,-1-1-1 0 0,0 1 0 0 0,0-1 0 0 0,0 5 0 0 0,-1-6-84 0 0,0 1 0 0 0,0-1 1 0 0,0 0-1 0 0,0 0 1 0 0,0 0-1 0 0,0 0 0 0 0,-1 0 1 0 0,1 0-1 0 0,-1 0 0 0 0,1 0 1 0 0,-1 0-1 0 0,0-1 1 0 0,0 1-1 0 0,0 0 0 0 0,0-1 1 0 0,0 0-1 0 0,0 1 0 0 0,0-1 1 0 0,0 0-1 0 0,0 0 1 0 0,-1 0-1 0 0,1-1 0 0 0,0 1 1 0 0,-1-1-1 0 0,1 1 0 0 0,-4 0 1 0 0,-18 1-18 0 0,-1-1 0 0 0,1 0 0 0 0,-1-2 1 0 0,1-1-1 0 0,-28-5 0 0 0,22 3-114 0 0,3-4-1054 0 0,26 8 802 0 0,0-1 0 0 0,0 1 1 0 0,0-1-1 0 0,1 1 0 0 0,-1-1 1 0 0,0 0-1 0 0,0 0 0 0 0,0 0 0 0 0,1 1 1 0 0,-1-1-1 0 0,0 0 0 0 0,1 0 1 0 0,-1 0-1 0 0,0-1 0 0 0,1 1-172 0 0,-1-1 0 0 0,1 1 0 0 0,0 0 0 0 0,0 0 0 0 0,0 0 0 0 0,1-1 0 0 0,-1 1 0 0 0,0 0 0 0 0,0 0 0 0 0,1 0 0 0 0,-1-1 0 0 0,0 1 0 0 0,1 0 0 0 0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6:59.3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85 133 52 0 0,'-5'-7'2205'0'0,"0"0"0"0"0,0 0 1 0 0,0 0-1 0 0,-6-14 0 0 0,10 18-1701 0 0,-1-1-1 0 0,1 0 1 0 0,0 0-1 0 0,0 0 1 0 0,0 0-1 0 0,0 0 1 0 0,1 0-1 0 0,-1 0 1 0 0,1 0-1 0 0,0 0 1 0 0,1-8-1 0 0,-1 11-464 0 0,1-1 0 0 0,-1 1 0 0 0,1-1 1 0 0,-1 1-1 0 0,1 0 0 0 0,0-1 0 0 0,-1 1 0 0 0,1 0 0 0 0,0-1 0 0 0,0 1 0 0 0,0 0 0 0 0,0 0 0 0 0,0 0 0 0 0,0 0 0 0 0,0 0 1 0 0,0 0-1 0 0,0 0 0 0 0,1 0 0 0 0,-1 0 0 0 0,0 1 0 0 0,1-1 0 0 0,-1 0 0 0 0,0 1 0 0 0,1-1 0 0 0,-1 1 0 0 0,1-1 0 0 0,-1 1 0 0 0,1 0 1 0 0,-1 0-1 0 0,1 0 0 0 0,1 0 0 0 0,0 0-25 0 0,1 0 1 0 0,-1 0 0 0 0,0 0 0 0 0,1 1-1 0 0,-1 0 1 0 0,0 0 0 0 0,1 0-1 0 0,-1 0 1 0 0,0 0 0 0 0,0 0-1 0 0,0 1 1 0 0,4 2 0 0 0,-2 0 24 0 0,-1-1-1 0 0,0 1 1 0 0,0 0 0 0 0,0 0 0 0 0,-1 0 0 0 0,1 1 0 0 0,-1-1 0 0 0,0 1 0 0 0,0 0 0 0 0,-1 0-1 0 0,1 0 1 0 0,-1 0 0 0 0,0 0 0 0 0,0 0 0 0 0,-1 1 0 0 0,0-1 0 0 0,0 1 0 0 0,0-1 0 0 0,0 1-1 0 0,-1-1 1 0 0,0 1 0 0 0,0 0 0 0 0,-1-1 0 0 0,0 1 0 0 0,0-1 0 0 0,0 1 0 0 0,0-1-1 0 0,-1 0 1 0 0,0 1 0 0 0,0-1 0 0 0,0 0 0 0 0,-1 0 0 0 0,-4 7 0 0 0,-7 7 656 0 0,0 0 0 0 0,-33 31 0 0 0,46-49-354 0 0,2 2-290 0 0,-1-3-49 0 0,0 1 0 0 0,0-1 0 0 0,0 0 1 0 0,0 0-1 0 0,0 0 0 0 0,0 1 0 0 0,0-1 0 0 0,0 0 0 0 0,1 0 0 0 0,-1 1 0 0 0,0-1 1 0 0,0 0-1 0 0,0 0 0 0 0,0 0 0 0 0,0 1 0 0 0,0-1 0 0 0,0 0 0 0 0,0 0 1 0 0,1 0-1 0 0,-1 1 0 0 0,0-1 0 0 0,0 0 0 0 0,0 0 0 0 0,0 0 0 0 0,1 0 0 0 0,-1 1 1 0 0,0-1-1 0 0,0 0 0 0 0,0 0 0 0 0,1 0 0 0 0,-1 0 0 0 0,0 0 0 0 0,0 0 1 0 0,1 0-1 0 0,-1 0 0 0 0,0 0 0 0 0,1 0 0 0 0,5 2 42 0 0,16 1-61 0 0,0 2 1 0 0,0 0-1 0 0,32 14 1 0 0,-48-17 98 0 0,0 1 0 0 0,0 0 0 0 0,0 1-1 0 0,0-1 1 0 0,-1 1 0 0 0,0 0 0 0 0,0 1 0 0 0,0-1 0 0 0,0 1 0 0 0,-1 0 0 0 0,0 0 0 0 0,0 0 0 0 0,0 1 0 0 0,0-1 0 0 0,-1 1 0 0 0,0 0 0 0 0,3 7 0 0 0,-5-9 57 0 0,0 0 0 0 0,-1 0-1 0 0,1 0 1 0 0,-1 0 0 0 0,0 0 0 0 0,0 0 0 0 0,0 0 0 0 0,0 0 0 0 0,-1 1 0 0 0,1-1 0 0 0,-1 0-1 0 0,0 0 1 0 0,0-1 0 0 0,-1 1 0 0 0,1 0 0 0 0,-1 0 0 0 0,0-1 0 0 0,0 1 0 0 0,0-1-1 0 0,-1 1 1 0 0,1-1 0 0 0,-1 0 0 0 0,0 0 0 0 0,1 0 0 0 0,-6 4 0 0 0,-1 0-32 0 0,0 0 0 0 0,0 0 0 0 0,0-1 0 0 0,0 0 0 0 0,-1 0 0 0 0,0-2 0 0 0,-1 1 0 0 0,-12 3 0 0 0,12-4-229 0 0,-1-1-1 0 0,0-1 1 0 0,0 0-1 0 0,0-1 1 0 0,-20 0-1 0 0,27-1-434 0 0,0 0 0 0 0,0-1 0 0 0,0 0 0 0 0,0 0 0 0 0,1-1 0 0 0,-1 1 0 0 0,-5-4 1 0 0,7 4-406 0 0,0-1 1 0 0,0 0-1 0 0,0 0 1 0 0,0 0-1 0 0,0 0 1 0 0,1-1-1 0 0,-1 1 1 0 0,1-1-1 0 0,-1 0 1 0 0,1 0 0 0 0,-2-3-1 0 0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7:00.1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38 2400 0 0,'25'-37'11765'0'0,"-15"44"-11148"0"0,6 38 728 0 0,-1 1-1 0 0,8 51 1 0 0,-7-28-643 0 0,111 520 4393 0 0,-108-496-4511 0 0,71 588 2116 0 0,-53 7-223 0 0,-15-224-861 0 0,126 1006-839 0 0,-38-860-777 0 0,-105-587 0 0 0,65 283 0 0 0,-67-295 0 0 0,-2-9-359 0 0,-1-5-655 0 0,0-10-2589 0 0,-2-18-7191 0 0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7:08.2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1028 0 0,'0'0'1733'0'0,"11"22"4679"0"0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6:52.2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 0 948 0 0,'0'0'15067'0'0,"33"15"-12641"0"0,-25-10-2316 0 0,-1 0 0 0 0,0 0 0 0 0,1 1-1 0 0,-2 0 1 0 0,1 0 0 0 0,-1 0 0 0 0,6 8 0 0 0,-9-10-69 0 0,-1 0 1 0 0,0 0 0 0 0,0 0-1 0 0,0 0 1 0 0,-1 0-1 0 0,1 0 1 0 0,-1 0 0 0 0,0 0-1 0 0,0 1 1 0 0,0-1-1 0 0,-1 0 1 0 0,1 1 0 0 0,-1-1-1 0 0,0 1 1 0 0,-1-1-1 0 0,1 0 1 0 0,-2 7 0 0 0,-1-1 66 0 0,0 0 1 0 0,0 0 0 0 0,-1 0 0 0 0,-1-1 0 0 0,1 1-1 0 0,-2-1 1 0 0,1 0 0 0 0,-10 11 0 0 0,-8 8 699 0 0,-28 25 1 0 0,47-50-719 0 0,3-1-39 0 0,-1 2 40 0 0,0 3-3 0 0,2-7-87 0 0,1 0 0 0 0,-1 1 1 0 0,0-1-1 0 0,1 0 0 0 0,-1 0 0 0 0,0 0 1 0 0,1 1-1 0 0,-1-1 0 0 0,0 0 0 0 0,1 0 1 0 0,-1 0-1 0 0,0 0 0 0 0,1 0 0 0 0,-1 1 1 0 0,0-1-1 0 0,1 0 0 0 0,-1 0 0 0 0,1 0 1 0 0,-1 0-1 0 0,0 0 0 0 0,1 0 0 0 0,-1 0 1 0 0,0-1-1 0 0,1 1 0 0 0,-1 0 1 0 0,1 0-1 0 0,15-3-534 0 0,0 0 1 0 0,-1-1-1 0 0,25-9 1 0 0,48-26-6555 0 0,-43 19 1148 0 0,-20 9 480 0 0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6:52.7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56 66 432 0 0,'-2'-2'2704'0'0,"-42"-37"12906"0"0,43 39-15530 0 0,1 0 0 0 0,-1 0 0 0 0,1 0-1 0 0,0 0 1 0 0,-1 0 0 0 0,1-1-1 0 0,-1 1 1 0 0,1 0 0 0 0,-1 0-1 0 0,1-1 1 0 0,0 1 0 0 0,-1 0 0 0 0,1 0-1 0 0,0-1 1 0 0,-1 1 0 0 0,1 0-1 0 0,0-1 1 0 0,-1 1 0 0 0,1-1 0 0 0,0 1-1 0 0,0 0 1 0 0,-1-1 0 0 0,1 1-1 0 0,0-1 1 0 0,0 1 0 0 0,0-1 0 0 0,0 1-1 0 0,0 0 1 0 0,0-1 0 0 0,0 1-1 0 0,0-2 1 0 0,0 2-30 0 0,1-1 1 0 0,-1 0-1 0 0,1 1 1 0 0,-1-1-1 0 0,1 1 0 0 0,0-1 1 0 0,-1 1-1 0 0,1-1 0 0 0,0 1 1 0 0,0-1-1 0 0,-1 1 0 0 0,1-1 1 0 0,0 1-1 0 0,0 0 1 0 0,1-1-1 0 0,3 0-27 0 0,0-1 1 0 0,0 1-1 0 0,0 0 0 0 0,0 1 0 0 0,6-1 1 0 0,-5 2-15 0 0,0-1 0 0 0,-1 1 1 0 0,1 0-1 0 0,0 0 0 0 0,0 1 1 0 0,-1 0-1 0 0,1 0 0 0 0,-1 0 0 0 0,1 1 1 0 0,-1 0-1 0 0,7 5 0 0 0,-10-7-2 0 0,0 1-1 0 0,0 0 1 0 0,0 0-1 0 0,-1 1 0 0 0,1-1 1 0 0,-1 0-1 0 0,1 0 0 0 0,-1 1 1 0 0,0-1-1 0 0,0 1 1 0 0,0-1-1 0 0,0 1 0 0 0,0-1 1 0 0,-1 1-1 0 0,1 0 0 0 0,-1-1 1 0 0,0 1-1 0 0,0 0 1 0 0,0-1-1 0 0,0 1 0 0 0,0 0 1 0 0,0-1-1 0 0,-1 1 1 0 0,1 0-1 0 0,-1-1 0 0 0,0 1 1 0 0,0-1-1 0 0,-1 4 0 0 0,-2 2 6 0 0,1 1-1 0 0,-2-1 1 0 0,1 0-1 0 0,-1 0 1 0 0,0-1-1 0 0,-1 1 0 0 0,0-1 1 0 0,0 0-1 0 0,-12 10 1 0 0,-48 55 0 0 0,65-71-11 0 0,0 0 0 0 0,0 0 0 0 0,0 1 0 0 0,1-1 0 0 0,-1 0-1 0 0,0 0 1 0 0,1 0 0 0 0,-1 1 0 0 0,1-1 0 0 0,-1 0 0 0 0,1 1 0 0 0,0-1 0 0 0,-1 2-1 0 0,1-2 3 0 0,0 0-1 0 0,0-1 1 0 0,0 1-1 0 0,0-1 1 0 0,1 1-1 0 0,-1-1 1 0 0,0 1-1 0 0,0 0 0 0 0,1-1 1 0 0,-1 1-1 0 0,0-1 1 0 0,0 1-1 0 0,1-1 1 0 0,-1 1-1 0 0,1-1 1 0 0,-1 0-1 0 0,0 1 0 0 0,1-1 1 0 0,-1 1-1 0 0,1 0 1 0 0,2 0 6 0 0,-1 0 0 0 0,1 0 0 0 0,-1 0 0 0 0,0 0 0 0 0,1-1 0 0 0,-1 1 1 0 0,1 0-1 0 0,3-1 0 0 0,-5 0-11 0 0,30 2 21 0 0,-1-1 1 0 0,0-1-1 0 0,1-2 0 0 0,-1-2 1 0 0,34-7-1 0 0,-1 1-312 0 0,-54 8-507 0 0,-1 1-1 0 0,0-1 0 0 0,0-1 1 0 0,10-4-1 0 0,13-9-8685 0 0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6:56.8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84 32 32 0 0,'-14'3'16072'0'0,"1"-1"-11565"0"0,13-12-3682 0 0,2 7-771 0 0,1 1 0 0 0,0 0 0 0 0,0 0 0 0 0,0 0-1 0 0,0 0 1 0 0,0 0 0 0 0,0 0 0 0 0,1 1 0 0 0,-1-1 0 0 0,1 1 0 0 0,-1 0 0 0 0,5 0 0 0 0,-6 0-50 0 0,1 0-1 0 0,-1 1 1 0 0,1-1 0 0 0,0 1 0 0 0,-1 0 0 0 0,1 0-1 0 0,-1 0 1 0 0,1 0 0 0 0,-1 0 0 0 0,1 1 0 0 0,-1-1 0 0 0,1 1-1 0 0,-1-1 1 0 0,1 1 0 0 0,-1 0 0 0 0,1 0 0 0 0,-1 0-1 0 0,0 0 1 0 0,0 1 0 0 0,0-1 0 0 0,1 1 0 0 0,-1-1 0 0 0,-1 1-1 0 0,1 0 1 0 0,0-1 0 0 0,0 1 0 0 0,-1 0 0 0 0,3 3-1 0 0,-2-1 7 0 0,0-1 0 0 0,-1 1 0 0 0,1-1 0 0 0,-1 1 0 0 0,0-1-1 0 0,0 1 1 0 0,0 0 0 0 0,0 0 0 0 0,-1 0 0 0 0,1-1-1 0 0,-1 1 1 0 0,0 0 0 0 0,0 0 0 0 0,-1 0 0 0 0,1 0-1 0 0,-1 0 1 0 0,-1 4 0 0 0,-1 2 32 0 0,-1-1 0 0 0,0 0 1 0 0,-1 0-1 0 0,0-1 0 0 0,0 1 0 0 0,-12 13 0 0 0,-44 42 96 0 0,37-41-50 0 0,-23 18 59 0 0,46-40-118 0 0,0-1-29 0 0,1 0 0 0 0,0 0 0 0 0,0 0 0 0 0,0 1 0 0 0,0-1 0 0 0,0 0 0 0 0,0 0 0 0 0,-1 1 0 0 0,1-1 0 0 0,0 0 0 0 0,0 0 0 0 0,0 0-1 0 0,0 1 1 0 0,0-1 0 0 0,0 0 0 0 0,0 0 0 0 0,0 1 0 0 0,0-1 0 0 0,0 0 0 0 0,0 0 0 0 0,0 1 0 0 0,0-1 0 0 0,0 0 0 0 0,0 0 0 0 0,1 0 0 0 0,-1 1-1 0 0,0-1 1 0 0,0 0 0 0 0,0 0 0 0 0,0 1 0 0 0,0-1 0 0 0,0 0 0 0 0,1 0 0 0 0,-1 0 0 0 0,0 0 0 0 0,0 1 0 0 0,0-1 0 0 0,0 0 0 0 0,1 0-1 0 0,-1 0 1 0 0,0 0 0 0 0,0 0 0 0 0,0 0 0 0 0,1 1 0 0 0,-1-1 0 0 0,0 0 0 0 0,0 0 0 0 0,1 0 0 0 0,-1 0 0 0 0,0 0 0 0 0,0 0 0 0 0,1 0 0 0 0,-1 0-1 0 0,0 0 1 0 0,1 0 0 0 0,3 0-3 0 0,-2 1 20 0 0,15 0-12 0 0,-6 1 52 0 0,0 1 1 0 0,0 0-1 0 0,0 0 0 0 0,-1 1 1 0 0,1 0-1 0 0,-1 1 0 0 0,0 0 0 0 0,-1 1 1 0 0,1 0-1 0 0,-1 0 0 0 0,0 1 0 0 0,-1 0 1 0 0,0 1-1 0 0,0-1 0 0 0,0 2 1 0 0,-1-1-1 0 0,0 1 0 0 0,-1 0 0 0 0,0 1 1 0 0,9 17-1 0 0,-14-25 108 0 0,-1 0 0 0 0,1 0 0 0 0,0 0 0 0 0,-1 0 0 0 0,1 0-1 0 0,-1 0 1 0 0,0 0 0 0 0,1 0 0 0 0,-1 0 0 0 0,0 0 0 0 0,0 0 0 0 0,0 0 0 0 0,-1 0 0 0 0,1 0 0 0 0,-1 0 0 0 0,1 0 0 0 0,-1 0-1 0 0,1 0 1 0 0,-1 0 0 0 0,0 0 0 0 0,0 0 0 0 0,-1 1 0 0 0,0 0-11 0 0,-1 0-1 0 0,1-1 1 0 0,-1 1 0 0 0,0-1 0 0 0,0 0-1 0 0,0 0 1 0 0,0 0 0 0 0,0 0-1 0 0,0 0 1 0 0,0-1 0 0 0,-6 2-1 0 0,-5 2 65 0 0,-1-1 0 0 0,-1-1 0 0 0,1-1 0 0 0,-20 1 0 0 0,-13-3-59 0 0,45 0-499 0 0,-1-1-1 0 0,1 0 1 0 0,0 0 0 0 0,0 0 0 0 0,0-1 0 0 0,0 1 0 0 0,0-1 0 0 0,-4-2 0 0 0,6 3 122 0 0,0 0 0 0 0,1 0 0 0 0,-1 0 0 0 0,0 1 0 0 0,1-1 0 0 0,-1 0 0 0 0,1 0 0 0 0,-1 0 0 0 0,1 0 0 0 0,-1 0 0 0 0,1 0 0 0 0,0 0 0 0 0,0 0 0 0 0,-1 0 0 0 0,1 0 0 0 0,0 0 0 0 0,0 0 0 0 0,0 0 0 0 0,0 0 0 0 0,0 0 0 0 0,0 0 0 0 0,1 0 0 0 0,-1 0 0 0 0,0 0 0 0 0,1-2 0 0 0,8-22-3453 0 0,-5 17 2177 0 0,0 1 0 0 0,1 0 0 0 0,-1 1 1 0 0,8-8-1 0 0,-2 1-1903 0 0,4-4-2158 0 0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6:57.2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61 764 0 0,'27'-37'16885'0'0,"-27"36"-16742"0"0,0 0 0 0 0,0 0-1 0 0,0 0 1 0 0,1 0 0 0 0,-1 0 0 0 0,0 0-1 0 0,1 0 1 0 0,-1 0 0 0 0,1 0 0 0 0,-1 0 0 0 0,1 0-1 0 0,-1 0 1 0 0,1 0 0 0 0,0 1 0 0 0,0-1-1 0 0,-1 0 1 0 0,1 0 0 0 0,0 1 0 0 0,0-1 0 0 0,0 0-1 0 0,-1 1 1 0 0,1-1 0 0 0,0 1 0 0 0,0-1-1 0 0,0 1 1 0 0,0 0 0 0 0,0-1 0 0 0,0 1 0 0 0,0 0-1 0 0,0 0 1 0 0,0 0 0 0 0,2-1 0 0 0,1 1-81 0 0,1 0 1 0 0,-1 0 0 0 0,0 0-1 0 0,0 0 1 0 0,0 0-1 0 0,0 1 1 0 0,6 1-1 0 0,-4 0-21 0 0,1 0-1 0 0,-1 0 1 0 0,0 1-1 0 0,1 0 1 0 0,-1 0-1 0 0,-1 0 0 0 0,1 1 1 0 0,0 0-1 0 0,-1 0 1 0 0,0 0-1 0 0,0 1 0 0 0,0 0 1 0 0,0 0-1 0 0,6 10 1 0 0,-8-10 72 0 0,0 0 0 0 0,-1 1 0 0 0,0-1 0 0 0,0 1 0 0 0,0 0 0 0 0,-1-1 0 0 0,1 1 0 0 0,-1 0 0 0 0,-1 0 0 0 0,1 0 1 0 0,-1 0-1 0 0,0 0 0 0 0,0 0 0 0 0,-1-1 0 0 0,0 1 0 0 0,0 0 0 0 0,-2 6 0 0 0,-4 7 449 0 0,-1 0 1 0 0,0-1-1 0 0,-1 0 1 0 0,-2 0-1 0 0,1-1 1 0 0,-26 30-1 0 0,16-21 207 0 0,10-12-365 0 0,-2 2 235 0 0,-15 26-1 0 0,26-40-539 0 0,4 0 9 0 0,-3-2-105 0 0,0 0 0 0 0,0 1 0 0 0,0-1 0 0 0,0 0 0 0 0,1 0 0 0 0,-1 1 0 0 0,0-1 0 0 0,0 0 0 0 0,0 0 0 0 0,0 0 0 0 0,0 1 0 0 0,1-1 0 0 0,-1 0 0 0 0,0 0 0 0 0,0 0 0 0 0,0 1 0 0 0,1-1 0 0 0,-1 0 0 0 0,0 0 0 0 0,0 0 0 0 0,0 0 0 0 0,1 0 0 0 0,-1 0 0 0 0,0 0 0 0 0,0 0 0 0 0,1 1 0 0 0,-1-1 0 0 0,0 0 0 0 0,0 0 0 0 0,1 0 0 0 0,-1 0 1 0 0,0 0-1 0 0,0 0 0 0 0,1 0 0 0 0,-1 0 0 0 0,0-1 0 0 0,1 1 0 0 0,28-2 30 0 0,1-1 0 0 0,-1-2 0 0 0,31-9 0 0 0,4-1-339 0 0,148-32-3296 0 0,-129 22 344 0 0,-33 3-2748 0 0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7:09.8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1556 0 0,'0'0'8127'0'0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7:10.6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 1 24 0 0,'0'0'2032'0'0,"-8"13"416"0"0,-1-4-947 0 0,4-2-313 0 0,-2 1-880 0 0,16-16-1264 0 0,-4 2 28 0 0,5-2-845 0 0,0-6 333 0 0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6:54.0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 1 2204 0 0,'0'0'12012'0'0,"3"0"-11499"0"0,4 1-233 0 0,-1 0-1 0 0,0 0 0 0 0,1 1 1 0 0,-1 0-1 0 0,0 0 0 0 0,0 0 1 0 0,0 1-1 0 0,0 0 1 0 0,0 0-1 0 0,-1 1 0 0 0,1-1 1 0 0,5 6-1 0 0,-8-6-247 0 0,-1-1-1 0 0,0 1 1 0 0,1 0 0 0 0,-1-1-1 0 0,0 1 1 0 0,0 0 0 0 0,-1 0-1 0 0,1 1 1 0 0,-1-1 0 0 0,1 0-1 0 0,-1 0 1 0 0,0 1 0 0 0,0-1-1 0 0,-1 1 1 0 0,1-1 0 0 0,-1 1-1 0 0,1-1 1 0 0,-1 1 0 0 0,0-1-1 0 0,-1 1 1 0 0,1-1 0 0 0,0 1-1 0 0,-1-1 1 0 0,0 1 0 0 0,-1 3-1 0 0,-5 9 331 0 0,0 0 0 0 0,-1-1 0 0 0,0 0 0 0 0,-1 0 0 0 0,-1-1 0 0 0,0 0 0 0 0,-15 15 0 0 0,-17 23 1176 0 0,41-51-1495 0 0,0 0 0 0 0,0 1 0 0 0,0-1 0 0 0,0 1 0 0 0,0-1 1 0 0,0 1-1 0 0,1-1 0 0 0,-1 1 0 0 0,1-1 0 0 0,-1 1 0 0 0,0 3 0 0 0,6-1 108 0 0,12-4-68 0 0,160-30-1908 0 0,-57 1-6102 0 0,-92 21 3068 0 0,-3-2-2495 0 0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6:54.6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80 1624 0 0,'-6'-14'6802'0'0,"5"12"-6239"0"0,0-1-1 0 0,0 1 1 0 0,1 0 0 0 0,-1-1-1 0 0,1 1 1 0 0,-1-1 0 0 0,1 1-1 0 0,0-1 1 0 0,0 1 0 0 0,0-1-1 0 0,0-3 1 0 0,0 5-446 0 0,1 0 1 0 0,-1-1-1 0 0,1 1 1 0 0,0 0-1 0 0,-1-1 1 0 0,1 1 0 0 0,0 0-1 0 0,0-1 1 0 0,-1 1-1 0 0,1 0 1 0 0,0 0-1 0 0,0 0 1 0 0,0 0-1 0 0,1 0 1 0 0,-1 0-1 0 0,0 0 1 0 0,0 0-1 0 0,0 1 1 0 0,1-1-1 0 0,-1 0 1 0 0,0 1 0 0 0,1-1-1 0 0,-1 1 1 0 0,1-1-1 0 0,1 1 1 0 0,4-2 30 0 0,0 0 1 0 0,0 1 0 0 0,0 0-1 0 0,0 0 1 0 0,0 1 0 0 0,1 0-1 0 0,-1 0 1 0 0,0 0 0 0 0,12 3-1 0 0,-16-2-118 0 0,0 0 0 0 0,1 0 0 0 0,-1 1 0 0 0,0-1 0 0 0,0 1 0 0 0,0-1-1 0 0,0 1 1 0 0,0 0 0 0 0,0 0 0 0 0,0 1 0 0 0,0-1 0 0 0,-1 0 0 0 0,1 1 0 0 0,-1 0 0 0 0,0-1-1 0 0,0 1 1 0 0,0 0 0 0 0,0 0 0 0 0,0 0 0 0 0,1 6 0 0 0,-2-6-4 0 0,0 0 0 0 0,-1 1 1 0 0,1-1-1 0 0,-1 1 0 0 0,0-1 0 0 0,0 1 0 0 0,0-1 1 0 0,-1 0-1 0 0,1 1 0 0 0,-1-1 0 0 0,0 1 0 0 0,0-1 1 0 0,0 0-1 0 0,0 0 0 0 0,-3 5 0 0 0,-1 2 38 0 0,0 0-1 0 0,-1 0 0 0 0,-7 10 1 0 0,-17 23 537 0 0,29-42-548 0 0,1-1-42 0 0,-1 1-1 0 0,1-1 1 0 0,-1 1-1 0 0,1-1 0 0 0,-1 1 1 0 0,1-1-1 0 0,0 1 1 0 0,-1-1-1 0 0,1 1 1 0 0,0-1-1 0 0,-1 1 1 0 0,1 0-1 0 0,0-1 0 0 0,0 1 1 0 0,-1 0-1 0 0,1 0 1 0 0,1 1-8 0 0,0-1 0 0 0,0 1 0 0 0,1-1 1 0 0,-1 0-1 0 0,0 1 0 0 0,1-1 0 0 0,-1 0 1 0 0,1 0-1 0 0,-1 0 0 0 0,1 0 0 0 0,0 0 1 0 0,-1 0-1 0 0,1 0 0 0 0,0 0 0 0 0,2 0 1 0 0,35 8 15 0 0,-5-1-4 0 0,-18-2-16 0 0,3 1 6 0 0,-1 1 0 0 0,1 0 0 0 0,-2 1 0 0 0,20 13 0 0 0,-31-18 221 0 0,-1 0 0 0 0,0 0 0 0 0,0 1-1 0 0,0-1 1 0 0,0 1 0 0 0,-1 0 0 0 0,6 9 0 0 0,-9-13-142 0 0,0 1 0 0 0,-1-1 1 0 0,1 1-1 0 0,0 0 1 0 0,-1-1-1 0 0,0 1 0 0 0,1 0 1 0 0,-1 0-1 0 0,0-1 0 0 0,0 1 1 0 0,0 0-1 0 0,0-1 1 0 0,0 1-1 0 0,0 0 0 0 0,0 0 1 0 0,-1-1-1 0 0,1 1 1 0 0,-1 0-1 0 0,1-1 0 0 0,-1 1 1 0 0,0-1-1 0 0,1 1 0 0 0,-1 0 1 0 0,0-1-1 0 0,0 0 1 0 0,0 1-1 0 0,0-1 0 0 0,0 0 1 0 0,-1 1-1 0 0,1-1 1 0 0,0 0-1 0 0,-1 0 0 0 0,1 0 1 0 0,-2 1-1 0 0,-6 4 10 0 0,0 0 0 0 0,0-1 1 0 0,-1 0-1 0 0,0 0 0 0 0,1-1 0 0 0,-1-1 0 0 0,-15 4 1 0 0,-75 11-3140 0 0,38-12-1782 0 0,20-4-3063 0 0,15-1-1421 0 0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7:10.9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9 1324 0 0,'0'0'2228'0'0,"10"-3"-592"0"0,0-2-1540 0 0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7:11.9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453 13 488 0 0,'-3'-13'9818'0'0,"-1"15"-9678"0"0,0 0 0 0 0,1-1 0 0 0,-1 2 0 0 0,1-1 0 0 0,0 0 0 0 0,0 1 0 0 0,0-1 0 0 0,0 1 0 0 0,0 0 0 0 0,0 0 0 0 0,1 0 0 0 0,-1 0 0 0 0,-2 7 0 0 0,-30 55 970 0 0,25-44-755 0 0,-35 77 1151 0 0,-44 139 0 0 0,-14 110 35 0 0,98-327-1463 0 0,-90 394 1201 0 0,86-351-1174 0 0,2 1 1 0 0,3 0-1 0 0,3 0 0 0 0,10 102 1 0 0,-6-146-97 0 0,0-1 1 0 0,2 0-1 0 0,0 0 1 0 0,1 0-1 0 0,0-1 1 0 0,2 0-1 0 0,14 26 0 0 0,-17-35-261 0 0,1-1-1 0 0,0 0 0 0 0,0-1 0 0 0,0 1 1 0 0,1-1-1 0 0,0-1 0 0 0,1 1 0 0 0,-1-1 1 0 0,1 0-1 0 0,0-1 0 0 0,1 0 0 0 0,-1 0 1 0 0,1-1-1 0 0,0 0 0 0 0,0-1 1 0 0,19 5-1 0 0,-14-5-1145 0 0,0-1 0 0 0,0-1-1 0 0,0-1 1 0 0,25-2 0 0 0,16-4-5154 0 0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7:07.9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 31 1864 0 0,'0'0'1529'0'0,"-25"-26"4700"0"0,25 24-6525 0 0,14-1-4411 0 0,0 3 2492 0 0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7:08.7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4 0 0,'0'0'2220'0'0,"10"5"-1912"0"0,2 0-1252 0 0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7:31.5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241 114 408 0 0,'9'6'6738'0'0,"34"-8"-1092"0"0,-40 2-4883 0 0,6-5 1994 0 0,-8 3-2588 0 0,0 0-1 0 0,0 0 1 0 0,0 0 0 0 0,0 0-1 0 0,0 0 1 0 0,0 0 0 0 0,-1-1-1 0 0,1 1 1 0 0,-1 0 0 0 0,0 0-1 0 0,0-1 1 0 0,0 1 0 0 0,0 0-1 0 0,0-1 1 0 0,0 1-1 0 0,0 0 1 0 0,-1 0 0 0 0,1-1-1 0 0,-1 1 1 0 0,0 0 0 0 0,-1-3-1 0 0,1 1-81 0 0,0 0 1 0 0,-1 0-1 0 0,0 1 0 0 0,0-1 0 0 0,0 0 0 0 0,0 1 0 0 0,0 0 1 0 0,-1-1-1 0 0,1 1 0 0 0,-1 0 0 0 0,0 0 0 0 0,-5-4 0 0 0,4 5-79 0 0,1 0 0 0 0,-1 1 0 0 0,0-1 0 0 0,1 1 0 0 0,-1 0 0 0 0,0 0 0 0 0,0 0 0 0 0,0 0 0 0 0,0 1 0 0 0,0 0 0 0 0,0-1 0 0 0,0 1 0 0 0,1 1 1 0 0,-1-1-1 0 0,0 1 0 0 0,0-1 0 0 0,0 1 0 0 0,0 0 0 0 0,0 1 0 0 0,-4 1 0 0 0,-1 1-9 0 0,-1 1 0 0 0,1 0 1 0 0,1 1-1 0 0,-1 0 0 0 0,1 0 1 0 0,0 1-1 0 0,-7 7 1 0 0,3-1 0 0 0,1 1 1 0 0,0-1-1 0 0,2 2 1 0 0,-1-1 0 0 0,2 1-1 0 0,0 1 1 0 0,1-1 0 0 0,0 1-1 0 0,1 1 1 0 0,-3 16-1 0 0,4-15 11 0 0,1 1-1 0 0,2-1 1 0 0,-1 1-1 0 0,2 0 0 0 0,1-1 1 0 0,0 1-1 0 0,1 0 1 0 0,1-1-1 0 0,6 22 0 0 0,-7-34-5 0 0,1-1 0 0 0,-1 1 0 0 0,1-1 0 0 0,1 1 0 0 0,-1-1 0 0 0,1 0 0 0 0,0 0 0 0 0,0 0 0 0 0,1 0 0 0 0,-1-1 0 0 0,1 0 0 0 0,0 1 0 0 0,0-1 0 0 0,1 0 0 0 0,-1-1 0 0 0,1 1 0 0 0,0-1 0 0 0,0 0 0 0 0,0 0 0 0 0,10 4 1 0 0,-9-5-2 0 0,0-1 0 0 0,0 1 0 0 0,1-1 0 0 0,-1 0 0 0 0,1-1 0 0 0,-1 1 0 0 0,1-1 0 0 0,-1-1 0 0 0,1 1 0 0 0,-1-1 0 0 0,0 0 0 0 0,1-1 0 0 0,-1 1 0 0 0,0-1 0 0 0,0 0 0 0 0,0-1 0 0 0,0 0 0 0 0,9-5 0 0 0,-5 2-1 0 0,-1-1 0 0 0,1 0 0 0 0,-1-1 0 0 0,0 0 0 0 0,-1-1 0 0 0,0 0 1 0 0,0 0-1 0 0,-1-1 0 0 0,0 0 0 0 0,-1 0 0 0 0,0 0 0 0 0,0-1 0 0 0,5-16 0 0 0,1-11-15 0 0,-1 0 0 0 0,9-68 0 0 0,-19 102 10 0 0,5-46 71 0 0,-6 48-65 0 0,2-7 26 0 0,7 77 2 0 0,12 61 230 0 0,-17-116-327 0 0,-1 0 0 0 0,2 0 0 0 0,-1-1 1 0 0,2 1-1 0 0,0-1 0 0 0,0 0 0 0 0,11 15 0 0 0,-13-23-302 0 0,0 1 1 0 0,0-1-1 0 0,0 0 0 0 0,1 0 0 0 0,-1 0 1 0 0,1-1-1 0 0,0 1 0 0 0,0-1 1 0 0,0-1-1 0 0,0 1 0 0 0,9 2 1 0 0,-6-2-1140 0 0,0-1 1 0 0,0 0 0 0 0,0-1-1 0 0,12 2 1 0 0,12-3-5658 0 0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7:32.5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210 119 804 0 0,'0'0'1967'0'0,"15"-4"2596"0"0,-6 1-2356 0 0,-1-1 0 0 0,0-1-1 0 0,13-8 1 0 0,-18 11-1796 0 0,-1 0 0 0 0,0 0-1 0 0,1 0 1 0 0,-1 0 0 0 0,0 0-1 0 0,0-1 1 0 0,-1 1 0 0 0,1-1-1 0 0,0 0 1 0 0,-1 1 0 0 0,1-1-1 0 0,-1 0 1 0 0,0 0 0 0 0,1-5-1 0 0,-2 6-340 0 0,1 1-1 0 0,-1-1 0 0 0,0 1 0 0 0,0-1 1 0 0,-1 1-1 0 0,1-1 0 0 0,0 1 1 0 0,-1-1-1 0 0,1 1 0 0 0,0-1 0 0 0,-1 1 1 0 0,0-1-1 0 0,1 1 0 0 0,-1 0 1 0 0,0-1-1 0 0,0 1 0 0 0,0 0 0 0 0,1 0 1 0 0,-1-1-1 0 0,-1 1 0 0 0,1 0 0 0 0,0 0 1 0 0,0 0-1 0 0,0 0 0 0 0,-3-1 1 0 0,2 0 31 0 0,0 1-91 0 0,0 0 1 0 0,0 0-1 0 0,0 0 0 0 0,0 0 0 0 0,0 0 0 0 0,-1 0 0 0 0,1 0 1 0 0,0 1-1 0 0,0-1 0 0 0,-1 1 0 0 0,1 0 0 0 0,0 0 1 0 0,-1 0-1 0 0,1 0 0 0 0,0 0 0 0 0,-1 0 0 0 0,1 0 1 0 0,0 1-1 0 0,0-1 0 0 0,-1 1 0 0 0,1 0 0 0 0,-4 1 0 0 0,0 1-14 0 0,-1 0 0 0 0,1 1 0 0 0,-1 0-1 0 0,1 0 1 0 0,-10 9 0 0 0,-2 4 4 0 0,0 1-1 0 0,2 0 1 0 0,0 2 0 0 0,1 0 0 0 0,1 0 0 0 0,-22 44-1 0 0,29-49 0 0 0,0 0-1 0 0,1 0 0 0 0,1 0 0 0 0,0 1 1 0 0,2 0-1 0 0,-1 0 0 0 0,2 0 0 0 0,0 0 1 0 0,1 0-1 0 0,1 0 0 0 0,2 27 0 0 0,-1-39 13 0 0,-1 0 1 0 0,1-1-1 0 0,0 1 0 0 0,0-1 0 0 0,0 1 0 0 0,0-1 0 0 0,1 1 1 0 0,0-1-1 0 0,-1 0 0 0 0,1 0 0 0 0,0 0 0 0 0,0 0 0 0 0,1 0 0 0 0,-1 0 1 0 0,1 0-1 0 0,-1-1 0 0 0,1 1 0 0 0,0-1 0 0 0,0 0 0 0 0,0 0 1 0 0,0 0-1 0 0,1 0 0 0 0,-1 0 0 0 0,0-1 0 0 0,1 0 0 0 0,-1 1 1 0 0,1-1-1 0 0,-1-1 0 0 0,1 1 0 0 0,0 0 0 0 0,-1-1 0 0 0,1 0 1 0 0,0 0-1 0 0,-1 0 0 0 0,1 0 0 0 0,0 0 0 0 0,6-2 0 0 0,-3 0-7 0 0,0 0 0 0 0,0 0 0 0 0,-1-1 0 0 0,1 0 0 0 0,-1 0-1 0 0,1 0 1 0 0,-1-1 0 0 0,0 0 0 0 0,0 0 0 0 0,-1 0 0 0 0,1-1 0 0 0,-1 0-1 0 0,0 0 1 0 0,0-1 0 0 0,0 1 0 0 0,-1-1 0 0 0,0 0 0 0 0,4-8-1 0 0,4-8-9 0 0,-2 0 0 0 0,0-1-1 0 0,12-42 1 0 0,-11 27-13 0 0,7-46 0 0 0,-17 82 0 0 0,12 95 1064 0 0,-11-77-969 0 0,0 0-1 0 0,1 0 1 0 0,0-1-1 0 0,2 0 1 0 0,0 1-1 0 0,0-2 1 0 0,1 1-1 0 0,15 25 1 0 0,-17-34-75 0 0,0-1 1 0 0,0 1-1 0 0,0-1 0 0 0,1 0 0 0 0,0 0 1 0 0,0-1-1 0 0,0 1 0 0 0,0-1 1 0 0,1 0-1 0 0,-1 0 0 0 0,1-1 1 0 0,0 0-1 0 0,0 0 0 0 0,0 0 0 0 0,1-1 1 0 0,-1 0-1 0 0,1 0 0 0 0,-1 0 1 0 0,1-1-1 0 0,0 0 0 0 0,0 0 0 0 0,-1-1 1 0 0,8 0-1 0 0,-5-1-658 0 0,1 0-1 0 0,-1 0 1 0 0,1-1 0 0 0,-1-1-1 0 0,0 1 1 0 0,0-1 0 0 0,0-1-1 0 0,12-6 1 0 0,-13 5-1166 0 0,0 0 1 0 0,0 0-1 0 0,-1-1 0 0 0,0 0 1 0 0,8-8-1 0 0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7:33.5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1024 0 0,'0'0'792'0'0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7:36.9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424 63 728 0 0,'0'0'7616'0'0,"0"-10"-3482"0"0,-1 7-3800 0 0,1 1 0 0 0,0-1-1 0 0,-1 1 1 0 0,0-1 0 0 0,0 1-1 0 0,0 0 1 0 0,0 0 0 0 0,0-1-1 0 0,0 1 1 0 0,0 0 0 0 0,-1 0-1 0 0,1 0 1 0 0,-1 0 0 0 0,0 1-1 0 0,1-1 1 0 0,-1 0 0 0 0,0 1-1 0 0,-4-4 1 0 0,3 4-232 0 0,-1-1 1 0 0,1 1-1 0 0,-1 0 1 0 0,1 0-1 0 0,-1 0 0 0 0,0 0 1 0 0,1 0-1 0 0,-1 1 0 0 0,0 0 1 0 0,1 0-1 0 0,-6 0 0 0 0,-2 1-151 0 0,1 1 0 0 0,0 0 0 0 0,0 0 0 0 0,0 1-1 0 0,0 1 1 0 0,1-1 0 0 0,-1 2 0 0 0,-12 6 0 0 0,2 4 56 0 0,0 0 1 0 0,1 1-1 0 0,1 1 0 0 0,0 1 1 0 0,1 0-1 0 0,1 1 0 0 0,1 1 1 0 0,1 1-1 0 0,1 0 1 0 0,0 0-1 0 0,2 2 0 0 0,0-1 1 0 0,2 1-1 0 0,0 1 0 0 0,2 0 1 0 0,-6 30-1 0 0,11-45-7 0 0,1-1-1 0 0,0 1 0 0 0,1 0 1 0 0,0 0-1 0 0,0 0 1 0 0,1-1-1 0 0,0 1 1 0 0,1 0-1 0 0,0-1 1 0 0,0 1-1 0 0,1-1 0 0 0,4 11 1 0 0,-5-15 4 0 0,0 0 0 0 0,1 0 0 0 0,-1-1 1 0 0,1 1-1 0 0,0 0 0 0 0,0-1 0 0 0,0 0 0 0 0,0 0 0 0 0,1 0 0 0 0,-1 0 1 0 0,1 0-1 0 0,0-1 0 0 0,0 1 0 0 0,0-1 0 0 0,0 0 0 0 0,0 0 1 0 0,0 0-1 0 0,0-1 0 0 0,1 0 0 0 0,-1 0 0 0 0,1 0 0 0 0,-1 0 1 0 0,1-1-1 0 0,8 1 0 0 0,-5-2-3 0 0,1 1-1 0 0,-1-1 1 0 0,0 0 0 0 0,1-1 0 0 0,-1 0-1 0 0,0 0 1 0 0,0-1 0 0 0,0 0-1 0 0,0 0 1 0 0,-1-1 0 0 0,1 0 0 0 0,-1 0-1 0 0,0-1 1 0 0,0 0 0 0 0,-1 0 0 0 0,1-1-1 0 0,-1 1 1 0 0,0-1 0 0 0,-1-1 0 0 0,9-11-1 0 0,-3 0-4 0 0,0-1 0 0 0,-1 0-1 0 0,-1 0 1 0 0,-1-1 0 0 0,-1 0-1 0 0,9-42 1 0 0,6-45-14 0 0,-22 105 20 0 0,1 5 15 0 0,1 14 39 0 0,0 0 1 0 0,0 25 0 0 0,2 27 17 0 0,-2-57-53 0 0,0 1 0 0 0,1-1 0 0 0,1 1 0 0 0,0-1 0 0 0,0 0 0 0 0,2-1 0 0 0,-1 1-1 0 0,1-1 1 0 0,1 0 0 0 0,0 0 0 0 0,1-1 0 0 0,16 18 0 0 0,-16-21-427 0 0,1 1-1 0 0,-1-1 1 0 0,2-1 0 0 0,-1 0-1 0 0,1 0 1 0 0,11 5-1 0 0,-9-6-1032 0 0,0-1-1 0 0,0 0 1 0 0,0-1 0 0 0,0 0-1 0 0,23 2 1 0 0,-4-4-5004 0 0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7:38.2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303 167 1392 0 0,'10'-10'3945'0'0,"20"-41"2516"0"0,-29 48-6164 0 0,0 0 0 0 0,-1 0 0 0 0,1-1 0 0 0,-1 1 0 0 0,0 0 0 0 0,0 0 0 0 0,0-1 0 0 0,0 1 0 0 0,0 0 0 0 0,-1 0 0 0 0,-1-5 0 0 0,1 4-87 0 0,1 1-138 0 0,0 1-1 0 0,-1-1 1 0 0,1 0-1 0 0,-1 1 1 0 0,0-1 0 0 0,0 0-1 0 0,0 1 1 0 0,0-1-1 0 0,0 1 1 0 0,-1 0-1 0 0,1-1 1 0 0,-1 1-1 0 0,1 0 1 0 0,-1 0 0 0 0,0 0-1 0 0,0 0 1 0 0,0 0-1 0 0,0 0 1 0 0,0 0-1 0 0,0 1 1 0 0,-1-1 0 0 0,1 1-1 0 0,-1 0 1 0 0,1 0-1 0 0,-1 0 1 0 0,1 0-1 0 0,-1 0 1 0 0,1 0 0 0 0,-1 0-1 0 0,0 1 1 0 0,0 0-1 0 0,-3-1 1 0 0,0 1-71 0 0,0 0 1 0 0,0 1 0 0 0,0 0-1 0 0,0-1 1 0 0,0 2-1 0 0,1-1 1 0 0,-1 1 0 0 0,0 0-1 0 0,1 0 1 0 0,0 0 0 0 0,-1 1-1 0 0,1 0 1 0 0,-6 5-1 0 0,-4 4 10 0 0,0 2 0 0 0,2 0 0 0 0,0 1 0 0 0,0 0 0 0 0,1 1 0 0 0,1 0 0 0 0,-15 29 0 0 0,10-12 17 0 0,2 0-1 0 0,1 2 1 0 0,-11 42-1 0 0,21-65-7 0 0,1-1 0 0 0,0 1 0 0 0,1 0 0 0 0,0 0 0 0 0,1 1 0 0 0,0-1 0 0 0,4 23-1 0 0,-4-32 6 0 0,0 0 0 0 0,1 0 0 0 0,0 1 0 0 0,0-1 0 0 0,0 0 0 0 0,0 0 0 0 0,1 0 0 0 0,-1 0 0 0 0,1 0 0 0 0,0 0 0 0 0,0-1 0 0 0,0 1 0 0 0,0 0 0 0 0,0-1 0 0 0,0 0 0 0 0,1 1-1 0 0,-1-1 1 0 0,1 0 0 0 0,0 0 0 0 0,-1 0 0 0 0,1-1 0 0 0,0 1 0 0 0,0-1 0 0 0,0 0 0 0 0,0 1 0 0 0,0-1 0 0 0,1 0 0 0 0,-1-1 0 0 0,0 1 0 0 0,0-1 0 0 0,1 1 0 0 0,-1-1 0 0 0,0 0-1 0 0,5-1 1 0 0,-1 1-5 0 0,1-1 0 0 0,-1 0-1 0 0,0-1 1 0 0,-1 0 0 0 0,1 0-1 0 0,0 0 1 0 0,0-1 0 0 0,-1 0-1 0 0,1 0 1 0 0,-1-1 0 0 0,0 0-1 0 0,10-8 1 0 0,-7 4-22 0 0,0-1-1 0 0,-1 0 1 0 0,1-1 0 0 0,-2 0-1 0 0,0 0 1 0 0,11-20 0 0 0,-4-1 182 0 0,-1 0 1 0 0,-1-1-1 0 0,-2 0 1 0 0,10-57 0 0 0,-10 37 398 0 0,-10 50-438 0 0,-2 15 131 0 0,0 5-63 0 0,-1 18 145 0 0,1 46 1 0 0,2-73-328 0 0,1 1 1 0 0,0 0 0 0 0,0 0-1 0 0,1-1 1 0 0,1 1 0 0 0,-1-1-1 0 0,2 1 1 0 0,-1-1 0 0 0,10 16-1 0 0,-10-20-186 0 0,1-1 0 0 0,0 0 0 0 0,0 0 0 0 0,0 0-1 0 0,0 0 1 0 0,1-1 0 0 0,0 1 0 0 0,-1-1 0 0 0,1 0-1 0 0,0-1 1 0 0,1 1 0 0 0,-1-1 0 0 0,0 0 0 0 0,1 0-1 0 0,-1-1 1 0 0,12 2 0 0 0,0-1-2019 0 0,0 0 0 0 0,1-1 0 0 0,-1-1 0 0 0,22-3 0 0 0,-6-1-4337 0 0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7:40.9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16 385 680 0 0,'0'0'5305'0'0,"-15"12"-1687"0"0,15-10-3538 0 0,0-1 1 0 0,1 0-1 0 0,-1 1 1 0 0,1-1-1 0 0,0 0 1 0 0,-1 0-1 0 0,1 1 1 0 0,0-1-1 0 0,0 0 1 0 0,0 0-1 0 0,0 0 1 0 0,-1 0-1 0 0,2 0 1 0 0,-1 0-1 0 0,1 1 1 0 0,0-1 49 0 0,-2-1-104 0 0,1 1-1 0 0,0 0 1 0 0,-1-1-1 0 0,1 1 1 0 0,0 0-1 0 0,0-1 1 0 0,-1 1-1 0 0,1-1 1 0 0,0 1-1 0 0,0-1 1 0 0,0 0-1 0 0,0 1 1 0 0,-1-1-1 0 0,1 0 1 0 0,0 0-1 0 0,0 1 1 0 0,0-1-1 0 0,1 0 1 0 0,22 4 615 0 0,49-2-179 0 0,-1-4 1 0 0,111-15-1 0 0,-139 11-356 0 0,637-47-66 0 0,-486 41 43 0 0,543-27 1 0 0,-106 8-27 0 0,279-41-188 0 0,-190 14 31 0 0,-256 27 111 0 0,199-14-179 0 0,-567 38 160 0 0,746-47-34 0 0,-798 53-81 0 0,28-2 184 0 0,-30 3-3123 0 0,-60 3-1154 0 0,0-1 494 0 0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7:46.6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522 113 1956 0 0,'0'-16'4503'0'0,"1"11"-4038"0"0,-1 1 0 0 0,1-1 0 0 0,-1 0 0 0 0,0 0 0 0 0,-1 1-1 0 0,1-1 1 0 0,-1 0 0 0 0,0 1 0 0 0,0-1 0 0 0,0 0 0 0 0,-1 1-1 0 0,0 0 1 0 0,0-1 0 0 0,0 1 0 0 0,0 0 0 0 0,0 0 0 0 0,-1 0 0 0 0,-4-5-1 0 0,6 8-415 0 0,-1 0 0 0 0,0 0-1 0 0,0 1 1 0 0,0-1-1 0 0,0 0 1 0 0,0 1-1 0 0,1-1 1 0 0,-1 1 0 0 0,0-1-1 0 0,-1 1 1 0 0,1 0-1 0 0,0 0 1 0 0,0 0-1 0 0,0 0 1 0 0,0 0 0 0 0,0 1-1 0 0,0-1 1 0 0,0 1-1 0 0,-2 0 1 0 0,1-1-37 0 0,-14 6 129 0 0,-1 1 0 0 0,1 0 0 0 0,1 1 0 0 0,-1 1-1 0 0,1 0 1 0 0,-25 21 0 0 0,30-23-74 0 0,-21 16 86 0 0,1 2 1 0 0,1 0-1 0 0,1 2 0 0 0,-39 48 0 0 0,55-59-114 0 0,0 1 0 0 0,1 1 0 0 0,1 0 0 0 0,1 0 0 0 0,0 1-1 0 0,2 1 1 0 0,0 0 0 0 0,1 0 0 0 0,1 0 0 0 0,-4 24 0 0 0,9-37-29 0 0,1 0 0 0 0,-1 0 0 0 0,1 1 0 0 0,0-1 0 0 0,1 0 0 0 0,0 0 0 0 0,0 0 0 0 0,0 0 0 0 0,1 0 0 0 0,0 0 0 0 0,0 0 0 0 0,1-1 0 0 0,0 1 0 0 0,0-1 0 0 0,1 0 0 0 0,-1 0 1 0 0,1 0-1 0 0,1 0 0 0 0,6 7 0 0 0,-7-9-2 0 0,1 0 0 0 0,-1-1 0 0 0,1 1 0 0 0,0-1 0 0 0,1 0 1 0 0,-1 0-1 0 0,0 0 0 0 0,1-1 0 0 0,0 0 0 0 0,-1 0 0 0 0,1 0 1 0 0,0-1-1 0 0,0 0 0 0 0,0 0 0 0 0,0 0 0 0 0,0-1 0 0 0,0 0 0 0 0,0 0 1 0 0,0-1-1 0 0,0 1 0 0 0,0-1 0 0 0,0-1 0 0 0,6-1 0 0 0,-2-1-5 0 0,0 0-1 0 0,0 0 1 0 0,-1-1-1 0 0,0 0 0 0 0,0-1 1 0 0,0 0-1 0 0,-1 0 1 0 0,1-1-1 0 0,-2 0 1 0 0,1 0-1 0 0,-1-1 0 0 0,0 0 1 0 0,0 0-1 0 0,-1-1 1 0 0,0 0-1 0 0,7-15 0 0 0,4-14-7 0 0,-1 1-1 0 0,20-79 0 0 0,-25 80 22 0 0,2-21 265 0 0,-13 54-225 0 0,0 15 3 0 0,-9 48 536 0 0,0 64-1 0 0,9-96-573 0 0,1 1 0 0 0,1-1-1 0 0,1 0 1 0 0,11 41 0 0 0,-12-63-364 0 0,-1-1 1 0 0,2 1-1 0 0,-1-1 1 0 0,0 1-1 0 0,1-1 1 0 0,0 0-1 0 0,0 0 1 0 0,1 0-1 0 0,-1-1 1 0 0,5 5-1 0 0,-5-6-363 0 0,0-1 0 0 0,-1 1-1 0 0,1-1 1 0 0,0 0 0 0 0,0 0 0 0 0,1-1-1 0 0,-1 1 1 0 0,0-1 0 0 0,1 1 0 0 0,-1-1-1 0 0,4 1 1 0 0,10 1-5294 0 0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7:47.0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58 62 2568 0 0,'-24'-19'8201'0'0,"-5"-1"-2360"0"0,29 20-5818 0 0,0-1 1 0 0,0 1-1 0 0,-1 0 0 0 0,1 0 0 0 0,0 0 0 0 0,0 0 0 0 0,-1 0 1 0 0,1 0-1 0 0,0 0 0 0 0,0-1 0 0 0,0 1 0 0 0,-1 0 1 0 0,1 0-1 0 0,0 0 0 0 0,0 0 0 0 0,0-1 0 0 0,0 1 0 0 0,-1 0 1 0 0,1 0-1 0 0,0-1 0 0 0,0 1 0 0 0,0 0 0 0 0,0 0 1 0 0,0 0-1 0 0,0-1 0 0 0,0 1 0 0 0,0 0 0 0 0,0 0 0 0 0,0-1 1 0 0,0 1-1 0 0,0 0 0 0 0,0-1 0 0 0,0 1 0 0 0,0 0 1 0 0,0 0-1 0 0,0-1 0 0 0,0 1 0 0 0,0 0 0 0 0,0 0 0 0 0,0-1 1 0 0,0 1-1 0 0,0 0 0 0 0,0 0 0 0 0,1 0 0 0 0,-1-1 1 0 0,0 1-1 0 0,0 0 0 0 0,0 0 0 0 0,0 0 0 0 0,1-1 0 0 0,-1 1 1 0 0,0 0-1 0 0,0 0 0 0 0,0 0 0 0 0,1 0 0 0 0,-1 0 1 0 0,0-1-1 0 0,0 1 0 0 0,1 0 0 0 0,-1 0 0 0 0,0 0 0 0 0,20-8 936 0 0,-12 7-815 0 0,-1 0 0 0 0,1 0 0 0 0,0 1 0 0 0,-1 0 0 0 0,1 0 0 0 0,-1 1 1 0 0,1 0-1 0 0,-1 0 0 0 0,11 4 0 0 0,-16-4-105 0 0,-1 0 0 0 0,0-1 0 0 0,1 1 0 0 0,-1 0 1 0 0,0 0-1 0 0,0 0 0 0 0,0 0 0 0 0,0 0 0 0 0,0 0 1 0 0,0 0-1 0 0,0 1 0 0 0,0-1 0 0 0,0 0 1 0 0,0 1-1 0 0,-1-1 0 0 0,1 0 0 0 0,0 1 0 0 0,-1-1 1 0 0,1 1-1 0 0,-1-1 0 0 0,0 1 0 0 0,0-1 0 0 0,1 1 1 0 0,-1-1-1 0 0,0 1 0 0 0,0-1 0 0 0,0 1 1 0 0,0-1-1 0 0,-1 1 0 0 0,1-1 0 0 0,-1 3 0 0 0,-1 4 80 0 0,1 0 1 0 0,-2 0-1 0 0,1 0 0 0 0,-5 8 0 0 0,-79 146 540 0 0,67-130-395 0 0,19-31-242 0 0,0-1 0 0 0,0 1 0 0 0,-1-1 0 0 0,1 1 0 0 0,0-1 0 0 0,0 1 0 0 0,-1 0 0 0 0,1-1 0 0 0,0 1-1 0 0,0-1 1 0 0,0 1 0 0 0,0 0 0 0 0,0-1 0 0 0,0 1 0 0 0,0-1 0 0 0,0 1 0 0 0,0 0 0 0 0,0-1 0 0 0,0 1 0 0 0,0 0 0 0 0,9 2 244 0 0,16-9-67 0 0,-24 6-190 0 0,163-65-716 0 0,-59 17-5020 0 0,-52 24 88 0 0,-37 16 1687 0 0,0 0-1774 0 0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7:47.4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14 123 968 0 0,'-4'-15'5752'0'0,"2"9"-4296"0"0,0-1 0 0 0,1 0 0 0 0,-1 0 0 0 0,1 0-1 0 0,1 0 1 0 0,-1-10 0 0 0,2 15-1342 0 0,-1-1 0 0 0,1 1 0 0 0,-1 0 0 0 0,1-1 1 0 0,0 1-1 0 0,0 0 0 0 0,0 0 0 0 0,0-1 0 0 0,0 1 0 0 0,1 0 0 0 0,-1 0 0 0 0,1 0 1 0 0,-1 0-1 0 0,1 1 0 0 0,0-1 0 0 0,-1 0 0 0 0,1 1 0 0 0,0-1 0 0 0,0 1 0 0 0,0 0 0 0 0,0-1 1 0 0,1 1-1 0 0,3-1 0 0 0,-4 1-55 0 0,1 0 1 0 0,-1 1 0 0 0,0-1-1 0 0,1 1 1 0 0,-1-1 0 0 0,0 1-1 0 0,1 0 1 0 0,-1 0 0 0 0,1 0-1 0 0,-1 1 1 0 0,0-1 0 0 0,1 0-1 0 0,-1 1 1 0 0,0 0 0 0 0,1-1-1 0 0,-1 1 1 0 0,0 0-1 0 0,0 0 1 0 0,0 0 0 0 0,0 1-1 0 0,1-1 1 0 0,-2 0 0 0 0,1 1-1 0 0,0-1 1 0 0,0 1 0 0 0,0 0-1 0 0,-1 0 1 0 0,1-1 0 0 0,-1 1-1 0 0,0 0 1 0 0,1 0-1 0 0,-1 1 1 0 0,0-1 0 0 0,0 0-1 0 0,0 0 1 0 0,0 0 0 0 0,-1 1-1 0 0,2 2 1 0 0,-1 6 82 0 0,0 0 0 0 0,0 0 0 0 0,-1 0 0 0 0,0 0 0 0 0,-1-1 1 0 0,0 1-1 0 0,-1 0 0 0 0,0 0 0 0 0,-5 11 0 0 0,-5 15 644 0 0,-23 43 0 0 0,9-19 571 0 0,15-40-958 0 0,8-18-325 0 0,1 0 1 0 0,0 1-1 0 0,0 0 1 0 0,0-1-1 0 0,1 1 1 0 0,-1 0-1 0 0,1 0 1 0 0,0 0-1 0 0,0 0 0 0 0,0 6 1 0 0,1-10-68 0 0,0 0 0 0 0,0 1 0 0 0,0-1 0 0 0,0 1 0 0 0,1-1 0 0 0,-1 1 0 0 0,0-1 0 0 0,0 0 0 0 0,0 1 0 0 0,1-1 0 0 0,-1 0 0 0 0,0 1 0 0 0,0-1 0 0 0,1 0 0 0 0,-1 1 0 0 0,0-1 0 0 0,1 0 0 0 0,-1 0 0 0 0,0 1 0 0 0,1-1 0 0 0,-1 0 0 0 0,1 0-1 0 0,-1 0 1 0 0,0 1 0 0 0,1-1 0 0 0,-1 0 0 0 0,1 0 0 0 0,-1 0 0 0 0,0 0 0 0 0,1 0 0 0 0,0 0 0 0 0,19 0 51 0 0,-17 0-53 0 0,18-3-635 0 0,0 0 0 0 0,1-2 0 0 0,36-12 0 0 0,4-7-5357 0 0,-3-2-4581 0 0,-40 18 4217 0 0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7:48.4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374 138 1572 0 0,'4'-9'1838'0'0,"-1"-1"-1"0"0,0 1 0 0 0,3-12 1 0 0,-6 18-1475 0 0,1-1 1 0 0,-1 0 0 0 0,1 1 0 0 0,-1-1 0 0 0,0 1-1 0 0,-1-1 1 0 0,1 0 0 0 0,-1 1 0 0 0,1-1-1 0 0,-1 1 1 0 0,0-1 0 0 0,-2-3 0 0 0,2 5-281 0 0,0-1-1 0 0,0 1 1 0 0,0 0 0 0 0,-1 0 0 0 0,1-1 0 0 0,-1 1 0 0 0,1 0 0 0 0,-1 0 0 0 0,0 1 0 0 0,0-1 0 0 0,0 0 0 0 0,0 1 0 0 0,0-1-1 0 0,0 1 1 0 0,-1-1 0 0 0,1 1 0 0 0,0 0 0 0 0,-1 0 0 0 0,1 0 0 0 0,-1 0 0 0 0,1 1 0 0 0,-1-1 0 0 0,1 1 0 0 0,-1-1 0 0 0,0 1-1 0 0,1 0 1 0 0,-1 0 0 0 0,1 0 0 0 0,-1 0 0 0 0,0 1 0 0 0,1-1 0 0 0,-1 1 0 0 0,1-1 0 0 0,-1 1 0 0 0,1 0 0 0 0,-1 0 0 0 0,-1 1-1 0 0,-7 3-6 0 0,1 0 0 0 0,-1 1 0 0 0,2 0 0 0 0,-1 1-1 0 0,1 0 1 0 0,0 0 0 0 0,-8 9 0 0 0,-7 9 123 0 0,1 0 1 0 0,1 2 0 0 0,2 1 0 0 0,1 0-1 0 0,1 1 1 0 0,1 1 0 0 0,2 1 0 0 0,1 0 0 0 0,1 1-1 0 0,-11 45 1 0 0,22-69-168 0 0,1 0-1 0 0,0 0 0 0 0,0 0 1 0 0,1 0-1 0 0,0 1 1 0 0,0-1-1 0 0,1 0 1 0 0,3 16-1 0 0,-4-22-23 0 0,1 1-1 0 0,0-1 1 0 0,0 1-1 0 0,0-1 1 0 0,0 0-1 0 0,0 1 1 0 0,1-1-1 0 0,-1 0 1 0 0,1 0-1 0 0,-1 0 1 0 0,1 0-1 0 0,0 0 1 0 0,0 0-1 0 0,0-1 1 0 0,0 1-1 0 0,0 0 1 0 0,0-1-1 0 0,0 0 1 0 0,1 1-1 0 0,-1-1 1 0 0,0 0-1 0 0,1 0 1 0 0,-1 0-1 0 0,1-1 1 0 0,-1 1-1 0 0,1-1 1 0 0,0 1-1 0 0,-1-1 1 0 0,1 0-1 0 0,-1 0 1 0 0,1 0-1 0 0,2 0 1 0 0,4-1-3 0 0,0-1 0 0 0,0 0 1 0 0,0 0-1 0 0,0-1 0 0 0,-1 0 0 0 0,1 0 0 0 0,-1-1 1 0 0,0 0-1 0 0,0-1 0 0 0,0 0 0 0 0,-1 0 0 0 0,1 0 1 0 0,-1-1-1 0 0,-1 0 0 0 0,1-1 0 0 0,-1 1 1 0 0,9-13-1 0 0,2-4-3 0 0,-2 0 1 0 0,-1-2 0 0 0,0 1 0 0 0,13-38-1 0 0,-6 7 315 0 0,-2-2 0 0 0,12-66-1 0 0,-27 114 5 0 0,-1 17 5 0 0,-1 16 245 0 0,-4 79 962 0 0,-1-57-1381 0 0,3 0 0 0 0,1 0 0 0 0,2 0 0 0 0,12 54 0 0 0,-13-91-418 0 0,1 0 1 0 0,0 0-1 0 0,1-1 0 0 0,0 1 0 0 0,0-1 0 0 0,1 0 0 0 0,7 9 0 0 0,-8-11-566 0 0,0-1 0 0 0,1 0 0 0 0,0 0-1 0 0,7 5 1 0 0,-8-7-232 0 0,0-1-1 0 0,0 1 1 0 0,-1-1 0 0 0,1 0 0 0 0,1-1-1 0 0,-1 1 1 0 0,6 1 0 0 0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7:49.0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86 158 1160 0 0,'-13'-43'8167'0'0,"9"32"-6637"0"0,0-1 1 0 0,1 1-1 0 0,0-1 0 0 0,1 0 1 0 0,-1-14-1 0 0,3 25-1499 0 0,0 0 1 0 0,0-1-1 0 0,0 1 1 0 0,1 0-1 0 0,-1-1 0 0 0,0 1 1 0 0,1 0-1 0 0,-1-1 1 0 0,1 1-1 0 0,0 0 0 0 0,-1 0 1 0 0,1 0-1 0 0,0 0 1 0 0,0-1-1 0 0,-1 1 0 0 0,1 0 1 0 0,0 0-1 0 0,0 1 1 0 0,0-1-1 0 0,0 0 0 0 0,0 0 1 0 0,1 0-1 0 0,-1 1 1 0 0,0-1-1 0 0,0 0 0 0 0,0 1 1 0 0,1-1-1 0 0,-1 1 1 0 0,0 0-1 0 0,1-1 0 0 0,-1 1 1 0 0,0 0-1 0 0,1 0 1 0 0,-1 0-1 0 0,0 0 0 0 0,1 0 1 0 0,1 0-1 0 0,2 0 20 0 0,0 0-1 0 0,0 1 1 0 0,-1 0-1 0 0,1-1 1 0 0,0 1-1 0 0,-1 1 1 0 0,1-1-1 0 0,7 4 1 0 0,-9-3-24 0 0,-1-1 1 0 0,0 1-1 0 0,0-1 1 0 0,0 1-1 0 0,0 0 1 0 0,0 0 0 0 0,0 0-1 0 0,-1 0 1 0 0,1 0-1 0 0,-1 0 1 0 0,1 0-1 0 0,-1 1 1 0 0,0-1 0 0 0,0 0-1 0 0,0 1 1 0 0,0-1-1 0 0,0 1 1 0 0,0 3-1 0 0,0-1 1 0 0,-1 0 0 0 0,0 0 0 0 0,0 0 0 0 0,0 0-1 0 0,-1 0 1 0 0,1 0 0 0 0,-1 0 0 0 0,-1 0-1 0 0,-1 5 1 0 0,-2 5 21 0 0,-2 0 0 0 0,0-1 0 0 0,-1 0 0 0 0,0-1 1 0 0,-10 14-1 0 0,0-9 272 0 0,11-12-87 0 0,8-11 5 0 0,0 4-230 0 0,2-1-7 0 0,1 0 0 0 0,-1 1 0 0 0,1-1 0 0 0,-1 1 0 0 0,1 0 0 0 0,0 0 0 0 0,0 0-1 0 0,0 1 1 0 0,6-1 0 0 0,-5 1 6 0 0,0 1 1 0 0,0-1-1 0 0,-1 1 0 0 0,1 0 0 0 0,0 0 0 0 0,-1 0 0 0 0,1 1 0 0 0,0 0 0 0 0,-1 0 0 0 0,0 0 0 0 0,0 0 1 0 0,1 1-1 0 0,-1-1 0 0 0,0 1 0 0 0,-1 0 0 0 0,1 0 0 0 0,-1 1 0 0 0,1-1 0 0 0,-1 1 0 0 0,0 0 0 0 0,0-1 1 0 0,-1 1-1 0 0,1 1 0 0 0,2 4 0 0 0,-3-4 162 0 0,1 1 1 0 0,-1 0-1 0 0,-1 0 1 0 0,1 0-1 0 0,-1 0 0 0 0,0 0 1 0 0,0 0-1 0 0,0 0 1 0 0,-1 0-1 0 0,0 1 0 0 0,0-1 1 0 0,-1 0-1 0 0,0 0 1 0 0,0 0-1 0 0,0 0 0 0 0,-1 0 1 0 0,1 0-1 0 0,-6 11 1 0 0,4-11-29 0 0,0 0 1 0 0,0 0 0 0 0,-1 0-1 0 0,1 0 1 0 0,-1-1 0 0 0,0 0 0 0 0,-1 0-1 0 0,1 0 1 0 0,-1 0 0 0 0,0 0-1 0 0,0-1 1 0 0,-1 0 0 0 0,1 0 0 0 0,-1-1-1 0 0,0 0 1 0 0,0 0 0 0 0,0 0-1 0 0,0 0 1 0 0,0-1 0 0 0,-1 0-1 0 0,1 0 1 0 0,-1-1 0 0 0,0 0 0 0 0,1 0-1 0 0,-11 0 1 0 0,-25-5 205 0 0,39 4-545 0 0,-1-1 0 0 0,0 1 0 0 0,1-1 0 0 0,-1 0 0 0 0,1-1 1 0 0,-1 1-1 0 0,1 0 0 0 0,-1-1 0 0 0,1 0 0 0 0,-5-3 1 0 0,8 5 41 0 0,0-1 1 0 0,-1 1 0 0 0,1-1 0 0 0,0 0 0 0 0,0 1 0 0 0,0-1 0 0 0,0 1 0 0 0,0-1-1 0 0,0 1 1 0 0,0-1 0 0 0,0 1 0 0 0,0-1 0 0 0,0 0 0 0 0,0 1 0 0 0,0-1 0 0 0,1 1-1 0 0,-1-1 1 0 0,0 1 0 0 0,0-1 0 0 0,0 1 0 0 0,1-1 0 0 0,-1 1 0 0 0,0-1 0 0 0,1 1 0 0 0,-1-1-1 0 0,0 1 1 0 0,1-1 0 0 0,-1 1 0 0 0,1 0 0 0 0,-1-1 0 0 0,0 1 0 0 0,1 0 0 0 0,0-1-1 0 0,15-11-4410 0 0,5-2-3254 0 0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7:49.5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0 156 164 0 0,'1'-46'9779'0'0,"7"2"-4651"0"0,-7 40-4991 0 0,0 1-1 0 0,1 0 1 0 0,-1-1-1 0 0,1 1 1 0 0,0 0-1 0 0,0 0 1 0 0,0-1-1 0 0,0 2 1 0 0,0-1-1 0 0,1 0 1 0 0,-1 0-1 0 0,1 1 1 0 0,0-1-1 0 0,-1 1 1 0 0,1 0-1 0 0,0 0 1 0 0,1 0-1 0 0,-1 0 1 0 0,0 1-1 0 0,1-1 1 0 0,-1 1 0 0 0,5-1-1 0 0,-3 0-59 0 0,1 1 1 0 0,-1 0-1 0 0,0 0 1 0 0,1 0-1 0 0,-1 1 1 0 0,1 0-1 0 0,0 0 1 0 0,-1 1-1 0 0,1-1 1 0 0,-1 1-1 0 0,0 0 1 0 0,1 1-1 0 0,9 3 1 0 0,-12-4-41 0 0,0 1 1 0 0,-1-1 0 0 0,1 1 0 0 0,-1 0 0 0 0,1 0 0 0 0,-1 0 0 0 0,0 0 0 0 0,0 0 0 0 0,1 0 0 0 0,-2 0 0 0 0,1 1 0 0 0,0-1 0 0 0,0 1 0 0 0,-1 0 0 0 0,0-1 0 0 0,1 1 0 0 0,-1 0 0 0 0,0 0 0 0 0,0 0 0 0 0,-1 0 0 0 0,1 0 0 0 0,0 0 0 0 0,-1 0 0 0 0,0 0 0 0 0,0 0 0 0 0,0 6 0 0 0,-3 6 19 0 0,0 0 1 0 0,0 1 0 0 0,-2-2 0 0 0,0 1 0 0 0,0 0 0 0 0,-1-1 0 0 0,-16 26 0 0 0,-4 11 42 0 0,24-47-91 0 0,0-2 2 0 0,1 1 1 0 0,0-1-1 0 0,-1 0 0 0 0,1 0 1 0 0,0 0-1 0 0,0 1 0 0 0,1-1 0 0 0,-1 0 1 0 0,0 1-1 0 0,1-1 0 0 0,0 1 1 0 0,-1-1-1 0 0,1 5 0 0 0,27-9 25 0 0,-22 1-28 0 0,6 0-4 0 0,0 0 0 0 0,0 1 0 0 0,0 0 0 0 0,-1 1 0 0 0,1 0 0 0 0,0 1 0 0 0,15 4 0 0 0,-19-5 131 0 0,-1 1 1 0 0,0 0 0 0 0,0 0 0 0 0,-1 1 0 0 0,1 0 0 0 0,0 0 0 0 0,-1 0-1 0 0,0 1 1 0 0,0-1 0 0 0,0 1 0 0 0,0 1 0 0 0,0-1 0 0 0,-1 1-1 0 0,0 0 1 0 0,0 0 0 0 0,6 10 0 0 0,-8-11 36 0 0,0-1 1 0 0,0 1-1 0 0,-1 0 0 0 0,0 1 1 0 0,0-1-1 0 0,0 0 0 0 0,0 0 1 0 0,-1 0-1 0 0,1 0 0 0 0,-1 1 1 0 0,0-1-1 0 0,0 0 0 0 0,-1 0 1 0 0,1 1-1 0 0,-1-1 0 0 0,0 0 1 0 0,0 0-1 0 0,-1 0 0 0 0,1 0 1 0 0,-1 0-1 0 0,0 0 0 0 0,0 0 1 0 0,0-1-1 0 0,0 1 0 0 0,-6 5 1 0 0,2-1-50 0 0,-1-1 0 0 0,0-1 0 0 0,0 1 1 0 0,0-1-1 0 0,-1 0 0 0 0,0-1 0 0 0,0 1 1 0 0,-1-2-1 0 0,0 1 0 0 0,-10 3 0 0 0,-1-1-753 0 0,0-1-1 0 0,0-1 1 0 0,-34 4-1 0 0,29-11-3848 0 0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7:49.9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152 153 2720 0 0,'-94'-4'13881'0'0,"57"1"-10470"0"0,34 3-2891 0 0,0 0-84 0 0,-11 0 3498 0 0,17 0-3561 0 0,32-9-57 0 0,0 0-1 0 0,-1-2 1 0 0,0-2 0 0 0,-1-1-1 0 0,42-25 1 0 0,-68 35-88 0 0,1-1 1 0 0,-1 0-1 0 0,1 0 0 0 0,-2-1 0 0 0,1 0 0 0 0,10-13 1 0 0,-16 18-277 0 0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7:50.5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296 125 2992 0 0,'6'-6'1870'0'0,"-1"0"-1"0"0,1 0 1 0 0,-1-1-1 0 0,-1 0 1 0 0,6-9-1 0 0,-8 12-1282 0 0,-1 1 0 0 0,1 0 0 0 0,-1-1 0 0 0,0 1 0 0 0,0-1 0 0 0,0 1 0 0 0,-1-1 0 0 0,1 0 0 0 0,-1 1 0 0 0,0-1 0 0 0,0 0 0 0 0,0 1 0 0 0,-1-8 0 0 0,0 10-526 0 0,1 0 0 0 0,-1 0 0 0 0,1 0 0 0 0,-1 0 0 0 0,0 0-1 0 0,1 0 1 0 0,-1 0 0 0 0,0 0 0 0 0,1 0 0 0 0,-1 0 0 0 0,0 0 0 0 0,0 0-1 0 0,0 1 1 0 0,0-1 0 0 0,0 0 0 0 0,0 1 0 0 0,0-1 0 0 0,0 0 0 0 0,0 1-1 0 0,-1 0 1 0 0,1-1 0 0 0,0 1 0 0 0,0 0 0 0 0,0-1 0 0 0,0 1-1 0 0,-1 0 1 0 0,1 0 0 0 0,0 0 0 0 0,0 0 0 0 0,-1 0 0 0 0,1 0 0 0 0,0 0-1 0 0,0 0 1 0 0,0 1 0 0 0,-3 0 0 0 0,-2 0-9 0 0,-1 1-1 0 0,1 0 1 0 0,0 0-1 0 0,-1 1 1 0 0,-5 3 0 0 0,-5 4 8 0 0,0 1 1 0 0,1 1 0 0 0,1 0 0 0 0,0 1 0 0 0,1 1-1 0 0,0 0 1 0 0,1 1 0 0 0,1 0 0 0 0,0 1-1 0 0,-10 19 1 0 0,7-7-22 0 0,0 1-1 0 0,2 1 1 0 0,1 0-1 0 0,1 0 1 0 0,-9 45-1 0 0,18-64-24 0 0,0 1 1 0 0,1-1-1 0 0,1 1 1 0 0,-1 0-1 0 0,2-1 1 0 0,0 1-1 0 0,0-1 0 0 0,1 1 1 0 0,0-1-1 0 0,7 18 1 0 0,-8-26-27 0 0,0 1 0 0 0,0-1 0 0 0,1 0 0 0 0,-1 0 1 0 0,1 1-1 0 0,0-1 0 0 0,0 0 0 0 0,0 0 0 0 0,1-1 1 0 0,-1 1-1 0 0,1 0 0 0 0,-1-1 0 0 0,1 0 0 0 0,0 1 1 0 0,0-1-1 0 0,0 0 0 0 0,0 0 0 0 0,0-1 0 0 0,1 1 1 0 0,-1-1-1 0 0,0 1 0 0 0,1-1 0 0 0,-1 0 0 0 0,1 0 1 0 0,-1-1-1 0 0,1 1 0 0 0,0-1 0 0 0,-1 0 0 0 0,1 0 1 0 0,0 0-1 0 0,-1 0 0 0 0,1-1 0 0 0,-1 1 0 0 0,1-1 1 0 0,-1 0-1 0 0,7-2 0 0 0,-3 0-124 0 0,0 0 0 0 0,0 0 0 0 0,0 0 0 0 0,-1-1 0 0 0,1 0 0 0 0,-1 0 0 0 0,0 0 0 0 0,0-1 0 0 0,9-10 0 0 0,-6 5-16 0 0,-1 0 0 0 0,-1-1 0 0 0,1 0 0 0 0,-2 0 0 0 0,7-14 0 0 0,-1-5-48 0 0,-1 0-1 0 0,-2 0 0 0 0,10-57 0 0 0,-12 47 893 0 0,2-81 0 0 0,-16 155 1222 0 0,2 30-578 0 0,-2 91 200 0 0,8-125-1859 0 0,0 0-1 0 0,2 0 0 0 0,8 33 1 0 0,-9-53-647 0 0,0-1 0 0 0,1 1 0 0 0,1-1 0 0 0,6 13 0 0 0,-8-18-249 0 0,0-1-1 0 0,0 0 0 0 0,0 0 1 0 0,1 0-1 0 0,-1 0 0 0 0,4 3-1219 0 0,3 1 1219 0 0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7:51.0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5 212 912 0 0,'3'-43'9901'0'0,"-2"28"-7248"0"0,1-1 0 0 0,0 0-1 0 0,8-29 1 0 0,-8 41-2442 0 0,0-1 0 0 0,0 0 0 0 0,0 1 0 0 0,0 0 0 0 0,1-1 1 0 0,0 1-1 0 0,0 0 0 0 0,0 0 0 0 0,0 0 0 0 0,1 1 0 0 0,-1-1 0 0 0,1 1 0 0 0,0 0 0 0 0,0 0 0 0 0,0 0 0 0 0,8-3 0 0 0,-11 5-179 0 0,1 0 0 0 0,0 0 1 0 0,0 0-1 0 0,0 0 0 0 0,0 1 0 0 0,0-1 0 0 0,0 0 0 0 0,0 1 0 0 0,0 0 0 0 0,0-1 0 0 0,0 1 0 0 0,0 0 0 0 0,0 0 0 0 0,0 0 0 0 0,0 0 0 0 0,0 0 1 0 0,0 1-1 0 0,0-1 0 0 0,0 1 0 0 0,0-1 0 0 0,0 1 0 0 0,0 0 0 0 0,0 0 0 0 0,0 0 0 0 0,0 0 0 0 0,-1 0 0 0 0,1 0 0 0 0,0 0 0 0 0,-1 1 0 0 0,1-1 1 0 0,-1 0-1 0 0,1 1 0 0 0,-1-1 0 0 0,1 1 0 0 0,-1 0 0 0 0,0 0 0 0 0,0-1 0 0 0,0 1 0 0 0,0 0 0 0 0,1 4 0 0 0,0 0-3 0 0,1 1 0 0 0,-1 0-1 0 0,-1 0 1 0 0,1 0 0 0 0,-1 0 0 0 0,-1 0-1 0 0,1 0 1 0 0,-1 0 0 0 0,0 0-1 0 0,-2 11 1 0 0,-1-6-9 0 0,0 0 0 0 0,-1 1 0 0 0,0-1 0 0 0,-1-1 0 0 0,-1 1 0 0 0,0-1 0 0 0,-8 12 0 0 0,0-3 161 0 0,-2 0-1 0 0,-27 28 0 0 0,41-47-81 0 0,-3 5 98 0 0,9-8-192 0 0,0 0 0 0 0,-1 0 1 0 0,1 1-1 0 0,0-1 0 0 0,0 1 1 0 0,0 0-1 0 0,0 0 0 0 0,0 1 0 0 0,0-1 1 0 0,0 1-1 0 0,0 0 0 0 0,0 0 1 0 0,0 0-1 0 0,0 1 0 0 0,0-1 0 0 0,8 3 1 0 0,-6-1-14 0 0,1 1 1 0 0,-1 0-1 0 0,1 0 0 0 0,-1 1 1 0 0,0 0-1 0 0,0 0 0 0 0,0 0 1 0 0,-1 0-1 0 0,7 8 0 0 0,-4-5 95 0 0,-1 1-1 0 0,0 1 0 0 0,-1-1 0 0 0,0 1 1 0 0,0 0-1 0 0,-1 1 0 0 0,0-1 0 0 0,-1 1 1 0 0,0 0-1 0 0,0 0 0 0 0,-1 0 0 0 0,0 1 0 0 0,1 12 1 0 0,-3-18 24 0 0,-1 0 0 0 0,0 0 0 0 0,0 0 0 0 0,-1 0 0 0 0,1 0 0 0 0,-1-1 1 0 0,0 1-1 0 0,0 0 0 0 0,-1 0 0 0 0,1-1 0 0 0,-1 1 0 0 0,0-1 0 0 0,0 1 1 0 0,-1-1-1 0 0,1 0 0 0 0,-1 0 0 0 0,0 0 0 0 0,0 0 0 0 0,0 0 0 0 0,-1-1 0 0 0,1 0 1 0 0,-1 1-1 0 0,0-1 0 0 0,0 0 0 0 0,0-1 0 0 0,0 1 0 0 0,0-1 0 0 0,-1 0 1 0 0,1 0-1 0 0,-1 0 0 0 0,0-1 0 0 0,1 1 0 0 0,-1-1 0 0 0,-7 1 0 0 0,-6 3-92 0 0,2-2-18 0 0,-43-1-4 0 0,38-2 3 0 0,-7-1-429 0 0,21-2-469 0 0,3 1 424 0 0,4-5-2300 0 0,1 4 1954 0 0,0 0 0 0 0,0 0-1 0 0,0 0 1 0 0,1 0 0 0 0,-1 1-1 0 0,1-1 1 0 0,-1 0 0 0 0,1 1 0 0 0,0-1-1 0 0,0 1 1 0 0,0 0 0 0 0,1 0-1 0 0,-1 0 1 0 0,0 0 0 0 0,4-2 0 0 0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7:51.3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0 159 388 0 0,'0'-12'4383'0'0,"1"0"0"0"0,5-23 1 0 0,-5 27-3479 0 0,2 0 1 0 0,-1 1 0 0 0,1-1 0 0 0,0 1 0 0 0,6-11 0 0 0,-7 15-767 0 0,0 0 1 0 0,0 0-1 0 0,0 0 0 0 0,0 0 0 0 0,0 1 1 0 0,1-1-1 0 0,0 1 0 0 0,-1 0 0 0 0,1-1 1 0 0,0 1-1 0 0,0 0 0 0 0,0 0 1 0 0,0 1-1 0 0,0-1 0 0 0,1 1 0 0 0,-1 0 1 0 0,0 0-1 0 0,1 0 0 0 0,-1 0 0 0 0,1 0 1 0 0,-1 1-1 0 0,1-1 0 0 0,-1 1 0 0 0,1 0 1 0 0,-1 0-1 0 0,1 0 0 0 0,-1 1 0 0 0,1-1 1 0 0,-1 1-1 0 0,8 2 0 0 0,-7-1 13 0 0,1 0 1 0 0,0 0-1 0 0,-1 0 0 0 0,1 0 0 0 0,-1 1 1 0 0,0 0-1 0 0,0 0 0 0 0,0 0 0 0 0,0 0 1 0 0,0 0-1 0 0,-1 1 0 0 0,0 0 0 0 0,1 0 1 0 0,-1 0-1 0 0,-1 0 0 0 0,1 0 0 0 0,-1 1 1 0 0,1-1-1 0 0,-1 1 0 0 0,-1-1 0 0 0,1 1 1 0 0,0 0-1 0 0,-1 0 0 0 0,1 9 0 0 0,0-2 32 0 0,-2 1-1 0 0,1-1 0 0 0,-1 0 0 0 0,-1 0 1 0 0,0 0-1 0 0,-1 0 0 0 0,0 0 0 0 0,-1 0 0 0 0,-5 14 1 0 0,-10 15 704 0 0,-1-1-1 0 0,-41 63 1 0 0,32-58 126 0 0,26-42-880 0 0,-4 7-107 0 0,6-9-27 0 0,-1-1 0 0 0,1 0 0 0 0,0 1 0 0 0,0-1 0 0 0,0 1 0 0 0,-1-1 0 0 0,1 1 0 0 0,0-1 0 0 0,0 1 0 0 0,0-1 0 0 0,0 1 0 0 0,0-1 0 0 0,0 0 0 0 0,0 1 0 0 0,0-1 0 0 0,0 1 0 0 0,0-1 0 0 0,0 1 0 0 0,0-1 0 0 0,0 1 0 0 0,1 0 0 0 0,-1 0 0 0 0,1-1 0 0 0,0 1 0 0 0,0-1 0 0 0,-1 1 0 0 0,1-1 0 0 0,0 0 0 0 0,-1 1 0 0 0,1-1 0 0 0,0 0 0 0 0,0 0 0 0 0,0 1 0 0 0,0-1 0 0 0,-1 0 0 0 0,1 0 0 0 0,0 0 0 0 0,1 0 0 0 0,18 0-54 0 0,0-2 0 0 0,0 0 1 0 0,0-1-1 0 0,0-1 0 0 0,28-9 0 0 0,-2 1-304 0 0,133-33-6400 0 0,-61 11-4745 0 0,-62 16 82 0 0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7:51.9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409 223 2484 0 0,'-8'-33'4852'0'0,"-17"-58"5363"0"0,22 82-9407 0 0,0 0 0 0 0,-1 1 0 0 0,0 0 0 0 0,-1 0 0 0 0,0 0 0 0 0,0 0 0 0 0,-13-13 0 0 0,16 19-734 0 0,-1 0 1 0 0,0 0-1 0 0,0 0 1 0 0,0 0-1 0 0,0 1 1 0 0,0-1-1 0 0,0 1 1 0 0,-1 0-1 0 0,1 0 1 0 0,0 0-1 0 0,-1 0 1 0 0,1 0-1 0 0,-1 1 1 0 0,1-1-1 0 0,-1 1 1 0 0,1 0-1 0 0,-1 0 1 0 0,1 1-1 0 0,0-1 1 0 0,-1 1-1 0 0,1 0 1 0 0,-1-1-1 0 0,1 1 1 0 0,0 1-1 0 0,-1-1 1 0 0,-3 3-1 0 0,-3 1-41 0 0,0 0 1 0 0,0 1-1 0 0,1 0 1 0 0,0 0-1 0 0,0 1 0 0 0,1 0 1 0 0,-9 9-1 0 0,-1 6 4 0 0,0 0 0 0 0,1 1 0 0 0,1 1 0 0 0,-18 35 0 0 0,25-40 7 0 0,1 0 0 0 0,0 1 0 0 0,2 0 0 0 0,0 0 0 0 0,1 1 0 0 0,-4 34 0 0 0,9-51-36 0 0,-1 1 0 0 0,1 0 0 0 0,0 0 0 0 0,1-1 0 0 0,-1 1 0 0 0,1 0 0 0 0,0-1 0 0 0,0 1 0 0 0,0-1 0 0 0,1 1 0 0 0,0-1 0 0 0,0 1 0 0 0,0-1 0 0 0,0 0 0 0 0,4 6 0 0 0,-3-7-12 0 0,-1-1 0 0 0,1 0 0 0 0,-1 0 0 0 0,1 1 0 0 0,0-1 0 0 0,0-1 0 0 0,0 1 1 0 0,0 0-1 0 0,0-1 0 0 0,0 0 0 0 0,0 1 0 0 0,0-1 0 0 0,1-1 0 0 0,-1 1 0 0 0,0 0 0 0 0,1-1 0 0 0,-1 0 0 0 0,1 1 0 0 0,-1-1 0 0 0,0-1 0 0 0,1 1 0 0 0,3-1 0 0 0,2-1-111 0 0,0 0 0 0 0,0 0 0 0 0,-1-1 0 0 0,1-1 0 0 0,-1 1-1 0 0,1-1 1 0 0,-1-1 0 0 0,-1 0 0 0 0,1 0 0 0 0,-1 0 0 0 0,1-1 0 0 0,-1 0 0 0 0,-1 0-1 0 0,8-9 1 0 0,8-13-255 0 0,0 0 0 0 0,23-42 0 0 0,-28 42 289 0 0,0-2-14 0 0,-1-2 1 0 0,18-51 0 0 0,-8 18 1750 0 0,-21 117 219 0 0,-6 30-1185 0 0,2 83 896 0 0,0-139-2833 0 0,2 1 0 0 0,1 0 0 0 0,1-1 0 0 0,9 26 0 0 0,2-18-3351 0 0,-2-16-2112 0 0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7:52.5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33 180 1576 0 0,'-2'-5'1128'0'0,"1"1"-1"0"0,0 0 1 0 0,0-1-1 0 0,1 1 1 0 0,-1-1-1 0 0,1-7 1 0 0,1 7-411 0 0,-1 0 1 0 0,1 0-1 0 0,0 0 0 0 0,0 0 1 0 0,3-5-1 0 0,1-2 865 0 0,1 0 0 0 0,0 0-1 0 0,12-15 1 0 0,-14 21-630 0 0,18-28 3937 0 0,-21 33-4397 0 0,7-1-336 0 0,0 3-91 0 0,-7 0 79 0 0,9 5-107 0 0,1-1-38 0 0,-1 1 1 0 0,0 1-1 0 0,0 0 1 0 0,-1 0-1 0 0,0 1 0 0 0,0 0 1 0 0,-1 0-1 0 0,0 1 0 0 0,-1 0 1 0 0,1 1-1 0 0,7 15 0 0 0,-11-19 55 0 0,-1 0-1 0 0,0 0 0 0 0,-1 0 0 0 0,1 0 0 0 0,-1 1 0 0 0,-1-1 0 0 0,1 1 0 0 0,-1-1 0 0 0,0 1 0 0 0,-1 0 0 0 0,1 0 0 0 0,-1-1 0 0 0,-1 1 0 0 0,1 0 0 0 0,-1-1 0 0 0,0 1 0 0 0,-1 0 0 0 0,1-1 0 0 0,-1 0 0 0 0,-1 1 0 0 0,-4 9 0 0 0,-12 15 477 0 0,-1-2 0 0 0,-2 0 0 0 0,0-2 0 0 0,-2 0 0 0 0,-35 29 0 0 0,58-54-508 0 0,-14 11 179 0 0,1 1 1 0 0,0 1-1 0 0,-18 24 1 0 0,32-37-95 0 0,0-2-99 0 0,1 1-1 0 0,-1 0 1 0 0,1-1-1 0 0,-1 1 1 0 0,1 0 0 0 0,0-1-1 0 0,-1 1 1 0 0,1-1-1 0 0,0 0 1 0 0,0 1 0 0 0,-1-1-1 0 0,1 1 1 0 0,0-1-1 0 0,0 0 1 0 0,-1 0 0 0 0,1 1-1 0 0,0-1 1 0 0,0 0-1 0 0,0 0 1 0 0,0 0 0 0 0,-1 0-1 0 0,1 0 1 0 0,0 0-1 0 0,0 0 1 0 0,0 0 0 0 0,0 0-1 0 0,0-1 1 0 0,-1 1-1 0 0,3-1 1 0 0,277-44 422 0 0,-218 30-3737 0 0,-40 8 447 0 0,0-1 0 0 0,0-1 1 0 0,0 0-1 0 0,23-16 0 0 0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7:53.1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44 173 1036 0 0,'-2'-6'2041'0'0,"-1"0"-1"0"0,1 1 1 0 0,0-1-1 0 0,-1-10 1 0 0,2 10-924 0 0,0 0 1 0 0,1 0-1 0 0,-1 0 1 0 0,2-10-1 0 0,0 12-806 0 0,-1 1-1 0 0,1-1 0 0 0,0 0 0 0 0,0 0 0 0 0,0 1 0 0 0,0-1 0 0 0,1 0 0 0 0,-1 1 0 0 0,1-1 0 0 0,0 1 0 0 0,0 0 0 0 0,0-1 0 0 0,1 1 0 0 0,-1 0 0 0 0,1 1 0 0 0,0-1 0 0 0,3-3 0 0 0,1 2-165 0 0,0 0-1 0 0,0 1 0 0 0,0-1 1 0 0,0 1-1 0 0,1 1 0 0 0,-1 0 1 0 0,1 0-1 0 0,0 0 1 0 0,14 0-1 0 0,-6 1-71 0 0,1 0-1 0 0,-1 2 1 0 0,25 3 0 0 0,-32-3-19 0 0,-1 1 1 0 0,1 0 0 0 0,-1 0 0 0 0,1 1-1 0 0,-1 0 1 0 0,0 0 0 0 0,0 1 0 0 0,11 7 0 0 0,-17-9-40 0 0,1 0 1 0 0,-1 0-1 0 0,0 0 1 0 0,0 0 0 0 0,0 0-1 0 0,0 0 1 0 0,0 1-1 0 0,0-1 1 0 0,-1 1 0 0 0,1 0-1 0 0,-1-1 1 0 0,0 1 0 0 0,1 0-1 0 0,-1 0 1 0 0,-1 0-1 0 0,1 0 1 0 0,0 0 0 0 0,-1 0-1 0 0,1 0 1 0 0,-1 0-1 0 0,0 0 1 0 0,0 0 0 0 0,0 0-1 0 0,-1 0 1 0 0,1 0-1 0 0,-1 0 1 0 0,-1 5 0 0 0,-2 4 4 0 0,0 0 1 0 0,-1 0-1 0 0,-1 0 1 0 0,0 0-1 0 0,-1-1 1 0 0,0 0 0 0 0,-14 17-1 0 0,-69 65 847 0 0,56-60 513 0 0,27-27-1067 0 0,7-6-288 0 0,-1 1 0 0 0,1-1 0 0 0,0 0 0 0 0,-1 0 0 0 0,1 0 0 0 0,-1 1 0 0 0,1-1-1 0 0,-1 0 1 0 0,1 1 0 0 0,0-1 0 0 0,-1 0 0 0 0,1 1 0 0 0,0-1 0 0 0,-1 0 0 0 0,1 1 0 0 0,0-1 0 0 0,0 1 0 0 0,-1-1-1 0 0,1 1 1 0 0,0-1 0 0 0,0 1 0 0 0,0-1 0 0 0,0 1 0 0 0,0-1 0 0 0,-1 1 0 0 0,1-1 0 0 0,0 1 0 0 0,0-1 0 0 0,0 0 0 0 0,0 1-1 0 0,0-1 1 0 0,0 1 0 0 0,1-1 0 0 0,-1 1 0 0 0,0-1 0 0 0,0 1 0 0 0,0-1 0 0 0,0 1 0 0 0,1 0 0 0 0,0 0-13 0 0,18 1 22 0 0,-7 0-34 0 0,-1 0 1 0 0,1 1-1 0 0,-1 1 1 0 0,0-1-1 0 0,0 2 1 0 0,0 0-1 0 0,-1 0 1 0 0,1 1-1 0 0,9 7 1 0 0,-15-9 28 0 0,0 0 1 0 0,0 0-1 0 0,0 0 1 0 0,-1 1-1 0 0,0 0 1 0 0,0 0 0 0 0,0 0-1 0 0,4 8 1 0 0,-6-9 51 0 0,0-1 1 0 0,-1 1-1 0 0,0 0 1 0 0,0-1 0 0 0,0 1-1 0 0,0 0 1 0 0,0 0-1 0 0,-1 0 1 0 0,0 0 0 0 0,0 0-1 0 0,0-1 1 0 0,0 1-1 0 0,0 0 1 0 0,-2 7-1 0 0,0-7 0 0 0,0 1 0 0 0,0-2-1 0 0,0 1 1 0 0,0 0 0 0 0,-1 0-1 0 0,1-1 1 0 0,-1 1-1 0 0,0-1 1 0 0,0 0 0 0 0,0 0-1 0 0,-1 0 1 0 0,1 0 0 0 0,-1 0-1 0 0,1-1 1 0 0,-1 0-1 0 0,0 1 1 0 0,0-1 0 0 0,-8 2-1 0 0,-7 3 47 0 0,1-1 1 0 0,-38 7-1 0 0,56-13-138 0 0,-25 4 162 0 0,-38 3 0 0 0,18-10-1407 0 0,39 2 596 0 0,1 0 1 0 0,0-1 0 0 0,1 1 0 0 0,-1-1 0 0 0,0 0 0 0 0,-6-4 0 0 0,10 5 274 0 0,-1 0 0 0 0,1 0 0 0 0,0 0 0 0 0,-1 0 1 0 0,1 0-1 0 0,0 0 0 0 0,0 0 0 0 0,0-1 0 0 0,0 1 1 0 0,0-1-1 0 0,0 1 0 0 0,0 0 0 0 0,-1-3 0 0 0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7:53.5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 58 224 0 0,'-39'-57'18104'0'0,"49"65"-16356"0"0,36 38 240 0 0,-2 2 0 0 0,66 98 0 0 0,-86-111-1641 0 0,-1 1-1 0 0,-2 2 1 0 0,-2 0-1 0 0,-1 1 0 0 0,19 60 1 0 0,-29-67-217 0 0,0 1 0 0 0,-2-1 0 0 0,-2 1 0 0 0,-1 0 0 0 0,-1 1 0 0 0,-2-1 0 0 0,-7 57 0 0 0,-2-35-471 0 0,-3 0 0 0 0,-2 0 1 0 0,-2-2-1 0 0,-41 90 0 0 0,-32 26-4498 0 0,-16-11-4987 0 0,43-77-560 0 0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7:53.6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30 4228 0 0,'7'-9'8593'0'0,"1"4"-5509"0"0,-1 0-1103 0 0,3-2-997 0 0,1 4-1452 0 0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8:02.3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143 99 1160 0 0,'18'-14'15835'0'0,"-21"19"-15722"0"0,1 0 1 0 0,0 0-1 0 0,0 0 0 0 0,0 1 1 0 0,1-1-1 0 0,0 1 1 0 0,0-1-1 0 0,-1 10 0 0 0,-1 7 240 0 0,-127 599 2775 0 0,121-586-2838 0 0,6-32 11 0 0,4-22-238 0 0,20-110 82 0 0,46-160 1 0 0,-50 224-199 0 0,2 2 0 0 0,3 0 1 0 0,32-61-1 0 0,-50 117 46 0 0,0 0 1 0 0,1 0-1 0 0,-1 0 0 0 0,1 1 0 0 0,1 0 1 0 0,-1 0-1 0 0,1 0 0 0 0,13-9 0 0 0,-18 14 7 0 0,0 1 0 0 0,1-1 0 0 0,-1 1 0 0 0,0-1 0 0 0,1 1 0 0 0,-1 0 0 0 0,1-1 0 0 0,-1 1 0 0 0,1 0 0 0 0,-1 0 0 0 0,0 0 0 0 0,1 0 0 0 0,-1 0 0 0 0,1 1 0 0 0,-1-1 0 0 0,1 0 0 0 0,-1 1 0 0 0,0-1 0 0 0,1 1 0 0 0,-1-1 0 0 0,1 1 0 0 0,-1 0 1 0 0,1 0-2 0 0,2 1 52 0 0,-1 0-1 0 0,0 1 1 0 0,0-1-1 0 0,0 1 1 0 0,0-1-1 0 0,0 1 0 0 0,3 5 1 0 0,2 5 220 0 0,0 0-1 0 0,-1 0 1 0 0,-1 1 0 0 0,0 0 0 0 0,-1 1 0 0 0,5 21 0 0 0,13 95 734 0 0,-15-73-742 0 0,2 7-195 0 0,-4-18-538 0 0,2-1-1 0 0,23 73 1 0 0,-21-96-3024 0 0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8:02.4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72 104 168 0 0,'-11'0'1065'0'0,"-23"1"9004"0"0,24-1-8898 0 0,7 0 131 0 0,-10-3 1926 0 0,15 1-3122 0 0,-1-1 1 0 0,1 1 0 0 0,0 0-1 0 0,0 0 1 0 0,1 0-1 0 0,-1 0 1 0 0,0 0-1 0 0,1 0 1 0 0,-1 1-1 0 0,1-1 1 0 0,-1 1-1 0 0,1 0 1 0 0,4-2-1 0 0,44-16 211 0 0,-41 16-215 0 0,97-28-2451 0 0,-34 14-5908 0 0,-51 12 2354 0 0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8:02.7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 2076 0 0,'13'-4'18016'0'0,"-12"4"-17767"0"0,0 0 0 0 0,0 1 1 0 0,0-1-1 0 0,0 1 0 0 0,0 0 0 0 0,0-1 1 0 0,0 1-1 0 0,0 0 0 0 0,0-1 0 0 0,0 1 1 0 0,-1 0-1 0 0,1 0 0 0 0,0 0 0 0 0,0 0 1 0 0,-1 0-1 0 0,1 0 0 0 0,-1 0 0 0 0,1 0 1 0 0,0 2-1 0 0,7 30 2324 0 0,-7-13-1604 0 0,-1 30 0 0 0,0-48-905 0 0,-5 83 474 0 0,-2 43-296 0 0,5-44-8121 0 0,2-70 3294 0 0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8:03.1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8 141 1144 0 0,'12'-47'10051'0'0,"7"7"-4156"0"0,-17 35-5584 0 0,1 1 0 0 0,0 0-1 0 0,1 0 1 0 0,-1 1 0 0 0,1-1 0 0 0,-1 1 0 0 0,1-1-1 0 0,0 1 1 0 0,0 0 0 0 0,1 1 0 0 0,-1-1 0 0 0,1 1-1 0 0,-1-1 1 0 0,1 2 0 0 0,8-4 0 0 0,-9 5-211 0 0,0 0 0 0 0,1 0 0 0 0,-1 0 1 0 0,0 0-1 0 0,0 1 0 0 0,0-1 1 0 0,0 1-1 0 0,0 0 0 0 0,0 0 0 0 0,0 1 1 0 0,0-1-1 0 0,0 1 0 0 0,-1 0 0 0 0,1 0 1 0 0,-1 0-1 0 0,1 0 0 0 0,4 5 1 0 0,-6-4-42 0 0,1 0 1 0 0,-1 0-1 0 0,1 1 1 0 0,-1-1-1 0 0,0 0 1 0 0,-1 1-1 0 0,1 0 1 0 0,-1-1-1 0 0,1 1 1 0 0,-1 0-1 0 0,0 0 1 0 0,0 0-1 0 0,-1 0 1 0 0,1 0-1 0 0,-1 0 1 0 0,0 0-1 0 0,0 0 1 0 0,0 0-1 0 0,-2 7 1 0 0,0 2 78 0 0,-1-1 1 0 0,0 1-1 0 0,0-1 0 0 0,-11 22 1 0 0,-20 30 1009 0 0,-55 80 0 0 0,37-64 1290 0 0,51-79-2393 0 0,1-1 0 0 0,-1 1 0 0 0,1 0 0 0 0,-1-1 0 0 0,1 1 0 0 0,0 0 0 0 0,-1-1 0 0 0,1 1 0 0 0,0 0 0 0 0,0 0 0 0 0,-1-1 0 0 0,1 1 0 0 0,0 0 0 0 0,0 0 1 0 0,0 0-1 0 0,0-1 0 0 0,0 1 0 0 0,0 0 0 0 0,0 0 0 0 0,0 0 0 0 0,1 1 0 0 0,-1-2-22 0 0,1 1 0 0 0,-1-1 0 0 0,1 1 0 0 0,-1-1 1 0 0,1 1-1 0 0,-1-1 0 0 0,1 0 0 0 0,-1 1 0 0 0,1-1 0 0 0,-1 0 1 0 0,1 0-1 0 0,0 1 0 0 0,-1-1 0 0 0,1 0 0 0 0,0 0 1 0 0,-1 0-1 0 0,1 0 0 0 0,0 0 0 0 0,-1 0 0 0 0,2 0 0 0 0,35-6 249 0 0,-35 6-260 0 0,51-15-20 0 0,54-24 0 0 0,-40 12-3409 0 0,-10 4-3886 0 0,5-7-4026 0 0,-35 17 3553 0 0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8:03.3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97 121 952 0 0,'-13'-13'4320'0'0,"0"0"-1"0"0,-1 1 1 0 0,-1 1-1 0 0,-17-10 1 0 0,29 19-3973 0 0,1 1 196 0 0,0-4 688 0 0,-1 0 56 0 0,11 1-849 0 0,-1 2-612 0 0,119-23 1658 0 0,-83 20-5022 0 0,-2 3-5597 0 0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8:03.5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88 36 1712 0 0,'-14'14'2704'0'0,"-6"6"4120"0"0,-26 22 1 0 0,45-42-6753 0 0,1 0-1 0 0,-1 0 1 0 0,1 1-1 0 0,0-1 1 0 0,-1 0-1 0 0,1 0 1 0 0,0 0-1 0 0,-1 1 1 0 0,1-1 0 0 0,0 0-1 0 0,-1 0 1 0 0,1 1-1 0 0,0-1 1 0 0,-1 0-1 0 0,1 1 1 0 0,0-1-1 0 0,0 1 1 0 0,-1-1-1 0 0,1 0 1 0 0,0 1 0 0 0,0-1-1 0 0,0 0 1 0 0,0 1-1 0 0,0-1 1 0 0,-1 1-1 0 0,1-1 1 0 0,0 1-1 0 0,0-1 1 0 0,0 0 0 0 0,0 1-1 0 0,0-1 1 0 0,0 1-1 0 0,0-1 1 0 0,1 1-1 0 0,-1-1 1 0 0,0 0-1 0 0,0 1 1 0 0,0-1 0 0 0,0 1-1 0 0,0-1 1 0 0,1 0-1 0 0,-1 1 1 0 0,1 0-1 0 0,-1-1-7 0 0,1 1-1 0 0,0-1 1 0 0,0 1-1 0 0,0-1 1 0 0,0 1-1 0 0,0-1 1 0 0,0 1-1 0 0,0-1 0 0 0,0 0 1 0 0,0 0-1 0 0,0 0 1 0 0,0 1-1 0 0,0-1 1 0 0,0 0-1 0 0,2 0 1 0 0,20-4 153 0 0,1-1 1 0 0,44-14 0 0 0,44-24-3475 0 0,-76 28 1085 0 0,35-16-5715 0 0,-34 16 725 0 0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8:03.9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110 29 1288 0 0,'-3'1'2471'0'0,"-15"2"1253"0"0,8-2-2171 0 0,0 0 0 0 0,1 1 0 0 0,-1 1 0 0 0,0 0 0 0 0,1 0 0 0 0,-14 6 0 0 0,22-8-1253 0 0,1-1-272 0 0,-1 0-1 0 0,1 1 1 0 0,0-1 0 0 0,-1 0 0 0 0,1 0 0 0 0,0 0 0 0 0,-1 0 0 0 0,1 0 0 0 0,0 1-1 0 0,-1-1 1 0 0,1 0 0 0 0,0 0 0 0 0,0 0 0 0 0,-1 1 0 0 0,1-1 0 0 0,0 0-1 0 0,0 1 1 0 0,0-1 0 0 0,-1 0 0 0 0,1 0 0 0 0,0 1 0 0 0,0-1 0 0 0,0 0 0 0 0,0 1-1 0 0,0-1 1 0 0,0 0 0 0 0,-1 1 0 0 0,1-1 0 0 0,0 0 0 0 0,0 1 0 0 0,0-1-1 0 0,0 0 1 0 0,0 1 0 0 0,0-1 0 0 0,0 0 0 0 0,1 1 0 0 0,-1-1 0 0 0,0 0 0 0 0,0 1-1 0 0,0-1 1 0 0,0 0 0 0 0,0 1 0 0 0,0-1 0 0 0,1 0 0 0 0,-1 1 0 0 0,0-1 0 0 0,0 0-1 0 0,0 0 1 0 0,1 1 0 0 0,-1-1 0 0 0,0 0 0 0 0,0 0 0 0 0,1 0 0 0 0,-1 1-1 0 0,0-1 1 0 0,1 0 0 0 0,-1 0 0 0 0,0 0 0 0 0,0 0 0 0 0,1 0 0 0 0,-1 1 0 0 0,0-1-1 0 0,1 0 1 0 0,0 0 0 0 0,14-1 69 0 0,0 0 0 0 0,0 0 0 0 0,0-2 0 0 0,0 0 0 0 0,0-1 0 0 0,19-7 0 0 0,-5 2-158 0 0,32-11-2918 0 0,-22 1-6007 0 0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8:04.2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51 2156 0 0,'15'-51'24666'0'0,"-12"59"-22504"0"0,2 25-1475 0 0,-1 1-1 0 0,-1 0 1 0 0,-3 0-1 0 0,-4 50 1 0 0,2-28-337 0 0,-15 157-1334 0 0,8-126-108 0 0,8-73-4921 0 0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8:04.5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226 163 828 0 0,'2'-35'5759'0'0,"4"-30"2848"0"0,-5 60-7815 0 0,0-1 1 0 0,0 1-1 0 0,0 0 1 0 0,1 0-1 0 0,0-1 1 0 0,0 1-1 0 0,1 0 1 0 0,4-8-1 0 0,-6 12-645 0 0,0 1 1 0 0,0-1-1 0 0,0 0 1 0 0,0 0-1 0 0,0 1 1 0 0,0-1-1 0 0,0 1 1 0 0,0-1-1 0 0,0 1 0 0 0,1-1 1 0 0,-1 1-1 0 0,0 0 1 0 0,0 0-1 0 0,0-1 1 0 0,0 1-1 0 0,1 0 1 0 0,-1 0-1 0 0,0 0 0 0 0,0 0 1 0 0,0 1-1 0 0,1-1 1 0 0,-1 0-1 0 0,0 0 1 0 0,0 1-1 0 0,2 0 0 0 0,28 13 2173 0 0,-20-6-2104 0 0,-1 0 1 0 0,0 1 0 0 0,0 0 0 0 0,-1 1-1 0 0,0 0 1 0 0,-1 0 0 0 0,0 0 0 0 0,-1 1-1 0 0,0 1 1 0 0,9 19 0 0 0,-6-6 164 0 0,0 0-1 0 0,-2 1 1 0 0,-1 0 0 0 0,5 33 0 0 0,-7-22-381 0 0,-2-1 0 0 0,-1 1 0 0 0,-2-1 0 0 0,-2 1 0 0 0,-10 56 0 0 0,2-41 0 0 0,-3 0 0 0 0,-2-1 0 0 0,-26 60 0 0 0,31-88-827 0 0,-23 37 0 0 0,20-40-526 0 0,-1-1 0 0 0,0-1 0 0 0,-2 0 0 0 0,-17 16 0 0 0,19-21 222 0 0,-1-1 0 0 0,0-1 0 0 0,-1 0-1 0 0,0-1 1 0 0,0 0 0 0 0,-1-2 0 0 0,-1 0-1 0 0,1-1 1 0 0,-1 0 0 0 0,-26 5-1 0 0,-1-5-8368 0 0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8:04.9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191 27 420 0 0,'16'-26'17374'0'0,"-18"40"-15341"0"0,-64 180 4483 0 0,-31 113-4344 0 0,85-257-2088 0 0,1 1 0 0 0,3 1 0 0 0,2 0 0 0 0,1 56 0 0 0,6-83-176 0 0,0-1 0 0 0,2 1-1 0 0,1-1 1 0 0,1 0 0 0 0,0 0-1 0 0,2-1 1 0 0,1 1 0 0 0,1-1 0 0 0,17 31-1 0 0,-17-39-456 0 0,1 0 1 0 0,0 0-1 0 0,1-1 0 0 0,0-1 0 0 0,1 0 0 0 0,1 0 0 0 0,0-1 1 0 0,1-1-1 0 0,0 0 0 0 0,1-1 0 0 0,0-1 0 0 0,0 0 0 0 0,29 11 1 0 0,-21-11-2437 0 0,1-2 1 0 0,47 9-1 0 0,-8-8-5986 0 0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8:05.4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 86 1556 0 0,'0'-24'8298'0'0,"1"-17"-76"0"0,0 20-1891 0 0,-1 42-4443 0 0,-2 38-213 0 0,-12 65 0 0 0,4-42-1267 0 0,7-60-501 0 0,-6 88-399 0 0,9-93-2093 0 0,1 1 0 0 0,3 19 0 0 0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8:05.7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0 168 3200 0 0,'11'-21'12847'0'0,"-10"19"-12255"0"0,0 0-1 0 0,0 0 0 0 0,1 1 0 0 0,-1-1 0 0 0,1 0 0 0 0,-1 1 0 0 0,1-1 1 0 0,0 1-1 0 0,0-1 0 0 0,0 1 0 0 0,-1 0 0 0 0,1 0 0 0 0,0 0 1 0 0,0 0-1 0 0,0 0 0 0 0,1 0 0 0 0,-1 1 0 0 0,0-1 0 0 0,3 0 0 0 0,53-10 2846 0 0,-39 8-2490 0 0,54-12-776 0 0,0-3 0 0 0,92-35 0 0 0,-161 52-462 0 0,0 0 0 0 0,0-1 0 0 0,-1 1 0 0 0,1-1 0 0 0,0 0 0 0 0,-1 0-1 0 0,4-3 1 0 0,-1 1-1112 0 0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8:06.0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92 17 2096 0 0,'-3'-2'2990'0'0,"-5"-1"-1323"0"0,-25-8 9796 0 0,20 10-8458 0 0,13 1-2946 0 0,-1 0-1 0 0,1 0 1 0 0,0 0 0 0 0,-1 0 0 0 0,1 0 0 0 0,0 0-1 0 0,0 0 1 0 0,-1 1 0 0 0,1-1 0 0 0,0 0 0 0 0,0 0-1 0 0,-1 0 1 0 0,1 0 0 0 0,0 0 0 0 0,0 1 0 0 0,0-1-1 0 0,-1 0 1 0 0,1 0 0 0 0,0 0 0 0 0,0 1 0 0 0,0-1-1 0 0,0 0 1 0 0,-1 0 0 0 0,1 0 0 0 0,0 1 0 0 0,0-1-1 0 0,0 0 1 0 0,0 0 0 0 0,0 1 0 0 0,-5 22 2697 0 0,-3 30-1 0 0,3 70-1311 0 0,3-75-1057 0 0,-2 25-504 0 0,0 28-4962 0 0,5-35-9349 0 0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8:06.5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27 121 964 0 0,'2'-13'3732'0'0,"0"1"-1"0"0,0-1 1 0 0,8-19-1 0 0,-9 28-3319 0 0,1 0 0 0 0,0-1 1 0 0,1 1-1 0 0,-1 0 0 0 0,1 0 0 0 0,0 0 0 0 0,4-4 0 0 0,-4 6-320 0 0,1 0 0 0 0,-1 0 0 0 0,0 1 0 0 0,1-1 0 0 0,-1 1 0 0 0,0 0 0 0 0,1 0 0 0 0,-1 1-1 0 0,1-1 1 0 0,0 1 0 0 0,-1-1 0 0 0,1 1 0 0 0,-1 0 0 0 0,1 1 0 0 0,0-1 0 0 0,4 1 0 0 0,-4 0 35 0 0,0 0 0 0 0,0 0-1 0 0,0 1 1 0 0,0-1 0 0 0,0 1 0 0 0,0 0 0 0 0,-1 0-1 0 0,1 0 1 0 0,-1 0 0 0 0,0 0 0 0 0,1 1 0 0 0,-1 0-1 0 0,0 0 1 0 0,0 0 0 0 0,-1 0 0 0 0,1 0 0 0 0,-1 0 0 0 0,1 1-1 0 0,-1-1 1 0 0,0 1 0 0 0,0 0 0 0 0,-1-1 0 0 0,1 1-1 0 0,-1 0 1 0 0,0 0 0 0 0,0 0 0 0 0,0 0 0 0 0,0 0 0 0 0,-1 0-1 0 0,1 0 1 0 0,-1 0 0 0 0,0 1 0 0 0,-1-1 0 0 0,1 0-1 0 0,-1 0 1 0 0,1 0 0 0 0,-1 0 0 0 0,-2 4 0 0 0,-10 22 819 0 0,-1-1 0 0 0,-1-1 0 0 0,-2 0 0 0 0,0-2 0 0 0,-23 26 0 0 0,-15 25 449 0 0,29-39-1395 0 0,20-28 0 0 0,6-10 0 0 0,0 1 0 0 0,0-1 0 0 0,0 1 0 0 0,0-1 0 0 0,0 0 0 0 0,0 1 0 0 0,1-1 0 0 0,-1 1 0 0 0,0-1 0 0 0,0 0 0 0 0,0 1 0 0 0,0-1 0 0 0,1 0 0 0 0,-1 1 0 0 0,0-1 0 0 0,0 0 0 0 0,0 1 0 0 0,1-1 0 0 0,-1 0 0 0 0,0 0 0 0 0,1 1 0 0 0,-1-1 0 0 0,0 0 0 0 0,1 0 0 0 0,-1 1 0 0 0,3 0 0 0 0,0 0 0 0 0,0-1 0 0 0,0 1 0 0 0,0-1 0 0 0,0 1 0 0 0,0-1 0 0 0,0 0 0 0 0,0 0 0 0 0,0 0 0 0 0,0-1 0 0 0,3 0 0 0 0,38-8 0 0 0,-35 7 0 0 0,56-14 0 0 0,121-45 0 0 0,-182 60 0 0 0,30-16 0 0 0,-10 5-31 0 0,-22 11-381 0 0,5-5-2140 0 0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8:09.1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366 17 1992 0 0,'2'-16'18969'0'0,"-8"22"-18969"0"0,0 0 1 0 0,0 1-1 0 0,0 0 0 0 0,1 0 0 0 0,0 0 1 0 0,-5 12-1 0 0,1-4 10 0 0,-21 38 546 0 0,2 2 1 0 0,-29 76-1 0 0,-27 121 1823 0 0,76-229-2222 0 0,-20 70 543 0 0,3 0 0 0 0,-24 192 0 0 0,45-240-607 0 0,2 0 0 0 0,3 0 0 0 0,1 0 1 0 0,2 0-1 0 0,2 0 0 0 0,2-1 1 0 0,2 1-1 0 0,25 69 0 0 0,-16-67-703 0 0,2-1 0 0 0,45 74 0 0 0,-53-100-613 0 0,1-2 0 0 0,1 1-1 0 0,19 17 1 0 0,-23-26-690 0 0,1 0 0 0 0,0-1 0 0 0,0 0 0 0 0,0-1 0 0 0,25 11 0 0 0,-12-9-5599 0 0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8:22.7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298 39 1760 0 0,'0'0'1625'0'0,"20"-34"11630"0"0,-22 33-13211 0 0,-1 0 1 0 0,1 0 0 0 0,0 1 0 0 0,-1-1 0 0 0,1 1 0 0 0,0 0 0 0 0,-1 0 0 0 0,1-1 0 0 0,-1 2 0 0 0,1-1 0 0 0,-1 0 0 0 0,-1 1 0 0 0,-5 1-35 0 0,1 0 0 0 0,0 0 0 0 0,0 1 0 0 0,0 0 1 0 0,1 0-1 0 0,-1 1 0 0 0,1 0 0 0 0,0 0 1 0 0,-8 7-1 0 0,4-1-15 0 0,0 0 0 0 0,0 1 0 0 0,-9 14 0 0 0,8-11 6 0 0,-7 9-7 0 0,2 2-1 0 0,0 0 1 0 0,-17 34 0 0 0,26-42 4 0 0,0 0 0 0 0,1 1 0 0 0,1 0-1 0 0,0 1 1 0 0,2 0 0 0 0,-3 22 0 0 0,6-34 17 0 0,0-1-1 0 0,1 1 1 0 0,0 0 0 0 0,1-1 0 0 0,-1 1-1 0 0,1-1 1 0 0,0 1 0 0 0,3 6 0 0 0,-3-9 0 0 0,1-1 1 0 0,-1-1 0 0 0,0 1 0 0 0,1 0-1 0 0,0 0 1 0 0,0 0 0 0 0,0-1 0 0 0,0 1 0 0 0,0-1-1 0 0,1 0 1 0 0,-1 0 0 0 0,0 1 0 0 0,1-1-1 0 0,0-1 1 0 0,0 1 0 0 0,-1 0 0 0 0,6 1 0 0 0,-5-2-6 0 0,1 0 0 0 0,-1 0 0 0 0,1 0 0 0 0,-1-1 0 0 0,1 0 1 0 0,0 1-1 0 0,-1-1 0 0 0,1 0 0 0 0,0-1 0 0 0,-1 1 0 0 0,1-1 0 0 0,-1 0 1 0 0,1 0-1 0 0,-1 0 0 0 0,5-2 0 0 0,1 0 10 0 0,-1-1 0 0 0,0-1 1 0 0,0 1-1 0 0,12-10 0 0 0,-9 5 34 0 0,-1-2-1 0 0,1 1 1 0 0,-2-1 0 0 0,1-1-1 0 0,-2 1 1 0 0,0-2 0 0 0,10-18 0 0 0,-2-2 869 0 0,21-61 0 0 0,-37 93-925 0 0,1 0 0 0 0,-1 0 0 0 0,0 1 1 0 0,1-1-1 0 0,-1 0 0 0 0,1 1 0 0 0,-1-1 1 0 0,1 1-1 0 0,-1-1 0 0 0,1 1 1 0 0,-1-1-1 0 0,1 1 0 0 0,-1-1 0 0 0,1 1 1 0 0,0-1-1 0 0,0 0 0 0 0,6 4-16 0 0,0 14 42 0 0,11 77-6 0 0,-12-52 49 0 0,3 0-1 0 0,23 69 1 0 0,-25-92 72 0 0,-2-2-828 0 0,0-7-2642 0 0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8:23.3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75 67 1796 0 0,'-18'-15'9099'0'0,"-13"-5"-4341"0"0,30 19-4505 0 0,-2-1-263 0 0,-1-2 1054 0 0,5 2-1024 0 0,0 1-1 0 0,0 0 0 0 0,-1 0 0 0 0,1 0 1 0 0,0 0-1 0 0,1 0 0 0 0,-1 0 1 0 0,0 0-1 0 0,0 0 0 0 0,0 1 1 0 0,0-1-1 0 0,1 0 0 0 0,-1 1 1 0 0,0-1-1 0 0,1 1 0 0 0,-1-1 0 0 0,0 1 1 0 0,1 0-1 0 0,1-1 0 0 0,40-6 48 0 0,-33 6-63 0 0,-1 1 0 0 0,0 0-1 0 0,1 0 1 0 0,-1 1 0 0 0,17 4 0 0 0,-24-5-4 0 0,1 1-1 0 0,-1 0 1 0 0,0 0 0 0 0,0-1 0 0 0,1 1 0 0 0,-1 0 0 0 0,0 1-1 0 0,0-1 1 0 0,0 0 0 0 0,0 1 0 0 0,0-1 0 0 0,-1 1-1 0 0,1-1 1 0 0,0 1 0 0 0,-1 0 0 0 0,1 0 0 0 0,-1 0 0 0 0,0 0-1 0 0,1 0 1 0 0,-1 0 0 0 0,0 0 0 0 0,0 0 0 0 0,0 1-1 0 0,-1-1 1 0 0,1 0 0 0 0,0 1 0 0 0,-1-1 0 0 0,0 0 0 0 0,1 1-1 0 0,-1 2 1 0 0,-1 5 13 0 0,0 0 0 0 0,-1-1 0 0 0,0 1-1 0 0,0-1 1 0 0,-1 1 0 0 0,0-1 0 0 0,-1 0 0 0 0,0 0-1 0 0,-7 11 1 0 0,-52 74 1088 0 0,58-87-906 0 0,-94 126 3579 0 0,99-133-3761 0 0,-1 0 1 0 0,1 0-1 0 0,0 1 0 0 0,0-1 1 0 0,0 0-1 0 0,-1 0 0 0 0,1 0 0 0 0,0 0 1 0 0,0 1-1 0 0,0-1 0 0 0,0 0 1 0 0,0 0-1 0 0,-1 0 0 0 0,1 1 0 0 0,0-1 1 0 0,0 0-1 0 0,0 0 0 0 0,0 0 1 0 0,0 1-1 0 0,0-1 0 0 0,0 0 1 0 0,0 0-1 0 0,0 1 0 0 0,0-1 0 0 0,0 0 1 0 0,0 0-1 0 0,0 1 0 0 0,0-1 1 0 0,0 0-1 0 0,0 0 0 0 0,0 1 0 0 0,0-1 1 0 0,0 0-1 0 0,0 0 0 0 0,1 0 1 0 0,-1 1-1 0 0,0-1 0 0 0,0 0 1 0 0,0 0-1 0 0,0 1 0 0 0,12 0 194 0 0,17-6-118 0 0,-28 5-69 0 0,212-49 394 0 0,-168 41-2504 0 0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8:23.8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 86 3076 0 0,'-3'-12'4505'0'0,"0"0"0"0"0,1 0-1 0 0,-1-14 1 0 0,1 9 162 0 0,0 11-2747 0 0,0 17-1409 0 0,21 421 1840 0 0,-16-374-837 0 0,-3-56-1302 0 0,0 21 285 0 0,-1-14-497 0 0,1-1-134 0 0,0-6-600 0 0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8:24.6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312 139 1116 0 0,'-6'-32'6495'0'0,"5"20"-4888"0"0,-2 0 0 0 0,1 0-1 0 0,-8-18 1 0 0,9 27-1528 0 0,0 1-1 0 0,0 0 1 0 0,0-1 0 0 0,0 1-1 0 0,0 0 1 0 0,-1 0-1 0 0,1 0 1 0 0,-1 0 0 0 0,1 0-1 0 0,-1 1 1 0 0,0-1 0 0 0,1 0-1 0 0,-1 1 1 0 0,0-1 0 0 0,0 1-1 0 0,-1 0 1 0 0,1-1 0 0 0,0 1-1 0 0,0 0 1 0 0,0 0 0 0 0,-1 1-1 0 0,1-1 1 0 0,-1 0 0 0 0,1 1-1 0 0,0-1 1 0 0,-1 1-1 0 0,1 0 1 0 0,-1 0 0 0 0,1 0-1 0 0,-1 0 1 0 0,1 0 0 0 0,-1 1-1 0 0,1-1 1 0 0,0 1 0 0 0,-4 1-1 0 0,-2 1-60 0 0,0 0-1 0 0,0 0 0 0 0,0 1 1 0 0,1 0-1 0 0,0 0 0 0 0,0 1 1 0 0,0 0-1 0 0,-12 12 1 0 0,4-2-7 0 0,1 1 1 0 0,1 0 0 0 0,1 0 0 0 0,0 2-1 0 0,2-1 1 0 0,0 2 0 0 0,0-1 0 0 0,2 1-1 0 0,0 1 1 0 0,2-1 0 0 0,0 1-1 0 0,-6 35 1 0 0,12-51 9 0 0,-1 1-1 0 0,1 0 1 0 0,0 0 0 0 0,1 0-1 0 0,-1 0 1 0 0,1-1-1 0 0,0 1 1 0 0,0 0-1 0 0,0 0 1 0 0,1-1 0 0 0,0 1-1 0 0,3 6 1 0 0,-4-10-13 0 0,0 1 0 0 0,0 0 0 0 0,1-1 0 0 0,-1 1 0 0 0,1-1 0 0 0,-1 0 0 0 0,1 1 0 0 0,0-1 0 0 0,-1 0 0 0 0,1 0 0 0 0,0 0 0 0 0,0 0 0 0 0,0 0 0 0 0,0 0 0 0 0,0-1 0 0 0,0 1 0 0 0,0-1 0 0 0,0 1 0 0 0,0-1 0 0 0,0 0 0 0 0,0 0 0 0 0,0 0 0 0 0,0 0 0 0 0,0 0 0 0 0,0 0 0 0 0,0 0 0 0 0,0-1 0 0 0,0 1 0 0 0,0-1 0 0 0,0 1 0 0 0,0-1 0 0 0,2-1 0 0 0,2-1 3 0 0,0 0 1 0 0,0 0-1 0 0,0 0 1 0 0,-1-1-1 0 0,1 0 1 0 0,-1 0-1 0 0,0-1 1 0 0,0 1 0 0 0,-1-1-1 0 0,1 0 1 0 0,4-8-1 0 0,6-8 31 0 0,17-37 0 0 0,-27 49-38 0 0,8-21 559 0 0,19-57 0 0 0,-3 4 1327 0 0,-28 81-1738 0 0,6 21-63 0 0,-8 32 336 0 0,0-3-277 0 0,2 0-1 0 0,1 0 1 0 0,16 77 0 0 0,-16-113-941 0 0,2-1 1 0 0,6 18 0 0 0,5-7-2694 0 0,-13-20 2671 0 0,3 3-1630 0 0,-3-3 1630 0 0,0 0 1 0 0,0-1-1 0 0,1 0 0 0 0,2 2 0 0 0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8:25.2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51 136 2616 0 0,'-9'-38'8728'0'0,"7"31"-7791"0"0,0 1 1 0 0,0-1-1 0 0,1 0 0 0 0,0 1 1 0 0,0-1-1 0 0,1 0 0 0 0,1-13 0 0 0,-1 19-897 0 0,1-1-1 0 0,0 0 0 0 0,0 0 0 0 0,0 1 0 0 0,1-1 1 0 0,-1 0-1 0 0,0 1 0 0 0,0-1 0 0 0,1 1 0 0 0,-1 0 1 0 0,1-1-1 0 0,0 1 0 0 0,-1 0 0 0 0,1 0 1 0 0,0 0-1 0 0,-1 0 0 0 0,1 0 0 0 0,0 1 0 0 0,0-1 1 0 0,4-1-1 0 0,-2 2-25 0 0,1-1 0 0 0,0 0-1 0 0,0 1 1 0 0,0 0 0 0 0,0 0 0 0 0,0 0 0 0 0,-1 1 0 0 0,1 0 0 0 0,0-1 0 0 0,0 2 0 0 0,0-1-1 0 0,-1 1 1 0 0,1-1 0 0 0,6 5 0 0 0,-9-5-10 0 0,1 1-1 0 0,-1 0 1 0 0,0 0 0 0 0,1 0 0 0 0,-1 1-1 0 0,0-1 1 0 0,0 0 0 0 0,0 1-1 0 0,-1 0 1 0 0,1-1 0 0 0,0 1-1 0 0,-1 0 1 0 0,0 0 0 0 0,0 0 0 0 0,0 0-1 0 0,0 0 1 0 0,0 0 0 0 0,-1 0-1 0 0,1 0 1 0 0,-1 0 0 0 0,0 0-1 0 0,0 0 1 0 0,0 0 0 0 0,0 4-1 0 0,-1 0 4 0 0,0-1-1 0 0,-1 1 1 0 0,0-1-1 0 0,0 0 1 0 0,0 1-1 0 0,-1-1 1 0 0,1 0-1 0 0,-2-1 1 0 0,1 1-1 0 0,0 0 0 0 0,-5 4 1 0 0,-9 11 47 0 0,-28 26 1 0 0,9-10 140 0 0,29-30 6 0 0,-5 7 238 0 0,13-9-296 0 0,10-3-125 0 0,1-2-21 0 0,-1 1 0 0 0,1 1 0 0 0,0 0 1 0 0,-1 1-1 0 0,0 0 0 0 0,1 0 1 0 0,17 9-1 0 0,-22-8 13 0 0,1 0 0 0 0,-1 0 0 0 0,0 0 0 0 0,0 1 0 0 0,-1 0 0 0 0,1 0 0 0 0,-1 0 0 0 0,0 1 0 0 0,0 0 0 0 0,-1 0 0 0 0,0 1 0 0 0,5 7 0 0 0,-9-12 100 0 0,0 0 0 0 0,0 1 1 0 0,0-1-1 0 0,0 0 1 0 0,0 0-1 0 0,0 1 1 0 0,-1-1-1 0 0,1 1 0 0 0,-1-1 1 0 0,1 1-1 0 0,-1-1 1 0 0,0 1-1 0 0,0-1 1 0 0,0 0-1 0 0,-1 1 1 0 0,1-1-1 0 0,-1 1 0 0 0,1-1 1 0 0,-2 5-1 0 0,0-4 39 0 0,0 1-1 0 0,0-1 0 0 0,0 0 0 0 0,-1 0 1 0 0,1 0-1 0 0,-1-1 0 0 0,0 1 1 0 0,1 0-1 0 0,-1-1 0 0 0,0 0 1 0 0,-6 4-1 0 0,-3 0 67 0 0,-1 0 1 0 0,1-1-1 0 0,-1 0 0 0 0,0-1 1 0 0,-26 5-1 0 0,28-7-377 0 0,-45 7 689 0 0,21-6-3327 0 0,34-3 2717 0 0,1 0-1 0 0,0 0 1 0 0,0 0 0 0 0,0-1-1 0 0,-1 1 1 0 0,1 0 0 0 0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8:25.8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1 146 1636 0 0,'14'-70'14527'0'0,"-6"25"-8605"0"0,-8 44-5857 0 0,0-1-1 0 0,0 1 1 0 0,0-1-1 0 0,1 1 0 0 0,-1 0 1 0 0,0-1-1 0 0,1 1 1 0 0,-1 0-1 0 0,1-1 1 0 0,0 1-1 0 0,-1 0 0 0 0,1 0 1 0 0,0 0-1 0 0,0 0 1 0 0,0 0-1 0 0,0 0 0 0 0,0 0 1 0 0,0 0-1 0 0,0 0 1 0 0,0 0-1 0 0,0 0 1 0 0,2-1-1 0 0,-1 1-29 0 0,1 1-1 0 0,-1-1 1 0 0,0 1 0 0 0,0-1-1 0 0,1 1 1 0 0,-1 0 0 0 0,0 0-1 0 0,0 0 1 0 0,1 0 0 0 0,-1 0-1 0 0,0 1 1 0 0,5 0 0 0 0,-2 1-26 0 0,0-1 0 0 0,-1 1 0 0 0,1 0 1 0 0,0 0-1 0 0,-1 1 0 0 0,1-1 1 0 0,-1 1-1 0 0,0 0 0 0 0,1 0 0 0 0,-2 1 1 0 0,1-1-1 0 0,4 6 0 0 0,-6-6-5 0 0,1 1 0 0 0,-1-1 0 0 0,0 1 0 0 0,0 0 0 0 0,-1 0 0 0 0,1 0 0 0 0,-1 0 0 0 0,0 1 0 0 0,0-1 0 0 0,0 0 0 0 0,-1 0 0 0 0,1 1-1 0 0,-1-1 1 0 0,0 0 0 0 0,-1 1 0 0 0,1-1 0 0 0,-2 8 0 0 0,-2 1 19 0 0,0 0-1 0 0,-1 0 1 0 0,-1 0-1 0 0,-7 13 1 0 0,3-8 1 0 0,-31 49 1214 0 0,40-66-1130 0 0,4 0-102 0 0,0 0-1 0 0,0 0 1 0 0,0-1-1 0 0,0 1 0 0 0,0-1 1 0 0,0 0-1 0 0,0 0 1 0 0,0 0-1 0 0,0 0 0 0 0,6-1 1 0 0,7 0 12 0 0,2 1-39 0 0,-1 2-1 0 0,0-1 0 0 0,0 2 0 0 0,0 1 1 0 0,-1 0-1 0 0,21 7 0 0 0,-29-7 54 0 0,-1-1-1 0 0,1 1 1 0 0,-1 0-1 0 0,0 0 1 0 0,0 1-1 0 0,11 10 1 0 0,-14-12 78 0 0,-1 1 1 0 0,0-1 0 0 0,0 1 0 0 0,0 0 0 0 0,0 0 0 0 0,-1 0 0 0 0,0 1 0 0 0,1-1-1 0 0,-1 1 1 0 0,-1-1 0 0 0,1 1 0 0 0,1 7 0 0 0,-3-8-4 0 0,0-1 1 0 0,0 0-1 0 0,0 0 1 0 0,0 1-1 0 0,0-1 0 0 0,-1 0 1 0 0,0 1-1 0 0,1-1 1 0 0,-1 0-1 0 0,0 0 1 0 0,-1 0-1 0 0,1 0 0 0 0,0 0 1 0 0,-1 0-1 0 0,0 0 1 0 0,0 0-1 0 0,0-1 1 0 0,0 1-1 0 0,0-1 0 0 0,0 1 1 0 0,-1-1-1 0 0,1 0 1 0 0,-1 0-1 0 0,1 0 1 0 0,-1 0-1 0 0,-3 1 0 0 0,-2 2 152 0 0,1-1 0 0 0,-1 0-1 0 0,0-1 1 0 0,0 0 0 0 0,0 0-1 0 0,-1-1 1 0 0,1 0 0 0 0,-1 0-1 0 0,-8 0 1 0 0,0-1-259 0 0,-6 0 0 0 0,-1-1 0 0 0,2-2 0 0 0,-7-5-457 0 0,19 3-425 0 0,-18-9-6149 0 0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8:11.9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0 328 0 0,'0'0'2410'0'0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4:05.7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253 34 508 0 0,'16'-23'18070'0'0,"-16"22"-18009"0"0,-1 0 0 0 0,0 0 0 0 0,0 0 0 0 0,0 1 0 0 0,0-1 0 0 0,0 0 0 0 0,0 1 0 0 0,0-1 0 0 0,0 0 0 0 0,0 1 0 0 0,0-1-1 0 0,0 1 1 0 0,0 0 0 0 0,0-1 0 0 0,-2 1 0 0 0,1-1 38 0 0,-17 2 106 0 0,4 0-159 0 0,1 2-1 0 0,0 0 0 0 0,0 1 1 0 0,1 0-1 0 0,-1 1 0 0 0,1 0 1 0 0,0 1-1 0 0,-16 10 1 0 0,22-12-40 0 0,1 1 0 0 0,-1 0 0 0 0,1 0 0 0 0,0 1 1 0 0,1 0-1 0 0,-1 0 0 0 0,1 0 0 0 0,0 1 1 0 0,1-1-1 0 0,-1 1 0 0 0,1 0 0 0 0,1 1 0 0 0,-1-1 1 0 0,1 1-1 0 0,1-1 0 0 0,-3 12 0 0 0,1 1 496 0 0,2 0 1 0 0,0 0-1 0 0,2 37 0 0 0,11 64 1407 0 0,-2-44-1243 0 0,51 835 3269 0 0,-18-103-2874 0 0,-14-311-985 0 0,30 365-19 0 0,-19-306 106 0 0,-25-326-363 0 0,-16 67 2217 0 0,1-266-1973 0 0,0 14 39 0 0,2 1 0 0 0,2-1 0 0 0,2 0 0 0 0,2-1 0 0 0,16 54 0 0 0,-17-76-32 0 0,-5-16-50 0 0,0-1 1 0 0,1 0-1 0 0,-1 0 0 0 0,1 0 0 0 0,0-1 1 0 0,1 1-1 0 0,-1 0 0 0 0,1-1 0 0 0,1 0 0 0 0,-1 1 1 0 0,1-1-1 0 0,5 5 0 0 0,-7-9 0 0 0,0 0 0 0 0,0 0 0 0 0,0 0 0 0 0,0-1 0 0 0,0 1 0 0 0,0-1 0 0 0,0 0 0 0 0,0 1 0 0 0,0-1 0 0 0,1 0 0 0 0,-1 0-1 0 0,0 0 1 0 0,0-1 0 0 0,0 1 0 0 0,3-1 0 0 0,-2 0-3 0 0,17-3-320 0 0,1-1 1 0 0,-1-1-1 0 0,0-1 0 0 0,-1-1 0 0 0,36-20 0 0 0,-24 12-575 0 0,183-97-6219 0 0,-75 32-3014 0 0,-71 41-78 0 0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4:06.7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327 141 912 0 0,'5'-5'927'0'0,"-1"1"0"0"0,0-1-1 0 0,0 0 1 0 0,-1 0 0 0 0,1-1 0 0 0,-1 1 0 0 0,0-1 0 0 0,0 1-1 0 0,-1-1 1 0 0,0 0 0 0 0,0 0 0 0 0,1-10 0 0 0,-2 14-806 0 0,-1 0 1 0 0,1 0 0 0 0,-1 0 0 0 0,0 0 0 0 0,0 0 0 0 0,0 0 0 0 0,0-1 0 0 0,-1 1 0 0 0,1 0 0 0 0,0 0 0 0 0,-1 0-1 0 0,0 0 1 0 0,1 0 0 0 0,-1 0 0 0 0,0 0 0 0 0,0 0 0 0 0,0 0 0 0 0,0 0 0 0 0,0 1 0 0 0,-1-1 0 0 0,1 0-1 0 0,0 1 1 0 0,-1-1 0 0 0,1 1 0 0 0,-1-1 0 0 0,0 1 0 0 0,0 0 0 0 0,1 0 0 0 0,-1 0 0 0 0,0 0 0 0 0,0 0 0 0 0,0 0-1 0 0,0 0 1 0 0,0 0 0 0 0,0 1 0 0 0,0-1 0 0 0,0 1 0 0 0,0 0 0 0 0,-1-1 0 0 0,1 1 0 0 0,-2 0 0 0 0,-5 0-96 0 0,0 0 0 0 0,0 1 0 0 0,1-1 0 0 0,-1 2 0 0 0,0-1 0 0 0,0 1 0 0 0,1 1 1 0 0,-15 5-1 0 0,9-1-11 0 0,1 0 0 0 0,1 2 0 0 0,0-1 0 0 0,0 1 0 0 0,0 1 0 0 0,1 0 0 0 0,1 0 0 0 0,-1 1 0 0 0,-11 18 0 0 0,6-6 8 0 0,1 1-1 0 0,1 0 1 0 0,1 1-1 0 0,-10 28 0 0 0,20-45-17 0 0,0 0-1 0 0,0 1 0 0 0,1-1 1 0 0,1 0-1 0 0,-1 1 0 0 0,2 0 1 0 0,-1-1-1 0 0,1 1 0 0 0,2 16 1 0 0,-2-21-4 0 0,1-1 1 0 0,-1 0 0 0 0,1 0 0 0 0,0 1 0 0 0,0-1 0 0 0,1 0 0 0 0,-1 0 0 0 0,1 0 0 0 0,-1 0 0 0 0,1-1 0 0 0,0 1 0 0 0,0 0-1 0 0,0-1 1 0 0,1 1 0 0 0,-1-1 0 0 0,1 0 0 0 0,-1 0 0 0 0,1 0 0 0 0,0 0 0 0 0,-1 0 0 0 0,1 0 0 0 0,0-1 0 0 0,0 1-1 0 0,0-1 1 0 0,0 0 0 0 0,1 0 0 0 0,-1 0 0 0 0,4 0 0 0 0,2 0 3 0 0,-1 0 0 0 0,1 0-1 0 0,-1-1 1 0 0,1 0 0 0 0,-1-1 0 0 0,1 0-1 0 0,-1 0 1 0 0,0-1 0 0 0,1 0 0 0 0,-1 0-1 0 0,0-1 1 0 0,0 0 0 0 0,-1 0 0 0 0,1-1-1 0 0,-1 0 1 0 0,1-1 0 0 0,-1 0 0 0 0,0 0-1 0 0,11-11 1 0 0,-8 7-6 0 0,-1-2 1 0 0,-1 1-1 0 0,1-1 0 0 0,-2 0 1 0 0,1-1-1 0 0,-2 1 0 0 0,1-2 1 0 0,-2 1-1 0 0,0-1 0 0 0,0 1 0 0 0,4-24 1 0 0,-4 13 386 0 0,-1-1-1 0 0,1-38 1 0 0,-6 52-141 0 0,-1 24-92 0 0,2-8-139 0 0,-5 38 161 0 0,2 0 1 0 0,2 1 0 0 0,2-1 0 0 0,1 0 0 0 0,3 0 0 0 0,11 48 0 0 0,-14-84-515 0 0,1 1 0 0 0,0-1 0 0 0,0 0 0 0 0,1 0 0 0 0,0 0 0 0 0,6 9 0 0 0,-7-13-777 0 0,0 0 0 0 0,0 0 0 0 0,0-1 0 0 0,0 1 0 0 0,0-1 0 0 0,1 0 0 0 0,0 0 0 0 0,3 2 0 0 0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4:07.0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53 348 0 0,'0'-14'8242'0'0,"5"-25"8362"0"0,-5 40-16563 0 0,1-1 0 0 0,-1 0 0 0 0,1 0 0 0 0,-1 1 0 0 0,0-1 0 0 0,1 1 0 0 0,-1-1-1 0 0,0 0 1 0 0,1 1 0 0 0,-1-1 0 0 0,0 1 0 0 0,0-1 0 0 0,0 1 0 0 0,1-1 0 0 0,-1 0 0 0 0,0 1-1 0 0,0-1 1 0 0,0 1 0 0 0,0-1 0 0 0,0 1 0 0 0,0-1 0 0 0,0 1 0 0 0,0-1 0 0 0,0 1-1 0 0,0 0 1 0 0,0 21 489 0 0,0-16-396 0 0,-3 68 536 0 0,0 6-3152 0 0,5-28-9190 0 0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4:07.3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68 2120 0 0,'25'-67'28444'0'0,"-25"67"-28263"0"0,12 184 2241 0 0,-10-59-6737 0 0,0-80-1116 0 0,1-16-5440 0 0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4:18.6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236 120 888 0 0,'3'-11'2834'0'0,"3"-15"572"0"0,-5 21-2792 0 0,0 1 1 0 0,0 0 0 0 0,0-1-1 0 0,0 1 1 0 0,-1-1 0 0 0,0 1-1 0 0,0 0 1 0 0,0-1 0 0 0,0 1-1 0 0,-1-1 1 0 0,0 1-1 0 0,0 0 1 0 0,-1-6 0 0 0,1 9-586 0 0,1 0 0 0 0,-1 0 0 0 0,1 0 0 0 0,-1 0 0 0 0,0 0 0 0 0,0 0 0 0 0,1 1 0 0 0,-1-1 0 0 0,0 0 0 0 0,0 0 0 0 0,0 1 0 0 0,0-1 0 0 0,0 0 0 0 0,0 1 0 0 0,0-1 0 0 0,0 1 0 0 0,0-1 0 0 0,0 1 0 0 0,0 0 0 0 0,0-1 0 0 0,0 1 0 0 0,-1 0 0 0 0,1 0 0 0 0,0 0 0 0 0,0 0 0 0 0,0 0 0 0 0,0 0 0 0 0,0 0 0 0 0,-1 0 0 0 0,1 0 0 0 0,0 0 0 0 0,0 1 0 0 0,0-1 0 0 0,0 0 0 0 0,-2 2 0 0 0,-1-1-24 0 0,-1 1 0 0 0,1 0 0 0 0,0 0 0 0 0,-1 0 0 0 0,1 1 0 0 0,-7 5 0 0 0,-7 9-9 0 0,0 1-1 0 0,1 1 1 0 0,1 1-1 0 0,0 0 1 0 0,-13 25-1 0 0,21-31-3 0 0,0 0-1 0 0,0 1 1 0 0,2 1-1 0 0,0-1 1 0 0,1 1-1 0 0,0 0 1 0 0,1 0-1 0 0,-3 31 1 0 0,7-42 14 0 0,0 0-1 0 0,0-1 1 0 0,1 1 0 0 0,-1 0-1 0 0,1-1 1 0 0,0 1 0 0 0,0 0-1 0 0,0-1 1 0 0,1 1 0 0 0,0-1 0 0 0,0 0-1 0 0,0 1 1 0 0,0-1 0 0 0,1 0-1 0 0,-1 0 1 0 0,1 0 0 0 0,0-1-1 0 0,0 1 1 0 0,1-1 0 0 0,3 4-1 0 0,-1-3 5 0 0,-1-1-1 0 0,1 1 1 0 0,0-1-1 0 0,0 0 1 0 0,1-1-1 0 0,-1 0 1 0 0,0 0-1 0 0,1 0 1 0 0,0-1-1 0 0,-1 1 1 0 0,1-2-1 0 0,0 1 1 0 0,-1-1-1 0 0,1 0 1 0 0,0 0-1 0 0,8-2 1 0 0,-11 1-5 0 0,1 1 0 0 0,-1-1 0 0 0,1 0 0 0 0,-1-1 0 0 0,1 1 0 0 0,-1-1 0 0 0,0 0 0 0 0,1 0 0 0 0,-1 0 0 0 0,0-1 0 0 0,0 1 0 0 0,-1-1 0 0 0,1 0 0 0 0,0 0 0 0 0,-1 0 0 0 0,0-1 0 0 0,0 1 0 0 0,0-1 0 0 0,0 0 0 0 0,-1 1 0 0 0,4-8 0 0 0,1-4 46 0 0,-1 0 1 0 0,-1 0-1 0 0,-1 0 0 0 0,5-29 0 0 0,-6 29 44 0 0,6-40 515 0 0,-8 54-636 0 0,4 13-64 0 0,27 228 112 0 0,-31-231-576 0 0,7 38-2562 0 0,-7-44 2067 0 0,0 1 0 0 0,1-1 0 0 0,-1 1 0 0 0,1-1 0 0 0,-1 0 0 0 0,4 5 1 0 0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4:19.1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43 121 1500 0 0,'-1'-3'2351'0'0,"-4"-29"5148"0"0,4-1-3729 0 0,1 31-3694 0 0,1 0 0 0 0,-1 0 0 0 0,1 0-1 0 0,0 0 1 0 0,-1 0 0 0 0,1 0 0 0 0,0 0 0 0 0,0 1 0 0 0,0-1 0 0 0,1 0-1 0 0,-1 0 1 0 0,0 1 0 0 0,1-1 0 0 0,-1 1 0 0 0,1-1 0 0 0,-1 1-1 0 0,1-1 1 0 0,0 1 0 0 0,-1 0 0 0 0,1 0 0 0 0,3-1 0 0 0,-1-1-45 0 0,0 1 1 0 0,1 0 0 0 0,-1 0-1 0 0,1 1 1 0 0,-1-1-1 0 0,1 1 1 0 0,0 0 0 0 0,-1 1-1 0 0,7-1 1 0 0,-5 1-10 0 0,1 0 1 0 0,0 1 0 0 0,0 0-1 0 0,10 2 1 0 0,-16-3-14 0 0,1 1 0 0 0,-1-1 1 0 0,1 1-1 0 0,-1-1 0 0 0,1 1 0 0 0,-1 0 1 0 0,1-1-1 0 0,-1 1 0 0 0,0 0 1 0 0,1 0-1 0 0,-1 0 0 0 0,0 0 0 0 0,0 0 1 0 0,0 0-1 0 0,1 0 0 0 0,-1 1 1 0 0,0-1-1 0 0,-1 0 0 0 0,1 1 0 0 0,0-1 1 0 0,0 0-1 0 0,-1 1 0 0 0,1-1 1 0 0,0 1-1 0 0,-1-1 0 0 0,0 1 0 0 0,1 0 1 0 0,-1-1-1 0 0,0 2 0 0 0,0 2 7 0 0,0-1 0 0 0,-1 1 0 0 0,0-1 0 0 0,0 1 0 0 0,0-1 0 0 0,-1 0 0 0 0,1 1 0 0 0,-1-1 0 0 0,0 0 0 0 0,0 0 0 0 0,-3 3 0 0 0,-34 42 200 0 0,14-19-69 0 0,24-29-142 0 0,0 1-1 0 0,1-1-8 0 0,-1-1 0 0 0,0 0 0 0 0,1 1 0 0 0,-1-1 0 0 0,1 1 0 0 0,0-1 0 0 0,-1 1-1 0 0,1-1 1 0 0,-1 1 0 0 0,1-1 0 0 0,-1 1 0 0 0,1-1 0 0 0,0 1 0 0 0,0-1 0 0 0,-1 1 0 0 0,1 0 0 0 0,0 0 0 0 0,0 0-4 0 0,0 0-1 0 0,1 0 1 0 0,-1 0 0 0 0,1 0 0 0 0,0 0 0 0 0,-1 0 0 0 0,1-1 0 0 0,0 1-1 0 0,-1 0 1 0 0,1 0 0 0 0,0-1 0 0 0,0 1 0 0 0,0 0 0 0 0,-1-1-1 0 0,1 1 1 0 0,0-1 0 0 0,0 1 0 0 0,0-1 0 0 0,0 0 0 0 0,0 1-1 0 0,0-1 1 0 0,0 0 0 0 0,2 1 0 0 0,6 1 40 0 0,-1 1 1 0 0,1 0-1 0 0,-1 1 0 0 0,0 0 1 0 0,0 0-1 0 0,0 0 0 0 0,-1 1 1 0 0,0 0-1 0 0,0 1 0 0 0,0 0 1 0 0,11 12-1 0 0,-17-17 89 0 0,0 0 1 0 0,0 1-1 0 0,-1-1 0 0 0,1 1 1 0 0,0-1-1 0 0,-1 1 0 0 0,1-1 0 0 0,-1 1 1 0 0,1 0-1 0 0,-1-1 0 0 0,0 1 1 0 0,1-1-1 0 0,-1 1 0 0 0,0 0 1 0 0,0-1-1 0 0,-1 1 0 0 0,1 0 0 0 0,0-1 1 0 0,0 1-1 0 0,-1-1 0 0 0,1 1 1 0 0,-1 0-1 0 0,1-1 0 0 0,-2 3 1 0 0,0-1 28 0 0,1-1 0 0 0,0 1 0 0 0,-1-1 0 0 0,0 0 0 0 0,1 0 0 0 0,-1 0 0 0 0,0 0 1 0 0,0 0-1 0 0,0 0 0 0 0,0 0 0 0 0,0-1 0 0 0,-1 1 0 0 0,1-1 0 0 0,-4 2 0 0 0,-13 4-22 0 0,-1-1-1 0 0,-1-1 1 0 0,1-1-1 0 0,-1-1 1 0 0,0 0-1 0 0,-23-1 1 0 0,42-2-466 0 0,-14-2-1019 0 0,13 2 217 0 0,-3-2-744 0 0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4:19.3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52 2484 0 0,'28'-51'13912'0'0,"-28"51"-13873"0"0,1 1 0 0 0,0-1 1 0 0,0 0-1 0 0,-1 1 0 0 0,1-1 1 0 0,0 0-1 0 0,-1 1 0 0 0,1-1 1 0 0,0 1-1 0 0,-1-1 1 0 0,1 1-1 0 0,-1 0 0 0 0,1-1 1 0 0,-1 1-1 0 0,1 0 0 0 0,-1-1 1 0 0,1 1-1 0 0,-1 0 1 0 0,0-1-1 0 0,1 1 0 0 0,-1 0 1 0 0,0 0-1 0 0,0 0 0 0 0,1-1 1 0 0,-1 2-1 0 0,5 25 738 0 0,-5-24-717 0 0,7 94 1053 0 0,1 7-1353 0 0,-6-90-1185 0 0,1 0-1 0 0,8 24 1 0 0,-3-21-3442 0 0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8:14.2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 76 0 0,'7'-6'-28'0'0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4:12.2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344 64 1776 0 0,'0'0'1679'0'0,"-4"-22"6519"0"0,2 20-7967 0 0,1-1 0 0 0,0 1 0 0 0,-1-1 0 0 0,1 1 0 0 0,-1-1 0 0 0,0 1 0 0 0,0 0-1 0 0,0 0 1 0 0,0 0 0 0 0,0 0 0 0 0,-1 0 0 0 0,1 0 0 0 0,0 1 0 0 0,-1-1 0 0 0,0 1 0 0 0,1-1 0 0 0,-1 1 0 0 0,0 0 0 0 0,1 0 0 0 0,-1 0-1 0 0,0 1 1 0 0,0-1 0 0 0,0 1 0 0 0,-5-1 0 0 0,1 1-223 0 0,0 0-1 0 0,0 1 1 0 0,0-1-1 0 0,0 1 1 0 0,0 1-1 0 0,0-1 1 0 0,0 1 0 0 0,1 0-1 0 0,-13 6 1 0 0,5 0-7 0 0,0 1 0 0 0,1 0 0 0 0,-1 0 0 0 0,2 1 0 0 0,0 1 0 0 0,0 0 1 0 0,1 1-1 0 0,0 0 0 0 0,1 1 0 0 0,0 0 0 0 0,1 0 0 0 0,1 1 0 0 0,0 0 0 0 0,1 1 1 0 0,0 0-1 0 0,1 0 0 0 0,1 0 0 0 0,0 1 0 0 0,-2 18 0 0 0,6-29 5 0 0,1 0 0 0 0,0 0 0 0 0,0-1 0 0 0,0 1 0 0 0,1 0 1 0 0,0 0-1 0 0,0 0 0 0 0,0-1 0 0 0,0 1 0 0 0,1 0 0 0 0,2 4 0 0 0,-3-7 0 0 0,0 0 0 0 0,0 1 1 0 0,1-1-1 0 0,-1 0 0 0 0,1 0 1 0 0,0 0-1 0 0,0 0 0 0 0,-1-1 1 0 0,1 1-1 0 0,0 0 0 0 0,0-1 1 0 0,1 0-1 0 0,-1 1 0 0 0,0-1 1 0 0,0 0-1 0 0,1 0 0 0 0,-1 0 1 0 0,0 0-1 0 0,1-1 0 0 0,-1 1 1 0 0,1-1-1 0 0,-1 1 0 0 0,1-1 1 0 0,4 0-1 0 0,0 0 3 0 0,0-1 1 0 0,0 1-1 0 0,0-2 1 0 0,0 1-1 0 0,0-1 0 0 0,0 0 1 0 0,0 0-1 0 0,-1-1 1 0 0,1 0-1 0 0,-1 0 0 0 0,0-1 1 0 0,0 1-1 0 0,0-2 1 0 0,8-5-1 0 0,-6 2-1 0 0,0 0 1 0 0,0 0-1 0 0,-1-1 0 0 0,0 0 0 0 0,-1-1 1 0 0,0 1-1 0 0,0-1 0 0 0,8-20 0 0 0,-5 6 270 0 0,0-1 0 0 0,8-34 0 0 0,-16 52-38 0 0,0 2-170 0 0,-1 0 0 0 0,2 0 0 0 0,-1 0-1 0 0,1 0 1 0 0,2-7 0 0 0,-3 11-86 0 0,4 13 6 0 0,-3 37 367 0 0,2 0 0 0 0,14 67 0 0 0,-14-98-519 0 0,1 0 0 0 0,0 0 0 0 0,14 30 0 0 0,-15-41-541 0 0,0 1 1 0 0,1-1-1 0 0,-1 0 1 0 0,9 8-1 0 0,-9-11-335 0 0,0 0 1 0 0,0 0-1 0 0,1 0 1 0 0,-1-1-1 0 0,1 1 0 0 0,0-1 1 0 0,6 2-1 0 0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4:12.6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0 104 84 0 0,'2'-60'16402'0'0,"-2"39"-13593"0"0,0 19-2370 0 0,13-17 719 0 0,-10 18-1146 0 0,0 1-1 0 0,1 0 1 0 0,-1-1 0 0 0,0 1-1 0 0,0 1 1 0 0,0-1 0 0 0,0 0 0 0 0,0 1-1 0 0,0-1 1 0 0,0 1 0 0 0,0 0-1 0 0,0 0 1 0 0,0 0 0 0 0,0 1-1 0 0,-1-1 1 0 0,1 1 0 0 0,0-1 0 0 0,-1 1-1 0 0,1 0 1 0 0,-1 0 0 0 0,4 3-1 0 0,-3-2-2 0 0,1 1 0 0 0,-1-1 0 0 0,0 1 0 0 0,0-1 0 0 0,0 1 0 0 0,-1 0 0 0 0,1 0 0 0 0,-1 0 0 0 0,0 0 0 0 0,0 1 0 0 0,-1-1 0 0 0,1 0-1 0 0,-1 1 1 0 0,1 6 0 0 0,-1-5 24 0 0,-1 1 0 0 0,-1 0-1 0 0,0 0 1 0 0,0 0 0 0 0,0-1-1 0 0,-1 1 1 0 0,1 0-1 0 0,-6 10 1 0 0,-3 4 444 0 0,-15 24-1 0 0,3-6 411 0 0,-3 5-108 0 0,24-42-741 0 0,1-1-7 0 0,0 0 1 0 0,-1 0-1 0 0,1 0 0 0 0,0 1 1 0 0,0-1-1 0 0,0 0 0 0 0,0 0 0 0 0,0 0 1 0 0,1 0-1 0 0,-1 0 0 0 0,0 0 0 0 0,0 1 1 0 0,1-1-1 0 0,-1 0 0 0 0,1 0 0 0 0,0 1 1 0 0,13-3-57 0 0,-1 0 0 0 0,1-2 1 0 0,-1 1-1 0 0,1-2 1 0 0,16-6-1 0 0,70-31-4637 0 0,-92 37 3840 0 0,29-13-3507 0 0,-14 4-1465 0 0,-7 4-813 0 0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4:12.9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 41 1748 0 0,'-22'-41'25935'0'0,"20"51"-23841"0"0,-1 7-592 0 0,14 180 466 0 0,-11-130-5472 0 0,-2 0-5634 0 0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8:18.8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3 184 0 0,'19'-2'5992'0'0,"-12"2"-8663"0"0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4:10.1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314 107 1512 0 0,'4'-13'5230'0'0,"-3"9"-4295"0"0,-1 0 1 0 0,1-1-1 0 0,-1 1 0 0 0,0-1 1 0 0,0 1-1 0 0,-1 0 0 0 0,1-1 1 0 0,-3-5-1 0 0,2 8-772 0 0,0-1-1 0 0,0 1 1 0 0,0-1-1 0 0,0 1 1 0 0,-1 0-1 0 0,1 0 1 0 0,-1 0-1 0 0,0 0 1 0 0,1 0-1 0 0,-1 0 1 0 0,0 0-1 0 0,0 0 1 0 0,0 1 0 0 0,0-1-1 0 0,-1 1 1 0 0,1-1-1 0 0,-5-1 1 0 0,1 1-133 0 0,0 0 0 0 0,1 0 1 0 0,-1 0-1 0 0,0 1 1 0 0,0 0-1 0 0,0 0 0 0 0,0 0 1 0 0,0 1-1 0 0,0 0 1 0 0,0 0-1 0 0,0 1 0 0 0,0 0 1 0 0,0 0-1 0 0,0 0 1 0 0,0 1-1 0 0,0-1 0 0 0,0 1 1 0 0,1 1-1 0 0,-1-1 1 0 0,1 1-1 0 0,-1 0 0 0 0,1 0 1 0 0,0 1-1 0 0,1 0 1 0 0,-1-1-1 0 0,-5 7 0 0 0,-3 3-33 0 0,1 1 0 0 0,0 0 0 0 0,1 0 0 0 0,1 1 0 0 0,0 1 0 0 0,1 0 0 0 0,-8 18 0 0 0,12-20 9 0 0,0-1 0 0 0,0 0 0 0 0,1 1 0 0 0,1 0 0 0 0,0 0 0 0 0,1 0-1 0 0,1 0 1 0 0,0 1 0 0 0,2 22 0 0 0,-1-33 1 0 0,0-1 0 0 0,1 1-1 0 0,-1-1 1 0 0,1 0 0 0 0,0 1-1 0 0,0-1 1 0 0,0 0 0 0 0,1 0 0 0 0,-1 0-1 0 0,1 0 1 0 0,0 0 0 0 0,-1 0 0 0 0,1 0-1 0 0,0 0 1 0 0,1-1 0 0 0,-1 1 0 0 0,1-1-1 0 0,-1 1 1 0 0,1-1 0 0 0,-1 0 0 0 0,1 0-1 0 0,0 0 1 0 0,0-1 0 0 0,0 1 0 0 0,0-1-1 0 0,1 1 1 0 0,2 0 0 0 0,-1-1-3 0 0,0-1 1 0 0,0 1-1 0 0,0-1 0 0 0,0 0 1 0 0,0 0-1 0 0,0 0 1 0 0,-1-1-1 0 0,1 0 1 0 0,0 0-1 0 0,0 0 0 0 0,0 0 1 0 0,-1-1-1 0 0,1 0 1 0 0,-1 0-1 0 0,1 0 0 0 0,-1 0 1 0 0,0-1-1 0 0,6-4 1 0 0,-1-1-7 0 0,0 0 1 0 0,-1-1 0 0 0,0 0 0 0 0,-1 0-1 0 0,0 0 1 0 0,0-1 0 0 0,-1 0-1 0 0,0-1 1 0 0,-1 1 0 0 0,7-20 0 0 0,-2 0 394 0 0,-1 0 0 0 0,8-56 0 0 0,-12 65 114 0 0,-4 17-468 0 0,1 1-1 0 0,-2-1 1 0 0,1 1-1 0 0,0-1 1 0 0,-1 0-1 0 0,1-4 116 0 0,-1 48 460 0 0,2 0 0 0 0,2 0 1 0 0,14 62-1 0 0,-13-82-803 0 0,1 0-1 0 0,1 0 1 0 0,14 25 0 0 0,-14-32-658 0 0,0-1-1 0 0,1 0 1 0 0,0-1 0 0 0,1 0 0 0 0,18 18 0 0 0,-23-26-308 0 0,-1 0 0 0 0,1 0 0 0 0,0-1 0 0 0,1 1 0 0 0,-1-1 0 0 0,0 0-1 0 0,9 2 1 0 0,3 3-5088 0 0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4:10.3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63 1288 0 0,'0'-3'3099'0'0,"-6"-56"22801"0"0,4 72-25467 0 0,0-1 1 0 0,1 1 0 0 0,0 0-1 0 0,2 25 1 0 0,0-8-122 0 0,1 214-7965 0 0,0-235 5695 0 0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4:10.9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129 139 1368 0 0,'-1'-17'8504'0'0,"1"10"-6434"0"0,-2-16 5691 0 0,3 19-7415 0 0,0 0-1 0 0,0 0 1 0 0,1 0-1 0 0,-1 0 1 0 0,1 1-1 0 0,0-1 0 0 0,0 0 1 0 0,0 1-1 0 0,0 0 1 0 0,1-1-1 0 0,-1 1 1 0 0,1 0-1 0 0,3-2 1 0 0,-1 1-225 0 0,0 0 0 0 0,0 0 0 0 0,0 0 0 0 0,0 1 0 0 0,1 0 1 0 0,-1 0-1 0 0,1 1 0 0 0,8-3 0 0 0,-9 3-128 0 0,-1 1-1 0 0,1 0 1 0 0,0 0 0 0 0,-1 0-1 0 0,1 0 1 0 0,0 1 0 0 0,-1 0-1 0 0,1 0 1 0 0,0 0 0 0 0,0 1-1 0 0,-1-1 1 0 0,1 1 0 0 0,0 0-1 0 0,-1 0 1 0 0,1 1 0 0 0,-1 0 0 0 0,0-1-1 0 0,1 1 1 0 0,-1 1 0 0 0,0-1-1 0 0,0 1 1 0 0,0-1 0 0 0,0 1-1 0 0,-1 0 1 0 0,5 5 0 0 0,-6-5 14 0 0,0 0 1 0 0,-1 0 0 0 0,1 0 0 0 0,-1 0 0 0 0,0 0 0 0 0,0 0-1 0 0,0 1 1 0 0,0-1 0 0 0,0 0 0 0 0,-1 1 0 0 0,1-1 0 0 0,-1 0-1 0 0,0 1 1 0 0,0-1 0 0 0,0 0 0 0 0,-1 1 0 0 0,1-1-1 0 0,-1 0 1 0 0,0 1 0 0 0,0-1 0 0 0,-2 6 0 0 0,-3 6-3 0 0,-1-1-1 0 0,-1 1 1 0 0,-10 15 0 0 0,11-19-14 0 0,-39 51 2146 0 0,47-62-2138 0 0,0 1 1 0 0,0-1 0 0 0,1 0 0 0 0,-1 1-1 0 0,0-1 1 0 0,0 0 0 0 0,0 0 0 0 0,0 1-1 0 0,0-1 1 0 0,0 0 0 0 0,0 0 0 0 0,1 0-1 0 0,-1 0 1 0 0,1-1 0 0 0,13 1-30 0 0,-8-1 16 0 0,0 2-1 0 0,0-1 0 0 0,0 1 0 0 0,0 0 1 0 0,0 1-1 0 0,0 0 0 0 0,0 0 1 0 0,0 0-1 0 0,0 1 0 0 0,-1 0 1 0 0,8 4-1 0 0,0 2-1 0 0,0 0 1 0 0,-1 0-1 0 0,19 19 1 0 0,-25-22 279 0 0,0 1 1 0 0,-1 0-1 0 0,0 0 1 0 0,-1 0-1 0 0,1 1 1 0 0,-2 0-1 0 0,1 0 1 0 0,-1 0-1 0 0,4 10 1 0 0,-7-15-185 0 0,0 0-1 0 0,-1 0 1 0 0,1-1 0 0 0,0 1 0 0 0,-1 0 0 0 0,0 0 0 0 0,0 0 0 0 0,0 0-1 0 0,0 0 1 0 0,0 0 0 0 0,0-1 0 0 0,-1 1 0 0 0,1 0 0 0 0,-1 0 0 0 0,0 0-1 0 0,0-1 1 0 0,0 1 0 0 0,0 0 0 0 0,0-1 0 0 0,-1 1 0 0 0,1-1 0 0 0,-1 1-1 0 0,0-1 1 0 0,0 0 0 0 0,0 0 0 0 0,0 0 0 0 0,0 0 0 0 0,0 0 0 0 0,0 0-1 0 0,-1 0 1 0 0,1-1 0 0 0,-5 3 0 0 0,-4 1-77 0 0,1 0 0 0 0,-2-1 0 0 0,1 0 1 0 0,0-1-1 0 0,-1-1 0 0 0,0 0 0 0 0,1 0 0 0 0,-1-1 0 0 0,-20 0 1 0 0,-13-4-68 0 0,-51-8 1 0 0,84 9 31 0 0,-57-10-3947 0 0,26 4-1709 0 0,0 1-4673 0 0,20 5 153 0 0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4:15.4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324 101 1100 0 0,'5'-11'4370'0'0,"0"0"0"0"0,7-22 0 0 0,-9 25-3437 0 0,-3 7-860 0 0,0 0 0 0 0,0-1 0 0 0,0 1 0 0 0,0 0 1 0 0,0-1-1 0 0,0 1 0 0 0,0-1 0 0 0,0 1 0 0 0,0 0 1 0 0,-1-1-1 0 0,1 1 0 0 0,0 0 0 0 0,-1 0 0 0 0,1-1 0 0 0,-1 1 1 0 0,0 0-1 0 0,1 0 0 0 0,-1 0 0 0 0,0 0 0 0 0,0-1 1 0 0,0 1-1 0 0,0 0 0 0 0,0 1 0 0 0,0-1 0 0 0,0 0 1 0 0,0 0-1 0 0,0 0 0 0 0,0 0 0 0 0,0 1 0 0 0,-1-1 0 0 0,1 1 1 0 0,0-1-1 0 0,0 1 0 0 0,-1-1 0 0 0,1 1 0 0 0,0 0 1 0 0,-1 0-1 0 0,1-1 0 0 0,0 1 0 0 0,-1 0 0 0 0,1 0 0 0 0,-1 0 1 0 0,1 1-1 0 0,0-1 0 0 0,-1 0 0 0 0,-2 1 0 0 0,-9 4-57 0 0,0 0 0 0 0,0 0 1 0 0,0 2-1 0 0,0 0 0 0 0,1 0 0 0 0,0 1 0 0 0,1 0 0 0 0,-1 1 0 0 0,-15 17 0 0 0,4-3-18 0 0,2 1 1 0 0,1 1-1 0 0,-24 37 1 0 0,32-43 7 0 0,-17 38-1 0 0,26-48 3 0 0,-1 0 0 0 0,1 0 1 0 0,1 0-1 0 0,0 1 0 0 0,0-1 0 0 0,0 19 0 0 0,2-26-2 0 0,0-1-1 0 0,0 1 1 0 0,0-1-1 0 0,0 1 1 0 0,0-1-1 0 0,1 1 1 0 0,-1-1 0 0 0,1 0-1 0 0,-1 1 1 0 0,1-1-1 0 0,-1 1 1 0 0,1-1-1 0 0,0 0 1 0 0,0 0 0 0 0,-1 1-1 0 0,1-1 1 0 0,0 0-1 0 0,0 0 1 0 0,0 0-1 0 0,1 0 1 0 0,-1 0 0 0 0,0 0-1 0 0,0 0 1 0 0,0 0-1 0 0,1-1 1 0 0,-1 1-1 0 0,0 0 1 0 0,1-1 0 0 0,-1 1-1 0 0,1-1 1 0 0,-1 1-1 0 0,1-1 1 0 0,-1 0-1 0 0,1 0 1 0 0,-1 0 0 0 0,3 0-1 0 0,3 0 12 0 0,-1 0 1 0 0,1 0-1 0 0,-1-1 0 0 0,1 0 1 0 0,-1 0-1 0 0,0-1 0 0 0,10-3 1 0 0,-7 1-14 0 0,-1-1 0 0 0,1 0 1 0 0,-2 0-1 0 0,1 0 0 0 0,0-1 1 0 0,-1 0-1 0 0,0-1 0 0 0,0 1 1 0 0,-1-1-1 0 0,0-1 0 0 0,0 1 1 0 0,-1-1-1 0 0,7-13 0 0 0,5-11 52 0 0,-2-2 0 0 0,13-39 0 0 0,-20 49 46 0 0,11-27 463 0 0,-19 50-577 0 0,1 2 48 0 0,0 1 12 0 0,-1 0 1 0 0,1 0-1 0 0,0 0 0 0 0,-1 0 0 0 0,0 0 0 0 0,1 0 0 0 0,-1 0 0 0 0,0 0 0 0 0,0 3 1 0 0,0-5-44 0 0,3 85 1245 0 0,-2-43-1136 0 0,1 0-1 0 0,2 0 1 0 0,15 67 0 0 0,-17-104-481 0 0,0 0 1 0 0,-1 0-1 0 0,2 0 1 0 0,-1-1 0 0 0,1 1-1 0 0,0-1 1 0 0,0 1-1 0 0,0-1 1 0 0,0 0 0 0 0,6 5-1 0 0,-4-4-1311 0 0,0-1 0 0 0,1 0-1 0 0,-1 0 1 0 0,10 5 0 0 0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4:15.8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67 104 3072 0 0,'-6'-14'5036'0'0,"-8"-25"4115"0"0,13 37-8885 0 0,0 0 1 0 0,1-1-1 0 0,-1 1 0 0 0,1 0 0 0 0,0-1 0 0 0,0 1 1 0 0,0 0-1 0 0,0-1 0 0 0,0 1 0 0 0,0 0 1 0 0,1-1-1 0 0,-1 1 0 0 0,1 0 0 0 0,1-3 1 0 0,-2 4-236 0 0,1 0 0 0 0,0 0 1 0 0,0 0-1 0 0,0 0 1 0 0,0 0-1 0 0,0 0 1 0 0,0 0-1 0 0,0 1 0 0 0,0-1 1 0 0,0 0-1 0 0,1 1 1 0 0,-1-1-1 0 0,0 1 1 0 0,0-1-1 0 0,1 1 0 0 0,-1 0 1 0 0,0-1-1 0 0,0 1 1 0 0,1 0-1 0 0,-1 0 0 0 0,0 0 1 0 0,1 0-1 0 0,1 0 1 0 0,24 5 77 0 0,-23-4-91 0 0,-1 0 0 0 0,0 0 0 0 0,0 1 0 0 0,1-1 0 0 0,-1 1 0 0 0,0 0 0 0 0,0 0 0 0 0,-1 0 0 0 0,1 1 0 0 0,0-1 1 0 0,-1 1-1 0 0,0-1 0 0 0,1 1 0 0 0,-1 0 0 0 0,0 0 0 0 0,0 0 0 0 0,-1 0 0 0 0,1 0 0 0 0,-1 0 0 0 0,1 0 0 0 0,-1 1 0 0 0,0-1 0 0 0,0 0 0 0 0,0 1 0 0 0,-1-1 0 0 0,1 1 0 0 0,-1-1 0 0 0,0 1 0 0 0,0 3 0 0 0,0 3 119 0 0,-1 0 0 0 0,-1-1 0 0 0,1 1 0 0 0,-1 0 0 0 0,-1-1 0 0 0,0 1 0 0 0,0-1 1 0 0,-1 0-1 0 0,-5 9 0 0 0,-4 4 647 0 0,-1-1 0 0 0,-22 26 0 0 0,14-20 386 0 0,-25 41 1 0 0,46-66-1036 0 0,1-2-128 0 0,1 1-1 0 0,-1 0 1 0 0,1-1 0 0 0,-1 1-1 0 0,1-1 1 0 0,-1 0 0 0 0,1 1 0 0 0,0-1-1 0 0,-1 1 1 0 0,1-1 0 0 0,0 0-1 0 0,-1 1 1 0 0,1-1 0 0 0,0 0-1 0 0,-1 0 1 0 0,1 0 0 0 0,0 1-1 0 0,-1-1 1 0 0,1 0 0 0 0,0 0 0 0 0,0 0-1 0 0,-1 0 1 0 0,1 0 0 0 0,0 0-1 0 0,-1 0 1 0 0,1-1 0 0 0,0 1-1 0 0,0 0 1 0 0,0 0 0 0 0,25-3 117 0 0,246-53-2421 0 0,-254 51 631 0 0,17-6-2074 0 0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4:16.3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0 140 1964 0 0,'0'-3'2686'0'0,"0"-4"-1050"0"0,0 1-1 0 0,1-1 1 0 0,0 1 0 0 0,0 0-1 0 0,0-1 1 0 0,5-11 0 0 0,-4 13-1287 0 0,1 0 1 0 0,-1 0-1 0 0,1 1 0 0 0,1-1 1 0 0,-1 0-1 0 0,1 1 1 0 0,-1 0-1 0 0,1 0 0 0 0,1 0 1 0 0,-1 0-1 0 0,0 1 1 0 0,1 0-1 0 0,7-5 0 0 0,-7 6-256 0 0,0-1 0 0 0,0 1-1 0 0,0 0 1 0 0,0 0 0 0 0,1 1-1 0 0,-1-1 1 0 0,0 1 0 0 0,1 1-1 0 0,-1-1 1 0 0,1 1 0 0 0,-1 0 0 0 0,1 0-1 0 0,-1 0 1 0 0,0 1 0 0 0,8 1-1 0 0,-10-1-76 0 0,-1-1-1 0 0,0 1 0 0 0,1 0 0 0 0,-1 0 1 0 0,0 1-1 0 0,0-1 0 0 0,0 0 0 0 0,0 1 1 0 0,0-1-1 0 0,0 1 0 0 0,0 0 0 0 0,0-1 1 0 0,0 1-1 0 0,-1 0 0 0 0,1 0 0 0 0,-1 0 1 0 0,0 0-1 0 0,1 1 0 0 0,-1-1 0 0 0,0 0 1 0 0,0 0-1 0 0,-1 1 0 0 0,1-1 0 0 0,0 1 1 0 0,-1-1-1 0 0,1 1 0 0 0,-1-1 0 0 0,0 1 1 0 0,0-1-1 0 0,0 1 0 0 0,0-1 0 0 0,0 1 1 0 0,-1-1-1 0 0,1 0 0 0 0,-1 1 1 0 0,0 2-1 0 0,-4 10 269 0 0,-1 1 0 0 0,0-1 0 0 0,-1 0 0 0 0,0-1 0 0 0,-1 1 0 0 0,-1-2 1 0 0,-16 21 787 0 0,25-34-1053 0 0,0 0-1 0 0,-1 1 0 0 0,1-1 1 0 0,0 0-1 0 0,0 0 0 0 0,0 1 1 0 0,-1-1-1 0 0,1 0 1 0 0,0 0-1 0 0,0 1 0 0 0,0-1 1 0 0,0 0-1 0 0,0 1 0 0 0,-1-1 1 0 0,1 0-1 0 0,0 1 0 0 0,0-1 1 0 0,0 0-1 0 0,0 1 0 0 0,0-1 1 0 0,0 0-1 0 0,0 1 0 0 0,0-1 1 0 0,0 0-1 0 0,0 0 0 0 0,1 1 1 0 0,10 0-32 0 0,-1 0 1 0 0,1 0-1 0 0,0 1 0 0 0,0 1 1 0 0,-1 0-1 0 0,1 0 0 0 0,-1 1 1 0 0,0 0-1 0 0,0 1 1 0 0,-1 0-1 0 0,11 7 0 0 0,-10-5 178 0 0,1 1 0 0 0,-1 0-1 0 0,0 1 1 0 0,-1 0-1 0 0,0 0 1 0 0,0 1 0 0 0,-1 0-1 0 0,-1 1 1 0 0,8 13 0 0 0,-13-21-120 0 0,-1 0 1 0 0,1-1 0 0 0,-1 1 0 0 0,0 0-1 0 0,0 0 1 0 0,-1 0 0 0 0,1 0-1 0 0,-1 0 1 0 0,1 0 0 0 0,-1 0 0 0 0,0 0-1 0 0,0 0 1 0 0,0 0 0 0 0,0-1 0 0 0,-1 1-1 0 0,1 0 1 0 0,-1 0 0 0 0,-1 5 0 0 0,0-4 98 0 0,-1 1 1 0 0,1-1 0 0 0,-1 1 0 0 0,0-1-1 0 0,0 0 1 0 0,0 0 0 0 0,-1-1 0 0 0,1 1-1 0 0,-1-1 1 0 0,-5 4 0 0 0,-6 3 224 0 0,0 0 0 0 0,-1-1 0 0 0,0-1 1 0 0,0 0-1 0 0,-20 5 0 0 0,-17 1-3269 0 0,41-12 1112 0 0,-1 0 0 0 0,1-1 1 0 0,-1-1-1 0 0,1 0 0 0 0,-1 0 0 0 0,1-1 0 0 0,-1-1 0 0 0,-14-4 1 0 0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4:20.2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270 115 2052 0 0,'2'-16'3702'0'0,"0"0"0"0"0,-1-18 0 0 0,-1 32-3575 0 0,0 0 0 0 0,-1 0 0 0 0,1-1 0 0 0,-1 1 0 0 0,0 0 1 0 0,0 0-1 0 0,0 0 0 0 0,0 0 0 0 0,0 0 0 0 0,0 0 0 0 0,0 0 0 0 0,-1 0 0 0 0,1 0 0 0 0,0 0 1 0 0,-1 1-1 0 0,0-1 0 0 0,1 0 0 0 0,-1 1 0 0 0,0 0 0 0 0,0-1 0 0 0,0 1 0 0 0,0 0 1 0 0,0 0-1 0 0,0 0 0 0 0,0 0 0 0 0,-1 0 0 0 0,1 1 0 0 0,-3-1 0 0 0,1 0-107 0 0,0 1-1 0 0,0 0 1 0 0,0 0-1 0 0,1 0 1 0 0,-1 0-1 0 0,0 1 1 0 0,0-1-1 0 0,1 1 1 0 0,-1 0 0 0 0,0 1-1 0 0,1-1 1 0 0,-1 0-1 0 0,1 1 1 0 0,0 0-1 0 0,-1 0 1 0 0,1 0-1 0 0,0 0 1 0 0,-4 3-1 0 0,-4 5-17 0 0,0 1 0 0 0,0 0 0 0 0,-9 14 0 0 0,13-16 17 0 0,-8 9-25 0 0,2 1 0 0 0,0 0 0 0 0,-17 36 0 0 0,25-46 12 0 0,1 1 0 0 0,0 0-1 0 0,1 0 1 0 0,0 0 0 0 0,0 0 0 0 0,1 1 0 0 0,1-1 0 0 0,-1 1 0 0 0,2-1-1 0 0,0 15 1 0 0,0-22-1 0 0,1 0 0 0 0,-1-1 0 0 0,1 1-1 0 0,-1-1 1 0 0,1 1 0 0 0,0-1 0 0 0,0 1 0 0 0,0-1-1 0 0,0 1 1 0 0,1-1 0 0 0,-1 0 0 0 0,0 0 0 0 0,1 1-1 0 0,0-1 1 0 0,0 0 0 0 0,-1 0 0 0 0,1-1-1 0 0,4 4 1 0 0,-2-3-9 0 0,-1 0 0 0 0,0-1 0 0 0,1 0 0 0 0,-1 1 0 0 0,1-1 0 0 0,-1 0 0 0 0,1-1 0 0 0,0 1 0 0 0,-1-1 0 0 0,1 1-1 0 0,0-1 1 0 0,4-1 0 0 0,1 0-20 0 0,-1 0-1 0 0,1 0 1 0 0,-1-1 0 0 0,0-1-1 0 0,0 1 1 0 0,0-1-1 0 0,0 0 1 0 0,0-1-1 0 0,-1 0 1 0 0,0 0-1 0 0,9-7 1 0 0,-7 3 3 0 0,-1 0 1 0 0,1-1 0 0 0,-2 0-1 0 0,1 0 1 0 0,-1-1-1 0 0,10-18 1 0 0,24-67 207 0 0,-7 15 704 0 0,-33 79-877 0 0,1 2 42 0 0,1 1 13 0 0,-1 0 0 0 0,1 0-1 0 0,0 0 1 0 0,-1 0 0 0 0,0 1-1 0 0,1-1 1 0 0,-1 1 0 0 0,0 0-1 0 0,0-1 1 0 0,-1 1 0 0 0,1 0-1 0 0,0 0 1 0 0,-1 0 0 0 0,2 7-1 0 0,14 57 450 0 0,-8-28-324 0 0,-4-21-268 0 0,1 0 0 0 0,12 24 0 0 0,4-9-2740 0 0,-18-29 1551 0 0,0 0 1 0 0,0-1-1 0 0,0 1 0 0 0,0-1 1 0 0,9 5-1 0 0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4:20.8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66 120 2480 0 0,'0'-2'2174'0'0,"-3"-9"286"0"0,1 5-1033 0 0,1-1 0 0 0,0 0 0 0 0,0 0 0 0 0,0-8 0 0 0,1 12-1300 0 0,0 1 1 0 0,0-1-1 0 0,1 1 1 0 0,-1-1-1 0 0,1 1 1 0 0,0-1-1 0 0,0 1 1 0 0,0-1-1 0 0,0 1 1 0 0,0 0-1 0 0,0 0 1 0 0,0-1-1 0 0,1 1 1 0 0,-1 0-1 0 0,1 0 1 0 0,2-1-1 0 0,-2 0-89 0 0,0 1-1 0 0,0 0 1 0 0,0 0-1 0 0,1 1 1 0 0,-1-1-1 0 0,1 0 0 0 0,0 1 1 0 0,-1 0-1 0 0,1-1 1 0 0,0 1-1 0 0,0 0 1 0 0,0 0-1 0 0,-1 1 1 0 0,1-1-1 0 0,0 0 1 0 0,0 1-1 0 0,0 0 1 0 0,0 0-1 0 0,0 0 1 0 0,0 0-1 0 0,0 0 1 0 0,0 1-1 0 0,0-1 1 0 0,0 1-1 0 0,0 0 0 0 0,0 0 1 0 0,0 0-1 0 0,0 0 1 0 0,-1 0-1 0 0,5 3 1 0 0,-4-2-19 0 0,0 0-1 0 0,0 0 1 0 0,-1 1 0 0 0,1-1-1 0 0,0 1 1 0 0,-1 0-1 0 0,1 0 1 0 0,-1 0 0 0 0,0 0-1 0 0,0 0 1 0 0,0 0 0 0 0,-1 1-1 0 0,1-1 1 0 0,-1 0 0 0 0,0 1-1 0 0,1 0 1 0 0,-2-1 0 0 0,1 1-1 0 0,0 0 1 0 0,-1-1 0 0 0,1 1-1 0 0,-1 0 1 0 0,0-1 0 0 0,-1 5-1 0 0,-1 3 101 0 0,-1 0-1 0 0,0-1 0 0 0,-1 1 0 0 0,0-1 0 0 0,0 0 0 0 0,-1 0 1 0 0,-1 0-1 0 0,0-1 0 0 0,0 0 0 0 0,0 0 0 0 0,-1 0 1 0 0,-1-1-1 0 0,1 0 0 0 0,-12 9 0 0 0,18-17 232 0 0,-2-1-301 0 0,3 1-47 0 0,-1 0 0 0 0,1 0-1 0 0,0 0 1 0 0,0 0 0 0 0,-1 0-1 0 0,1 0 1 0 0,0 0 0 0 0,0 0-1 0 0,-1 0 1 0 0,1 0 0 0 0,0 0-1 0 0,0 0 1 0 0,0 0-1 0 0,-1 0 1 0 0,1 0 0 0 0,0-1-1 0 0,0 1 1 0 0,0 0 0 0 0,-1 0-1 0 0,1 0 1 0 0,0 0 0 0 0,0-1-1 0 0,0 1 1 0 0,-1 0 0 0 0,1 0-1 0 0,0 0 1 0 0,0 0 0 0 0,0-1-1 0 0,0 1 1 0 0,0 0 0 0 0,0-1-1 0 0,1-1-7 0 0,0 0 0 0 0,1 0 0 0 0,-1 0 0 0 0,1-1 0 0 0,0 2 0 0 0,0-1 0 0 0,0 0 0 0 0,0 0 0 0 0,0 0 0 0 0,0 1 0 0 0,0 0 0 0 0,0-1 0 0 0,1 1 0 0 0,-1 0 0 0 0,0 0 0 0 0,1 0 0 0 0,-1 0 0 0 0,1 0-1 0 0,0 1 1 0 0,-1-1 0 0 0,1 1 0 0 0,-1 0 0 0 0,1-1 0 0 0,0 1 0 0 0,-1 0 0 0 0,1 1 0 0 0,-1-1 0 0 0,6 2 0 0 0,-1-1-2 0 0,1 1 0 0 0,-1 0 0 0 0,0 1 0 0 0,0-1 0 0 0,0 1 0 0 0,0 1 0 0 0,-1 0 0 0 0,1-1 0 0 0,7 8 0 0 0,-10-9 124 0 0,-1 1-1 0 0,0 0 1 0 0,1 0 0 0 0,-1 1 0 0 0,0-1 0 0 0,-1 1-1 0 0,1-1 1 0 0,-1 1 0 0 0,1 0 0 0 0,-1 0 0 0 0,0 0 0 0 0,-1 0-1 0 0,1 1 1 0 0,-1-1 0 0 0,1 0 0 0 0,-1 1 0 0 0,-1-1-1 0 0,1 0 1 0 0,-1 1 0 0 0,1-1 0 0 0,-1 1 0 0 0,-1-1-1 0 0,1 1 1 0 0,-1-1 0 0 0,1 1 0 0 0,-1-1 0 0 0,0 1-1 0 0,-1-1 1 0 0,1 0 0 0 0,-1 0 0 0 0,0 0 0 0 0,0 0 0 0 0,0 0-1 0 0,0 0 1 0 0,-1 0 0 0 0,0-1 0 0 0,0 1 0 0 0,0-1-1 0 0,0 0 1 0 0,0 0 0 0 0,-1 0 0 0 0,-3 3 0 0 0,-1-1 32 0 0,-1-1 1 0 0,1 0-1 0 0,-1 0 1 0 0,0-1-1 0 0,0 0 1 0 0,0-1-1 0 0,0 0 1 0 0,-1 0-1 0 0,1-1 1 0 0,-18 1-1 0 0,10-2-414 0 0,-1-1 0 0 0,0-1 0 0 0,1-1-1 0 0,-31-7 1 0 0,37-5-6227 0 0,11 14 6351 0 0,0 1 0 0 0,0-1 0 0 0,0 1 0 0 0,0 0 0 0 0,0-1 0 0 0,1 1 0 0 0,-1-1 0 0 0,0 1 0 0 0,0-1 0 0 0,0 1 0 0 0,1-1 0 0 0,12-16-7151 0 0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4:21.2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 71 1976 0 0,'-2'-24'13564'0'0,"0"2"-8441"0"0,2 21-5055 0 0,0 0 0 0 0,0 0 0 0 0,0 0 1 0 0,0 0-1 0 0,0 0 0 0 0,1 0 0 0 0,-1 0 1 0 0,0 0-1 0 0,1 0 0 0 0,-1 0 0 0 0,0 0 0 0 0,1 0 1 0 0,0-1-1 0 0,2 1-52 0 0,0 0 0 0 0,0-1-1 0 0,0 1 1 0 0,0 0 0 0 0,0 0 0 0 0,1 0-1 0 0,-1 1 1 0 0,0-1 0 0 0,0 1 0 0 0,1 0-1 0 0,-1 0 1 0 0,0 0 0 0 0,1 0 0 0 0,-1 1 0 0 0,0-1-1 0 0,0 1 1 0 0,1 0 0 0 0,-1 0 0 0 0,0 0-1 0 0,0 0 1 0 0,0 1 0 0 0,0-1 0 0 0,0 1 0 0 0,0 0-1 0 0,3 2 1 0 0,-2-1-6 0 0,-1 0-1 0 0,0 0 1 0 0,1 0 0 0 0,-1 1-1 0 0,-1-1 1 0 0,1 1 0 0 0,0-1 0 0 0,-1 1-1 0 0,0 0 1 0 0,0 0 0 0 0,0 0-1 0 0,0 0 1 0 0,-1 0 0 0 0,1 1-1 0 0,-1-1 1 0 0,0 0 0 0 0,0 1-1 0 0,0 7 1 0 0,-2-1 43 0 0,0 1 0 0 0,-1-1 0 0 0,0 1 0 0 0,-1-1 0 0 0,0 0 0 0 0,0 0 0 0 0,-1 0 0 0 0,-1 0 0 0 0,0-1 0 0 0,-11 18 0 0 0,-8 6 1634 0 0,-45 51 0 0 0,37-48 297 0 0,32-37-1974 0 0,0 0-1 0 0,-1 0 0 0 0,1 0 0 0 0,0 1 1 0 0,0-1-1 0 0,0 0 0 0 0,-1 0 1 0 0,1 0-1 0 0,0 0 0 0 0,0 1 0 0 0,0-1 1 0 0,0 0-1 0 0,0 0 0 0 0,0 0 1 0 0,-1 1-1 0 0,1-1 0 0 0,0 0 0 0 0,0 0 1 0 0,0 0-1 0 0,0 1 0 0 0,0-1 1 0 0,0 0-1 0 0,0 0 0 0 0,0 0 0 0 0,0 1 1 0 0,0-1-1 0 0,0 0 0 0 0,0 0 1 0 0,0 1-1 0 0,0-1 0 0 0,0 0 0 0 0,0 0 1 0 0,0 0-1 0 0,0 1 0 0 0,0-1 1 0 0,0 0-1 0 0,1 0 0 0 0,-1 1 0 0 0,0-1 1 0 0,0 0-1 0 0,0 0 0 0 0,0 0 1 0 0,0 0-1 0 0,1 1 0 0 0,-1-1 0 0 0,0 0 1 0 0,15 1 132 0 0,22-7-180 0 0,-35 5 43 0 0,75-15-1374 0 0,131-32-3658 0 0,-72 8-6238 0 0,-105 31 2631 0 0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4:22.0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275 168 1044 0 0,'22'-93'13589'0'0,"-22"90"-13357"0"0,1 0 1 0 0,-1 0-1 0 0,0 0 0 0 0,0 0 0 0 0,-1 0 0 0 0,1 0 0 0 0,0 1 0 0 0,-1-1 0 0 0,0 0 1 0 0,0 0-1 0 0,0 0 0 0 0,0 1 0 0 0,0-1 0 0 0,0 1 0 0 0,-1-1 0 0 0,1 1 0 0 0,-1-1 1 0 0,-3-3-1 0 0,3 4-197 0 0,0 1 0 0 0,0-1 0 0 0,0 0 0 0 0,0 1 0 0 0,-1-1 0 0 0,1 1-1 0 0,-1 0 1 0 0,1 0 0 0 0,-1 0 0 0 0,0 0 0 0 0,1 0 0 0 0,-1 0 0 0 0,0 1 0 0 0,1-1 0 0 0,-1 1 0 0 0,0 0 0 0 0,0 0 0 0 0,0 0 0 0 0,1 0 0 0 0,-1 0 0 0 0,0 1 0 0 0,0-1 0 0 0,1 1 0 0 0,-1 0 0 0 0,0 0 0 0 0,1 0 0 0 0,-1 0 0 0 0,-3 2 0 0 0,-8 6-19 0 0,1 0 0 0 0,1 1 0 0 0,-1 0 0 0 0,1 1 0 0 0,1 0 0 0 0,0 1 0 0 0,1 0 0 0 0,-15 23 0 0 0,12-15-18 0 0,1 1 1 0 0,1 1 0 0 0,1-1-1 0 0,1 2 1 0 0,-8 26 0 0 0,15-39 7 0 0,-1 0 0 0 0,2 1 0 0 0,-2 15 0 0 0,3-22 5 0 0,0 0-1 0 0,0 0 0 0 0,0-1 0 0 0,1 1 0 0 0,-1 0 0 0 0,1-1 0 0 0,0 1 1 0 0,0 0-1 0 0,0-1 0 0 0,1 1 0 0 0,-1-1 0 0 0,1 0 0 0 0,2 4 1 0 0,-2-5-8 0 0,-1-1 1 0 0,1 1 0 0 0,-1-1 0 0 0,1 0 0 0 0,0 1 0 0 0,-1-1 0 0 0,1 0 0 0 0,0 0-1 0 0,0 0 1 0 0,0 0 0 0 0,0-1 0 0 0,0 1 0 0 0,0-1 0 0 0,0 1 0 0 0,0-1 0 0 0,0 1 0 0 0,0-1-1 0 0,1 0 1 0 0,-1 0 0 0 0,0 0 0 0 0,0-1 0 0 0,0 1 0 0 0,0 0 0 0 0,0-1 0 0 0,0 1-1 0 0,0-1 1 0 0,0 0 0 0 0,0 1 0 0 0,0-1 0 0 0,2-2 0 0 0,4 0 0 0 0,-1-1 0 0 0,1-1 0 0 0,-1 0 0 0 0,0 0 1 0 0,-1 0-1 0 0,7-7 0 0 0,-3 2-14 0 0,-1-1 1 0 0,-1-1 0 0 0,0 1-1 0 0,0-1 1 0 0,-1-1-1 0 0,6-15 1 0 0,28-82 541 0 0,-35 91-231 0 0,-5 17-291 0 0,0 4 24 0 0,1 0 1 0 0,-1 0-1 0 0,0 0 1 0 0,0 1-1 0 0,1-1 1 0 0,-2 0-1 0 0,1 1 1 0 0,0-1-1 0 0,0 1 1 0 0,-1-1-1 0 0,1 1 1 0 0,-1 4 0 0 0,1 38 265 0 0,-1-20-199 0 0,1-7-182 0 0,-1 3 35 0 0,2 1 0 0 0,0-1 0 0 0,8 30 0 0 0,-8-44-562 0 0,1 0 1 0 0,0 0-1 0 0,0-1 0 0 0,0 1 1 0 0,7 9-1 0 0,-6-11-525 0 0,0 0 0 0 0,0 0 0 0 0,0-1 0 0 0,1 0 0 0 0,-1 0 0 0 0,1 0 0 0 0,9 5 0 0 0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4:22.5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85 177 1488 0 0,'-1'-32'7398'0'0,"0"18"-5323"0"0,1 1 0 0 0,0 0 1 0 0,2-13-1 0 0,-1 21-1901 0 0,0 0 0 0 0,0 1 0 0 0,1 0 0 0 0,-1-1 0 0 0,1 1 0 0 0,0 0 0 0 0,0 0 0 0 0,1 0 0 0 0,-1 0 0 0 0,1 0 0 0 0,0 0 0 0 0,5-5 0 0 0,-7 8-159 0 0,1-1 0 0 0,0 0-1 0 0,0 1 1 0 0,-1-1 0 0 0,1 1 0 0 0,0 0 0 0 0,0-1-1 0 0,1 1 1 0 0,-1 0 0 0 0,0 0 0 0 0,0 1-1 0 0,0-1 1 0 0,1 0 0 0 0,-1 1 0 0 0,0-1 0 0 0,1 1-1 0 0,-1 0 1 0 0,1 0 0 0 0,-1 0 0 0 0,0 0-1 0 0,1 0 1 0 0,-1 0 0 0 0,0 1 0 0 0,1-1 0 0 0,-1 1-1 0 0,0 0 1 0 0,1-1 0 0 0,-1 1 0 0 0,0 0-1 0 0,0 0 1 0 0,0 1 0 0 0,0-1 0 0 0,3 3 0 0 0,-1-1-1 0 0,0 0 0 0 0,-1 0 0 0 0,0 1 0 0 0,0-1 0 0 0,0 1 1 0 0,0 0-1 0 0,0 0 0 0 0,-1 0 0 0 0,0 0 0 0 0,0 1 0 0 0,0-1 1 0 0,0 0-1 0 0,0 1 0 0 0,-1-1 0 0 0,0 1 0 0 0,1 7 1 0 0,-2-6 8 0 0,0 1 0 0 0,0-1 0 0 0,-1 0 0 0 0,0 1 1 0 0,0-1-1 0 0,0 0 0 0 0,-1 0 0 0 0,0 0 1 0 0,0 0-1 0 0,0 0 0 0 0,-1 0 0 0 0,-6 9 1 0 0,3-6 57 0 0,-1 1 0 0 0,-1-1 0 0 0,0 0 0 0 0,0-1 0 0 0,-16 13 0 0 0,23-20-7 0 0,-9 2 212 0 0,10-4-290 0 0,0-3 8 0 0,15-4-60 0 0,-10 6 55 0 0,1 0-1 0 0,-1 1 1 0 0,1 0-1 0 0,-1 0 0 0 0,1 0 1 0 0,-1 1-1 0 0,1-1 1 0 0,0 2-1 0 0,-1-1 0 0 0,1 0 1 0 0,0 1-1 0 0,-1 0 1 0 0,1 1-1 0 0,-1-1 0 0 0,0 1 1 0 0,1 0-1 0 0,-1 0 1 0 0,0 1-1 0 0,0-1 1 0 0,0 1-1 0 0,-1 0 0 0 0,1 1 1 0 0,-1-1-1 0 0,1 1 1 0 0,-1 0-1 0 0,0 0 0 0 0,-1 0 1 0 0,1 0-1 0 0,-1 1 1 0 0,1-1-1 0 0,-2 1 0 0 0,1 0 1 0 0,3 7-1 0 0,-6-10 51 0 0,1 0-1 0 0,-1 0 0 0 0,0 0 1 0 0,1 0-1 0 0,-1 0 1 0 0,0 0-1 0 0,0 0 0 0 0,0 1 1 0 0,-1-1-1 0 0,1 0 1 0 0,0 0-1 0 0,-1 0 0 0 0,0 0 1 0 0,1 0-1 0 0,-1 0 1 0 0,-2 3-1 0 0,-18 28 1087 0 0,18-29-907 0 0,-1 2 36 0 0,-1-1 0 0 0,-1 0 0 0 0,1 0 0 0 0,-1-1 0 0 0,0 1 0 0 0,0-1 0 0 0,0 0 0 0 0,0-1 0 0 0,-1 1 0 0 0,-10 3 0 0 0,2-2 53 0 0,0 0-1 0 0,0-1 1 0 0,-27 3-1 0 0,-20-4 171 0 0,57-3-660 0 0,0-1-1 0 0,0 1 1 0 0,0-1 0 0 0,0 0 0 0 0,0 0-1 0 0,0-1 1 0 0,1 0 0 0 0,-1 1-1 0 0,-6-5 1 0 0,10 6 5 0 0,0-1 0 0 0,0 0-1 0 0,1 0 1 0 0,-1 1 0 0 0,0-1-1 0 0,1 0 1 0 0,-1 0 0 0 0,0 0 0 0 0,1 1-1 0 0,-1-1 1 0 0,1 0 0 0 0,-1 0-1 0 0,1 0 1 0 0,0 0 0 0 0,-1 0 0 0 0,1 0-1 0 0,0 0 1 0 0,0 0 0 0 0,0 0 0 0 0,0 0-1 0 0,0 0 1 0 0,0 0 0 0 0,0-2-1 0 0,6-21-3853 0 0,-2 17 2206 0 0,-1 1 1 0 0,1 0 0 0 0,0 0-1 0 0,6-6 1 0 0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4:23.0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98 1128 0 0,'1'-3'2664'0'0,"31"-50"10825"0"0,-28 48-12983 0 0,-1 0-1 0 0,1 0 1 0 0,0 1-1 0 0,1 0 1 0 0,5-4 0 0 0,-8 6-464 0 0,1 1 0 0 0,0-1 0 0 0,0 1 0 0 0,0 0 1 0 0,1 0-1 0 0,-1 0 0 0 0,0 1 0 0 0,0-1 1 0 0,0 1-1 0 0,1-1 0 0 0,-1 1 0 0 0,0 0 1 0 0,0 1-1 0 0,0-1 0 0 0,1 0 0 0 0,4 2 1 0 0,4 1-5 0 0,0 1 0 0 0,20 8 1 0 0,-29-11-28 0 0,0 0 1 0 0,0 1 0 0 0,0-1-1 0 0,0 1 1 0 0,0 0-1 0 0,0 0 1 0 0,0 0-1 0 0,0 0 1 0 0,-1 1-1 0 0,1-1 1 0 0,-1 1-1 0 0,0 0 1 0 0,1-1-1 0 0,-1 1 1 0 0,-1 0-1 0 0,1 0 1 0 0,0 1-1 0 0,-1-1 1 0 0,1 0-1 0 0,-1 0 1 0 0,0 1-1 0 0,0-1 1 0 0,-1 1-1 0 0,1-1 1 0 0,-1 1 0 0 0,1-1-1 0 0,-1 1 1 0 0,0-1-1 0 0,0 1 1 0 0,-1-1-1 0 0,1 1 1 0 0,-1-1-1 0 0,0 1 1 0 0,1-1-1 0 0,-2 0 1 0 0,1 1-1 0 0,0-1 1 0 0,-1 0-1 0 0,1 0 1 0 0,-1 0-1 0 0,0 0 1 0 0,0 0-1 0 0,0 0 1 0 0,0 0-1 0 0,-4 2 1 0 0,-28 33 94 0 0,33-37-124 0 0,-4 5-171 0 0,12-7 162 0 0,0-1 0 0 0,0 1 1 0 0,0 1-1 0 0,0 0 0 0 0,0 0 0 0 0,0 0 0 0 0,0 1 0 0 0,0-1 0 0 0,0 2 0 0 0,0-1 0 0 0,-1 1 0 0 0,1 0 0 0 0,12 6 1 0 0,-14-6 52 0 0,-1 0 1 0 0,1 1 0 0 0,-1 0 0 0 0,0-1-1 0 0,0 2 1 0 0,0-1 0 0 0,0 0 0 0 0,0 1-1 0 0,-1-1 1 0 0,1 1 0 0 0,-1 0 0 0 0,0 1 0 0 0,0-1-1 0 0,-1 0 1 0 0,1 1 0 0 0,-1-1 0 0 0,0 1-1 0 0,0 0 1 0 0,0 0 0 0 0,1 8 0 0 0,-3-8 152 0 0,1 0-1 0 0,-1 1 1 0 0,0-1 0 0 0,-1 0 0 0 0,1 0 0 0 0,-1 1 0 0 0,0-1 0 0 0,-1 0 0 0 0,1 0 0 0 0,-1 0-1 0 0,0 0 1 0 0,0 0 0 0 0,0 0 0 0 0,-1-1 0 0 0,0 1 0 0 0,0-1 0 0 0,0 0 0 0 0,0 1 0 0 0,-1-1 0 0 0,-4 3-1 0 0,2-1-104 0 0,0 0 0 0 0,-1-1-1 0 0,1 0 1 0 0,-1-1 0 0 0,-1 1-1 0 0,1-2 1 0 0,-1 1 0 0 0,1-1-1 0 0,-1 0 1 0 0,0 0-1 0 0,-13 2 1 0 0,19-5-491 0 0,-1 1 0 0 0,0-1-1 0 0,0 0 1 0 0,0 0 0 0 0,0-1-1 0 0,1 1 1 0 0,-1-1 0 0 0,0 1-1 0 0,1-1 1 0 0,-1 0 0 0 0,0 0 0 0 0,-3-2-1 0 0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4:24.7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72 1392 0 0,'0'0'16366'0'0,"16"-3"-15444"0"0,169-28 153 0 0,-65 10-978 0 0,-72 12-101 0 0,-46 9 1 0 0,29-5-10 0 0,-28 5-1 0 0,7-1 9 0 0,-7 0 5 0 0,-1 1-1 0 0,1 0 1 0 0,0-1-1 0 0,0 1 1 0 0,-1 0-1 0 0,1 1 0 0 0,0-1 1 0 0,-1 0-1 0 0,1 1 1 0 0,0 0-1 0 0,-1-1 1 0 0,1 1-1 0 0,-1 0 1 0 0,1 0-1 0 0,-1 1 1 0 0,0-1-1 0 0,1 0 1 0 0,-1 1-1 0 0,0 0 1 0 0,0-1-1 0 0,0 1 1 0 0,2 2-1 0 0,7 6 152 0 0,-2 0-1 0 0,1 1 1 0 0,-1 0-1 0 0,-1 1 1 0 0,0 0-1 0 0,0 0 1 0 0,-1 1-1 0 0,-1-1 1 0 0,8 23-1 0 0,3 17 606 0 0,12 62-1 0 0,-22-85-687 0 0,21 105 1339 0 0,11 156 0 0 0,-11 138 896 0 0,-13-168-1370 0 0,-8-154-633 0 0,32 421 691 0 0,-9-124 299 0 0,21 214-145 0 0,-5-222-1039 0 0,-38-308-106 0 0,25 211 0 0 0,19 220 0 0 0,-35-98 0 0 0,-17-405 0 0 0,0 0 0 0 0,0-1 0 0 0,1-1 0 0 0,0 0 0 0 0,0-3 0 0 0,-1 1 0 0 0,0-1 0 0 0,-2-1 0 0 0,-7-2 0 0 0,-6-3 0 0 0,-193 9-1821 0 0,42-5-568 0 0,104-3-46 0 0,-15 2-2417 0 0,27-2-1682 0 0,-8 5-5798 0 0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4:13.9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319 113 908 0 0,'-3'-13'1973'0'0,"-2"1"1"0"0,1 0-1 0 0,-1 0 1 0 0,-1 1-1 0 0,-9-15 1 0 0,14 25-1489 0 0,1 0-410 0 0,0 0 1 0 0,-1 0-1 0 0,1 0 1 0 0,0 0-1 0 0,-1 0 1 0 0,1 0-1 0 0,-1 0 1 0 0,0 0-1 0 0,1 0 1 0 0,-1 0-1 0 0,0 0 1 0 0,1 1-1 0 0,-1-1 1 0 0,0 0-1 0 0,0 0 1 0 0,0 1 0 0 0,1-1-1 0 0,-1 0 1 0 0,0 1-1 0 0,0-1 1 0 0,0 1-1 0 0,0 0 1 0 0,0-1-1 0 0,0 1 1 0 0,0 0-1 0 0,-1-1 1 0 0,0 1-1 0 0,-29-5 370 0 0,30 5-396 0 0,-7 0-36 0 0,1 0 1 0 0,0 0-1 0 0,-1 1 0 0 0,1 0 0 0 0,0 0 0 0 0,0 1 1 0 0,0 0-1 0 0,0 0 0 0 0,0 1 0 0 0,0-1 0 0 0,0 2 1 0 0,1-1-1 0 0,0 1 0 0 0,-1 0 0 0 0,1 0 0 0 0,1 1 1 0 0,-1-1-1 0 0,-9 12 0 0 0,5-5-22 0 0,0 1-1 0 0,1 0 1 0 0,0 1 0 0 0,1 0-1 0 0,1 0 1 0 0,0 1-1 0 0,-9 26 1 0 0,13-30 9 0 0,0-1 0 0 0,1 1 0 0 0,0-1 0 0 0,1 1 0 0 0,0-1 0 0 0,0 1 0 0 0,1 0 0 0 0,1 0 0 0 0,-1-1 0 0 0,5 20 0 0 0,-4-25 10 0 0,1 1 0 0 0,-1-1-1 0 0,1 0 1 0 0,0 1 0 0 0,0-1 0 0 0,0 0 0 0 0,0 0 0 0 0,1-1 0 0 0,-1 1 0 0 0,1 0 0 0 0,0-1 0 0 0,1 1 0 0 0,-1-1-1 0 0,0 0 1 0 0,1 0 0 0 0,0-1 0 0 0,-1 1 0 0 0,1-1 0 0 0,0 0 0 0 0,0 0 0 0 0,1 0 0 0 0,-1 0 0 0 0,0-1 0 0 0,9 3-1 0 0,-8-4 6 0 0,-1 1 0 0 0,1 0 0 0 0,0-1-1 0 0,0 0 1 0 0,-1 0 0 0 0,1 0 0 0 0,0-1-1 0 0,0 0 1 0 0,-1 0 0 0 0,1 0 0 0 0,0 0-1 0 0,-1-1 1 0 0,1 1 0 0 0,4-4 0 0 0,-3 1-21 0 0,0 0 1 0 0,0 0-1 0 0,0 0 1 0 0,-1-1 0 0 0,1 0-1 0 0,-1 0 1 0 0,0-1 0 0 0,5-8-1 0 0,1-3 259 0 0,-1 0-1 0 0,-1-1 1 0 0,0 0-1 0 0,-2 0 1 0 0,10-36 0 0 0,-15 46-16 0 0,1-1 0 0 0,0 1 0 0 0,0 0 0 0 0,4-9 0 0 0,-6 16-209 0 0,2 10 188 0 0,0-1 0 0 0,-1 1 0 0 0,0 0 0 0 0,2 16 1 0 0,-1 2-58 0 0,2 0-158 0 0,0 3 96 0 0,15 47-1 0 0,-17-68-844 0 0,0 0 0 0 0,1 0 0 0 0,0-1-1 0 0,1 1 1 0 0,0-1 0 0 0,0 0 0 0 0,1-1 0 0 0,0 1-1 0 0,10 9 1 0 0,-4-8-3518 0 0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4:14.2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12 104 104 0 0,'-2'-17'7870'0'0,"-2"-9"-1253"0"0,-2-9-1266 0 0,6 33-4897 0 0,2-13 503 0 0,0 14-934 0 0,0 0 0 0 0,1-1 0 0 0,-1 1 0 0 0,1 1 0 0 0,-1-1 0 0 0,1 0 0 0 0,0 1 0 0 0,-1-1 0 0 0,1 1 0 0 0,-1 0 0 0 0,1-1 0 0 0,0 1 0 0 0,-1 1 0 0 0,1-1 0 0 0,0 0 0 0 0,-1 1 0 0 0,1-1 0 0 0,-1 1 0 0 0,1 0 0 0 0,-1 0 0 0 0,1 0 0 0 0,-1 0 0 0 0,1 0 0 0 0,-1 0 0 0 0,0 1 0 0 0,0-1 0 0 0,4 4 0 0 0,-2-2-8 0 0,1 0 1 0 0,-1 1 0 0 0,0-1-1 0 0,-1 1 1 0 0,1 0 0 0 0,0 0-1 0 0,-1 0 1 0 0,0 0 0 0 0,0 1-1 0 0,-1-1 1 0 0,1 1 0 0 0,-1 0-1 0 0,3 7 1 0 0,-4-5 62 0 0,-1 0 0 0 0,0 0-1 0 0,0 1 1 0 0,0-1 0 0 0,-1 0 0 0 0,0 0-1 0 0,0 0 1 0 0,-1 0 0 0 0,0 0 0 0 0,0 0-1 0 0,-1-1 1 0 0,0 1 0 0 0,-7 11 0 0 0,-4 6 719 0 0,-2 0 0 0 0,-20 23 0 0 0,3-1 311 0 0,32-45-966 0 0,18 2-23 0 0,176-51-4777 0 0,-67 3-8693 0 0,-106 35 6699 0 0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4:14.6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 98 1408 0 0,'-13'-42'13493'0'0,"6"18"-9540"0"0,7 23-3898 0 0,-1 0-1 0 0,1 0 0 0 0,0 0 1 0 0,0 0-1 0 0,0 0 0 0 0,0 0 1 0 0,0 0-1 0 0,0 0 0 0 0,0 0 1 0 0,0 0-1 0 0,0 0 0 0 0,0 0 1 0 0,0 0-1 0 0,1 1 1 0 0,-1-1-1 0 0,0 0 0 0 0,1 0 1 0 0,-1 0-1 0 0,1 0 0 0 0,-1 0 1 0 0,1 1-1 0 0,-1-1 0 0 0,1 0 1 0 0,0 0-1 0 0,-1 1 0 0 0,1-1 1 0 0,0 0-1 0 0,-1 1 0 0 0,1-1 1 0 0,0 1-1 0 0,0-1 0 0 0,0 1 1 0 0,-1-1-1 0 0,1 1 0 0 0,0 0 1 0 0,0-1-1 0 0,0 1 0 0 0,0 0 1 0 0,0 0-1 0 0,0 0 0 0 0,0-1 1 0 0,1 1-1 0 0,2 0-2 0 0,0-1 0 0 0,0 1 0 0 0,0-1 0 0 0,0 1 0 0 0,0 0 0 0 0,0 1 0 0 0,0-1 0 0 0,5 2 0 0 0,-5-1-17 0 0,0 1-1 0 0,0-1 0 0 0,-1 1 1 0 0,1 0-1 0 0,-1 0 1 0 0,0 0-1 0 0,1 0 0 0 0,-1 0 1 0 0,0 1-1 0 0,0-1 0 0 0,0 1 1 0 0,-1 0-1 0 0,1 0 1 0 0,-1 0-1 0 0,1 0 0 0 0,2 7 1 0 0,-3-5 87 0 0,0 0 0 0 0,0 1 0 0 0,-1-1 0 0 0,1 1 0 0 0,-1-1 0 0 0,-1 1 0 0 0,1-1 0 0 0,-1 1 0 0 0,0-1 0 0 0,-1 10 0 0 0,-2 1 278 0 0,0-1 1 0 0,-1 0-1 0 0,0 0 0 0 0,-1 0 0 0 0,-1 0 0 0 0,-1-1 1 0 0,-10 18-1 0 0,-7 5 548 0 0,13-20-509 0 0,0 0 1 0 0,-8 19 0 0 0,18-34-406 0 0,1-1-25 0 0,1-1 0 0 0,-1 1-1 0 0,1 0 1 0 0,-1 0 0 0 0,1-1 0 0 0,-1 1 0 0 0,1 0 0 0 0,-1-1 0 0 0,1 1 0 0 0,-1-1 0 0 0,1 1 0 0 0,0-1 0 0 0,-1 1 0 0 0,1-1-1 0 0,0 1 1 0 0,0-1 0 0 0,-1 0 0 0 0,1 1 0 0 0,0-1 0 0 0,0 0 0 0 0,0 0 0 0 0,-1 1 0 0 0,1-1 0 0 0,0 0 0 0 0,0 0 0 0 0,0 0 0 0 0,0 0-1 0 0,-1 0 1 0 0,1 0 0 0 0,0 0 0 0 0,0-1 0 0 0,0 1 0 0 0,1 0 0 0 0,39-6 107 0 0,-31 4-71 0 0,417-88-3343 0 0,-378 74-2804 0 0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4:08.4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326 135 1408 0 0,'6'-10'3804'0'0,"-4"7"-3459"0"0,0 1 1 0 0,0-1-1 0 0,0 0 1 0 0,-1 0-1 0 0,1 0 1 0 0,-1 0-1 0 0,0 0 1 0 0,0 0-1 0 0,0 0 1 0 0,0 0-1 0 0,0 0 0 0 0,-1-1 1 0 0,0 1-1 0 0,1 0 1 0 0,-1 0-1 0 0,0-1 1 0 0,-1 1-1 0 0,1 0 1 0 0,0 0-1 0 0,-1 0 1 0 0,-2-6-1 0 0,3 6-297 0 0,-1 0 1 0 0,0 0-1 0 0,-1 1 0 0 0,1-1 0 0 0,0 0 0 0 0,-1 1 1 0 0,0-1-1 0 0,1 1 0 0 0,-1-1 0 0 0,0 1 1 0 0,0 0-1 0 0,-1 0 0 0 0,1 0 0 0 0,0 0 0 0 0,-1 0 1 0 0,1 0-1 0 0,-1 1 0 0 0,1-1 0 0 0,-1 1 0 0 0,0 0 1 0 0,0-1-1 0 0,0 1 0 0 0,0 1 0 0 0,1-1 1 0 0,-1 0-1 0 0,-5 0 0 0 0,0 1-39 0 0,0 1-1 0 0,1 0 1 0 0,-1 0-1 0 0,0 0 1 0 0,0 1 0 0 0,1 0-1 0 0,-1 0 1 0 0,1 1-1 0 0,-1 0 1 0 0,1 1 0 0 0,0-1-1 0 0,0 1 1 0 0,1 1-1 0 0,-1-1 1 0 0,1 1 0 0 0,0 0-1 0 0,0 1 1 0 0,1-1-1 0 0,-8 10 1 0 0,-3 4 0 0 0,1 1 0 0 0,0 0 0 0 0,1 1 1 0 0,1 1-1 0 0,2 0 0 0 0,0 0 0 0 0,1 1 0 0 0,1 1 0 0 0,-9 37 0 0 0,17-54-13 0 0,0-1 0 0 0,0 1 0 0 0,1 0 0 0 0,0 0 0 0 0,0 0-1 0 0,1-1 1 0 0,1 9 0 0 0,-2-13 6 0 0,0 0 1 0 0,1 0-1 0 0,-1 0 0 0 0,1 0 0 0 0,-1 0 1 0 0,1-1-1 0 0,0 1 0 0 0,0 0 0 0 0,0 0 0 0 0,0-1 1 0 0,0 1-1 0 0,0-1 0 0 0,0 1 0 0 0,1-1 1 0 0,-1 1-1 0 0,1-1 0 0 0,-1 0 0 0 0,1 0 0 0 0,-1 0 1 0 0,1 0-1 0 0,-1 0 0 0 0,1 0 0 0 0,0 0 1 0 0,0 0-1 0 0,-1 0 0 0 0,1-1 0 0 0,0 1 0 0 0,0-1 1 0 0,0 0-1 0 0,0 1 0 0 0,3-1 0 0 0,5 0 3 0 0,0-1 0 0 0,0 0 0 0 0,-1-1 0 0 0,1 0 0 0 0,-1 0 0 0 0,1-1 0 0 0,-1-1 0 0 0,0 1 0 0 0,0-1 0 0 0,0-1-1 0 0,-1 1 1 0 0,0-2 0 0 0,1 1 0 0 0,-2-1 0 0 0,1 0 0 0 0,-1-1 0 0 0,0 0 0 0 0,0 0 0 0 0,-1 0 0 0 0,11-16 0 0 0,-4 0 159 0 0,-1-1 0 0 0,-1 1 0 0 0,-2-2 1 0 0,11-35-1 0 0,-7 20 928 0 0,-13 38-868 0 0,-8 133 1934 0 0,8-111-2009 0 0,1 0 1 0 0,1 0-1 0 0,7 32 1 0 0,-6-41-158 0 0,1 0 1 0 0,0 0-1 0 0,0 0 1 0 0,1-1-1 0 0,0 1 1 0 0,1-1-1 0 0,12 16 1 0 0,-16-23-261 0 0,0-1 0 0 0,0 1 0 0 0,1-1 0 0 0,0 0 0 0 0,-1 0 0 0 0,1 0 0 0 0,0 0 0 0 0,0 0 0 0 0,0-1 0 0 0,3 2 0 0 0,-3-2-817 0 0,1 0 0 0 0,-1 0 0 0 0,0 0 0 0 0,0-1 0 0 0,0 1 1 0 0,0-1-1 0 0,7 0 0 0 0,12-2-4236 0 0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4:08.7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41 2636 0 0,'-1'-40'23091'0'0,"1"58"-19760"0"0,0 45-1403 0 0,-2 98-1443 0 0,-1-114-6 0 0,2-26-2943 0 0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4:09.3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80 80 332 0 0,'0'-14'14593'0'0,"0"12"-14044"0"0,0 0 0 0 0,0 0-1 0 0,1 0 1 0 0,-1 0 0 0 0,0 0-1 0 0,1 0 1 0 0,0 0 0 0 0,-1 0-1 0 0,1 0 1 0 0,0 0-1 0 0,0 1 1 0 0,0-1 0 0 0,0 0-1 0 0,1 0 1 0 0,1-2 0 0 0,0 1-353 0 0,0 1 0 0 0,0-1 1 0 0,1 1-1 0 0,-1 0 1 0 0,0 0-1 0 0,1 0 1 0 0,-1 0-1 0 0,5-1 0 0 0,0 0-259 0 0,0 1-1 0 0,1 0 0 0 0,-1 0 1 0 0,1 1-1 0 0,-1 0 1 0 0,1 0-1 0 0,15 2 0 0 0,-21-1 71 0 0,1 0-1 0 0,-1 0 0 0 0,0 1 1 0 0,0-1-1 0 0,1 1 0 0 0,-1 0 1 0 0,0 0-1 0 0,0 0 0 0 0,0 1 1 0 0,0-1-1 0 0,0 1 0 0 0,-1-1 1 0 0,1 1-1 0 0,0 0 0 0 0,-1 0 0 0 0,1 0 1 0 0,-1 0-1 0 0,1 1 0 0 0,-1-1 1 0 0,0 1-1 0 0,0-1 0 0 0,0 1 1 0 0,-1 0-1 0 0,1 0 0 0 0,-1 0 1 0 0,1 0-1 0 0,-1 0 0 0 0,0 0 1 0 0,0 0-1 0 0,0 0 0 0 0,-1 0 1 0 0,1 1-1 0 0,-1-1 0 0 0,0 0 1 0 0,1 0-1 0 0,-2 1 0 0 0,1-1 1 0 0,-1 4-1 0 0,-1 5-12 0 0,0-1-1 0 0,-1 1 1 0 0,-1-1 0 0 0,0 0-1 0 0,-1 0 1 0 0,0 0-1 0 0,0-1 1 0 0,-10 14 0 0 0,-63 77-12 0 0,61-82-14 0 0,-41 48-14 0 0,-28 34 3911 0 0,97-102-3752 0 0,1-1 1 0 0,-1 0 0 0 0,0-1 0 0 0,-1 0 0 0 0,1 0-1 0 0,11-6 1 0 0,9-3 29 0 0,18-2-12 0 0,52-7 0 0 0,-53 12-133 0 0,46-16 1 0 0,-24 13-207 0 0,-68 11 178 0 0,1 1-22 0 0,8-3-51 0 0,-8 3-85 0 0,7-3-1656 0 0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8:15.2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0 120 0 0,'0'0'4366'0'0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8:16.4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1 296 0 0,'0'0'6967'0'0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8:17.9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 0 980 0 0,'6'6'11550'0'0,"-7"-1"-13315"0"0,1-4 1873 0 0,-6 35 351 0 0,-1 13-285 0 0,-13 191 514 0 0,17-79-538 0 0,20 47 2 0 0,-10-149-78 0 0,44 270 306 0 0,-31-211-127 0 0,53 316 243 0 0,-29-162-364 0 0,8 33 268 0 0,15 125-266 0 0,-38-282-83 0 0,5 32 14 0 0,-17-77-39 0 0,-6-5 70 0 0,-11-96-75 0 0,2 34 315 0 0,1-1 634 0 0,-3-33-867 0 0,1 8 240 0 0,2 5-127 0 0,-1-12 44 0 0,-2 1-1 0 0,1-1 0 0 0,0 1 0 0 0,-1 0 0 0 0,1-1 0 0 0,-1 1 1 0 0,0 4-1 0 0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8:19.3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1 976 0 0,'9'5'6753'0'0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8:20.7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0 776 0 0,'0'0'7797'0'0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8:27.9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7 540 0 0,'0'0'6652'0'0,"5"-6"-3862"0"0,54 27-1801 0 0,297 107-431 0 0,331 86-228 0 0,-397-129-199 0 0,-154-44-10 0 0,190 59 46 0 0,-73-8-41 0 0,161 52-112 0 0,343 61-339 0 0,27-23 357 0 0,-698-163 335 0 0,-84-18-116 0 0,17 3 881 0 0,-18-4-1096 0 0,-1 0 0 0 0,1 1 0 0 0,-1-1 0 0 0,1 0 0 0 0,0 0 0 0 0,-1 0 0 0 0,1 0 0 0 0,-1 0 0 0 0,1 0 0 0 0,0 0 0 0 0,-1 0 1 0 0,1 0-1 0 0,-1 0 0 0 0,1 0 0 0 0,0 0 0 0 0,-1 0 0 0 0,1 0 0 0 0,-1 0 0 0 0,1-1 0 0 0,-1 1 0 0 0,1 0 0 0 0,0 0 0 0 0,0-1 0 0 0,-1-1-11 0 0,0 1 0 0 0,0-1-1 0 0,0 1 1 0 0,0 0 0 0 0,0-1-1 0 0,0 1 1 0 0,-1-1 0 0 0,1 1 0 0 0,0 0-1 0 0,-1-1 1 0 0,1 1 0 0 0,-1 0-1 0 0,0-1 1 0 0,1 1 0 0 0,-1 0-1 0 0,0 0 1 0 0,0 0 0 0 0,0-1-1 0 0,0 1 1 0 0,-1-1 0 0 0,-7-11 18 0 0,1 3-20 0 0,1 0 0 0 0,0-1-1 0 0,0 0 1 0 0,1 0 0 0 0,1 0 0 0 0,0 0-1 0 0,-4-16 1 0 0,8 24-25 0 0,-2-7-21 0 0,3 10 23 0 0,-1 0-1 0 0,1 0 0 0 0,0 0 0 0 0,0 0 0 0 0,0-1 0 0 0,0 1 0 0 0,0 0 0 0 0,0 0 0 0 0,0 0 1 0 0,0 0-1 0 0,0 0 0 0 0,1 0 0 0 0,-1-1 0 0 0,0 1 0 0 0,0 0 0 0 0,0 0 0 0 0,0 0 0 0 0,0 0 1 0 0,0 0-1 0 0,0 0 0 0 0,0 0 0 0 0,0-1 0 0 0,0 1 0 0 0,0 0 0 0 0,0 0 0 0 0,0 0 0 0 0,1 0 0 0 0,-1 0 1 0 0,0 0-1 0 0,0 0 0 0 0,0 0 0 0 0,0 0 0 0 0,0 0 0 0 0,0 0 0 0 0,0 0 0 0 0,1-1 0 0 0,-1 1 1 0 0,0 0-1 0 0,0 0 0 0 0,0 0 0 0 0,0 0 0 0 0,0 0 0 0 0,1 0 0 0 0,-1 0 0 0 0,0 0 0 0 0,0 0 0 0 0,0 0 1 0 0,0 0-1 0 0,0 1 0 0 0,0-1 0 0 0,1 0 0 0 0,-1 0 0 0 0,0 0 0 0 0,0 0 0 0 0,0 0 0 0 0,0 0 1 0 0,0 0-1 0 0,0 0 0 0 0,5 2-6 0 0,-1 0 0 0 0,0 0 1 0 0,1 0-1 0 0,-1 1 0 0 0,0 0 1 0 0,-1-1-1 0 0,1 1 0 0 0,0 1 1 0 0,-1-1-1 0 0,0 0 1 0 0,0 1-1 0 0,0 0 0 0 0,0 0 1 0 0,0 0-1 0 0,-1 0 0 0 0,1 0 1 0 0,-1 0-1 0 0,3 10 0 0 0,-4-9 18 0 0,1 0-1 0 0,-1 0 0 0 0,0 1 0 0 0,0-1 1 0 0,0 1-1 0 0,-1-1 0 0 0,0 1 1 0 0,0-1-1 0 0,0 1 0 0 0,-1-1 1 0 0,0 1-1 0 0,0-1 0 0 0,0 1 1 0 0,-1-1-1 0 0,0 0 0 0 0,-4 9 0 0 0,-1-2-105 0 0,-1-1-1 0 0,0 0 0 0 0,-1 0 0 0 0,0-1 0 0 0,-1 0 0 0 0,0-1 1 0 0,-13 10-1 0 0,1-2-2175 0 0,-2-2 1 0 0,-36 19-1 0 0,20-15-3202 0 0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8:30.0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78 2014 36 0 0,'-3'0'2058'0'0,"-37"-3"5121"0"0,37 3-5976 0 0,2-1-1034 0 0,-1 1 0 0 0,1 0 0 0 0,0-1 0 0 0,-1 1 0 0 0,1 0 0 0 0,0 0 0 0 0,-1 0 0 0 0,1 0 0 0 0,0 0 0 0 0,-1 1 0 0 0,1-1 0 0 0,-2 1 0 0 0,-9 0 3617 0 0,25-9-2467 0 0,721-277-55 0 0,-112-16-1149 0 0,-341 155-108 0 0,203-92-110 0 0,135-69-19 0 0,-408 194 131 0 0,212-153 1 0 0,-77 54-87 0 0,-266 168 84 0 0,-55 30-19 0 0,-19 10 11 0 0,1 1-1 0 0,0 0 1 0 0,-1 0 0 0 0,11-2-1 0 0,-15 4 11 0 0,0 1-11 0 0,9-5-6 0 0,11-4 6 0 0,-20 8-4 0 0,12-3 50 0 0,-9 2-68 0 0,-4 2 34 0 0,0 0 1 0 0,-1 0 0 0 0,1-1-1 0 0,0 1 1 0 0,0 0 0 0 0,0-1-1 0 0,-1 1 1 0 0,1 0 0 0 0,0-1 0 0 0,0 1-1 0 0,-1-1 1 0 0,1 1 0 0 0,0-1-1 0 0,-1 1 1 0 0,1-1 0 0 0,0 1-1 0 0,-1-1 1 0 0,1 0 0 0 0,-1 1 0 0 0,1-1-1 0 0,-1 0 1 0 0,0 0 0 0 0,1-1-1 0 0,-1 1 1 0 0,-3-1-26 0 0,0 0 1 0 0,0 1-1 0 0,0-1 0 0 0,0 1 1 0 0,-1 0-1 0 0,1 0 0 0 0,-1 0 1 0 0,-4 0-1 0 0,-2 0 7 0 0,7 0-1 0 0,0 1 11 0 0,-16 1-6 0 0,1 1 0 0 0,-1 1 0 0 0,1 0 0 0 0,-30 10 0 0 0,-39 9 23 0 0,40-12-22 0 0,45-10-15 0 0,-1 1-3 0 0,0 0 20 0 0,1 0-7 0 0,0 0 0 0 0,0 0 0 0 0,0 0-1 0 0,0-1 1 0 0,0 1 0 0 0,-1-1 0 0 0,1 1 0 0 0,0-1 0 0 0,0 0-1 0 0,-1 0 1 0 0,1 0 0 0 0,0 0 0 0 0,-1-1 0 0 0,1 1 0 0 0,0 0-1 0 0,0-1 1 0 0,-4-1 0 0 0,-1-2-182 0 0,5 3 180 0 0,1 0-1 0 0,-1 1 0 0 0,1-1 1 0 0,-1 0-1 0 0,0 1 0 0 0,1-1 0 0 0,-1 1 1 0 0,0-1-1 0 0,1 1 0 0 0,-1 0 1 0 0,-3 0-1 0 0,3 0 6 0 0,-1 0-23 0 0,126-24-245 0 0,88-5-94 0 0,-208 29 370 0 0,12-1-40 0 0,-12 0 27 0 0,-1 1 22 0 0,7 0 3 0 0,-6 0-6 0 0,0 0-13 0 0,3-1-366 0 0,-4 1 539 0 0,0 0-1 0 0,0-1 0 0 0,0 1 1 0 0,0 0-1 0 0,1 0 0 0 0,-1 0 1 0 0,0 0-1 0 0,0 0 0 0 0,0 1 1 0 0,0-1-1 0 0,0 0 0 0 0,2 2 1 0 0,-4-2-94 0 0,1 0 0 0 0,-1 1 0 0 0,0-1 0 0 0,0 1 0 0 0,1-1 0 0 0,-1 0 1 0 0,0 1-1 0 0,0-1 0 0 0,1 1 0 0 0,-1-1 0 0 0,0 0 0 0 0,0 1 0 0 0,0-1 0 0 0,0 1 0 0 0,0-1 1 0 0,0 1-1 0 0,0-1 0 0 0,0 1 0 0 0,0-1 0 0 0,0 1 0 0 0,0 0 0 0 0,-6 20 118 0 0,-17 36-845 0 0,-21 80 0 0 0,37-108-1215 0 0,-4 42 0 0 0,9-48-674 0 0,2 1 0 0 0,2 32 0 0 0,0-20-3864 0 0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8:31.7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73 932 0 0,'-5'6'26290'0'0,"12"-6"-26259"0"0,0 1 0 0 0,1-1 0 0 0,-1-1 0 0 0,0 1 0 0 0,0-1 0 0 0,0-1 0 0 0,0 1 1 0 0,8-4-1 0 0,7 0 32 0 0,174-24 22 0 0,-7 1 84 0 0,-177 25-125 0 0,1 1 0 0 0,18 0 0 0 0,-11 3-5189 0 0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8:32.3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265 170 556 0 0,'10'-10'3967'0'0,"-2"0"0"0"0,15-20-1 0 0,-18 22-2900 0 0,0 0 0 0 0,-1-1 0 0 0,0 1 0 0 0,4-16 0 0 0,-7 23-1035 0 0,-1-1 1 0 0,1 0 0 0 0,-1 0-1 0 0,0 0 1 0 0,0 0-1 0 0,0 0 1 0 0,0 0 0 0 0,0 0-1 0 0,0 1 1 0 0,0-1 0 0 0,-1 0-1 0 0,1 0 1 0 0,-1 0-1 0 0,1 0 1 0 0,-1 1 0 0 0,0-1-1 0 0,0 0 1 0 0,0 0 0 0 0,0 1-1 0 0,0-1 1 0 0,0 1 0 0 0,0-1-1 0 0,0 1 1 0 0,-1-1-1 0 0,1 1 1 0 0,-1 0 0 0 0,1 0-1 0 0,-1 0 1 0 0,1 0 0 0 0,-1 0-1 0 0,0 0 1 0 0,1 0 0 0 0,-1 0-1 0 0,0 0 1 0 0,0 1-1 0 0,-3-1 1 0 0,-1-1 59 0 0,0 0-1 0 0,0 1 1 0 0,0 0-1 0 0,0 0 1 0 0,0 1 0 0 0,0 0-1 0 0,0 0 1 0 0,0 0-1 0 0,-1 1 1 0 0,-7 1-1 0 0,4 2-93 0 0,0 0 0 0 0,0 0 0 0 0,1 1 0 0 0,-1 0-1 0 0,1 1 1 0 0,0 0 0 0 0,1 1 0 0 0,0-1 0 0 0,0 2-1 0 0,0-1 1 0 0,1 1 0 0 0,0 0 0 0 0,0 0 0 0 0,-8 16-1 0 0,0 2-6 0 0,1 0 0 0 0,1 1 0 0 0,1 0-1 0 0,-8 30 1 0 0,17-45 11 0 0,0 1-1 0 0,0 0 0 0 0,-1 24 1 0 0,4-32 1 0 0,-1-1-1 0 0,1 1 1 0 0,1 0 0 0 0,-1 0 0 0 0,1-1 0 0 0,-1 1 0 0 0,1 0 0 0 0,1-1 0 0 0,-1 1 0 0 0,1-1-1 0 0,-1 1 1 0 0,1-1 0 0 0,5 7 0 0 0,-5-9-1 0 0,0 0 0 0 0,0 0 0 0 0,0 0 0 0 0,0 0 0 0 0,1-1 0 0 0,-1 1 0 0 0,0-1 0 0 0,1 0 0 0 0,-1 1 0 0 0,1-1 0 0 0,0 0 0 0 0,-1-1 0 0 0,1 1 0 0 0,0 0 0 0 0,0-1 0 0 0,-1 0 0 0 0,1 1 0 0 0,0-1 0 0 0,0 0 0 0 0,-1 0 0 0 0,1-1 0 0 0,0 1 0 0 0,0-1 0 0 0,-1 1 0 0 0,1-1 0 0 0,0 0 0 0 0,-1 0 0 0 0,5-2 0 0 0,1-1 2 0 0,0 0 0 0 0,0 0 0 0 0,-1 0 0 0 0,1-1 0 0 0,-1-1 0 0 0,-1 1 0 0 0,13-13 0 0 0,-6 2 12 0 0,0-1 0 0 0,-1-1 1 0 0,19-35-1 0 0,19-61 52 0 0,-31 67-38 0 0,-18 46-37 0 0,-1 1 5 0 0,1 1 5 0 0,-1-1 0 0 0,1 1-1 0 0,-1-1 1 0 0,1 1 0 0 0,-1-1 0 0 0,1 1-1 0 0,-1-1 1 0 0,0 1 0 0 0,1-1-1 0 0,-1 1 1 0 0,0 0 0 0 0,1-1 0 0 0,-1 1-1 0 0,0 0 1 0 0,0-1 0 0 0,0 1-1 0 0,0 0 1 0 0,0-1 0 0 0,0 1 0 0 0,0 0-1 0 0,0 0 1 0 0,2 22 17 0 0,-2-19-21 0 0,2 98-8 0 0,1 21 339 0 0,-1-105-761 0 0,0 0 0 0 0,1 0-1 0 0,1-1 1 0 0,11 30 0 0 0,-3-26-2842 0 0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8:32.9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60 118 684 0 0,'-35'-54'13934'0'0,"11"21"-9448"0"0,23 32-4285 0 0,2-1-31 0 0,0 0-148 0 0,0 0 0 0 0,0 1 0 0 0,-1-1 0 0 0,1 1 0 0 0,1-1 0 0 0,-1 1 0 0 0,0-1 0 0 0,0 1 0 0 0,0 0 0 0 0,1 0 0 0 0,-1 0 0 0 0,1 0 0 0 0,-1 0 0 0 0,1 0 0 0 0,-1 0 0 0 0,1 0 0 0 0,0 0 0 0 0,-1 1 0 0 0,1-1 0 0 0,0 0 0 0 0,0 1 0 0 0,-1 0 0 0 0,3-1 0 0 0,4 0-6 0 0,0 1 0 0 0,0 0 1 0 0,15 1-1 0 0,-19 0-3 0 0,-2-1-11 0 0,1 0 1 0 0,0 0-1 0 0,-1 0 0 0 0,1 1 1 0 0,-1-1-1 0 0,1 1 0 0 0,-1 0 1 0 0,1 0-1 0 0,-1 0 0 0 0,0 0 1 0 0,1 0-1 0 0,-1 0 0 0 0,0 1 1 0 0,0-1-1 0 0,0 1 0 0 0,0 0 1 0 0,0-1-1 0 0,0 1 0 0 0,0 0 1 0 0,0 0-1 0 0,-1 0 0 0 0,1 0 1 0 0,-1 0-1 0 0,0 1 0 0 0,1-1 0 0 0,-1 0 1 0 0,0 1-1 0 0,-1-1 0 0 0,1 1 1 0 0,0-1-1 0 0,-1 1 0 0 0,1-1 1 0 0,-1 1-1 0 0,0 0 0 0 0,1-1 1 0 0,-1 1-1 0 0,-1-1 0 0 0,1 4 1 0 0,-1 5 6 0 0,-1 0-1 0 0,0 0 1 0 0,-1 0 0 0 0,0-1 0 0 0,0 1 0 0 0,-1 0 0 0 0,-6 10 0 0 0,-55 81 203 0 0,64-101-201 0 0,0 1-13 0 0,-2 3 5 0 0,2-3 7 0 0,20-2 56 0 0,-12-1-71 0 0,1 1 0 0 0,-1 0 0 0 0,0 1 0 0 0,1 0 0 0 0,-1 0 0 0 0,0 0 0 0 0,0 1 0 0 0,0 0 0 0 0,0 1 0 0 0,0-1 0 0 0,0 1 0 0 0,0 1 0 0 0,-1-1 0 0 0,0 1 0 0 0,0 0 0 0 0,0 1 0 0 0,0-1-1 0 0,0 1 1 0 0,-1 1 0 0 0,0-1 0 0 0,0 0 0 0 0,-1 1 0 0 0,1 0 0 0 0,2 7 0 0 0,-3-9 283 0 0,-2 1 0 0 0,1-1 0 0 0,0 1 0 0 0,-1 0-1 0 0,0 0 1 0 0,0 0 0 0 0,0 0 0 0 0,-1 0 0 0 0,0 0 0 0 0,0 0 0 0 0,0 1-1 0 0,-1-1 1 0 0,1 0 0 0 0,-2 8 0 0 0,0-11-91 0 0,0 1 1 0 0,-1-1 0 0 0,0 1-1 0 0,1-1 1 0 0,-1 0-1 0 0,0 0 1 0 0,0 0-1 0 0,-1 0 1 0 0,1 0-1 0 0,0 0 1 0 0,-1 0-1 0 0,1-1 1 0 0,-1 1 0 0 0,1-1-1 0 0,-1 0 1 0 0,-4 2-1 0 0,-17 2 66 0 0,-1 0-1 0 0,-49 3 1 0 0,71-8-886 0 0,-10 0-2783 0 0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8:33.3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98 1596 0 0,'6'-41'13001'0'0,"0"-3"-3841"0"0,-4 31-6878 0 0,2 17-1429 0 0,2 22 50 0 0,6 171 3031 0 0,-4 99-3205 0 0,-8-249-308 0 0,0-32-4210 0 0,0 5-4177 0 0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8:33.9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345 119 2268 0 0,'-4'-38'7684'0'0,"3"33"-6985"0"0,0 1-1 0 0,-1-1 1 0 0,0 0-1 0 0,0 1 0 0 0,-3-6 1 0 0,3 6-481 0 0,0 1 0 0 0,-1 0 0 0 0,1 0 1 0 0,-1-1-1 0 0,0 2 0 0 0,0-1 0 0 0,0 0 1 0 0,0 1-1 0 0,-1-1 0 0 0,1 1 0 0 0,-1 0 1 0 0,1 0-1 0 0,-1 0 0 0 0,0 1 0 0 0,0-1 1 0 0,-7-1-1 0 0,6 2-181 0 0,-1 0-1 0 0,1 0 1 0 0,-1 1 0 0 0,0-1 0 0 0,1 1 0 0 0,-1 0-1 0 0,0 1 1 0 0,1 0 0 0 0,-1 0 0 0 0,1 0-1 0 0,-1 0 1 0 0,1 1 0 0 0,-1 0 0 0 0,-7 3-1 0 0,5 0-20 0 0,-1 1 0 0 0,1-1 0 0 0,0 1 0 0 0,0 0 0 0 0,0 1 0 0 0,1 0 0 0 0,-11 14 0 0 0,4-2-17 0 0,1 0 0 0 0,1 1 0 0 0,1 0-1 0 0,0 1 1 0 0,2 0 0 0 0,-11 36 0 0 0,17-47 6 0 0,1-1 1 0 0,0 0 0 0 0,0 1 0 0 0,1-1-1 0 0,0 1 1 0 0,1 0 0 0 0,0-1-1 0 0,1 1 1 0 0,1 10 0 0 0,-1-17 3 0 0,0 1 1 0 0,0-1 0 0 0,0 1-1 0 0,0-1 1 0 0,0 0-1 0 0,1 0 1 0 0,0 1-1 0 0,0-1 1 0 0,0 0 0 0 0,0 0-1 0 0,0-1 1 0 0,0 1-1 0 0,1 0 1 0 0,-1-1-1 0 0,1 0 1 0 0,0 1-1 0 0,0-1 1 0 0,0 0 0 0 0,0 0-1 0 0,0-1 1 0 0,0 1-1 0 0,0-1 1 0 0,1 1-1 0 0,-1-1 1 0 0,1 0 0 0 0,6 1-1 0 0,-3-1-2 0 0,1 0 1 0 0,0 0-1 0 0,-1-1 1 0 0,1 0-1 0 0,0 0 1 0 0,0-1-1 0 0,-1 0 0 0 0,1-1 1 0 0,-1 1-1 0 0,1-1 1 0 0,-1-1-1 0 0,0 1 1 0 0,1-1-1 0 0,-1-1 0 0 0,-1 1 1 0 0,1-1-1 0 0,0 0 1 0 0,-1-1-1 0 0,0 0 1 0 0,0 0-1 0 0,0 0 0 0 0,-1 0 1 0 0,0-1-1 0 0,0 0 1 0 0,0 0-1 0 0,-1-1 1 0 0,0 1-1 0 0,4-9 0 0 0,3-10 20 0 0,-2 0-1 0 0,11-50 0 0 0,1-6 920 0 0,-6 12 299 0 0,-14 68-1156 0 0,0 3-67 0 0,3 15 0 0 0,-1 0-1 0 0,-1 1 1 0 0,0-1-1 0 0,-1 1 1 0 0,-2 29-1 0 0,1-17 14 0 0,-1-9-365 0 0,1 2 473 0 0,0 1 1 0 0,2-1-1 0 0,6 37 1 0 0,-6-53-577 0 0,0 0 1 0 0,0-1 0 0 0,1 1-1 0 0,0 0 1 0 0,0-1-1 0 0,7 11 1 0 0,-7-13-398 0 0,0 0 0 0 0,0-1 1 0 0,1 1-1 0 0,0 0 0 0 0,-1-1 0 0 0,1 0 0 0 0,1 0 1 0 0,-1 0-1 0 0,0-1 0 0 0,8 4 0 0 0,8 3-6454 0 0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8:34.7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116 153 2252 0 0,'-13'-11'4015'0'0,"0"0"0"0"0,1-1 0 0 0,-19-25 1255 0 0,28 35-4741 0 0,0-1 0 0 0,1 1 0 0 0,-1-1 0 0 0,1 1 1 0 0,-1-1-1 0 0,1 0 0 0 0,0 0 0 0 0,-2-3 0 0 0,4 4-488 0 0,11-8 22 0 0,0 3-75 0 0,1 1 1 0 0,-1 0-1 0 0,2 1 0 0 0,22-8 1 0 0,-31 12 8 0 0,0 0 0 0 0,0 0 1 0 0,0 0-1 0 0,0 1 0 0 0,0-1 0 0 0,0 1 1 0 0,0 0-1 0 0,0 0 0 0 0,0 0 1 0 0,0 1-1 0 0,-1 0 0 0 0,1-1 0 0 0,0 1 1 0 0,0 0-1 0 0,0 1 0 0 0,0-1 0 0 0,-1 1 1 0 0,1 0-1 0 0,-1 0 0 0 0,6 4 1 0 0,-7-4 2 0 0,0 1 0 0 0,0 0 1 0 0,0-1-1 0 0,-1 1 1 0 0,1 0-1 0 0,-1 0 0 0 0,1 0 1 0 0,-1 0-1 0 0,0 0 1 0 0,-1 0-1 0 0,1 1 0 0 0,0-1 1 0 0,-1 0-1 0 0,0 0 1 0 0,0 0-1 0 0,0 1 0 0 0,0-1 1 0 0,0 0-1 0 0,-1 0 1 0 0,1 1-1 0 0,-1-1 0 0 0,-1 4 1 0 0,-2 7 31 0 0,-1 1-1 0 0,0-1 1 0 0,-10 19 0 0 0,-15 20-20 0 0,-3-1 1 0 0,-64 79-1 0 0,72-94-1 0 0,24-35 32 0 0,1-2-37 0 0,1 1 0 0 0,-1-1 0 0 0,1 1 0 0 0,-1-1 0 0 0,0 1 0 0 0,1-1 0 0 0,0 1 0 0 0,-1-1 0 0 0,1 1 0 0 0,-1-1 0 0 0,1 0 0 0 0,-1 1 0 0 0,1-1-1 0 0,0 0 1 0 0,-1 0 0 0 0,1 1 0 0 0,0-1 0 0 0,-1 0 0 0 0,1 0 0 0 0,0 0 0 0 0,-1 0 0 0 0,1 0 0 0 0,0 0 0 0 0,-1 0 0 0 0,1 0 0 0 0,0 0 0 0 0,1 0 0 0 0,22-2 111 0 0,-23 2-112 0 0,64-11 77 0 0,-1-2-1 0 0,98-33 0 0 0,-84 23-299 0 0,-77 23-56 0 0,0-1 0 0 0,0 1 1 0 0,1-1-1 0 0,-1 0 0 0 0,0 0 1 0 0,0 1-1 0 0,0-1 0 0 0,0 0 1 0 0,0 0-1 0 0,0 0 0 0 0,2-2 1 0 0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8:35.3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57 110 1772 0 0,'-8'-24'8193'0'0,"0"1"-3735"0"0,6 18-3343 0 0,-1-1 1 0 0,1 0 0 0 0,1 1-1 0 0,-1-1 1 0 0,-1-12 0 0 0,4 17-1096 0 0,-1 1 1 0 0,1-1-1 0 0,-1 0 1 0 0,1 0-1 0 0,-1 1 1 0 0,1-1-1 0 0,-1 0 1 0 0,1 1-1 0 0,0-1 1 0 0,-1 1 0 0 0,1-1-1 0 0,0 1 1 0 0,-1-1-1 0 0,1 1 1 0 0,0-1-1 0 0,0 1 1 0 0,0 0-1 0 0,-1-1 1 0 0,1 1-1 0 0,1-1 1 0 0,22-4 97 0 0,-19 5-107 0 0,-1 0 0 0 0,1 1 0 0 0,-1 0 0 0 0,1-1 0 0 0,0 1 0 0 0,-1 1 0 0 0,1-1 0 0 0,-1 1 0 0 0,0 0 0 0 0,1 0 0 0 0,-1 0 0 0 0,0 0 0 0 0,0 1 0 0 0,6 4 0 0 0,-8-4-3 0 0,0-1-1 0 0,0 0 1 0 0,0 1-1 0 0,0-1 1 0 0,0 1-1 0 0,-1-1 0 0 0,1 1 1 0 0,-1 0-1 0 0,1 0 1 0 0,-1 0-1 0 0,0 0 1 0 0,0 0-1 0 0,-1 0 1 0 0,1 0-1 0 0,-1 0 0 0 0,1 0 1 0 0,-1 0-1 0 0,0 0 1 0 0,0 1-1 0 0,0-1 1 0 0,-1 0-1 0 0,1 0 1 0 0,-2 5-1 0 0,-6 16 60 0 0,-1-1 0 0 0,-1 0 1 0 0,-1-1-1 0 0,-21 33 0 0 0,25-44 35 0 0,6-9-53 0 0,0 3-3 0 0,9-9-52 0 0,1 1 2 0 0,0 1 1 0 0,-1 1 0 0 0,1-1-1 0 0,0 1 1 0 0,0 1 0 0 0,0 0-1 0 0,1 0 1 0 0,-1 1 0 0 0,0 0-1 0 0,16 4 1 0 0,-20-3 17 0 0,0 0 0 0 0,0 0 0 0 0,0 0 1 0 0,0 1-1 0 0,0-1 0 0 0,0 1 0 0 0,-1 0 1 0 0,1 1-1 0 0,-1-1 0 0 0,0 1 0 0 0,0 0 0 0 0,0 0 1 0 0,-1 0-1 0 0,1 0 0 0 0,-1 1 0 0 0,0-1 0 0 0,0 1 1 0 0,-1 0-1 0 0,4 9 0 0 0,-4-7 194 0 0,0 0 0 0 0,-1-1 0 0 0,0 1 0 0 0,0 0 0 0 0,-1 0 1 0 0,1 0-1 0 0,-2 0 0 0 0,1 0 0 0 0,-1 0 0 0 0,0 0 0 0 0,0 0 0 0 0,-1-1 0 0 0,0 1 0 0 0,0 0 0 0 0,-1-1 0 0 0,1 0 0 0 0,-1 1 0 0 0,-1-1 0 0 0,1 0 1 0 0,-1 0-1 0 0,0-1 0 0 0,-6 6 0 0 0,3-1 40 0 0,-1-2-1 0 0,-1 1 1 0 0,0-1 0 0 0,0 0 0 0 0,0-1-1 0 0,-1 0 1 0 0,0-1 0 0 0,0 0 0 0 0,0 0 0 0 0,-1-1-1 0 0,0-1 1 0 0,-13 4 0 0 0,20-7-259 0 0,-1 0-1 0 0,0-1 1 0 0,0 0 0 0 0,0 0 0 0 0,0 0 0 0 0,0-1 0 0 0,1 0-1 0 0,-1 0 1 0 0,0 0 0 0 0,0 0 0 0 0,1-1 0 0 0,-1 1 0 0 0,1-1-1 0 0,-1 0 1 0 0,-6-5 0 0 0,9 5-403 0 0,-1 0 0 0 0,1 0-1 0 0,0 0 1 0 0,-1 0 0 0 0,1 0 0 0 0,0-1-1 0 0,0 1 1 0 0,0-1 0 0 0,1 0 0 0 0,-1 1-1 0 0,1-1 1 0 0,-1 0 0 0 0,1 0-1 0 0,0 0 1 0 0,0 0 0 0 0,0 0 0 0 0,0-6-1 0 0,0 4-1016 0 0,1 1 0 0 0,0-1 1 0 0,0 1-1 0 0,0-1 0 0 0,1 1 0 0 0,0-1 0 0 0,1-6 0 0 0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8:35.6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404 120 1420 0 0,'-2'-8'1329'0'0,"-18"-93"13868"0"0,20 101-15155 0 0,0-1 0 0 0,0 1 0 0 0,0-1 1 0 0,0 1-1 0 0,0 0 0 0 0,0-1 0 0 0,0 1 0 0 0,1-1 1 0 0,-1 1-1 0 0,0 0 0 0 0,0-1 0 0 0,0 1 1 0 0,0 0-1 0 0,0-1 0 0 0,1 1 0 0 0,-1 0 0 0 0,0-1 1 0 0,0 1-1 0 0,1 0 0 0 0,-1-1 0 0 0,0 1 1 0 0,1 0-1 0 0,-1 0 0 0 0,0-1 0 0 0,0 1 0 0 0,1 0 1 0 0,-1 0-1 0 0,1-1 0 0 0,-1 1 0 0 0,0 0 1 0 0,1 0-1 0 0,-1 0 0 0 0,0 0 0 0 0,1 0 1 0 0,-1 0-1 0 0,1 0 0 0 0,-1 0 0 0 0,0 0 0 0 0,1 0 1 0 0,0 0-1 0 0,14 1 542 0 0,-15-1-551 0 0,8 2 271 0 0,-1 1 1 0 0,0-1-1 0 0,1 1 1 0 0,-1 0-1 0 0,0 1 1 0 0,-1 0-1 0 0,12 8 1 0 0,40 38 1474 0 0,-52-44-1582 0 0,18 17 193 0 0,-1 2 1 0 0,-1 0 0 0 0,-1 1 0 0 0,-2 1-1 0 0,0 1 1 0 0,-2 1 0 0 0,-2 1 0 0 0,0 0-1 0 0,-2 1 1 0 0,17 57 0 0 0,-21-48 27 0 0,-1 1 0 0 0,-2-1 0 0 0,-1 1 0 0 0,-3 0 0 0 0,-1 1 1 0 0,-2-1-1 0 0,-2 0 0 0 0,-12 59 0 0 0,3-48-413 0 0,-2-2 0 0 0,-2 0-1 0 0,-3-1 1 0 0,-48 92 0 0 0,9-42-65 0 0,-85 110 0 0 0,-8-16-2939 0 0,-11-12-5459 0 0,99-119 1189 0 0,-1-6-4272 0 0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8:59.223"/>
    </inkml:context>
    <inkml:brush xml:id="br0">
      <inkml:brushProperty name="width" value="0.35" units="cm"/>
      <inkml:brushProperty name="height" value="2.1" units="cm"/>
      <inkml:brushProperty name="color" value="#F6AFFB"/>
      <inkml:brushProperty name="inkEffects" value="pencil"/>
    </inkml:brush>
  </inkml:definitions>
  <inkml:trace contextRef="#ctx0" brushRef="#br0">23 44 808 253267 60606,'0'0'2588'0'0,"0"0"-620"0"0,0 0-235 0 0,0 0-213 0 0,0 0-156 459-666,0 0-140-459 666,0 0-68 0 0,0 0-20 0 0,0 0-28 0 0,0 0-120 0 0,0-2-123 0 0,1 0-69 0 0,-1 0-100 0 0,-1-1-100-1202-159,0 0-80 1202 159,0 2-96 469-661,-1-2-88-469 661,0 0-44 0 0,0 1-68 0 0,1 0-44 0 0,-1 0-48 0 0,1-1-16 0 0,-1 1-20 0 0,2 1-20 0 0,-1 0-12 0 0,0-1-16 0 0,0 0-20 0 0,-1 1-24 0 0,2 0-120 0 0,-1 0-368 0 0,1 1-296 0 0,0-1-344 0 0,0 1-340 0 0,0 0-733 0 0,-1-1-2459-1163-163,0 0-3117 1163 163,1 0 5373 0 0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9:01.021"/>
    </inkml:context>
    <inkml:brush xml:id="br0">
      <inkml:brushProperty name="width" value="0.35" units="cm"/>
      <inkml:brushProperty name="height" value="2.1" units="cm"/>
      <inkml:brushProperty name="color" value="#F6AFFB"/>
      <inkml:brushProperty name="inkEffects" value="pencil"/>
    </inkml:brush>
  </inkml:definitions>
  <inkml:trace contextRef="#ctx0" brushRef="#br0">9 1 1080 246068 59450,'0'0'1416'618'-622,"0"0"-268"-618"622,0 0-144 0 0,0 0-179 0 0,0 0-165 0 0,0 0-76-1131-223,0 0-96 1131 223,0 0-100 0 0,0 0-56 0 0,0 0-36 0 0,0 0-40 0 0,0 0-52 0 0,0 0-44 0 0,0 0-16 618-616,0 0-16-618 616,-1 1-24 0 0,1 1 28 0 0,0 0-8 0 0,-1 0 40 0 0,1-1 20 0 0,0-1 8 0 0,0 1 12 0 0,-1 0 32 0 0,1 1-8 0 0,0 0 4 0 0,-1-1 4 0 0,1 0 8 0 0,0 2-24 0 0,0 0-12 0 0,0 0-32 0 0,0-1-24 1109 214,0-1-32-1109-214,0 2 16 0 0,1 0 8 0 0,-1 0-12 0 0,0-1 0 0 0,1-1-12 0 0,-1 0 0 0 0,0-1 0 0 0,0 2-4 0 0,0 0-16 0 0,0-1 8 0 0,0 1 8 0 0,0-1-32 0 0,0-1 20 0 0,0 0-8 0 0,0 2 12 0 0,1 1 24 0 0,-1-1-20 0 0,0-1 16 0 0,0 1 0 0 0,1-2-36 0 0,-1 1 4 0 0,0-1 16 0 0,0 0 48 0 0,0 0 12 0 0,0 0 32 0 0,0-1 48 0 0,0 1 4 0 0,0 0 4 576-629,0 0-20-576 629,0 0-11 0 0,-1 2-5 0 0,1 0-28-1087-206,0-1-12 1087 206,-1 1-36 0 0,1-1-20 0 0,0 0-28 578-623,0-1-20-578 623,0 0-4 0 0,0 0-24 0 0,0 0 16 0 0,0 0-4 0 0,0 0-4 0 0,0 0-4 0 0,0 0 0 0 0,0 0 12 0 0,0 0 92 0 0,0 0 12 0 0,0 0 24 1066 198,0 0-12-1066-198,0 0 0 0 0,0 0-48 538-633,0 0 4-538 633,0 0-24 0 0,0 0 20 0 0,0 0-44 0 0,0 0 8 0 0,0 0-16 0 0,0 0-20 0 0,0 0-8 0 0,0 0 4 0 0,0 0-24 0 0,0 0 24 0 0,0 0 4 0 0,0 0-4 0 0,0 0-24 0 0,0 0-4 0 0,0 0 8-1045-191,0 0 0 1045 191,0 0 12 0 0,0 0-20 0 0,0 0 16 0 0,0 0-4 0 0,0 0 8 0 0,0 0 28 0 0,0 0-52 0 0,0 0 4 0 0,0 0-32 0 0,0 0 24 0 0,0 0 4 0 0,0 0 0-1035-200,0 0-24 1035 200,0 0 4 0 0,0 0 12 0 0,0 0-4 0 0,0 0 0 0 0,0 0 4 0 0,0 0 0 0 0,0 0 40 562-622,0 0 48-562 622,0 0 76 0 0,0 0 28 0 0,0 0 84 0 0,0 0-100 0 0,0 0 104 0 0,0 0-96 0 0,0 0 64-562 622,0 0-108 562-622,0 0 68 0 0,0 0-120 1035 200,0 0 100-1035-200,0 0-160 0 0,0 0 76 0 0,0 0-120 0 0,0 0 116 0 0,0 0-152 0 0,0 0 100 0 0,0 0-76-559 626,0 0 60 559-626,0 0-100 0 0,0 0 100 0 0,0 0-88 0 0,0 0 92 0 0,0 0-96 0 0,0 0 96 0 0,0 0-48 0 0,0 0 16 0 0,0 0-76 0 0,0 0 76 0 0,0 0-76 0 0,0 0 84 0 0,0 0-88 0 0,0 0 112 0 0,0 0-104 0 0,0 0 92 0 0,0 0-100 0 0,0 0 108 0 0,0 0-88 0 0,0 0 64 0 0,0 0-76 0 0,0 0 92 0 0,0 0-72 0 0,0 0 84 0 0,0 0-84 0 0,0 0 44 0 0,0 0-52 0 0,0 0 92 0 0,0 0-36 0 0,0 0 20 0 0,0 0-92 0 0,0 0 124 0 0,0 0-136 0 0,0 0 104 0 0,0 0-88 0 0,0 0 88 0 0,0 0-80 0 0,0 0 88 0 0,0 0-96 0 0,0 0 92 0 0,0 0-92 0 0,0 0 92 0 0,0 0-72 0 0,0 0 60 0 0,0 0-84 0 0,0 0 88 0 0,0 0-68 0 0,0 0 80 0 0,0 0-48 0 0,0 0 28 0 0,0 0-80 0 0,0 0 76 0 0,0 0-72 0 0,0 0 84 0 0,0 0-52 0 0,0 0 52 0 0,0 0-84 0 0,0 0 100 0 0,0 0-80 0 0,0 0 68 0 0,0 0-96 0 0,0 0 108 0 0,0 0-120 0 0,0 0 120 0 0,0 0-84 0 0,0 0 88 0 0,0 0-104 0 0,0 0 104 0 0,0 0-92 0 0,0 0 76 0 0,0 0-80 0 0,0 0 96 0 0,0 0-56 0 0,0 0 40 0 0,0 0-84 0 0,0 0 92 0 0,0 0-68 0 0,0 0 64 0 0,0 0-56 0 0,0 0 56 0 0,0 0-100 0 0,0 0 100 0 0,0 0-80 0 0,0 0 84 0 0,0 0-48 0 0,0 0 24 0 0,0 0-68 0 0,0 0 124 0 0,0 0-140 0 0,0 0 104 0 0,0 0-100 0 0,0 0 116 0 0,0 0-136 0 0,0 0 140 0 0,0 0-112 0 0,0 0 84 0 0,0 0-64 0 0,0 0 72 0 0,0 0-68 0 0,0 0 68 0 0,0 0-88 0 0,0 0 96 0 0,0 0-72 0 0,0 0 56 0 0,0 0-92 0 0,0 0 92 0 0,0 0-76 0 0,0 0 84 0 0,0 0-104 0 0,0 0 116 0 0,0 0-68 0 0,0 0 64 0 0,0 0-88 0 0,-1-1 84 0 0,1-1-88 0 0,-1 1 76 0 0,0-1-148 0 0,1 2-336 0 0,0-1-592 0 0,-1 1-844 0 0,1 0-840-578 623,0 0-2993 578-623,-1-1-4160 0 0,0-1 7473 0 0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9:03.717"/>
    </inkml:context>
    <inkml:brush xml:id="br0">
      <inkml:brushProperty name="width" value="0.35" units="cm"/>
      <inkml:brushProperty name="height" value="2.1" units="cm"/>
      <inkml:brushProperty name="color" value="#F6AFFB"/>
      <inkml:brushProperty name="inkEffects" value="pencil"/>
    </inkml:brush>
  </inkml:definitions>
  <inkml:trace contextRef="#ctx0" brushRef="#br0">5580 0 836 248417 59879,'0'0'1984'0'0,"0"0"-536"0"0,0 0-239 0 0,0 0-193-1181-209,0 0-164 1181 209,0 0-148 0 0,0 0-140 594-630,0 0-100-594 630,0 0-108 0 0,0 0-72 0 0,0 0-60 0 0,0 0-44 0 0,-1 2-32 0 0,1 0-24 0 0,0 0-36 0 0,-1-1 4 0 0,1 0-36 0 0,0 0-4 0 0,0 1-8 573-633,0 0 8-573 633,0 1-12 0 0,0-2 8 0 0,0 0-80 0 0,0 0 52 0 0,0-1 12 0 0,0 1-28 0 0,0 0 12 0 0,-1 2 16 0 0,1-1 8 0 0,0-1-16 0 0,-1 0 0 0 0,1 0-16 0 0,0 0 20 0 0,0-1 4 0 0,0 0-20 0 0,0 0 48 0 0,0 0 4 0 0,0-1-8 0 0,0 1-12 0 0,0 0-12 553-636,0 0 12-553 636,0 0 32-553 636,0 0-20 553-636,0 0 48 0 0,0 0 52 0 0,0 0 52 0 0,0 0 20 0 0,0 0-16 0 0,0 0-24 0 0,0 0 48 0 0,0 0-44 0 0,0 0-16 0 0,0 0-48 0 0,0 0-32 0 0,0 0-4 0 0,0 0-32 0 0,0 0-4 0 0,0 0-8 0 0,0 0-16 0 0,0 0-4 0 0,0 0-24 0 0,0 0-4 0 0,0 0 32 0 0,0 0-24 0 0,0 0 0 0 0,0 0 0 0 0,0 0-12 0 0,0 0-4 0 0,0 0-4 0 0,0 0 36 0 0,0 2-4 0 0,1 0-8 0 0,-1-1-44 0 0,1 1 24 0 0,-1-1 28 1132 193,0 0-24-2264-386,0-1 0 2264 386,0 0 16-1132-193,1 1 36 0 0,1 0-4 0 0,0 0-12 0 0,0 0-12 0 0,-1-1 4 0 0,2 1 0 0 0,1-1 16 0 0,-1 0-16 0 0,2-1 4 0 0,-1 0-4 0 0,0 0 16 0 0,1-1-36 0 0,-1 0 28 0 0,1 0-8 0 0,-1 0 8 0 0,-1 0 28 0 0,0 1 148 0 0,-1-1 116 0 0,1 0 136 0 0,-1 0 52 0 0,-1 1 29 0 0,0 0-25 0 0,1 0-52 0 0,1-1-60 0 0,-1 1-60 529-643,0 0-40-529 643,-1 1-32 0 0,0 0-36 0 0,-1-1-16 0 0,0 1-16 0 0,0 0 12 0 0,0 1-36 510-645,0-1-36-510 645,0 0-4 0 0,0 0-8 0 0,0 0-8 0 0,-1 0-24 0 0,1 0-8 0 0,0 0-4 0 0,0 0 0 494-648,0 0-24-494 648,0 0 4 0 0,0 0-8 0 0,0 0 32 0 0,0 0 12 0 0,0 0 68 0 0,0 0 8 0 0,0 0 52 0 0,0 0-20 0 0,0 0 20 0 0,0 0 52 0 0,0 0 172 0 0,2 0-60 0 0,1 0 56 0 0,0 1-28 0 0,-1-1 12 0 0,-1 0 36 0 0,0 0-36 0 0,0 0 72 0 0,-1 0-92 0 0,0 0 80 0 0,0 0-100 1069 163,0 0 89-616-820,0 0-137-453 657,-1 0 52 0 0,1 0-132 0 0,0 0 52 0 0,0 0-140 0 0,0 0 64 0 0,0 0-136 439-658,0 0 76-439 658,0 0-148 0 0,0 0 100 0 0,0 0-128 1029 142,0 0 88-1029-142,0 0-80 0 0,0 0 64 0 0,1 2-104 0 0,-1 0 60 0 0,0 1-68 0 0,1-2 108 0 0,-1 1-116 0 0,0-2 92 0 0,0 1-92 401-666,0-1 96 611 794,0 0-108-1012-128,0 0 108 0 0,0 0-104 0 0,0 0 100 0 0,0 0-84 0 0,0 1 84 0 0,1 0-104 0 0,-1 1 112 0 0,0-1-112 0 0,1 0 88 0 0,-1-1-96 0 0,0 1 124 0 0,0-1-100 0 0,0 0 88 0 0,0 0-88 0 0,0 1 100 0 0,1 1-116 0 0,0 0 108 0 0,-1-1-108 1016 119,1 0 116-1016-119,-1 0-112 0 0,0-1 104 0 0,0 0-104 0 0,0 0 76 0 0,0 0-80 0 0,0 0 92 0 0,0 0-72 0 0,0 0 104 0 0,0 0-88 0 0,0 0 92 0 0,0 0-104 0 0,0 0 108 0 0,0 0-84 0 0,0 0 64 0 0,0 0-88 0 0,0 0 112 0 0,0 1-96 0 0,-1 1 76 0 0,0 0-108 0 0,0 0 92 0 0,1-1-104 0 0,0-1 96 0 0,0 1-96 0 0,0-1 92 0 0,0 0-60 0 0,0 0 76 0 0,0 0-112 0 0,-2 0 112 0 0,0 1-108 0 0,1 0 104 0 0,-3 1-96 0 0,1-1 88 0 0,0 0-92 0 0,0 1 100 0 0,-1-1-84 0 0,2 0 92 0 0,0 0-112 0 0,1-1 108 0 0,-2 1-112 0 0,0 0 120 0 0,1 1-72-1016-119,0-2 48 1016 119,-2 1-76 0 0,1 0 88 0 0,0 0-96 0 0,1-1 104 0 0,-2 1-116 0 0,1-1 116 0 0,0 1-108 0 0,-1 0 120 0 0,0 0-108 0 0,0-1 84 0 0,-1 1-92 0 0,0 0 100 0 0,-2 1-96 0 0,0 0 88 0 0,-2 0-80 0 0,1-1 80 0 0,-2 1-68 0 0,-1 0 80 0 0,-2-1-124 365-673,2 1 124-365 673,-2 0-108 0 0,-1-1 104 0 0,0 1-104 0 0,-1-1 124-989-122,-1 0-124 989 122,1 0 108 0 0,-1 0-124 0 0,0-1 128 0 0,-1 0-108 0 0,-1 1 104 0 0,0-1-100 989 122,-1 0 104-989-122,-2 0-128 0 0,0-1 112-365 673,-2 1-92 365-673,0 0 116 0 0,-2 0-140 0 0,-1 0 96 0 0,0 0-84 0 0,-1 0 100 0 0,0 0-92 0 0,-1 1 92 0 0,-1-1-100 0 0,1 0 112 0 0,-1 0-104 0 0,0-1 116 0 0,-1 1-116 0 0,2 0 124 0 0,0 0-128-1012-128,0-1 120 1012 128,0 0-116 0 0,1 1 104 0 0,0-1-100 0 0,0 0 104 0 0,1 1-108 0 0,-1-1 116 0 0,0-1-116 0 0,0 1 96 0 0,0-1-100 0 0,-1 0 144 0 0,0 0-140 0 0,-2-1 128 0 0,-1 1-132 0 0,-1-1 100 0 0,-1 1-116 0 0,-2 0 112 0 0,-1 1-104 0 0,-1-1 104 0 0,-2 0-112 0 0,-2 1 144 0 0,-2-1-116 0 0,0 1 84 0 0,-1 1-100 0 0,0-1 124 0 0,1 0-120 0 0,0 0 104 0 0,0 1-88 0 0,2 0 88-1006-136,0 1-120 1006 136,1-1 120 0 0,0 1-88 0 0,1 0 104 0 0,0 0-108 0 0,1 1 100 0 0,-1-1-112 0 0,1 1 100 0 0,0 0-100-1001-145,0 0 96 1001 145,-1 1-76 0 0,-1-1 68-446 655,-2 1-100 446-655,0 1 120 0 0,0-1-112 446-655,0 0 112-892 1310,1 0-104 446-655,-1 0 56 0 0,2 1-48 0 0,-1-1 88 0 0,1 0-80 1023 150,1 0 80-1023-150,0-1-88-1023-150,0 1 108 1023 150,0-1-96 0 0,-2 1 96 0 0,1-1-116 0 0,0 1 120 0 0,0-1-104 0 0,0 1 88 0 0,1-1-116-1017-160,-1 1 112 1017 160,1-1-120 0 0,0 1 132 0 0,0-1-120 0 0,0 0 100 0 0,0 1-100 0 0,1-1 52 0 0,-1 1-28 0 0,2 0 100 0 0,-1-1-104 0 0,1 0 112 0 0,1 0-116 0 0,1 0 116 0 0,0-1-132 0 0,0-1 116 0 0,0 1-104 0 0,1-1 92 0 0,-1 1-120 0 0,0-1 132 0 0,-1-1-112 0 0,0 1 100 0 0,-1 0-96 0 0,-3 0 84 0 0,-2 0-84 0 0,-3 1 104 0 0,-3 0-88 0 0,-3 1 64 0 0,-4 1-88-1010-168,-3 0 104 1010 168,-2 1-104 0 0,-2 0 124 0 0,0 0-108 0 0,0 0 100 0 0,2 0-120 0 0,2 0 108 0 0,3-1-112 0 0,2 0 116 0 0,3-1-112 0 0,3 0 96 0 0,3-1-60 0 0,3 1-16 0 0,2-1 4 0 0,3 0-4 0 0,3 0 96 0 0,3 0-88-505 639,2-1 108 505-639,1 1-88-1024-183,1-1 56 1024 183,2 0-80 0 0,0 0 104 526-632,1 1-116-526 632,1 0 124 0 0,1-1-128-997-185,0 1 96 997 185,1 0-92 0 0,0 0 100 0 0,1-1-112 0 0,0 1 108 0 0,-1 0-92 0 0,1 1 100-988-194,0-1-100 988 194,0 0 104 0 0,1 0-112 0 0,0 0 112 0 0,1 0-112 0 0,1-1 116 0 0,0 1-96 0 0,0-1 96 0 0,4 0-112 0 0,-2 0 104-981-202,2 0-100 981 202,-2 0 100 0 0,2 0-112 0 0,-1 0 124 0 0,1 0-144 0 0,0 0 124 0 0,1 0-100 0 0,0 0 112 0 0,2 0-88 0 0,-1 0 64 0 0,2 0-72 0 0,2 0 100 0 0,-1 0-136 0 0,1 0 132 0 0,1 0-124 0 0,2 0 112 0 0,-3 0-92 0 0,1 0 132 0 0,1 0-148 0 0,1 0 100 0 0,1 0-92 0 0,-2-1 108 0 0,0 1-108 0 0,1 0 96 0 0,0-1-100 0 0,1 1 116 0 0,1 0-104 0 0,1 0 84 565-613,0 0-88-565 613,0 0 124 0 0,0 0-112 0 0,-2 0 92 0 0,-2 0-108 0 0,1 0 100 0 0,1 0-88 0 0,0 0 92 0 0,1 0-112 0 0,0 0 124-956-202,1 0-124 956 202,0 0 104 0 0,0 0-96 0 0,0 0 96 0 0,0 0-108 0 0,0 0 112-583 605,0 0-108 583-605,0 0-12 0 0,0 0-252 0 0,0 0-100 0 0,0 0-260 0 0,0 0-132 0 0,0 0-389 974 210,0 0-287-1556 399,-1 1-328 582-609,-2 1-220 0 0,2 1 4-599 606,2 1-500 599-606,2 1-2801 0 0,3 0-3748-618 603,1 0 6685 618-603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9:06.140"/>
    </inkml:context>
    <inkml:brush xml:id="br0">
      <inkml:brushProperty name="width" value="0.35" units="cm"/>
      <inkml:brushProperty name="height" value="2.1" units="cm"/>
      <inkml:brushProperty name="color" value="#F6AFFB"/>
      <inkml:brushProperty name="inkEffects" value="pencil"/>
    </inkml:brush>
  </inkml:definitions>
  <inkml:trace contextRef="#ctx0" brushRef="#br0">1 58 852 250281 60915,'0'0'2180'0'0,"0"-1"-404"0"0,0-1-299 0 0,1 0-161 0 0,-1-1-120 0 0,1-1-196 0 0,-1 1-176 0 0,2-1-124 0 0,-1 0-60 0 0,0 1-92 0 0,1-1-64 0 0,-1 0-44 0 0,0 1-20 0 0,0 1 16 0 0,0 0 8 0 0,-1-1 28 0 0,1 1 20 0 0,-1 0 12 0 0,0 1-19 537-650,0 1-21-537 650,0 0-28 0 0,1-2-40 0 0,0 1-24 0 0,-1-1-52 0 0,1 0-32 0 0,-1 2-52 516-653,0-1-8-516 653,1 1-44 0 0,-1 0-44 0 0,0 0-32 0 0,0 0-8 0 0,0 0-16 0 0,0 0-32 0 0,0 0-8 0 0,0 0-8 496-655,0 0 16-496 655,0 0-24 0 0,0 0-4 0 0,0 0-36 0 0,0 0 28 0 0,0 0 4 0 0,0 0-4 0 0,0 0-8 0 0,0 0 0 0 0,0 0 20 0 0,0 0-32 0 0,0 0 8 0 0,0 0-4 0 0,0 0 0 0 0,0 0 16 0 0,0 0-24 0 0,0 0 12 0 0,0 0 8 0 0,0 0-4 478-657,0 0-12-478 657,0 0 0 0 0,0 0 4 0 0,0 0 4 0 0,0 0-4 0 0,0 0 4 0 0,0 0-4 0 0,0 0 4 0 0,0 0-8 0 0,0 0 4 0 0,0 0-16 0 0,0 0 12 0 0,0 0 8 0 0,0 0 0 0 0,0 0 8 0 0,0 0-12 1137 157,0 0 0-1137-157,0 0-8 0 0,0 0 16 0 0,0 0-20 0 0,0 0 8 0 0,0 0 20 0 0,0 0-12 0 0,0 0 0 0 0,0 0 0 0 0,0 0 8 0 0,0 1-8 0 0,2 1-16 0 0,-1 0 36 0 0,0 0-24 0 0,-1-1 0 0 0,2 0 0 0 0,0 1 4-452 663,0-1 12 452-663,-1 0 8 0 0,2 0-20 0 0,-1 1 4 0 0,1 0-12 0 0,-2-1-4 0 0,1 1 0 0 0,0 1 4 0 0,-1-1 8 0 0,1 0-4 0 0,0 0 16 0 0,0 0 36 0 0,-1-1-64 1173 152,1 2 4-1173-152,0-1 8 0 0,-1 0 0 0 0,1 2 4 0 0,0-1-4 0 0,0-1 8 0 0,0 2 20 0 0,0-1-16 0 0,0 1 8 0 0,0 0 4 0 0,0 1-4 0 0,0 0 12 0 0,1 0-16 0 0,-2-1 4 0 0,1 1 0 0 0,0-1 4 0 0,0 1 40 1181 141,0 0-64-1181-141,0 0 16 0 0,0 0 4 0 0,0 1 28 0 0,0-1-52 0 0,0 2 36 0 0,0-2-24 0 0,0 2 32 0 0,0-1-36 0 0,0 1 36 0 0,0-1-40 0 0,0 2 48 0 0,0-1-40 0 0,0 1 32 0 0,1 1-40 0 0,-1-1 80 0 0,1 1-80 0 0,-1 0 52 0 0,0 1-32 0 0,1-1 68 0 0,-1 0-24 0 0,1 1 96 0 0,-1-1-20 0 0,1 0 64 0 0,-1 0 28 0 0,1 1 12 0 0,-1 0 4 0 0,0 0-64-410 674,0-1 20 410-674,0 1-112 0 0,0-1 48 0 0,1 1-32 0 0,-1 0-24 0 0,0 0 8-428 672,0 0-8 428-672,0 0-108 1252 141,0 1 124-1252-141,0 0-104 0 0,1 0 128-413 677,-1 1-76 413-677,0 0 104 0 0,0 0-92 0 0,0 1 116 0 0,1 0 36 0 0,-1 0 8-431 674,0 0 24 431-674,0 1 24-1319-153,1-1 8 1319 153,-1 1-40 0 0,1 0-28 0 0,0 0-4 0 0,0 0-16 0 0,0 1-28 0 0,-1-1-8 0 0,1 2-20 0 0,-1 0-16 0 0,1 0-12 0 0,-1 0 0 0 0,1 1-12 0 0,0 0-8 0 0,0 1-11 0 0,1 1-5-1306-166,-1 1-8 1306 166,1 1 4 0 0,0 0-8 498-662,0 0 4-498 662,-1 1 4 0 0,1-1-8 0 0,0 1 12 0 0,-1-1 8 0 0,1 0-16 0 0,0 0 4 0 0,0 0 0 0 0,-1-1 8 0 0,1 0 8 0 0,-1 0-4-1261-172,1-1-20 1261 172,-1 0 12 0 0,1-1 12 0 0,-1-1-8 0 0,0 0 12 0 0,0 1-24 0 0,0-1-8 0 0,0-1 24 0 0,0 1-20 0 0,0 0 0 0 0,-1-1 24 0 0,1 0-36 0 0,0 0 4 0 0,-1-1 12 0 0,1 0-28 0 0,0 0 16 0 0,-1 0-152 0 0,1 0 160 0 0,0-1-136 0 0,-1 1 144 0 0,1-1-120 0 0,0 0 128 0 0,0 0-120 0 0,0 1 132 0 0,-1-1-132 0 0,1-1 124 0 0,-1 1-132 0 0,1 0 140 0 0,-1-1-124-529 656,0 1 116 529-656,1 0-128-1278-191,-1-1 140 1278 191,0 1-128 0 0,1 0 140 0 0,-1 0-152 0 0,1 1 120 0 0,-1-1-120-583 645,1 1 144 583-645,0 0-136 0 0,0 0 136 0 0,0 1-136 0 0,0 0 136 0 0,0 0-140 0 0,0 2 144 0 0,1-1 8 0 0,-1 1-24 0 0,1 0-12 0 0,-1 1-8 0 0,1 1-4 0 0,0 0-12 0 0,1 0 8 0 0,-1 1-4 0 0,0 1 8 0 0,1-1 4-1292-210,0 1 8 1292 210,-1 1-16 0 0,1-1 20 0 0,1 1 0 0 0,-1-1 20 0 0,0 1-8 0 0,0-1-144 0 0,1 1 196 0 0,-1 0-184 0 0,1-1 196 0 0,0 0-188 0 0,0 0 204 0 0,0-1-200 0 0,0 1 176 0 0,1-1-184 0 0,-1 0 240 0 0,0 0-264 0 0,0-1 220 0 0,-1 0-220 0 0,1 0 224 0 0,-1 0-224 0 0,0 0 4-1276-223,0-1 36 1276 223,-1 1 8 0 0,1-1 16 0 0,-1-1 12 0 0,0 0 32 0 0,0 0 8 0 0,0 0 24 0 0,-1-1 12-665 626,1 1-4 665-626,-1-1 20 0 0,0 0-4 0 0,1 0-20 0 0,-1 1-8 0 0,1-1 8 0 0,-1 0-4 0 0,0 0 16 0 0,-1-1-32-694 621,1 1 0 694-621,-1-1 20 0 0,1 1-24 0 0,0 0 8 0 0,-1-1 8 0 0,1 1 20 0 0,-1-1-28 0 0,0 1 0 0 0,1 0-60 0 0,-1 0 0 0 0,1 0 0 0 0,-1-1 0 0 0,1 1 0 0 0,0 0 0 0 0,-1-1 0 0 0,1 1 0 0 0,-1-1 0 0 0,1 0 0 0 0,0 0 0 0 0,0-1 0 0 0,-1 1 0 0 0,1-1 0 0 0,-1 0 0 0 0,1-1 0 0 0,0 0 0 0 0,-1 0 0 0 0,1 0 0 0 0,-1-1 0 0 0,1 1 0 0 0,-1 0 0 0 0,1 0 0 0 0,-1 0 0-724 619,0 0 0 724-619,1-1 0 0 0,-1 1 0 0 0,1 0 0 0 0,-1 1 0 0 0,1-1 0 0 0,-1 0 0 1361 249,1 0 0-1361-249,-1 0 0 0 0,1 0 0 0 0,-1 0 0 0 0,1-1 0 0 0,-1 0 0 0 0,1 1 0 0 0,-1-1 0-726 624,0 0 0 726-624,0-1 0 0 0,0 0 0 0 0,0 0 0 0 0,0 0 0 0 0,0 1 0 0 0,-1-1 0 0 0,1 0 0 0 0,-1 0 0 0 0,1 0 0 0 0,0 1 0 0 0,0 0 0 0 0,-1-1 0 0 0,1 1 0 0 0,0 0 0-759 620,-1 0 0 759-620,1-1 0 0 0,-1-1 0 0 0,1 1 0 0 0,0-2 0 0 0,0 0 0 0 0,-1-2 0 0 0,1 0 0 0 0,-1-1 0 0 0,1 1 0-796 616,-1-1 0 796-616,1 0 0 0 0,-1 0 0 0 0,1-1 0 0 0,-2 0 0 0 0,1 0 0 0 0,0-1 0 0 0,-1-1 0 0 0,1 0 0 0 0,0 1 0 0 0,0-2 0 0 0,-1 2 0 0 0,1-2 0 0 0,-1 0 0 0 0,1 1 0-833 611,0-1 0 833-611,-1 0 0 0 0,1-2 0 0 0,0 2 0 0 0,-1-1 0 0 0,1 0 0 0 0,-1 0 0 0 0,0-2 0 0 0,1 2 0-1481-291,0 0 0 1481 291,-1 0 0 0 0,1 0 0 0 0,-1-1 0 864-600,1-1 0-864 600,-1 0 0 0 0,0 1 0 0 0,0-1 0 0 0,0-1 0 0 0,0 1 0 0 0,0 0 0 0 0,0 0 0 0 0,0 2 0 0 0,1 0 0 0 0,0-1 0 0 0,-1 1 0 0 0,1-1 0 0 0,-1-1 0 0 0,0 1 0 0 0,0-1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0,-2-2 0 0 0,-1-2 0 0 0,-1-2-2976 0 0,-1-2-801 0 0,-1-3-4411 0 0,-2-4-7234 0 0,0 1 13018 0 0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9:11.511"/>
    </inkml:context>
    <inkml:brush xml:id="br0">
      <inkml:brushProperty name="width" value="0.35" units="cm"/>
      <inkml:brushProperty name="height" value="2.1" units="cm"/>
      <inkml:brushProperty name="color" value="#F6AFFB"/>
      <inkml:brushProperty name="inkEffects" value="pencil"/>
    </inkml:brush>
  </inkml:definitions>
  <inkml:trace contextRef="#ctx0" brushRef="#br0">54 35 212 241836 63103,'-2'-1'624'0'0,"0"0"-68"0"0,-1-1-100 0 0,-1-1-56 0 0,-1 0-28 0 0,0 0-52 0 0,1 0 24 0 0,0 1-16 0 0,0-1-16 0 0,0 0-32 0 0,1 2-36 0 0,1-1-16 0 0,0 0-12 0 0,-1 1 0 0 0,0-1 32 0 0,2 1 89 0 0,0 0 35 0 0,0 1 76 0 0,1 0-56 0 0,0 0 96 0 0,0 0-64 0 0,0 0 120 0 0,1 1 32 0 0,1 0 4 0 0,-1 1 4 0 0,1 0 72 0 0,0 1 40 0 0,0-1-4 776-599,0 0 32-776 599,1 0-8 0 0,-1 0-28 0 0,-1-1-12 0 0,2 0 12 0 0,0 1-12 0 0,0-1-31 0 0,-1 0-49 0 0,2 0-40 0 0,0 0-16 0 0,0 0-64 745-603,1 0-40-745 603,0-1-44 0 0,-1 0-56 0 0,1 0-32 0 0,1 0-8 0 0,-1-1-36 0 0,1 1-12 0 0,0 0-52 0 0,-1-1-28 0 0,1 2-8 0 0,0-1-28 717-607,2 1-4-717 607,-2 0 16 0 0,1 1-44 0 0,0 0 56 0 0,0 0-24 0 0,2 2 64 0 0,0 0 16 0 0,1 1 16 0 0,0 1 80 0 0,1 0 16 0 0,2 1 60 0 0,0 1 8 0 0,2 0-8-1221-258,2 2-24 1221 258,1 2-40 0 0,2 1-20 0 0,2 2-8 0 0,3 2-8 0 0,2 1 12 712-601,2 2-28-712 601,3 2-3 0 0,3 2-49 0 0,2 1-16 0 0,3 2-140 0 0,2 1 104 0 0,1 0-128 0 0,2 2 116 0 0,1 0-136 0 0,0 0 108 1199 248,2 1-136-1199-248,0-1 116 0 0,1 2-132 0 0,1 0 40 0 0,1 1-12 0 0,2 1 4 0 0,0 2 108 0 0,2 1-124 0 0,-1 1 120 0 0,0-1-140 0 0,-1 1 124 0 0,0-1-108 0 0,-1-1 104 0 0,-1-1-136 0 0,-1-3 132 0 0,-1 0-128-690 611,0-2 128 690-611,-1-1-128 1240 246,-2-2 132-1240-246,0-1-140 0 0,-1-3 148 0 0,-4-1-148 0 0,-1-3 128 0 0,-2-1-124 0 0,-3-2 124 0 0,-2-1-136 0 0,-4-2 132 0 0,-1-2-136 0 0,-4-1 132 0 0,-2-1-124 0 0,-1-1 124 0 0,-3-1-120 0 0,-2-1 140 0 0,-2 0-132 0 0,-1-1 188 0 0,-3-2-212 0 0,0 1 132 0 0,-2-2-140 0 0,0 1 136 0 0,-1 0-128 0 0,1 0 140 0 0,-2-1-136 0 0,1 1 120 0 0,-1 0-116 0 0,1 0 128 0 0,-2-1-120 0 0,2 1 116 0 0,-1-1-132 0 0,0 1 136 0 0,1 0-136 0 0,0 0 144 0 0,-1-1-140 0 0,1 1 128 0 0,-1 0-136 0 0,1 0 140 0 0,-2 0-144 0 0,2 0 144 665-620,-2 0-132-665 620,2 0 140 0 0,-2 0-144 0 0,1 0 148 0 0,0 0-140 0 0,0 0 120 0 0,-2 0-120 0 0,1 0 128 0 0,0-1-128 0 0,-1 1 128 0 0,0 0-140 0 0,-1-1 144 0 0,1 1-136 0 0,-1-1 140 0 0,-1 0-128 0 0,1 1 120 0 0,0-1-116 0 0,-1-1 176 0 0,0 0-180 0 0,-1 0 144 0 0,1 0-128 0 0,1 1 148 0 0,-1-1-140 0 0,-1 0 160 0 0,1 0-164 0 0,-2 0 132 0 0,1-1-144 0 0,-1 0 140 0 0,0 0-144 0 0,-2-1 136 0 0,0 0-144 0 0,-2-2 136 0 0,1 0-68 0 0,-3-2 44 0 0,-1-1-132 0 0,-2-1 132 0 0,0 0-132 0 0,0-1 164 0 0,-2 0-172 0 0,0-1 156 0 0,0 0-152 0 0,0 1 140 0 0,0 0-140 0 0,0-1 144 0 0,0 1-140 0 0,1 0 152 0 0,0 0-152 1232 226,1 0 136-1232-226,0 1-120 0 0,1 0 128 0 0,3 2-136 0 0,-1 0 132 0 0,1 0-148-640 629,0 1 144 640-629,1 0-128 0 0,-1 0 124 0 0,1 0-132 0 0,1 1 152 0 0,-1 0-148 0 0,2 0 140 0 0,0 2-148 0 0,1 0 148 0 0,1 0-148 0 0,0 1 148 0 0,0 0-132 0 0,0-1 132 0 0,1-1-136 640-629,-1 0 132-640 629,3 2-136 0 0,0 0 140 0 0,2 2-140 0 0,0 0 144 0 0,1 1-140-1232-226,1 2 148 1232 226,0 0-148 0 0,1 2 132 0 0,1 0-136 0 0,-1 0 152 0 0,0 1-136 0 0,0 1 128 0 0,1 0-140 0 0,-2 1 152 0 0,1 1-160 0 0,-1-1 148 0 0,0 2-140 0 0,-1 0 136 0 0,-1 0-180 0 0,0 1-104 0 0,-1 0-436 0 0,-1 1-236-665 620,-2 1-401 665-620,-1-1-455 0 0,-1 2-612 0 0,-3 0-580 0 0,-3 1-3285 0 0,-2 1-4776-692 617,-1-4 8593 692-617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9:12.558"/>
    </inkml:context>
    <inkml:brush xml:id="br0">
      <inkml:brushProperty name="width" value="0.35" units="cm"/>
      <inkml:brushProperty name="height" value="2.1" units="cm"/>
      <inkml:brushProperty name="color" value="#F6AFFB"/>
      <inkml:brushProperty name="inkEffects" value="pencil"/>
    </inkml:brush>
  </inkml:definitions>
  <inkml:trace contextRef="#ctx0" brushRef="#br0">2189 6 980 249722 61563,'0'0'1404'0'0,"0"0"-248"0"0,0 0-16 0 0,0 0-187 0 0,0 0 59 0 0,0 0-76 0 0,0 0-76 559-648,0 0-40-559 648,0 0-52 0 0,1-1 8 0 0,1 0-24 0 0,-1 0-80 0 0,0 0-72 0 0,0 0-72 0 0,0 1-80 0 0,-1 0-36 0 0,0-1-44 0 0,0 1-32 0 0,0 1-56 0 0,0-1-40 0 0,0 0-48 0 0,0 0-24 0 0,0 0-16-1235-195,0 0-40 1800-448,0 0-12-565 643,0 0-44 0 0,0 0 44 0 0,0 0 5 0 0,0 0-29 0 0,0 0-4 0 0,0 0 0 0 0,0 0-24 0 0,0 0 52 0 0,-1 1 28 0 0,0 1 24 0 0,-1 1 28 0 0,-1 1-4 0 0,-1 1-12 0 0,0 2-20 0 0,-2 1 4-565 643,-1 1-16 565-643,-1 1-8 0 0,-1 2-8 0 0,-2 1-16 0 0,0 2-16 0 0,-2 2-20 0 0,-3 3-8 0 0,-2 3 20 0 0,-3 4-8-588 640,-3 3-8 588-640,-3 4 0-1247-214,-4 3-8 1247 214,-2 3-8 0 0,-4 4 12 0 0,-4 1 4 0 0,-3 3 112-1232-226,-3 1 200 1232 226,-3-1-36 0 0,-1 0-40 0 0,-2-1-60 0 0,-1-1-40 0 0,-1-1-16 0 0,-3-1-12 0 0,1-2-8 0 0,-2 0-12 0 0,0-2-4-1215-237,0 1-60 1215 237,2-2 0-690 611,2-1 16 690-611,2-2-28 0 0,2-1 20 0 0,3 0-20-1221-258,0 0 8 1221 258,2-1 64 0 0,1 0-108-1964 319,1 0 20 1964-319,1 0-16 0 0,1 0 32-1203-289,2-1-52 1203 289,1-1 48 0 0,2 0-32 0 0,2-1 16 0 0,2-2-20-1182-301,2-2 12 1182 301,2 0-20 0 0,2-2 4 0 0,1-1-4 0 0,2-2 28 0 0,2-2-24 0 0,1 0 28 0 0,1-2-28-827 562,2-1 44 827-562,1-2-52 0 0,2 0 92 0 0,1-2-100 0 0,2-2 100 0 0,0 0 32 0 0,2-1 224 0 0,0-1-92 0 0,1-1 148-856 557,1 0-176 856-557,0-1 84 1218 322,1-2-144-1218-322,1 1 92 0 0,-1 0-184 838-568,-1 1 132-838 568,1-1-172 0 0,-1-1 120 0 0,1 1-140 0 0,-1 0 112 0 0,1 0-144 0 0,-1 0 132 0 0,0 0-128 0 0,2-1 96 0 0,-1 0-124 0 0,0-1 116 0 0,1 1-136 0 0,1-1 144 0 0,-1 0-136 0 0,0 0 100 0 0,1 0-144 0 0,1 0 148 0 0,1-2-120 0 0,-1 1 136 0 0,0-1-144 0 0,1 0 144 0 0,0 0-148 0 0,0 0 120 0 0,1 0-124 0 0,0-1 140 0 0,2 0-132 0 0,-3 0 128 0 0,1 1-120 0 0,0-1 128 0 0,0 0-156 0 0,1 0 152 0 0,1 0-128 0 0,-2 0 132 0 0,1 1-144 0 0,0-1 144 0 0,0 0-140 0 0,1 0 132 0 0,-1-1-120 0 0,1 1 120 0 0,0-1-132 0 0,0 0 136 0 0,0 0-120 0 0,0-1 148 0 0,0 1-156 0 0,0 0 144 0 0,0 0-144 0 0,0 0 136 0 0,0 0-140 0 0,0 0 128 0 0,0 0-132 0 0,0 0 128 0 0,0 0-132 0 0,0 0 128 0 0,2-1-132 0 0,1 0 116 0 0,0-1-384 0 0,1 0-480 0 0,1-1-692 0 0,1 0-988 0 0,0-1-1488-838 568,1 0-1689 838-568,1-1-4096 0 0,-1 0 7365 0 0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8:38.5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243 17 40 0 0,'-4'-14'11427'0'0,"3"11"-10849"0"0,-4 13-198 0 0,0 0-1 0 0,1 1 1 0 0,0-1-1 0 0,0 1 1 0 0,1-1-1 0 0,-2 13 1 0 0,-5 18 343 0 0,-67 241 1869 0 0,-11 32-1876 0 0,65-234 269 0 0,14-48 1952 0 0,8-30-2131 0 0,2-27-85 0 0,10-84-311 0 0,53-215 0 0 0,-51 269-408 0 0,-6 20-38 0 0,2 2 0 0 0,0-1-1 0 0,3 2 1 0 0,25-55 0 0 0,-36 85 28 0 0,0 0 0 0 0,0 1 0 0 0,0-1 1 0 0,0 1-1 0 0,0-1 0 0 0,1 1 0 0 0,-1-1 0 0 0,0 1 0 0 0,1 0 1 0 0,-1-1-1 0 0,1 1 0 0 0,-1 0 0 0 0,1 0 0 0 0,-1 0 0 0 0,1 0 1 0 0,0 0-1 0 0,0 1 0 0 0,-1-1 0 0 0,1 0 0 0 0,0 1 1 0 0,0 0-1 0 0,0-1 0 0 0,0 1 0 0 0,0 0 0 0 0,0 0 0 0 0,-1 0 1 0 0,1 0-1 0 0,0 0 0 0 0,0 0 0 0 0,0 1 0 0 0,0-1 0 0 0,0 1 1 0 0,0-1-1 0 0,-1 1 0 0 0,1-1 0 0 0,0 1 0 0 0,0 0 0 0 0,-1 0 1 0 0,1 0-1 0 0,-1 0 0 0 0,1 0 0 0 0,1 3 0 0 0,8 5-5 0 0,-1 1 0 0 0,0 0 0 0 0,0 1 1 0 0,-1 0-1 0 0,-1 1 0 0 0,0 0 0 0 0,0 0 0 0 0,8 20 0 0 0,4 15 42 0 0,14 52 0 0 0,-17-48-15 0 0,45 153 20 0 0,-31-94 80 0 0,-29-103 1208 0 0,4 9-7812 0 0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8:38.7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 75 1588 0 0,'-2'-1'3075'0'0,"-35"-13"7245"0"0,37 14-10243 0 0,-1 0-1 0 0,1 0 0 0 0,-1 0 1 0 0,1 0-1 0 0,0 0 0 0 0,-1 0 0 0 0,1 0 1 0 0,-1 0-1 0 0,1 0 0 0 0,-1 0 0 0 0,1 0 1 0 0,-1 0-1 0 0,1 0 0 0 0,-1-1 1 0 0,1 1-1 0 0,0 0 0 0 0,-1 0 0 0 0,1 0 1 0 0,-1-1-1 0 0,1 1 0 0 0,0 0 1 0 0,-1-1-1 0 0,1 1 0 0 0,-1-1 0 0 0,6-7 1358 0 0,15-5-724 0 0,1 7-722 0 0,1 1 0 0 0,43-6 0 0 0,7 6-3438 0 0,-15 1-3178 0 0,-30 0 112 0 0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8:39.0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 12 672 0 0,'14'-11'17765'0'0,"-14"11"-17665"0"0,4 15 2117 0 0,-3 28-1029 0 0,-1-36-503 0 0,-3 53 375 0 0,-3 1-1 0 0,-13 59 0 0 0,1-14-4227 0 0,16-88 272 0 0,2 7-7635 0 0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8:39.5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79 134 852 0 0,'0'-5'2387'0'0,"1"-29"6963"0"0,4 3-4653 0 0,-4 28-4569 0 0,0 0 0 0 0,0 0-1 0 0,0 0 1 0 0,1 0 0 0 0,-1 1-1 0 0,1-1 1 0 0,0 0 0 0 0,0 1-1 0 0,0 0 1 0 0,0-1 0 0 0,0 1-1 0 0,0 0 1 0 0,1 0 0 0 0,-1 0-1 0 0,1 0 1 0 0,-1 0-1 0 0,1 1 1 0 0,4-3 0 0 0,0 1-61 0 0,0 1 0 0 0,-1-1 1 0 0,1 1-1 0 0,0 0 0 0 0,0 1 0 0 0,1-1 1 0 0,-1 1-1 0 0,11 0 0 0 0,-16 2-62 0 0,0-1 0 0 0,0 1 0 0 0,-1-1 1 0 0,1 1-1 0 0,0 0 0 0 0,-1 0 0 0 0,1 0 0 0 0,0 0 0 0 0,-1 0 0 0 0,1 0 0 0 0,-1 0 0 0 0,0 0 1 0 0,1 1-1 0 0,-1-1 0 0 0,0 0 0 0 0,0 1 0 0 0,1-1 0 0 0,-1 1 0 0 0,0 0 0 0 0,-1-1 0 0 0,1 1 0 0 0,1 1 1 0 0,-2 1 2 0 0,1-1 1 0 0,-1 1-1 0 0,1 0 1 0 0,-1-1 0 0 0,0 1-1 0 0,-1-1 1 0 0,1 1-1 0 0,-1 0 1 0 0,1-1 0 0 0,-1 1-1 0 0,0-1 1 0 0,0 1 0 0 0,-1-1-1 0 0,1 0 1 0 0,-2 4-1 0 0,-3 4 14 0 0,0 1-1 0 0,-15 18 1 0 0,6-10 11 0 0,-8 10 51 0 0,-25 27-1 0 0,45-54-72 0 0,-5 11 15 0 0,7-12-18 0 0,8 8-2 0 0,38 0 14 0 0,-23-5-56 0 0,39 12 0 0 0,-55-15 61 0 0,-1 0-1 0 0,1 1 1 0 0,-1-1-1 0 0,0 1 0 0 0,0 0 1 0 0,0 0-1 0 0,-1 1 0 0 0,1 0 1 0 0,-1-1-1 0 0,0 1 1 0 0,0 1-1 0 0,4 5 0 0 0,-6-8 150 0 0,-1 0-1 0 0,0 0 1 0 0,0 0-1 0 0,0 0 0 0 0,0 0 1 0 0,0 0-1 0 0,0 1 1 0 0,-1-1-1 0 0,1 0 1 0 0,-1 0-1 0 0,1 1 1 0 0,-1-1-1 0 0,0 0 0 0 0,0 1 1 0 0,0-1-1 0 0,0 1 1 0 0,-1-1-1 0 0,1 0 1 0 0,-1 4-1 0 0,-1-2 64 0 0,0-1 0 0 0,1 1-1 0 0,-1 0 1 0 0,-1-1 0 0 0,1 0 0 0 0,0 1 0 0 0,-1-1-1 0 0,0 0 1 0 0,1 0 0 0 0,-6 4 0 0 0,0-1 22 0 0,-1 0 0 0 0,1 0 0 0 0,-1-1 0 0 0,0 0-1 0 0,0-1 1 0 0,0 0 0 0 0,-1-1 0 0 0,-12 4 0 0 0,2-3-108 0 0,0 0-1 0 0,0-1 0 0 0,0-1 0 0 0,0-1 0 0 0,-32-3 0 0 0,51 2-336 0 0,-1 0 1 0 0,1 0-1 0 0,-1 0 0 0 0,1 0 0 0 0,-1-1 1 0 0,1 1-1 0 0,-1-1 0 0 0,1 1 0 0 0,0-1 1 0 0,-1 1-1 0 0,1-1 0 0 0,0 0 0 0 0,0 1 1 0 0,-1-1-1 0 0,-1-2 0 0 0,3 2 7 0 0,-1 1-1 0 0,1-1 0 0 0,0 0 0 0 0,-1 1 1 0 0,1-1-1 0 0,0 0 0 0 0,0 1 1 0 0,-1-1-1 0 0,1 0 0 0 0,0 0 1 0 0,0 1-1 0 0,0-1 0 0 0,0 0 1 0 0,0 0-1 0 0,0 1 0 0 0,0-1 0 0 0,0 0 1 0 0,0 0-1 0 0,0 1 0 0 0,1-1 1 0 0,-1-1-1 0 0,2-1-1345 0 0,0-1-1 0 0,0 0 1 0 0,0 1 0 0 0,13-15-4577 0 0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8:39.7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90 2076 0 0,'12'-36'17780'0'0,"-12"35"-17677"0"0,0 0-1 0 0,1 1 0 0 0,-1-1 0 0 0,0 0 0 0 0,1 0 0 0 0,-1 1 0 0 0,1-1 0 0 0,-1 0 0 0 0,1 1 0 0 0,-1-1 0 0 0,1 1 0 0 0,0-1 0 0 0,-1 0 0 0 0,1 1 0 0 0,0-1 0 0 0,-1 1 0 0 0,1 0 0 0 0,0-1 0 0 0,1 0 0 0 0,17-7 682 0 0,-17 7-756 0 0,18-5 232 0 0,1 0 0 0 0,26-4 0 0 0,11 2-2727 0 0,-54 7 1695 0 0,0 1 0 0 0,0 0 0 0 0,0 0 0 0 0,0 0 0 0 0,0 1 0 0 0,5 0 0 0 0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8:39.9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 4 3256 0 0,'-50'49'15952'0'0,"50"-48"-15896"0"0,1-1 1 0 0,-1 1-1 0 0,1-1 0 0 0,0 0 1 0 0,-1 1-1 0 0,1-1 1 0 0,0 0-1 0 0,0 1 1 0 0,-1-1-1 0 0,1 0 0 0 0,0 0 1 0 0,0 1-1 0 0,0-1 1 0 0,-1 0-1 0 0,1 0 1 0 0,0 0-1 0 0,0 0 0 0 0,0 0 1 0 0,122-17 557 0 0,20-3-3458 0 0,-12 5-6480 0 0,-90 10 3002 0 0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8:51.7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6 184 0 0,'-7'4'21735'0'0,"9"-3"-21555"0"0,14-1 78 0 0,106 0 314 0 0,-119 0-558 0 0,15-2 49 0 0,-2 2-16 0 0,-13 0 13 0 0,6 0 1590 0 0,3-2-3518 0 0,20-5-11601 0 0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8:52.0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48 1132 0 0,'6'-47'13805'0'0,"-4"48"-13639"0"0,-1 1 0 0 0,1-1 0 0 0,-1 1-1 0 0,0 0 1 0 0,0 0 0 0 0,0-1 0 0 0,0 1-1 0 0,0 0 1 0 0,0 0 0 0 0,0 0 0 0 0,-1 0-1 0 0,1 0 1 0 0,-1 0 0 0 0,1 2 0 0 0,8 72 894 0 0,-4-1 1 0 0,-5 91-1 0 0,-2-66-2179 0 0,-1-53-4897 0 0,2-39 3031 0 0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8:52.2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330 111 2000 0 0,'-33'-111'13615'0'0,"46"117"-12850"0"0,-7-1-550 0 0,-1-1 0 0 0,1 1 0 0 0,-1 1 0 0 0,0-1 1 0 0,-1 1-1 0 0,1 0 0 0 0,3 8 0 0 0,2 0 142 0 0,11 17-4 0 0,-1 1 0 0 0,-1 1 0 0 0,-2 0 0 0 0,-2 2 0 0 0,-1 0-1 0 0,-1 0 1 0 0,11 59 0 0 0,-18-65-283 0 0,-2 1 0 0 0,-1 0 0 0 0,-1 0 0 0 0,-2 0 0 0 0,-1 0 0 0 0,-1 0 0 0 0,-2 0 0 0 0,-1 0 0 0 0,-16 55 0 0 0,7-48-184 0 0,-1 0 0 0 0,-2-1 1 0 0,-2-1-1 0 0,-1-1 0 0 0,-1 0 0 0 0,-2-2 0 0 0,-42 47 0 0 0,37-50-1280 0 0,-1-2 0 0 0,-1 0 0 0 0,-1-2 0 0 0,-45 27 1 0 0,27-25-3267 0 0,-2-4-2377 0 0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8:52.5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252 74 40 0 0,'-5'-20'3279'0'0,"2"9"-612"0"0,1 0 1 0 0,-2-20 0 0 0,-9 43-1415 0 0,6-2-785 0 0,-1 0 0 0 0,1 1 1 0 0,1 0-1 0 0,0 1 0 0 0,1 0 0 0 0,-6 18 0 0 0,-3 4 208 0 0,-87 247 1716 0 0,83-215-2144 0 0,3 0-1 0 0,-9 96 1 0 0,22-137-236 0 0,1 0 1 0 0,1 1-1 0 0,2-1 0 0 0,0 0 0 0 0,2 0 0 0 0,0-1 0 0 0,12 38 1 0 0,-11-50-394 0 0,-1 1 0 0 0,1-1 0 0 0,1-1 0 0 0,0 1 0 0 0,1-1 0 0 0,0 0-1 0 0,1-1 1 0 0,0 1 0 0 0,1-2 0 0 0,0 1 0 0 0,0-1 0 0 0,1-1 0 0 0,0 1 0 0 0,1-2 0 0 0,0 1 0 0 0,14 6 0 0 0,22 5-4019 0 0,5-5-2079 0 0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8:53.0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109 72 1124 0 0,'-13'-71'20811'0'0,"-4"123"-17998"0"0,-38 245 72 0 0,32-180-4700 0 0,23-108-2269 0 0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8:53.3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96 2768 0 0,'0'-13'7325'0'0,"0"10"-6884"0"0,-1 2-215 0 0,1 0 0 0 0,0 0 0 0 0,0 0 0 0 0,0 0-1 0 0,0 1 1 0 0,0-1 0 0 0,0 0 0 0 0,0 0 0 0 0,0 0-1 0 0,1 0 1 0 0,-1 1 0 0 0,0-1 0 0 0,0 0-1 0 0,1 0 1 0 0,-1 0 0 0 0,0 1 0 0 0,1-1 0 0 0,-1 0-1 0 0,1 0 1 0 0,-1 1 0 0 0,1-1 0 0 0,0 0 0 0 0,-1 1-1 0 0,1-1 1 0 0,-1 1 0 0 0,1-1 0 0 0,0 1-1 0 0,1-2 1 0 0,9-1 541 0 0,0 0 0 0 0,0 0 1 0 0,0 1-1 0 0,16-1 0 0 0,-3 0-310 0 0,46-7 197 0 0,22-3-679 0 0,-35 2-5473 0 0,-48 7 2375 0 0,-5 2 1690 0 0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8:53.5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102 65 80 0 0,'-22'-24'7332'0'0,"-9"-12"3081"0"0,30 35-9882 0 0,-9-3 777 0 0,7 24-86 0 0,2 33 1 0 0,-2 13-5 0 0,-9 17-936 0 0,-5 54-392 0 0,16-108-3714 0 0,1 32 1 0 0,1-48-1491 0 0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8:54.0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0 141 908 0 0,'1'-7'1502'0'0,"0"0"1"0"0,1-1-1 0 0,0 1 0 0 0,0 0 0 0 0,0 0 1 0 0,1 0-1 0 0,6-11 0 0 0,-5 13-1203 0 0,-1-1 0 0 0,1 1-1 0 0,1 0 1 0 0,-1 0 0 0 0,1 0 0 0 0,0 0 0 0 0,0 1-1 0 0,0 0 1 0 0,1 0 0 0 0,-1 0 0 0 0,1 1-1 0 0,0 0 1 0 0,11-4 0 0 0,-14 5-273 0 0,1 1 1 0 0,-1 0-1 0 0,1 0 0 0 0,0 0 1 0 0,0 1-1 0 0,0-1 1 0 0,-1 1-1 0 0,1 0 0 0 0,0 0 1 0 0,0 0-1 0 0,0 0 0 0 0,0 1 1 0 0,-1-1-1 0 0,1 1 1 0 0,7 3-1 0 0,-10-4-20 0 0,1 1 0 0 0,0 0 1 0 0,0 0-1 0 0,0-1 0 0 0,0 1 0 0 0,-1 1 1 0 0,1-1-1 0 0,0 0 0 0 0,-1 0 0 0 0,1 1 0 0 0,-1-1 1 0 0,1 0-1 0 0,-1 1 0 0 0,0 0 0 0 0,0-1 1 0 0,0 1-1 0 0,1 0 0 0 0,-2-1 0 0 0,1 1 0 0 0,0 0 1 0 0,0 0-1 0 0,-1 0 0 0 0,1 0 0 0 0,-1 0 1 0 0,1 0-1 0 0,-1 0 0 0 0,0 0 0 0 0,0 0 1 0 0,0 0-1 0 0,0 0 0 0 0,0 0 0 0 0,0 0 0 0 0,0 0 1 0 0,-1 0-1 0 0,1 0 0 0 0,-2 3 0 0 0,-1 5 24 0 0,0 1 0 0 0,-1-1 0 0 0,-1-1 0 0 0,1 1 0 0 0,-8 10 0 0 0,-1 0 95 0 0,-1-2 0 0 0,-26 28 0 0 0,-10 11 5182 0 0,64-51-4956 0 0,4-6-312 0 0,0 2 1 0 0,0 0-1 0 0,-1 1 0 0 0,1 0 1 0 0,33 13-1 0 0,-39-12-56 0 0,0 1 1 0 0,0 1-1 0 0,-1 0 1 0 0,0 0-1 0 0,0 1 0 0 0,-1 1 1 0 0,1 0-1 0 0,-2 0 1 0 0,14 15-1 0 0,-21-21 93 0 0,0 0 1 0 0,0 0-1 0 0,-1 0 0 0 0,1 0 0 0 0,-1 1 0 0 0,0-1 1 0 0,1 0-1 0 0,-1 1 0 0 0,0-1 0 0 0,0 1 1 0 0,-1 0-1 0 0,1-1 0 0 0,0 1 0 0 0,-1 0 0 0 0,0 0 1 0 0,1-1-1 0 0,-1 1 0 0 0,0 0 0 0 0,0-1 1 0 0,-1 5-1 0 0,-1-3 45 0 0,1-1 1 0 0,0 1-1 0 0,-1-1 0 0 0,0 0 1 0 0,0 1-1 0 0,0-1 0 0 0,0 0 1 0 0,0 0-1 0 0,-1 0 1 0 0,0-1-1 0 0,1 1 0 0 0,-1 0 1 0 0,-3 1-1 0 0,-5 4 71 0 0,0-1 0 0 0,-1 0 0 0 0,0-1 0 0 0,0-1 0 0 0,0 1 0 0 0,-1-2 1 0 0,-15 4-1 0 0,12-4-188 0 0,-1-2 0 0 0,1 0 1 0 0,-1 0-1 0 0,1-2 1 0 0,-22-1-1 0 0,-10-9-6912 0 0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8:54.5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489 78 3136 0 0,'-6'-31'6854'0'0,"5"23"-4523"0"0,-1 0 0 0 0,1-1 0 0 0,-6-13 804 0 0,-11 42-1274 0 0,-121 230 3005 0 0,-38 142-2788 0 0,145-310-1823 0 0,4 2 0 0 0,-34 166 0 0 0,55-206-255 0 0,2 0 0 0 0,2 1 0 0 0,2-1 0 0 0,2 1 0 0 0,2-1-1 0 0,2 1 1 0 0,17 75 0 0 0,-13-89-781 0 0,1 0-1 0 0,2 0 0 0 0,19 37 0 0 0,-21-50-615 0 0,1 0-1 0 0,15 18 1 0 0,-16-23-865 0 0,2-1 0 0 0,-1 0 0 0 0,16 12 1 0 0,11 4-8656 0 0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8:54.7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66 3736 0 0,'42'-20'12725'0'0,"-15"7"-3638"0"0,-11 6-6288 0 0,2-4-613 0 0,-6-3-7827 0 0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9:18.2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322 150 1376 0 0,'23'-13'8312'0'0,"-20"11"-7974"0"0,-1 0-1 0 0,0 0 1 0 0,0 0-1 0 0,-1-1 0 0 0,1 1 1 0 0,0-1-1 0 0,-1 1 1 0 0,1-1-1 0 0,-1 0 1 0 0,0 1-1 0 0,0-1 0 0 0,0 0 1 0 0,0 0-1 0 0,-1 0 1 0 0,1 0-1 0 0,-1 0 1 0 0,1 0-1 0 0,-1-5 0 0 0,-1 3-225 0 0,0 1 0 0 0,0 0-1 0 0,0 0 1 0 0,-1 0 0 0 0,0 0-1 0 0,1 0 1 0 0,-1 0 0 0 0,0 0-1 0 0,-1 1 1 0 0,1-1 0 0 0,-1 1-1 0 0,-5-6 1 0 0,5 6-98 0 0,0 0-1 0 0,-1 1 1 0 0,1-1-1 0 0,-1 1 1 0 0,0 0-1 0 0,0 0 1 0 0,0 0 0 0 0,0 1-1 0 0,0 0 1 0 0,0-1-1 0 0,0 1 1 0 0,-1 1 0 0 0,1-1-1 0 0,0 0 1 0 0,0 1-1 0 0,-1 0 1 0 0,1 0-1 0 0,0 1 1 0 0,-1-1 0 0 0,1 1-1 0 0,-5 1 1 0 0,0 0-14 0 0,0 0 1 0 0,1 0 0 0 0,-1 1 0 0 0,1 1-1 0 0,-1-1 1 0 0,1 1 0 0 0,0 1 0 0 0,1-1-1 0 0,-9 7 1 0 0,1 3 2 0 0,0 1 0 0 0,1 0 0 0 0,1 1 0 0 0,0 0 0 0 0,1 1 0 0 0,1 0 0 0 0,-11 24 0 0 0,15-27 0 0 0,1 0-1 0 0,0 0 0 0 0,1 1 1 0 0,1 0-1 0 0,0 0 0 0 0,1 0 1 0 0,0 0-1 0 0,2 1 0 0 0,0-1 1 0 0,1 21-1 0 0,0-30 4 0 0,1-1 0 0 0,0 1 0 0 0,0-1 1 0 0,1 0-1 0 0,-1 0 0 0 0,1 0 0 0 0,0 1 0 0 0,0-1 0 0 0,1-1 1 0 0,0 1-1 0 0,0 0 0 0 0,0-1 0 0 0,0 1 0 0 0,1-1 0 0 0,-1 0 0 0 0,1 0 1 0 0,0-1-1 0 0,1 1 0 0 0,-1-1 0 0 0,6 4 0 0 0,-3-4 4 0 0,-1 1-1 0 0,1-2 0 0 0,0 1 0 0 0,0-1 1 0 0,0 0-1 0 0,0 0 0 0 0,0-1 0 0 0,1 0 1 0 0,-1 0-1 0 0,0-1 0 0 0,0 0 0 0 0,1 0 0 0 0,-1 0 1 0 0,14-4-1 0 0,-12 2-5 0 0,0-1 1 0 0,0-1-1 0 0,-1 1 1 0 0,1-1-1 0 0,-1-1 1 0 0,0 0-1 0 0,0 0 1 0 0,0 0-1 0 0,-1-1 1 0 0,0 0-1 0 0,0-1 1 0 0,-1 1-1 0 0,1-1 1 0 0,-1-1-1 0 0,-1 1 1 0 0,1-1-1 0 0,4-9 1 0 0,6-13-12 0 0,-2 0 0 0 0,-1-1 0 0 0,16-55 0 0 0,-29 84-35 0 0,7-15 246 0 0,-7 17-184 0 0,1 0 0 0 0,-1 0 0 0 0,0 0 0 0 0,1 0 0 0 0,-1 0 0 0 0,0-1 0 0 0,1 1 0 0 0,-1 0-1 0 0,0 0 1 0 0,1 0 0 0 0,-1 0 0 0 0,0 0 0 0 0,1 0 0 0 0,-1 0 0 0 0,0 0 0 0 0,1 0-1 0 0,-1 1 1 0 0,0-1 0 0 0,1 0 0 0 0,-1 0 0 0 0,0 0 0 0 0,1 0 0 0 0,-1 0 0 0 0,0 1-1 0 0,0-1 1 0 0,1 0 0 0 0,-1 0 0 0 0,0 0 0 0 0,0 1 0 0 0,1-1 0 0 0,-1 0 0 0 0,0 1-1 0 0,1 0 35 0 0,0 0 0 0 0,0 0 0 0 0,-1 0 0 0 0,1 1-1 0 0,0-1 1 0 0,-1 0 0 0 0,1 1 0 0 0,-1-1 0 0 0,0 0-1 0 0,1 1 1 0 0,-1-1 0 0 0,0 1 0 0 0,0-1 0 0 0,0 0-1 0 0,0 3 1 0 0,0 2 205 0 0,7 40 179 0 0,2-1-1 0 0,2 1 1 0 0,1-2 0 0 0,3 1 0 0 0,31 65 0 0 0,-45-107-570 0 0,1 0 1 0 0,-1 0-1 0 0,1-1 1 0 0,-1 1-1 0 0,1 0 1 0 0,0-1-1 0 0,0 1 1 0 0,0-1-1 0 0,1 1 1 0 0,-1-1-1 0 0,0 0 1 0 0,1 0-1 0 0,0 0 1 0 0,-1 0-1 0 0,6 2 1 0 0,9-4-4990 0 0,-8-1 1216 0 0,-1-2 2211 0 0,-5 1 238 0 0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9:18.6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10 131 2800 0 0,'0'-4'864'0'0,"-1"-1"-1"0"0,1 0 1 0 0,1 1-1 0 0,-1-1 0 0 0,1 1 1 0 0,0-1-1 0 0,0 1 1 0 0,0 0-1 0 0,1-1 1 0 0,2-6-1 0 0,-1 6-394 0 0,0 0 0 0 0,0 0 1 0 0,1 0-1 0 0,-1 1 0 0 0,1-1 0 0 0,0 1 0 0 0,9-8 0 0 0,-9 8-371 0 0,0 1 0 0 0,0 0 0 0 0,1 0 0 0 0,0 1-1 0 0,-1-1 1 0 0,1 1 0 0 0,0 0 0 0 0,0 1 0 0 0,0-1 0 0 0,0 1-1 0 0,0 0 1 0 0,0 0 0 0 0,1 0 0 0 0,-1 1 0 0 0,0-1-1 0 0,1 1 1 0 0,-1 1 0 0 0,0-1 0 0 0,0 1 0 0 0,7 1 0 0 0,-10-1-26 0 0,0 0 0 0 0,0-1 1 0 0,-1 1-1 0 0,1 0 0 0 0,0 0 1 0 0,-1 0-1 0 0,1 0 0 0 0,-1 0 1 0 0,1 0-1 0 0,-1 0 0 0 0,1 1 1 0 0,-1-1-1 0 0,0 0 0 0 0,1 1 1 0 0,-1-1-1 0 0,0 1 0 0 0,0 0 1 0 0,0-1-1 0 0,1 4 0 0 0,-1-2 23 0 0,0 1 0 0 0,0 0 0 0 0,-1-1-1 0 0,1 1 1 0 0,-1-1 0 0 0,0 1-1 0 0,0 0 1 0 0,0-1 0 0 0,-2 7-1 0 0,0 3 65 0 0,-2 0-1 0 0,1-1 1 0 0,-2 0-1 0 0,-9 20 0 0 0,-7 3 220 0 0,-1-1-1 0 0,-1-1 1 0 0,-36 38-1 0 0,17-20 241 0 0,42-51-609 0 0,0 0 0 0 0,-1 1 0 0 0,1-1 0 0 0,0 0 1 0 0,-1 0-1 0 0,1 1 0 0 0,0-1 0 0 0,0 0 0 0 0,0 1 0 0 0,-1-1 0 0 0,1 1 1 0 0,0-1-1 0 0,0 0 0 0 0,0 1 0 0 0,0-1 0 0 0,0 0 0 0 0,-1 1 1 0 0,1-1-1 0 0,0 1 0 0 0,0-1 0 0 0,0 0 0 0 0,0 1 0 0 0,0-1 1 0 0,0 1-1 0 0,0-1 0 0 0,1 0 0 0 0,-1 1 0 0 0,0-1 0 0 0,0 1 0 0 0,0-1 1 0 0,1 1-1 0 0,11 3 90 0 0,22-6-54 0 0,23-4-11 0 0,25-4-3017 0 0,-30-1-3791 0 0,-36 7 2101 0 0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9:18.9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33 1832 0 0,'7'-32'23745'0'0,"-5"50"-19182"0"0,-1 0-5178 0 0,9 189 2879 0 0,-4-121-2083 0 0,1-21-374 0 0,-1-37-5007 0 0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9:19.4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312 164 2752 0 0,'1'-11'1735'0'0,"0"0"-1"0"0,0-1 1 0 0,-1 1 0 0 0,0-1-1 0 0,-1 1 1 0 0,-4-17-1 0 0,4 24-1561 0 0,0 1 0 0 0,0-1 0 0 0,-1 1 0 0 0,1-1-1 0 0,-1 1 1 0 0,0 0 0 0 0,0 0 0 0 0,0 0 0 0 0,0 0 0 0 0,-1 0-1 0 0,1 0 1 0 0,-1 1 0 0 0,0-1 0 0 0,1 1 0 0 0,-1-1 0 0 0,0 1 0 0 0,-1 0-1 0 0,1 1 1 0 0,0-1 0 0 0,-1 0 0 0 0,1 1 0 0 0,-1 0 0 0 0,-5-2-1 0 0,4 2-121 0 0,-1 0-1 0 0,0 0 0 0 0,0 0 1 0 0,1 1-1 0 0,-1 0 0 0 0,0 0 0 0 0,1 0 1 0 0,-1 1-1 0 0,0 0 0 0 0,1 0 0 0 0,-1 0 1 0 0,-9 4-1 0 0,7-1-17 0 0,-1 0-1 0 0,1 0 1 0 0,1 1 0 0 0,-1 0-1 0 0,1 0 1 0 0,0 1-1 0 0,-10 10 1 0 0,6-5-19 0 0,2 1-1 0 0,0 0 1 0 0,0 0-1 0 0,1 0 0 0 0,1 1 1 0 0,0 1-1 0 0,0-1 1 0 0,2 1-1 0 0,-8 24 1 0 0,12-32-8 0 0,0 0 0 0 0,0 0 0 0 0,0-1 0 0 0,1 1 0 0 0,0 0 0 0 0,0 0 0 0 0,1-1 0 0 0,-1 1 0 0 0,1 0 0 0 0,0 0 0 0 0,3 7 0 0 0,-3-10 3 0 0,1 0 1 0 0,-1 0-1 0 0,1 0 1 0 0,-1 0-1 0 0,1-1 1 0 0,0 1-1 0 0,0 0 1 0 0,0-1-1 0 0,1 1 0 0 0,-1-1 1 0 0,0 0-1 0 0,1 0 1 0 0,0 0-1 0 0,-1 0 1 0 0,1 0-1 0 0,0 0 1 0 0,0-1-1 0 0,0 0 1 0 0,0 1-1 0 0,6 1 1 0 0,-3-2-6 0 0,0 0 1 0 0,0 0 0 0 0,-1-1-1 0 0,1 0 1 0 0,0 0 0 0 0,0 0-1 0 0,0 0 1 0 0,0-1 0 0 0,-1 0-1 0 0,1 0 1 0 0,0-1 0 0 0,-1 0-1 0 0,1 0 1 0 0,-1 0 0 0 0,0 0-1 0 0,1-1 1 0 0,-1 0 0 0 0,0 0-1 0 0,-1 0 1 0 0,1-1 0 0 0,-1 0-1 0 0,1 0 1 0 0,-1 0 0 0 0,0 0-1 0 0,5-8 1 0 0,7-10-12 0 0,-2 0 1 0 0,0-1-1 0 0,-1-1 1 0 0,11-31-1 0 0,-13 31-17 0 0,4-9 12 0 0,-14 30 2 0 0,-1 3 16 0 0,0 0-1 0 0,0 0 0 0 0,0 0 1 0 0,0-1-1 0 0,0 1 0 0 0,0 0 1 0 0,0 0-1 0 0,0 0 0 0 0,0 0 1 0 0,0 0-1 0 0,0-1 1 0 0,0 1-1 0 0,1 0 0 0 0,-1 0 1 0 0,0 0-1 0 0,0 0 0 0 0,0 0 1 0 0,0 0-1 0 0,0-1 0 0 0,1 1 1 0 0,-1 0-1 0 0,0 0 1 0 0,0 0-1 0 0,0 0 0 0 0,0 0 1 0 0,0 0-1 0 0,1 0 0 0 0,-1 0 1 0 0,0 0-1 0 0,0 0 0 0 0,0 0 1 0 0,0 0-1 0 0,1 0 1 0 0,-1 0-1 0 0,0 0 0 0 0,0 0 1 0 0,0 0-1 0 0,0 0 0 0 0,1 0 1 0 0,-1 0-1 0 0,0 0 0 0 0,0 0 1 0 0,0 0-1 0 0,1 0 1 0 0,2 15 307 0 0,0-1 1 0 0,0 1 0 0 0,-2 0 0 0 0,0 0 0 0 0,0 0-1 0 0,-4 28 1 0 0,2-16-179 0 0,2 28 0 0 0,1-33-142 0 0,0 0-1 0 0,11 38 0 0 0,-11-52-746 0 0,1 0 0 0 0,1 0 0 0 0,7 15 0 0 0,-7-17-815 0 0,0-1 0 0 0,1 1 0 0 0,-1-1 0 0 0,1 1 0 0 0,9 6 0 0 0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9:20.0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30 160 580 0 0,'-1'-30'4800'0'0,"0"19"-2910"0"0,1-1 1 0 0,0 1 0 0 0,3-17-1 0 0,-3 24-1675 0 0,1 0 0 0 0,0 1-1 0 0,0-1 1 0 0,1 1 0 0 0,-1-1-1 0 0,1 1 1 0 0,0-1 0 0 0,0 1 0 0 0,0 0-1 0 0,0 0 1 0 0,0 0 0 0 0,1 0-1 0 0,-1 1 1 0 0,6-5 0 0 0,-6 5-171 0 0,0 0 0 0 0,1 1 0 0 0,-1 0 0 0 0,0-1 0 0 0,1 1 0 0 0,-1 0 0 0 0,1 0 0 0 0,-1 0 0 0 0,1 1 0 0 0,-1-1 0 0 0,1 0 0 0 0,-1 1 0 0 0,1 0 0 0 0,0 0 0 0 0,-1 0 0 0 0,1 0 0 0 0,-1 0 0 0 0,1 0 0 0 0,0 1 0 0 0,-1-1 0 0 0,1 1 0 0 0,-1-1 0 0 0,1 1 0 0 0,-1 0 0 0 0,1 0 0 0 0,-1 1 0 0 0,0-1 0 0 0,1 0 0 0 0,2 3 0 0 0,-2-2-26 0 0,-1 0 0 0 0,1 1-1 0 0,0 0 1 0 0,-1-1 0 0 0,1 1 0 0 0,-1 0 0 0 0,0 0-1 0 0,0 0 1 0 0,0 0 0 0 0,0 1 0 0 0,-1-1 0 0 0,1 0 0 0 0,-1 1-1 0 0,0-1 1 0 0,0 1 0 0 0,0-1 0 0 0,0 1 0 0 0,-1 0-1 0 0,1-1 1 0 0,-1 7 0 0 0,-1-2 33 0 0,0-1-1 0 0,-1 0 1 0 0,0 1-1 0 0,0-1 1 0 0,0 0 0 0 0,-1 0-1 0 0,0-1 1 0 0,-5 9 0 0 0,-5 6 194 0 0,-18 21 1 0 0,20-28-4 0 0,-6 9 722 0 0,11-14-522 0 0,2-2 314 0 0,4-6-745 0 0,0-1 1 0 0,1 0-1 0 0,-1 0 1 0 0,0 1-1 0 0,1-1 1 0 0,-1 0-1 0 0,0 0 1 0 0,1 1-1 0 0,-1-1 0 0 0,1 0 1 0 0,-1 0-1 0 0,1 0 1 0 0,-1 1-1 0 0,0-1 1 0 0,1 0-1 0 0,-1 0 1 0 0,1 0-1 0 0,-1 0 1 0 0,1 0-1 0 0,-1 0 1 0 0,1 0-1 0 0,-1 0 1 0 0,0 0-1 0 0,1 0 0 0 0,0-1 1 0 0,3 0-5 0 0,23 5 22 0 0,-20-3-44 0 0,0 1 1 0 0,0 1-1 0 0,0 0 1 0 0,0 0-1 0 0,0 0 1 0 0,-1 0-1 0 0,0 1 1 0 0,0 0-1 0 0,0 1 0 0 0,0-1 1 0 0,-1 1-1 0 0,1 0 1 0 0,4 7-1 0 0,-7-8 136 0 0,0-1 0 0 0,0 1-1 0 0,-1-1 1 0 0,0 1 0 0 0,0 0-1 0 0,0 0 1 0 0,0 0 0 0 0,0 0-1 0 0,-1 0 1 0 0,0 0 0 0 0,1 1-1 0 0,-2-1 1 0 0,1 0 0 0 0,0 1-1 0 0,-1-1 1 0 0,0 1 0 0 0,0-1-1 0 0,0 0 1 0 0,-1 1 0 0 0,0-1-1 0 0,1 1 1 0 0,-1-1 0 0 0,-2 4-1 0 0,1-4 46 0 0,-1 0 0 0 0,1 0 0 0 0,-1 0-1 0 0,1 0 1 0 0,-1-1 0 0 0,-1 1 0 0 0,1-1 0 0 0,0 0-1 0 0,-1 0 1 0 0,1 0 0 0 0,-1-1 0 0 0,0 1 0 0 0,0-1-1 0 0,0 0 1 0 0,0 0 0 0 0,-1 0 0 0 0,1-1 0 0 0,0 1-1 0 0,-1-1 1 0 0,-6 1 0 0 0,-9 2-26 0 0,0-2-1 0 0,0 0 1 0 0,-23-2 0 0 0,36 0-84 0 0,4 0-26 0 0,-16-2-405 0 0,9 1-742 0 0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9:20.5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 86 1248 0 0,'3'-8'3894'0'0,"5"-13"2074"0"0,7-9-1343 0 0,-14 28-4501 0 0,0 0 0 0 0,1 0 0 0 0,-1 1 0 0 0,1-1 0 0 0,-1 0 1 0 0,1 1-1 0 0,0-1 0 0 0,0 1 0 0 0,-1 0 0 0 0,1-1 0 0 0,0 1 1 0 0,1 0-1 0 0,-1 0 0 0 0,0 0 0 0 0,0 1 0 0 0,0-1 0 0 0,4 0 0 0 0,-2 0-51 0 0,1 0 1 0 0,-1 1-1 0 0,1 0 0 0 0,-1 0 0 0 0,1 0 0 0 0,-1 0 0 0 0,5 1 0 0 0,-6 0-29 0 0,-1 0 1 0 0,1 0-1 0 0,0 0 0 0 0,0 0 0 0 0,-1 0 0 0 0,1 1 0 0 0,-1-1 0 0 0,1 1 0 0 0,-1-1 0 0 0,1 1 1 0 0,-1 0-1 0 0,0 0 0 0 0,0 0 0 0 0,0 0 0 0 0,0 0 0 0 0,0 1 0 0 0,-1-1 0 0 0,1 1 0 0 0,-1-1 1 0 0,1 1-1 0 0,-1 0 0 0 0,0-1 0 0 0,0 1 0 0 0,0 0 0 0 0,0 0 0 0 0,-1-1 0 0 0,1 1 0 0 0,-1 0 1 0 0,0 0-1 0 0,0 0 0 0 0,0 0 0 0 0,0 3 0 0 0,0 3 116 0 0,-1 0 1 0 0,0 0-1 0 0,-1 0 1 0 0,0 0-1 0 0,0 0 1 0 0,-1 0-1 0 0,0 0 1 0 0,-7 14-1 0 0,-12 14 821 0 0,-1 0 0 0 0,-2-1 1 0 0,-38 40-1 0 0,28-32 2086 0 0,34-42-2716 0 0,-1 2 162 0 0,1 3 183 0 0,1-6-686 0 0,1-1 0 0 0,-1 0 0 0 0,1 0 0 0 0,0 0 0 0 0,-1 1 0 0 0,1-1 0 0 0,0 0 0 0 0,-1 0 0 0 0,1 0 0 0 0,0 0-1 0 0,-1 0 1 0 0,1 0 0 0 0,0 0 0 0 0,-1 0 0 0 0,1-1 0 0 0,0 1 0 0 0,-1 0 0 0 0,1 0 0 0 0,1-1 0 0 0,259-47 510 0 0,-207 37-3737 0 0,-6 1-3091 0 0,0-2-3576 0 0,-21 6 972 0 0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9:20.8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30 146 2072 0 0,'-30'-21'21599'0'0,"30"20"-21326"0"0,1 0-242 0 0,0 0 0 0 0,-1 0 0 0 0,1 1-1 0 0,0-1 1 0 0,0 0 0 0 0,0 1 0 0 0,0-1 0 0 0,-1 1-1 0 0,1-1 1 0 0,0 1 0 0 0,0-1 0 0 0,0 1 0 0 0,0 0-1 0 0,0-1 1 0 0,0 1 0 0 0,1 0 0 0 0,1-1 43 0 0,55-20 507 0 0,80-19 1 0 0,-8 3-321 0 0,-109 30-374 0 0,8-2-2309 0 0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9:21.7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218 107 488 0 0,'2'-2'2064'0'0,"2"-2"-1310"0"0,-1 0 0 0 0,0 1 0 0 0,0-1 0 0 0,0-1 1 0 0,0 1-1 0 0,0 0 0 0 0,-1-1 0 0 0,0 0 0 0 0,0 1 0 0 0,0-1 1 0 0,-1 0-1 0 0,0 0 0 0 0,0 0 0 0 0,0 0 0 0 0,0 0 1 0 0,-1-6-1 0 0,0 10-712 0 0,0 0 0 0 0,0 0 0 0 0,0 0 0 0 0,0 1 0 0 0,0-1 1 0 0,-1 0-1 0 0,1 0 0 0 0,0 0 0 0 0,-1 0 0 0 0,1 0 0 0 0,-1 0 0 0 0,1 0 1 0 0,-1 1-1 0 0,1-1 0 0 0,-1 0 0 0 0,1 0 0 0 0,-1 1 0 0 0,0-1 0 0 0,0 0 1 0 0,1 1-1 0 0,-1-1 0 0 0,0 1 0 0 0,0-1 0 0 0,0 1 0 0 0,0-1 0 0 0,1 1 1 0 0,-1-1-1 0 0,0 1 0 0 0,0 0 0 0 0,0 0 0 0 0,0-1 0 0 0,0 1 0 0 0,0 0 0 0 0,0 0 1 0 0,0 0-1 0 0,0 0 0 0 0,0 0 0 0 0,0 0 0 0 0,0 0 0 0 0,-2 1 0 0 0,-2 0 2 0 0,0 0-1 0 0,0 0 0 0 0,-1 0 0 0 0,1 1 0 0 0,-10 3 0 0 0,4 2-19 0 0,-1 0 0 0 0,1 1 0 0 0,0 0 1 0 0,1 1-1 0 0,0 0 0 0 0,0 0 0 0 0,1 1 0 0 0,0 1 0 0 0,-8 12 0 0 0,5-4-9 0 0,0 0-1 0 0,2 0 1 0 0,0 1-1 0 0,-13 40 1 0 0,21-55-6 0 0,0 0 1 0 0,1 1 0 0 0,0-1-1 0 0,0 1 1 0 0,1 0-1 0 0,-1-1 1 0 0,1 1-1 0 0,0-1 1 0 0,1 1-1 0 0,-1 0 1 0 0,1-1-1 0 0,0 1 1 0 0,0-1-1 0 0,1 0 1 0 0,4 10-1 0 0,-4-12 5 0 0,0 1-1 0 0,0-1 1 0 0,1 1-1 0 0,0-1 0 0 0,-1 0 1 0 0,1 0-1 0 0,0 0 0 0 0,1 0 1 0 0,-1 0-1 0 0,1-1 1 0 0,-1 0-1 0 0,1 1 0 0 0,-1-1 1 0 0,1-1-1 0 0,0 1 0 0 0,0-1 1 0 0,0 1-1 0 0,0-1 1 0 0,0 0-1 0 0,1 0 0 0 0,6 0 1 0 0,-5-1-9 0 0,1 0 0 0 0,-1 0 0 0 0,0-1 0 0 0,0 1 1 0 0,0-1-1 0 0,1-1 0 0 0,-1 1 0 0 0,0-1 0 0 0,-1 0 1 0 0,1-1-1 0 0,0 1 0 0 0,-1-1 0 0 0,1 0 0 0 0,-1 0 0 0 0,0-1 1 0 0,0 0-1 0 0,0 0 0 0 0,0 0 0 0 0,-1 0 0 0 0,8-10 1 0 0,4-6 10 0 0,-2-1 0 0 0,0-1 1 0 0,18-39-1 0 0,2-15 1613 0 0,-34 74-1578 0 0,7 1 28 0 0,-2 0-40 0 0,-1 11-1 0 0,2 25-66 0 0,2 48 1 0 0,-6-47 236 0 0,13 61 0 0 0,-12-84-1332 0 0,1 0 0 0 0,10 23-1 0 0,-10-27-442 0 0,1-1-1 0 0,0 0 1 0 0,1 0-1 0 0,11 14 1 0 0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9:22.1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7 117 1596 0 0,'0'-9'1999'0'0,"1"-1"0"0"0,1 1 0 0 0,-1-1 0 0 0,4-9-1 0 0,9-15 879 0 0,-13 32-2760 0 0,0 1 0 0 0,1-1 0 0 0,-1 0 0 0 0,1 1 0 0 0,0-1 0 0 0,-1 1 0 0 0,1 0 0 0 0,0-1 0 0 0,0 1 0 0 0,0 0 0 0 0,0 0 0 0 0,0 0 0 0 0,0 1 0 0 0,4-2 0 0 0,31-3 868 0 0,-32 4-932 0 0,0 2 0 0 0,1-1 1 0 0,-1 1-1 0 0,0 0 0 0 0,0 0 0 0 0,0 0 1 0 0,0 1-1 0 0,0-1 0 0 0,0 1 0 0 0,6 4 1 0 0,-8-4-34 0 0,-1-1 0 0 0,0 1 0 0 0,0 0 0 0 0,0 0 0 0 0,0 0 0 0 0,0 0 1 0 0,0 0-1 0 0,0 0 0 0 0,-1 0 0 0 0,1 1 0 0 0,-1-1 0 0 0,0 1 0 0 0,1-1 0 0 0,-1 1 1 0 0,0-1-1 0 0,0 1 0 0 0,-1 0 0 0 0,1 0 0 0 0,-1-1 0 0 0,1 1 0 0 0,-1 0 1 0 0,0 4-1 0 0,-1 2 79 0 0,0 0-1 0 0,0-1 1 0 0,-1 1 0 0 0,0 0 0 0 0,-1-1 0 0 0,0 0 0 0 0,0 1 0 0 0,-1-1 0 0 0,0 0 0 0 0,0-1-1 0 0,-8 11 1 0 0,-9 10 745 0 0,-37 39 0 0 0,46-54-589 0 0,-47 53 3980 0 0,59-66-4219 0 0,0 1-1 0 0,0-1 0 0 0,0 0 0 0 0,0 1 1 0 0,0-1-1 0 0,0 0 0 0 0,0 0 0 0 0,1 1 1 0 0,-1-1-1 0 0,0 0 0 0 0,0 0 0 0 0,0 0 1 0 0,0 1-1 0 0,0-1 0 0 0,0 0 1 0 0,1 0-1 0 0,-1 1 0 0 0,0-1 0 0 0,0 0 1 0 0,0 0-1 0 0,1 0 0 0 0,-1 0 0 0 0,0 1 1 0 0,0-1-1 0 0,0 0 0 0 0,1 0 0 0 0,-1 0 1 0 0,0 0-1 0 0,0 0 0 0 0,1 0 0 0 0,-1 0 1 0 0,0 0-1 0 0,0 0 0 0 0,1 0 0 0 0,-1 0 1 0 0,112-20 609 0 0,0 0-1276 0 0,-39 4-8574 0 0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9:22.6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1 124 1984 0 0,'1'-7'1660'0'0,"1"-1"0"0"0,0 1 0 0 0,1-1-1 0 0,0 1 1 0 0,0 0 0 0 0,6-10 0 0 0,-6 12-1360 0 0,1 0 1 0 0,0 0 0 0 0,0 1 0 0 0,0 0 0 0 0,0 0-1 0 0,1 0 1 0 0,-1 0 0 0 0,1 0 0 0 0,0 1-1 0 0,0 0 1 0 0,1 0 0 0 0,-1 1 0 0 0,1-1 0 0 0,6-1-1 0 0,-8 3-203 0 0,0-1 0 0 0,0 2 0 0 0,0-1 0 0 0,0 0-1 0 0,0 1 1 0 0,0-1 0 0 0,0 1 0 0 0,0 0 0 0 0,0 1-1 0 0,0-1 1 0 0,0 1 0 0 0,0-1 0 0 0,0 1 0 0 0,6 3 0 0 0,-8-3-61 0 0,1 0 0 0 0,-1 0 0 0 0,0 1 0 0 0,0-1 1 0 0,0 1-1 0 0,0 0 0 0 0,0-1 0 0 0,0 1 0 0 0,0 0 1 0 0,-1 0-1 0 0,1 0 0 0 0,-1 0 0 0 0,1 0 1 0 0,-1 1-1 0 0,0-1 0 0 0,0 0 0 0 0,0 1 0 0 0,0-1 1 0 0,0 0-1 0 0,-1 1 0 0 0,1-1 0 0 0,-1 1 0 0 0,1 0 1 0 0,-1 2-1 0 0,0 6 23 0 0,0-1 0 0 0,-1 1 0 0 0,0-1 0 0 0,-1 0-1 0 0,0 0 1 0 0,0 0 0 0 0,-1 0 0 0 0,-1 0 0 0 0,1 0 0 0 0,-8 12 0 0 0,-6 8 465 0 0,-38 50 0 0 0,-1 3 4036 0 0,47-63-2364 0 0,10-20-2175 0 0,-1 1 1 0 0,1-1 0 0 0,-1 0 0 0 0,1 1 0 0 0,-1-1 0 0 0,1 0 0 0 0,-1 1-1 0 0,1-1 1 0 0,-1 0 0 0 0,1 0 0 0 0,-1 1 0 0 0,1-1 0 0 0,-1 0 0 0 0,1 0 0 0 0,-1 0-1 0 0,1 0 1 0 0,0 0 0 0 0,-1 0 0 0 0,1 0 0 0 0,-1 0 0 0 0,1 0 0 0 0,-1 0-1 0 0,1 0 1 0 0,0 0 0 0 0,-1 0 0 0 0,1 0 0 0 0,-1-1 0 0 0,1 1 0 0 0,-1 0 0 0 0,2-1-1 0 0,106-20 424 0 0,50-7-952 0 0,-130 22-4360 0 0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9:23.1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375 160 696 0 0,'28'-64'8589'0'0,"-26"58"-7749"0"0,0-1 0 0 0,0 1 0 0 0,-1-1 0 0 0,0 0 0 0 0,0 1 0 0 0,0-1 0 0 0,-1-11 0 0 0,-1 16-778 0 0,1 1 0 0 0,0-1 0 0 0,-1 1 0 0 0,1-1-1 0 0,-1 1 1 0 0,0-1 0 0 0,1 1 0 0 0,-1 0-1 0 0,0-1 1 0 0,0 1 0 0 0,0 0 0 0 0,0-1-1 0 0,0 1 1 0 0,0 0 0 0 0,0 0 0 0 0,0 0 0 0 0,-1 0-1 0 0,1 0 1 0 0,0 0 0 0 0,-1 0 0 0 0,1 1-1 0 0,-1-1 1 0 0,1 0 0 0 0,0 1 0 0 0,-1-1-1 0 0,0 1 1 0 0,1-1 0 0 0,-1 1 0 0 0,1 0-1 0 0,-1 0 1 0 0,1 0 0 0 0,-3 0 0 0 0,-3 0-5 0 0,0 0 0 0 0,0 0 0 0 0,-1 1 0 0 0,1 0 0 0 0,0 0 1 0 0,-7 2-1 0 0,-6 5-11 0 0,-1 0 0 0 0,1 1 0 0 0,1 0 0 0 0,-1 2 0 0 0,2 0 0 0 0,0 2 0 0 0,0 0 0 0 0,1 1 0 0 0,1 0 0 0 0,0 1 0 0 0,1 1 0 0 0,0 1 0 0 0,2 0 0 0 0,-13 20 0 0 0,20-26-24 0 0,-1 0 1 0 0,2 0-1 0 0,-1 1 0 0 0,2 0 1 0 0,-1 0-1 0 0,2 0 1 0 0,-4 16-1 0 0,7-25-8 0 0,-1 0 0 0 0,1 0-1 0 0,-1 0 1 0 0,1-1 0 0 0,0 1-1 0 0,0 0 1 0 0,1 0 0 0 0,-1 0 0 0 0,0 0-1 0 0,1 0 1 0 0,0-1 0 0 0,0 1-1 0 0,0 0 1 0 0,0 0 0 0 0,0-1 0 0 0,0 1-1 0 0,1-1 1 0 0,-1 1 0 0 0,1-1 0 0 0,0 1-1 0 0,-1-1 1 0 0,1 0 0 0 0,0 0-1 0 0,1 0 1 0 0,-1 0 0 0 0,0 0 0 0 0,0-1-1 0 0,1 1 1 0 0,-1-1 0 0 0,1 1-1 0 0,0-1 1 0 0,-1 0 0 0 0,1 0 0 0 0,0 0-1 0 0,-1 0 1 0 0,1-1 0 0 0,3 1-1 0 0,-1 0 3 0 0,0 0 0 0 0,0-1-1 0 0,0 0 1 0 0,0 0 0 0 0,0 0-1 0 0,0 0 1 0 0,0-1 0 0 0,0 0-1 0 0,0 0 1 0 0,0 0 0 0 0,0-1-1 0 0,6-2 1 0 0,-3 0-11 0 0,-1 0 0 0 0,1-1-1 0 0,-1 0 1 0 0,0 0 0 0 0,-1 0 0 0 0,11-11 0 0 0,-1-3-10 0 0,0-1 0 0 0,-1 0 1 0 0,22-43-1 0 0,23-61 4629 0 0,-60 123-4513 0 0,1 1-105 0 0,-1 0-1 0 0,1 1 0 0 0,0-1 1 0 0,-1 0-1 0 0,1 1 0 0 0,-1-1 0 0 0,1 1 1 0 0,-1-1-1 0 0,0 1 0 0 0,1-1 1 0 0,-1 1-1 0 0,1-1 0 0 0,-1 1 1 0 0,0-1-1 0 0,1 1 0 0 0,-1 0 1 0 0,0-1-1 0 0,0 1 0 0 0,0 0 1 0 0,1-1-1 0 0,-1 1 0 0 0,0 0 0 0 0,0 0 1 0 0,3 18 51 0 0,-2 146 348 0 0,-2-27-685 0 0,2-125-812 0 0,1-1 0 0 0,5 26 0 0 0,-5-32-260 0 0,0 0 0 0 0,0 0 0 0 0,0-1 0 0 0,6 10-1 0 0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9:23.7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20 136 2216 0 0,'4'-63'11996'0'0,"0"26"-7842"0"0,-3 35-4062 0 0,0 1 1 0 0,-1-1-1 0 0,1 0 0 0 0,0 1 1 0 0,0-1-1 0 0,0 0 1 0 0,0 1-1 0 0,0-1 1 0 0,1 1-1 0 0,-1 0 0 0 0,0-1 1 0 0,1 1-1 0 0,-1 0 1 0 0,0 0-1 0 0,1 0 1 0 0,0 0-1 0 0,-1 0 1 0 0,1 0-1 0 0,0 0 0 0 0,-1 1 1 0 0,1-1-1 0 0,0 0 1 0 0,3 0-1 0 0,1 0-1 0 0,0-1 1 0 0,0 1-1 0 0,1 0 0 0 0,-1 1 0 0 0,9 0 0 0 0,-10 0-49 0 0,1 1-1 0 0,0 0 1 0 0,-1 0-1 0 0,1 0 1 0 0,-1 1 0 0 0,0 0-1 0 0,1 0 1 0 0,-1 0-1 0 0,0 1 1 0 0,0-1-1 0 0,-1 1 1 0 0,9 7-1 0 0,-10-7-43 0 0,0-1 0 0 0,-1 1 0 0 0,1 0 0 0 0,-1 0 0 0 0,0 0 0 0 0,0 1 0 0 0,0-1-1 0 0,0 0 1 0 0,-1 1 0 0 0,1-1 0 0 0,-1 1 0 0 0,0 0 0 0 0,0-1 0 0 0,0 1-1 0 0,0 0 1 0 0,-1 0 0 0 0,0 0 0 0 0,1-1 0 0 0,-1 1 0 0 0,-2 8 0 0 0,1-6-4 0 0,0 1 1 0 0,-1 0 0 0 0,0-1-1 0 0,0 1 1 0 0,-1-1 0 0 0,0 1 0 0 0,0-1-1 0 0,-8 11 1 0 0,-1 0 106 0 0,-24 24 0 0 0,7-9 739 0 0,12-15 1130 0 0,14-14-951 0 0,8-3-303 0 0,16-1-540 0 0,-13 1-177 0 0,0 1 0 0 0,-1 0 0 0 0,1 0 1 0 0,-1 1-1 0 0,0 0 0 0 0,1 1 0 0 0,-1-1 0 0 0,0 1 0 0 0,0 1 0 0 0,8 5 0 0 0,-10-6-18 0 0,0 0 1 0 0,-1 0 0 0 0,1 1 0 0 0,-1-1-1 0 0,0 1 1 0 0,0 0 0 0 0,0 0-1 0 0,-1 1 1 0 0,0-1 0 0 0,0 1 0 0 0,0 0-1 0 0,0 0 1 0 0,0 0 0 0 0,-1 0-1 0 0,3 10 1 0 0,-4-13 72 0 0,-1 0 1 0 0,1 0-1 0 0,-1 0 0 0 0,0 0 1 0 0,0 0-1 0 0,0 0 1 0 0,0-1-1 0 0,0 1 0 0 0,0 0 1 0 0,0 0-1 0 0,-1 0 0 0 0,1 0 1 0 0,-1 0-1 0 0,1-1 0 0 0,-1 1 1 0 0,0 0-1 0 0,0 0 0 0 0,0-1 1 0 0,0 1-1 0 0,0 0 0 0 0,0-1 1 0 0,0 1-1 0 0,0-1 0 0 0,0 0 1 0 0,-1 1-1 0 0,1-1 0 0 0,-1 0 1 0 0,1 0-1 0 0,-1 0 1 0 0,-2 2-1 0 0,-1-1 85 0 0,0 0 0 0 0,-1 0-1 0 0,1 0 1 0 0,0-1 0 0 0,-1 0 0 0 0,1 0 0 0 0,-10 0 0 0 0,-119 3 906 0 0,80-4-3567 0 0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9:24.0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 62 2944 0 0,'11'-25'9242'0'0,"7"-11"4301"0"0,-13 68-8585 0 0,0-5-3517 0 0,-6 21-1291 0 0,-1 0 1 0 0,-2 0-1 0 0,-16 70 1 0 0,6-40-114 0 0,-13 55-276 0 0,22-117-2284 0 0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9:24.3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438 113 2524 0 0,'-18'-77'9385'0'0,"14"53"-6463"0"0,4 24-2844 0 0,0-1 0 0 0,0 1 1 0 0,0 0-1 0 0,0-1 0 0 0,0 1 0 0 0,0-1 0 0 0,0 1 0 0 0,0-1 0 0 0,0 1 0 0 0,0 0 0 0 0,0-1 0 0 0,0 1 0 0 0,0-1 0 0 0,1 1 0 0 0,-1-1 0 0 0,0 1 0 0 0,0 0 1 0 0,0-1-1 0 0,1 1 0 0 0,-1 0 0 0 0,0-1 0 0 0,1 1 0 0 0,-1 0 0 0 0,0-1 0 0 0,1 1 0 0 0,-1 0 0 0 0,0 0 0 0 0,1-1 0 0 0,-1 1 0 0 0,1 0 0 0 0,-1 0 0 0 0,0 0 0 0 0,1-1 1 0 0,-1 1-1 0 0,1 0 0 0 0,-1 0 0 0 0,1 0 0 0 0,-1 0 0 0 0,0 0 0 0 0,1 0 0 0 0,-1 0 0 0 0,1 0 0 0 0,0 0 0 0 0,17 2 923 0 0,-9 0-704 0 0,0 1-1 0 0,0 1 0 0 0,-1 0 1 0 0,1 0-1 0 0,-1 0 1 0 0,0 1-1 0 0,0 0 0 0 0,8 7 1 0 0,5 6 284 0 0,26 29 0 0 0,-29-27-349 0 0,-1 1 1 0 0,-1 0-1 0 0,-1 1 1 0 0,-1 1-1 0 0,-1 0 1 0 0,-1 1-1 0 0,12 33 1 0 0,-14-25-86 0 0,0 1 1 0 0,-2 0-1 0 0,-2 1 1 0 0,-1 0-1 0 0,0 39 1 0 0,-5-10-54 0 0,-4 0 0 0 0,-2-1 0 0 0,-3 1 0 0 0,-2-1 0 0 0,-39 115 0 0 0,-3-26-284 0 0,-7-4 1 0 0,-84 149-1 0 0,-21-14-3675 0 0,-18-12-5797 0 0,97-153-244 0 0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9:24.5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36 133 4392 0 0,'-5'-22'3581'0'0,"3"3"-857"0"0,-3 4-608 0 0,3 2-440 0 0,-3-1-408 0 0,4 2-351 0 0,-1 2-369 0 0,0 0-664 0 0,-3 1-745 0 0,-2 1-2231 0 0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6:23.3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 86 2872 0 0,'-2'0'2577'0'0,"-5"1"-1172"0"0,-20 3 7976 0 0,11 0-3749 0 0,177-37-4801 0 0,-36 8-644 0 0,-29 2 279 0 0,-93 22-438 0 0,7-5-343 0 0,1 0-3064 0 0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6:23.7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 58 608 0 0,'0'-57'25937'0'0,"-4"82"-24940"0"0,1 0 1 0 0,2 46-1 0 0,1-17-573 0 0,-5 349 621 0 0,4-395-2571 0 0,1 10 4858 0 0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6:24.1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262 68 1024 0 0,'-1'-3'2344'0'0,"-1"-4"-315"0"0,1-1 100 0 0,-1 1 0 0 0,0-1 0 0 0,0 1 0 0 0,-1-1 0 0 0,-7-12 829 0 0,12 22-2756 0 0,-1 0 1 0 0,1 0 0 0 0,-1-1 0 0 0,1 1 0 0 0,-1-1-1 0 0,1 1 1 0 0,0-1 0 0 0,2 3 0 0 0,2 0 182 0 0,24 26 564 0 0,-2 0 0 0 0,-1 2 0 0 0,27 43 0 0 0,-18-18-262 0 0,36 75 0 0 0,-53-90-501 0 0,-1 1-1 0 0,-2 0 0 0 0,-2 1 0 0 0,14 74 0 0 0,-24-90-144 0 0,-1-1-1 0 0,-1 1 0 0 0,-1 0 1 0 0,-2 0-1 0 0,0 0 0 0 0,-2-1 1 0 0,-2 1-1 0 0,-14 53 0 0 0,7-48-191 0 0,-1-1 0 0 0,-1-1 0 0 0,-2 0-1 0 0,-1-1 1 0 0,-1-1 0 0 0,-2 0 0 0 0,-1-2 0 0 0,-1 0-1 0 0,-26 24 1 0 0,26-31-815 0 0,0-1 1 0 0,-1-1-1 0 0,-1-1 0 0 0,-39 21 0 0 0,42-27-904 0 0,-2-1 0 0 0,0-1 0 0 0,0-1 0 0 0,0-1 0 0 0,-43 7 0 0 0,15-9-5834 0 0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6:24.5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155 37 2536 0 0,'16'-37'12323'0'0,"-17"56"-11085"0"0,-31 189 4586 0 0,-21 105-2739 0 0,-4 24-2129 0 0,31-98-522 0 0,25-206-414 0 0,1 0 0 0 0,2 0 1 0 0,1-1-1 0 0,2 1 0 0 0,11 40 1 0 0,-13-63-264 0 0,0 0 1 0 0,1 0-1 0 0,0 0 1 0 0,1-1-1 0 0,0 0 1 0 0,0 0-1 0 0,1 0 1 0 0,0 0-1 0 0,1-1 0 0 0,0 0 1 0 0,0 0-1 0 0,1-1 1 0 0,0 0-1 0 0,0 0 1 0 0,0-1-1 0 0,1 0 1 0 0,0-1-1 0 0,1 0 1 0 0,-1 0-1 0 0,1-1 1 0 0,0 0-1 0 0,0 0 1 0 0,0-1-1 0 0,18 3 1 0 0,-5-3-1961 0 0,-1 0 0 0 0,1-1 0 0 0,30-2 0 0 0,13-7-7036 0 0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6:25.2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50 144 1028 0 0,'12'-52'5788'0'0,"2"-11"411"0"0,-11 40-2846 0 0,-2 18-2343 0 0,-3 13 938 0 0,-34 234 1454 0 0,20-112-2599 0 0,-3 12-289 0 0,13-99-1301 0 0,5-42 177 0 0,3 8-983 0 0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6:25.5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46 316 0 0,'-3'-5'18168'0'0,"17"9"-17590"0"0,0-1 0 0 0,0 0 0 0 0,0-1 0 0 0,0 0 0 0 0,0-1 0 0 0,21-2 0 0 0,91-11-29 0 0,-122 11-543 0 0,27-4 307 0 0,51-14-1 0 0,-80 19-481 0 0,9-17-3671 0 0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6:25.9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73 18 2584 0 0,'-29'-18'13721'0'0,"28"18"-13631"0"0,1 0-1 0 0,-1 0 0 0 0,0 0 0 0 0,0 1 0 0 0,1-1 1 0 0,-1 0-1 0 0,0 0 0 0 0,0 0 0 0 0,1 0 0 0 0,-1 1 0 0 0,0-1 1 0 0,1 0-1 0 0,-1 1 0 0 0,0-1 0 0 0,1 1 0 0 0,-1-1 0 0 0,1 0 1 0 0,-1 1-1 0 0,0-1 0 0 0,1 1 0 0 0,-1 0 0 0 0,1-1 0 0 0,0 1 1 0 0,-2 1-1 0 0,-8 24 1390 0 0,3 39 87 0 0,5-50-1240 0 0,-6 297 1263 0 0,9-232-1280 0 0,-1-79-264 0 0,1 5-147 0 0,0 5-1220 0 0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6:26.3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97 2300 0 0,'14'-44'10834'0'0,"-1"-2"6555"0"0,-15 40-15886 0 0,1 19-1489 0 0,1 0 1 0 0,0 0 0 0 0,2 21 0 0 0,1 12 68 0 0,-12 220-4722 0 0,4-175-193 0 0,2 1-3547 0 0,1-30-3535 0 0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31:59.6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258 8 1100 0 0,'4'-7'17315'0'0,"-6"8"-17278"0"0,1-1-1 0 0,0 1 0 0 0,0 0 1 0 0,0 0-1 0 0,0 0 1 0 0,0 0-1 0 0,1 0 1 0 0,-1 0-1 0 0,0 1 1 0 0,0-1-1 0 0,1 0 1 0 0,-1 0-1 0 0,1 0 1 0 0,-1 1-1 0 0,1-1 1 0 0,-1 0-1 0 0,1 1 1 0 0,0-1-1 0 0,0 0 1 0 0,0 1-1 0 0,0 2 1 0 0,-3 41 713 0 0,3-26-511 0 0,-4 49 476 0 0,0 11-176 0 0,-21 120 0 0 0,23-189-487 0 0,-26 103 1049 0 0,23-94-208 0 0,-5 11 915 0 0,9-29-1558 0 0,0 0-225 0 0,1 0 1 0 0,0 0-1 0 0,0-1 0 0 0,-1 1 1 0 0,1 0-1 0 0,0-1 1 0 0,-1 1-1 0 0,1 0 1 0 0,0 0-1 0 0,-1-1 1 0 0,1 1-1 0 0,-1-1 0 0 0,0 1 1 0 0,1-1-1 0 0,-1 1 1 0 0,1-1-1 0 0,-1 1 1 0 0,0-1-1 0 0,1 1 0 0 0,-1-1 1 0 0,0 1-1 0 0,1-1 1 0 0,-1 0-1 0 0,-1 1 1 0 0,-16 3 202 0 0,15-3-174 0 0,-16-1 38 0 0,-8-10-20 0 0,25 9-43 0 0,-36-19 5 0 0,8 1-617 0 0,29 18 213 0 0,-13-6-1313 0 0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16:59.8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346 65 60 0 0,'-12'-25'6944'0'0,"5"15"-5688"0"0,-8-6 2354 0 0,-14 3-3509 0 0,17 13-48 0 0,0 2 0 0 0,0-1 0 0 0,-1 2 0 0 0,2 0 0 0 0,-1 0 0 0 0,-13 6 0 0 0,17-5-60 0 0,0 0 0 0 0,0 0 1 0 0,1 1-1 0 0,0 0 0 0 0,0 0 1 0 0,0 1-1 0 0,0 0 0 0 0,1 0 1 0 0,0 1-1 0 0,1-1 0 0 0,-1 1 1 0 0,1 0-1 0 0,0 1 0 0 0,1-1 1 0 0,0 1-1 0 0,-3 9 0 0 0,-5 12-20 0 0,1 1 0 0 0,2 0-1 0 0,-5 33 1 0 0,1 1 54 0 0,4 1 1 0 0,2 0-1 0 0,3 1 0 0 0,6 80 0 0 0,-1-128 12 0 0,1-1 0 0 0,1 1 0 0 0,1-1 0 0 0,0 0 0 0 0,1 0 0 0 0,0 0 0 0 0,2-1 0 0 0,0 1 0 0 0,12 19 0 0 0,-13-28-24 0 0,-1 1 0 0 0,1-2 0 0 0,1 1 0 0 0,0-1 0 0 0,0 0 0 0 0,0 0 0 0 0,0 0 0 0 0,1-1 1 0 0,0-1-1 0 0,1 1 0 0 0,-1-1 0 0 0,1-1 0 0 0,0 1 0 0 0,0-2 0 0 0,1 1 0 0 0,-1-1 0 0 0,20 3 0 0 0,-19-4-5 0 0,1-1 1 0 0,-1 0-1 0 0,1-1 1 0 0,-1 0-1 0 0,1-1 1 0 0,-1 0-1 0 0,1 0 1 0 0,-1-1-1 0 0,0 0 1 0 0,0-1-1 0 0,0-1 1 0 0,18-7-1 0 0,-20 6-17 0 0,-1 1 0 0 0,1-2 0 0 0,-1 1 0 0 0,0-1 1 0 0,-1 0-1 0 0,1 0 0 0 0,-1 0 0 0 0,-1-1 0 0 0,1 0 0 0 0,-1-1 0 0 0,0 1 0 0 0,-1-1 0 0 0,1 0 0 0 0,-2 0 0 0 0,5-11 0 0 0,2-14-11 0 0,-1 0 0 0 0,-2-1 0 0 0,-1 1 0 0 0,-2-1 0 0 0,-1 0 0 0 0,-2 0 0 0 0,-1-1 0 0 0,-2 1 0 0 0,-1 0 0 0 0,-10-41 0 0 0,9 54 15 0 0,-2 0 0 0 0,-1 1 1 0 0,0 0-1 0 0,-2 0 1 0 0,0 1-1 0 0,-1 0 1 0 0,-1 1-1 0 0,0 0 1 0 0,-2 0-1 0 0,0 2 1 0 0,-1-1-1 0 0,-1 2 1 0 0,-30-27-1 0 0,42 40-3 0 0,0 0-1 0 0,-1 0 0 0 0,1 0 1 0 0,0 0-1 0 0,-1 0 1 0 0,1 1-1 0 0,-1-1 1 0 0,0 1-1 0 0,1 0 1 0 0,-1 0-1 0 0,0 1 0 0 0,0-1 1 0 0,0 1-1 0 0,1-1 1 0 0,-1 1-1 0 0,-7 1 1 0 0,6 0-4 0 0,-1 1 0 0 0,1-1 1 0 0,0 1-1 0 0,0 0 0 0 0,0 0 1 0 0,0 1-1 0 0,0 0 0 0 0,1-1 0 0 0,-1 2 1 0 0,-6 5-1 0 0,-1 3-17 0 0,0 0 0 0 0,1 1 0 0 0,0 0 0 0 0,2 1-1 0 0,-1 0 1 0 0,-11 25 0 0 0,6-8 32 0 0,2 0-1 0 0,-14 47 1 0 0,22-59 4 0 0,1 1 1 0 0,0 0-1 0 0,1 0 0 0 0,2 0 0 0 0,0 29 0 0 0,1-43-4 0 0,1 0 0 0 0,0 0 0 0 0,0-1-1 0 0,0 1 1 0 0,0 0 0 0 0,1-1-1 0 0,0 0 1 0 0,4 8 0 0 0,-5-10-1 0 0,1-1 0 0 0,-1 0-1 0 0,1 0 1 0 0,-1 0 0 0 0,1 0 0 0 0,0-1 0 0 0,0 1-1 0 0,0 0 1 0 0,0-1 0 0 0,0 1 0 0 0,0-1 0 0 0,0 0 0 0 0,0 0-1 0 0,0 0 1 0 0,1 0 0 0 0,-1 0 0 0 0,1 0 0 0 0,-1 0-1 0 0,0-1 1 0 0,1 1 0 0 0,-1-1 0 0 0,1 0 0 0 0,3 0-1 0 0,101-10-10 0 0,-88 7 4 0 0,-11 3 0 0 0,0 1-1 0 0,-1-1 1 0 0,1 1 0 0 0,0 0 0 0 0,0 1 0 0 0,0 0 0 0 0,-1 0-1 0 0,1 1 1 0 0,-1 0 0 0 0,0 0 0 0 0,0 1 0 0 0,9 6-1 0 0,0 0 18 0 0,0 0-1 0 0,-1 1 1 0 0,-1 1-1 0 0,22 22 1 0 0,45 61 260 0 0,-48-55-219 0 0,-11-12-6 0 0,-15-17-31 0 0,1-1 0 0 0,1 0 1 0 0,0-1-1 0 0,0 1 0 0 0,0-2 0 0 0,16 12 0 0 0,-23-19 15 0 0,-1 0-29 0 0,1 0 0 0 0,0 0 1 0 0,-1 0-1 0 0,1-1 0 0 0,0 1 0 0 0,0 0 1 0 0,0-1-1 0 0,0 1 0 0 0,0-1 0 0 0,0 0 1 0 0,0 1-1 0 0,0-1 0 0 0,0 0 0 0 0,0 0 1 0 0,0 0-1 0 0,0-1 0 0 0,-1 1 0 0 0,5-1 1 0 0,-5 0-63 0 0,18-6-2143 0 0,-5-1-2934 0 0,-4-1 1796 0 0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17:00.0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33 1000 0 0,'12'-27'16367'0'0,"-10"22"-18477"0"0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17:01.6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209 206 1056 0 0,'0'0'9535'0'0,"0"0"-9519"0"0,0 1 0 0 0,0-1 0 0 0,-1 0 1 0 0,1 1-1 0 0,0-1 0 0 0,0 0 0 0 0,0 1 0 0 0,-1-1 0 0 0,1 0 0 0 0,0 0 1 0 0,0 1-1 0 0,-1-1 0 0 0,1 0 0 0 0,0 0 0 0 0,0 0 0 0 0,-1 1 0 0 0,1-1 0 0 0,0 0 1 0 0,-1 0-1 0 0,1 0 0 0 0,0 0 0 0 0,-1 1 0 0 0,1-1 0 0 0,-23-20 206 0 0,-6-7-136 0 0,28 26-108 0 0,0 0 22 0 0,0 1 0 0 0,1 0-1 0 0,-1-1 1 0 0,0 1-1 0 0,1 0 1 0 0,-1-1 0 0 0,1 1-1 0 0,-1-1 1 0 0,1 1-1 0 0,-1-1 1 0 0,1 0 0 0 0,-1 1-1 0 0,1-1 1 0 0,-1 1-1 0 0,1-1 1 0 0,0 0 0 0 0,0 1-1 0 0,-1-1 1 0 0,1 0-1 0 0,0 1 1 0 0,0-1 0 0 0,0 0-1 0 0,-1 0 1 0 0,1 1-1 0 0,0-1 1 0 0,0 0 0 0 0,0 0-1 0 0,0 1 1 0 0,0-1-1 0 0,1 0 1 0 0,-1 1 0 0 0,0-1-1 0 0,0 0 1 0 0,0 1-1 0 0,1-1 1 0 0,-1 0 0 0 0,0 1-1 0 0,1-1 1 0 0,-1 0-1 0 0,0 1 1 0 0,1-1 0 0 0,-1 0-1 0 0,1 1 1 0 0,0-2-1 0 0,36-11-16 0 0,1 2 0 0 0,0 1 0 0 0,0 1-1 0 0,43-2 1 0 0,55-13 10 0 0,-110 18 9 0 0,-17 5 11 0 0,1-1 1 0 0,0-1-1 0 0,-1 0 1 0 0,16-7-1 0 0,-23 9-24 0 0,-1 1 10 0 0,0 0 1 0 0,0-1-1 0 0,0 1 1 0 0,0-1-1 0 0,0 1 1 0 0,0-1-1 0 0,0 0 0 0 0,0 1 1 0 0,-1-1-1 0 0,1 0 1 0 0,0 0-1 0 0,0 1 0 0 0,-1-1 1 0 0,1 0-1 0 0,0 0 1 0 0,-1 0-1 0 0,1 0 1 0 0,-1 0-1 0 0,1 0 0 0 0,-1 0 1 0 0,0 0-1 0 0,1 0 1 0 0,-1 0-1 0 0,0 0 0 0 0,0 0 1 0 0,1 0-1 0 0,-1 0 1 0 0,0-1-1 0 0,0 1 1 0 0,0 0-1 0 0,-1-2 0 0 0,1 2 25 0 0,-2 3-27 0 0,-1 0 0 0 0,1 1 0 0 0,0-1 0 0 0,0 1 0 0 0,1-1 0 0 0,-1 1 0 0 0,0 0 0 0 0,-1 5 0 0 0,-8 20-2 0 0,2 1 0 0 0,1 0 0 0 0,2 0 0 0 0,-6 52 0 0 0,4 125-47 0 0,7-129 114 0 0,1 32 168 0 0,-2 49-5 0 0,0-127 151 0 0,-2-1 0 0 0,0 1 0 0 0,-10 30 0 0 0,11-50-92 0 0,-1-1 0 0 0,0 0 0 0 0,0 1 0 0 0,-1-1 0 0 0,0-1 1 0 0,-1 1-1 0 0,0-1 0 0 0,-8 11 0 0 0,10-16-174 0 0,0 0 0 0 0,0 0 0 0 0,0-1 1 0 0,-1 1-1 0 0,1-1 0 0 0,-1 0 0 0 0,0 0 0 0 0,0-1 1 0 0,0 1-1 0 0,0-1 0 0 0,0 0 0 0 0,0 0 1 0 0,-1-1-1 0 0,1 1 0 0 0,0-1 0 0 0,-1-1 0 0 0,-10 1 1 0 0,1-1-39 0 0,1-1 0 0 0,0 0 0 0 0,-1-1 0 0 0,1-1 0 0 0,0-1 0 0 0,-16-5 0 0 0,-6-6-38 0 0,-36-21 0 0 0,-11-6-36 0 0,59 29 3 0 0,14 7 7 0 0,7 5-1 0 0,1 0 0 0 0,0-1 0 0 0,-1 1 0 0 0,1-1 0 0 0,0 1-1 0 0,0-1 1 0 0,0 0 0 0 0,0 0 0 0 0,-3-3 0 0 0,4 4-11 0 0,-3-11-20 0 0,4 7-63 0 0,1 1 0 0 0,0 0 0 0 0,0 0 1 0 0,1 0-1 0 0,-1 0 0 0 0,1 0 0 0 0,0 0 0 0 0,0 0 0 0 0,3-3 0 0 0,-1 2-743 0 0,0 0 0 0 0,1 0 0 0 0,-1 1 0 0 0,1 0-1 0 0,0 0 1 0 0,0 0 0 0 0,1 0 0 0 0,-1 1 0 0 0,7-3 0 0 0,0-1-2091 0 0,-2 0-878 0 0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17:01.9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 63 1040 0 0,'-3'0'1446'0'0,"-11"0"1744"0"0,-15 2 718 0 0,26-2-2881 0 0,5-2-1004 0 0,0 1 1 0 0,1 0-1 0 0,-1 0 0 0 0,1 0 1 0 0,-1 0-1 0 0,1 0 1 0 0,-1 0-1 0 0,5 0 0 0 0,-6 1-18 0 0,49-14-34 0 0,84-10 0 0 0,-12 10-6113 0 0,-106 11 3920 0 0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17:02.3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84 27 1264 0 0,'-7'-21'9015'0'0,"4"16"-7888"0"0,1 6-1108 0 0,0 0 0 0 0,1 0 0 0 0,-1 1 0 0 0,1-1 1 0 0,-1 1-1 0 0,1-1 0 0 0,0 1 0 0 0,-1 0 0 0 0,1-1 0 0 0,0 1 0 0 0,0 0 0 0 0,0 0 0 0 0,0 0 0 0 0,1 0 0 0 0,-2 3 0 0 0,-9 41 160 0 0,6-25-91 0 0,-7 33 338 0 0,-8 67 0 0 0,17-96-341 0 0,2-1-1 0 0,1 1 0 0 0,0 0 0 0 0,2-1 1 0 0,6 32-1 0 0,-6-48-18 0 0,0-1 1 0 0,1 1 0 0 0,0 0-1 0 0,0-1 1 0 0,0 1 0 0 0,9 11-1 0 0,-10-16-171 0 0,0 1 1 0 0,1-1-1 0 0,-1 0 0 0 0,1-1 0 0 0,0 1 0 0 0,0 0 1 0 0,0-1-1 0 0,0 0 0 0 0,0 1 0 0 0,1-1 0 0 0,-1-1 1 0 0,1 1-1 0 0,-1 0 0 0 0,1-1 0 0 0,0 0 0 0 0,-1 1 1 0 0,6-1-1 0 0,-4 0-714 0 0,0-1 1 0 0,0 0 0 0 0,0 0 0 0 0,0 0-1 0 0,0-1 1 0 0,6-1 0 0 0,3-5-2966 0 0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17:02.5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 88 1140 0 0,'-35'-87'9015'0'0,"34"86"-8831"0"0,12 21-5791 0 0,-8-11 3279 0 0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17:03.0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1 700 0 0,'1'12'5719'0'0,"1"4"-5081"0"0,0-1-1 0 0,1 0 0 0 0,0 0 1 0 0,12 29-1 0 0,5 25-247 0 0,-15-42-227 0 0,-2 0 1 0 0,2 40-1 0 0,-5-54-36 0 0,-1 0-1 0 0,0-1 1 0 0,0 1 0 0 0,-1-1 0 0 0,-1 0-1 0 0,0 1 1 0 0,-8 18 0 0 0,7-21 580 0 0,3-7-553 0 0,0-1 0 0 0,0 0 0 0 0,0 0 1 0 0,0 0-1 0 0,0 0 0 0 0,0 0 1 0 0,0 0-1 0 0,0 0 0 0 0,-1-1 0 0 0,1 1 1 0 0,-1 0-1 0 0,0-1 0 0 0,-2 3 1 0 0,3-3 99 0 0,-10-10 227 0 0,9 1-456 0 0,1 0 0 0 0,1 0 0 0 0,-1 0 0 0 0,1 0 1 0 0,1 0-1 0 0,-1 1 0 0 0,1-1 0 0 0,1 0 0 0 0,-1 0 0 0 0,1 0 0 0 0,4-8 0 0 0,3-9-51 0 0,1 1-1 0 0,15-25 0 0 0,-12 27 17 0 0,1 1-1 0 0,1 0 0 0 0,1 2 0 0 0,0 0 0 0 0,2 0 0 0 0,0 2 0 0 0,1 0 0 0 0,35-23 0 0 0,-50 37 2 0 0,0 1-1 0 0,0-1 1 0 0,0 1-1 0 0,1 0 0 0 0,-1 0 1 0 0,1 1-1 0 0,-1-1 1 0 0,1 1-1 0 0,-1 0 0 0 0,1 0 1 0 0,0 1-1 0 0,7-1 1 0 0,-9 2 9 0 0,-1-1 1 0 0,1 0-1 0 0,-1 1 0 0 0,1 0 1 0 0,-1 0-1 0 0,0 0 1 0 0,1 0-1 0 0,-1 0 1 0 0,0 0-1 0 0,0 0 1 0 0,0 1-1 0 0,0-1 0 0 0,0 1 1 0 0,0-1-1 0 0,0 1 1 0 0,0 0-1 0 0,0 0 1 0 0,-1 0-1 0 0,3 4 0 0 0,1 1 3 0 0,-1 0 0 0 0,0 0-1 0 0,-1 1 1 0 0,5 11 0 0 0,-4-1 65 0 0,0 0 0 0 0,-1 0 1 0 0,-1 0-1 0 0,-1 1 0 0 0,0-1 0 0 0,-4 29 1 0 0,2-25-1387 0 0,0 0 1 0 0,2 0-1 0 0,5 41 1 0 0,2-44-3027 0 0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17:03.6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251 656 1736 0 0,'2'-9'721'0'0,"-1"1"-1"0"0,0-1 1 0 0,0 1-1 0 0,-1-1 1 0 0,0 1-1 0 0,-1-1 1 0 0,1 1 0 0 0,-2-1-1 0 0,1 1 1 0 0,-4-10-1 0 0,5 17-697 0 0,-1 1 1 0 0,1-1-1 0 0,0 1 0 0 0,-1-1 0 0 0,1 1 1 0 0,-1-1-1 0 0,1 1 0 0 0,0-1 0 0 0,-1 1 1 0 0,1-1-1 0 0,-1 1 0 0 0,0-1 0 0 0,1 1 1 0 0,-1 0-1 0 0,1-1 0 0 0,-1 1 0 0 0,1 0 1 0 0,-1 0-1 0 0,0 0 0 0 0,1-1 0 0 0,-1 1 1 0 0,0 0-1 0 0,1 0 0 0 0,-1 0 0 0 0,0 0 0 0 0,0 0 1 0 0,-16 2 149 0 0,16-2-186 0 0,-3 1 35 0 0,0 0 0 0 0,0 1 0 0 0,0-1 1 0 0,0 1-1 0 0,0 0 0 0 0,0 0 1 0 0,1 1-1 0 0,-1-1 0 0 0,1 1 1 0 0,-4 3-1 0 0,-30 33 115 0 0,32-33-114 0 0,-12 15 55 0 0,0 0-1 0 0,1 2 1 0 0,2 0 0 0 0,-12 25-1 0 0,19-35-59 0 0,2 0-1 0 0,0 0 1 0 0,0 1-1 0 0,1 0 1 0 0,1-1-1 0 0,0 1 1 0 0,1 0-1 0 0,1 0 1 0 0,0 24-1 0 0,1-36 0 0 0,0 1-1 0 0,0 0 1 0 0,0 0-1 0 0,1 0 1 0 0,-1 0-1 0 0,1-1 1 0 0,0 1-1 0 0,0 0 1 0 0,0-1-1 0 0,0 1 0 0 0,1 0 1 0 0,-1-1-1 0 0,1 0 1 0 0,-1 1-1 0 0,1-1 1 0 0,2 3-1 0 0,-2-4-16 0 0,0 0 1 0 0,0 0-1 0 0,-1 0 0 0 0,1 0 1 0 0,0 0-1 0 0,0-1 0 0 0,0 1 0 0 0,0-1 1 0 0,0 1-1 0 0,0-1 0 0 0,0 0 1 0 0,1 0-1 0 0,-1 0 0 0 0,0 0 0 0 0,0 0 1 0 0,0 0-1 0 0,0 0 0 0 0,0-1 1 0 0,0 1-1 0 0,0-1 0 0 0,4-1 0 0 0,2-2-1 0 0,-1 1 0 0 0,1-1 0 0 0,0-1 0 0 0,-1 0 0 0 0,0 0 0 0 0,0 0 0 0 0,-1-1 0 0 0,1 1 0 0 0,-1-2 0 0 0,0 1 0 0 0,-1-1 0 0 0,8-11-1 0 0,1-4-66 0 0,-1 0 0 0 0,18-45 0 0 0,-10 8 68 0 0,-2-1-1 0 0,-3-1 1 0 0,-2 0-1 0 0,-3-1 1 0 0,-3 0-1 0 0,0-86 0 0 0,-10 90 783 0 0,-2 1 0 0 0,-15-76-1 0 0,19 133-776 0 0,0 0 0 0 0,0-1 0 0 0,0 1-1 0 0,1 0 1 0 0,-1-1 0 0 0,0 1 0 0 0,0 0 0 0 0,0-1 0 0 0,0 1-1 0 0,0 0 1 0 0,-1-1 0 0 0,1 1 0 0 0,0 0 0 0 0,0-1-1 0 0,0 1 1 0 0,0 0 0 0 0,0-1 0 0 0,0 1 0 0 0,-1 0-1 0 0,1-1 1 0 0,0 1 0 0 0,0 0 0 0 0,0-1 0 0 0,-1 1-1 0 0,1 0 1 0 0,0 0 0 0 0,0-1 0 0 0,-1 1 0 0 0,1 0-1 0 0,0 0 1 0 0,-1 0 0 0 0,1-1 0 0 0,0 1 0 0 0,0 0-1 0 0,-1 0 1 0 0,1 0 0 0 0,-1 0 0 0 0,1 0 0 0 0,0 0-1 0 0,-1 0 1 0 0,1 0 0 0 0,0 0 0 0 0,-1 0 0 0 0,1 0 0 0 0,0 0-1 0 0,-1 0 1 0 0,1 0 0 0 0,0 0 0 0 0,-1 0 0 0 0,1 0-1 0 0,0 0 1 0 0,-1 0 0 0 0,1 0 0 0 0,0 1 0 0 0,-1-1-1 0 0,1 0 1 0 0,0 0 0 0 0,-1 0 0 0 0,1 1 0 0 0,0-1-1 0 0,0 0 1 0 0,-1 0 0 0 0,1 1 0 0 0,0-1 0 0 0,0 0-1 0 0,-1 1 1 0 0,-12 18 143 0 0,2 15-89 0 0,1 1 0 0 0,2 1 0 0 0,-7 59 0 0 0,5 111 55 0 0,11-150 22 0 0,1 0-1 0 0,15 79 1 0 0,-14-115-302 0 0,2-1 1 0 0,0 1-1 0 0,1-1 0 0 0,1-1 1 0 0,1 1-1 0 0,0-1 0 0 0,2-1 1 0 0,0 1-1 0 0,0-2 1 0 0,19 23-1 0 0,-24-34-526 0 0,0 0 0 0 0,0-1-1 0 0,0 1 1 0 0,1-1 0 0 0,-1 0 0 0 0,1-1 0 0 0,0 1 0 0 0,10 3 0 0 0,3-1-3907 0 0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17:04.2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79 857 392 0 0,'-6'1'730'0'0,"-1"1"0"0"0,1 0 0 0 0,0 1 0 0 0,0-1 0 0 0,0 1 0 0 0,0 0 0 0 0,1 0 0 0 0,-8 7 0 0 0,11-9-627 0 0,1 0-1 0 0,-1 1 0 0 0,1-1 0 0 0,0 1 1 0 0,-1-1-1 0 0,1 1 0 0 0,0 0 0 0 0,0-1 0 0 0,0 1 1 0 0,0 0-1 0 0,1 0 0 0 0,-1 0 0 0 0,0-1 1 0 0,1 1-1 0 0,-1 0 0 0 0,1 0 0 0 0,0 0 0 0 0,-1 0 1 0 0,1 0-1 0 0,0 0 0 0 0,0 0 0 0 0,1 0 1 0 0,-1 0-1 0 0,0 0 0 0 0,1 0 0 0 0,-1 0 0 0 0,1 0 1 0 0,-1 0-1 0 0,1-1 0 0 0,0 1 0 0 0,1 2 1 0 0,-1-3-66 0 0,-1 0 1 0 0,1 0-1 0 0,-1-1 1 0 0,1 1-1 0 0,-1 0 1 0 0,1 0 0 0 0,0-1-1 0 0,0 1 1 0 0,-1 0-1 0 0,1-1 1 0 0,0 1-1 0 0,0-1 1 0 0,0 1-1 0 0,0-1 1 0 0,-1 1 0 0 0,1-1-1 0 0,0 0 1 0 0,0 1-1 0 0,0-1 1 0 0,0 0-1 0 0,0 0 1 0 0,0 0-1 0 0,2 1 1 0 0,0-1-6 0 0,0-1 1 0 0,1 1-1 0 0,-1-1 0 0 0,1 1 1 0 0,-1-1-1 0 0,0 0 1 0 0,4-1-1 0 0,5-3-15 0 0,-1-1 0 0 0,18-10 1 0 0,-9 1-38 0 0,0 0-1 0 0,-2-1 1 0 0,0 0 0 0 0,0-2 0 0 0,-2 0 0 0 0,0-1-1 0 0,-1-1 1 0 0,-1 0 0 0 0,-1-1 0 0 0,-1 0 0 0 0,11-25 0 0 0,0-9-157 0 0,-3-1 0 0 0,-2 0 0 0 0,16-87 0 0 0,-9-33 90 0 0,-23 143 53 0 0,-1 1 1 0 0,-2-1 0 0 0,-6-46 0 0 0,7 78 30 0 0,0 0 1 0 0,0 0 0 0 0,0 0-1 0 0,-1 0 1 0 0,1 1 0 0 0,0-1-1 0 0,0 0 1 0 0,0 0-1 0 0,-1 0 1 0 0,1 1 0 0 0,-1-1-1 0 0,1 0 1 0 0,0 1 0 0 0,-1-1-1 0 0,1 0 1 0 0,-1 1 0 0 0,0-1-1 0 0,1 0 1 0 0,-1 1 0 0 0,0-2-1 0 0,0 2 2 0 0,0 0 0 0 0,1 0 0 0 0,-1 0 0 0 0,1 0 0 0 0,-1 0-1 0 0,1 0 1 0 0,-1 0 0 0 0,1 0 0 0 0,-1 1 0 0 0,0-1 0 0 0,1 0-1 0 0,-1 0 1 0 0,1 0 0 0 0,-1 1 0 0 0,1-1 0 0 0,-1 0 0 0 0,1 0 0 0 0,0 1-1 0 0,-1-1 1 0 0,1 1 0 0 0,-1-1 0 0 0,0 1 0 0 0,-2 2-9 0 0,0 0 1 0 0,1 1-1 0 0,-1-1 1 0 0,1 1-1 0 0,-1 0 0 0 0,-1 5 1 0 0,-12 32-22 0 0,2 0 1 0 0,-12 57 0 0 0,-7 90 70 0 0,23-124-10 0 0,3-19 88 0 0,-1 90 0 0 0,8-113-47 0 0,1 1-1 0 0,2-1 1 0 0,0 0 0 0 0,1 0-1 0 0,15 43 1 0 0,-18-61-109 0 0,1 0 0 0 0,0 1 0 0 0,0-1 0 0 0,1 0 0 0 0,-1 0 0 0 0,1-1-1 0 0,0 1 1 0 0,-1 0 0 0 0,2-1 0 0 0,-1 0 0 0 0,0 0 0 0 0,1 0 0 0 0,-1 0 0 0 0,1 0 0 0 0,0-1 0 0 0,0 1 0 0 0,0-1 0 0 0,0 0 0 0 0,7 2 0 0 0,-7-3-344 0 0,1 0 1 0 0,-1-1-1 0 0,1 1 0 0 0,0-1 1 0 0,-1 1-1 0 0,1-2 0 0 0,0 1 1 0 0,-1 0-1 0 0,1-1 0 0 0,-1 0 1 0 0,1 0-1 0 0,6-2 0 0 0,7-5-2263 0 0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17:05.0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51 154 828 0 0,'0'-33'2138'0'0,"1"8"-107"0"0,-1 1-1 0 0,-6-40 0 0 0,6 64-2010 0 0,0-1 0 0 0,0 1 0 0 0,0 0 1 0 0,0-1-1 0 0,0 1 0 0 0,0 0 0 0 0,0 0 1 0 0,0-1-1 0 0,0 1 0 0 0,0 0 0 0 0,0-1 0 0 0,0 1 1 0 0,0 0-1 0 0,0 0 0 0 0,0-1 0 0 0,-1 1 1 0 0,1 0-1 0 0,0 0 0 0 0,0-1 0 0 0,0 1 0 0 0,0 0 1 0 0,-1 0-1 0 0,1 0 0 0 0,0-1 0 0 0,0 1 1 0 0,-1 0-1 0 0,1 0 0 0 0,0 0 0 0 0,0 0 0 0 0,-1-1 1 0 0,1 1-1 0 0,-1 0 0 0 0,-4 8 161 0 0,-3 15-115 0 0,-2 22 147 0 0,3 0 0 0 0,1 0 0 0 0,1 68 0 0 0,19 136 492 0 0,13-40-302 0 0,-27-199-252 0 0,0-6-10 0 0,1 0-1 0 0,-1-1 1 0 0,1 1-1 0 0,0-1 1 0 0,-1 1-1 0 0,3 3 1 0 0,-2-5 30 0 0,20-26 167 0 0,-17 18-343 0 0,83-122-82 0 0,-68 103 39 0 0,1 1 0 0 0,44-40 0 0 0,-60 60 35 0 0,0 1 1 0 0,0-1 0 0 0,1 1 0 0 0,0 0 0 0 0,-1 0 0 0 0,1 1 0 0 0,0 0 0 0 0,0 0 0 0 0,1 0-1 0 0,-1 0 1 0 0,0 1 0 0 0,1-1 0 0 0,-1 1 0 0 0,11 0 0 0 0,-13 1 12 0 0,1 1-1 0 0,0-1 1 0 0,-1 1 0 0 0,1 0 0 0 0,-1 0-1 0 0,1 0 1 0 0,-1 1 0 0 0,0-1 0 0 0,1 1 0 0 0,-1 0-1 0 0,0 0 1 0 0,0 0 0 0 0,0 0 0 0 0,0 0-1 0 0,0 1 1 0 0,-1-1 0 0 0,1 1 0 0 0,-1 0-1 0 0,0 0 1 0 0,0 0 0 0 0,0 0 0 0 0,0 0-1 0 0,2 4 1 0 0,3 10 46 0 0,0 1 0 0 0,-1 0 0 0 0,-1 0 0 0 0,0 0 0 0 0,3 37-1 0 0,-5-33-4 0 0,0 0 0 0 0,2-1-1 0 0,10 30 1 0 0,-15-50-32 0 0,1 1 0 0 0,0 0 0 0 0,0 0 0 0 0,0 0 0 0 0,-1 0 0 0 0,2-1 1 0 0,-1 1-1 0 0,0 0 0 0 0,0-1 0 0 0,1 1 0 0 0,-1-1 0 0 0,0 1 0 0 0,1-1 1 0 0,0 0-1 0 0,-1 0 0 0 0,1 0 0 0 0,0 0 0 0 0,-1 0 0 0 0,4 1 0 0 0,-2-1-5 0 0,-1-1 0 0 0,1 0 0 0 0,-1 1 0 0 0,1-1 0 0 0,0-1 0 0 0,-1 1 0 0 0,1 0 0 0 0,0-1-1 0 0,-1 1 1 0 0,1-1 0 0 0,-1 0 0 0 0,1 0 0 0 0,4-2 0 0 0,9-5-9 0 0,-1-1 0 0 0,0-1 1 0 0,0 0-1 0 0,-1-1 0 0 0,0 0 1 0 0,-1-1-1 0 0,0-1 0 0 0,17-21 0 0 0,-8 5-29 0 0,0-2-1 0 0,-2-1 1 0 0,17-35-1 0 0,-25 43 5 0 0,10-34-1 0 0,-18 49 22 0 0,-2 0-1 0 0,1-1 1 0 0,-1 1-1 0 0,-1-1 0 0 0,0 0 1 0 0,0-19-1 0 0,-1 28 7 0 0,0 0 0 0 0,0 0-1 0 0,0-1 1 0 0,0 1 0 0 0,0 0 0 0 0,-1 0-1 0 0,1 0 1 0 0,0-1 0 0 0,-1 1 0 0 0,1 0-1 0 0,0 0 1 0 0,-1 0 0 0 0,0 0 0 0 0,1 0-1 0 0,-1 0 1 0 0,1 0 0 0 0,-1 0 0 0 0,0 0-1 0 0,0 0 1 0 0,0 0 0 0 0,-1 0 0 0 0,1 0 1 0 0,0 1 0 0 0,0 0 0 0 0,0 0 0 0 0,1 0 0 0 0,-1 0 0 0 0,0 0 0 0 0,0 0 0 0 0,0 0 0 0 0,0 0 0 0 0,0 1 0 0 0,0-1 0 0 0,0 0 0 0 0,1 0 0 0 0,-1 1 0 0 0,0-1 0 0 0,0 1 0 0 0,0-1 0 0 0,1 1 0 0 0,-1-1 0 0 0,0 1 0 0 0,0 0 0 0 0,-5 4-1 0 0,0 0 0 0 0,1 1 0 0 0,0-1 0 0 0,0 1 0 0 0,-4 8 0 0 0,3-4 11 0 0,0 0 0 0 0,2 1 0 0 0,-1-1 0 0 0,1 1 0 0 0,1 0 0 0 0,0 1 1 0 0,0-1-1 0 0,-1 18 0 0 0,3-20 24 0 0,0 1 1 0 0,1-1 0 0 0,0 1 0 0 0,1 0-1 0 0,0-1 1 0 0,1 1 0 0 0,0-1-1 0 0,0 1 1 0 0,1-1 0 0 0,6 15 0 0 0,-7-20-45 0 0,0 0 0 0 0,0 0 0 0 0,1 0 0 0 0,0-1 0 0 0,0 1 0 0 0,0 0-1 0 0,0-1 1 0 0,0 0 0 0 0,0 0 0 0 0,1 0 0 0 0,0 0 0 0 0,-1-1 0 0 0,1 1 0 0 0,0-1 0 0 0,0 0 0 0 0,1 0 0 0 0,-1 0 0 0 0,0-1 0 0 0,1 0 0 0 0,-1 1 0 0 0,1-2 0 0 0,-1 1 0 0 0,1 0 0 0 0,5-1 0 0 0,2 0-977 0 0,1-1-1 0 0,-1-1 1 0 0,0 0 0 0 0,1 0-1 0 0,-1-2 1 0 0,0 1 0 0 0,21-11-1 0 0,-8 3-2207 0 0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17:05.2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204 121 2120 0 0,'-200'28'11150'0'0,"196"-28"-10380"0"0,6-2-609 0 0,2-2-122 0 0,1 1 0 0 0,-1-1-1 0 0,1 1 1 0 0,0 0 0 0 0,-1 0 0 0 0,1 1-1 0 0,0-1 1 0 0,9-2 0 0 0,52-14 66 0 0,-39 11-119 0 0,165-40-2704 0 0,-60 16-3307 0 0,-93 22 2531 0 0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17:06.0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321 139 652 0 0,'3'-5'1153'0'0,"1"0"1"0"0,-1 0-1 0 0,0 0 1 0 0,0-1-1 0 0,0 1 1 0 0,1-8-1 0 0,-2 9-779 0 0,-1-1 0 0 0,0 1 0 0 0,0-1 0 0 0,0 1 0 0 0,-1-1 0 0 0,0 1 0 0 0,1-1 0 0 0,-2 0 0 0 0,1 1-1 0 0,0-1 1 0 0,-1 0 0 0 0,0 1 0 0 0,-2-6 0 0 0,3 8-335 0 0,-1 1 0 0 0,0-1 1 0 0,0 1-1 0 0,0-1 0 0 0,0 1 0 0 0,0-1 0 0 0,0 1 0 0 0,0 0 0 0 0,0-1 0 0 0,-1 1 0 0 0,1 0 0 0 0,-1 0 1 0 0,1 0-1 0 0,-1 0 0 0 0,1 0 0 0 0,-1 0 0 0 0,1 0 0 0 0,-1 1 0 0 0,0-1 0 0 0,1 1 0 0 0,-1-1 0 0 0,0 1 1 0 0,1-1-1 0 0,-1 1 0 0 0,0 0 0 0 0,0 0 0 0 0,0 0 0 0 0,1 0 0 0 0,-1 0 0 0 0,-2 1 0 0 0,-3 0-14 0 0,0 0 0 0 0,0 1-1 0 0,0 0 1 0 0,0 0 0 0 0,-11 6-1 0 0,2 1-1 0 0,0 0-1 0 0,1 1 0 0 0,1 1 1 0 0,-1 0-1 0 0,2 1 0 0 0,-1 0 1 0 0,2 1-1 0 0,0 1 0 0 0,-18 26 1 0 0,17-21 1 0 0,2 0 1 0 0,0 1-1 0 0,0 1 0 0 0,2 0 1 0 0,1 0-1 0 0,1 1 1 0 0,-7 29-1 0 0,13-41-4 0 0,-1-1-1 0 0,1 0 1 0 0,1 1 0 0 0,0-1-1 0 0,0 1 1 0 0,2 10 0 0 0,-2-17-9 0 0,1 0 1 0 0,-1 0-1 0 0,1-1 1 0 0,0 1-1 0 0,0 0 1 0 0,0 0-1 0 0,0-1 1 0 0,1 1-1 0 0,-1-1 1 0 0,1 1-1 0 0,-1-1 1 0 0,1 1-1 0 0,0-1 0 0 0,0 0 1 0 0,0 0-1 0 0,0 0 1 0 0,0 0-1 0 0,0 0 1 0 0,1 0-1 0 0,-1-1 1 0 0,1 1-1 0 0,-1-1 1 0 0,5 2-1 0 0,-1-1-6 0 0,0-1 0 0 0,0 0 0 0 0,1-1 0 0 0,-1 1-1 0 0,0-1 1 0 0,0 0 0 0 0,0-1 0 0 0,0 1 0 0 0,0-1-1 0 0,1 0 1 0 0,-1-1 0 0 0,-1 0 0 0 0,1 0 0 0 0,0 0-1 0 0,0 0 1 0 0,-1-1 0 0 0,1 0 0 0 0,-1 0-1 0 0,9-7 1 0 0,1-2-16 0 0,0 0-1 0 0,-1-1 0 0 0,-1-1 0 0 0,0 0 1 0 0,13-19-1 0 0,-8 4-11 0 0,0-1 0 0 0,-2 0 0 0 0,24-64 0 0 0,6-12-103 0 0,-44 99 91 0 0,5-8-88 0 0,-2 13 76 0 0,1 10 34 0 0,0 11 32 0 0,0 0 0 0 0,-1 1 0 0 0,-2 0-1 0 0,3 31 1 0 0,-3-25 36 0 0,1 0 1 0 0,9 33-1 0 0,-12-54-71 0 0,2 5-73 0 0,1 0 0 0 0,0 1 0 0 0,0-1 0 0 0,9 15-1 0 0,-11-23-224 0 0,0 1 1 0 0,0 0-1 0 0,1 0 0 0 0,-1-1 0 0 0,1 0 0 0 0,-1 1 0 0 0,6 2 1 0 0,-5-3-273 0 0,0-1 1 0 0,0 1-1 0 0,0-1 0 0 0,0 0 1 0 0,0 0-1 0 0,0 0 1 0 0,0 0-1 0 0,0-1 1 0 0,6 1-1 0 0,7-1-4185 0 0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17:06.7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363 608 556 0 0,'1'-3'2057'0'0,"0"-1"-1461"0"0,1-1 1 0 0,-1 1 0 0 0,0-1-1 0 0,0 0 1 0 0,0 1-1 0 0,-1-1 1 0 0,1 0-1 0 0,-1 0 1 0 0,0 1-1 0 0,-1-1 1 0 0,1 0-1 0 0,-1 0 1 0 0,0 1 0 0 0,-3-8-1 0 0,4 11-551 0 0,-1 0 1 0 0,0 0-1 0 0,0 0 0 0 0,0 0 0 0 0,0 0 1 0 0,-1 0-1 0 0,1 0 0 0 0,0 0 1 0 0,0 1-1 0 0,0-1 0 0 0,-1 0 1 0 0,1 1-1 0 0,0-1 0 0 0,-1 1 0 0 0,1-1 1 0 0,0 1-1 0 0,-1 0 0 0 0,-1 0 1 0 0,-24-2 281 0 0,18 3-283 0 0,-1 1-1 0 0,1-1 1 0 0,0 2 0 0 0,-1-1-1 0 0,1 1 1 0 0,0 1-1 0 0,1 0 1 0 0,-1 0 0 0 0,1 0-1 0 0,-10 8 1 0 0,-7 6 54 0 0,-39 36 0 0 0,51-41-61 0 0,1 0 1 0 0,0 0 0 0 0,0 2 0 0 0,2-1-1 0 0,-15 26 1 0 0,20-31-2 0 0,0 1-1 0 0,1-1 1 0 0,0 1 0 0 0,1 0-1 0 0,0 0 1 0 0,0 1 0 0 0,1-1-1 0 0,0 0 1 0 0,1 1 0 0 0,0 19-1 0 0,2-27-19 0 0,-1-1 0 0 0,0 1-1 0 0,0-1 1 0 0,1 0 0 0 0,0 1-1 0 0,-1-1 1 0 0,1 0 0 0 0,0 1-1 0 0,0-1 1 0 0,0 0 0 0 0,0 0-1 0 0,1 0 1 0 0,-1 0 0 0 0,0 0-1 0 0,1 0 1 0 0,0 0 0 0 0,-1 0-1 0 0,1-1 1 0 0,2 3 0 0 0,-1-3-9 0 0,-1 1 0 0 0,1-1 0 0 0,-1 0 0 0 0,1 1 1 0 0,0-1-1 0 0,0 0 0 0 0,0-1 0 0 0,0 1 0 0 0,-1 0 0 0 0,1-1 1 0 0,0 0-1 0 0,0 0 0 0 0,0 0 0 0 0,0 0 0 0 0,0 0 1 0 0,0 0-1 0 0,0-1 0 0 0,0 1 0 0 0,0-1 0 0 0,0 0 0 0 0,5-2 1 0 0,-2 1-4 0 0,6-3-11 0 0,-1 0-1 0 0,0-1 0 0 0,0-1 0 0 0,-1 1 1 0 0,0-1-1 0 0,0-1 0 0 0,0 0 0 0 0,-1-1 1 0 0,0 1-1 0 0,-1-2 0 0 0,0 1 0 0 0,0-1 1 0 0,7-14-1 0 0,6-12-28 0 0,-1-1 0 0 0,23-63 0 0 0,-18 29 44 0 0,-3 0 0 0 0,-3-2 1 0 0,-3 0-1 0 0,-4-1 0 0 0,5-98 1 0 0,-13 91 1022 0 0,-18 95-896 0 0,9 0-107 0 0,1 0 1 0 0,0 1-1 0 0,1-1 1 0 0,-3 22-1 0 0,1 64 106 0 0,3-48 2 0 0,0 23 142 0 0,2-1-1 0 0,4 1 0 0 0,18 98 0 0 0,-20-163-293 0 0,17 75 369 0 0,-16-77-414 0 0,-1-1 0 0 0,1 1-1 0 0,0-1 1 0 0,0 0 0 0 0,1 0 0 0 0,0-1 0 0 0,0 1-1 0 0,10 10 1 0 0,-12-16-152 0 0,0 1 0 0 0,0 0 0 0 0,0-1 0 0 0,0 1 0 0 0,1-1 0 0 0,-1 0 0 0 0,1 0 0 0 0,-1 0 0 0 0,1 0 0 0 0,-1 0 0 0 0,1-1 0 0 0,-1 1 0 0 0,1-1 0 0 0,0 1-1 0 0,-1-1 1 0 0,1 0 0 0 0,0 0 0 0 0,-1 0 0 0 0,1-1 0 0 0,4 0 0 0 0,0-1-699 0 0,1 0-1 0 0,-1 0 1 0 0,0 0-1 0 0,0-1 1 0 0,0-1-1 0 0,7-3 1 0 0,3-5-2649 0 0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17:07.0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364 123 268 0 0,'8'-21'4512'0'0,"-1"-1"0"0"0,0 1-1 0 0,5-38 1 0 0,-23 107-2050 0 0,-9 84 0 0 0,7-38-1517 0 0,-21 184 1437 0 0,4-19-1164 0 0,28-248-1152 0 0,-6 42 744 0 0,-27 95-1 0 0,34-146-761 0 0,0 0 0 0 0,0 0 0 0 0,1 0-1 0 0,-1 0 1 0 0,-1 0 0 0 0,1 0 0 0 0,0 0 0 0 0,0 0 0 0 0,-1-1 0 0 0,1 1 0 0 0,-1-1 0 0 0,1 1 0 0 0,-1-1 0 0 0,0 1 0 0 0,1-1 0 0 0,-1 0 0 0 0,0 0 0 0 0,0 0 0 0 0,0 0-1 0 0,0 0 1 0 0,0 0 0 0 0,0 0 0 0 0,0-1 0 0 0,-1 1 0 0 0,1-1 0 0 0,0 1 0 0 0,0-1 0 0 0,0 0 0 0 0,-4 0 0 0 0,0-1-106 0 0,0-1 1 0 0,0 1-1 0 0,0-1 1 0 0,0 0-1 0 0,0 0 1 0 0,0-1-1 0 0,1 0 1 0 0,-1 0-1 0 0,1 0 1 0 0,0-1-1 0 0,0 0 1 0 0,-6-5-1 0 0,3 1-402 0 0,1-1 0 0 0,0 0-1 0 0,0 0 1 0 0,1 0-1 0 0,0-1 1 0 0,-7-13-1 0 0,3-2-1317 0 0,1 0-1 0 0,0 0 1 0 0,2-1-1 0 0,1 0 1 0 0,-3-31-1 0 0,3 6-3713 0 0,4-1-2877 0 0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17:07.2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0 105 1364 0 0,'2'-15'1924'0'0,"-2"3"-368"0"0,2 0-371 0 0,-2 2 531 0 0,0-7-648 0 0,1 4-388 0 0,3 1-564 0 0,3 3-828 0 0,1 4-2757 0 0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17:08.0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 47 52 0 0,'10'-39'10922'0'0,"-10"31"-10648"0"0,0 13-5 0 0,-1 9-158 0 0,-11 48 20 0 0,6-31 5 0 0,1-1 0 0 0,-2 55 0 0 0,7-77-111 0 0,0-1-1 0 0,0 1 1 0 0,1 0 0 0 0,0-1-1 0 0,1 1 1 0 0,0-1 0 0 0,0 1-1 0 0,0-1 1 0 0,1 0 0 0 0,0 0-1 0 0,1 0 1 0 0,-1 0 0 0 0,1-1-1 0 0,1 1 1 0 0,-1-1 0 0 0,7 6-1 0 0,-4-6 0 0 0,0 0-1 0 0,0-1 1 0 0,1 0-1 0 0,-1-1 1 0 0,1 1-1 0 0,1-1 0 0 0,-1-1 1 0 0,0 0-1 0 0,1 0 1 0 0,0-1-1 0 0,-1 0 0 0 0,1 0 1 0 0,0-1-1 0 0,12 1 1 0 0,-8-2-13 0 0,0 0 0 0 0,0 0 0 0 0,-1-1 0 0 0,1-1 0 0 0,0 0 0 0 0,-1-1 0 0 0,0 0 0 0 0,1-1 0 0 0,16-8 1 0 0,-20 7 12 0 0,-1 0 1 0 0,0-1-1 0 0,-1 0 1 0 0,0 0-1 0 0,0-1 1 0 0,0 0 0 0 0,0 0-1 0 0,-1-1 1 0 0,-1 0-1 0 0,1 0 1 0 0,-1 0-1 0 0,-1-1 1 0 0,1 0 0 0 0,-1 1-1 0 0,-1-2 1 0 0,0 1-1 0 0,0 0 1 0 0,-1 0-1 0 0,0-1 1 0 0,1-14 0 0 0,-2 16 2 0 0,-1 0 0 0 0,0 0 0 0 0,-1-1 0 0 0,1 1 0 0 0,-1 0 0 0 0,-1 0 0 0 0,0 0 0 0 0,0 0 0 0 0,0 1 0 0 0,-1-1 0 0 0,-4-7 0 0 0,4 9-22 0 0,0 1-1 0 0,-1 0 0 0 0,1 0 0 0 0,-1 0 0 0 0,0 0 1 0 0,-1 1-1 0 0,1 0 0 0 0,-1 0 0 0 0,0 0 0 0 0,0 0 1 0 0,0 1-1 0 0,0-1 0 0 0,-1 2 0 0 0,0-1 0 0 0,-8-3 1 0 0,4 4-8 0 0,1 0 1 0 0,-1 0-1 0 0,1 1 0 0 0,-1 0 1 0 0,0 1-1 0 0,0 0 1 0 0,1 0-1 0 0,-1 1 1 0 0,1 1-1 0 0,-1 0 1 0 0,1 0-1 0 0,-1 0 1 0 0,1 1-1 0 0,0 1 1 0 0,0 0-1 0 0,0 0 0 0 0,1 0 1 0 0,-1 1-1 0 0,1 1 1 0 0,0-1-1 0 0,1 1 1 0 0,-1 1-1 0 0,1-1 1 0 0,1 1-1 0 0,-1 0 1 0 0,1 1-1 0 0,0 0 1 0 0,1 0-1 0 0,-1 0 0 0 0,-4 12 1 0 0,9-17-6 0 0,0-1-1 0 0,0 0 1 0 0,1 0 0 0 0,-1 0 0 0 0,1 0-1 0 0,-1 0 1 0 0,1 1 0 0 0,0-1 0 0 0,0 0-1 0 0,0 0 1 0 0,0 1 0 0 0,0-1 0 0 0,0 0-1 0 0,1 0 1 0 0,-1 1 0 0 0,1-1 0 0 0,0 0-1 0 0,-1 0 1 0 0,1 0 0 0 0,0 0 0 0 0,2 2-1 0 0,-1-1-84 0 0,1 0-1 0 0,-1 0 1 0 0,1 0-1 0 0,0-1 0 0 0,0 0 1 0 0,0 1-1 0 0,0-1 0 0 0,0 0 1 0 0,1-1-1 0 0,-1 1 0 0 0,6 2 1 0 0,7 0-741 0 0,-1 0 1 0 0,1 0-1 0 0,0-1 1 0 0,25 1-1 0 0,-14-4-1778 0 0,2-3-777 0 0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17:08.4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80 1628 0 0,'25'-71'13597'0'0,"-23"62"-12611"0"0,-12 56-692 0 0,0-2-23 0 0,-7 83 1 0 0,16-115-241 0 0,0 4 29 0 0,0 0 0 0 0,1 1 0 0 0,1-1 1 0 0,0 0-1 0 0,1 0 0 0 0,6 22 0 0 0,-8-38-81 0 0,1 1 0 0 0,-1-1-1 0 0,1 0 1 0 0,-1 0-1 0 0,1 0 1 0 0,-1 1 0 0 0,1-1-1 0 0,0 0 1 0 0,-1 0 0 0 0,1 0-1 0 0,0 0 1 0 0,0 0 0 0 0,0 0-1 0 0,0 0 1 0 0,0-1 0 0 0,0 1-1 0 0,0 0 1 0 0,0 0-1 0 0,0-1 1 0 0,0 1 0 0 0,0-1-1 0 0,1 1 1 0 0,-1-1 0 0 0,0 1-1 0 0,0-1 1 0 0,1 0 0 0 0,-1 1-1 0 0,0-1 1 0 0,0 0 0 0 0,1 0-1 0 0,-1 0 1 0 0,0 0-1 0 0,1 0 1 0 0,-1-1 0 0 0,0 1-1 0 0,0 0 1 0 0,1 0 0 0 0,-1-1-1 0 0,0 1 1 0 0,0-1 0 0 0,0 1-1 0 0,1-1 1 0 0,1-1 0 0 0,3-1-738 0 0,1-1 1 0 0,-1-1 0 0 0,0 1 0 0 0,0-1-1 0 0,-1 0 1 0 0,8-8 0 0 0,2-5-2882 0 0,0-5-1569 0 0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17:08.5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 47 1308 0 0,'-3'-5'788'0'0,"0"0"0"0"0,0 0 0 0 0,-1 0 0 0 0,1 1-1 0 0,-1-1 1 0 0,0 1 0 0 0,-1 0 0 0 0,-5-5 0 0 0,8 8-374 0 0,2 1-412 0 0,-1 0 1 0 0,1 0-1 0 0,-1 0 0 0 0,1 0 1 0 0,-1 0-1 0 0,1 1 0 0 0,-1-1 1 0 0,1 0-1 0 0,-1 0 1 0 0,1 0-1 0 0,-1 1 0 0 0,1-1 1 0 0,-1 0-1 0 0,1 0 0 0 0,-1 1 1 0 0,1-1-1 0 0,0 0 1 0 0,-1 1-1 0 0,1-1 0 0 0,0 1 1 0 0,-1-1-1 0 0,1 0 0 0 0,0 1 1 0 0,-1-1-1 0 0,1 1 1 0 0,0-1-1 0 0,0 1 0 0 0,-1 0 1 0 0,0 21-734 0 0,9 18-3209 0 0,-6-28 2133 0 0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17:09.1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54 244 0 0,'10'20'4975'0'0,"9"13"-2788"0"0,-7-14-1560 0 0,-1 0 1 0 0,-1 1-1 0 0,10 26 0 0 0,-18-39-497 0 0,0 0 1 0 0,0 0-1 0 0,-1 0 0 0 0,0 0 0 0 0,0 0 0 0 0,-1 0 0 0 0,0 0 1 0 0,0 0-1 0 0,0 1 0 0 0,-1-1 0 0 0,0 0 0 0 0,-1 0 0 0 0,0 0 1 0 0,-3 10-1 0 0,-16 22 1863 0 0,20-38-1557 0 0,-14-4-67 0 0,14-2-348 0 0,-1 0 0 0 0,1-1 0 0 0,0 1 0 0 0,0-1 0 0 0,0 1 0 0 0,1 0 1 0 0,0-1-1 0 0,0 1 0 0 0,0-1 0 0 0,1 1 0 0 0,0-1 0 0 0,0 1 0 0 0,3-10 0 0 0,3-7-33 0 0,19-41 0 0 0,-16 45-2 0 0,0 0 0 0 0,1 0 0 0 0,1 1-1 0 0,0 1 1 0 0,1 0 0 0 0,1 0 0 0 0,0 1 0 0 0,2 1 0 0 0,18-14 0 0 0,-34 28 14 0 0,3-2-2 0 0,0 0 0 0 0,0 0 0 0 0,-1 0 0 0 0,1 1 0 0 0,0-1 0 0 0,0 1 0 0 0,0 0 0 0 0,5-2 0 0 0,-5 3 1 0 0,-1-1 0 0 0,0 1 0 0 0,0 0 0 0 0,0-1 0 0 0,0 1 0 0 0,0 0 0 0 0,0 0 0 0 0,0 0 0 0 0,0 1 0 0 0,0-1 0 0 0,0 0 0 0 0,0 1 0 0 0,0-1 0 0 0,0 1 0 0 0,0 0 0 0 0,0 0 0 0 0,0 0 0 0 0,0 0 0 0 0,0 0 0 0 0,0 0 0 0 0,-1 0 1 0 0,1 0-1 0 0,-1 1 0 0 0,1-1 0 0 0,-1 1 0 0 0,1-1 0 0 0,-1 1 0 0 0,0 0 0 0 0,1-1 0 0 0,-1 1 0 0 0,1 3 0 0 0,1 2 5 0 0,0 1 0 0 0,-1-1 0 0 0,0 1-1 0 0,0-1 1 0 0,1 16 0 0 0,-3-19-1 0 0,4 109 146 0 0,-1-19-798 0 0,-3-92 514 0 0,0-1-1 0 0,0 1 1 0 0,1-1-1 0 0,-1 1 1 0 0,0 0-1 0 0,1-1 0 0 0,0 1 1 0 0,-1-1-1 0 0,1 1 1 0 0,0-1-1 0 0,0 0 1 0 0,-1 1-1 0 0,1-1 1 0 0,0 0-1 0 0,2 2 1 0 0,-2-2-159 0 0,-1-1 1 0 0,1 1 0 0 0,0-1-1 0 0,0 1 1 0 0,0-1 0 0 0,0 0-1 0 0,0 1 1 0 0,-1-1 0 0 0,1 0 0 0 0,0 1-1 0 0,0-1 1 0 0,0 0 0 0 0,0 0-1 0 0,0 0 1 0 0,0 0 0 0 0,0 0 0 0 0,0 0-1 0 0,1 0 1 0 0,16-3-3835 0 0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17:09.4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123 121 1436 0 0,'-12'-120'11411'0'0,"-1"134"-11009"0"0,-3 33 753 0 0,3 1 1 0 0,-10 67 0 0 0,-3 102 381 0 0,18-135-1152 0 0,-3 59 9 0 0,10-113-294 0 0,2 0 0 0 0,1 0 0 0 0,6 29 0 0 0,-8-56-168 0 0,0 1 0 0 0,0 0-1 0 0,1 0 1 0 0,-1 0 0 0 0,1 0-1 0 0,-1 0 1 0 0,1-1-1 0 0,0 1 1 0 0,-1 0 0 0 0,1 0-1 0 0,0-1 1 0 0,0 1-1 0 0,0-1 1 0 0,1 1 0 0 0,-1-1-1 0 0,0 1 1 0 0,0-1 0 0 0,1 0-1 0 0,-1 1 1 0 0,1-1-1 0 0,-1 0 1 0 0,1 0 0 0 0,0 0-1 0 0,-1 0 1 0 0,1-1-1 0 0,0 1 1 0 0,0 0 0 0 0,0-1-1 0 0,-1 1 1 0 0,1-1 0 0 0,0 1-1 0 0,0-1 1 0 0,0 0-1 0 0,0 0 1 0 0,0 0 0 0 0,0 0-1 0 0,0 0 1 0 0,-1 0 0 0 0,1-1-1 0 0,0 1 1 0 0,0-1-1 0 0,0 1 1 0 0,0-1 0 0 0,-1 0-1 0 0,3-1 1 0 0,7-2-1543 0 0,-1-1-1 0 0,0 0 1 0 0,-1-1 0 0 0,12-7 0 0 0,1-4-4216 0 0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17:09.6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135 119 96 0 0,'-132'-15'14292'0'0,"130"15"-13458"0"0,2-1-818 0 0,0 0 0 0 0,1 1 0 0 0,-1-1 0 0 0,0 0 1 0 0,1 1-1 0 0,-1-1 0 0 0,1 1 0 0 0,-1-1 0 0 0,0 0 0 0 0,1 1 0 0 0,-1-1 0 0 0,1 1 0 0 0,0-1 0 0 0,-1 1 0 0 0,1-1 1 0 0,-1 1-1 0 0,1 0 0 0 0,0-1 0 0 0,-1 1 0 0 0,1 0 0 0 0,0-1 0 0 0,0 1 0 0 0,21-7 93 0 0,-18 6-57 0 0,152-36-226 0 0,-60 16-2224 0 0,-66 14 1007 0 0,27-6-4876 0 0,-42 7 3148 0 0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17:10.8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290 228 76 0 0,'4'-12'1965'0'0,"0"0"0"0"0,-1-1 1 0 0,0 0-1 0 0,-1 1 0 0 0,1-24 0 0 0,-3 36-1929 0 0,0-1 0 0 0,-1 0 1 0 0,1 1-1 0 0,0-1 0 0 0,0 1 0 0 0,0-1 0 0 0,0 0 0 0 0,0 1 1 0 0,-1-1-1 0 0,1 1 0 0 0,0-1 0 0 0,0 1 0 0 0,-1-1 1 0 0,1 0-1 0 0,0 1 0 0 0,-1-1 0 0 0,1 1 0 0 0,-1 0 0 0 0,1-1 1 0 0,-1 1-1 0 0,1-1 0 0 0,-1 1 0 0 0,1 0 0 0 0,-1-1 0 0 0,1 1 1 0 0,-1 0-1 0 0,1-1 0 0 0,-1 1 0 0 0,0 0 0 0 0,1 0 1 0 0,-1 0-1 0 0,1 0 0 0 0,-1-1 0 0 0,0 1 0 0 0,1 0 0 0 0,-1 0 1 0 0,0 0-1 0 0,-21 3 202 0 0,22-3-217 0 0,-9 3 20 0 0,1 0 0 0 0,0 0 0 0 0,0 1 0 0 0,0 0 0 0 0,1 0 0 0 0,-1 1 0 0 0,1 0 0 0 0,0 0 0 0 0,-9 10 0 0 0,-6 8 24 0 0,-24 31 1 0 0,34-39-39 0 0,-4 4 1 0 0,2 2 0 0 0,0 0 0 0 0,-16 33 0 0 0,25-43 0 0 0,0 0 1 0 0,0 0-1 0 0,2 1 1 0 0,-1-1-1 0 0,1 1 1 0 0,1 0-1 0 0,0 0 0 0 0,1 0 1 0 0,0 16-1 0 0,1-25-16 0 0,0-1 0 0 0,1 1 0 0 0,-1 0 0 0 0,1 0 0 0 0,-1-1-1 0 0,1 1 1 0 0,0 0 0 0 0,0-1 0 0 0,0 1 0 0 0,0-1 0 0 0,1 1 0 0 0,-1-1-1 0 0,1 1 1 0 0,-1-1 0 0 0,1 0 0 0 0,0 0 0 0 0,0 0 0 0 0,0 0 0 0 0,2 2-1 0 0,0-2 2 0 0,0 0 0 0 0,0 0-1 0 0,0 0 1 0 0,0 0 0 0 0,0-1-1 0 0,0 1 1 0 0,0-1 0 0 0,1 0-1 0 0,-1-1 1 0 0,0 1 0 0 0,6-1 0 0 0,3 0-7 0 0,0 0 0 0 0,0-1 0 0 0,0-1 0 0 0,0-1 0 0 0,0 0 0 0 0,-1 0 0 0 0,17-7 0 0 0,-17 4-9 0 0,1 0 0 0 0,-1-1 0 0 0,0-1 0 0 0,0 0 0 0 0,-1-1 1 0 0,0 0-1 0 0,-1 0 0 0 0,0-1 0 0 0,0-1 0 0 0,-1 1 0 0 0,-1-1 0 0 0,1-1 1 0 0,-2 0-1 0 0,0 0 0 0 0,0-1 0 0 0,-1 1 0 0 0,-1-1 0 0 0,0-1 0 0 0,-1 1 1 0 0,0-1-1 0 0,-1 0 0 0 0,0 1 0 0 0,-2-1 0 0 0,1-1 0 0 0,-2 1 0 0 0,0 0 1 0 0,0 0-1 0 0,-1 0 0 0 0,-1 0 0 0 0,-1 0 0 0 0,-4-14 0 0 0,6 23-6 0 0,-1-1 1 0 0,0 1-1 0 0,0 0 0 0 0,0 0 0 0 0,-1 0 0 0 0,0 0 0 0 0,0 1 0 0 0,0-1 0 0 0,-1 1 0 0 0,1 0 1 0 0,-1 0-1 0 0,0 0 0 0 0,0 0 0 0 0,0 0 0 0 0,-10-5 0 0 0,11 8 4 0 0,0-1-1 0 0,-1 1 1 0 0,1-1-1 0 0,-1 1 1 0 0,0 1-1 0 0,1-1 1 0 0,-1 0-1 0 0,0 1 1 0 0,1-1-1 0 0,-1 1 1 0 0,0 0-1 0 0,1 1 1 0 0,-1-1-1 0 0,0 1 1 0 0,0-1-1 0 0,1 1 1 0 0,-1 0-1 0 0,1 0 1 0 0,-1 1-1 0 0,1-1 1 0 0,0 1-1 0 0,-1-1 1 0 0,1 1-1 0 0,-4 3 1 0 0,-3 3 6 0 0,0 0-1 0 0,1 0 1 0 0,0 1-1 0 0,1 0 1 0 0,0 0-1 0 0,0 1 1 0 0,1 0-1 0 0,0 1 1 0 0,1 0-1 0 0,0 0 1 0 0,0 0-1 0 0,1 0 1 0 0,1 1-1 0 0,0 0 1 0 0,1 0-1 0 0,0 0 1 0 0,1 1-1 0 0,-2 20 1 0 0,4-28 6 0 0,0 1-1 0 0,1-1 1 0 0,-1 0-1 0 0,1 0 1 0 0,0 0-1 0 0,1 0 1 0 0,-1 0-1 0 0,1 0 1 0 0,0-1-1 0 0,0 1 1 0 0,0 0-1 0 0,1-1 1 0 0,0 1 0 0 0,-1-1-1 0 0,7 7 1 0 0,-3-6 3 0 0,-1 0 0 0 0,1 0 1 0 0,1-1-1 0 0,-1 1 1 0 0,0-2-1 0 0,1 1 1 0 0,0 0-1 0 0,0-1 0 0 0,12 3 1 0 0,0-1-2 0 0,1-1 1 0 0,-1 0 0 0 0,0-2 0 0 0,1-1-1 0 0,0 0 1 0 0,-1-1 0 0 0,28-4 0 0 0,-29 1-22 0 0,0-1 0 0 0,0 0 1 0 0,0-1-1 0 0,-1-1 1 0 0,1-1-1 0 0,-2 0 1 0 0,1-2-1 0 0,-1 0 0 0 0,0 0 1 0 0,-1-1-1 0 0,0-1 1 0 0,-1-1-1 0 0,0 0 0 0 0,-1-1 1 0 0,0 0-1 0 0,-1-1 1 0 0,0 0-1 0 0,-1-1 0 0 0,-1-1 1 0 0,-1 1-1 0 0,0-2 1 0 0,-1 1-1 0 0,0-1 0 0 0,-2 0 1 0 0,0-1-1 0 0,-1 1 1 0 0,6-34-1 0 0,2-42-76 0 0,-13 91 59 0 0,-6 64-56 0 0,0-22 132 0 0,-92 593 837 0 0,-50-12-210 0 0,136-572-349 0 0,-29 101-498 0 0,5-54 3933 0 0,35-95-3649 0 0,1 0-1 0 0,-1 1 0 0 0,1-1 1 0 0,-1 0-1 0 0,1 0 1 0 0,-1 0-1 0 0,0 0 0 0 0,0 0 1 0 0,0 1-1 0 0,1-1 1 0 0,-1-1-1 0 0,0 1 0 0 0,0 0 1 0 0,0 0-1 0 0,0 0 1 0 0,-1 0-1 0 0,1-1 1 0 0,0 1-1 0 0,0-1 0 0 0,0 1 1 0 0,0 0-1 0 0,-1-1 1 0 0,1 0-1 0 0,0 1 0 0 0,-2-1 1 0 0,1 0-42 0 0,0 0 0 0 0,0-1 1 0 0,0 1-1 0 0,0-1 0 0 0,0 0 1 0 0,0 1-1 0 0,0-1 0 0 0,0 0 1 0 0,1 0-1 0 0,-1 0 0 0 0,0 0 1 0 0,1-1-1 0 0,-1 1 0 0 0,-2-3 1 0 0,-2-2-4 0 0,0-1 0 0 0,0 0 0 0 0,1 0 0 0 0,0 0 0 0 0,0-1 0 0 0,-4-10 0 0 0,-1-5-91 0 0,2-1-1 0 0,1-1 1 0 0,1 1-1 0 0,2-1 1 0 0,0 0-1 0 0,1-1 1 0 0,2 1-1 0 0,0 0 1 0 0,2-1-1 0 0,1 1 1 0 0,0 0-1 0 0,2 0 1 0 0,1 0-1 0 0,1 0 1 0 0,16-40-1 0 0,-10 43-64 0 0,0 0-1 0 0,1 1 1 0 0,1 0-1 0 0,1 1 1 0 0,1 1 0 0 0,1 0-1 0 0,0 2 1 0 0,2 0-1 0 0,0 0 1 0 0,34-22-1 0 0,-21 19-454 0 0,2 1-1 0 0,-1 1 0 0 0,2 2 0 0 0,1 2 1 0 0,0 1-1 0 0,48-11 0 0 0,-52 18-2760 0 0,54-3 0 0 0,-48 7-3028 0 0,-21 0 2715 0 0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17:12.3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58 799 2352 0 0,'-16'4'3905'0'0,"13"-2"-3719"0"0,0 0-1 0 0,0 1 0 0 0,0-1 1 0 0,1 1-1 0 0,-1-1 0 0 0,1 1 1 0 0,-1 0-1 0 0,1 0 1 0 0,0 0-1 0 0,0 0 0 0 0,0 0 1 0 0,0 0-1 0 0,1 1 1 0 0,0-1-1 0 0,-1 0 0 0 0,1 1 1 0 0,0 0-1 0 0,0-1 0 0 0,0 8 1 0 0,0-8-142 0 0,1 1 0 0 0,0-1 0 0 0,0 1 0 0 0,0-1 1 0 0,0 1-1 0 0,0-1 0 0 0,1 0 0 0 0,0 1 0 0 0,-1-1 0 0 0,1 1 1 0 0,1-1-1 0 0,-1 0 0 0 0,0 0 0 0 0,1 0 0 0 0,-1 0 0 0 0,1 0 1 0 0,0 0-1 0 0,0 0 0 0 0,0 0 0 0 0,1-1 0 0 0,3 5 0 0 0,-3-6-19 0 0,-1 1 0 0 0,1-1 0 0 0,0 0 0 0 0,0 0 0 0 0,0 0 0 0 0,-1 0 0 0 0,1 0 0 0 0,0-1 0 0 0,0 1 0 0 0,0-1 0 0 0,0 0 0 0 0,0 0 0 0 0,0 0 0 0 0,0 0-1 0 0,0-1 1 0 0,0 1 0 0 0,0-1 0 0 0,0 0 0 0 0,0 0 0 0 0,0 0 0 0 0,0 0 0 0 0,-1 0 0 0 0,1 0 0 0 0,4-4 0 0 0,4-1-2 0 0,-1-1 0 0 0,1 0 0 0 0,-2-1 1 0 0,14-13-1 0 0,-6 2-51 0 0,0-1 0 0 0,-2 0 0 0 0,-1-1-1 0 0,0-1 1 0 0,-1 0 0 0 0,18-45 0 0 0,-5-3 27 0 0,17-76 0 0 0,-30 94-29 0 0,-3-1 0 0 0,-3 0 0 0 0,-1 0 0 0 0,-3 0 1 0 0,-2-1-1 0 0,-9-71 0 0 0,3 98-50 0 0,-2 14 69 0 0,7 13 13 0 0,0 0-1 0 0,-1 0 1 0 0,1-1 0 0 0,0 1 0 0 0,0 0-1 0 0,-1 0 1 0 0,1 0 0 0 0,0 0 0 0 0,-1-1-1 0 0,1 1 1 0 0,0 0 0 0 0,-1 0 0 0 0,1 0-1 0 0,0 0 1 0 0,0 0 0 0 0,-1 0 0 0 0,1 0 0 0 0,0 0-1 0 0,-1 0 1 0 0,1 0 0 0 0,0 0 0 0 0,-1 0-1 0 0,1 0 1 0 0,0 0 0 0 0,-1 0 0 0 0,1 1-1 0 0,0-1 1 0 0,-1 0 0 0 0,1 0 0 0 0,0 0-1 0 0,0 0 1 0 0,-1 1 0 0 0,1-1 0 0 0,-1 0-1 0 0,-4 5 11 0 0,0 1 0 0 0,0-1 0 0 0,1 1 0 0 0,-1-1 0 0 0,1 1 0 0 0,0 1 1 0 0,1-1-1 0 0,0 0 0 0 0,0 1 0 0 0,-4 10 0 0 0,-18 78-121 0 0,19-70 141 0 0,-11 51 32 0 0,4 0 0 0 0,2 0 0 0 0,4 1 0 0 0,4 0 0 0 0,7 102 0 0 0,-1-155 21 0 0,8 35-1 0 0,-9-51-44 0 0,0 0 0 0 0,1 0 0 0 0,0 0 0 0 0,0 0 1 0 0,1-1-1 0 0,0 1 0 0 0,9 12 0 0 0,-12-18-39 0 0,1 0 0 0 0,-1-1 0 0 0,1 1 0 0 0,0-1 1 0 0,-1 1-1 0 0,1-1 0 0 0,0 1 0 0 0,0-1 0 0 0,0 0 0 0 0,0 0 1 0 0,1 0-1 0 0,-1 0 0 0 0,0 0 0 0 0,0-1 0 0 0,0 1 0 0 0,1-1 1 0 0,-1 1-1 0 0,3-1 0 0 0,-1 0-15 0 0,0 0 0 0 0,-1-1 0 0 0,1 1 1 0 0,0-1-1 0 0,-1 0 0 0 0,1 0 0 0 0,-1-1 0 0 0,1 1 0 0 0,-1 0 1 0 0,5-4-1 0 0,2-1-48 0 0,0-1 1 0 0,-1 0-1 0 0,0-1 1 0 0,-1 0 0 0 0,1 0-1 0 0,8-12 1 0 0,5-11-63 0 0,-2 0-1 0 0,0-2 1 0 0,-3 0 0 0 0,0 0 0 0 0,23-72 0 0 0,-18 28 670 0 0,22-140 1 0 0,-28 96 1707 0 0,-16 119-2183 0 0,1 5-60 0 0,-1 0 0 0 0,0 0-1 0 0,1 1 1 0 0,-2-1 0 0 0,1 0 0 0 0,0 0 0 0 0,0 0 0 0 0,-2 5 0 0 0,0 2 25 0 0,-10 192 107 0 0,-5 172 256 0 0,15-298 283 0 0,16-89-622 0 0,6-29-109 0 0,39-70-33 0 0,-51 99 55 0 0,0 1 1 0 0,1-1-1 0 0,1 1 1 0 0,0 1-1 0 0,0 0 1 0 0,14-10-1 0 0,-21 18 20 0 0,0 1 1 0 0,0-1-1 0 0,0 1 0 0 0,0 0 0 0 0,1 0 0 0 0,-1 0 1 0 0,1 1-1 0 0,-1-1 0 0 0,1 1 0 0 0,0 0 1 0 0,0 0-1 0 0,-1 0 0 0 0,1 1 0 0 0,0-1 1 0 0,0 1-1 0 0,0 0 0 0 0,0 0 0 0 0,0 0 1 0 0,0 0-1 0 0,0 1 0 0 0,-1 0 0 0 0,1 0 0 0 0,0 0 1 0 0,6 2-1 0 0,-6 0 7 0 0,1 0 0 0 0,-1 0 0 0 0,0 0-1 0 0,1 0 1 0 0,-2 1 0 0 0,1 0 0 0 0,0-1 0 0 0,-1 2 0 0 0,0-1 0 0 0,0 0 0 0 0,0 0-1 0 0,0 1 1 0 0,-1 0 0 0 0,1-1 0 0 0,-1 1 0 0 0,0 0 0 0 0,1 7 0 0 0,2 12 42 0 0,-1 1 1 0 0,-1-1-1 0 0,-1 48 1 0 0,1 7 37 0 0,-3-77-76 0 0,0-1-1 0 0,0 0 0 0 0,1 0 0 0 0,-1 0 1 0 0,0 1-1 0 0,1-1 0 0 0,-1 0 1 0 0,1 0-1 0 0,-1 0 0 0 0,1 0 0 0 0,0 0 1 0 0,-1 0-1 0 0,1 0 0 0 0,0 0 0 0 0,0 0 1 0 0,0 0-1 0 0,0-1 0 0 0,0 1 0 0 0,-1 0 1 0 0,1 0-1 0 0,1-1 0 0 0,-1 1 1 0 0,0-1-1 0 0,0 1 0 0 0,0-1 0 0 0,0 1 1 0 0,0-1-1 0 0,0 0 0 0 0,1 1 0 0 0,-1-1 1 0 0,0 0-1 0 0,0 0 0 0 0,0 0 0 0 0,1 0 1 0 0,-1 0-1 0 0,0 0 0 0 0,0 0 0 0 0,2-1 1 0 0,4 0-5 0 0,0 0 1 0 0,0-1 0 0 0,0 0 0 0 0,13-6-1 0 0,-1-1-38 0 0,0-1-1 0 0,-1-1 0 0 0,0-1 0 0 0,-1 0 1 0 0,0-2-1 0 0,-1 0 0 0 0,27-30 0 0 0,-25 22-2 0 0,0 0 1 0 0,-1-1-1 0 0,-2-1 0 0 0,0-1 0 0 0,14-35 1 0 0,-25 50 17 0 0,0 0 0 0 0,-1 0-1 0 0,0-1 1 0 0,-1 1 0 0 0,-1 0 0 0 0,2-17 0 0 0,-3 27 22 0 0,0-1 0 0 0,0 1 1 0 0,0 0-1 0 0,0-1 0 0 0,0 1 0 0 0,0 0 0 0 0,0-1 1 0 0,0 1-1 0 0,-1 0 0 0 0,1-1 0 0 0,0 1 0 0 0,0 0 1 0 0,0-1-1 0 0,0 1 0 0 0,0 0 0 0 0,0 0 0 0 0,-1-1 1 0 0,1 1-1 0 0,0 0 0 0 0,0 0 0 0 0,-1-1 0 0 0,1 1 1 0 0,0 0-1 0 0,0 0 0 0 0,-1 0 0 0 0,1-1 0 0 0,0 1 1 0 0,0 0-1 0 0,-1 0 0 0 0,1 0 0 0 0,0 0 0 0 0,-1 0 1 0 0,1-1-1 0 0,0 1 0 0 0,-1 0 0 0 0,1 0 0 0 0,0 0 1 0 0,-1 0-1 0 0,1 0 0 0 0,0 0 0 0 0,-1 0 0 0 0,1 0 1 0 0,0 0-1 0 0,-1 0 0 0 0,1 1 0 0 0,0-1 0 0 0,0 0 1 0 0,-1 0-1 0 0,1 0 0 0 0,-1 0 0 0 0,-14 9-8 0 0,9-3 10 0 0,0 1 0 0 0,0-1 0 0 0,1 1 0 0 0,0 1 0 0 0,1-1 0 0 0,-1 0 0 0 0,1 1 0 0 0,1 0 0 0 0,-5 14 0 0 0,2-3 12 0 0,1 1 1 0 0,1-1-1 0 0,-2 23 0 0 0,5-31 25 0 0,1 1-1 0 0,-1-1 0 0 0,2 1 0 0 0,0-1 0 0 0,0 1 0 0 0,1-1 0 0 0,5 17 1 0 0,-6-24-21 0 0,0 0 0 0 0,1-1 1 0 0,-1 1-1 0 0,1 0 0 0 0,0-1 1 0 0,0 1-1 0 0,1-1 0 0 0,-1 0 1 0 0,1 0-1 0 0,-1 0 0 0 0,1 0 1 0 0,0 0-1 0 0,0 0 0 0 0,0-1 0 0 0,1 0 1 0 0,-1 1-1 0 0,1-1 0 0 0,-1 0 1 0 0,1-1-1 0 0,-1 1 0 0 0,1-1 1 0 0,0 1-1 0 0,0-1 0 0 0,5 1 1 0 0,7-1-46 0 0,1 0 0 0 0,0 0 1 0 0,0-2-1 0 0,0 0 0 0 0,-1-1 0 0 0,22-5 1 0 0,-15 2-700 0 0,-1-2 1 0 0,0 0 0 0 0,42-20-1 0 0,-58 24 90 0 0,1-1-1 0 0,-1 1 1 0 0,0-1 0 0 0,1 0-1 0 0,-2 0 1 0 0,1-1-1 0 0,0 0 1 0 0,-1 0-1 0 0,0 0 1 0 0,8-12-1 0 0,-7 4-2318 0 0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17:12.5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155 66 1140 0 0,'-39'-2'3050'0'0,"11"2"-411"0"0,1-2 0 0 0,-31-7-1 0 0,56 9-2145 0 0,53-17 84 0 0,97-1-1972 0 0,-49 6-4359 0 0,-65 6 2131 0 0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17:13.5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9 173 492 0 0,'-6'-14'5093'0'0,"6"12"-4940"0"0,-1 0-1 0 0,1 0 1 0 0,-1 0-1 0 0,1 0 1 0 0,0 0 0 0 0,0 0-1 0 0,0 0 1 0 0,0 0-1 0 0,0 0 1 0 0,1 0-1 0 0,-1 0 1 0 0,0 0-1 0 0,1 0 1 0 0,0 0 0 0 0,-1 0-1 0 0,1 0 1 0 0,0 1-1 0 0,0-1 1 0 0,0 0-1 0 0,0 1 1 0 0,0-1-1 0 0,0 0 1 0 0,1 1 0 0 0,-1-1-1 0 0,0 1 1 0 0,1 0-1 0 0,-1-1 1 0 0,1 1-1 0 0,0 0 1 0 0,-1 0-1 0 0,3-1 1 0 0,-1 1-127 0 0,1-1 1 0 0,0 1-1 0 0,-1 0 0 0 0,1 0 1 0 0,0 0-1 0 0,-1 1 0 0 0,1-1 0 0 0,0 1 1 0 0,0 0-1 0 0,-1 0 0 0 0,1 1 1 0 0,0-1-1 0 0,0 1 0 0 0,-1-1 0 0 0,1 1 1 0 0,0 0-1 0 0,3 2 0 0 0,1 1-6 0 0,1 0-1 0 0,-1 1 0 0 0,0 0 1 0 0,0 1-1 0 0,0-1 0 0 0,-1 2 0 0 0,0-1 1 0 0,0 1-1 0 0,0 0 0 0 0,-1 0 1 0 0,0 1-1 0 0,-1-1 0 0 0,8 16 1 0 0,-9-17 7 0 0,-1 0 0 0 0,0 0 1 0 0,-1 1-1 0 0,1-1 0 0 0,-1 1 1 0 0,-1 0-1 0 0,1 0 0 0 0,-1 0 0 0 0,0 0 1 0 0,-1 0-1 0 0,0 0 0 0 0,0 0 1 0 0,0 0-1 0 0,-1 0 0 0 0,0-1 1 0 0,0 1-1 0 0,-1 0 0 0 0,0 0 1 0 0,-3 7-1 0 0,3-9 26 0 0,-1 0-1 0 0,1 0 0 0 0,-1 0 1 0 0,0 0-1 0 0,-1-1 1 0 0,1 1-1 0 0,-1-1 1 0 0,1 0-1 0 0,-1 0 1 0 0,-1-1-1 0 0,1 1 1 0 0,0-1-1 0 0,-1 0 1 0 0,0 0-1 0 0,-5 3 0 0 0,8-6 83 0 0,2 0-131 0 0,0 0 0 0 0,-1 0-1 0 0,1 0 1 0 0,0-1 0 0 0,0 1 0 0 0,0 0-1 0 0,-1 0 1 0 0,1 0 0 0 0,0-1 0 0 0,0 1-1 0 0,-1 0 1 0 0,1 0 0 0 0,0 0 0 0 0,0 0-1 0 0,-1 0 1 0 0,1 0 0 0 0,0 0-1 0 0,0 0 1 0 0,-1 0 0 0 0,1 0 0 0 0,0 0-1 0 0,-1 0 1 0 0,1 0 0 0 0,0 0 0 0 0,0 0-1 0 0,-1 0 1 0 0,1 0 0 0 0,0 0 0 0 0,0 0-1 0 0,-1 0 1 0 0,1 0 0 0 0,-1 1-1 0 0,1-1 1 0 0,-1 0-1 0 0,0 0 1 0 0,1 0-1 0 0,-1 0 1 0 0,1 0-1 0 0,-1 0 1 0 0,1 0-1 0 0,-1 0 1 0 0,1 0-1 0 0,-1 0 1 0 0,1 0-1 0 0,-1 0 0 0 0,1 0 1 0 0,-1-1-1 0 0,1 1 1 0 0,-1 0-1 0 0,1 0 1 0 0,-1 0-1 0 0,1-1 1 0 0,-1 1-1 0 0,1 0 1 0 0,-1-1-1 0 0,1 1 1 0 0,-1-1-1 0 0,-1-1-4 0 0,1-1 1 0 0,-1 1-1 0 0,1 0 0 0 0,-1-1 1 0 0,1 1-1 0 0,0-1 0 0 0,0 0 1 0 0,0 1-1 0 0,0-1 0 0 0,1 0 1 0 0,-1 0-1 0 0,1 1 0 0 0,0-1 0 0 0,-1-5 1 0 0,2 1-4 0 0,0 0 0 0 0,0 0 0 0 0,0 1 0 0 0,0-1 0 0 0,6-12 0 0 0,1 1-5 0 0,0-1-1 0 0,2 1 0 0 0,15-21 1 0 0,-19 30 0 0 0,1 0 1 0 0,0 0-1 0 0,1 1 1 0 0,0 0-1 0 0,0 0 1 0 0,1 1 0 0 0,0 0-1 0 0,0 0 1 0 0,1 1-1 0 0,0 1 1 0 0,0 0-1 0 0,20-8 1 0 0,-22 10 10 0 0,-1 1-1 0 0,1 1 1 0 0,-1-1 0 0 0,1 1-1 0 0,-1 1 1 0 0,1-1 0 0 0,0 1-1 0 0,-1 0 1 0 0,1 1 0 0 0,0 0-1 0 0,-1 0 1 0 0,1 1 0 0 0,-1 0-1 0 0,0 0 1 0 0,1 1 0 0 0,-1 0-1 0 0,0 0 1 0 0,-1 0 0 0 0,13 9 0 0 0,-13-8 7 0 0,0 1 0 0 0,0 0 1 0 0,0 1-1 0 0,0-1 0 0 0,-1 1 1 0 0,0 0-1 0 0,0 1 0 0 0,-1-1 1 0 0,0 1-1 0 0,0 0 0 0 0,0 0 1 0 0,3 11-1 0 0,-4-8 53 0 0,0 1-1 0 0,-1-1 1 0 0,0 1-1 0 0,-1 0 1 0 0,0 0 0 0 0,-1 0-1 0 0,0 0 1 0 0,-1 0-1 0 0,-1 11 1 0 0,1-20-77 0 0,1-2 15 0 0,0 1 0 0 0,-1-1 0 0 0,1 1 0 0 0,0-1 0 0 0,-1 0 0 0 0,1 1 1 0 0,-1-1-1 0 0,1 0 0 0 0,0 1 0 0 0,-1-1 0 0 0,1 0 0 0 0,-1 0 1 0 0,1 0-1 0 0,-1 1 0 0 0,1-1 0 0 0,-1 0 0 0 0,1 0 0 0 0,-1 0 0 0 0,1 0 1 0 0,-1 0-1 0 0,0 0 0 0 0,0 0-1 0 0,-5-9-12 0 0,4 2 8 0 0,1 1 0 0 0,0-1 0 0 0,1 0 1 0 0,0 0-1 0 0,0 1 0 0 0,0-1 0 0 0,1 0 0 0 0,0 0 0 0 0,0 1 1 0 0,0-1-1 0 0,1 1 0 0 0,0-1 0 0 0,4-7 0 0 0,-2 3 2 0 0,2-5-13 0 0,1 0 0 0 0,1 1 0 0 0,0 0 0 0 0,1 0 0 0 0,0 0 0 0 0,1 1 0 0 0,1 1 0 0 0,20-20 0 0 0,-23 25 10 0 0,1 0 1 0 0,0 0 0 0 0,1 1 0 0 0,0 0 0 0 0,0 1 0 0 0,0 0 0 0 0,1 1-1 0 0,0 0 1 0 0,0 1 0 0 0,0 0 0 0 0,0 0 0 0 0,1 1 0 0 0,12-1 0 0 0,-19 3 6 0 0,-1 1 1 0 0,1-1 0 0 0,-1 1-1 0 0,1 0 1 0 0,-1 1-1 0 0,1-1 1 0 0,-1 1 0 0 0,1 0-1 0 0,-1 0 1 0 0,0 0 0 0 0,1 1-1 0 0,-1-1 1 0 0,0 1 0 0 0,0 0-1 0 0,0 0 1 0 0,0 1 0 0 0,0-1-1 0 0,-1 1 1 0 0,1 0 0 0 0,-1 0-1 0 0,0 0 1 0 0,0 0 0 0 0,0 1-1 0 0,0-1 1 0 0,4 7 0 0 0,-3-2 14 0 0,-1 0-1 0 0,1 0 1 0 0,-1 0 0 0 0,-1 1 0 0 0,0-1 0 0 0,0 1 0 0 0,-1-1 0 0 0,0 1 0 0 0,0 0 0 0 0,-1-1 0 0 0,0 1 0 0 0,-1 10 0 0 0,-7 34 99 0 0,5-37-555 0 0,0 0 0 0 0,1 0 0 0 0,1 0 0 0 0,0 0 0 0 0,3 27 0 0 0,-1-42 186 0 0,-1 1 1 0 0,1-1 0 0 0,-1 1 0 0 0,1-1 0 0 0,0 0 0 0 0,-1 1-1 0 0,1-1 1 0 0,0 0 0 0 0,0 0 0 0 0,0 1 0 0 0,0-1-1 0 0,0 0 1 0 0,0 0 0 0 0,0 0 0 0 0,0 0 0 0 0,0 0 0 0 0,1-1-1 0 0,-1 1 1 0 0,0 0 0 0 0,1 0 0 0 0,-1-1 0 0 0,2 1-1 0 0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17:14.9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308 770 2012 0 0,'4'-6'963'0'0,"1"0"-1"0"0,-1 0 0 0 0,-1 0 1 0 0,1-1-1 0 0,-1 1 0 0 0,0-1 1 0 0,3-10-1 0 0,-6 17-919 0 0,0-1 0 0 0,0 0 0 0 0,0 0 0 0 0,0 1 0 0 0,1-1 1 0 0,-1 0-1 0 0,0 0 0 0 0,0 1 0 0 0,0-1 0 0 0,-1 0 0 0 0,1 0 0 0 0,0 0 0 0 0,0 1 0 0 0,0-1 1 0 0,0 0-1 0 0,-1 1 0 0 0,1-1 0 0 0,0 0 0 0 0,-1 0 0 0 0,1 1 0 0 0,-1-1 0 0 0,1 0 0 0 0,0 1 1 0 0,-1-1-1 0 0,0 1 0 0 0,1-1 0 0 0,-1 1 0 0 0,1-1 0 0 0,-1 1 0 0 0,0-1 0 0 0,1 1 1 0 0,-1 0-1 0 0,0-1 0 0 0,1 1 0 0 0,-1 0 0 0 0,0-1 0 0 0,1 1 0 0 0,-1 0 0 0 0,0 0 0 0 0,0 0 1 0 0,0 0-1 0 0,1 0 0 0 0,-2 0 0 0 0,-27 2 233 0 0,19 1-223 0 0,0 0 0 0 0,1 0 0 0 0,0 1-1 0 0,0 1 1 0 0,0 0 0 0 0,-13 9 0 0 0,-44 39 83 0 0,64-51-132 0 0,-16 14 18 0 0,0 1-1 0 0,2 1 0 0 0,-24 32 0 0 0,32-39 23 0 0,1 0-1 0 0,0 1 1 0 0,1 0 0 0 0,0 0 0 0 0,1 0 0 0 0,1 1 0 0 0,0 0 0 0 0,-3 14 0 0 0,7-26-34 0 0,0 0 1 0 0,0 1-1 0 0,0-1 1 0 0,-1 0 0 0 0,2 1-1 0 0,-1-1 1 0 0,0 1-1 0 0,0-1 1 0 0,0 0-1 0 0,1 1 1 0 0,-1-1-1 0 0,0 1 1 0 0,1-1-1 0 0,-1 0 1 0 0,1 0 0 0 0,0 1-1 0 0,-1-1 1 0 0,1 0-1 0 0,0 0 1 0 0,0 0-1 0 0,0 0 1 0 0,0 0-1 0 0,0 0 1 0 0,0 0 0 0 0,0 0-1 0 0,0 0 1 0 0,0 0-1 0 0,0 0 1 0 0,1-1-1 0 0,-1 1 1 0 0,2 0-1 0 0,0 0-11 0 0,-1 0 1 0 0,1 0-1 0 0,1 0 0 0 0,-1-1 0 0 0,0 1 0 0 0,0-1 0 0 0,0 0 0 0 0,0 0 0 0 0,0 0 1 0 0,0 0-1 0 0,0 0 0 0 0,5-2 0 0 0,3-1 0 0 0,0-1 1 0 0,0-1-1 0 0,0 0 0 0 0,-1 0 1 0 0,0-1-1 0 0,0-1 0 0 0,0 0 1 0 0,13-12-1 0 0,6-9-22 0 0,30-36-1 0 0,-21 20 24 0 0,-19 22-3 0 0,15-15-136 0 0,-32 36 103 0 0,-1 2 11 0 0,0 0 24 0 0,0 0-1 0 0,0 1 1 0 0,0-1 0 0 0,0 1 0 0 0,0-1-1 0 0,-1 1 1 0 0,1-1 0 0 0,0 1 0 0 0,-1-1-1 0 0,1 1 1 0 0,-1 0 0 0 0,1-1-1 0 0,-1 1 1 0 0,0 0 0 0 0,0 0 0 0 0,0-1-1 0 0,0 1 1 0 0,0 0 0 0 0,0-1 0 0 0,0 1-1 0 0,-1 0 1 0 0,1-1 0 0 0,-2 4 0 0 0,0 4 0 0 0,-17 136 244 0 0,17-130-172 0 0,1 0 0 0 0,0 0 0 0 0,1 0 0 0 0,1 0 0 0 0,4 23 1 0 0,-4-37-66 0 0,-1 0 1 0 0,1 0-1 0 0,0 0 1 0 0,-1-1 0 0 0,1 1-1 0 0,0 0 1 0 0,0-1-1 0 0,0 1 1 0 0,0 0 0 0 0,-1-1-1 0 0,1 1 1 0 0,0-1-1 0 0,0 0 1 0 0,0 1 0 0 0,0-1-1 0 0,0 0 1 0 0,0 1-1 0 0,0-1 1 0 0,0 0 0 0 0,1 0-1 0 0,-1 0 1 0 0,0 0-1 0 0,0 0 1 0 0,0 0 0 0 0,0 0-1 0 0,0 0 1 0 0,0 0-1 0 0,0-1 1 0 0,1 0 0 0 0,9-4-84 0 0,0-1 1 0 0,0-1-1 0 0,-1 0 1 0 0,0-1-1 0 0,-1 0 1 0 0,1 0-1 0 0,-2-1 0 0 0,1 0 1 0 0,-1-1-1 0 0,0 0 1 0 0,9-16-1 0 0,8-17-351 0 0,30-69 0 0 0,-26 43 368 0 0,-3-2-1 0 0,-3 0 0 0 0,-4-1 0 0 0,-2-1 1 0 0,13-141-1 0 0,-25 139 1315 0 0,-5-95 0 0 0,0 169-1248 0 0,0 0 0 0 0,0 0 0 0 0,0 0 1 0 0,0 0-1 0 0,0 0 0 0 0,0 0 0 0 0,0 0 0 0 0,0 0 0 0 0,0 0 0 0 0,-1 0 1 0 0,1 0-1 0 0,0 0 0 0 0,-1 0 0 0 0,1 0 0 0 0,0 0 0 0 0,-1 1 0 0 0,0-1 1 0 0,1 0-1 0 0,-1 0 0 0 0,1 0 0 0 0,-2 0 0 0 0,1 1-6 0 0,1 0 0 0 0,-1 1 0 0 0,0-1 0 0 0,1 1-1 0 0,-1-1 1 0 0,0 0 0 0 0,1 1 0 0 0,-1-1 0 0 0,1 1 0 0 0,-1 0-1 0 0,1-1 1 0 0,-1 1 0 0 0,1-1 0 0 0,-1 1 0 0 0,1 0 0 0 0,0-1-1 0 0,-1 1 1 0 0,1 0 0 0 0,-1 1 0 0 0,-16 47 37 0 0,-2 41 133 0 0,-8 134 0 0 0,16-120 9 0 0,-13 319 459 0 0,24-409-626 0 0,3 82 134 0 0,-2-86-103 0 0,1 0 0 0 0,0 0 0 0 0,0-1-1 0 0,1 1 1 0 0,0-1 0 0 0,0 0 0 0 0,8 14 0 0 0,-9-19-28 0 0,1 0 1 0 0,0-1-1 0 0,-1 1 1 0 0,1-1-1 0 0,0 0 1 0 0,1 0-1 0 0,-1 0 0 0 0,1 0 1 0 0,-1 0-1 0 0,1-1 1 0 0,0 1-1 0 0,0-1 1 0 0,0 0-1 0 0,7 2 1 0 0,-4-2-5 0 0,0-1 0 0 0,-1 1 0 0 0,1-1 0 0 0,0-1 0 0 0,0 1 0 0 0,0-1 0 0 0,0-1 0 0 0,13-1 0 0 0,-8 0-15 0 0,0-1 0 0 0,0-1 1 0 0,-1 0-1 0 0,1 0 1 0 0,-1-1-1 0 0,0-1 1 0 0,0 0-1 0 0,-1 0 0 0 0,1-1 1 0 0,12-11-1 0 0,-5-1-12 0 0,0 0-1 0 0,-1-2 0 0 0,-2 0 1 0 0,0-1-1 0 0,-1 0 1 0 0,-1-1-1 0 0,-1 0 0 0 0,-1-1 1 0 0,-2-1-1 0 0,0 0 1 0 0,-1 0-1 0 0,-2 0 0 0 0,0-1 1 0 0,-2 0-1 0 0,-1 0 1 0 0,-1 0-1 0 0,-1-1 0 0 0,-4-39 1 0 0,2 60-3 0 0,0 0 1 0 0,0 1 0 0 0,-1-1-1 0 0,0 0 1 0 0,-4-8-1 0 0,6 13 15 0 0,0 0 0 0 0,-1 0 0 0 0,1 0-1 0 0,-1 0 1 0 0,1 0 0 0 0,-1 0-1 0 0,0 0 1 0 0,1 0 0 0 0,-1 1 0 0 0,0-1-1 0 0,1 0 1 0 0,-1 0 0 0 0,0 1-1 0 0,0-1 1 0 0,0 0 0 0 0,0 1 0 0 0,0-1-1 0 0,0 1 1 0 0,0-1 0 0 0,0 1-1 0 0,0 0 1 0 0,0-1 0 0 0,0 1 0 0 0,0 0-1 0 0,0-1 1 0 0,0 1 0 0 0,0 0-1 0 0,0 0 1 0 0,0 0 0 0 0,0 0 0 0 0,0 0-1 0 0,0 1 1 0 0,0-1 0 0 0,0 0-1 0 0,0 0 1 0 0,-1 1 0 0 0,1-1 0 0 0,0 0-1 0 0,1 1 1 0 0,-3 0 0 0 0,2 0 2 0 0,0-1 1 0 0,-1 1 0 0 0,1 0 0 0 0,-1 0-1 0 0,1 0 1 0 0,-1 0 0 0 0,1 0 0 0 0,0 1-1 0 0,-1-1 1 0 0,1 0 0 0 0,0 1 0 0 0,0-1-1 0 0,0 1 1 0 0,0-1 0 0 0,0 1-1 0 0,0-1 1 0 0,0 1 0 0 0,1 0 0 0 0,-2 3-1 0 0,1-1 4 0 0,1 0-1 0 0,-1-1 1 0 0,1 1-1 0 0,0 0 0 0 0,0 0 1 0 0,0 0-1 0 0,1-1 1 0 0,-1 1-1 0 0,1 0 0 0 0,0 0 1 0 0,0-1-1 0 0,0 1 0 0 0,1 0 1 0 0,-1-1-1 0 0,1 1 1 0 0,0-1-1 0 0,0 0 0 0 0,0 0 1 0 0,0 1-1 0 0,1-1 1 0 0,-1-1-1 0 0,1 1 0 0 0,-1 0 1 0 0,1-1-1 0 0,0 1 1 0 0,5 2-1 0 0,-3 0 0 0 0,7 3-179 0 0,0 0-1 0 0,0 0 1 0 0,1-1-1 0 0,0 0 1 0 0,1-1-1 0 0,-1-1 1 0 0,1 0-1 0 0,0-1 1 0 0,0 0-1 0 0,0-1 1 0 0,1-1-1 0 0,-1 0 1 0 0,1-1-1 0 0,0-1 1 0 0,-1 0-1 0 0,1-1 1 0 0,-1 0-1 0 0,1-2 1 0 0,-1 1-1 0 0,18-7 1 0 0,-25 6 175 0 0,0 0 0 0 0,-1 0 1 0 0,0-1-1 0 0,1 0 0 0 0,-1 0 0 0 0,-1 0 1 0 0,1-1-1 0 0,-1 0 0 0 0,0 0 0 0 0,0-1 1 0 0,0 1-1 0 0,0-1 0 0 0,-1 0 0 0 0,0 0 1 0 0,-1 0-1 0 0,5-12 0 0 0,-7 18 13 0 0,-1-1-1 0 0,1 1 1 0 0,-1-1 0 0 0,0 0-1 0 0,1 1 1 0 0,-1-1 0 0 0,0 1-1 0 0,1-1 1 0 0,-1 0 0 0 0,0 1-1 0 0,0-1 1 0 0,0 1 0 0 0,0-1-1 0 0,1 0 1 0 0,-1 1 0 0 0,0-1-1 0 0,0 0 1 0 0,0 1 0 0 0,0-1-1 0 0,-1 0 1 0 0,1 1 0 0 0,0-1-1 0 0,0 0 1 0 0,0 1 0 0 0,0-1-1 0 0,-1 1 1 0 0,1-1 0 0 0,0 0-1 0 0,-1 1 1 0 0,1-1 0 0 0,0 1-1 0 0,-1-1 1 0 0,1 1 0 0 0,-1-1-1 0 0,1 1 1 0 0,-1-1 0 0 0,1 1-1 0 0,-1-1 1 0 0,1 1 0 0 0,-1 0-1 0 0,1-1 1 0 0,-1 1 0 0 0,0 0-1 0 0,0-1 1 0 0,-1 1-5 0 0,1 0-1 0 0,-1 0 1 0 0,1 0-1 0 0,-1 0 1 0 0,1 0 0 0 0,-1 0-1 0 0,0 0 1 0 0,1 1 0 0 0,-1-1-1 0 0,1 0 1 0 0,0 1-1 0 0,-1 0 1 0 0,1-1 0 0 0,-1 1-1 0 0,1 0 1 0 0,-2 0-1 0 0,-8 9 20 0 0,0 1 0 0 0,0 0 0 0 0,2 0-1 0 0,-1 1 1 0 0,1 0 0 0 0,1 1 0 0 0,-12 22-1 0 0,8-10 33 0 0,1 1 0 0 0,1 1-1 0 0,-8 33 1 0 0,14-46 0 0 0,0 1 1 0 0,2-1-1 0 0,0 1 0 0 0,0 0 0 0 0,2 24 0 0 0,0-35-72 0 0,0-1-1 0 0,1 1 0 0 0,0 0 1 0 0,-1-1-1 0 0,1 1 0 0 0,0-1 1 0 0,1 1-1 0 0,-1-1 0 0 0,1 0 1 0 0,-1 0-1 0 0,1 1 0 0 0,0-1 1 0 0,0 0-1 0 0,1-1 0 0 0,-1 1 0 0 0,0 0 1 0 0,1-1-1 0 0,0 1 0 0 0,0-1 1 0 0,0 0-1 0 0,0 0 0 0 0,0 0 1 0 0,0 0-1 0 0,0 0 0 0 0,0-1 1 0 0,1 1-1 0 0,-1-1 0 0 0,5 1 0 0 0,2-1-551 0 0,0 0-1 0 0,-1 0 0 0 0,1-1 0 0 0,0-1 0 0 0,-1 0 1 0 0,1 0-1 0 0,-1-1 0 0 0,1 0 0 0 0,-1 0 0 0 0,1-1 0 0 0,-1 0 1 0 0,13-8-1 0 0,10-5-2297 0 0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17:15.1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106 128 1844 0 0,'5'-25'3324'0'0,"-2"0"0"0"0,0-38 0 0 0,-3 61-3098 0 0,-2-11 440 0 0,-1 16-629 0 0,0 1-1 0 0,0-1 1 0 0,0 1-1 0 0,1 0 1 0 0,0 0-1 0 0,-1 0 1 0 0,1 0-1 0 0,0 0 1 0 0,-2 7-1 0 0,-12 46 312 0 0,14-46-245 0 0,-13 46 427 0 0,-5 19 82 0 0,-13 104 0 0 0,32-174-641 0 0,1-1 1 0 0,0 1-1 0 0,0-1 1 0 0,0 1-1 0 0,0-1 0 0 0,1 1 1 0 0,0 0-1 0 0,0-1 1 0 0,3 8-1 0 0,-3-12-168 0 0,0 1 1 0 0,0 0-1 0 0,0 0 0 0 0,0 0 1 0 0,1 0-1 0 0,-1-1 0 0 0,0 1 0 0 0,1 0 1 0 0,-1-1-1 0 0,1 0 0 0 0,0 1 1 0 0,-1-1-1 0 0,1 0 0 0 0,0 0 1 0 0,0 0-1 0 0,0 0 0 0 0,0 0 1 0 0,0 0-1 0 0,0 0 0 0 0,0-1 1 0 0,0 1-1 0 0,0-1 0 0 0,0 1 1 0 0,0-1-1 0 0,0 0 0 0 0,5 0 1 0 0,9-1-2907 0 0,1-3-1072 0 0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17:15.7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65 107 1808 0 0,'-8'-60'9773'0'0,"8"60"-9750"0"0,0 0 0 0 0,0 0 0 0 0,-1-1 0 0 0,1 1 0 0 0,0 0 1 0 0,0 0-1 0 0,0-1 0 0 0,0 1 0 0 0,0 0 0 0 0,0-1 0 0 0,1 1 0 0 0,-1 0 0 0 0,0 0 0 0 0,0 0 0 0 0,0-1 0 0 0,0 1 0 0 0,0 0 0 0 0,0 0 1 0 0,0-1-1 0 0,0 1 0 0 0,0 0 0 0 0,1 0 0 0 0,-1 0 0 0 0,0-1 0 0 0,0 1 0 0 0,0 0 0 0 0,1 0 0 0 0,-1 0 0 0 0,0-1 0 0 0,0 1 0 0 0,0 0 1 0 0,1 0-1 0 0,-1 0 0 0 0,0 0 0 0 0,0 0 0 0 0,1 0 0 0 0,-1 0 0 0 0,0 0 0 0 0,10 5 252 0 0,8 13-155 0 0,-13-11-93 0 0,0 1 1 0 0,-1 0 0 0 0,1 1-1 0 0,-1-1 1 0 0,-1 1-1 0 0,0 0 1 0 0,0 0-1 0 0,-1 0 1 0 0,0 0 0 0 0,-1 0-1 0 0,1 1 1 0 0,-2-1-1 0 0,1 0 1 0 0,-2 1 0 0 0,1-1-1 0 0,-1 0 1 0 0,-4 18-1 0 0,-1-7 37 0 0,-1 1 0 0 0,-1-1 0 0 0,0-1 0 0 0,-2 1 0 0 0,0-2-1 0 0,-21 30 1 0 0,22-35-25 0 0,5-6 210 0 0,0-1 0 0 0,-1 1 0 0 0,0-1 0 0 0,-7 7 0 0 0,10-12 286 0 0,3-4-516 0 0,-1-1-1 0 0,1 1 1 0 0,1 0 0 0 0,-1-1-1 0 0,0 1 1 0 0,1 0 0 0 0,0 0-1 0 0,0 0 1 0 0,0 0 0 0 0,3-4-1 0 0,30-28-73 0 0,-15 14 10 0 0,96-93-156 0 0,5-5 70 0 0,-98 95 103 0 0,-3 2-8 0 0,0-1 1 0 0,16-25-1 0 0,-35 48 31 0 0,-1-1 0 0 0,0 1 0 0 0,1-1 1 0 0,-1 1-1 0 0,0-1 0 0 0,1 1 0 0 0,-1-1 0 0 0,0 1 0 0 0,0 0 0 0 0,1-1 1 0 0,-1 1-1 0 0,0-1 0 0 0,0 0 0 0 0,0 1 0 0 0,0-1 0 0 0,0 1 0 0 0,0-1 0 0 0,0 1 1 0 0,0-1-1 0 0,0 1 0 0 0,0-1 0 0 0,0 1 0 0 0,0-1 0 0 0,0 0 0 0 0,-11 0-47 0 0,-12 10 31 0 0,16-3 20 0 0,0 0-1 0 0,0 0 0 0 0,0 0 0 0 0,1 1 1 0 0,0 0-1 0 0,0 0 0 0 0,0 0 0 0 0,1 1 1 0 0,0 0-1 0 0,1 0 0 0 0,0 0 0 0 0,0 1 1 0 0,-3 10-1 0 0,0 5 21 0 0,0 1-1 0 0,2-1 1 0 0,-4 41-1 0 0,8-51 21 0 0,0 0 0 0 0,1-1 0 0 0,1 1-1 0 0,0-1 1 0 0,0 1 0 0 0,2-1 0 0 0,4 18-1 0 0,-5-26-35 0 0,-1-1 0 0 0,1 0-1 0 0,0 0 1 0 0,-1 1-1 0 0,2-1 1 0 0,-1-1-1 0 0,0 1 1 0 0,1 0 0 0 0,0-1-1 0 0,0 1 1 0 0,0-1-1 0 0,0 0 1 0 0,1 0-1 0 0,-1 0 1 0 0,1 0-1 0 0,-1-1 1 0 0,1 1 0 0 0,0-1-1 0 0,0 0 1 0 0,0 0-1 0 0,1 0 1 0 0,-1-1-1 0 0,0 0 1 0 0,1 1 0 0 0,4-1-1 0 0,-5 0-348 0 0,0-1 1 0 0,-1 0-1 0 0,1 0 1 0 0,0-1-1 0 0,0 1 0 0 0,0-1 1 0 0,0 0-1 0 0,-1 0 0 0 0,8-3 1 0 0,14-11-4712 0 0,-12 4 466 0 0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17:15.9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143 74 2920 0 0,'-83'-44'9846'0'0,"32"17"-8335"0"0,49 26-2208 0 0,-5 0-676 0 0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17:16.1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108 0 2408 0 0,'-18'6'2031'0'0,"-7"1"2072"0"0,-37 16-1 0 0,60-21-3654 0 0,13 7 231 0 0,-4-7-612 0 0,-1 0 1 0 0,1-1-1 0 0,0 1 1 0 0,0-1 0 0 0,0-1-1 0 0,0 1 1 0 0,0-1-1 0 0,11-1 1 0 0,11 1 51 0 0,203 2-2030 0 0,-78-12-3930 0 0,-90 4 1499 0 0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17:17.5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4 762 136 0 0,'0'0'5269'0'0,"-4"29"-2271"0"0,5-12-2351 0 0,0 0 0 0 0,5 25 0 0 0,-5-40-444 0 0,-1-2-138 0 0,-1 1-1 0 0,1-1 1 0 0,0 1 0 0 0,0-1-1 0 0,0 1 1 0 0,0-1 0 0 0,0 1-1 0 0,0-1 1 0 0,0 1 0 0 0,0-1-1 0 0,1 1 1 0 0,-1-1-1 0 0,0 0 1 0 0,0 1 0 0 0,0-1-1 0 0,0 1 1 0 0,1-1 0 0 0,-1 1-1 0 0,0-1 1 0 0,0 0 0 0 0,1 1-1 0 0,-1-1 1 0 0,0 1 0 0 0,1-1-1 0 0,-1 0 1 0 0,1 1 0 0 0,-1-1-1 0 0,0 0 1 0 0,1 1 0 0 0,13-5 576 0 0,16-18-510 0 0,-28 21-9 0 0,13-14-90 0 0,0 1 0 0 0,-1-2 0 0 0,19-27 0 0 0,30-57-32 0 0,53-120-57 0 0,-54 98-21 0 0,-25 47 16 0 0,-17 34 81 0 0,1 0-1 0 0,2 1 0 0 0,40-52 1 0 0,-59 88-8 0 0,-1 0-13 0 0,-1 1-1 0 0,1-1 0 0 0,1 1 0 0 0,-1 0 0 0 0,0 0 0 0 0,1 0 1 0 0,3-3-1 0 0,-5 6-2 0 0,-1-1 1 0 0,1 1-1 0 0,-1 0 1 0 0,1-1-1 0 0,-1 1 1 0 0,1 0-1 0 0,-1 0 1 0 0,1 0-1 0 0,-1 0 1 0 0,1 0-1 0 0,-1 0 1 0 0,1 0-1 0 0,-1 1 1 0 0,1-1-1 0 0,-1 0 1 0 0,0 1-1 0 0,1-1 1 0 0,-1 1-1 0 0,1 0 1 0 0,-1-1 0 0 0,0 1-1 0 0,0 0 1 0 0,1 0-1 0 0,1 1 1 0 0,2 3 0 0 0,-1-1 0 0 0,1 1 1 0 0,-1-1-1 0 0,0 1 1 0 0,0 0-1 0 0,0 1 1 0 0,-1-1-1 0 0,0 1 1 0 0,0-1-1 0 0,4 13 1 0 0,1 5 41 0 0,7 34 0 0 0,-14-51-28 0 0,7 34 80 0 0,-2 1 1 0 0,-2 0 0 0 0,-2 79-1 0 0,-23 124 394 0 0,19-231-465 0 0,-18 157 463 0 0,20-151-67 0 0,1-15-30 0 0,2-11 359 0 0,0-7-731 0 0,8-36-5 0 0,8-78 0 0 0,-18 113-37 0 0,0 0 0 0 0,-1 0-1 0 0,-1 0 1 0 0,0 0-1 0 0,-2 0 1 0 0,1 0-1 0 0,-2 1 1 0 0,1-1 0 0 0,-2 1-1 0 0,-7-16 1 0 0,10 26 22 0 0,-1-1 0 0 0,0 0 0 0 0,0 0 0 0 0,-1 1 0 0 0,1 0 0 0 0,-1 0 0 0 0,0 0 1 0 0,0 0-1 0 0,0 0 0 0 0,0 1 0 0 0,-1 0 0 0 0,1 0 0 0 0,-11-5 0 0 0,7 5-12 0 0,0 0 1 0 0,0 1-1 0 0,-1-1 0 0 0,1 2 1 0 0,-1-1-1 0 0,1 1 0 0 0,-1 1 0 0 0,-9-1 1 0 0,-6 3-21 0 0,1 1 1 0 0,-1 0-1 0 0,1 2 1 0 0,0 1-1 0 0,-34 13 1 0 0,40-13 33 0 0,2 0 1 0 0,-1 1-1 0 0,1 1 1 0 0,0 0 0 0 0,-25 19-1 0 0,40-27 9 0 0,0 0-1 0 0,-1 0 1 0 0,1 0-1 0 0,0 0 1 0 0,0 1-1 0 0,-1-1 1 0 0,1 0-1 0 0,0 0 1 0 0,0 1-1 0 0,-1-1 1 0 0,1 0 0 0 0,0 0-1 0 0,0 1 1 0 0,0-1-1 0 0,0 0 1 0 0,-1 1-1 0 0,1-1 1 0 0,0 0-1 0 0,0 0 1 0 0,0 1-1 0 0,0-1 1 0 0,0 0 0 0 0,0 1-1 0 0,0-1 1 0 0,0 0-1 0 0,0 1 1 0 0,0-1-1 0 0,0 0 1 0 0,0 1-1 0 0,0-1 1 0 0,0 0-1 0 0,0 1 1 0 0,0-1-1 0 0,10 6 48 0 0,10-3-23 0 0,29-2-7 0 0,-1-2 0 0 0,1-2 0 0 0,57-11 0 0 0,-40 4-1 0 0,-60 9-90 0 0,136-20-669 0 0,-49-1-8075 0 0,-78 19 5154 0 0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17:17.8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2568 0 0,'34'2'19726'0'0,"-21"-1"-20855"0"0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17:22.1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336 349 2068 0 0,'2'-9'2824'0'0,"2"-15"3105"0"0,-7 32-5393 0 0,-44 110 417 0 0,-77 144 1 0 0,87-189-793 0 0,-48 84 417 0 0,73-138 908 0 0,7-18-816 0 0,3-11-544 0 0,3 1-102 0 0,0 1 0 0 0,1-1-1 0 0,0 1 1 0 0,1 0 0 0 0,-1-1-1 0 0,2 1 1 0 0,5-11-1 0 0,-1 2-7 0 0,202-392 0 0 0,37 18-373 0 0,-241 382 331 0 0,-4 6 13 0 0,0-1-1 0 0,0 1 1 0 0,0 0 0 0 0,0 0 0 0 0,0 0-1 0 0,1 0 1 0 0,0 1 0 0 0,-1-1 0 0 0,1 1 0 0 0,0-1-1 0 0,0 1 1 0 0,5-3 0 0 0,-7 5 12 0 0,0 0 1 0 0,-1 0 0 0 0,1 0-1 0 0,0 0 1 0 0,-1 0-1 0 0,1 0 1 0 0,0 0-1 0 0,-1 0 1 0 0,1 0 0 0 0,0 0-1 0 0,-1 0 1 0 0,1 1-1 0 0,0-1 1 0 0,-1 0-1 0 0,1 0 1 0 0,0 1 0 0 0,-1-1-1 0 0,1 0 1 0 0,-1 1-1 0 0,1-1 1 0 0,-1 1-1 0 0,1-1 1 0 0,-1 1 0 0 0,1-1-1 0 0,-1 1 1 0 0,0-1-1 0 0,1 1 1 0 0,-1-1 0 0 0,1 1-1 0 0,-1 0 1 0 0,9 19 6 0 0,-1 9 44 0 0,-1 1 0 0 0,5 55 0 0 0,-5 64 36 0 0,-5-87-78 0 0,2 183 78 0 0,10 144 148 0 0,5-259-30 0 0,-15-106-40 0 0,-4-23-159 0 0,0 0 0 0 0,0-1 0 0 0,0 1 0 0 0,1-1 0 0 0,-1 1 0 0 0,0 0 0 0 0,0-1 0 0 0,0 1 0 0 0,1-1 0 0 0,-1 1 0 0 0,0-1-1 0 0,0 1 1 0 0,1-1 0 0 0,-1 1 0 0 0,1-1 0 0 0,-1 1 0 0 0,0-1 0 0 0,1 1 0 0 0,-1-1 0 0 0,1 0 0 0 0,-1 1 0 0 0,1-1 0 0 0,-1 0 0 0 0,1 1 0 0 0,-1-1 0 0 0,1 0 0 0 0,0 0 0 0 0,-1 1-1 0 0,1-1 1 0 0,-1 0 0 0 0,1 0 0 0 0,0 0 0 0 0,-1 0 0 0 0,1 0 0 0 0,-1 0 0 0 0,1 0 0 0 0,0 0 0 0 0,-1 0 0 0 0,1 0 0 0 0,-1 0 0 0 0,1 0 0 0 0,0-1 0 0 0,-1 1 0 0 0,1 0-1 0 0,-1 0 1 0 0,1-1 0 0 0,-1 1 0 0 0,1 0 0 0 0,-1 0 0 0 0,1-1 0 0 0,-1 1 0 0 0,1-1 0 0 0,-1 1 0 0 0,1-1 0 0 0,4-2-1 0 0,0-1-1 0 0,-1 0 1 0 0,1 0 0 0 0,4-6 0 0 0,4-5-12 0 0,-1-1 0 0 0,-1-1 0 0 0,0 0 0 0 0,-2-1 0 0 0,0 0 0 0 0,0 0 0 0 0,-2-1 0 0 0,0 1 0 0 0,-2-2 0 0 0,0 1-1 0 0,-1-1 1 0 0,0 0 0 0 0,0-27 0 0 0,-4 34 0 0 0,-1 0 0 0 0,0 0-1 0 0,0 0 1 0 0,-1 0 0 0 0,-1 0-1 0 0,0 0 1 0 0,-1 0 0 0 0,-1 1-1 0 0,-6-15 1 0 0,5 17-4 0 0,1 0 0 0 0,-1 1 0 0 0,-1 0 0 0 0,0 0 0 0 0,0 1 0 0 0,-1 0 0 0 0,0 0 0 0 0,0 1 0 0 0,-1 0 0 0 0,0 0 0 0 0,0 1 0 0 0,-10-5 0 0 0,3 3-10 0 0,0 1 0 0 0,-1 1-1 0 0,1 1 1 0 0,-1 0 0 0 0,0 2 0 0 0,0-1 0 0 0,-1 2-1 0 0,1 1 1 0 0,0 0 0 0 0,-20 1 0 0 0,-7 4 0 0 0,0 1 0 0 0,-78 19 0 0 0,95-16 10 0 0,-1 1 1 0 0,1 1 0 0 0,0 1-1 0 0,1 1 1 0 0,0 1-1 0 0,-33 24 1 0 0,52-32 5 0 0,1-1 1 0 0,0 1 0 0 0,1 1-1 0 0,-1-1 1 0 0,1 1-1 0 0,0 0 1 0 0,-6 10 0 0 0,11-15 6 0 0,-1 0 0 0 0,1-1 0 0 0,0 1 1 0 0,0 0-1 0 0,0-1 0 0 0,0 1 1 0 0,0-1-1 0 0,0 1 0 0 0,0-1 1 0 0,0 1-1 0 0,0 0 0 0 0,0-1 0 0 0,1 1 1 0 0,-1-1-1 0 0,0 1 0 0 0,0-1 1 0 0,0 1-1 0 0,1-1 0 0 0,0 2 1 0 0,1-1 0 0 0,1 1 0 0 0,0-1 0 0 0,0 1 0 0 0,0-1 0 0 0,0 0 0 0 0,0 0 0 0 0,1 0 0 0 0,-1-1 0 0 0,0 1 0 0 0,0-1 0 0 0,0 0 0 0 0,7 0 0 0 0,44-8 5 0 0,-25 3-23 0 0,49-4-745 0 0,24-4-2384 0 0,0-4-3523 0 0,-71 11 3221 0 0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17:22.5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90 1884 0 0,'-2'17'13005'0'0,"18"-19"-12941"0"0,0-1 0 0 0,0 0 0 0 0,0-1 0 0 0,-1-1 0 0 0,20-8 0 0 0,11-4-22 0 0,87-20-92 0 0,-47 16-4347 0 0,-65 19-359 0 0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17:22.7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100 12 1124 0 0,'-24'12'4863'0'0,"-25"17"1"0"0,30-18-2982 0 0,18-10-1539 0 0,-5 5 558 0 0,163-38-118 0 0,-57 9-3401 0 0,-67 14-2551 0 0,-15 3 600 0 0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17:31.4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118 87 2052 0 0,'-6'3'11837'0'0,"7"-6"-11804"0"0,0-1 0 0 0,0 1-1 0 0,1 1 1 0 0,-1-1-1 0 0,1 0 1 0 0,0 0 0 0 0,0 1-1 0 0,0-1 1 0 0,0 1 0 0 0,1-1-1 0 0,-1 1 1 0 0,1 0-1 0 0,-1 0 1 0 0,1 0 0 0 0,0 0-1 0 0,0 1 1 0 0,0-1-1 0 0,3-1 1 0 0,13-6 2 0 0,32-10-1 0 0,-44 16-10 0 0,1 0-18 0 0,0 1 0 0 0,1 0 0 0 0,-1 0 0 0 0,1 1 0 0 0,-1 0 0 0 0,1 1 0 0 0,-1 0 0 0 0,1 0 0 0 0,15 3 0 0 0,-21-3-3 0 0,0 1-1 0 0,0 0 1 0 0,-1-1 0 0 0,1 1-1 0 0,-1 0 1 0 0,1 0-1 0 0,-1 0 1 0 0,1 1 0 0 0,-1-1-1 0 0,1 1 1 0 0,-1-1-1 0 0,0 1 1 0 0,0 0-1 0 0,0 0 1 0 0,0-1 0 0 0,0 2-1 0 0,0-1 1 0 0,-1 0-1 0 0,1 0 1 0 0,-1 1-1 0 0,1-1 1 0 0,-1 0 0 0 0,0 1-1 0 0,0-1 1 0 0,0 1-1 0 0,0 0 1 0 0,0-1 0 0 0,-1 1-1 0 0,1 0 1 0 0,-1 0-1 0 0,0-1 1 0 0,0 1-1 0 0,0 5 1 0 0,-1 0 6 0 0,0 1 0 0 0,-1-1 0 0 0,-1 1 0 0 0,1-1 0 0 0,-1 1 0 0 0,0-1 0 0 0,-1 0 0 0 0,-9 14 0 0 0,-45 59 20 0 0,50-71-20 0 0,-53 61 104 0 0,-3-4-1 0 0,-81 66 1 0 0,141-129-100 0 0,-12 13 285 0 0,15-9 25 0 0,15-6-156 0 0,169-30 57 0 0,55-7-203 0 0,-49 12 146 0 0,-186 23-158 0 0,-1 0-2 0 0,10 0 1 0 0,-9 0-28 0 0,6 2-3982 0 0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17:32.2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96 876 0 0,'24'-59'10005'0'0,"-4"23"-5117"0"0,-15 50-4137 0 0,-9 48-11 0 0,2-49-696 0 0,0 0 1 0 0,1 1 0 0 0,1 0 0 0 0,0-1 0 0 0,1 1 0 0 0,1-1 0 0 0,0 0 0 0 0,6 22 0 0 0,-7-32-34 0 0,0 0 0 0 0,1 0 0 0 0,-1 0 0 0 0,1 0 1 0 0,0-1-1 0 0,0 1 0 0 0,0-1 0 0 0,0 1 0 0 0,0-1 0 0 0,1 0 1 0 0,-1 1-1 0 0,1-1 0 0 0,-1-1 0 0 0,1 1 0 0 0,5 3 1 0 0,-3-3 2 0 0,1 0 1 0 0,-1-1 0 0 0,0 1-1 0 0,0-1 1 0 0,1 0 0 0 0,-1 0 0 0 0,1-1-1 0 0,-1 0 1 0 0,6 0 0 0 0,-3-1-1 0 0,0 1 0 0 0,1-2 1 0 0,-2 1-1 0 0,1-1 1 0 0,0 0-1 0 0,0-1 0 0 0,0 0 1 0 0,-1 0-1 0 0,0 0 0 0 0,0-1 1 0 0,0 0-1 0 0,12-10 0 0 0,-11 6 21 0 0,-1 0-1 0 0,0-1 1 0 0,0 0 0 0 0,0 0-1 0 0,-1-1 1 0 0,-1 0-1 0 0,7-16 1 0 0,-2-1 1539 0 0,12-46 1 0 0,-17 57-1016 0 0,-6 28-432 0 0,-1 11-92 0 0,-6 124 50 0 0,6-115-321 0 0,-1 119 478 0 0,5-120-2874 0 0,6 38 1 0 0,-7-66 1893 0 0,-1 0 0 0 0,1 0 0 0 0,0-1 0 0 0,0 1 0 0 0,1 0 1 0 0,-1 0-1 0 0,0-1 0 0 0,1 1 0 0 0,0-1 0 0 0,0 1 0 0 0,2 2 0 0 0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17:33.1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146 128 580 0 0,'0'0'2114'0'0,"1"-37"6706"0"0,0 34-8667 0 0,0 0 0 0 0,0 0 0 0 0,1 1 0 0 0,-1-1 0 0 0,0 0 0 0 0,1 1 0 0 0,0 0 0 0 0,-1-1 0 0 0,1 1 0 0 0,0 0 0 0 0,0 0-1 0 0,1 0 1 0 0,3-3 0 0 0,32-19 585 0 0,-28 19-662 0 0,0 0 1 0 0,1 1 0 0 0,0 1-1 0 0,0 0 1 0 0,0 0 0 0 0,0 1-1 0 0,0 0 1 0 0,18 0 0 0 0,-27 2-73 0 0,1 0 1 0 0,0 0 0 0 0,0 0-1 0 0,-1 0 1 0 0,1 0-1 0 0,0 1 1 0 0,0-1 0 0 0,-1 1-1 0 0,1 0 1 0 0,-1 0-1 0 0,1 0 1 0 0,-1 0 0 0 0,1 0-1 0 0,-1 1 1 0 0,1-1-1 0 0,-1 1 1 0 0,0-1 0 0 0,0 1-1 0 0,0 0 1 0 0,0 0-1 0 0,0 0 1 0 0,0 0 0 0 0,-1 0-1 0 0,1 1 1 0 0,-1-1-1 0 0,1 0 1 0 0,-1 1 0 0 0,0-1-1 0 0,1 3 1 0 0,-1 0 4 0 0,0 0 1 0 0,0-1 0 0 0,0 1-1 0 0,-1 0 1 0 0,0-1-1 0 0,0 1 1 0 0,0 0 0 0 0,-1-1-1 0 0,0 1 1 0 0,1 0 0 0 0,-2-1-1 0 0,1 1 1 0 0,0-1-1 0 0,-1 1 1 0 0,-2 4 0 0 0,-10 15 29 0 0,0 0 0 0 0,-2-1-1 0 0,0-1 1 0 0,-1-1 0 0 0,-21 20 0 0 0,37-40 17 0 0,0-1 0 0 0,0 1 0 0 0,1-1 0 0 0,-1 1 0 0 0,1-1 1 0 0,-1 1-1 0 0,0-1 0 0 0,1 1 0 0 0,-1 0 0 0 0,1-1 0 0 0,-1 1 0 0 0,1 0 0 0 0,0 0 0 0 0,-1-1 0 0 0,1 1 0 0 0,0 0 0 0 0,-1 0 1 0 0,1 1-1 0 0,13-5 617 0 0,-9 2-659 0 0,1 0-1 0 0,-1 0 0 0 0,0 0 0 0 0,0 0 0 0 0,9 1 0 0 0,-2 2-11 0 0,1 1-1 0 0,-1 0 1 0 0,0 0-1 0 0,0 1 1 0 0,0 1-1 0 0,-1 0 0 0 0,1 1 1 0 0,-1 0-1 0 0,0 0 1 0 0,-1 1-1 0 0,0 0 1 0 0,0 1-1 0 0,0 0 1 0 0,-1 0-1 0 0,0 1 1 0 0,-1 0-1 0 0,0 0 1 0 0,0 1-1 0 0,-1 0 0 0 0,8 16 1 0 0,-13-23 13 0 0,0 1 0 0 0,0-1 0 0 0,0 1 0 0 0,0-1 1 0 0,-1 1-1 0 0,0 0 0 0 0,1-1 0 0 0,-1 1 0 0 0,-1 0 0 0 0,1-1 0 0 0,0 1 0 0 0,-1-1 1 0 0,0 1-1 0 0,0 0 0 0 0,0-1 0 0 0,0 1 0 0 0,0-1 0 0 0,-1 0 0 0 0,0 0 0 0 0,1 1 1 0 0,-1-1-1 0 0,0 0 0 0 0,-1 0 0 0 0,1-1 0 0 0,0 1 0 0 0,-1 0 0 0 0,-4 3 0 0 0,1-1 38 0 0,-1 0-1 0 0,1 0 0 0 0,-1-1 1 0 0,0 0-1 0 0,0 0 0 0 0,0-1 1 0 0,0 1-1 0 0,-1-2 0 0 0,1 1 1 0 0,-1-1-1 0 0,-13 2 0 0 0,-9-2-9 0 0,-1-1-1 0 0,1-1 0 0 0,0-2 0 0 0,0-1 0 0 0,-58-13 1 0 0,59 8-1294 0 0,-39-17 1 0 0,38 7-2225 0 0,14 2-1702 0 0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17:26.3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99 134 688 0 0,'-4'-12'9539'0'0,"1"-27"-1848"0"0,3 37-7619 0 0,1 1-1 0 0,0-1 1 0 0,0 0 0 0 0,-1 0-1 0 0,1 1 1 0 0,0-1-1 0 0,0 1 1 0 0,1-1-1 0 0,-1 0 1 0 0,0 1-1 0 0,3-3 1 0 0,9-4-33 0 0,-1 1 0 0 0,2 0 0 0 0,-1 0 0 0 0,1 2 0 0 0,0-1 0 0 0,0 2 0 0 0,0 0 0 0 0,1 0-1 0 0,26-1 1 0 0,-36 4-37 0 0,1 0-1 0 0,-1 0 1 0 0,1 1-1 0 0,-1 0 1 0 0,1 0-1 0 0,-1 0 1 0 0,0 1 0 0 0,1 0-1 0 0,-1 0 1 0 0,1 0-1 0 0,-1 1 1 0 0,0-1-1 0 0,0 1 1 0 0,0 1-1 0 0,0-1 1 0 0,0 1-1 0 0,-1 0 1 0 0,8 5-1 0 0,-10-6 2 0 0,0 0 0 0 0,-1 0 0 0 0,1 0 0 0 0,-1 0 0 0 0,0 0 0 0 0,1 0 0 0 0,-1 1 0 0 0,0-1 0 0 0,0 0 0 0 0,-1 1 0 0 0,1-1 0 0 0,0 1 0 0 0,-1-1 0 0 0,1 1 0 0 0,-1-1 0 0 0,0 1 0 0 0,0-1 0 0 0,0 1 0 0 0,0-1 0 0 0,0 1 0 0 0,-1-1 0 0 0,1 1 0 0 0,-1-1 0 0 0,0 1 0 0 0,1-1 0 0 0,-3 4 0 0 0,-2 7 17 0 0,0-1 0 0 0,-1 0-1 0 0,-12 18 1 0 0,-43 53 82 0 0,35-48 558 0 0,25-34-472 0 0,-4 7 629 0 0,13-11-802 0 0,-3 1-19 0 0,-1 0 1 0 0,1 1-1 0 0,0 0 1 0 0,0 0-1 0 0,0 0 1 0 0,0 1-1 0 0,7 0 1 0 0,-4 0-1 0 0,-1 0 1 0 0,1 1-1 0 0,-1 0 0 0 0,1 0 1 0 0,-1 1-1 0 0,1 0 1 0 0,-1 0-1 0 0,0 1 1 0 0,0 0-1 0 0,0 0 1 0 0,-1 1-1 0 0,1 0 0 0 0,-1 0 1 0 0,1 0-1 0 0,-1 1 1 0 0,8 8-1 0 0,-4-3 12 0 0,0 0-1 0 0,-1 1 1 0 0,-1 1-1 0 0,1-1 1 0 0,-2 1-1 0 0,1 1 0 0 0,9 23 1 0 0,-15-31 79 0 0,-1 1 0 0 0,1-1 0 0 0,-1 1 0 0 0,0 0 0 0 0,0 0 0 0 0,0 0 1 0 0,-1-1-1 0 0,0 1 0 0 0,0 0 0 0 0,-1 0 0 0 0,0 0 0 0 0,0-1 0 0 0,0 1 0 0 0,0 0 0 0 0,-1-1 0 0 0,0 1 0 0 0,0-1 0 0 0,-1 1 1 0 0,1-1-1 0 0,-1 0 0 0 0,0 0 0 0 0,-1 0 0 0 0,-4 5 0 0 0,0-1 92 0 0,0 0-1 0 0,-1-1 1 0 0,1-1 0 0 0,-2 1-1 0 0,1-1 1 0 0,-1-1 0 0 0,0 0 0 0 0,0 0-1 0 0,-1-1 1 0 0,-17 6 0 0 0,10-5-335 0 0,0-2 0 0 0,0 0 0 0 0,0-1 0 0 0,0 0 0 0 0,-1-2 0 0 0,1 0 0 0 0,0-1 0 0 0,-1-1 0 0 0,-30-6 0 0 0,-20-11-4661 0 0,3-10-4230 0 0,41 15 1711 0 0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17:28.9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308 70 2248 0 0,'-8'-26'8186'0'0,"7"23"-7827"0"0,0 0 0 0 0,0 0 0 0 0,0 1 0 0 0,-1-1 1 0 0,1 0-1 0 0,-1 1 0 0 0,0-1 0 0 0,0 1 0 0 0,0-1 1 0 0,0 1-1 0 0,0 0 0 0 0,0 0 0 0 0,-1 0 0 0 0,1 0 1 0 0,-3-2-1 0 0,3 3-163 0 0,-15 0 72 0 0,13 1-245 0 0,1 0 1 0 0,0 0 0 0 0,-1 0-1 0 0,1 1 1 0 0,-1 0-1 0 0,1 0 1 0 0,0 0 0 0 0,-1 0-1 0 0,1 0 1 0 0,0 0-1 0 0,0 1 1 0 0,0 0 0 0 0,-3 2-1 0 0,-33 28 29 0 0,35-28-41 0 0,-10 10 7 0 0,0 1 0 0 0,1 1 0 0 0,1 0-1 0 0,0 1 1 0 0,1 0 0 0 0,-10 22 0 0 0,8-10 15 0 0,1 0 0 0 0,2 0 0 0 0,-10 43 0 0 0,18-64-7 0 0,1 0 0 0 0,0 1 1 0 0,0-1-1 0 0,1 1 0 0 0,0-1 0 0 0,0 1 1 0 0,1-1-1 0 0,0 1 0 0 0,0-1 0 0 0,1 1 1 0 0,1-1-1 0 0,-1 0 0 0 0,1 0 0 0 0,6 11 1 0 0,-6-13 1 0 0,0-1 1 0 0,1 1 0 0 0,0-1 0 0 0,1 1 0 0 0,-1-1-1 0 0,1-1 1 0 0,0 1 0 0 0,0-1 0 0 0,0 0 0 0 0,0 0-1 0 0,1 0 1 0 0,0-1 0 0 0,0 1 0 0 0,0-2 0 0 0,0 1-1 0 0,0-1 1 0 0,1 1 0 0 0,11 1 0 0 0,-9-2 85 0 0,0-1 0 0 0,0 0 1 0 0,1-1-1 0 0,-1 0 0 0 0,0 0 0 0 0,1-1 1 0 0,-1 0-1 0 0,0-1 0 0 0,0 0 1 0 0,0 0-1 0 0,0-1 0 0 0,0 0 0 0 0,-1 0 1 0 0,1-1-1 0 0,9-6 0 0 0,-7 3 100 0 0,0-1 0 0 0,0-1 0 0 0,-1 0-1 0 0,0 0 1 0 0,-1-1 0 0 0,0 0 0 0 0,-1-1-1 0 0,0 0 1 0 0,13-23 0 0 0,-10 14 30 0 0,-1-2 0 0 0,0 0 0 0 0,11-42 1 0 0,-18 52-207 0 0,0 0 0 0 0,-1 1 1 0 0,-1-1-1 0 0,0 0 1 0 0,0 0-1 0 0,-1-1 1 0 0,-1 1-1 0 0,0 0 0 0 0,-4-17 1 0 0,4 24-103 0 0,-1 0 0 0 0,1 1-1 0 0,-1-1 1 0 0,0 0 0 0 0,0 1 0 0 0,0-1 0 0 0,-1 1 0 0 0,1 0-1 0 0,-1 0 1 0 0,0 0 0 0 0,0 0 0 0 0,-1 1 0 0 0,1-1 0 0 0,-1 1-1 0 0,0 0 1 0 0,0 0 0 0 0,0 0 0 0 0,0 0 0 0 0,0 1 0 0 0,-1-1 0 0 0,1 1-1 0 0,-1 1 1 0 0,1-1 0 0 0,-1 0 0 0 0,0 1 0 0 0,0 0 0 0 0,0 0-1 0 0,0 1 1 0 0,-7-1 0 0 0,-3 1-900 0 0,0 1 0 0 0,-1 1-1 0 0,1 0 1 0 0,0 1 0 0 0,0 0 0 0 0,0 2-1 0 0,1-1 1 0 0,-21 11 0 0 0,2 0-3266 0 0,-1 2-2096 0 0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17:36.4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 41 340 0 0,'-4'-7'13961'0'0,"13"5"-13875"0"0,1 0 1 0 0,-1 1 0 0 0,0 0 0 0 0,15 1-1 0 0,15-1 53 0 0,273-24 137 0 0,-308 25-280 0 0,15 0-8 0 0,-17-1 14 0 0,-1 1-1 0 0,1 0 1 0 0,-1 0-1 0 0,1 0 1 0 0,0 0-1 0 0,-1 0 1 0 0,1 0-1 0 0,-1 0 1 0 0,1 0 0 0 0,0 0-1 0 0,-1 1 1 0 0,1-1-1 0 0,-1 1 1 0 0,1-1-1 0 0,-1 1 1 0 0,1 0-1 0 0,-1-1 1 0 0,0 1-1 0 0,1 0 1 0 0,-1 0-1 0 0,0 0 1 0 0,1 0 0 0 0,-1 0-1 0 0,0 0 1 0 0,0 1-1 0 0,0-1 1 0 0,0 0-1 0 0,0 1 1 0 0,1 1-1 0 0,3 11 333 0 0,0 0 1 0 0,-1 0-1 0 0,-1 1 0 0 0,0-1 0 0 0,-1 1 0 0 0,1 27 0 0 0,-1-14-94 0 0,16 159 1677 0 0,36 349 74 0 0,-45-461-1878 0 0,35 378 371 0 0,-11 69-335 0 0,-7-29 26 0 0,7-59-79 0 0,-20-211-66 0 0,-12-198-26 0 0,6 197 180 0 0,-9-195 5 0 0,0 3 3849 0 0,-12-27-3720 0 0,-25 3-325 0 0,0-3 1 0 0,-1-1-1 0 0,1-2 0 0 0,-42-5 1 0 0,24 1-912 0 0,-174-6-4697 0 0,77 7-3855 0 0,87 1 464 0 0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17:23.9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593 81 1880 0 0,'16'-29'10873'0'0,"-15"26"-10499"0"0,-1 0-1 0 0,0 1 0 0 0,-1-1 1 0 0,1 0-1 0 0,0 0 0 0 0,-1 1 1 0 0,0-1-1 0 0,1 1 0 0 0,-1-1 1 0 0,-2-3-1 0 0,2 4-317 0 0,0 1-1 0 0,-1 0 0 0 0,1-1 1 0 0,0 1-1 0 0,-1 0 1 0 0,1 0-1 0 0,-1 0 1 0 0,1 0-1 0 0,-1 0 0 0 0,1 0 1 0 0,-1 0-1 0 0,0 0 1 0 0,1 1-1 0 0,-1-1 1 0 0,0 1-1 0 0,0-1 1 0 0,0 1-1 0 0,1 0 0 0 0,-1-1 1 0 0,-3 1-1 0 0,-26-1 48 0 0,0 2 0 0 0,0 0 0 0 0,0 2 0 0 0,0 2 0 0 0,0 0 0 0 0,1 2 0 0 0,0 2 0 0 0,0 0 0 0 0,-48 24 0 0 0,70-29-96 0 0,0 0 0 0 0,1 1 0 0 0,-1 0-1 0 0,1 0 1 0 0,0 1 0 0 0,0 0 0 0 0,0 0-1 0 0,1 1 1 0 0,0 0 0 0 0,0 0 0 0 0,1 0-1 0 0,0 1 1 0 0,0-1 0 0 0,1 1 0 0 0,0 0-1 0 0,-5 14 1 0 0,4-3 157 0 0,1 0-1 0 0,0 1 1 0 0,2-1 0 0 0,0 1-1 0 0,1-1 1 0 0,3 31 0 0 0,24 457 1210 0 0,-15-104-1128 0 0,-8-206-164 0 0,2 449 64 0 0,-21-352-13 0 0,6-156-79 0 0,-7 76 6 0 0,-47 394 1723 0 0,40-370-636 0 0,24-231-1126 0 0,-1 3 38 0 0,0 1 1 0 0,1-1 0 0 0,0 1 0 0 0,1-1 0 0 0,3 15 0 0 0,-3-22-41 0 0,0 0-1 0 0,0 0 1 0 0,0 1 0 0 0,1-1-1 0 0,0 0 1 0 0,-1 0 0 0 0,1 0-1 0 0,0-1 1 0 0,0 1 0 0 0,1 0-1 0 0,-1-1 1 0 0,1 1 0 0 0,-1-1-1 0 0,1 0 1 0 0,0 0 0 0 0,0 0-1 0 0,0 0 1 0 0,0 0-1 0 0,0-1 1 0 0,5 2 0 0 0,8 3 15 0 0,0-1 1 0 0,1-1-1 0 0,-1 0 1 0 0,28 2-1 0 0,71-2 23 0 0,-92-3-50 0 0,252-4-1139 0 0,-201-2-2703 0 0,124-24 1 0 0,-144 15-2063 0 0,-3-3-3349 0 0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17:24.6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2012 0 0,'10'8'13555'0'0,"-6"-4"-12301"0"0,-2 24-14 0 0,0-1 0 0 0,-5 49-1 0 0,1-38-643 0 0,-2 59 330 0 0,-3 210 210 0 0,6-300 372 0 0</inkml:trace>
</inkml:ink>
</file>

<file path=ppt/ink/ink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17:27.4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188 82 304 0 0,'-24'-9'7411'0'0,"15"5"-5689"0"0,-1 1 0 0 0,0 0 0 0 0,1 0 0 0 0,-13-1 0 0 0,20 3-1656 0 0,-6 8 77 0 0,-2 7-63 0 0,0 0 1 0 0,2 0-1 0 0,-1 1 0 0 0,2 1 0 0 0,0-1 0 0 0,-5 20 1 0 0,3-5 32 0 0,2 0 0 0 0,-6 48 1 0 0,12-69-83 0 0,0 0 0 0 0,1 0 1 0 0,0 0-1 0 0,1 0 1 0 0,0 0-1 0 0,0 1 1 0 0,1-1-1 0 0,0-1 1 0 0,0 1-1 0 0,6 12 1 0 0,-6-17-10 0 0,0 0 1 0 0,0 0 0 0 0,1-1 0 0 0,-1 1 0 0 0,1 0-1 0 0,0-1 1 0 0,0 0 0 0 0,0 0 0 0 0,0 1 0 0 0,1-2 0 0 0,-1 1-1 0 0,1 0 1 0 0,0-1 0 0 0,0 0 0 0 0,0 0 0 0 0,0 0-1 0 0,0 0 1 0 0,0-1 0 0 0,0 1 0 0 0,1-1 0 0 0,-1 0 0 0 0,9 0-1 0 0,1 0 7 0 0,-1 0 1 0 0,1-1-1 0 0,0-1 0 0 0,-1-1 0 0 0,1 0 0 0 0,-1 0 0 0 0,1-2 1 0 0,-1 1-1 0 0,0-2 0 0 0,0 0 0 0 0,-1 0 0 0 0,0-1 0 0 0,16-10 1 0 0,-18 9 15 0 0,0 0 0 0 0,0 0 1 0 0,-1-1-1 0 0,0-1 1 0 0,-1 0-1 0 0,0 0 0 0 0,0 0 1 0 0,-1-1-1 0 0,0 0 1 0 0,0-1-1 0 0,-1 1 0 0 0,-1-1 1 0 0,0-1-1 0 0,0 1 1 0 0,3-13-1 0 0,-5 10-11 0 0,0 0 0 0 0,-1 0-1 0 0,0 0 1 0 0,-1-1 0 0 0,-1 1 0 0 0,0 0-1 0 0,-1 0 1 0 0,0 0 0 0 0,-2 0 0 0 0,-3-14-1 0 0,5 22-34 0 0,-1 0 0 0 0,0 0 0 0 0,-1 0-1 0 0,1 0 1 0 0,-1 0 0 0 0,-1 1-1 0 0,1 0 1 0 0,-1-1 0 0 0,1 1-1 0 0,-2 0 1 0 0,1 1 0 0 0,0-1-1 0 0,-1 1 1 0 0,0 0 0 0 0,0 0 0 0 0,0 0-1 0 0,0 1 1 0 0,-1 0 0 0 0,0 0-1 0 0,1 0 1 0 0,-1 1 0 0 0,0 0-1 0 0,0 0 1 0 0,-10-2 0 0 0,8 3-176 0 0,0 0 0 0 0,0 1-1 0 0,0-1 1 0 0,0 2 0 0 0,-1-1 0 0 0,1 1 0 0 0,0 0 0 0 0,0 1 0 0 0,0 0 0 0 0,-7 3 0 0 0,14-5 63 0 0,0 1 1 0 0,1-1-1 0 0,-1 0 1 0 0,1 0-1 0 0,-1 1 1 0 0,0-1-1 0 0,1 1 0 0 0,-1-1 1 0 0,1 0-1 0 0,-1 1 1 0 0,1-1-1 0 0,-1 1 1 0 0,1-1-1 0 0,0 1 1 0 0,-1 0-1 0 0,1-1 1 0 0,0 1-1 0 0,-1-1 1 0 0,1 1-1 0 0,0 0 1 0 0,0-1-1 0 0,-1 1 1 0 0,1 0-1 0 0,0-1 1 0 0,0 1-1 0 0,0 0 1 0 0,0-1-1 0 0,0 1 1 0 0,0 0-1 0 0,0-1 1 0 0,0 2-1 0 0,0-1-160 0 0,1 0 0 0 0,-1 0-1 0 0,1-1 1 0 0,-1 1 0 0 0,0 0 0 0 0,1 0 0 0 0,-1-1-1 0 0,1 1 1 0 0,0 0 0 0 0,1 0-548 0 0,-2 0 547 0 0,1-1 1 0 0,0 1 0 0 0,-1-1 0 0 0,1 1 0 0 0,0-1-1 0 0,0 0 1 0 0,0 1 0 0 0,-1-1 0 0 0,1 0 0 0 0,0 0 0 0 0,0 1-1 0 0,0-1 1 0 0,1 0 0 0 0,17 1-4118 0 0</inkml:trace>
</inkml:ink>
</file>

<file path=ppt/ink/ink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9:52.1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12 784 0 0,'-4'7'12211'0'0,"55"-9"-12097"0"0,-17-1-89 0 0,-11 2-22 0 0,-1-1 1 0 0,24-5-1 0 0,-43 6-11 0 0,12 1 23 0 0,16-1 713 0 0,-17 0-1912 0 0</inkml:trace>
</inkml:ink>
</file>

<file path=ppt/ink/ink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9:52.8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 21 1452 0 0,'-20'16'13684'0'0,"195"-28"-13342"0"0,-50 1-313 0 0,15 2-23 0 0,-138 8-4 0 0,14 1 2 0 0,-13 0-10 0 0,39-3 102 0 0,-40 3 120 0 0</inkml:trace>
</inkml:ink>
</file>

<file path=ppt/ink/ink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9:53.3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 5 200 0 0,'-2'0'2594'0'0,"-2"0"-2350"0"0,-18 3 3532 0 0,22-3-3710 0 0,0 1 1 0 0,0-1-1 0 0,1 0 1 0 0,-1 0 0 0 0,0 0-1 0 0,0 0 1 0 0,0 0-1 0 0,1 0 1 0 0,-1 1-1 0 0,0-1 1 0 0,0 0-1 0 0,0 0 1 0 0,0 0-1 0 0,1 0 1 0 0,-1 1-1 0 0,0-1 1 0 0,0 0-1 0 0,0 0 1 0 0,0 0-1 0 0,0 1 1 0 0,0-1-1 0 0,0 0 1 0 0,1 0-1 0 0,-1 1 1 0 0,0-1 0 0 0,0 0-1 0 0,0 0 1 0 0,0 0-1 0 0,0 1 1 0 0,0-1-1 0 0,0 0 1 0 0,0 0-1 0 0,0 1 1 0 0,0-1-1 0 0,0 0 1 0 0,-1 0-1 0 0,1 1 1 0 0,0-1-1 0 0,0 0 1 0 0,0 0-1 0 0,0 0 1 0 0,0 1-1 0 0,0-1 1 0 0,0 0-1 0 0,-1 0 1 0 0,1 0 0 0 0,0 1-1 0 0,0-1 1 0 0,0 0-1 0 0,0 0 1 0 0,-1 0-1 0 0,1 0 1 0 0,0 0-1 0 0,0 1 1 0 0,0-1-1 0 0,-1 0 1 0 0,1 0-1 0 0,0 0 1 0 0,0 0-1 0 0,-1 0 1 0 0,1 0-1 0 0,0 0 1 0 0,0 0-1 0 0,-1 0 1 0 0,1 0 0 0 0,0 0-1 0 0,6 1-2 0 0,1 0 0 0 0,0 0 0 0 0,0-1 1 0 0,1 0-1 0 0,-1 0 0 0 0,7-2 0 0 0,-6 2-28 0 0,90-5 138 0 0,115-2 54 0 0,-210 7-120 0 0,0 0 16 0 0,11-1-12 0 0,-11 1-18 0 0,8-1 301 0 0,16-4-5280 0 0</inkml:trace>
</inkml:ink>
</file>

<file path=ppt/ink/ink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17:25.5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99 2196 0 0,'0'0'13431'0'0,"-10"-7"-10681"0"0,11 3-2701 0 0,0 0-1 0 0,1 1 1 0 0,0-1-1 0 0,0 1 1 0 0,0-1-1 0 0,0 1 1 0 0,0-1-1 0 0,1 1 1 0 0,-1 0-1 0 0,1 0 1 0 0,0 0-1 0 0,0 1 1 0 0,0-1-1 0 0,0 1 1 0 0,6-4-1 0 0,2 0-41 0 0,0 0 0 0 0,0 0-1 0 0,21-6 1 0 0,-29 10-11 0 0,0 1 1 0 0,1 0 0 0 0,-1 0-1 0 0,0 0 1 0 0,1 0 0 0 0,-1 1 0 0 0,1-1-1 0 0,-1 1 1 0 0,1 0 0 0 0,-1 0-1 0 0,1 1 1 0 0,-1-1 0 0 0,1 0-1 0 0,-1 1 1 0 0,0 0 0 0 0,1 0-1 0 0,-1 0 1 0 0,0 0 0 0 0,1 1-1 0 0,-1-1 1 0 0,0 1 0 0 0,0 0-1 0 0,0 0 1 0 0,-1 0 0 0 0,1 0-1 0 0,4 4 1 0 0,-4-2 5 0 0,0 1 0 0 0,-1 0 0 0 0,1-1 0 0 0,-1 1 0 0 0,0 0 0 0 0,0 0-1 0 0,0 0 1 0 0,0 0 0 0 0,-1 1 0 0 0,0-1 0 0 0,0 0 0 0 0,-1 0 0 0 0,0 1 0 0 0,1-1 0 0 0,-2 1 0 0 0,0 6-1 0 0,-2 11 9 0 0,-2-1 0 0 0,0 1 0 0 0,-1-1-1 0 0,-2 0 1 0 0,0 0 0 0 0,-21 38-1 0 0,-83 115 227 0 0,76-121 851 0 0,35-52-959 0 0,0 2 67 0 0,2 1 134 0 0,14-6-285 0 0,75-17-2 0 0,74-9-22 0 0,-75 16 12 0 0,-36 3-32 0 0,-51 8 11 0 0,45-7-1587 0 0,-45 7 586 0 0,12-5-4368 0 0</inkml:trace>
</inkml:ink>
</file>

<file path=ppt/ink/ink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17:27.7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24 108 832 0 0,'-8'-6'7615'0'0,"-5"-9"-1506"0"0,13 14-6037 0 0,0 1 0 0 0,-1 0 0 0 0,1-1 1 0 0,0 1-1 0 0,0 0 0 0 0,0-1 0 0 0,-1 1 0 0 0,1-1 0 0 0,0 1 0 0 0,0 0 1 0 0,0-1-1 0 0,0 1 0 0 0,0-1 0 0 0,0 1 0 0 0,0-1 0 0 0,0 1 1 0 0,0 0-1 0 0,0-1 0 0 0,0 1 0 0 0,0-1 0 0 0,0 1 0 0 0,0 0 0 0 0,0-1 1 0 0,0 1-1 0 0,0-1 0 0 0,1 1 0 0 0,-1 0 0 0 0,0-1 0 0 0,0 1 0 0 0,0-1 1 0 0,1 1-1 0 0,-1 0 0 0 0,0-1 0 0 0,1 1 0 0 0,-1 0 0 0 0,0 0 0 0 0,1-1 1 0 0,-1 1-1 0 0,0 0 0 0 0,1 0 0 0 0,-1-1 0 0 0,1 1 0 0 0,36-15-220 0 0,1 1-1 0 0,58-12 0 0 0,-49 14-3733 0 0,-37 10 1434 0 0,-3 0 1440 0 0</inkml:trace>
</inkml:ink>
</file>

<file path=ppt/ink/ink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17:28.3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106 1 688 0 0,'-3'0'1950'0'0,"-11"3"653"0"0,12-3-2341 0 0,-1 0 0 0 0,0 0 0 0 0,1 1 0 0 0,-1 0 0 0 0,0-1 0 0 0,1 1 0 0 0,-1 0 0 0 0,1 0 0 0 0,0 0 0 0 0,-1 0 0 0 0,1 1 1 0 0,0-1-1 0 0,-1 1 0 0 0,1-1 0 0 0,0 1 0 0 0,0 0 0 0 0,0 0 0 0 0,1 0 0 0 0,-1 0 0 0 0,0 0 0 0 0,1 0 0 0 0,-3 3 0 0 0,-2 8-47 0 0,1-1-1 0 0,0 0 0 0 0,1 1 0 0 0,0 0 0 0 0,1 0 0 0 0,-2 16 0 0 0,3-20-128 0 0,1 0 0 0 0,1 1 0 0 0,0-1 0 0 0,0 1 0 0 0,0-1 0 0 0,2 1 0 0 0,-1-1 0 0 0,1 0 0 0 0,4 13 0 0 0,-5-21-70 0 0,-1 0 0 0 0,1 0 0 0 0,0 0 0 0 0,0-1 0 0 0,0 1 0 0 0,-1 0 1 0 0,1 0-1 0 0,0 0 0 0 0,0-1 0 0 0,0 1 0 0 0,0 0 0 0 0,1-1 1 0 0,-1 1-1 0 0,0-1 0 0 0,0 1 0 0 0,0-1 0 0 0,0 0 0 0 0,1 0 0 0 0,-1 1 1 0 0,0-1-1 0 0,0 0 0 0 0,0 0 0 0 0,1 0 0 0 0,-1 0 0 0 0,2-1 0 0 0,30-4 63 0 0,-30 4-85 0 0,39-9 48 0 0,-14 3-53 0 0,-1 0 1 0 0,1 2 0 0 0,1 1 0 0 0,42 0-1 0 0,-65 4 26 0 0,1 0 0 0 0,0 1-1 0 0,0 0 1 0 0,0 0-1 0 0,-1 0 1 0 0,1 1 0 0 0,-1 0-1 0 0,1 1 1 0 0,-1-1-1 0 0,0 1 1 0 0,0 1 0 0 0,0-1-1 0 0,0 1 1 0 0,-1 0 0 0 0,1 0-1 0 0,-1 0 1 0 0,0 1-1 0 0,0 0 1 0 0,-1 0 0 0 0,1 0-1 0 0,-1 1 1 0 0,0-1-1 0 0,-1 1 1 0 0,4 7 0 0 0,-4-8 218 0 0,-1 2 0 0 0,1-1 0 0 0,-1 0 0 0 0,0 0 0 0 0,-1 0 0 0 0,0 1 0 0 0,0-1 0 0 0,0 1 0 0 0,-1-1 0 0 0,0 1 0 0 0,0-1 0 0 0,0 1 0 0 0,-1-1 0 0 0,0 1 0 0 0,0-1-1 0 0,-1 1 1 0 0,0-1 0 0 0,0 0 0 0 0,0 0 0 0 0,-1 0 0 0 0,0 0 0 0 0,0 0 0 0 0,-1-1 0 0 0,-5 8 0 0 0,3-5 32 0 0,-1-1 0 0 0,1 0-1 0 0,-2 0 1 0 0,1-1-1 0 0,0 0 1 0 0,-1 0-1 0 0,0-1 1 0 0,-1 0-1 0 0,1 0 1 0 0,-1-1 0 0 0,0 0-1 0 0,0-1 1 0 0,0 0-1 0 0,0 0 1 0 0,-1-1-1 0 0,-10 2 1 0 0,9-4-123 0 0,1 0-1 0 0,0 0 1 0 0,0-1 0 0 0,0 0-1 0 0,0-1 1 0 0,-13-3 0 0 0,-56-22-2329 0 0,64 21 300 0 0</inkml:trace>
</inkml:ink>
</file>

<file path=ppt/ink/ink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9:54.8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 1 1304 0 0,'0'0'4729'0'0,"-22"8"3879"0"0,19-5-8440 0 0,-4 3 1891 0 0,15-3-1872 0 0,-6-3-186 0 0,25 2-7 0 0,107 4-23 0 0,-26-2 18 0 0,-58-4 43 0 0,15 2 100 0 0,-62-2-170 0 0,-30 3-11133 0 0</inkml:trace>
</inkml:ink>
</file>

<file path=ppt/ink/ink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9:55.2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 28 640 0 0,'-15'4'5457'0'0,"12"-3"-5191"0"0,-20 3 2871 0 0,16 0-1106 0 0,7-4-1991 0 0,0 1 0 0 0,0-1 0 0 0,0 0 0 0 0,0 0 0 0 0,0 0 0 0 0,0 0 0 0 0,0 0 0 0 0,0 1 0 0 0,0-1 0 0 0,0 0 0 0 0,0 0 0 0 0,0 0 0 0 0,0 0 0 0 0,0 0 0 0 0,0 1 0 0 0,0-1 0 0 0,0 0 0 0 0,0 0 0 0 0,0 0 0 0 0,0 0 0 0 0,0 0 0 0 0,0 1 0 0 0,0-1 0 0 0,0 0 0 0 0,0 0 0 0 0,0 0 0 0 0,1 0 0 0 0,-1 0 0 0 0,0 0 0 0 0,0 0 0 0 0,0 1 0 0 0,0-1 0 0 0,0 0 0 0 0,0 0 0 0 0,0 0 0 0 0,1 0 0 0 0,-1 0 0 0 0,0 0 0 0 0,0 0 0 0 0,0 0 0 0 0,0 0 0 0 0,1 0 0 0 0,3 1-9 0 0,0 0 0 0 0,0 0 1 0 0,1 0-1 0 0,-1-1 1 0 0,1 0-1 0 0,-1 0 1 0 0,0 0-1 0 0,1-1 1 0 0,6-1-1 0 0,5 1-15 0 0,302-20 302 0 0,-300 21-235 0 0,-7-1-46 0 0,0 1 0 0 0,0-1 0 0 0,0-1 0 0 0,13-3 0 0 0,-22 4-27 0 0,3 0-314 0 0,0 0 0 0 0,0 0 0 0 0,0 0 0 0 0,0-1 0 0 0,5-2 0 0 0,5 0-5629 0 0</inkml:trace>
</inkml:ink>
</file>

<file path=ppt/ink/ink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0:12.0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171 245 864 0 0,'4'-6'11614'0'0,"-7"42"-10897"0"0,-2 0 0 0 0,-1 0 0 0 0,-2-1-1 0 0,-17 50 1 0 0,7-25-374 0 0,-80 260 369 0 0,86-294 3002 0 0,13-38-3584 0 0,8-41 59 0 0,2 1 0 0 0,25-71 1 0 0,-22 76-195 0 0,28-89-101 0 0,106-234 0 0 0,-108 296-36 0 0,-39 72 135 0 0,-1 2 10 0 0,1 0 0 0 0,-1-1-1 0 0,0 1 1 0 0,1 0 0 0 0,-1 0 0 0 0,1-1-1 0 0,-1 1 1 0 0,1 0 0 0 0,-1 0-1 0 0,1-1 1 0 0,-1 1 0 0 0,1 0 0 0 0,-1 0-1 0 0,1 0 1 0 0,-1 0 0 0 0,1 0-1 0 0,-1 0 1 0 0,1 0 0 0 0,0 0 0 0 0,-1 0-1 0 0,1 0 1 0 0,-1 0 0 0 0,1 0-1 0 0,-1 0 1 0 0,1 1 0 0 0,-1-1 0 0 0,1 0-1 0 0,-1 0 1 0 0,1 1 0 0 0,-1-1-1 0 0,1 0 1 0 0,-1 0 0 0 0,0 1 0 0 0,1-1-1 0 0,-1 1 1 0 0,1-1 0 0 0,-1 0-1 0 0,0 1 1 0 0,1-1 0 0 0,-1 1 0 0 0,1 0-1 0 0,2 5 22 0 0,0 1-1 0 0,0-1 0 0 0,-1 1 1 0 0,0 0-1 0 0,0 0 0 0 0,-1 0 1 0 0,1 0-1 0 0,-1 10 0 0 0,2 62 78 0 0,-3-75-98 0 0,0 220 342 0 0,-8 251 365 0 0</inkml:trace>
</inkml:ink>
</file>

<file path=ppt/ink/ink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0:12.4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38 104 1964 0 0,'-38'23'14908'0'0,"56"-27"-14502"0"0,0-1 0 0 0,0 0 0 0 0,27-13-1 0 0,-17 6-289 0 0,155-53 259 0 0,-141 53-19 0 0,-40 11-303 0 0,1-3 1219 0 0</inkml:trace>
</inkml:ink>
</file>

<file path=ppt/ink/ink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0:13.0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47 1336 0 0,'13'-46'20332'0'0,"-12"46"-20153"0"0,3 14 1102 0 0,0 28-1164 0 0,-28 380 1373 0 0,19-367-1383 0 0,2-19 740 0 0,1-22-2020 0 0</inkml:trace>
</inkml:ink>
</file>

<file path=ppt/ink/ink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0:13.3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66 2436 0 0,'31'-66'17832'0'0,"-24"92"-14787"0"0,-12 119 790 0 0,-13 79-2654 0 0,10-132-895 0 0,7-75-386 0 0,-1 2 199 0 0,2-3-6690 0 0,7-30 726 0 0</inkml:trace>
</inkml:ink>
</file>

<file path=ppt/ink/ink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0:13.6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14 129 700 0 0,'-13'-43'24745'0'0,"14"39"-24048"0"0,15 2 311 0 0,28-4-505 0 0,69-19 0 0 0,-7-5-3549 0 0,-52 14-1724 0 0,-38 14 2225 0 0</inkml:trace>
</inkml:ink>
</file>

<file path=ppt/ink/ink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0:13.9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111 0 1348 0 0,'-33'23'6758'0'0,"-17"13"3824"0"0,24-8-6640 0 0,26-28-3907 0 0,0 1-1 0 0,-1 0 1 0 0,1-1 0 0 0,0 1-1 0 0,0 0 1 0 0,-1 0-1 0 0,1-1 1 0 0,0 1 0 0 0,0 0-1 0 0,0-1 1 0 0,0 1 0 0 0,0 0-1 0 0,0 0 1 0 0,0-1 0 0 0,0 1-1 0 0,1 0 1 0 0,-1 0-1 0 0,0-1 1 0 0,0 1 0 0 0,0 0-1 0 0,1-1 1 0 0,-1 1 0 0 0,0 0-1 0 0,1-1 1 0 0,-1 1-1 0 0,1-1 1 0 0,-1 1 0 0 0,1 0-1 0 0,-1-1 1 0 0,1 1 0 0 0,-1-1-1 0 0,1 1 1 0 0,-1-1-1 0 0,1 0 1 0 0,0 1 0 0 0,-1-1-1 0 0,1 0 1 0 0,0 1 0 0 0,-1-1-1 0 0,1 0 1 0 0,0 0 0 0 0,-1 1-1 0 0,1-1 1 0 0,1 0-1 0 0,31 8 230 0 0,4-5-1148 0 0,-1-2 0 0 0,57-6 0 0 0,15-11-10184 0 0,-77 10 2740 0 0</inkml:trace>
</inkml:ink>
</file>

<file path=ppt/ink/ink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0:15.5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1464 0 0,'0'0'9745'0'0,"9"10"-6912"0"0,-2-6-2223 0 0,0-1 1 0 0,1 0-1 0 0,-1 0 0 0 0,1-1 0 0 0,9 3 1 0 0,-2-3-352 0 0,0 0 1 0 0,0-1 0 0 0,1-1 0 0 0,17-1-1 0 0,-4 0-193 0 0,-14 1-269 0 0,0-1-1 0 0,0-1 1 0 0,25-5-1 0 0,-38 6-571 0 0</inkml:trace>
</inkml:ink>
</file>

<file path=ppt/ink/ink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0:15.7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 35 1528 0 0,'3'-35'16234'0'0,"-13"223"-9205"0"0,2-23-5908 0 0,4-88-3011 0 0,4-26-5625 0 0,0-51 7361 0 0</inkml:trace>
</inkml:ink>
</file>

<file path=ppt/ink/ink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0:16.0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111 72 776 0 0,'7'-17'6941'0'0,"7"-30"0"0"0,-13 47-6802 0 0,-1-1 0 0 0,0 1 0 0 0,1-1-1 0 0,-1 1 1 0 0,0-1 0 0 0,1 1 0 0 0,-1 0 0 0 0,1-1 0 0 0,-1 1 0 0 0,0 0-1 0 0,1-1 1 0 0,-1 1 0 0 0,1 0 0 0 0,-1-1 0 0 0,1 1 0 0 0,-1 0 0 0 0,1 0-1 0 0,-1-1 1 0 0,1 1 0 0 0,0 0 0 0 0,-1 0 0 0 0,1 0 0 0 0,-1 0 0 0 0,1 0-1 0 0,-1 0 1 0 0,1 0 0 0 0,0 0 0 0 0,-1 0 0 0 0,1 0 0 0 0,-1 0 0 0 0,1 0-1 0 0,-1 0 1 0 0,1 1 0 0 0,-1-1 0 0 0,1 0 0 0 0,-1 0 0 0 0,1 1 0 0 0,-1-1-1 0 0,1 0 1 0 0,-1 1 0 0 0,1-1 0 0 0,-1 0 0 0 0,1 2 0 0 0,0-2-276 0 0,6 4 719 0 0,-1 0 0 0 0,0 1 1 0 0,0 0-1 0 0,-1 0 1 0 0,0 0-1 0 0,0 1 1 0 0,8 10-1 0 0,-1 1 352 0 0,14 28 0 0 0,-13-19-674 0 0,-2 0 0 0 0,-1 1 0 0 0,-1 0 0 0 0,-1 1 0 0 0,-1 0 0 0 0,-2 0 0 0 0,-1 0 0 0 0,-1 0 0 0 0,-1 43 0 0 0,-4-35-547 0 0,-1-1 0 0 0,-2 0 0 0 0,-1 0 1 0 0,-2-1-1 0 0,-2 1 0 0 0,-1-2 1 0 0,-19 42-1 0 0,17-47-761 0 0,-1 0 0 0 0,-2-2 0 0 0,0 0 0 0 0,-31 37 0 0 0,33-48-1127 0 0,0 0 0 0 0,-1-1 0 0 0,-1-1 0 0 0,-26 18-1 0 0,7-11-6768 0 0</inkml:trace>
</inkml:ink>
</file>

<file path=ppt/ink/ink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0:16.3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111 34 2408 0 0,'-25'-33'11772'0'0,"25"33"-11652"0"0,-1 0-1 0 0,1 0 1 0 0,0 0 0 0 0,-1-1 0 0 0,1 1-1 0 0,0 0 1 0 0,-1 0 0 0 0,1 0 0 0 0,0 0-1 0 0,0 0 1 0 0,-1 0 0 0 0,0 0 0 0 0,-2 11 546 0 0,0 0 0 0 0,1 0 1 0 0,0 1-1 0 0,1-1 1 0 0,0 14-1 0 0,-3 22 332 0 0,-4 4-256 0 0,-46 380 1148 0 0,52-400-2087 0 0,2 0 0 0 0,1 0-1 0 0,1 1 1 0 0,1-1 0 0 0,13 47 0 0 0,-13-67-216 0 0,1 0 1 0 0,0 0-1 0 0,1-1 0 0 0,0 0 1 0 0,0 0-1 0 0,1 0 0 0 0,0-1 1 0 0,9 10-1 0 0,-10-14-224 0 0,1 1-1 0 0,0-1 1 0 0,0 0-1 0 0,0-1 1 0 0,0 1 0 0 0,1-1-1 0 0,-1 0 1 0 0,1-1-1 0 0,0 0 1 0 0,0 0-1 0 0,1 0 1 0 0,-1-1 0 0 0,9 2-1 0 0,17 0-6502 0 0</inkml:trace>
</inkml:ink>
</file>

<file path=ppt/ink/ink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0:16.6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 45 152 0 0,'7'-44'18704'0'0,"-8"61"-16221"0"0,-5 78-300 0 0,-6 61-973 0 0,-6-26-1106 0 0,10-41-4659 0 0,7-78 2677 0 0,1 9-5366 0 0</inkml:trace>
</inkml:ink>
</file>

<file path=ppt/ink/ink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0:16.9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85 1840 0 0,'5'-32'17422'0'0,"0"20"-14151"0"0,-5 10-2933 0 0,38 2-45 0 0,0-2 0 0 0,72-14 0 0 0,-108 16-632 0 0,0-1 0 0 0,0 0 0 0 0,0 1 0 0 0,0-1 1 0 0,-1 0-1 0 0,1 0 0 0 0,0-1 0 0 0,-1 1 0 0 0,3-2 1 0 0,2-7-3800 0 0</inkml:trace>
</inkml:ink>
</file>

<file path=ppt/ink/ink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0:17.1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 30 1548 0 0,'-29'-26'14914'0'0,"29"26"-14795"0"0,-1-1 0 0 0,1 1 0 0 0,0 0 1 0 0,-1 0-1 0 0,1-1 0 0 0,0 1 0 0 0,-1 0 1 0 0,1 0-1 0 0,0-1 0 0 0,-1 1 0 0 0,1 0 1 0 0,0 0-1 0 0,-1 0 0 0 0,1 0 0 0 0,-1 0 1 0 0,1 0-1 0 0,0 0 0 0 0,-1-1 1 0 0,1 1-1 0 0,-1 0 0 0 0,1 0 0 0 0,0 0 1 0 0,-1 1-1 0 0,0-1 0 0 0,-1 7 484 0 0,0 0-1 0 0,0 1 0 0 0,0-1 1 0 0,1 1-1 0 0,0 0 1 0 0,1-1-1 0 0,0 1 1 0 0,1 12-1 0 0,-1-4-280 0 0,4 170-680 0 0,2-62-9798 0 0,-6-108 5271 0 0</inkml:trace>
</inkml:ink>
</file>

<file path=ppt/ink/ink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0:17.4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87 2244 0 0,'32'-87'23701'0'0,"-24"100"-20682"0"0,-3 4-2390 0 0,-1 0 0 0 0,0 0-1 0 0,-2 0 1 0 0,1 19 0 0 0,-3 73-807 0 0,-1-53-1134 0 0,-1 84-4899 0 0,-8-47-5475 0 0,5-59 1369 0 0</inkml:trace>
</inkml:ink>
</file>

<file path=ppt/ink/ink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0:19.1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 0 172 0 0,'0'0'11196'0'0,"0"3"-10890"0"0,8 96 2100 0 0,-1-31-1249 0 0,-3 538 4903 0 0,-42-3-3174 0 0,21-383-2285 0 0,11-164-139 0 0,0-5-1909 0 0,5-17-7284 0 0</inkml:trace>
</inkml:ink>
</file>

<file path=ppt/ink/ink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0:26.3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8 151 244 0 0,'-7'-29'23352'0'0,"13"25"-23336"0"0,1 0 1 0 0,0 1-1 0 0,0-1 0 0 0,0 1 1 0 0,1 1-1 0 0,-1-1 0 0 0,15-1 1 0 0,2-3-3 0 0,208-61 292 0 0,-167 48-3090 0 0,-86 35-5378 0 0,-6-3 2272 0 0,12-7 1083 0 0</inkml:trace>
</inkml:ink>
</file>

<file path=ppt/ink/ink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0:26.8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107 0 1128 0 0,'-18'0'5993'0'0,"-10"3"711"0"0,7 9-4626 0 0,16 1-1631 0 0,0 1 1 0 0,0-1-1 0 0,1 1 1 0 0,-3 24-1 0 0,-4 60 106 0 0,10-88-502 0 0,1 58 671 0 0,0-67-680 0 0,1-1 0 0 0,-1 0 0 0 0,0 1 0 0 0,1-1 0 0 0,-1 0-1 0 0,0 1 1 0 0,1-1 0 0 0,-1 0 0 0 0,0 0 0 0 0,1 1 0 0 0,-1-1-1 0 0,1 0 1 0 0,-1 0 0 0 0,0 0 0 0 0,1 1 0 0 0,-1-1 0 0 0,1 0-1 0 0,-1 0 1 0 0,1 0 0 0 0,-1 0 0 0 0,1 0 0 0 0,-1 0 0 0 0,1 0-1 0 0,-1 0 1 0 0,1 0 0 0 0,-1 0 0 0 0,1 0 0 0 0,0-1 0 0 0,18-2 473 0 0,19-16-31 0 0,-29 14-442 0 0,0 0 0 0 0,1 0 0 0 0,0 1-1 0 0,0 0 1 0 0,0 1 0 0 0,1 0 0 0 0,16-3-1 0 0,6 6-65 0 0,-21 4 27 0 0,-3 0-1 0 0,-3-2 14 0 0,0 1-1 0 0,0 0 1 0 0,-1 0-1 0 0,1 1 1 0 0,-1-1-1 0 0,0 1 1 0 0,0 0 0 0 0,0 1-1 0 0,-1-1 1 0 0,1 1-1 0 0,-1 0 1 0 0,0 0-1 0 0,-1 0 1 0 0,1 1-1 0 0,-1-1 1 0 0,0 1 0 0 0,0 0-1 0 0,-1 0 1 0 0,0 0-1 0 0,0 0 1 0 0,0 0-1 0 0,-1 0 1 0 0,2 13-1 0 0,-2-11 133 0 0,-1 0 0 0 0,0 1 0 0 0,0-1 0 0 0,0 0 0 0 0,-1 0 0 0 0,0 1 0 0 0,-1-1-1 0 0,0 0 1 0 0,0 0 0 0 0,-1-1 0 0 0,1 1 0 0 0,-2 0 0 0 0,1-1 0 0 0,-1 0-1 0 0,0 0 1 0 0,-1 0 0 0 0,0 0 0 0 0,-6 6 0 0 0,6-8 59 0 0,0 0-1 0 0,-1 0 1 0 0,0-1-1 0 0,0 0 1 0 0,0 0 0 0 0,0 0-1 0 0,-1-1 1 0 0,1 0 0 0 0,-1 0-1 0 0,0 0 1 0 0,0-1-1 0 0,-7 1 1 0 0,1-1-42 0 0,1-1-1 0 0,-1 0 1 0 0,0-1-1 0 0,0-1 1 0 0,0 0-1 0 0,-15-3 1 0 0,-18-8-219 0 0,17-2-3479 0 0</inkml:trace>
</inkml:ink>
</file>

<file path=ppt/ink/ink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0:28.5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1 102 1396 0 0,'31'-87'14786'0'0,"-30"86"-14128"0"0,3-8 1181 0 0,-2 4-619 0 0,1 16-418 0 0,-1 5-292 0 0,-1 0 0 0 0,0 1 0 0 0,-2-1 0 0 0,0 0 0 0 0,0 1 0 0 0,-6 22 1 0 0,0 4-40 0 0,-11 111 355 0 0,17-148-790 0 0,0 0-9 0 0,1-1 0 0 0,0 1 0 0 0,0-1 0 0 0,0 1 0 0 0,1 5 0 0 0,-1-10-22 0 0,1 0 0 0 0,-1 1 0 0 0,0-1 0 0 0,0 0-1 0 0,1 0 1 0 0,-1 0 0 0 0,1 0 0 0 0,-1 0 0 0 0,1 0 0 0 0,-1 0-1 0 0,1 0 1 0 0,0 0 0 0 0,0 0 0 0 0,-1 0 0 0 0,1-1 0 0 0,0 1 0 0 0,0 0-1 0 0,0 0 1 0 0,0-1 0 0 0,0 1 0 0 0,0-1 0 0 0,0 1 0 0 0,0-1-1 0 0,0 1 1 0 0,0-1 0 0 0,0 1 0 0 0,0-1 0 0 0,0 0 0 0 0,0 0-1 0 0,0 1 1 0 0,1-1 0 0 0,1 0 0 0 0,9-1-81 0 0,0-1-1 0 0,-1 0 1 0 0,1 0 0 0 0,0-1 0 0 0,-1 0-1 0 0,0-1 1 0 0,0-1 0 0 0,0 0-1 0 0,0 0 1 0 0,0-1 0 0 0,-1 0-1 0 0,0-1 1 0 0,-1 0 0 0 0,0 0-1 0 0,0-1 1 0 0,0-1 0 0 0,-1 1 0 0 0,0-1-1 0 0,12-19 1 0 0,-16 22 173 0 0,-1 0 0 0 0,1 0 0 0 0,-1-1 1 0 0,-1 1-1 0 0,1-1 0 0 0,-1 0 0 0 0,0 1 0 0 0,-1-1 0 0 0,0 0 1 0 0,0 0-1 0 0,0-11 0 0 0,-1 16 309 0 0,-3-22 3032 0 0,1 27-3313 0 0,0 0 0 0 0,0 1 0 0 0,0-1 0 0 0,0 1 0 0 0,1-1 0 0 0,-1 1 0 0 0,1 0 0 0 0,0-1 0 0 0,0 1-1 0 0,0 0 1 0 0,0 4 0 0 0,-3 51 1645 0 0,3-49-1683 0 0,-2 52-87 0 0,-5 241 0 0 0,8-289 0 0 0,0-4 0 0 0,0 1 0 0 0,-2-3-16 0 0,2-6-279 0 0</inkml:trace>
</inkml:ink>
</file>

<file path=ppt/ink/ink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0:27.4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121 169 2236 0 0,'4'-14'6697'0'0,"-3"12"-5835"0"0,0 0 1 0 0,0-1 0 0 0,-1 1-1 0 0,1 0 1 0 0,-1-1 0 0 0,-4-15 7016 0 0,3 18-7806 0 0,-11 15 11 0 0,-2 10 50 0 0,2 0 0 0 0,0 0 1 0 0,1 1-1 0 0,2 1 0 0 0,1 0 1 0 0,1 0-1 0 0,1 1 0 0 0,1-1 1 0 0,0 30-1 0 0,4-48-115 0 0,1 0-1 0 0,1 0 1 0 0,0 0-1 0 0,0 0 1 0 0,1 0-1 0 0,5 16 1 0 0,-6-22-3 0 0,0 0 0 0 0,0 0 0 0 0,1 0 0 0 0,-1 0 0 0 0,1 0 0 0 0,0 0 0 0 0,-1 0 0 0 0,1 0 0 0 0,1-1 0 0 0,-1 1 0 0 0,0-1 0 0 0,1 0 0 0 0,-1 1 0 0 0,1-1 0 0 0,0 0 0 0 0,-1-1 0 0 0,1 1 0 0 0,0 0 0 0 0,0-1 0 0 0,5 2 0 0 0,-3-2 3 0 0,0 0 0 0 0,0-1 1 0 0,-1 0-1 0 0,1 0 1 0 0,0-1-1 0 0,0 1 0 0 0,-1-1 1 0 0,1 0-1 0 0,0 0 1 0 0,-1-1-1 0 0,1 1 1 0 0,-1-1-1 0 0,6-3 0 0 0,0 0 14 0 0,0 0 0 0 0,0-2 0 0 0,-1 1 0 0 0,11-9 0 0 0,-3-2-10 0 0,0 0 0 0 0,-1-2 0 0 0,0 1-1 0 0,-2-2 1 0 0,0 0 0 0 0,13-26 0 0 0,-18 28 121 0 0,-1 0-1 0 0,0-1 1 0 0,-1 1 0 0 0,-1-1 0 0 0,-1-1-1 0 0,-1 1 1 0 0,4-40 0 0 0,-8 52-129 0 0,0 0 0 0 0,0 1 1 0 0,0-1-1 0 0,-1 0 1 0 0,0 1-1 0 0,-1-1 0 0 0,0 1 1 0 0,0-1-1 0 0,0 1 1 0 0,0 0-1 0 0,-1 0 0 0 0,0 0 1 0 0,0 0-1 0 0,-1 0 1 0 0,0 1-1 0 0,0-1 0 0 0,0 1 1 0 0,-1 0-1 0 0,1 0 0 0 0,-1 1 1 0 0,0-1-1 0 0,-1 1 1 0 0,1 0-1 0 0,-1 1 0 0 0,0-1 1 0 0,0 1-1 0 0,0 0 1 0 0,0 1-1 0 0,0-1 0 0 0,0 1 1 0 0,-1 0-1 0 0,0 1 0 0 0,1 0 1 0 0,-1 0-1 0 0,1 0 1 0 0,-8 1-1 0 0,4 0-409 0 0,-1 0 0 0 0,1 0 1 0 0,0 1-1 0 0,0 1 0 0 0,0 0 0 0 0,0 0 0 0 0,0 1 0 0 0,0 0 1 0 0,1 1-1 0 0,-1 0 0 0 0,1 1 0 0 0,-16 10 0 0 0,14-7-1508 0 0,0 0 0 0 0,1 1-1 0 0,0 0 1 0 0,0 1 0 0 0,-12 17 0 0 0,6-7-5430 0 0</inkml:trace>
</inkml:ink>
</file>

<file path=ppt/ink/ink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0:29.2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75 119 1392 0 0,'0'0'2399'0'0,"-3"-25"8197"0"0,3 3-6310 0 0,0 19-3496 0 0,1-11 814 0 0,2 9-1527 0 0,1 1 1 0 0,0 0 0 0 0,0 0-1 0 0,0 0 1 0 0,0 0 0 0 0,1 1-1 0 0,-1 0 1 0 0,1 0 0 0 0,0 0-1 0 0,0 0 1 0 0,0 1 0 0 0,0 0 0 0 0,1 0-1 0 0,-1 0 1 0 0,1 1 0 0 0,-1-1-1 0 0,1 1 1 0 0,5 0 0 0 0,-3 0-80 0 0,-1 1 0 0 0,1-1 1 0 0,0 1-1 0 0,-1 0 1 0 0,1 1-1 0 0,0 0 0 0 0,-1 0 1 0 0,1 1-1 0 0,-1 0 1 0 0,1 0-1 0 0,-1 1 0 0 0,0 0 1 0 0,8 4-1 0 0,-9-3 4 0 0,-1 0-1 0 0,1 0 1 0 0,-1 0 0 0 0,0 0 0 0 0,0 1-1 0 0,-1 0 1 0 0,1 0 0 0 0,-1 0-1 0 0,4 7 1 0 0,-6-8 2 0 0,0 0 0 0 0,0 0 0 0 0,-1 0 0 0 0,1 0 0 0 0,-1 1 0 0 0,0-1 0 0 0,-1 0 0 0 0,1 1 0 0 0,-1-1 0 0 0,0 0 0 0 0,0 1 0 0 0,0-1 0 0 0,0 1 0 0 0,-1-1 0 0 0,-1 6 0 0 0,-3 12 69 0 0,-2-1 1 0 0,0 0 0 0 0,-19 37 0 0 0,-3-13 3026 0 0,22-39-2531 0 0,11-7-582 0 0,-1 0-1 0 0,1 0 1 0 0,-1 0-1 0 0,1 0 1 0 0,0 1-1 0 0,-1-1 1 0 0,1 1-1 0 0,0 0 1 0 0,-1 0 0 0 0,1 1-1 0 0,0-1 1 0 0,-1 1-1 0 0,1-1 1 0 0,0 1-1 0 0,-1 0 1 0 0,1 1-1 0 0,-1-1 1 0 0,0 1-1 0 0,1-1 1 0 0,-1 1-1 0 0,4 3 1 0 0,2 0 31 0 0,-1 0 0 0 0,-1 1 0 0 0,1-1 0 0 0,-1 2 0 0 0,0-1 1 0 0,-1 1-1 0 0,11 13 0 0 0,-14-16 142 0 0,-1 1 0 0 0,0-1 0 0 0,0 0 0 0 0,0 1 0 0 0,0-1-1 0 0,-1 1 1 0 0,1-1 0 0 0,-1 1 0 0 0,-1 0 0 0 0,1 0 0 0 0,-1-1 0 0 0,1 1 0 0 0,-1 0 0 0 0,-1 0 0 0 0,1 0 0 0 0,-1-1 0 0 0,0 1 0 0 0,0 0 0 0 0,-3 7 0 0 0,2-6 50 0 0,0 0 0 0 0,-1 0 1 0 0,0-1-1 0 0,0 0 0 0 0,-1 1 1 0 0,0-1-1 0 0,0 0 0 0 0,0-1 0 0 0,0 1 1 0 0,-1-1-1 0 0,1 0 0 0 0,-1 0 0 0 0,0 0 1 0 0,-10 5-1 0 0,-4 0-222 0 0,0-2 0 0 0,0 0 0 0 0,-1-2 0 0 0,0 0 0 0 0,0-1 0 0 0,0 0 0 0 0,0-2 0 0 0,-1-1 0 0 0,1 0 1 0 0,0-2-1 0 0,-34-4 0 0 0,48 4-532 0 0,1 0-1 0 0,0 0 1 0 0,0 0 0 0 0,0-1 0 0 0,0 0 0 0 0,0 0 0 0 0,1 0 0 0 0,-1-1 0 0 0,1 1 0 0 0,-8-7 0 0 0,10 7-253 0 0,0 0 0 0 0,-1 0 0 0 0,1-1 1 0 0,1 1-1 0 0,-1 0 0 0 0,0-1 0 0 0,1 0 0 0 0,-1 1 1 0 0,1-1-1 0 0,0 0 0 0 0,0 0 0 0 0,0 0 1 0 0,0 0-1 0 0,0 0 0 0 0,1 0 0 0 0,-1 0 0 0 0,1 0 1 0 0,0 0-1 0 0,0-5 0 0 0</inkml:trace>
</inkml:ink>
</file>

<file path=ppt/ink/ink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0:29.8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50 580 0 0,'0'-16'7043'0'0,"0"-17"6543"0"0,0 35-13119 0 0,20 112 2927 0 0,5 139 1 0 0,-19-181-2696 0 0,16 193 105 0 0,36 475 1995 0 0,-21-348-2799 0 0,110 493 0 0 0,-130-801 0 0 0,22 90 0 0 0,-35-158-3607 0 0</inkml:trace>
</inkml:ink>
</file>

<file path=ppt/ink/ink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0:34.4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 21 2116 0 0,'-3'0'3963'0'0,"-3"-1"-3498"0"0,-18-2 8832 0 0,11 2-5440 0 0,17 2-3832 0 0,0 0 1 0 0,-1-1 0 0 0,1 0-1 0 0,0 1 1 0 0,-1-1 0 0 0,1 0-1 0 0,6-1 1 0 0,57-6 116 0 0,32-1-2078 0 0,-37 6-3622 0 0,-61 2 5326 0 0,0-1 1 0 0,-1 1-1 0 0,1 0 0 0 0,0 0 0 0 0,0 0 0 0 0,0 1 1 0 0,-1-1-1 0 0,1 0 0 0 0,0 0 0 0 0,0 0 0 0 0,-1 0 1 0 0,1 1-1 0 0,0-1 0 0 0,0 0 0 0 0,-1 1 0 0 0,1-1 1 0 0,0 1-1 0 0,0 0 0 0 0</inkml:trace>
</inkml:ink>
</file>

<file path=ppt/ink/ink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0:34.6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 23 1276 0 0,'-77'73'16156'0'0,"76"-72"-16070"0"0,1-1 0 0 0,-1 1 0 0 0,0-1 0 0 0,1 1 0 0 0,-1-1 0 0 0,1 1 0 0 0,-1 0 0 0 0,0-1 0 0 0,1 1 0 0 0,0 0 0 0 0,-1 0 0 0 0,1 0 0 0 0,-1-1 0 0 0,1 1 0 0 0,0 0 0 0 0,0 0 0 0 0,-1 0 0 0 0,1 0 0 0 0,0-1 0 0 0,0 1 0 0 0,0 1 0 0 0,0-1-61 0 0,1-1 0 0 0,-1 1-1 0 0,0-1 1 0 0,1 1 0 0 0,-1-1 0 0 0,1 0-1 0 0,-1 1 1 0 0,1-1 0 0 0,-1 0 0 0 0,1 1-1 0 0,-1-1 1 0 0,1 0 0 0 0,0 0 0 0 0,-1 1 0 0 0,1-1-1 0 0,-1 0 1 0 0,1 0 0 0 0,-1 0 0 0 0,1 0-1 0 0,0 0 1 0 0,-1 0 0 0 0,2 0 0 0 0,41-4-92 0 0,-38 3 208 0 0,237-50-3747 0 0,-86 0-5827 0 0,-126 40 4908 0 0</inkml:trace>
</inkml:ink>
</file>

<file path=ppt/ink/ink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0:36.3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 44 2340 0 0,'-5'-8'6744'0'0,"-10"-18"4036"0"0,15 26-10604 0 0,0-1-1 0 0,0 1 1 0 0,0-1-1 0 0,-1 1 0 0 0,1-1 1 0 0,0 1-1 0 0,0-1 0 0 0,-1 1 1 0 0,1-1-1 0 0,0 1 0 0 0,-1 0 1 0 0,1-1-1 0 0,-1 1 0 0 0,1-1 1 0 0,0 1-1 0 0,-1 0 1 0 0,1-1-1 0 0,-1 1 0 0 0,1 0 1 0 0,-1 0-1 0 0,1-1 0 0 0,-1 1 1 0 0,1 0-1 0 0,-2 0 0 0 0,-1 11 1605 0 0,5 27-1638 0 0,3 23 344 0 0,-5 100 0 0 0,-1-67-287 0 0,-4 187 581 0 0,5-279-678 0 0,0-1-92 0 0,0 0 0 0 0,0-1 1 0 0,1 1-1 0 0,-1 0 0 0 0,0 0 1 0 0,0-1-1 0 0,0 1 0 0 0,0 0 1 0 0,0 0-1 0 0,0-1 0 0 0,0 1 1 0 0,0 0-1 0 0,0 0 0 0 0,0-1 1 0 0,0 1-1 0 0,-1 0 0 0 0,1 0 1 0 0,0-1-1 0 0,0 1 0 0 0,-1 1 1 0 0,-2 2-1073 0 0,3-17-1154 0 0,2 5 454 0 0,0 0 0 0 0,1-1-1 0 0,-1 1 1 0 0,1 0 0 0 0,1 0-1 0 0,0 0 1 0 0,0 1 0 0 0,7-10 0 0 0,3-3-5136 0 0</inkml:trace>
</inkml:ink>
</file>

<file path=ppt/ink/ink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0:36.6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39 135 256 0 0,'-2'-2'2926'0'0,"-25"-30"9660"0"0,23 24-10887 0 0,3 8-1637 0 0,1 0 1 0 0,-1-1-1 0 0,1 1 0 0 0,0 0 0 0 0,-1-1 0 0 0,1 1 0 0 0,0 0 0 0 0,-1-1 1 0 0,1 1-1 0 0,0 0 0 0 0,0-1 0 0 0,-1 1 0 0 0,1 0 0 0 0,0-1 0 0 0,0 1 1 0 0,0-1-1 0 0,0 1 0 0 0,-1-1 0 0 0,1 1 0 0 0,0 0 0 0 0,0-1 1 0 0,0 1-1 0 0,0-1 0 0 0,0 1 0 0 0,0-1 0 0 0,0 1 0 0 0,0-1 0 0 0,0 1 1 0 0,0 0-1 0 0,0-1 0 0 0,1 1 0 0 0,-1-1 0 0 0,0 1 0 0 0,0-1 0 0 0,0 1 1 0 0,1 0-1 0 0,-1-1 0 0 0,0 1 0 0 0,0 0 0 0 0,1-1 0 0 0,-1 1 0 0 0,0-1 1 0 0,1 1-1 0 0,-1 0 0 0 0,0 0 0 0 0,1-1 0 0 0,-1 1 0 0 0,0 0 0 0 0,1-1 1 0 0,26-9 159 0 0,-1 0 0 0 0,1 2 0 0 0,1 1 0 0 0,30-4 0 0 0,-8 1-1951 0 0,7-5-5003 0 0,-50 13 3439 0 0</inkml:trace>
</inkml:ink>
</file>

<file path=ppt/ink/ink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0:37.1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168 1 1244 0 0,'-22'5'3845'0'0,"7"-1"-1748"0"0,0 1 1 0 0,-23 9-1 0 0,33-11-1877 0 0,0-1 0 0 0,1 1-1 0 0,0 0 1 0 0,0 0 0 0 0,0 0-1 0 0,0 0 1 0 0,0 1 0 0 0,0-1 0 0 0,1 1-1 0 0,0 0 1 0 0,0 0 0 0 0,-4 6-1 0 0,4-5-140 0 0,0-1 0 0 0,1 1 0 0 0,-1 0-1 0 0,1 0 1 0 0,0 0 0 0 0,0 0 0 0 0,0 1 0 0 0,1-1-1 0 0,0 0 1 0 0,0 1 0 0 0,0-1 0 0 0,1 1 0 0 0,-1-1-1 0 0,1 1 1 0 0,1-1 0 0 0,-1 0 0 0 0,2 7-1 0 0,-1-10-20 0 0,0 0-1 0 0,0-1 0 0 0,0 1 0 0 0,0-1 1 0 0,0 1-1 0 0,0-1 0 0 0,0 0 0 0 0,1 1 1 0 0,-1-1-1 0 0,1 0 0 0 0,-1 0 0 0 0,1 0 1 0 0,-1 0-1 0 0,1 0 0 0 0,-1 0 0 0 0,1 0 1 0 0,0 0-1 0 0,0-1 0 0 0,-1 1 0 0 0,1-1 1 0 0,0 1-1 0 0,0-1 0 0 0,0 0 0 0 0,3 0 1 0 0,2 1 94 0 0,1-1 1 0 0,0 0-1 0 0,-1 0 0 0 0,12-2 1 0 0,140-31 1300 0 0,-153 32-1341 0 0,1 1 0 0 0,0 0-1 0 0,-1 0 1 0 0,1 0 0 0 0,0 1-1 0 0,-1 0 1 0 0,1 1 0 0 0,-1-1-1 0 0,0 1 1 0 0,1 0 0 0 0,-1 1-1 0 0,0-1 1 0 0,0 1-1 0 0,0 1 1 0 0,-1-1 0 0 0,1 1-1 0 0,-1 0 1 0 0,0 0 0 0 0,0 0-1 0 0,0 1 1 0 0,0 0 0 0 0,-1 0-1 0 0,0 0 1 0 0,0 0 0 0 0,0 1-1 0 0,-1 0 1 0 0,0 0 0 0 0,0 0-1 0 0,0 0 1 0 0,-1 0-1 0 0,3 11 1 0 0,-3-10 185 0 0,0 0 1 0 0,-1 0-1 0 0,0 0 0 0 0,0 1 0 0 0,0-1 0 0 0,-1 0 1 0 0,0 1-1 0 0,-1-1 0 0 0,0 0 0 0 0,0 0 0 0 0,0 1 0 0 0,-5 10 1 0 0,4-12-101 0 0,0-1 0 0 0,-1 0 0 0 0,0 0 0 0 0,0 0 0 0 0,0 0 0 0 0,-1-1 0 0 0,1 1 0 0 0,-1-1 0 0 0,0 0 0 0 0,0 0 0 0 0,-1 0 0 0 0,1 0 0 0 0,-1-1 0 0 0,0 0 0 0 0,0 0 0 0 0,0 0 0 0 0,-8 2 0 0 0,0 0-179 0 0,-1-1 0 0 0,1-1 0 0 0,-1 0 0 0 0,0-1 0 0 0,0-1 0 0 0,0 0 0 0 0,0 0 0 0 0,0-2 0 0 0,1 0 0 0 0,-1 0 0 0 0,0-1 0 0 0,-16-5 0 0 0,28 7-298 0 0,1-1-1 0 0,-1 1 0 0 0,1 0 0 0 0,0-1 0 0 0,-1 1 0 0 0,1-1 1 0 0,0 1-1 0 0,-1-1 0 0 0,1 1 0 0 0,0-1 0 0 0,0 0 1 0 0,-1 0-1 0 0,1 0 0 0 0,0 0 0 0 0,0 0 0 0 0,0 0 0 0 0,0 0 1 0 0,-1-2-1 0 0,1 2 21 0 0,1 0 1 0 0,0 0-1 0 0,0 0 1 0 0,0 0-1 0 0,-1 0 1 0 0,1 0-1 0 0,0 0 1 0 0,0 0-1 0 0,1-1 1 0 0,-1 1 0 0 0,0 0-1 0 0,0 0 1 0 0,0 0-1 0 0,1 0 1 0 0,-1 0-1 0 0,0 0 1 0 0,1 0-1 0 0,-1 0 1 0 0,1-1-1 0 0,3-3-1636 0 0,0-1 0 0 0,0 1 0 0 0,1 0 0 0 0,-1 0 0 0 0,11-8 0 0 0,1 0-4318 0 0</inkml:trace>
</inkml:ink>
</file>

<file path=ppt/ink/ink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0:37.5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95 36 184 0 0,'-72'19'15599'0'0,"69"-18"-14790"0"0,2-1-229 0 0,-1 0 0 0 0,0 0 0 0 0,1 1 0 0 0,-1-1 0 0 0,0 1 0 0 0,1-1 0 0 0,-1 1 0 0 0,1 0 0 0 0,-1-1 0 0 0,-2 3-1 0 0,39-6-449 0 0,1-1-1 0 0,45-11 0 0 0,-4 1-105 0 0,-33 8-55 0 0,71-14-2116 0 0</inkml:trace>
</inkml:ink>
</file>

<file path=ppt/ink/ink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0:38.0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216 94 996 0 0,'-2'-2'2832'0'0,"-25"-28"10058"0"0,27 29-12847 0 0,0 1 0 0 0,0 0 0 0 0,0 0 0 0 0,0 0 1 0 0,0-1-1 0 0,0 1 0 0 0,0 0 0 0 0,0 0 0 0 0,0 0 1 0 0,0-1-1 0 0,0 1 0 0 0,0 0 0 0 0,0 0 0 0 0,-1 0 1 0 0,1 0-1 0 0,0-1 0 0 0,0 1 0 0 0,0 0 0 0 0,0 0 1 0 0,0 0-1 0 0,-1 0 0 0 0,1-1 0 0 0,0 1 0 0 0,0 0 1 0 0,0 0-1 0 0,0 0 0 0 0,-1 0 0 0 0,1 0 0 0 0,0 0 1 0 0,0 0-1 0 0,0 0 0 0 0,-1 0 0 0 0,1-1 0 0 0,0 1 1 0 0,0 0-1 0 0,0 0 0 0 0,-1 0 0 0 0,1 0 0 0 0,0 0 1 0 0,0 0-1 0 0,0 0 0 0 0,-1 0 0 0 0,1 1 0 0 0,0-1 1 0 0,0 0-1 0 0,0 0 0 0 0,-1 0 0 0 0,-11 6 1049 0 0,0 8-495 0 0,1-1 0 0 0,0 1 0 0 0,1 1 0 0 0,0 0 0 0 0,1 0 0 0 0,-8 20 0 0 0,1-3-25 0 0,3-7-226 0 0,0 1-1 0 0,3 0 0 0 0,-16 52 1 0 0,24-67-320 0 0,-1 0 1 0 0,1-1-1 0 0,1 1 1 0 0,0 0-1 0 0,0 0 1 0 0,1-1 0 0 0,1 1-1 0 0,0 0 1 0 0,0 0-1 0 0,1 0 1 0 0,1-1 0 0 0,-1 1-1 0 0,7 12 1 0 0,-6-17-12 0 0,0 0 0 0 0,0 0 1 0 0,1 0-1 0 0,-1-1 0 0 0,2 0 0 0 0,-1 0 1 0 0,0 0-1 0 0,1 0 0 0 0,0-1 1 0 0,0 1-1 0 0,0-1 0 0 0,1-1 0 0 0,0 1 1 0 0,9 4-1 0 0,-7-5 5 0 0,0 0-1 0 0,0-1 1 0 0,0 0-1 0 0,0 0 1 0 0,1-1-1 0 0,-1 0 1 0 0,0 0-1 0 0,1-1 1 0 0,-1 0-1 0 0,14-3 1 0 0,-9 1 7 0 0,-1-1 1 0 0,0 0-1 0 0,1-1 1 0 0,-1 0-1 0 0,-1-1 1 0 0,1 0-1 0 0,-1-1 0 0 0,0 0 1 0 0,0-1-1 0 0,-1 0 1 0 0,0-1-1 0 0,0 0 1 0 0,0 0-1 0 0,-1-1 1 0 0,10-14-1 0 0,-9 9-9 0 0,-1-1-1 0 0,0-1 0 0 0,-1 0 1 0 0,-1 0-1 0 0,0 0 1 0 0,-1-1-1 0 0,-1 0 1 0 0,-1 0-1 0 0,3-25 1 0 0,-5 29 49 0 0,-1 0 1 0 0,0-1 0 0 0,-1 1 0 0 0,-1 0 0 0 0,0 0 0 0 0,-1 0 0 0 0,0 0 0 0 0,-1 0 0 0 0,-1 0 0 0 0,0 1 0 0 0,0-1 0 0 0,-1 1 0 0 0,-9-14 0 0 0,6 12-57 0 0,-1 2 1 0 0,0-1-1 0 0,-1 1 1 0 0,0 1 0 0 0,-1-1-1 0 0,0 2 1 0 0,-1 0 0 0 0,-20-14-1 0 0,26 21-676 0 0,0 0 0 0 0,-1 0 0 0 0,1 0 0 0 0,-9-1 0 0 0,8 4-1941 0 0,-1 1 1958 0 0</inkml:trace>
</inkml:ink>
</file>

<file path=ppt/ink/ink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0:38.3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 34 2000 0 0,'-3'0'4485'0'0,"-4"0"-3844"0"0,-10 1 4710 0 0,1-1-402 0 0,6 1-2075 0 0,14-2-2733 0 0,207-23-1593 0 0,-110 13-9648 0 0</inkml:trace>
</inkml:ink>
</file>

<file path=ppt/ink/ink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0:38.5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126 1 1140 0 0,'-117'71'17416'0'0,"117"-70"-17370"0"0,-1-1 0 0 0,1 0-1 0 0,-1 0 1 0 0,1 0-1 0 0,-1 1 1 0 0,1-1 0 0 0,-1 0-1 0 0,1 1 1 0 0,0-1 0 0 0,-1 1-1 0 0,1-1 1 0 0,-1 0-1 0 0,1 1 1 0 0,0-1 0 0 0,-1 1-1 0 0,1-1 1 0 0,0 1 0 0 0,0-1-1 0 0,-1 1 1 0 0,1-1 0 0 0,0 1-1 0 0,0-1 1 0 0,0 1-1 0 0,0-1 1 0 0,0 1 0 0 0,-1 1-1 0 0,2-2-16 0 0,-1 1-1 0 0,1-1 0 0 0,-1 1 0 0 0,1-1 1 0 0,-1 1-1 0 0,1-1 0 0 0,-1 1 1 0 0,1-1-1 0 0,-1 0 0 0 0,1 1 1 0 0,0-1-1 0 0,-1 0 0 0 0,1 1 0 0 0,0-1 1 0 0,-1 0-1 0 0,1 0 0 0 0,1 0 1 0 0,30 4 188 0 0,-31-4-191 0 0,34 1-420 0 0,-1-3-1 0 0,1 0 1 0 0,44-10-1 0 0,-40 3-4448 0 0,39-14-1 0 0,-49 13-2028 0 0</inkml:trace>
</inkml:ink>
</file>

<file path=ppt/ink/ink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0:39.0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96 85 96 0 0,'3'-20'9036'0'0,"2"5"-6777"0"0,1-8 4430 0 0,-1-4 4049 0 0,-6 38-10663 0 0,-45 302 3799 0 0,-5-28-3874 0 0,49-274 0 0 0,-7 35 0 0 0,4-16-5913 0 0</inkml:trace>
</inkml:ink>
</file>

<file path=ppt/ink/ink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0:39.3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32 148 2300 0 0,'-25'-45'16956'0'0,"21"35"-13597"0"0,3 9-3311 0 0,1 1 0 0 0,0-1 0 0 0,0 0-1 0 0,-1 1 1 0 0,1-1 0 0 0,0 1 0 0 0,0-1 0 0 0,0 0-1 0 0,0 1 1 0 0,0-1 0 0 0,0 0 0 0 0,0 1-1 0 0,0-1 1 0 0,0 0 0 0 0,0 1 0 0 0,0-1-1 0 0,0 0 1 0 0,0 1 0 0 0,1-1 0 0 0,-1 1-1 0 0,0-1 1 0 0,0 0 0 0 0,1 1 0 0 0,-1-1 0 0 0,0 1-1 0 0,1-1 1 0 0,-1 1 0 0 0,1-1 0 0 0,-1 1-1 0 0,1-1 1 0 0,-1 1 0 0 0,1 0 0 0 0,-1-1-1 0 0,1 1 1 0 0,-1-1 0 0 0,1 1 0 0 0,-1 0 0 0 0,1 0-1 0 0,0-1 1 0 0,-1 1 0 0 0,1 0 0 0 0,34-12 79 0 0,-24 10 14 0 0,38-12-231 0 0,12-4-2027 0 0,-49 14-312 0 0,0-1 0 0 0,20-11 0 0 0</inkml:trace>
</inkml:ink>
</file>

<file path=ppt/ink/ink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0:39.7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231 1 740 0 0,'-3'0'2435'0'0,"-14"0"2964"0"0,16 0-5347 0 0,-2 0 287 0 0,1 0 0 0 0,0 0 0 0 0,-1 0 0 0 0,1 1 0 0 0,-1-1-1 0 0,1 1 1 0 0,0-1 0 0 0,-1 1 0 0 0,1 0 0 0 0,0 0 0 0 0,0 0 0 0 0,0 0 0 0 0,0 1-1 0 0,0-1 1 0 0,0 0 0 0 0,0 1 0 0 0,0 0 0 0 0,0-1 0 0 0,1 1 0 0 0,-1 0 0 0 0,-2 3-1 0 0,-5 13 813 0 0,1 0 0 0 0,1 1 0 0 0,0 0 0 0 0,2 0 0 0 0,-5 23 0 0 0,-6 101 648 0 0,15-136-1728 0 0,0 1 0 0 0,1-1-1 0 0,0 1 1 0 0,1-1 0 0 0,0 0-1 0 0,0 1 1 0 0,0-1 0 0 0,1 0-1 0 0,4 11 1 0 0,-5-17-41 0 0,-1 0 0 0 0,1 0-1 0 0,0-1 1 0 0,-1 1 0 0 0,1 0 0 0 0,0-1 0 0 0,0 1 0 0 0,0 0-1 0 0,-1-1 1 0 0,1 1 0 0 0,0-1 0 0 0,0 1 0 0 0,0-1 0 0 0,0 0-1 0 0,0 1 1 0 0,0-1 0 0 0,0 0 0 0 0,0 0 0 0 0,0 0 0 0 0,0 1-1 0 0,1-1 1 0 0,22-2 288 0 0,-22 2-299 0 0,20-4 244 0 0,0-1 0 0 0,27-9 0 0 0,-17 4-8 0 0,-20 6-130 0 0,-1 0-39 0 0,1 1-1 0 0,-1 0 0 0 0,1 1 1 0 0,18-1-1 0 0,-27 3-70 0 0,1 1-1 0 0,-1-1 1 0 0,0 1 0 0 0,0 0-1 0 0,0 0 1 0 0,0 0 0 0 0,0 1 0 0 0,0-1-1 0 0,0 1 1 0 0,0-1 0 0 0,-1 1-1 0 0,4 3 1 0 0,25 24 264 0 0,-23-20-142 0 0,0 1-1 0 0,-1 0 1 0 0,0 0-1 0 0,0 1 1 0 0,-1 0-1 0 0,-1 0 1 0 0,0 0 0 0 0,4 13-1 0 0,-7-18 18 0 0,-1 0 0 0 0,0 0 0 0 0,0 0 0 0 0,0 1 0 0 0,-1-1-1 0 0,0 0 1 0 0,0 0 0 0 0,0 0 0 0 0,-1 1 0 0 0,0-1 0 0 0,-1 0 0 0 0,1 0 0 0 0,-1 0-1 0 0,0 0 1 0 0,0-1 0 0 0,-1 1 0 0 0,-6 10 0 0 0,0-3-133 0 0,-1 0-1 0 0,-1-1 1 0 0,0 0 0 0 0,-1 0-1 0 0,0-2 1 0 0,0 1 0 0 0,-1-2-1 0 0,-23 14 1 0 0,12-9-15 0 0,-1-2 0 0 0,0-1 0 0 0,-1-1 0 0 0,-34 9 0 0 0,47-16-1306 0 0,0 0-1 0 0,0-1 1 0 0,-1-1-1 0 0,1 0 1 0 0,-24-2-1 0 0,29 0 194 0 0,-1 0 0 0 0,1 0 0 0 0,-1-1 0 0 0,1 0 0 0 0,0-1-1 0 0,0 0 1 0 0,0 0 0 0 0,0-1 0 0 0,1 0 0 0 0,-8-5 0 0 0</inkml:trace>
</inkml:ink>
</file>

<file path=ppt/ink/ink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0:43.1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145 158 128 0 0,'0'-12'5485'0'0,"0"-42"6205"0"0,-9 92-10025 0 0,-43 245 896 0 0,3-21-2111 0 0,40-229-401 0 0,7-25 91 0 0,0 0 0 0 0,0-1 0 0 0,0 1 0 0 0,0 11-1 0 0,-8-37-104 0 0,7-26-39 0 0,1 0-1 0 0,8-80 1 0 0,-3 87-32 0 0,0-18-13 0 0,3 0 0 0 0,3 0 0 0 0,2 0 0 0 0,2 1-1 0 0,26-67 1 0 0,-35 111 22 0 0,1 1 0 0 0,-1-1 0 0 0,2 1 0 0 0,8-12 0 0 0,-12 18 12 0 0,1-1 0 0 0,0 1 0 0 0,0 0 0 0 0,0 0 0 0 0,1 1 1 0 0,-1-1-1 0 0,1 0 0 0 0,-1 1 0 0 0,1 0 0 0 0,0 0 0 0 0,0 0 0 0 0,6-2 0 0 0,-8 4 13 0 0,0 0-1 0 0,-1 0 1 0 0,1 0-1 0 0,0 0 1 0 0,-1 0-1 0 0,1 0 0 0 0,0 1 1 0 0,-1-1-1 0 0,1 1 1 0 0,0-1-1 0 0,-1 1 1 0 0,1-1-1 0 0,-1 1 0 0 0,1 0 1 0 0,-1 0-1 0 0,1 0 1 0 0,-1 0-1 0 0,0 0 1 0 0,1 0-1 0 0,-1 0 0 0 0,2 2 1 0 0,20 27 110 0 0,-11-7 56 0 0,0 0 0 0 0,-2 1 0 0 0,0 0-1 0 0,11 48 1 0 0,10 106 303 0 0,-5 122-263 0 0,-24-267-1728 0 0,-5-12-3439 0 0</inkml:trace>
</inkml:ink>
</file>

<file path=ppt/ink/ink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0:43.4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62 128 2252 0 0,'-14'-2'3925'0'0,"10"2"-3009"0"0,0 0-1 0 0,0-1 1 0 0,0 0-1 0 0,-1 0 1 0 0,1 0-1 0 0,0 0 1 0 0,-4-3-1 0 0,7 3-175 0 0,0 1-651 0 0,1 0 0 0 0,-1 0 1 0 0,1 0-1 0 0,-1 0 0 0 0,1 0 1 0 0,-1 0-1 0 0,1 0 1 0 0,0 0-1 0 0,-1-1 0 0 0,1 1 1 0 0,-1 0-1 0 0,1 0 0 0 0,-1-1 1 0 0,1 1-1 0 0,0 0 1 0 0,-1 0-1 0 0,1-1 0 0 0,0 1 1 0 0,-1 0-1 0 0,1-1 0 0 0,-1 0 1 0 0,6-3-7 0 0,-1 0 0 0 0,0 1 0 0 0,1-1 0 0 0,-1 1 0 0 0,1 0 0 0 0,0 0 0 0 0,0 0 0 0 0,8-2 0 0 0,49-18 88 0 0,-49 19-129 0 0,112-32-1448 0 0,-40 23-7045 0 0,-68 11 3545 0 0</inkml:trace>
</inkml:ink>
</file>

<file path=ppt/ink/ink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0:43.7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 10 2660 0 0,'-9'-9'18141'0'0,"6"9"-17614"0"0,-1 22 491 0 0,2 1 1 0 0,0-1-1 0 0,1 1 1 0 0,3 24-1 0 0,-1 30-344 0 0,-2-44-543 0 0,-13 153 554 0 0,14-184-619 0 0,-4 8-340 0 0</inkml:trace>
</inkml:ink>
</file>

<file path=ppt/ink/ink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0:44.1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10 108 2524 0 0,'1'-7'1659'0'0,"0"-2"47"0"0,1 0 0 0 0,0-1 0 0 0,1 1 0 0 0,4-12-1 0 0,-5 18-1555 0 0,-1 0 0 0 0,1 1 0 0 0,-1-1 0 0 0,1 1 0 0 0,0-1 0 0 0,0 1 0 0 0,0 0-1 0 0,0 0 1 0 0,0 0 0 0 0,0 0 0 0 0,1 0 0 0 0,-1 0 0 0 0,1 0 0 0 0,-1 1 0 0 0,1-1-1 0 0,0 1 1 0 0,0 0 0 0 0,5-2 0 0 0,-4 2-62 0 0,1 1 1 0 0,-1-1-1 0 0,1 1 1 0 0,-1-1-1 0 0,1 1 0 0 0,0 1 1 0 0,-1-1-1 0 0,1 1 0 0 0,-1-1 1 0 0,1 1-1 0 0,-1 1 1 0 0,1-1-1 0 0,-1 1 0 0 0,0-1 1 0 0,0 1-1 0 0,1 1 0 0 0,-1-1 1 0 0,-1 0-1 0 0,1 1 1 0 0,0 0-1 0 0,-1 0 0 0 0,1 0 1 0 0,-1 0-1 0 0,0 1 0 0 0,0-1 1 0 0,0 1-1 0 0,0 0 1 0 0,-1 0-1 0 0,0 0 0 0 0,0 0 1 0 0,0 0-1 0 0,0 0 0 0 0,0 0 1 0 0,-1 1-1 0 0,0-1 1 0 0,0 1-1 0 0,0-1 0 0 0,0 1 1 0 0,-1 6-1 0 0,0 0 48 0 0,-1 1-1 0 0,0-1 1 0 0,0 0 0 0 0,-1 0 0 0 0,-1 0-1 0 0,0 0 1 0 0,0 0 0 0 0,-1 0-1 0 0,-10 17 1 0 0,-5 7 594 0 0,-33 44-1 0 0,-45 49 1271 0 0,96-127-1959 0 0,0 0 7 0 0,1-1-44 0 0,0 0 0 0 0,0 1 0 0 0,0-1 1 0 0,0 0-1 0 0,0 0 0 0 0,0 0 0 0 0,0 1 0 0 0,-1-1 1 0 0,1 0-1 0 0,0 0 0 0 0,0 0 0 0 0,0 1 1 0 0,0-1-1 0 0,0 0 0 0 0,0 0 0 0 0,0 0 1 0 0,0 1-1 0 0,0-1 0 0 0,0 0 0 0 0,0 0 1 0 0,0 0-1 0 0,0 1 0 0 0,0-1 0 0 0,1 0 0 0 0,-1 0 1 0 0,0 0-1 0 0,0 0 0 0 0,0 1 0 0 0,0-1 1 0 0,0 0-1 0 0,0 0 0 0 0,0 0 0 0 0,0 0 1 0 0,1 1-1 0 0,-1-1 0 0 0,0 0 0 0 0,0 0 1 0 0,0 0-1 0 0,0 0 0 0 0,1 0 0 0 0,-1 1 1 0 0,23-3 80 0 0,-1-1 1 0 0,0-1-1 0 0,28-7 1 0 0,20-5-115 0 0,-48 13-63 0 0,3-1-1760 0 0,-1 0 1 0 0,1-2-1 0 0,25-9 1 0 0,-16-4-6273 0 0</inkml:trace>
</inkml:ink>
</file>

<file path=ppt/ink/ink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0:44.4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73 3104 0 0,'-24'-27'17381'0'0,"25"27"-17361"0"0,-1-1-1 0 0,1 0 0 0 0,0 1 1 0 0,-1-1-1 0 0,1 1 0 0 0,0-1 1 0 0,-1 1-1 0 0,1-1 0 0 0,0 1 1 0 0,0 0-1 0 0,0-1 0 0 0,-1 1 1 0 0,1 0-1 0 0,0 0 0 0 0,0-1 1 0 0,0 1-1 0 0,0 0 0 0 0,1 0 1 0 0,24-4 198 0 0,-19 3-194 0 0,13-4-332 0 0,72-14-792 0 0,-60 14-2673 0 0,1 2-3603 0 0,-16 1 1242 0 0</inkml:trace>
</inkml:ink>
</file>

<file path=ppt/ink/ink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0:44.5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 1 2732 0 0,'-49'49'13457'0'0,"47"-48"-12946"0"0,2 0-477 0 0,0-1 0 0 0,0 0 0 0 0,0 0 0 0 0,-1 1-1 0 0,1-1 1 0 0,0 0 0 0 0,0 0 0 0 0,0 0 0 0 0,0 1-1 0 0,0-1 1 0 0,0 0 0 0 0,0 0 0 0 0,0 1 0 0 0,0-1 0 0 0,0 0-1 0 0,0 1 1 0 0,0-1 0 0 0,0 0 0 0 0,0 0 0 0 0,0 1 0 0 0,0-1-1 0 0,0 0 1 0 0,0 0 0 0 0,0 1 0 0 0,0-1 0 0 0,0 0 0 0 0,0 0-1 0 0,1 1 1 0 0,-1-1 0 0 0,0 0 0 0 0,0 0 0 0 0,0 0-1 0 0,0 1 1 0 0,0-1 0 0 0,1 0 0 0 0,-1 0 0 0 0,0 1 0 0 0,18 0-303 0 0,-1-1 0 0 0,1 0 1 0 0,-1-1-1 0 0,1-1 1 0 0,-1-1-1 0 0,26-7 0 0 0,18-1-3184 0 0,-24 5-665 0 0,3-2-2012 0 0</inkml:trace>
</inkml:ink>
</file>

<file path=ppt/ink/ink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0:44.8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56 2904 0 0,'-10'1'19463'0'0,"47"-11"-18982"0"0,54-8 1 0 0,-33 8-4870 0 0,-2-4-5002 0 0,-39 9 2242 0 0</inkml:trace>
</inkml:ink>
</file>

<file path=ppt/ink/ink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0:45.0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43 1936 0 0,'0'-43'24915'0'0,"0"149"-19854"0"0,1-1-3547 0 0,0 108-5387 0 0,2-147-5353 0 0</inkml:trace>
</inkml:ink>
</file>

<file path=ppt/ink/ink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0:45.3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88 84 2804 0 0,'-5'-59'13883'0'0,"4"35"-9164"0"0,3 24-4075 0 0,2 2-416 0 0,0 0 1 0 0,-1 0-1 0 0,1 0 0 0 0,-1 1 1 0 0,1-1-1 0 0,-1 1 0 0 0,0-1 0 0 0,0 1 1 0 0,0 0-1 0 0,0 1 0 0 0,0-1 1 0 0,3 7-1 0 0,31 50 981 0 0,-32-52-1072 0 0,7 16 17 0 0,-1 1-1 0 0,-1 0 0 0 0,-1 1 0 0 0,-2 0 1 0 0,0 0-1 0 0,-2 1 0 0 0,0 0 0 0 0,-2 0 1 0 0,-1 0-1 0 0,-1 0 0 0 0,-2 0 0 0 0,-6 46 1 0 0,3-48-656 0 0,-1-1 0 0 0,-2 0 1 0 0,0 0-1 0 0,-1-1 1 0 0,-2 0-1 0 0,-12 23 0 0 0,12-29-879 0 0,-1 0 0 0 0,0-1 0 0 0,-1 0 0 0 0,-1-1 0 0 0,0 0 0 0 0,-1-1 0 0 0,-1 0 0 0 0,-16 11 0 0 0,-12 4-8631 0 0</inkml:trace>
</inkml:ink>
</file>

<file path=ppt/ink/ink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0:45.6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147 13 1984 0 0,'-8'-6'3728'0'0,"6"5"-2970"0"0,0 0 1 0 0,0 0 0 0 0,1 0-1 0 0,-1 0 1 0 0,-3 0 0 0 0,4 1-671 0 0,0 0 1 0 0,1 0 0 0 0,-1 0-1 0 0,0 1 1 0 0,0-1-1 0 0,0 0 1 0 0,1 0-1 0 0,-1 1 1 0 0,0-1 0 0 0,0 1-1 0 0,1-1 1 0 0,-1 1-1 0 0,0-1 1 0 0,1 1-1 0 0,-1-1 1 0 0,0 1-1 0 0,1 0 1 0 0,-1-1 0 0 0,1 1-1 0 0,-1 0 1 0 0,1-1-1 0 0,-1 1 1 0 0,1 0-1 0 0,0 0 1 0 0,-1-1 0 0 0,1 2-1 0 0,-14 26 1219 0 0,2 0-1 0 0,1 1 0 0 0,-14 59 1 0 0,-8 93 113 0 0,33-179-1400 0 0,-6 41 170 0 0,2-1-1 0 0,2 1 1 0 0,1-1-1 0 0,3 1 1 0 0,9 62 0 0 0,-8-85-348 0 0,2-1 1 0 0,0 1-1 0 0,1-1 0 0 0,0 0 1 0 0,2 0-1 0 0,0-1 1 0 0,1 0-1 0 0,1 0 1 0 0,1-1-1 0 0,0-1 1 0 0,1 0-1 0 0,1 0 1 0 0,26 23-1 0 0,-30-31-485 0 0,0-1 0 0 0,1 0 0 0 0,0-1 1 0 0,0 0-1 0 0,17 6 0 0 0,-17-8-842 0 0,1 0 0 0 0,-1-2 0 0 0,17 4 0 0 0,11-2-4567 0 0</inkml:trace>
</inkml:ink>
</file>

<file path=ppt/ink/ink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0:46.0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42 113 912 0 0,'-12'-86'17514'0'0,"11"83"-16362"0"0,1 0 0 0 0,-1 0-1 0 0,1 0 1 0 0,-1 0-1 0 0,0 0 1 0 0,0 0 0 0 0,-2-3-1 0 0,1 16-1144 0 0,0 0 1 0 0,1-1-1 0 0,0 1 0 0 0,1 0 1 0 0,1 19-1 0 0,0 11-93 0 0,-9 71 131 0 0,1-3-316 0 0,5-35-2758 0 0,2-72 2692 0 0,2 25-2574 0 0,3-16-838 0 0</inkml:trace>
</inkml:ink>
</file>

<file path=ppt/ink/ink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0:46.4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 40 2472 0 0,'-16'0'20014'0'0,"32"0"-19521"0"0,25-3-517 0 0,67-15-313 0 0,-74 10-2887 0 0,-2-2-4111 0 0</inkml:trace>
</inkml:ink>
</file>

<file path=ppt/ink/ink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0:46.7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63 3 848 0 0,'0'0'2514'0'0,"-16"-2"4232"0"0,15 2-6557 0 0,0-1 0 0 0,0 1 0 0 0,0 0 1 0 0,0 0-1 0 0,-1 0 0 0 0,1 0 0 0 0,0 0 1 0 0,0 1-1 0 0,0-1 0 0 0,0 0 0 0 0,0 0 1 0 0,0 1-1 0 0,0-1 0 0 0,0 1 1 0 0,0-1-1 0 0,0 1 0 0 0,0-1 0 0 0,0 1 1 0 0,0-1-1 0 0,0 1 0 0 0,0 0 0 0 0,0 0 1 0 0,1-1-1 0 0,-1 1 0 0 0,0 0 0 0 0,0 0 1 0 0,1 0-1 0 0,-1 0 0 0 0,0 1 0 0 0,-3 12 699 0 0,0 1-1 0 0,1-1 1 0 0,0 0-1 0 0,1 1 1 0 0,1 0-1 0 0,0 17 1 0 0,10 96-54 0 0,-2-57-483 0 0,-1-12-3828 0 0</inkml:trace>
</inkml:ink>
</file>

<file path=ppt/ink/ink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0:47.1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0 135 140 0 0,'1'-27'8559'0'0,"1"-13"-1381"0"0,-2 37-6879 0 0,0 1-1 0 0,1 0 1 0 0,-1-1-1 0 0,1 1 1 0 0,-1 0 0 0 0,1-1-1 0 0,0 1 1 0 0,0 0 0 0 0,0 0-1 0 0,1 0 1 0 0,-1-1-1 0 0,3-2 1 0 0,0 1-170 0 0,1 1 0 0 0,0-1 0 0 0,0 1 0 0 0,0 0 0 0 0,1 0 0 0 0,-1 1 1 0 0,1-1-1 0 0,-1 1 0 0 0,1 0 0 0 0,0 1 0 0 0,0-1 0 0 0,0 1 0 0 0,0 1 0 0 0,0-1 0 0 0,0 1 0 0 0,0 0 0 0 0,0 0 0 0 0,0 1 0 0 0,11 1 0 0 0,-13-1-118 0 0,1 0 1 0 0,-1 0-1 0 0,0 1 0 0 0,1-1 1 0 0,-1 1-1 0 0,0 0 0 0 0,0 0 0 0 0,0 0 1 0 0,0 0-1 0 0,0 1 0 0 0,-1 0 0 0 0,1 0 1 0 0,-1 0-1 0 0,0 0 0 0 0,1 0 0 0 0,-1 1 1 0 0,-1-1-1 0 0,1 1 0 0 0,-1 0 0 0 0,1 0 1 0 0,-1 0-1 0 0,0 0 0 0 0,0 0 0 0 0,-1 0 1 0 0,1 0-1 0 0,-1 1 0 0 0,1 6 0 0 0,-2-3 5 0 0,0-1-1 0 0,0 1 0 0 0,-1-1 0 0 0,0 1 0 0 0,-1 0 0 0 0,1-1 0 0 0,-2 0 1 0 0,1 1-1 0 0,-1-1 0 0 0,0 0 0 0 0,0 0 0 0 0,-7 10 0 0 0,-7 9 136 0 0,-33 39 1 0 0,48-63-134 0 0,-115 138 2373 0 0,116-139-2375 0 0,1-1-1 0 0,0 0 1 0 0,0 0 0 0 0,-1 1 0 0 0,1-1 0 0 0,0 0 0 0 0,0 0-1 0 0,0 1 1 0 0,-1-1 0 0 0,1 0 0 0 0,0 1 0 0 0,0-1 0 0 0,0 0 0 0 0,0 1-1 0 0,0-1 1 0 0,0 1 0 0 0,0-1 0 0 0,0 0 0 0 0,-1 1 0 0 0,1-1 0 0 0,0 0-1 0 0,1 1 1 0 0,-1-1 0 0 0,0 0 0 0 0,0 1 0 0 0,0-1 0 0 0,0 1 0 0 0,0-1-1 0 0,0 0 1 0 0,0 1 0 0 0,0-1 0 0 0,1 0 0 0 0,-1 1 0 0 0,0-1 0 0 0,0 0-1 0 0,0 0 1 0 0,1 1 0 0 0,16 6 316 0 0,19-5-104 0 0,-35-2-218 0 0,159-15 495 0 0,-104 8-337 0 0,-24 0-2877 0 0</inkml:trace>
</inkml:ink>
</file>

<file path=ppt/ink/ink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0:47.9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42 1976 0 0,'10'-41'13507'0'0,"-9"43"-13361"0"0,0 0 0 0 0,-1-1 0 0 0,1 1 1 0 0,0 0-1 0 0,-1 0 0 0 0,1 0 0 0 0,-1 0 0 0 0,0 0 1 0 0,0 3-1 0 0,1-2 109 0 0,14 385 6731 0 0,-16-320-6228 0 0,1 1407 3181 0 0,2-1457-3863 0 0,3-4-3891 0 0</inkml:trace>
</inkml:ink>
</file>

<file path=ppt/ink/ink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0:58.6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 0 1220 0 0,'-22'13'12119'0'0,"13"-5"-10153"0"0,10-3-777 0 0,20-1-440 0 0,27-5-862 0 0,-48 1 171 0 0,83-11 526 0 0,-26 3-3111 0 0,-19 5-5301 0 0</inkml:trace>
</inkml:ink>
</file>

<file path=ppt/ink/ink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0:58.8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65 38 2800 0 0,'-45'38'12200'0'0,"28"-21"-9531"0"0,16-16-2614 0 0,-1 0 211 0 0,2 0-241 0 0,0 0 0 0 0,0-1 0 0 0,0 1 0 0 0,0-1 0 0 0,0 1 0 0 0,0-1 0 0 0,0 1-1 0 0,0 0 1 0 0,1-1 0 0 0,-1 1 0 0 0,0-1 0 0 0,0 1 0 0 0,0 0 0 0 0,1-1 0 0 0,-1 1 0 0 0,0-1 0 0 0,0 1 0 0 0,1-1 0 0 0,-1 1 0 0 0,0-1 0 0 0,1 0 0 0 0,-1 1 0 0 0,1-1 0 0 0,-1 1 0 0 0,1-1 0 0 0,-1 0 0 0 0,1 1 0 0 0,-1-1 0 0 0,1 0 0 0 0,-1 1 0 0 0,2-1 0 0 0,7 2 38 0 0,1-1 0 0 0,0-1 0 0 0,0 1 0 0 0,0-2 1 0 0,-1 1-1 0 0,16-4 0 0 0,65-17-69 0 0,-49 10-273 0 0,104-26-3171 0 0,-49 9-3655 0 0,-57 15 1118 0 0</inkml:trace>
</inkml:ink>
</file>

<file path=ppt/ink/ink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0:59.0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126 110 2340 0 0,'0'-16'5966'0'0,"0"12"-5237"0"0,0 0-1 0 0,-1 0 1 0 0,1-1 0 0 0,-1 1-1 0 0,0 0 1 0 0,0 0-1 0 0,0 0 1 0 0,-1 0 0 0 0,0 0-1 0 0,1 1 1 0 0,-1-1-1 0 0,-1 0 1 0 0,1 1 0 0 0,-4-5-1 0 0,4 5-470 0 0,-1 0-1 0 0,0 1 1 0 0,0-1-1 0 0,0 1 0 0 0,-1-1 1 0 0,1 1-1 0 0,0 0 1 0 0,-1 0-1 0 0,1 1 1 0 0,-1-1-1 0 0,0 1 0 0 0,1 0 1 0 0,-1 0-1 0 0,0 0 1 0 0,-5-1-1 0 0,2 4-38 0 0,2 10-148 0 0,-4 79-12 0 0,1 73-20 0 0,-6 179-3 0 0,14-336-36 0 0</inkml:trace>
</inkml:ink>
</file>

<file path=ppt/ink/ink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1:00.4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200 149 136 0 0,'0'0'2956'0'0,"-19"-14"4475"0"0,19 13-7343 0 0,-1 1 0 0 0,0 0 0 0 0,0-1 0 0 0,1 1 0 0 0,-1 0 1 0 0,0 0-1 0 0,0 0 0 0 0,0 0 0 0 0,1-1 0 0 0,-1 1 0 0 0,0 0 0 0 0,0 1 0 0 0,0-1 0 0 0,0 0 0 0 0,1 0 1 0 0,-1 0-1 0 0,0 0 0 0 0,0 1 0 0 0,0-1 0 0 0,1 0 0 0 0,-1 1 0 0 0,0-1 0 0 0,0 0 0 0 0,1 1 0 0 0,-1-1 1 0 0,0 1-1 0 0,1-1 0 0 0,-1 1 0 0 0,1-1 0 0 0,-1 1 0 0 0,1 0 0 0 0,-1-1 0 0 0,1 1 0 0 0,-1 0 0 0 0,1 0 1 0 0,-1-1-1 0 0,1 1 0 0 0,0 0 0 0 0,-1 0 0 0 0,1-1 0 0 0,0 3 0 0 0,-3 6 254 0 0,0 0-1 0 0,1 0 1 0 0,-1 12-1 0 0,-1 0 264 0 0,-4 16-150 0 0,1 1 0 0 0,2-1 1 0 0,-1 63-1 0 0,7-36 76 0 0,12 86-1 0 0,-10-124-447 0 0,2-1-1 0 0,0 1 0 0 0,2-2 0 0 0,1 1 0 0 0,15 34 0 0 0,-19-51-47 0 0,0-1 1 0 0,0 1-1 0 0,1-1 0 0 0,-1 0 0 0 0,1-1 0 0 0,1 1 0 0 0,-1-1 0 0 0,1 0 0 0 0,1 0 0 0 0,-1-1 1 0 0,1 0-1 0 0,0 0 0 0 0,0 0 0 0 0,0-1 0 0 0,0 0 0 0 0,1-1 0 0 0,0 0 0 0 0,0 0 0 0 0,0 0 0 0 0,13 2 1 0 0,-9-3 33 0 0,0-1 1 0 0,0 0-1 0 0,-1-1 1 0 0,1-1-1 0 0,0 1 1 0 0,0-2 0 0 0,0 0-1 0 0,-1 0 1 0 0,1-1-1 0 0,-1 0 1 0 0,0-1-1 0 0,16-8 1 0 0,-13 5 9 0 0,-1-2 0 0 0,0 1-1 0 0,-1-1 1 0 0,0-1 0 0 0,-1 0 0 0 0,0-1 0 0 0,0 0-1 0 0,15-22 1 0 0,-9 7-28 0 0,-1 0 0 0 0,-2-1 0 0 0,0 0 0 0 0,-2-1-1 0 0,-1-1 1 0 0,-1 0 0 0 0,-2-1 0 0 0,-1 1 0 0 0,4-35 0 0 0,-8 34-21 0 0,0 0 0 0 0,-3-1 0 0 0,0 1 1 0 0,-2 0-1 0 0,-1-1 0 0 0,-9-39 0 0 0,8 55-31 0 0,0 1-1 0 0,0 0 0 0 0,-2 0 0 0 0,1 1 0 0 0,-2-1 0 0 0,0 1 0 0 0,0 0 1 0 0,-1 1-1 0 0,-1 0 0 0 0,0 0 0 0 0,-1 1 0 0 0,0 0 0 0 0,0 1 1 0 0,-23-18-1 0 0,25 23-7 0 0,0 1 0 0 0,0 0 0 0 0,0 0 0 0 0,0 0 0 0 0,-1 1 0 0 0,1 0 0 0 0,-1 1 1 0 0,0 0-1 0 0,0 0 0 0 0,-18 0 0 0 0,14 2-24 0 0,0 0 1 0 0,0 1-1 0 0,0 1 0 0 0,0 0 1 0 0,0 1-1 0 0,-24 9 1 0 0,16-3-308 0 0,1 0 1 0 0,1 1 0 0 0,-1 1 0 0 0,2 1 0 0 0,0 1 0 0 0,0 1 0 0 0,1 0 0 0 0,-25 28 0 0 0,21-18-819 0 0,2 1 0 0 0,1 1 0 0 0,-21 42 0 0 0,-10 35-5239 0 0,26-48 595 0 0</inkml:trace>
</inkml:ink>
</file>

<file path=ppt/ink/ink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1:02.6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163 105 1608 0 0,'0'0'1490'0'0,"-4"-30"8777"0"0,-1 49-9749 0 0,1 0 0 0 0,-3 39 0 0 0,0-6 18 0 0,-31 167 1164 0 0,-26 194-327 0 0,56-366-1228 0 0,5-30 890 0 0,0 0 1 0 0,0 19-1 0 0,1-26 271 0 0,-2-12-317 0 0,-3-15-405 0 0,4-15-404 0 0,2 0 0 0 0,1-1 0 0 0,6-39-1 0 0,-1 22-186 0 0,7-70-215 0 0,5 2 0 0 0,51-180 0 0 0,-58 261 94 0 0,2 0 0 0 0,30-62 1 0 0,-42 97 112 0 0,1 0 0 0 0,1 0 0 0 0,-1 0 0 0 0,0 0 1 0 0,0 0-1 0 0,1 0 0 0 0,-1 0 0 0 0,1 0 0 0 0,-1 1 0 0 0,1-1 0 0 0,0 0 1 0 0,0 1-1 0 0,0 0 0 0 0,0-1 0 0 0,0 1 0 0 0,0 0 0 0 0,0 0 0 0 0,0 0 0 0 0,0 0 1 0 0,0 1-1 0 0,1-1 0 0 0,-1 1 0 0 0,0-1 0 0 0,1 1 0 0 0,-1 0 0 0 0,0 0 1 0 0,1-1-1 0 0,2 2 0 0 0,0 0-1 0 0,0 0 0 0 0,-1 1 1 0 0,1 0-1 0 0,0 0 0 0 0,-1 0 0 0 0,1 1 0 0 0,-1-1 1 0 0,0 1-1 0 0,0 0 0 0 0,0 0 0 0 0,0 0 1 0 0,4 5-1 0 0,6 8-8 0 0,0 1 0 0 0,-1 0 0 0 0,-1 1 0 0 0,-1 0 0 0 0,0 1 0 0 0,-1 0 0 0 0,11 35 0 0 0,-1 6 17 0 0,16 81 0 0 0,-23-59 32 0 0,-3 0-1 0 0,-2 150 1 0 0,-6-207-1371 0 0</inkml:trace>
</inkml:ink>
</file>

<file path=ppt/ink/ink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1:02.9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95 77 268 0 0,'-46'-20'11463'0'0,"-1"-1"-2774"0"0,45 20-8420 0 0,50-13 115 0 0,-4 6-1337 0 0,-1 2 0 0 0,49 0 0 0 0,29 6-8939 0 0,-94 2 3974 0 0</inkml:trace>
</inkml:ink>
</file>

<file path=ppt/ink/ink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1:03.2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74 13 744 0 0,'-20'-13'19377'0'0,"20"14"-19209"0"0,-9 44 1268 0 0,7-32-628 0 0,-13 113 922 0 0,8-52-1489 0 0,-11 142-1420 0 0,18-213 289 0 0,-2 2-115 0 0</inkml:trace>
</inkml:ink>
</file>

<file path=ppt/ink/ink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1:03.8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21 149 1228 0 0,'3'-17'4555'0'0,"-2"6"-2316"0"0,1 0 0 0 0,0 1 0 0 0,7-19 0 0 0,-7 25-2067 0 0,0 0 0 0 0,0 0 0 0 0,1 0 0 0 0,-1 0 0 0 0,1 1 0 0 0,0-1 0 0 0,0 1 0 0 0,0 0 0 0 0,0-1 0 0 0,1 1-1 0 0,0 1 1 0 0,5-5 0 0 0,-4 4-120 0 0,0 0-1 0 0,1 1 1 0 0,0-1-1 0 0,-1 1 0 0 0,1 0 1 0 0,0 0-1 0 0,0 1 1 0 0,0 0-1 0 0,0 0 1 0 0,1 0-1 0 0,-1 1 1 0 0,0 0-1 0 0,0 0 0 0 0,0 1 1 0 0,9 1-1 0 0,-12-2-43 0 0,0 1-1 0 0,0 0 1 0 0,0 0-1 0 0,1 0 1 0 0,-1 1-1 0 0,0-1 1 0 0,-1 1-1 0 0,1-1 1 0 0,0 1-1 0 0,0 0 1 0 0,-1 0-1 0 0,1 1 0 0 0,-1-1 1 0 0,0 0-1 0 0,1 1 1 0 0,-1-1-1 0 0,0 1 1 0 0,-1 0-1 0 0,1 0 1 0 0,0-1-1 0 0,-1 1 1 0 0,1 0-1 0 0,-1 1 1 0 0,0-1-1 0 0,0 0 1 0 0,0 0-1 0 0,-1 0 1 0 0,1 1-1 0 0,-1 4 1 0 0,0 3 14 0 0,0 0 1 0 0,-1 0 0 0 0,-1 0-1 0 0,0 0 1 0 0,0 0 0 0 0,-1-1-1 0 0,0 1 1 0 0,-6 11 0 0 0,1-4 105 0 0,0-1 0 0 0,-2 1 0 0 0,-19 25 0 0 0,11-14 1192 0 0,17-28-1121 0 0,-4 7 450 0 0,14-9-649 0 0,-1 0 0 0 0,1 0 0 0 0,-1 1 0 0 0,1 0 0 0 0,-1 0 0 0 0,1 1 0 0 0,-1 0-1 0 0,1 1 1 0 0,-1 0 0 0 0,0 0 0 0 0,0 1 0 0 0,0 0 0 0 0,0 0 0 0 0,0 1 0 0 0,-1 0 0 0 0,1 0 0 0 0,-1 1 0 0 0,0 0 0 0 0,-1 0 0 0 0,1 1 0 0 0,-1 0 0 0 0,9 10 0 0 0,-14-14 88 0 0,1 0 0 0 0,-1 0 1 0 0,0 0-1 0 0,0 0 1 0 0,0 0-1 0 0,0 0 1 0 0,0 1-1 0 0,-1-1 0 0 0,1 0 1 0 0,0 1-1 0 0,-1-1 1 0 0,0 1-1 0 0,0-1 1 0 0,0 0-1 0 0,0 1 0 0 0,0-1 1 0 0,0 1-1 0 0,0-1 1 0 0,-1 1-1 0 0,1-1 1 0 0,-1 0-1 0 0,0 1 0 0 0,0-1 1 0 0,0 0-1 0 0,0 0 1 0 0,0 0-1 0 0,0 0 1 0 0,-1 0-1 0 0,1 0 0 0 0,0 0 1 0 0,-1 0-1 0 0,0 0 1 0 0,-3 2-1 0 0,0 1 153 0 0,0 0 0 0 0,-1 0 0 0 0,0-1-1 0 0,0 0 1 0 0,0 0 0 0 0,0-1 0 0 0,-1 1-1 0 0,1-1 1 0 0,-1-1 0 0 0,-9 3 0 0 0,-4-1-199 0 0,0-1 1 0 0,0-1-1 0 0,0-1 1 0 0,0-1-1 0 0,0-1 0 0 0,0 0 1 0 0,0-2-1 0 0,-39-9 1 0 0,58 11-216 0 0,0 1 0 0 0,-1 0 0 0 0,1 0-1 0 0,0-1 1 0 0,-1 1 0 0 0,1-1 0 0 0,0 1 0 0 0,0-1 0 0 0,0 0 0 0 0,0 1 0 0 0,0-1 0 0 0,-1 0 0 0 0,1 0 0 0 0,0 0 0 0 0,1 1-1 0 0,-1-1 1 0 0,0 0 0 0 0,0-1 0 0 0,0 1 0 0 0,0 0 0 0 0,1 0 0 0 0,-1 0 0 0 0,1 0 0 0 0,-1 0 0 0 0,1-1 0 0 0,-1 1-1 0 0,1 0 1 0 0,0 0 0 0 0,-1-1 0 0 0,1 1 0 0 0,0-3 0 0 0,0 1-650 0 0,1 0 1 0 0,0 0-1 0 0,0 0 1 0 0,0 1-1 0 0,0-1 1 0 0,0 0-1 0 0,0 1 0 0 0,1-1 1 0 0,-1 0-1 0 0,1 1 1 0 0,0 0-1 0 0,3-4 1 0 0</inkml:trace>
</inkml:ink>
</file>

<file path=ppt/ink/ink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1:04.0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 40 572 0 0,'-16'4'16159'0'0,"23"-6"-14618"0"0,27-3-1158 0 0,12-3-549 0 0,47-6-2914 0 0,-21 3-5142 0 0,-56 8 3439 0 0</inkml:trace>
</inkml:ink>
</file>

<file path=ppt/ink/ink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1:04.2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119 1 2736 0 0,'-4'2'526'0'0,"-14"9"3683"0"0,0 0 1 0 0,-29 10-1 0 0,24-7-1201 0 0,23-14-2936 0 0,-1 0 0 0 0,1 0 0 0 0,-1 0 0 0 0,1 1 0 0 0,-1-1 0 0 0,1 0-1 0 0,-1 0 1 0 0,1 1 0 0 0,0-1 0 0 0,-1 1 0 0 0,1-1 0 0 0,-1 0 0 0 0,1 1 0 0 0,0-1 0 0 0,-1 1 0 0 0,1-1 0 0 0,0 0 0 0 0,0 1 0 0 0,0-1 0 0 0,-1 1 0 0 0,1-1 0 0 0,0 1-1 0 0,0-1 1 0 0,0 1 0 0 0,0-1 0 0 0,0 1 0 0 0,0 0 0 0 0,0-1 0 0 0,0 1 0 0 0,0 0 0 0 0,5 0 17 0 0,69-10-3969 0 0,92-22 0 0 0,-108 18-840 0 0,-6 3-1613 0 0</inkml:trace>
</inkml:ink>
</file>

<file path=ppt/ink/ink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1:04.5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93 37 1648 0 0,'-4'0'2556'0'0,"-75"-8"13257"0"0,69 10-12378 0 0,27-1-2570 0 0,34-1-737 0 0,0-2 13 0 0,57-4-2120 0 0,-36-3-2998 0 0,-49 1 1561 0 0,-8 1-1754 0 0</inkml:trace>
</inkml:ink>
</file>

<file path=ppt/ink/ink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1:04.7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 48 3152 0 0,'-3'-48'18571'0'0,"3"79"-15651"0"0,-3 206 1485 0 0,-11-1-5873 0 0,13-215-682 0 0,2 38 0 0 0,6-8-4773 0 0</inkml:trace>
</inkml:ink>
</file>

<file path=ppt/ink/ink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1:05.0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316 104 904 0 0,'-5'-96'16083'0'0,"5"94"-15429"0"0,0 1-588 0 0,0 1 0 0 0,0 0 0 0 0,1-1 0 0 0,-1 1 0 0 0,0 0 0 0 0,0-1 0 0 0,1 1 0 0 0,-1 0 0 0 0,0 0 0 0 0,1-1 0 0 0,-1 1 0 0 0,0 0 0 0 0,1 0 0 0 0,-1-1 0 0 0,0 1 0 0 0,1 0 0 0 0,-1 0 0 0 0,0 0 1 0 0,1 0-1 0 0,-1 0 0 0 0,1 0 0 0 0,-1 0 0 0 0,0 0 0 0 0,1 0 0 0 0,-1 0 0 0 0,1 0 0 0 0,-1 0 0 0 0,0 0 0 0 0,1 0 0 0 0,11 11 479 0 0,-1 1 1 0 0,0 1-1 0 0,-1 0 1 0 0,-1 0-1 0 0,0 1 1 0 0,14 28-1 0 0,-5 0 127 0 0,18 56 0 0 0,-27-65-591 0 0,-1 0 1 0 0,-2 1-1 0 0,-1 1 0 0 0,-2-1 1 0 0,-1 0-1 0 0,-2 1 1 0 0,-1-1-1 0 0,-2 1 1 0 0,-1-1-1 0 0,-1 0 1 0 0,-3 0-1 0 0,0-1 1 0 0,-14 35-1 0 0,10-38-641 0 0,-1 1 0 0 0,-2-2 0 0 0,-1 0 0 0 0,-1-1 0 0 0,-1-1 0 0 0,-1 0-1 0 0,-2-1 1 0 0,-36 34 0 0 0,41-45-464 0 0,-1-1 0 0 0,0-1 1 0 0,-1-1-1 0 0,-27 14 0 0 0,24-16-2251 0 0,-43 15 0 0 0,8-9-3535 0 0</inkml:trace>
</inkml:ink>
</file>

<file path=ppt/ink/ink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1:05.3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278 185 748 0 0,'-2'-32'2992'0'0,"1"12"-1145"0"0,0-1 1 0 0,-1 1-1 0 0,-1-1 0 0 0,-1 1 1 0 0,-7-21-1 0 0,11 41-1809 0 0,0-1 1 0 0,0 1-1 0 0,0-1 0 0 0,0 1 1 0 0,-1-1-1 0 0,1 1 0 0 0,0-1 1 0 0,0 1-1 0 0,-1 0 0 0 0,1-1 1 0 0,0 1-1 0 0,-1-1 0 0 0,1 1 1 0 0,-1 0-1 0 0,1-1 0 0 0,0 1 1 0 0,-1 0-1 0 0,1-1 0 0 0,-1 1 1 0 0,1 0-1 0 0,-1 0 0 0 0,1-1 1 0 0,-1 1-1 0 0,1 0 0 0 0,-1 0 1 0 0,1 0-1 0 0,-1 0 0 0 0,1 0 1 0 0,-1 0-1 0 0,0 0 0 0 0,-1 0 21 0 0,1 0 0 0 0,-1 1 0 0 0,1-1 0 0 0,0 1 0 0 0,0 0 0 0 0,-1-1 0 0 0,1 1 1 0 0,0 0-1 0 0,0 0 0 0 0,0 0 0 0 0,-2 1 0 0 0,-26 34 684 0 0,27-33-635 0 0,-27 44 444 0 0,2 1 1 0 0,2 1 0 0 0,3 1-1 0 0,-33 106 1 0 0,46-125-441 0 0,1 0 0 0 0,1 1 0 0 0,2 0 0 0 0,2 0 0 0 0,0 0 0 0 0,3 0 0 0 0,4 51 1 0 0,-2-66-213 0 0,1-1 1 0 0,0 0-1 0 0,1-1 1 0 0,1 1-1 0 0,0-1 1 0 0,1 0-1 0 0,1 0 1 0 0,0-1 0 0 0,1 1-1 0 0,1-2 1 0 0,0 1-1 0 0,1-1 1 0 0,0-1-1 0 0,1 0 1 0 0,0 0 0 0 0,26 19-1 0 0,-23-21-642 0 0,0-2 0 0 0,1 1 0 0 0,0-2 0 0 0,29 11 0 0 0,-25-12-2300 0 0,36 7 0 0 0,-5-6-4301 0 0</inkml:trace>
</inkml:ink>
</file>

<file path=ppt/ink/ink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1:05.6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66 143 228 0 0,'4'-23'3970'0'0,"-1"1"0"0"0,-2-1 0 0 0,0 1-1 0 0,-3-31 1 0 0,-8 72-3727 0 0,-14 114 60 0 0,-9 71-207 0 0,29-165-2362 0 0,3 57 0 0 0,4-41-5972 0 0,0-41 2693 0 0</inkml:trace>
</inkml:ink>
</file>

<file path=ppt/ink/ink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1:05.9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1 115 668 0 0,'3'-12'7239'0'0,"-2"9"-6306"0"0,-1 0 92 0 0,0 0 1 0 0,1 0 0 0 0,-1 0-1 0 0,1 1 1 0 0,0-1-1 0 0,0 0 1 0 0,0 1-1 0 0,2-5 1 0 0,-2 6-893 0 0,0 0-1 0 0,1-1 1 0 0,-1 1 0 0 0,0 0-1 0 0,1 0 1 0 0,-1 0 0 0 0,0 0-1 0 0,1 0 1 0 0,-1 1 0 0 0,1-1-1 0 0,0 0 1 0 0,-1 1 0 0 0,1-1-1 0 0,0 1 1 0 0,-1-1 0 0 0,1 1-1 0 0,0 0 1 0 0,-1 0 0 0 0,3 0-1 0 0,169-19 789 0 0,-102 5-3152 0 0,-46 3-1219 0 0,-7-2-3979 0 0</inkml:trace>
</inkml:ink>
</file>

<file path=ppt/ink/ink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1:06.4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89 24 2616 0 0,'-44'-24'24252'0'0,"38"34"-24740"0"0,-13 216 748 0 0,6-110-1677 0 0,6 0-5797 0 0,9-91-453 0 0</inkml:trace>
</inkml:ink>
</file>

<file path=ppt/ink/ink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1:06.9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99 177 1140 0 0,'-4'-40'10278'0'0,"0"-4"-4182"0"0,4 41-5845 0 0,0-1-1 0 0,1 0 1 0 0,-1 0 0 0 0,1 0-1 0 0,0 1 1 0 0,0-1 0 0 0,1 0-1 0 0,-1 1 1 0 0,1-1 0 0 0,1-2-1 0 0,0 2-199 0 0,-1 0 0 0 0,1 1-1 0 0,0-1 1 0 0,0 1 0 0 0,0 0-1 0 0,0 0 1 0 0,0 0 0 0 0,1 0-1 0 0,0 1 1 0 0,-1-1 0 0 0,1 1 0 0 0,0 0-1 0 0,0 0 1 0 0,0 1 0 0 0,0-1-1 0 0,0 1 1 0 0,1 0 0 0 0,-1 0-1 0 0,0 0 1 0 0,1 0 0 0 0,-1 1-1 0 0,1 0 1 0 0,6 0 0 0 0,-5 0-49 0 0,-1 1 0 0 0,0 0 1 0 0,0 0-1 0 0,0 1 0 0 0,0-1 0 0 0,0 1 0 0 0,0 0 1 0 0,0 0-1 0 0,0 1 0 0 0,-1-1 0 0 0,1 1 1 0 0,-1 0-1 0 0,0 0 0 0 0,0 1 0 0 0,0-1 1 0 0,0 1-1 0 0,0 0 0 0 0,-1 0 0 0 0,0 0 0 0 0,3 5 1 0 0,-4-6 8 0 0,-1 0 1 0 0,1 0 0 0 0,-1 0 0 0 0,0 1 0 0 0,0-1-1 0 0,0 0 1 0 0,0 1 0 0 0,-1-1 0 0 0,1 1 0 0 0,-1-1 0 0 0,0 1-1 0 0,0-1 1 0 0,-1 7 0 0 0,0-3 6 0 0,-1 0-1 0 0,0 0 1 0 0,0 0-1 0 0,-1-1 1 0 0,0 1 0 0 0,-4 8-1 0 0,-6 4 22 0 0,0 0 0 0 0,-1 0-1 0 0,-18 17 1 0 0,27-30-23 0 0,-6 6 35 0 0,0 0 1 0 0,-12 20-1 0 0,22-31-70 0 0,1 0 16 0 0,1 0 0 0 0,-1 0 1 0 0,1 0-1 0 0,-1 0 0 0 0,1 0 0 0 0,0 0 0 0 0,-1 0 0 0 0,1 0 0 0 0,0-1 0 0 0,-1 1 0 0 0,1 0 0 0 0,0 0 0 0 0,0-1 0 0 0,0 1 0 0 0,0-1 0 0 0,0 1 0 0 0,0-1 0 0 0,1 1 0 0 0,21 10-39 0 0,-19-9 32 0 0,-1-1 8 0 0,28 14-35 0 0,31 19-1 0 0,-53-28 66 0 0,-1 0 1 0 0,0 0 0 0 0,0 1-1 0 0,0 0 1 0 0,-1 0-1 0 0,0 1 1 0 0,12 16 0 0 0,-18-22-3 0 0,0 0 0 0 0,0-1 1 0 0,0 1-1 0 0,-1 0 0 0 0,1 0 1 0 0,0 0-1 0 0,-1 0 1 0 0,1 0-1 0 0,-1 0 0 0 0,0-1 1 0 0,1 1-1 0 0,-1 0 0 0 0,0 0 1 0 0,0 0-1 0 0,0 0 0 0 0,-1 0 1 0 0,1 0-1 0 0,-1 3 0 0 0,0-1 2 0 0,-1-1 0 0 0,1 0 1 0 0,-1 0-1 0 0,0 0 0 0 0,1 0 0 0 0,-1 0 0 0 0,-1-1 0 0 0,1 1 0 0 0,-5 4 0 0 0,-2 0 12 0 0,0 0 0 0 0,0 0 0 0 0,0-1 0 0 0,-1-1 1 0 0,-15 7-1 0 0,9-6-171 0 0,0 0 0 0 0,0-1 0 0 0,-1-1 0 0 0,0 0 0 0 0,0-2-1 0 0,0 1 1 0 0,-24-2 0 0 0,-12-4-3656 0 0,0-6-4065 0 0,31 4-251 0 0</inkml:trace>
</inkml:ink>
</file>

<file path=ppt/ink/ink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1:07.5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104 86 1932 0 0,'-30'-78'15255'0'0,"30"76"-14805"0"0,-3-3-37 0 0,3 6-394 0 0,0-1 0 0 0,0 0 0 0 0,0 0 0 0 0,0 0 0 0 0,0 0 0 0 0,0 0 0 0 0,0 0 0 0 0,0 0 0 0 0,0 0 0 0 0,0 0 0 0 0,0 0 1 0 0,0 0-1 0 0,0 0 0 0 0,-1 0 0 0 0,1 0 0 0 0,0 0 0 0 0,0 0 0 0 0,0 0 0 0 0,0 0 0 0 0,0 0 0 0 0,0 0 0 0 0,0 0 0 0 0,0 0 0 0 0,0 0 0 0 0,0 0 0 0 0,0 0 0 0 0,0 0 0 0 0,0 0 0 0 0,0 0 0 0 0,0 0 0 0 0,-1 0 0 0 0,1 0 1 0 0,0 0-1 0 0,0 0 0 0 0,0 0 0 0 0,0 0 0 0 0,0 0 0 0 0,0 0 0 0 0,0 0 0 0 0,0-1 0 0 0,0 1 0 0 0,0 0 0 0 0,0 0 0 0 0,0 0 0 0 0,0 0 0 0 0,0 0 0 0 0,0 0 0 0 0,0 0 0 0 0,0 0 0 0 0,0 0 0 0 0,0 0 0 0 0,7 84 2246 0 0,0-27-1201 0 0,3 509 4635 0 0,-42 2-3143 0 0,4-114-1228 0 0,15-19-1018 0 0,0 6-562 0 0,10-421-379 0 0,0-2-5148 0 0</inkml:trace>
</inkml:ink>
</file>

<file path=ppt/ink/ink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1:12.9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7 184 3400 0 0,'-4'-25'8346'0'0,"2"-9"-1232"0"0,2 32-6986 0 0,0 0 0 0 0,1-1 0 0 0,-1 1-1 0 0,1 0 1 0 0,0 0 0 0 0,0 0-1 0 0,-1 0 1 0 0,1 0 0 0 0,1 0 0 0 0,-1 0-1 0 0,0 0 1 0 0,0 1 0 0 0,1-1 0 0 0,-1 0-1 0 0,1 1 1 0 0,-1-1 0 0 0,5-2-1 0 0,31-19 407 0 0,-35 21-482 0 0,19-8-195 0 0,0 1 0 0 0,1 0 1 0 0,0 2-1 0 0,25-6 1 0 0,-19 7-2880 0 0,33-2 1 0 0,-43 9-2191 0 0,-15 0 3731 0 0</inkml:trace>
</inkml:ink>
</file>

<file path=ppt/ink/ink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1:13.1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73 20 3096 0 0,'-72'70'15718'0'0,"74"-69"-15077"0"0,-2-1-618 0 0,0 1 0 0 0,1-1-1 0 0,-1 0 1 0 0,0 0 0 0 0,1 1 0 0 0,-1-1-1 0 0,1 0 1 0 0,-1 1 0 0 0,1-1-1 0 0,-1 0 1 0 0,1 0 0 0 0,-1 0-1 0 0,1 0 1 0 0,-1 0 0 0 0,0 1-1 0 0,1-1 1 0 0,-1 0 0 0 0,1 0-1 0 0,-1 0 1 0 0,1 0 0 0 0,-1 0-1 0 0,2-1 1 0 0,43-6-555 0 0,80-23 0 0 0,-13-9-8017 0 0,-67 21 589 0 0</inkml:trace>
</inkml:ink>
</file>

<file path=ppt/ink/ink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0:51.1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165 166 68 0 0,'-9'-24'3597'0'0,"-6"-36"-1"0"0,9 31-1738 0 0,-12-17 4043 0 0,15 43-5420 0 0,3 3-460 0 0,0 0-1 0 0,0 0 1 0 0,0-1 0 0 0,0 1-1 0 0,-1 0 1 0 0,1 0-1 0 0,0 0 1 0 0,0-1-1 0 0,0 1 1 0 0,0 0 0 0 0,0 0-1 0 0,-1 0 1 0 0,1 0-1 0 0,0 0 1 0 0,0 0-1 0 0,0-1 1 0 0,-1 1-1 0 0,1 0 1 0 0,0 0 0 0 0,0 0-1 0 0,0 0 1 0 0,-1 0-1 0 0,1 0 1 0 0,0 0-1 0 0,0 0 1 0 0,-1 0 0 0 0,1 0-1 0 0,0 0 1 0 0,0 0-1 0 0,0 0 1 0 0,-1 0-1 0 0,1 0 1 0 0,0 0 0 0 0,0 0-1 0 0,-1 0 1 0 0,1 0-1 0 0,0 0 1 0 0,0 1-1 0 0,-7 5 44 0 0,1 1 0 0 0,1 0 0 0 0,-1 0 0 0 0,1 1 0 0 0,0 0-1 0 0,1 0 1 0 0,0 0 0 0 0,0 0 0 0 0,-4 16 0 0 0,-20 85 63 0 0,27-101-107 0 0,-7 32 52 0 0,-6 80-1 0 0,13-108-53 0 0,1-1-1 0 0,0 1 1 0 0,1 0 0 0 0,0-1-1 0 0,1 1 1 0 0,1-1-1 0 0,0 1 1 0 0,0-1-1 0 0,1 0 1 0 0,0 0-1 0 0,10 16 1 0 0,-12-24-6 0 0,0 0 0 0 0,0 0 0 0 0,1 0 0 0 0,-1-1-1 0 0,1 1 1 0 0,0-1 0 0 0,-1 0 0 0 0,1 1 0 0 0,0-1 0 0 0,1-1 0 0 0,-1 1 0 0 0,0 0 0 0 0,0-1 0 0 0,5 2 0 0 0,-2-1 1 0 0,0-1 1 0 0,1 0 0 0 0,-1 0-1 0 0,0-1 1 0 0,0 1 0 0 0,1-2 0 0 0,10 0-1 0 0,-4-1 12 0 0,1-1 0 0 0,-1-1-1 0 0,0 0 1 0 0,0 0 0 0 0,0-2 0 0 0,22-11-1 0 0,-27 12 8 0 0,-1 0-1 0 0,0 0 0 0 0,-1-1 0 0 0,1 1 0 0 0,-1-1 1 0 0,0-1-1 0 0,0 1 0 0 0,-1-1 0 0 0,0 0 1 0 0,0-1-1 0 0,-1 1 0 0 0,0-1 0 0 0,0 0 1 0 0,0 0-1 0 0,-1 0 0 0 0,-1 0 0 0 0,1 0 1 0 0,-1-1-1 0 0,-1 1 0 0 0,1-1 0 0 0,-2 0 0 0 0,1-16 1 0 0,-2 13 0 0 0,0-1 1 0 0,-1 1 0 0 0,0-1-1 0 0,-1 1 1 0 0,0 0 0 0 0,-1 0 0 0 0,0 0-1 0 0,-1 0 1 0 0,0 1 0 0 0,-1 0-1 0 0,0 0 1 0 0,-1 0 0 0 0,0 1-1 0 0,-1 0 1 0 0,-10-10 0 0 0,13 14-20 0 0,-1 2 1 0 0,0-1-1 0 0,0 0 1 0 0,0 1 0 0 0,0 0-1 0 0,-1 1 1 0 0,-11-6-1 0 0,14 8-222 0 0,1 0 0 0 0,0 0 0 0 0,-1 0 0 0 0,1 0 0 0 0,-1 1 0 0 0,1-1 0 0 0,-1 1 0 0 0,1 0 0 0 0,-1 0 0 0 0,1 0 0 0 0,0 0 0 0 0,-1 1 0 0 0,1 0 0 0 0,-1-1 0 0 0,1 1 0 0 0,0 1 0 0 0,-1-1 0 0 0,-3 2 0 0 0,7-2-111 0 0,-3 2-964 0 0,2-3 964 0 0,1 1-1 0 0,-1 0 0 0 0,1 0 0 0 0,-1 0 0 0 0,1 0 1 0 0,0 0-1 0 0,-1 0 0 0 0,1 0 0 0 0,0 0 0 0 0,0 0 0 0 0,0 0 1 0 0,-1-1-1 0 0,1 1 0 0 0,0 0 0 0 0,0 0 0 0 0,0 0 1 0 0,1 0-1 0 0,-1 2 0 0 0</inkml:trace>
</inkml:ink>
</file>

<file path=ppt/ink/ink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0:51.6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92 195 1760 0 0,'10'-13'6192'0'0,"-7"9"-4997"0"0,0-1 1 0 0,-1 1-1 0 0,0-1 0 0 0,0 0 1 0 0,0 0-1 0 0,1-7 725 0 0,-3 11-1635 0 0,0 1-238 0 0,0 1-1 0 0,0-1 1 0 0,0 0 0 0 0,0 0-1 0 0,-1 0 1 0 0,1 0-1 0 0,0 0 1 0 0,0 0 0 0 0,0 0-1 0 0,0 0 1 0 0,-1 0 0 0 0,1 0-1 0 0,0 0 1 0 0,0 0-1 0 0,0 0 1 0 0,0 0 0 0 0,-1 0-1 0 0,1 0 1 0 0,0 0 0 0 0,0 0-1 0 0,0-1 1 0 0,0 1-1 0 0,-1 0 1 0 0,1 0 0 0 0,0 0-1 0 0,0 0 1 0 0,0 0 0 0 0,0 0-1 0 0,0 0 1 0 0,-1 0-1 0 0,1-1 1 0 0,0 1 0 0 0,0 0-1 0 0,0 0 1 0 0,0 0 0 0 0,0 0-1 0 0,0-1 1 0 0,0 1 0 0 0,0 0-1 0 0,0 0 1 0 0,-1 0-1 0 0,1 0 1 0 0,0-1 0 0 0,0 1-1 0 0,0 0 1 0 0,0 0 0 0 0,0 0-1 0 0,0-1 1 0 0,-5 9-3 0 0,-1 0 1 0 0,2 1 0 0 0,-1-1-1 0 0,1 1 1 0 0,0 0 0 0 0,1 0-1 0 0,-3 12 1 0 0,-3 9 0 0 0,1 1 0 0 0,2-1 1 0 0,-4 55-1 0 0,9-76-36 0 0,1 0 1 0 0,0 1-1 0 0,0-1 1 0 0,1 0-1 0 0,1 0 0 0 0,0 1 1 0 0,0-1-1 0 0,0 0 1 0 0,1-1-1 0 0,1 1 1 0 0,-1 0-1 0 0,1-1 1 0 0,1 0-1 0 0,0 0 1 0 0,0 0-1 0 0,0-1 0 0 0,7 8 1 0 0,-8-11 13 0 0,0-1 0 0 0,0 0 0 0 0,1 1 0 0 0,-1-1 0 0 0,1-1 0 0 0,-1 1 1 0 0,1-1-1 0 0,0 1 0 0 0,0-2 0 0 0,0 1 0 0 0,0 0 0 0 0,0-1 0 0 0,1 0 0 0 0,-1 0 0 0 0,0-1 0 0 0,1 1 1 0 0,-1-1-1 0 0,0 0 0 0 0,1-1 0 0 0,-1 1 0 0 0,0-1 0 0 0,0 0 0 0 0,1 0 0 0 0,-1-1 0 0 0,0 1 0 0 0,0-1 1 0 0,7-4-1 0 0,-2 1 44 0 0,-1 0 0 0 0,1-1 0 0 0,-1 0 0 0 0,0-1 0 0 0,-1 0 0 0 0,1 0 1 0 0,-2-1-1 0 0,1 0 0 0 0,-1 0 0 0 0,0-1 0 0 0,-1 0 0 0 0,8-14 0 0 0,0-4-7 0 0,-2 0 0 0 0,-2-1 0 0 0,14-52 0 0 0,-20 60-36 0 0,0 0 1 0 0,-2 1-1 0 0,0-1 1 0 0,-1-1-1 0 0,-1 1 1 0 0,-5-32-1 0 0,4 45-18 0 0,0 0 0 0 0,-1 1-1 0 0,0-1 1 0 0,0 1 0 0 0,0 0 0 0 0,-1 0-1 0 0,0 0 1 0 0,-1 0 0 0 0,1 0 0 0 0,-1 0 0 0 0,0 1-1 0 0,0 0 1 0 0,-1 0 0 0 0,0 0 0 0 0,0 0-1 0 0,0 1 1 0 0,0 0 0 0 0,-1 0 0 0 0,1 0-1 0 0,-1 1 1 0 0,0 0 0 0 0,0 0 0 0 0,0 0 0 0 0,-1 1-1 0 0,1 0 1 0 0,0 0 0 0 0,-1 0 0 0 0,-10 0-1 0 0,5 0-359 0 0,-1 1-1 0 0,0 1 1 0 0,1 0-1 0 0,-1 0 0 0 0,0 2 1 0 0,1-1-1 0 0,-1 2 1 0 0,1-1-1 0 0,0 2 0 0 0,-1 0 1 0 0,1 0-1 0 0,1 1 0 0 0,-1 0 1 0 0,-14 10-1 0 0,7-1-3786 0 0,-28 25-1 0 0,27-20-2271 0 0</inkml:trace>
</inkml:ink>
</file>

<file path=ppt/ink/ink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0:52.1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97 2228 0 0,'-8'-7'10202'0'0,"8"6"-9993"0"0,1-2-41 0 0,0-1 0 0 0,1 0 0 0 0,-1 1 1 0 0,1-1-1 0 0,0 1 0 0 0,0 0 0 0 0,0-1 0 0 0,1 1 0 0 0,-1 0 0 0 0,1 1 0 0 0,-1-1 0 0 0,1 0 0 0 0,0 1 0 0 0,0-1 1 0 0,0 1-1 0 0,0 0 0 0 0,1 0 0 0 0,4-2 0 0 0,2-2-67 0 0,0 2 0 0 0,0-1 0 0 0,0 2 0 0 0,1-1 0 0 0,17-2 0 0 0,-21 4-84 0 0,1 2 1 0 0,-1-1-1 0 0,0 1 0 0 0,1 0 1 0 0,-1 1-1 0 0,0-1 0 0 0,1 2 1 0 0,-1-1-1 0 0,0 1 1 0 0,0 0-1 0 0,9 3 0 0 0,-13-3-6 0 0,0 0 0 0 0,1-1 0 0 0,-1 1 0 0 0,0 0-1 0 0,0 1 1 0 0,-1-1 0 0 0,1 0 0 0 0,0 1 0 0 0,-1 0-1 0 0,1 0 1 0 0,-1-1 0 0 0,0 1 0 0 0,0 0 0 0 0,0 1-1 0 0,0-1 1 0 0,-1 0 0 0 0,1 1 0 0 0,-1-1 0 0 0,0 1 0 0 0,0-1-1 0 0,0 1 1 0 0,0-1 0 0 0,-1 1 0 0 0,1 4 0 0 0,-1 4 54 0 0,-1 0 1 0 0,0 1 0 0 0,-1-1 0 0 0,0 0 0 0 0,-1 0-1 0 0,0 0 1 0 0,-7 16 0 0 0,-41 80 841 0 0,36-77-665 0 0,7-17-148 0 0,5-9-50 0 0,1-1-1 0 0,-1 1 1 0 0,1 0 0 0 0,0 0 0 0 0,-2 8 0 0 0,4-11 27 0 0,0-2-65 0 0,0 1 0 0 0,0-1 0 0 0,0 0 0 0 0,1 0 0 0 0,-1 1 0 0 0,0-1 0 0 0,0 0 0 0 0,0 0 0 0 0,0 1 0 0 0,0-1 0 0 0,1 0 0 0 0,-1 0 0 0 0,0 0 0 0 0,0 1 0 0 0,0-1 0 0 0,1 0 0 0 0,-1 0 0 0 0,0 0 0 0 0,0 0 0 0 0,1 1 0 0 0,-1-1 1 0 0,0 0-1 0 0,0 0 0 0 0,1 0 0 0 0,-1 0 0 0 0,0 0 0 0 0,0 0 0 0 0,1 0 0 0 0,-1 0 0 0 0,0 0 0 0 0,1 0 0 0 0,-1 0 0 0 0,0 0 0 0 0,0 0 0 0 0,1 0 0 0 0,-1 0 0 0 0,0 0 0 0 0,0 0 0 0 0,1 0 0 0 0,14 0 74 0 0,-14 0-78 0 0,58-14-129 0 0,73-25 0 0 0,17-5-3911 0 0,-53 21-2519 0 0,-43 13 466 0 0</inkml:trace>
</inkml:ink>
</file>

<file path=ppt/ink/ink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0:52.7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102 110 1684 0 0,'-1'-2'2411'0'0,"-20"-24"5753"0"0,-9-14-12 0 0,30 39-7700 0 0,-1-5 144 0 0,0 5-572 0 0,1 1 1 0 0,0-1-1 0 0,0 0 0 0 0,0 1 1 0 0,0-1-1 0 0,-1 0 0 0 0,1 0 1 0 0,0 1-1 0 0,0-1 0 0 0,0 0 1 0 0,1 1-1 0 0,-1-1 0 0 0,0 0 1 0 0,0 1-1 0 0,0-1 0 0 0,0 0 1 0 0,1 1-1 0 0,-1-1 0 0 0,0 0 1 0 0,1 1-1 0 0,-1-1 0 0 0,0 1 1 0 0,1-1-1 0 0,-1 0 0 0 0,1 1 0 0 0,-1-1 1 0 0,1 1-1 0 0,-1-1 0 0 0,1 1 1 0 0,-1 0-1 0 0,1-1 0 0 0,-1 1 1 0 0,2-1-1 0 0,3-1-19 0 0,-1 0 0 0 0,1 0 0 0 0,0 0 0 0 0,0 1 0 0 0,0-1 1 0 0,0 1-1 0 0,0 1 0 0 0,0-1 0 0 0,0 1 0 0 0,0-1 0 0 0,0 2 0 0 0,0-1 0 0 0,0 0 0 0 0,0 1 0 0 0,0 0 0 0 0,0 0 0 0 0,0 1 1 0 0,0-1-1 0 0,6 4 0 0 0,-8-4-7 0 0,0 1 0 0 0,0 0 1 0 0,0 0-1 0 0,0 0 0 0 0,0 0 1 0 0,-1 0-1 0 0,1 1 1 0 0,-1-1-1 0 0,1 1 0 0 0,-1-1 1 0 0,0 1-1 0 0,0 0 0 0 0,0 0 1 0 0,0 0-1 0 0,-1 0 0 0 0,1 0 1 0 0,-1 0-1 0 0,0 1 0 0 0,0-1 1 0 0,0 0-1 0 0,0 1 0 0 0,-1-1 1 0 0,1 1-1 0 0,-1-1 0 0 0,0 1 1 0 0,0-1-1 0 0,0 1 0 0 0,-1-1 1 0 0,0 6-1 0 0,-4 10 31 0 0,-1 0 1 0 0,0 0-1 0 0,-13 25 0 0 0,3-7 233 0 0,16-36-229 0 0,0 0-36 0 0,-1-1 1 0 0,1 0-1 0 0,0 0 1 0 0,0 1-1 0 0,0-1 0 0 0,0 0 1 0 0,0 0-1 0 0,0 0 1 0 0,0 1-1 0 0,0-1 0 0 0,0 0 1 0 0,0 0-1 0 0,0 1 1 0 0,0-1-1 0 0,0 0 0 0 0,0 0 1 0 0,0 1-1 0 0,0-1 1 0 0,0 0-1 0 0,0 0 0 0 0,0 0 1 0 0,0 1-1 0 0,0-1 1 0 0,0 0-1 0 0,0 0 0 0 0,0 1 1 0 0,0-1-1 0 0,1 0 0 0 0,-1 0 1 0 0,0 0-1 0 0,0 1 1 0 0,0-1-1 0 0,0 0 0 0 0,0 0 1 0 0,1 0-1 0 0,-1 0 1 0 0,0 0-1 0 0,0 1 0 0 0,0-1 1 0 0,1 0-1 0 0,-1 0 1 0 0,0 0-1 0 0,0 0 0 0 0,1 0 1 0 0,-1 0-1 0 0,0 0 1 0 0,0 0-1 0 0,1 0 0 0 0,-1 0 1 0 0,0 0-1 0 0,0 0 1 0 0,0 0-1 0 0,1 0 0 0 0,-1 0 1 0 0,0 0-1 0 0,1 0 0 0 0,2 0 26 0 0,0 0-47 0 0,16 0-66 0 0,-12 1 79 0 0,0 1 1 0 0,-1 0-1 0 0,1 0 0 0 0,0 0 0 0 0,-1 1 1 0 0,0-1-1 0 0,0 2 0 0 0,0-1 0 0 0,0 1 1 0 0,0 0-1 0 0,0 0 0 0 0,-1 0 0 0 0,0 1 0 0 0,7 7 1 0 0,-11-10 68 0 0,0-1-1 0 0,-1 0 1 0 0,1 1 0 0 0,0-1 0 0 0,0 1 0 0 0,-1-1 0 0 0,1 1 0 0 0,-1-1-1 0 0,0 1 1 0 0,1 0 0 0 0,-1-1 0 0 0,0 1 0 0 0,0-1 0 0 0,0 1 0 0 0,0 0-1 0 0,0-1 1 0 0,0 1 0 0 0,0 0 0 0 0,-1-1 0 0 0,1 1 0 0 0,-1-1 0 0 0,1 1-1 0 0,-1-1 1 0 0,1 1 0 0 0,-1-1 0 0 0,0 1 0 0 0,0-1 0 0 0,0 1 0 0 0,0-1-1 0 0,0 0 1 0 0,0 0 0 0 0,0 0 0 0 0,-2 2 0 0 0,-3 3 182 0 0,0-1-1 0 0,0 0 1 0 0,0 0 0 0 0,-1 0 0 0 0,-8 4-1 0 0,5-4-102 0 0,-1-1-1 0 0,-1 1 1 0 0,1-2 0 0 0,0 1-1 0 0,-1-2 1 0 0,1 0-1 0 0,-20 2 1 0 0,24-4-309 0 0,0 0-1 0 0,-1 0 1 0 0,1-1 0 0 0,-1 0-1 0 0,-12-3 1 0 0,17 3-216 0 0,-1-1 0 0 0,0 1-1 0 0,0-1 1 0 0,1 0 0 0 0,-1 0 0 0 0,1 0 0 0 0,0 0 0 0 0,-1 0 0 0 0,1-1 0 0 0,0 0-1 0 0,-3-3 1 0 0,4 3-350 0 0,0 0 0 0 0,0 0 0 0 0,0 0 1 0 0,0 0-1 0 0,1 0 0 0 0,-1-1 0 0 0,1 1 0 0 0,0-1 0 0 0,0 1 0 0 0,0 0 0 0 0,0-1 0 0 0,1 0 0 0 0,-1-3 0 0 0,-1-16-7682 0 0</inkml:trace>
</inkml:ink>
</file>

<file path=ppt/ink/ink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0:55.7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28 636 0 0,'2'-11'5811'0'0,"-2"10"-5741"0"0,7-14 4915 0 0,-1 22-4789 0 0,8 24 754 0 0,0 2 1 0 0,-2 0 0 0 0,-2 0-1 0 0,12 62 1 0 0,-14-59-439 0 0,55 423 3000 0 0,-55-380-3122 0 0,19 259 639 0 0,15 133 1273 0 0,-31-383-1881 0 0,4 0 1 0 0,37 121 0 0 0,4-25-263 0 0,-56-182-461 0 0</inkml:trace>
</inkml:ink>
</file>

<file path=ppt/ink/ink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0:56.3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1 244 0 0,'0'0'2658'0'0,"9"14"1447"0"0,-20-25-7201 0 0</inkml:trace>
</inkml:ink>
</file>

<file path=ppt/ink/ink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0:56.6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 48 480 0 0,'-5'-5'853'0'0,"0"1"-1"0"0,0-1 0 0 0,1-1 1 0 0,-1 1-1 0 0,1-1 1 0 0,-6-10-1 0 0,9 15-372 0 0,4 1-423 0 0,-1 0-245 0 0,0 0 0 0 0,0 1 1 0 0,1-1-1 0 0,-1 0 0 0 0,0 1 0 0 0,0 0 0 0 0,0-1 1 0 0,0 1-1 0 0,0 0 0 0 0,0 0 0 0 0,0 0 0 0 0,0 0 1 0 0,2 2-1 0 0,-3-3-29 0 0</inkml:trace>
</inkml:ink>
</file>

<file path=ppt/ink/ink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0:56.9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1536 0 0,'8'8'5057'0'0,"-4"-4"-4551"0"0,-3-4-434 0 0,-1 0 0 0 0,1 0 0 0 0,0 1 0 0 0,-1-1 0 0 0,1 1 1 0 0,0-1-1 0 0,-1 1 0 0 0,1-1 0 0 0,-1 1 0 0 0,1-1 1 0 0,-1 1-1 0 0,1-1 0 0 0,-1 1 0 0 0,1 0 0 0 0,-1-1 0 0 0,0 1 1 0 0,1 0-1 0 0,-1-1 0 0 0,0 1 0 0 0,1 0 0 0 0,-1 0 1 0 0,0-1-1 0 0,0 1 0 0 0,0 0 0 0 0,0 0 0 0 0,0-1 0 0 0,0 1 1 0 0,0 0-1 0 0,0 0 0 0 0,0 0 0 0 0</inkml:trace>
</inkml:ink>
</file>

<file path=ppt/ink/ink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0:57.7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31 1292 0 0,'0'0'4586'0'0,"0"1"-4545"0"0,0-1 0 0 0,0 0 1 0 0,0 0-1 0 0,0 1 0 0 0,0-1 0 0 0,0 0 1 0 0,0 0-1 0 0,0 1 0 0 0,0-1 0 0 0,0 0 0 0 0,1 0 1 0 0,-1 1-1 0 0,0-1 0 0 0,0 0 0 0 0,0 0 1 0 0,0 0-1 0 0,1 1 0 0 0,-1-1 0 0 0,0 0 1 0 0,0 0-1 0 0,0 0 0 0 0,1 0 0 0 0,-1 1 0 0 0,0-1 1 0 0,0 0-1 0 0,0 0 0 0 0,1 0 0 0 0,-1 0 1 0 0,0 0-1 0 0,0 0 0 0 0,1 0 0 0 0,8-4-711 0 0,-1 0 1 0 0,0 0-1 0 0,14-12 0 0 0,-11 8-1444 0 0</inkml:trace>
</inkml:ink>
</file>

<file path=ppt/ink/ink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0:58.0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21 636 0 0,'30'-18'8151'0'0,"-25"15"-8508"0"0,-11 6-2160 0 0</inkml:trace>
</inkml:ink>
</file>

<file path=ppt/ink/ink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1:16.0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114 84 1428 0 0,'7'-25'6640'0'0,"-6"18"-5775"0"0,0 4-326 0 0,-1 0 1 0 0,1 0-1 0 0,-1 1 1 0 0,1-1 0 0 0,-1 0-1 0 0,0 0 1 0 0,0 0-1 0 0,-1 0 1 0 0,1 0-1 0 0,0 0 1 0 0,-1 0-1 0 0,0 0 1 0 0,0 0 0 0 0,0 0-1 0 0,-1-2 1 0 0,-17 29-144 0 0,1 14-253 0 0,2 0 1 0 0,2 1-1 0 0,2 0 0 0 0,1 1 0 0 0,2 0 0 0 0,1 1 0 0 0,3 0 0 0 0,1 0 1 0 0,3 64-1 0 0,2-90-86 0 0,0-1 1 0 0,1 1 0 0 0,1-1-1 0 0,0 1 1 0 0,1-1 0 0 0,1-1-1 0 0,0 1 1 0 0,12 22 0 0 0,-14-30 0 0 0,0-1 0 0 0,1-1 0 0 0,-1 1 0 0 0,1 0 0 0 0,0-1 0 0 0,0 0 0 0 0,0 0 0 0 0,0 0 0 0 0,1 0 0 0 0,0-1 0 0 0,0 1 0 0 0,0-1 0 0 0,0 0 0 0 0,0-1 0 0 0,1 1 0 0 0,-1-1 0 0 0,1 0 0 0 0,-1-1 0 0 0,1 1 0 0 0,0-1 0 0 0,0 0 0 0 0,0-1 0 0 0,11 0 0 0 0,-7 0 36 0 0,-1-1 0 0 0,1-1-1 0 0,0 1 1 0 0,-1-2-1 0 0,1 1 1 0 0,-1-2 0 0 0,0 1-1 0 0,0-1 1 0 0,0 0-1 0 0,0-1 1 0 0,9-6 0 0 0,-8 3 15 0 0,1-1 0 0 0,-1 0 0 0 0,0-1 1 0 0,-1 0-1 0 0,0 0 0 0 0,-1-1 1 0 0,11-17-1 0 0,-8 10-14 0 0,-2-1 0 0 0,0-1 0 0 0,-1 0 1 0 0,0 0-1 0 0,-2-1 0 0 0,-1 0 0 0 0,0 0 1 0 0,-2 0-1 0 0,0 0 0 0 0,-1-24 0 0 0,-2 27-53 0 0,-1 1 0 0 0,-1 0 1 0 0,-1-1-1 0 0,-1 1 0 0 0,0 1 0 0 0,-1-1 0 0 0,-1 1 0 0 0,-9-19 0 0 0,9 22-39 0 0,-1 0 0 0 0,-1 0 0 0 0,0 1 0 0 0,0 0 0 0 0,-2 1 0 0 0,1 0-1 0 0,-1 0 1 0 0,-1 1 0 0 0,0 1 0 0 0,-13-10 0 0 0,17 15-20 0 0,1 1 1 0 0,-1 0-1 0 0,1 0 0 0 0,-1 1 1 0 0,0 0-1 0 0,0 0 0 0 0,0 0 1 0 0,-1 1-1 0 0,1 0 0 0 0,0 1 1 0 0,0-1-1 0 0,-1 2 0 0 0,-12 0 1 0 0,16 0-185 0 0,1-1-1 0 0,0 1 1 0 0,0-1 0 0 0,0 1 0 0 0,-1 0-1 0 0,1 0 1 0 0,0 0 0 0 0,0 1-1 0 0,1-1 1 0 0,-1 1 0 0 0,0 0 0 0 0,0-1-1 0 0,1 1 1 0 0,-1 0 0 0 0,1 1 0 0 0,-1-1-1 0 0,1 0 1 0 0,0 1 0 0 0,0-1 0 0 0,0 1-1 0 0,0 0 1 0 0,1-1 0 0 0,-1 1 0 0 0,1 0-1 0 0,0 0 1 0 0,0 0 0 0 0,0 0 0 0 0,0 0-1 0 0,0 1 1 0 0,0-1 0 0 0,1 0-1 0 0,0 0 1 0 0,-1 4 0 0 0,2-4-407 0 0,-1 0 0 0 0,0-1 0 0 0,1 1 0 0 0,-1 0-1 0 0,1-1 1 0 0,0 1 0 0 0,0-1 0 0 0,0 1 0 0 0,0-1 0 0 0,1 1 0 0 0,-1-1 0 0 0,0 0 0 0 0,1 0 0 0 0,2 3-1 0 0</inkml:trace>
</inkml:ink>
</file>

<file path=ppt/ink/ink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1:16.4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 13 2360 0 0,'-36'19'22537'0'0,"43"-18"-22399"0"0,1 0 1 0 0,-1 0 0 0 0,1-1-1 0 0,-1 0 1 0 0,1-1-1 0 0,11-2 1 0 0,-6 1-21 0 0,238-21 1499 0 0,-248 23-1340 0 0,41-5 424 0 0,-42 5-988 0 0</inkml:trace>
</inkml:ink>
</file>

<file path=ppt/ink/ink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1:16.7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 64 2024 0 0,'10'-38'10503'0'0,"-3"13"77"0"0,-5 49-7813 0 0,-20 337 2411 0 0,2-107-4700 0 0,13-196-868 0 0,0-16-1381 0 0,2-2-3725 0 0</inkml:trace>
</inkml:ink>
</file>

<file path=ppt/ink/ink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1:17.5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80 90 2460 0 0,'9'-69'15422'0'0,"-11"48"-12976"0"0,-5 52-1492 0 0,-11 33 0 0 0,-6 20-160 0 0,24-83-783 0 0,-32 180 815 0 0,29-152-714 0 0,1-1 1 0 0,1 1-1 0 0,2 0 1 0 0,6 40 0 0 0,-6-64-86 0 0,0 1 1 0 0,1-1 0 0 0,0 1-1 0 0,0-1 1 0 0,0 0 0 0 0,0 0-1 0 0,1 0 1 0 0,0 0 0 0 0,0 0 0 0 0,1 0-1 0 0,-1-1 1 0 0,1 0 0 0 0,0 0-1 0 0,0 0 1 0 0,0 0 0 0 0,1 0-1 0 0,-1-1 1 0 0,1 0 0 0 0,8 5-1 0 0,-2-3 26 0 0,0 0 0 0 0,1-1 1 0 0,-1 0-1 0 0,1-1 0 0 0,0 0 0 0 0,0-1 0 0 0,21 2 0 0 0,-28-4-39 0 0,1-1 0 0 0,-1 1 0 0 0,1-1 0 0 0,-1 0 0 0 0,0 0 0 0 0,1 0 0 0 0,-1-1 0 0 0,0 0 0 0 0,0 0 0 0 0,0 0 0 0 0,0-1-1 0 0,-1 0 1 0 0,1 0 0 0 0,0 0 0 0 0,-1 0 0 0 0,6-6 0 0 0,3-4 16 0 0,-1-1 0 0 0,1 0 0 0 0,10-18 0 0 0,-10 14 14 0 0,0-1 1 0 0,-1-1-1 0 0,-1 0 0 0 0,-1 0 1 0 0,-1-1-1 0 0,-1 0 0 0 0,9-35 1 0 0,-17 54-16 0 0,0-24-10 0 0,-6 2-22 0 0,5 22 0 0 0,0 0-1 0 0,-14-20-15 0 0,4 6 18 0 0,-1 1 0 0 0,-1 1 1 0 0,0 0-1 0 0,0 1 0 0 0,-27-20 0 0 0,30 26-16 0 0,-1 0 0 0 0,0 1-1 0 0,0 0 1 0 0,-1 1 0 0 0,0 0-1 0 0,0 1 1 0 0,0 0 0 0 0,0 1-1 0 0,-23-3 1 0 0,-37 2-1852 0 0,61 4 272 0 0,0 1-1 0 0,-1 0 0 0 0,-20 6 0 0 0,18 0-3988 0 0</inkml:trace>
</inkml:ink>
</file>

<file path=ppt/ink/ink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1:17.9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20 121 2268 0 0,'-13'-13'11992'0'0,"9"8"-10493"0"0,4 4-1121 0 0,-1 0 1 0 0,1 0 0 0 0,0 0-1 0 0,-1 0 1 0 0,1 0 0 0 0,0 0 0 0 0,0 0-1 0 0,0-1 1 0 0,0 1 0 0 0,0 0 0 0 0,0 0-1 0 0,0 0 1 0 0,0 0 0 0 0,0 0-1 0 0,1-1 1 0 0,0-1-254 0 0,0 1 1 0 0,0 0-1 0 0,1-1 0 0 0,-1 1 0 0 0,1 0 1 0 0,0 0-1 0 0,0 0 0 0 0,0 1 0 0 0,0-1 1 0 0,0 0-1 0 0,0 1 0 0 0,0-1 0 0 0,0 1 1 0 0,1-1-1 0 0,3 0 0 0 0,16-8 29 0 0,0 1 0 0 0,0 1 0 0 0,41-9-1 0 0,-44 14-1236 0 0,0 0 1 0 0,29 0-1 0 0,-44 3 63 0 0,22 2-1951 0 0</inkml:trace>
</inkml:ink>
</file>

<file path=ppt/ink/ink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1:18.1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97 29 2412 0 0,'-88'43'17586'0'0,"86"-42"-17004"0"0,2-1-452 0 0,-1 0 1 0 0,1 0-1 0 0,0 1 1 0 0,-1-1-1 0 0,1 0 1 0 0,-1 0-1 0 0,1 1 1 0 0,0-1-1 0 0,-1 0 1 0 0,1 1-1 0 0,0-1 1 0 0,-1 0-1 0 0,1 1 1 0 0,0-1-1 0 0,0 0 1 0 0,-1 1-1 0 0,1-1 1 0 0,0 1-1 0 0,0-1 1 0 0,0 0 0 0 0,0 1-1 0 0,-1 0 0 0 0,4 1-4 0 0,-1-1 0 0 0,1 0 0 0 0,0 1-1 0 0,-1-1 1 0 0,1 0 0 0 0,0-1-1 0 0,0 1 1 0 0,0 0 0 0 0,0-1-1 0 0,0 1 1 0 0,0-1 0 0 0,0 0-1 0 0,3-1 1 0 0,47-2 364 0 0,-50 3-451 0 0,37-4-1539 0 0,-1-2 1 0 0,58-17 0 0 0,-63 12-4674 0 0,45-21 0 0 0,-53 20-449 0 0</inkml:trace>
</inkml:ink>
</file>

<file path=ppt/ink/ink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1:18.5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71 564 0 0,'0'0'25479'0'0,"3"0"-25284"0"0,45-5 193 0 0,0-2 0 0 0,81-23 0 0 0,-127 30-378 0 0,12-4-486 0 0,18-10-6417 0 0,-11 3-1495 0 0</inkml:trace>
</inkml:ink>
</file>

<file path=ppt/ink/ink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1:18.9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117 75 2528 0 0,'5'-11'4050'0'0,"0"0"0"0"0,-1 0-1 0 0,0-1 1 0 0,3-17 2086 0 0,-8 74-4263 0 0,-3 1 1 0 0,-13 64-1 0 0,-32 87-846 0 0,-14 22-2530 0 0,60-208 41 0 0,-2 20-4806 0 0</inkml:trace>
</inkml:ink>
</file>

<file path=ppt/ink/ink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1:19.3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51 192 640 0 0,'13'-51'7493'0'0,"-8"33"-1966"0"0,5-33-1 0 0,-8 41-3447 0 0,0-7-49 0 0,-4 16-1553 0 0,-2 9-207 0 0,-11 26 215 0 0,2 0 0 0 0,2 1 0 0 0,0 1-1 0 0,3 0 1 0 0,1 0 0 0 0,2 0 0 0 0,1 1-1 0 0,2 0 1 0 0,5 72 0 0 0,-3-104-450 0 0,1 0 0 0 0,0-1 0 0 0,0 1-1 0 0,0 0 1 0 0,1-1 0 0 0,0 1 0 0 0,0-1 0 0 0,0 0 0 0 0,0 1 0 0 0,1-1 0 0 0,-1 0 0 0 0,1 0-1 0 0,0 0 1 0 0,0-1 0 0 0,1 1 0 0 0,4 4 0 0 0,-2-5 0 0 0,0 1-1 0 0,-1-1 1 0 0,1 0 0 0 0,0 0-1 0 0,1 0 1 0 0,-1-1 0 0 0,0 0-1 0 0,1 0 1 0 0,-1-1 0 0 0,13 2-1 0 0,-4-2-9 0 0,-1-1 0 0 0,1 0 0 0 0,0-2 0 0 0,0 1 0 0 0,-1-2-1 0 0,1 0 1 0 0,-1 0 0 0 0,0-1 0 0 0,0-1 0 0 0,15-7-1 0 0,-12 2-22 0 0,0 0 0 0 0,-1-1 0 0 0,0 0 1 0 0,0-1-1 0 0,-2-1 0 0 0,1 0 0 0 0,-2-2 0 0 0,0 1 0 0 0,0-1 0 0 0,17-29 0 0 0,-23 33 8 0 0,-1-1 0 0 0,0 0 0 0 0,0 0 0 0 0,-1 0 0 0 0,-1-1 0 0 0,0 0 0 0 0,-1 0 0 0 0,0 0 1 0 0,-1 0-1 0 0,-1 0 0 0 0,0 0 0 0 0,0-1 0 0 0,-1 1 0 0 0,-1 0 0 0 0,-1 0 0 0 0,-3-19 0 0 0,2 24-143 0 0,1 0-1 0 0,-1 0 0 0 0,-1 1 0 0 0,1-1 0 0 0,-1 1 1 0 0,-1 0-1 0 0,1 0 0 0 0,-1 0 0 0 0,0 0 0 0 0,-1 1 1 0 0,0 0-1 0 0,0 0 0 0 0,0 1 0 0 0,0-1 0 0 0,-1 2 1 0 0,0-1-1 0 0,0 1 0 0 0,0-1 0 0 0,-1 2 0 0 0,-15-6 1 0 0,9 4-950 0 0,0 1 0 0 0,0 1 0 0 0,0 0 0 0 0,-24-1 0 0 0,19 3-2462 0 0,0 1 0 0 0,-38 6 0 0 0,18 0-5523 0 0</inkml:trace>
</inkml:ink>
</file>

<file path=ppt/ink/ink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1:24.7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 13 2132 0 0,'-14'-13'17208'0'0,"14"14"-17131"0"0,-1 0 0 0 0,0 0 0 0 0,1 0 0 0 0,-1 0 0 0 0,0 0 0 0 0,1 0 0 0 0,-1 0-1 0 0,1 0 1 0 0,-1 0 0 0 0,1 0 0 0 0,0 1 0 0 0,0-1 0 0 0,-1 0 0 0 0,1 0 0 0 0,0 0 0 0 0,0 0 0 0 0,0 3 0 0 0,1 29 847 0 0,0-15-476 0 0,-28 390 1396 0 0,25-366-2737 0 0,2-19-2213 0 0</inkml:trace>
</inkml:ink>
</file>

<file path=ppt/ink/ink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1:25.3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12 195 168 0 0,'-3'-7'1328'0'0,"1"0"0"0"0,0 0 1 0 0,0 0-1 0 0,1-1 0 0 0,0 1 0 0 0,1-1 0 0 0,0-9 1 0 0,0 13-1106 0 0,1 0 1 0 0,-1 0-1 0 0,1 1 1 0 0,0-1-1 0 0,1 0 1 0 0,-1 0-1 0 0,1 1 1 0 0,0-1-1 0 0,0 1 1 0 0,0-1-1 0 0,0 1 1 0 0,0 0-1 0 0,1 0 1 0 0,-1 0-1 0 0,6-5 1 0 0,1 1-51 0 0,0 0 0 0 0,0 0 0 0 0,1 1 0 0 0,0 0-1 0 0,0 1 1 0 0,0 0 0 0 0,1 1 0 0 0,0 0 0 0 0,0 0 0 0 0,0 1 0 0 0,0 1 0 0 0,14-2 0 0 0,-20 3-163 0 0,0 1 1 0 0,0 0-1 0 0,1 0 1 0 0,-1 0-1 0 0,0 1 1 0 0,0-1-1 0 0,1 1 1 0 0,-1 0-1 0 0,0 1 1 0 0,0-1-1 0 0,0 1 1 0 0,0 0-1 0 0,-1 1 1 0 0,1-1-1 0 0,0 1 1 0 0,-1 0-1 0 0,0 0 1 0 0,1 0-1 0 0,3 5 1 0 0,-5-5 1 0 0,0 0 1 0 0,0 1 0 0 0,-1-1 0 0 0,0 1 0 0 0,0 0-1 0 0,0 0 1 0 0,0 0 0 0 0,0 0 0 0 0,-1 0-1 0 0,0 0 1 0 0,1 0 0 0 0,-2 1 0 0 0,1-1 0 0 0,0 0-1 0 0,-1 1 1 0 0,0-1 0 0 0,0 1 0 0 0,0-1-1 0 0,-1 0 1 0 0,1 1 0 0 0,-1-1 0 0 0,-2 7 0 0 0,-3 5 30 0 0,0 0 1 0 0,-1 0 0 0 0,-1-1 0 0 0,-15 24 0 0 0,-44 50 554 0 0,66-88-545 0 0,0 0 1 0 0,0-1 0 0 0,1 1-1 0 0,-1 0 1 0 0,0-1-1 0 0,0 1 1 0 0,1 0-1 0 0,-1 0 1 0 0,1 0-1 0 0,-1 0 1 0 0,1 0-1 0 0,-1 0 1 0 0,1 0-1 0 0,-1 0 1 0 0,1 0-1 0 0,0 0 1 0 0,-1 0-1 0 0,1 0 1 0 0,0 0-1 0 0,0 0 1 0 0,0 0-1 0 0,0 0 1 0 0,0 0-1 0 0,0 0 1 0 0,0 0-1 0 0,0 0 1 0 0,1 2-1 0 0,1-1-45 0 0,-1-1-1 0 0,1 0 0 0 0,-1 0 0 0 0,1 0 1 0 0,0 0-1 0 0,0 0 0 0 0,-1 0 1 0 0,1-1-1 0 0,0 1 0 0 0,0-1 1 0 0,3 1-1 0 0,14 6 7 0 0,-10-3-30 0 0,-1 0 0 0 0,1 1 0 0 0,-1 0 0 0 0,0 0 0 0 0,0 1 0 0 0,-1 0 0 0 0,1 1 0 0 0,-1-1-1 0 0,-1 1 1 0 0,11 14 0 0 0,-13-15 102 0 0,-1-1 0 0 0,0 1 0 0 0,0 0 1 0 0,0 0-1 0 0,-1 0 0 0 0,1 1 0 0 0,-2-1 0 0 0,1 1 0 0 0,-1-1 0 0 0,0 1 0 0 0,0-1 0 0 0,-1 1 0 0 0,1-1 0 0 0,-1 1 0 0 0,-1 0 0 0 0,-1 8 0 0 0,1-9 116 0 0,-1 1-1 0 0,0 0 1 0 0,0-1-1 0 0,0 1 1 0 0,-1-1-1 0 0,0 0 1 0 0,-1 0-1 0 0,1 0 1 0 0,-1 0-1 0 0,0 0 1 0 0,0-1-1 0 0,-1 0 1 0 0,0 0 0 0 0,0 0-1 0 0,0 0 1 0 0,0-1-1 0 0,-8 5 1 0 0,6-5-65 0 0,-1 0 1 0 0,0 0-1 0 0,0-1 0 0 0,0 0 1 0 0,0 0-1 0 0,0-1 1 0 0,-1 0-1 0 0,1-1 1 0 0,-1 0-1 0 0,0 0 1 0 0,1-1-1 0 0,-1 0 1 0 0,-13-1-1 0 0,12 0-214 0 0,-1 0 0 0 0,0-1 0 0 0,0 0 0 0 0,0-1 0 0 0,1 0 0 0 0,0 0 0 0 0,-1-1-1 0 0,1-1 1 0 0,-17-9 0 0 0,26 13-152 0 0,0 0 0 0 0,0 0 0 0 0,0-1-1 0 0,0 1 1 0 0,0 0 0 0 0,0 0 0 0 0,0 0-1 0 0,1-1 1 0 0,-1 1 0 0 0,0 0 0 0 0,1-1 0 0 0,-1 1-1 0 0,1-1 1 0 0,-1 1 0 0 0,1-1 0 0 0,0 1-1 0 0,-1-1 1 0 0,1 1 0 0 0,0-1 0 0 0,0 1-1 0 0,0-1 1 0 0,0 1 0 0 0,0-1 0 0 0,1 1 0 0 0,-1-1-1 0 0,0 1 1 0 0,1-1 0 0 0,-1 1 0 0 0,2-2-1 0 0,0-2-735 0 0,1-1 1 0 0,0 1-1 0 0,0 0 0 0 0,0 0 0 0 0,0 1 0 0 0,5-6 0 0 0,7-6-2996 0 0,2-2-1649 0 0</inkml:trace>
</inkml:ink>
</file>

<file path=ppt/ink/ink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1:25.6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20 512 0 0,'23'-9'15709'0'0,"-12"7"-15249"0"0,0 0-1 0 0,-1 1 1 0 0,20 0 0 0 0,-8 0-298 0 0,49-2-1978 0 0,-22 2-8116 0 0</inkml:trace>
</inkml:ink>
</file>

<file path=ppt/ink/ink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1:25.7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 1 2068 0 0,'-85'63'11733'0'0,"84"-62"-11160"0"0,1 0-499 0 0,1 0-1 0 0,-1-1 1 0 0,0 1 0 0 0,1-1-1 0 0,-1 1 1 0 0,0-1-1 0 0,1 1 1 0 0,-1-1 0 0 0,1 1-1 0 0,-1-1 1 0 0,1 1 0 0 0,-1-1-1 0 0,1 0 1 0 0,-1 1 0 0 0,1-1-1 0 0,0 0 1 0 0,-1 1 0 0 0,1-1-1 0 0,0 0 1 0 0,-1 0-1 0 0,1 1 1 0 0,-1-1 0 0 0,1 0-1 0 0,0 0 1 0 0,-1 0 0 0 0,1 0-1 0 0,0 0 1 0 0,-1 0 0 0 0,1 0-1 0 0,0 0 1 0 0,-1-1 0 0 0,1 1-1 0 0,1 0 1 0 0,29-5 216 0 0,-26 4-83 0 0,196-27-1094 0 0,-67 19-8083 0 0,-110 8 3856 0 0</inkml:trace>
</inkml:ink>
</file>

<file path=ppt/ink/ink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1:27.9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344 31 1952 0 0,'17'-23'15119'0'0,"-20"22"-15018"0"0,-1-1-1 0 0,1 1 1 0 0,-1 0 0 0 0,0 0-1 0 0,0 1 1 0 0,1-1 0 0 0,-1 1 0 0 0,0 0-1 0 0,0 0 1 0 0,-4 0 0 0 0,-37 4 25 0 0,44-4-116 0 0,-15 2 8 0 0,0 0 1 0 0,1 1-1 0 0,-1 1 1 0 0,1 1-1 0 0,-28 11 1 0 0,35-12-17 0 0,1 1 1 0 0,-1-1-1 0 0,1 1 1 0 0,0 1-1 0 0,1-1 1 0 0,-1 1-1 0 0,1 0 0 0 0,0 1 1 0 0,1-1-1 0 0,-1 1 1 0 0,1 0-1 0 0,-4 9 1 0 0,-1 4 23 0 0,1 0 0 0 0,1 1 1 0 0,0 0-1 0 0,2 1 0 0 0,0-1 1 0 0,2 1-1 0 0,-3 32 0 0 0,3 157 940 0 0,4-208-942 0 0,42 408 1903 0 0,-3-61-927 0 0,-38 2-861 0 0,-23 0 90 0 0,-3 108-53 0 0,30 168-74 0 0,-9-187 923 0 0,-1-207-302 0 0,5-215-581 0 0,1 0-1 0 0,0-1 1 0 0,1 1-1 0 0,6 23 1 0 0,-7-41-120 0 0,0 0 0 0 0,0 0-1 0 0,-1 0 1 0 0,1 0 0 0 0,0 0 0 0 0,0 0 0 0 0,0 0-1 0 0,0 0 1 0 0,0 0 0 0 0,0 0 0 0 0,1 0 0 0 0,-1 0-1 0 0,0-1 1 0 0,0 1 0 0 0,1 0 0 0 0,-1-1 0 0 0,0 1-1 0 0,1-1 1 0 0,-1 0 0 0 0,0 1 0 0 0,1-1 0 0 0,1 0-1 0 0,15 1 22 0 0,-1-2 0 0 0,1 0 0 0 0,-1 0 0 0 0,1-2 0 0 0,22-6 0 0 0,91-32-1511 0 0,-96 29 657 0 0,140-53-4912 0 0,-144 50 1258 0 0,49-29 1 0 0,-39 16-2647 0 0</inkml:trace>
</inkml:ink>
</file>

<file path=ppt/ink/ink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1:29.1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23 1056 0 0,'27'-23'17225'0'0,"-27"24"-17157"0"0,3 8 1462 0 0,-1 21-595 0 0,-2-20-516 0 0,0 88 1058 0 0,-15 123-1 0 0,7-130-1240 0 0,2-37-159 0 0,-2 62-1797 0 0</inkml:trace>
</inkml:ink>
</file>

<file path=ppt/ink/ink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1:29.6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169 57 816 0 0,'37'-49'14361'0'0,"-34"42"-12209"0"0,-31 27-1733 0 0,0 2 1 0 0,-33 34-1 0 0,29-26-326 0 0,20-18-53 0 0,0-1 0 0 0,1 1-1 0 0,-10 15 1 0 0,20-26-25 0 0,1 0-12 0 0,0-1-1 0 0,-1 0 1 0 0,1 0 0 0 0,0 1 0 0 0,0-1 0 0 0,0 0 0 0 0,-1 1 0 0 0,1-1 0 0 0,0 0 0 0 0,0 0-1 0 0,0 1 1 0 0,0-1 0 0 0,0 0 0 0 0,0 1 0 0 0,0-1 0 0 0,0 0 0 0 0,0 1 0 0 0,0-1 0 0 0,0 0-1 0 0,0 1 1 0 0,0-1 0 0 0,0 0 0 0 0,0 1 0 0 0,0-1 0 0 0,0 0 0 0 0,0 1 0 0 0,0-1-1 0 0,0 0 1 0 0,1 1 0 0 0,-1-1 0 0 0,0 0 0 0 0,0 0 0 0 0,0 1 0 0 0,1-1 0 0 0,-1 0 0 0 0,0 0-1 0 0,0 1 1 0 0,1-1 0 0 0,-1 0 0 0 0,0 0 0 0 0,0 0 0 0 0,1 1 0 0 0,-1-1 0 0 0,0 0 0 0 0,1 0-1 0 0,-1 0 1 0 0,0 0 0 0 0,1 0 0 0 0,19 6 295 0 0,49-3 197 0 0,-48-3-468 0 0,0 0 1 0 0,0 2 0 0 0,0 0-1 0 0,-1 1 1 0 0,30 9 0 0 0,-39-8-16 0 0,0 0 1 0 0,-1 1-1 0 0,0 0 0 0 0,15 10 1 0 0,-21-12 120 0 0,-1-1 0 0 0,0 1 1 0 0,0-1-1 0 0,0 1 0 0 0,0 0 1 0 0,-1 0-1 0 0,1 0 0 0 0,-1 1 1 0 0,0-1-1 0 0,0 1 1 0 0,0-1-1 0 0,0 1 0 0 0,-1-1 1 0 0,1 1-1 0 0,1 8 0 0 0,-3-8 0 0 0,1 0 0 0 0,-1 1 0 0 0,-1-1 0 0 0,1 0 0 0 0,-1 1 0 0 0,1-1-1 0 0,-1 0 1 0 0,0 0 0 0 0,-1 1 0 0 0,1-1 0 0 0,-1 0 0 0 0,0 0 0 0 0,0-1 0 0 0,0 1-1 0 0,0 0 1 0 0,-1-1 0 0 0,0 1 0 0 0,1-1 0 0 0,-1 0 0 0 0,-4 4 0 0 0,-3 2 43 0 0,-1 0 0 0 0,0 0 0 0 0,0-1 1 0 0,-23 11-1 0 0,21-12-161 0 0,-1-1 1 0 0,1 0-1 0 0,-1-2 0 0 0,0 1 0 0 0,-28 4 1 0 0,36-9-545 0 0,0 1-1 0 0,0-1 1 0 0,0 0 0 0 0,0 0 0 0 0,0-1 0 0 0,0 0 0 0 0,-9-2 0 0 0,11 2-307 0 0,1-1 1 0 0,0 1-1 0 0,0 0 1 0 0,0-1-1 0 0,0 0 1 0 0,0 0-1 0 0,0 1 1 0 0,1-2-1 0 0,-1 1 1 0 0,0 0-1 0 0,1-1 0 0 0,0 1 1 0 0,0-1-1 0 0,-3-3 1 0 0</inkml:trace>
</inkml:ink>
</file>

<file path=ppt/ink/ink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1:29.9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8 185 1260 0 0,'-1'-2'3051'0'0,"-5"-45"11511"0"0,6 45-14246 0 0,0-1-1 0 0,0 1 1 0 0,0-1-1 0 0,0 1 1 0 0,1 0-1 0 0,-1-1 1 0 0,1 1-1 0 0,1-4 1 0 0,18-6-171 0 0,1 1 0 0 0,1 0 1 0 0,0 2-1 0 0,0 0 0 0 0,34-7 1 0 0,-1-1-17 0 0,37-8-8635 0 0,-81 24 5532 0 0</inkml:trace>
</inkml:ink>
</file>

<file path=ppt/ink/ink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1:30.5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209 36 1172 0 0,'-28'-18'13053'0'0,"27"17"-12866"0"0,0 1 0 0 0,-1-1-1 0 0,1 1 1 0 0,0-1 0 0 0,-1 1-1 0 0,1 0 1 0 0,-1-1 0 0 0,1 1-1 0 0,-1 0 1 0 0,1 0-1 0 0,-1 0 1 0 0,1 0 0 0 0,-1 0-1 0 0,1 0 1 0 0,-1 1 0 0 0,1-1-1 0 0,0 0 1 0 0,-1 1 0 0 0,1-1-1 0 0,-1 1 1 0 0,-1 1 0 0 0,-1 1-52 0 0,0 0 1 0 0,1 0-1 0 0,-1 1 1 0 0,1-1-1 0 0,-6 9 0 0 0,-7 9 116 0 0,1 1 1 0 0,1 0-1 0 0,2 1 0 0 0,0 1 0 0 0,-15 41 0 0 0,21-47-214 0 0,1-1 1 0 0,1 1 0 0 0,0 0 0 0 0,2 0-1 0 0,0 0 1 0 0,1 1 0 0 0,0-1-1 0 0,2 0 1 0 0,2 20 0 0 0,-1-30 2 0 0,-1 0-1 0 0,1 0 1 0 0,1 0 0 0 0,0-1-1 0 0,0 1 1 0 0,0-1 0 0 0,1 0 0 0 0,0 0-1 0 0,0 0 1 0 0,1 0 0 0 0,-1-1-1 0 0,2 1 1 0 0,5 5 0 0 0,-6-8 6 0 0,-1-1 0 0 0,1 1 0 0 0,0-1 1 0 0,0 0-1 0 0,0 0 0 0 0,0-1 0 0 0,0 1 0 0 0,0-1 1 0 0,1 0-1 0 0,-1-1 0 0 0,1 1 0 0 0,0-1 1 0 0,-1 0-1 0 0,1-1 0 0 0,0 1 0 0 0,0-1 0 0 0,-1 0 1 0 0,1 0-1 0 0,8-2 0 0 0,-1-1 186 0 0,0 0-1 0 0,0 0 1 0 0,-1-1-1 0 0,1-1 1 0 0,-1 0-1 0 0,0-1 1 0 0,0 0-1 0 0,-1 0 1 0 0,0-2-1 0 0,0 1 1 0 0,15-14-1 0 0,-15 9-77 0 0,0 0-1 0 0,0-1 1 0 0,-1 0 0 0 0,-1 0-1 0 0,0-1 1 0 0,-1 0 0 0 0,0 0-1 0 0,-1-1 1 0 0,5-16-1 0 0,-7 18-39 0 0,-1 0 0 0 0,-1-1-1 0 0,0 1 1 0 0,-1-1-1 0 0,0 0 1 0 0,-1 0 0 0 0,0 0-1 0 0,-1 0 1 0 0,-1 1 0 0 0,-1-1-1 0 0,-5-26 1 0 0,5 31-219 0 0,-1 1 1 0 0,0-1-1 0 0,-1 1 1 0 0,0 0-1 0 0,0 0 1 0 0,-1 0-1 0 0,0 1 0 0 0,0 0 1 0 0,0 0-1 0 0,-1 0 1 0 0,0 0-1 0 0,-1 1 1 0 0,0 0-1 0 0,0 0 1 0 0,0 1-1 0 0,0 0 1 0 0,-1 0-1 0 0,0 1 1 0 0,-12-5-1 0 0,18 8-362 0 0,0 0-1 0 0,-1 0 0 0 0,1 0 1 0 0,-1 0-1 0 0,1 1 1 0 0,0-1-1 0 0,-1 1 1 0 0,1 0-1 0 0,-1-1 1 0 0,0 1-1 0 0,1 0 1 0 0,-1 1-1 0 0,-4 0 1 0 0</inkml:trace>
</inkml:ink>
</file>

<file path=ppt/ink/ink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1:31.0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 34 136 0 0,'-39'5'21879'0'0,"303"-33"-21025"0"0,-249 27-792 0 0,-10 1-217 0 0,0 0 0 0 0,0 0 1 0 0,0-1-1 0 0,0 0 0 0 0,0 0 0 0 0,-1 0 1 0 0,1-1-1 0 0,5-1 0 0 0</inkml:trace>
</inkml:ink>
</file>

<file path=ppt/ink/ink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1:31.3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58 2720 0 0,'3'-16'7900'0'0,"3"-26"6528"0"0,-10 74-13540 0 0,6 117 1054 0 0,-6 199-895 0 0,2-260-3605 0 0,3-52-2956 0 0,1-27 1747 0 0</inkml:trace>
</inkml:ink>
</file>

<file path=ppt/ink/ink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1:31.7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 77 3076 0 0,'11'-55'15931'0'0,"-7"33"-11527"0"0,-12 46-3909 0 0,-23 142-87 0 0,28-135-312 0 0,1 1 1 0 0,1 0-1 0 0,4 41 1 0 0,-2-65-37 0 0,0 1 0 0 0,0-1 1 0 0,1 0-1 0 0,1 0 1 0 0,3 11-1 0 0,-5-17-40 0 0,0 0 0 0 0,0 0 0 0 0,0 0 0 0 0,0 0 0 0 0,0-1 1 0 0,0 1-1 0 0,1 0 0 0 0,-1-1 0 0 0,0 1 0 0 0,1-1 0 0 0,-1 0 0 0 0,1 1 0 0 0,0-1 0 0 0,-1 0 0 0 0,1 0 0 0 0,0 0 0 0 0,0 0 0 0 0,0 0 0 0 0,0 0 0 0 0,0-1 0 0 0,0 1 0 0 0,0-1 0 0 0,0 1 0 0 0,0-1 0 0 0,0 0 1 0 0,0 1-1 0 0,0-1 0 0 0,0 0 0 0 0,4-1 0 0 0,0 0-1 0 0,1-1 1 0 0,0 0-1 0 0,-1 0 0 0 0,1 0 1 0 0,-1-1-1 0 0,1 0 1 0 0,-1 0-1 0 0,0 0 1 0 0,0-1-1 0 0,-1 0 1 0 0,1 0-1 0 0,-1-1 0 0 0,0 0 1 0 0,7-7-1 0 0,-5 3 22 0 0,-1 1 0 0 0,0-1 0 0 0,-1 0 0 0 0,0 0 0 0 0,0 0 0 0 0,-1-1 0 0 0,0 0 0 0 0,0 0 0 0 0,2-14 0 0 0,-4 13-10 0 0,0 1 1 0 0,-1 0-1 0 0,0-1 1 0 0,-1 1-1 0 0,0-1 1 0 0,-1 1-1 0 0,0-1 1 0 0,-1 1-1 0 0,-4-16 1 0 0,4 20-32 0 0,0-1 1 0 0,-1 0 0 0 0,0 1-1 0 0,0-1 1 0 0,-1 1-1 0 0,0 0 1 0 0,0 0 0 0 0,0 0-1 0 0,-1 1 1 0 0,0-1 0 0 0,0 1-1 0 0,0 0 1 0 0,0 0-1 0 0,-9-4 1 0 0,5 3-612 0 0,-1 1 1 0 0,0 0-1 0 0,0 1 0 0 0,-13-5 0 0 0,2 4-4426 0 0</inkml:trace>
</inkml:ink>
</file>

<file path=ppt/ink/ink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1:33.0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445 16 1380 0 0,'-11'-14'19412'0'0,"48"12"-19010"0"0,43 4 1 0 0,29-1 198 0 0,-52 2 702 0 0,-55-3-1209 0 0,1 0-74 0 0,-2 1-19 0 0,1-1 0 0 0,-1 0 0 0 0,0 0 0 0 0,1 1 0 0 0,-1-1 0 0 0,0 0 0 0 0,1 1 0 0 0,-1 0 0 0 0,0-1 0 0 0,0 1 0 0 0,1 0 0 0 0,-1-1 0 0 0,0 1 0 0 0,0 0 0 0 0,0 0 0 0 0,0 0-1 0 0,0 0 1 0 0,0 0 0 0 0,0 0 0 0 0,0 0 0 0 0,-1 1 0 0 0,1-1 0 0 0,0 0 0 0 0,-1 0 0 0 0,1 1 0 0 0,-1-1 0 0 0,1 0 0 0 0,-1 1 0 0 0,0-1 0 0 0,1 0 0 0 0,-1 1 0 0 0,0-1-1 0 0,0 0 1 0 0,0 1 0 0 0,0-1 0 0 0,0 3 0 0 0,0-1 14 0 0,-35 631 3310 0 0,12-313-1117 0 0,-15 427 807 0 0,26-488-2461 0 0,4-23-554 0 0,-22 270 0 0 0,8-317 0 0 0,-14 101 0 0 0,24-214 0 0 0,9-65 0 0 0,0 3 0 0 0,-3 28 0 0 0,-1-5 0 0 0,5-23 0 0 0,0-3 0 0 0,0 0 0 0 0,0-1 0 0 0,0 0 0 0 0,0-2 0 0 0,-3-1 0 0 0,-3-1 0 0 0,-13 6 0 0 0,1-1 0 0 0,-35 15 0 0 0,32-17 0 0 0,5-2-944 0 0,-1 0 1 0 0,-34 7-1 0 0,23-9-1712 0 0,0-1-1 0 0,-1-2 0 0 0,1-1 0 0 0,-1-2 0 0 0,-40-4 0 0 0,12-1-8934 0 0</inkml:trace>
</inkml:ink>
</file>

<file path=ppt/ink/ink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1:35.7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1 644 0 0,'0'0'1572'0'0,"-2"10"-1648"0"0</inkml:trace>
</inkml:ink>
</file>

<file path=ppt/ink/ink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1:41.5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118 232 2180 0 0,'4'-23'11302'0'0,"-5"9"-9042"0"0,1 7 213 0 0,-2-2 462 0 0,1 10-2921 0 0,-1 1 0 0 0,1-1 1 0 0,0 0-1 0 0,-1 1 0 0 0,1-1 0 0 0,0 1 1 0 0,0 0-1 0 0,0-1 0 0 0,0 1 0 0 0,0 0 1 0 0,1-1-1 0 0,-1 1 0 0 0,-1 3 0 0 0,-7 33 368 0 0,4-16-222 0 0,-58 285 630 0 0,52-243-669 0 0,9-55-99 0 0,-3 18 252 0 0,-2 44 0 0 0,7-69 238 0 0,2-17-332 0 0,49-177-275 0 0,-19 86 42 0 0,76-229-67 0 0,-103 322 117 0 0,23-60-220 0 0,-28 73 220 0 0,1-1-1 0 0,-1 1 0 0 0,0-1 1 0 0,0 1-1 0 0,0-1 1 0 0,1 1-1 0 0,-1-1 0 0 0,0 1 1 0 0,1-1-1 0 0,-1 1 1 0 0,0-1-1 0 0,1 1 1 0 0,-1 0-1 0 0,1-1 0 0 0,-1 1 1 0 0,0 0-1 0 0,1-1 1 0 0,-1 1-1 0 0,1 0 0 0 0,-1-1 1 0 0,1 1-1 0 0,-1 0 1 0 0,1 0-1 0 0,0 0 1 0 0,-1-1-1 0 0,1 1 0 0 0,-1 0 1 0 0,1 0-1 0 0,-1 0 1 0 0,1 0-1 0 0,-1 0 0 0 0,1 0 1 0 0,0 0-1 0 0,-1 0 1 0 0,1 0-1 0 0,-1 1 1 0 0,1-1-1 0 0,-1 0 0 0 0,1 0 1 0 0,-1 0-1 0 0,1 1 1 0 0,-1-1-1 0 0,1 0 0 0 0,-1 0 1 0 0,1 1-1 0 0,-1-1 1 0 0,1 1-1 0 0,-1-1 1 0 0,0 0-1 0 0,1 1 0 0 0,-1-1 1 0 0,1 1-1 0 0,-1 0 1 0 0,18 24-5 0 0,13 47 260 0 0,38 134 0 0 0,-38-63 58 0 0,-16-89 1807 0 0,-14-25-2384 0 0,-3-3 255 0 0,1 42 0 0 0,1-46 29 0 0,5 36-268 0 0,-5-56-93 0 0</inkml:trace>
</inkml:ink>
</file>

<file path=ppt/ink/ink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1:41.9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101 112 792 0 0,'-4'0'2688'0'0,"-79"-8"11208"0"0,81 8-13317 0 0,-5-1 164 0 0,2 0 307 0 0,14-5-276 0 0,21-8-630 0 0,1 2-1 0 0,0 2 1 0 0,1 0-1 0 0,43-6 1 0 0,-21 4-78 0 0,20-4 4 0 0,-71 15-65 0 0,14-1-36 0 0,0-1-2890 0 0,-16 3 2331 0 0,1 0 0 0 0,-1 1-1 0 0,1-1 1 0 0,-1 0-1 0 0,0 0 1 0 0,1 1-1 0 0,6 3-2361 0 0</inkml:trace>
</inkml:ink>
</file>

<file path=ppt/ink/ink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1:42.3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75 59 1364 0 0,'-23'-10'17524'0'0,"22"9"-17424"0"0,1 1 0 0 0,-1-1 0 0 0,1 0 0 0 0,-1 1 0 0 0,1-1 0 0 0,0 0 0 0 0,-1 1 0 0 0,1-1 1 0 0,0 0-1 0 0,-1 1 0 0 0,1-1 0 0 0,0 0 0 0 0,0 0 0 0 0,0 1 0 0 0,0-1 0 0 0,-1 0 0 0 0,1 0 0 0 0,0 1 0 0 0,0-1 0 0 0,0 0 1 0 0,1 0-1 0 0,-1 1 0 0 0,0-1 0 0 0,0 0 0 0 0,0 0 0 0 0,1 1 0 0 0,-1-2 0 0 0,1 0-28 0 0,1 1 0 0 0,-1 0 0 0 0,0-1 0 0 0,0 1 0 0 0,1 0 1 0 0,-1 0-1 0 0,0 0 0 0 0,1 0 0 0 0,-1 0 0 0 0,1 0 0 0 0,2-1 0 0 0,3 0-40 0 0,1-1 0 0 0,-1 1 0 0 0,0 0 0 0 0,13-1 0 0 0,-17 3-26 0 0,1-1 1 0 0,0 1 0 0 0,-1 0 0 0 0,1 0-1 0 0,0 0 1 0 0,-1 1 0 0 0,1-1 0 0 0,0 1-1 0 0,-1 0 1 0 0,1 0 0 0 0,-1 0 0 0 0,1 1-1 0 0,-1-1 1 0 0,0 1 0 0 0,0 0 0 0 0,1 0-1 0 0,-1 0 1 0 0,0 0 0 0 0,-1 0 0 0 0,1 1-1 0 0,0-1 1 0 0,-1 1 0 0 0,4 4 0 0 0,-4-4 7 0 0,0 1 1 0 0,-1 0 0 0 0,1-1-1 0 0,-1 1 1 0 0,0 0 0 0 0,0 0-1 0 0,0 0 1 0 0,0 0-1 0 0,-1 0 1 0 0,0 1 0 0 0,1-1-1 0 0,-2 0 1 0 0,1 0 0 0 0,0 0-1 0 0,-1 0 1 0 0,0 0 0 0 0,0 0-1 0 0,0 0 1 0 0,0 0-1 0 0,-2 4 1 0 0,-10 18 60 0 0,-1-1-1 0 0,-1 0 1 0 0,-1-1 0 0 0,-2-1 0 0 0,-26 28-1 0 0,3-1 200 0 0,27-35-173 0 0,11-12-49 0 0,0 0 1 0 0,0 0-1 0 0,0 1 1 0 0,0 0-1 0 0,0-1 1 0 0,1 1-1 0 0,0 0 1 0 0,-2 5 0 0 0,4-9-43 0 0,0 0 0 0 0,0 1 1 0 0,0-1-1 0 0,0 0 0 0 0,0 1 1 0 0,0-1-1 0 0,1 0 0 0 0,-1 1 1 0 0,0-1-1 0 0,0 0 1 0 0,1 1-1 0 0,-1-1 0 0 0,0 0 1 0 0,0 1-1 0 0,1-1 0 0 0,-1 0 1 0 0,0 0-1 0 0,1 0 0 0 0,-1 1 1 0 0,0-1-1 0 0,1 0 0 0 0,-1 0 1 0 0,0 0-1 0 0,1 0 1 0 0,-1 1-1 0 0,1-1 0 0 0,-1 0 1 0 0,0 0-1 0 0,1 0 0 0 0,-1 0 1 0 0,1 0-1 0 0,-1 0 0 0 0,0 0 1 0 0,1 0-1 0 0,-1 0 0 0 0,1-1 1 0 0,14 1 68 0 0,-14 0-83 0 0,19-3-277 0 0,0-1 0 0 0,0 0 1 0 0,-1-2-1 0 0,22-8 0 0 0,33-16-6319 0 0,-34 10-1157 0 0,-18 8 984 0 0</inkml:trace>
</inkml:ink>
</file>

<file path=ppt/ink/ink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1:42.6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75 340 0 0,'2'-15'5840'0'0,"6"-45"13802"0"0,-7 61-19418 0 0,-1-1 0 0 0,1 1 0 0 0,0-1 1 0 0,0 1-1 0 0,0-1 0 0 0,-1 1 1 0 0,1-1-1 0 0,0 1 0 0 0,-1 0 0 0 0,1-1 1 0 0,0 1-1 0 0,-1 0 0 0 0,1 1 0 0 0,8 52 411 0 0,-2 0-1 0 0,-3 1 0 0 0,-2 0 0 0 0,-2 0 1 0 0,-14 93-1 0 0,10-119-596 0 0,1-7-193 0 0,-2 43 1 0 0</inkml:trace>
</inkml:ink>
</file>

<file path=ppt/ink/ink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1:42.8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58 143 1104 0 0,'-10'-21'5396'0'0,"4"8"-1545"0"0,-1 0 0 0 0,1 1 0 0 0,-13-16 0 0 0,18 27-3722 0 0,0 0-1 0 0,0 0 1 0 0,0 0 0 0 0,1 0-1 0 0,-1 0 1 0 0,0 0 0 0 0,1 0-1 0 0,-1-1 1 0 0,1 1 0 0 0,-1 0-1 0 0,1 0 1 0 0,-1-1-1 0 0,1 1 1 0 0,0 0 0 0 0,0 0-1 0 0,0-1 1 0 0,0 1 0 0 0,0-2-1 0 0,0 2-88 0 0,0 0 0 0 0,1 0 0 0 0,-1 1-1 0 0,1-1 1 0 0,-1 0 0 0 0,1 0-1 0 0,-1 0 1 0 0,1 1 0 0 0,0-1 0 0 0,-1 0-1 0 0,1 1 1 0 0,0-1 0 0 0,-1 0-1 0 0,1 1 1 0 0,0-1 0 0 0,0 1 0 0 0,0-1-1 0 0,-1 1 1 0 0,2-1 0 0 0,6-1-108 0 0,0 0 0 0 0,-1 0 0 0 0,1 0 0 0 0,15 0 0 0 0,-13 1 118 0 0,50-2-3419 0 0,-10 1-8387 0 0,-33 0 4432 0 0</inkml:trace>
</inkml:ink>
</file>

<file path=ppt/ink/ink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1:43.0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125 1 1928 0 0,'-118'63'19400'0'0,"117"-63"-19326"0"0,1 0-1 0 0,0 0 1 0 0,-1 0 0 0 0,1 0-1 0 0,0 1 1 0 0,-1-1 0 0 0,1 0-1 0 0,0 0 1 0 0,-1 0 0 0 0,1 1-1 0 0,0-1 1 0 0,0 0 0 0 0,-1 0 0 0 0,1 1-1 0 0,0-1 1 0 0,0 0 0 0 0,-1 1-1 0 0,1-1 1 0 0,0 0 0 0 0,0 1-1 0 0,0-1 1 0 0,0 0 0 0 0,-1 1-1 0 0,1-1 1 0 0,0 0 0 0 0,0 1-1 0 0,0-1 1 0 0,0 0 0 0 0,0 1 0 0 0,0 0-1 0 0,9 3 678 0 0,14-2-581 0 0,171-13-459 0 0,-66-5-6396 0 0,-97 9 2953 0 0,-10 0-1589 0 0</inkml:trace>
</inkml:ink>
</file>

<file path=ppt/ink/ink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1:44.3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 88 1792 0 0,'-18'8'16968'0'0,"25"-7"-16304"0"0,15-1-768 0 0,225-73 619 0 0,-193 55-408 0 0,-53 17-255 0 0,9-3-1481 0 0</inkml:trace>
</inkml:ink>
</file>

<file path=ppt/ink/ink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1:44.6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62 2380 0 0,'0'-1'83'0'0,"-1"-12"5408"0"0,-1-1 1 0 0,-5-19 3531 0 0,7 33-8944 0 0,-1 1-1 0 0,0-1 1 0 0,1 0-1 0 0,0 1 1 0 0,-1-1-1 0 0,1 0 1 0 0,-1 1-1 0 0,1-1 1 0 0,-1 1-1 0 0,1-1 0 0 0,0 1 1 0 0,0-1-1 0 0,-1 1 1 0 0,1 0-1 0 0,0-1 1 0 0,0 1-1 0 0,-1-1 1 0 0,1 1-1 0 0,0-1 1 0 0,0 1-1 0 0,0 0 0 0 0,0-1 1 0 0,0 1-1 0 0,0-1 1 0 0,0 1-1 0 0,0 0 1 0 0,0 0-1 0 0,1 20 1098 0 0,20 176 1534 0 0,4 90 1505 0 0,-24-242-6168 0 0,-6 48 0 0 0,2-71 915 0 0,0 0 0 0 0,-2 0 0 0 0,0 0 0 0 0,-9 22 0 0 0</inkml:trace>
</inkml:ink>
</file>

<file path=ppt/ink/ink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1:45.1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496 46 2440 0 0,'0'-16'7172'0'0,"-1"-13"3586"0"0,2 28-10574 0 0,3 5-57 0 0,0-1 1 0 0,1 0-1 0 0,-1 1 1 0 0,0 0-1 0 0,-1 0 1 0 0,1 0-1 0 0,-1 1 0 0 0,0-1 1 0 0,5 9-1 0 0,-1-1 127 0 0,13 17-9 0 0,-1 2 0 0 0,-2 0 1 0 0,-1 1-1 0 0,-1 1 0 0 0,-2 0 0 0 0,-1 1 0 0 0,-2 0 0 0 0,-2 1 1 0 0,-1 0-1 0 0,-1 0 0 0 0,-2 1 0 0 0,-1 0 0 0 0,-2-1 1 0 0,-2 1-1 0 0,-1 0 0 0 0,-2 0 0 0 0,-1-1 0 0 0,-14 47 0 0 0,3-32-188 0 0,-2-1-1 0 0,-3 0 0 0 0,-1-2 0 0 0,-3 0 0 0 0,-44 62 1 0 0,33-59-958 0 0,-2-2 0 0 0,-3-2 0 0 0,-1-2 1 0 0,-69 56-1 0 0,87-81-637 0 0,0-2-1 0 0,-32 18 1 0 0,37-25-2287 0 0,-39 14 0 0 0,14-10-4080 0 0</inkml:trace>
</inkml:ink>
</file>

<file path=ppt/ink/ink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1:45.5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201 18 1516 0 0,'5'-17'14137'0'0,"-11"29"-13307"0"0,0 0 0 0 0,1 1 0 0 0,-4 19 1 0 0,-4 8 97 0 0,-82 242 2331 0 0,74-207-2403 0 0,-22 147 0 0 0,39-180-722 0 0,1 1 0 0 0,3-1 0 0 0,1 1 0 0 0,13 83 0 0 0,-8-97-118 0 0,2 1 1 0 0,0-1-1 0 0,3-1 1 0 0,0 1-1 0 0,1-2 1 0 0,2 0-1 0 0,33 49 1 0 0,-34-59-342 0 0,1 0 0 0 0,0 0 0 0 0,2-2 0 0 0,0 0 0 0 0,0-1 1 0 0,1 0-1 0 0,1-1 0 0 0,1-2 0 0 0,-1 1 0 0 0,35 13 0 0 0,-33-17-1070 0 0,1-1 0 0 0,26 6 0 0 0,-27-9-1217 0 0,1-1 1 0 0,29 1 0 0 0,-8-4-5067 0 0</inkml:trace>
</inkml:ink>
</file>

<file path=ppt/ink/ink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1:46.3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55 1192 0 0,'-5'-24'10561'0'0,"5"23"-10243"0"0,0 0 1 0 0,0 0 0 0 0,0-1-1 0 0,0 1 1 0 0,1 0-1 0 0,-1 0 1 0 0,0 0-1 0 0,0 0 1 0 0,1-1 0 0 0,-1 1-1 0 0,1 0 1 0 0,0-2-1 0 0,1 2-242 0 0,-1-1 0 0 0,1 1 0 0 0,0 0 1 0 0,0 0-1 0 0,-1 0 0 0 0,1 0 0 0 0,0 0 0 0 0,0 0 0 0 0,0 0 0 0 0,0 0 0 0 0,0 1 0 0 0,0-1 0 0 0,0 1 0 0 0,0 0 0 0 0,0-1 0 0 0,1 1 0 0 0,-1 0 0 0 0,0 0 1 0 0,4 1-1 0 0,2-1-33 0 0,1 1 0 0 0,-1 0 0 0 0,1 0 1 0 0,-1 1-1 0 0,1 0 0 0 0,-1 0 1 0 0,0 1-1 0 0,0 0 0 0 0,0 0 0 0 0,-1 1 1 0 0,8 5-1 0 0,-12-7-22 0 0,0 0-1 0 0,0 0 1 0 0,-1 0 0 0 0,1 0 0 0 0,-1 1-1 0 0,1-1 1 0 0,-1 1 0 0 0,0-1-1 0 0,0 1 1 0 0,0 0 0 0 0,0 0 0 0 0,-1 0-1 0 0,1 0 1 0 0,-1 0 0 0 0,0 1 0 0 0,0-1-1 0 0,0 0 1 0 0,0 0 0 0 0,-1 1 0 0 0,1-1-1 0 0,-1 1 1 0 0,0-1 0 0 0,0 1-1 0 0,0-1 1 0 0,0 0 0 0 0,0 1 0 0 0,-1-1-1 0 0,0 0 1 0 0,0 1 0 0 0,0-1 0 0 0,-2 4-1 0 0,-6 15 150 0 0,-2-1-1 0 0,0-1 0 0 0,-19 26 0 0 0,21-32-106 0 0,5-8-19 0 0,2-4-27 0 0,1-1 1 0 0,-1 1 0 0 0,1 0 0 0 0,0 0 0 0 0,0 1-1 0 0,0-1 1 0 0,0 0 0 0 0,0 0 0 0 0,0 0-1 0 0,1 1 1 0 0,-1-1 0 0 0,1 0 0 0 0,-1 3-1 0 0,2-4-9 0 0,0 0 0 0 0,-1-1-1 0 0,1 1 1 0 0,0 0 0 0 0,-1-1-1 0 0,1 1 1 0 0,0-1 0 0 0,0 1 0 0 0,0-1-1 0 0,-1 0 1 0 0,1 1 0 0 0,0-1-1 0 0,0 0 1 0 0,0 1 0 0 0,0-1-1 0 0,0 0 1 0 0,0 0 0 0 0,0 0-1 0 0,0 0 1 0 0,-1 0 0 0 0,1 0-1 0 0,0 0 1 0 0,2 0 0 0 0,23-1 37 0 0,3-3-508 0 0,0-2-1 0 0,0 0 0 0 0,39-15 0 0 0,-40 10-4128 0 0,41-22-1 0 0,-45 19-1823 0 0</inkml:trace>
</inkml:ink>
</file>

<file path=ppt/ink/ink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1:46.5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 16 1368 0 0,'-1'0'3371'0'0,"-12"-2"2040"0"0,0 1-984 0 0,10 0-3374 0 0,-6 1 256 0 0,15 3 999 0 0,24 2-906 0 0,5-4-1224 0 0,46-1-1039 0 0,-74-1-55 0 0,0 1-1 0 0,0-1 1 0 0,0-1-1 0 0,-1 1 0 0 0,1-1 1 0 0,0 0-1 0 0,-1-1 1 0 0,13-5-1 0 0</inkml:trace>
</inkml:ink>
</file>

<file path=ppt/ink/ink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1:46.7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 4 1380 0 0,'-3'-1'4643'0'0,"2"0"-4152"0"0,-1 1 0 0 0,0-1 0 0 0,0 1 1 0 0,0 0-1 0 0,1-1 0 0 0,-1 1 1 0 0,0 0-1 0 0,0 0 0 0 0,0 0 1 0 0,0 0-1 0 0,1 1 0 0 0,-1-1 0 0 0,0 0 1 0 0,0 1-1 0 0,1-1 0 0 0,-1 1 1 0 0,0 0-1 0 0,-1 0 0 0 0,1 1-222 0 0,1 0-1 0 0,-1 0 1 0 0,1 0 0 0 0,0 0-1 0 0,0 0 1 0 0,0 0-1 0 0,0 0 1 0 0,0 0-1 0 0,0 1 1 0 0,1-1 0 0 0,-1 0-1 0 0,1 1 1 0 0,-1-1-1 0 0,1 0 1 0 0,0 4-1 0 0,-2 28 426 0 0,2 1-1 0 0,2-1 0 0 0,10 65 0 0 0,-3-36-351 0 0,-7-42-785 0 0,7 43-1292 0 0,2-26-8613 0 0</inkml:trace>
</inkml:ink>
</file>

<file path=ppt/ink/ink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1:47.0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80 1676 0 0,'4'-36'17547'0'0,"5"-8"-8773"0"0,-5 59-8420 0 0,-1 0 0 0 0,0 0 0 0 0,0 17 1 0 0,1 7-204 0 0,27 141-1403 0 0,-18-121-3671 0 0,2-1-5641 0 0</inkml:trace>
</inkml:ink>
</file>

<file path=ppt/ink/ink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1:47.5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77 76 0 0,'-5'-77'16601'0'0,"2"100"-14830"0"0,7 263 5191 0 0,13 141-2437 0 0,-4-138-2882 0 0,75 829-454 0 0,-67-892-2116 0 0,17 112-1875 0 0</inkml:trace>
</inkml:ink>
</file>

<file path=ppt/ink/ink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1:49.1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16 748 0 0,'0'0'1284'0'0,"16"-5"360"0"0,-5 3-260 0 0,1-3-707 0 0,0 1-449 0 0</inkml:trace>
</inkml:ink>
</file>

<file path=ppt/ink/ink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1:50.1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0 476 0 0,'0'0'3886'0'0</inkml:trace>
</inkml:ink>
</file>

<file path=ppt/ink/ink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1:50.8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1 300 0 0,'0'0'2864'0'0,"-2"8"-2056"0"0,21-6-2284 0 0</inkml:trace>
</inkml:ink>
</file>

<file path=ppt/ink/ink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1:51.2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9 4 0 0,'15'-7'5661'0'0,"-10"5"-7198"0"0</inkml:trace>
</inkml:ink>
</file>

<file path=ppt/ink/ink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1:51.7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11 32 0 0,'15'2'7446'0'0,"8"-2"-7460"0"0,-7-6-3210 0 0,-6-1 1388 0 0</inkml:trace>
</inkml:ink>
</file>

<file path=ppt/ink/ink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1:52.0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1500 0 0,'0'0'1832'0'0,"23"10"5986"0"0,-15-9-10025 0 0</inkml:trace>
</inkml:ink>
</file>

<file path=ppt/ink/ink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1:53.2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79 388 0 0,'0'0'2395'0'0,"8"-22"6852"0"0,-3 17-9034 0 0,1 0-1 0 0,0 0 0 0 0,0 1 0 0 0,0-1 0 0 0,1 2 0 0 0,0-1 1 0 0,-1 1-1 0 0,1 0 0 0 0,0 0 0 0 0,1 0 0 0 0,-1 1 1 0 0,13-2-1 0 0,-3 1-160 0 0,1 1 0 0 0,-1 0 0 0 0,1 1 0 0 0,25 3 0 0 0,-37-2-36 0 0,0 1 0 0 0,0 0 0 0 0,0 0 0 0 0,0 1 0 0 0,0-1 0 0 0,-1 1 0 0 0,1 1 0 0 0,-1-1 0 0 0,0 1 0 0 0,1 0 0 0 0,-1 0 0 0 0,0 1 0 0 0,6 5 0 0 0,-9-7 3 0 0,1 1 0 0 0,-1 0 0 0 0,0 0 0 0 0,0 0 0 0 0,0 0 0 0 0,0 0-1 0 0,0 0 1 0 0,-1 1 0 0 0,1-1 0 0 0,-1 0 0 0 0,0 1 0 0 0,0-1 0 0 0,0 1 0 0 0,-1 0-1 0 0,1-1 1 0 0,-1 1 0 0 0,0 0 0 0 0,0-1 0 0 0,0 1 0 0 0,0 0 0 0 0,-1-1 0 0 0,-1 7-1 0 0,-3 8 208 0 0,-1-1 0 0 0,-1 0 0 0 0,0 0-1 0 0,-2-1 1 0 0,1 0 0 0 0,-22 29 0 0 0,-78 83 1799 0 0,83-101-1590 0 0,25-26-435 0 0,-3 1 65 0 0,1 0 1 0 0,0 1 0 0 0,0 0-1 0 0,0-1 1 0 0,0 1 0 0 0,0 0 0 0 0,-1 4-1 0 0,3-7-51 0 0,0 0-1 0 0,0 1 0 0 0,0-1 1 0 0,0 0-1 0 0,0 0 0 0 0,0 1 0 0 0,0-1 1 0 0,0 0-1 0 0,0 1 0 0 0,0-1 1 0 0,0 0-1 0 0,0 0 0 0 0,0 1 1 0 0,0-1-1 0 0,0 0 0 0 0,0 1 0 0 0,0-1 1 0 0,0 0-1 0 0,1 0 0 0 0,-1 1 1 0 0,0-1-1 0 0,0 0 0 0 0,0 0 1 0 0,1 1-1 0 0,-1-1 0 0 0,0 0 0 0 0,0 0 1 0 0,0 0-1 0 0,1 1 0 0 0,-1-1 1 0 0,0 0-1 0 0,0 0 0 0 0,1 0 1 0 0,21 1 345 0 0,131-32-108 0 0,-51 7-144 0 0,-102 24-107 0 0,90-19-2156 0 0,-38 8-1457 0 0,-1-3 0 0 0,54-22 0 0 0,-86 28-2431 0 0</inkml:trace>
</inkml:ink>
</file>

<file path=ppt/ink/ink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1:54.7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3 130 268 0 0,'3'-16'6290'0'0,"-1"-8"-1002"0"0,-2-19 4664 0 0,-3 66-9739 0 0,0-2-188 0 0,2-1 0 0 0,0 1 0 0 0,1 0 0 0 0,1-1 0 0 0,1 1 0 0 0,1-1 0 0 0,1 1 0 0 0,1-1 0 0 0,11 29 0 0 0,-14-44-20 0 0,0-1 0 0 0,0 0-1 0 0,0 1 1 0 0,1-1-1 0 0,0-1 1 0 0,0 1 0 0 0,0 0-1 0 0,0-1 1 0 0,1 1-1 0 0,-1-1 1 0 0,1 0 0 0 0,0 0-1 0 0,0-1 1 0 0,0 1-1 0 0,0-1 1 0 0,0 0 0 0 0,1 0-1 0 0,-1 0 1 0 0,8 2-1 0 0,-6-3-6 0 0,-1 0-1 0 0,1-1 1 0 0,0 1-1 0 0,0-1 0 0 0,0-1 1 0 0,0 1-1 0 0,0-1 1 0 0,0 0-1 0 0,-1 0 1 0 0,1 0-1 0 0,0-1 0 0 0,-1 0 1 0 0,1 0-1 0 0,-1-1 1 0 0,9-5-1 0 0,-4 2-16 0 0,-1-1-1 0 0,0 0 1 0 0,-1 0-1 0 0,0-1 1 0 0,0 0-1 0 0,-1-1 1 0 0,0 0-1 0 0,0 0 1 0 0,-1 0-1 0 0,0-1 1 0 0,7-17-1 0 0,-4 7 40 0 0,-2 0-1 0 0,0-1 1 0 0,-1 0-1 0 0,-1 0 1 0 0,2-26-1 0 0,-2-26 1489 0 0,-4 70-1411 0 0,-3-4 51 0 0,2 5 16 0 0,0 13 41 0 0,14 384 3818 0 0,10-144-3402 0 0,-23-242-287 0 0,4 12-3414 0 0</inkml:trace>
</inkml:ink>
</file>

<file path=ppt/ink/ink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1:56.9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24 1516 0 0,'0'0'1716'0'0,"7"-10"2033"0"0,-1 1-2089 0 0,4 4-1380 0 0,4 10-1144 0 0,-5 2-2465 0 0</inkml:trace>
</inkml:ink>
</file>

<file path=ppt/ink/ink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1:53.7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123 150 952 0 0,'-5'-54'12554'0'0,"1"3"-6967"0"0,4 49-5544 0 0,0 1 1 0 0,0 0-1 0 0,1-1 0 0 0,-1 1 0 0 0,0 0 0 0 0,0-1 1 0 0,1 1-1 0 0,-1 0 0 0 0,1-1 0 0 0,-1 1 0 0 0,1 0 1 0 0,0 0-1 0 0,-1 0 0 0 0,1 0 0 0 0,0-1 1 0 0,0 1-1 0 0,0 0 0 0 0,0 0 0 0 0,0 0 0 0 0,0 1 1 0 0,0-1-1 0 0,0 0 0 0 0,1-1 0 0 0,30-9 111 0 0,-23 9-73 0 0,-7 1-76 0 0,0 1 1 0 0,0-1 0 0 0,0 1 0 0 0,0 0-1 0 0,0-1 1 0 0,0 1 0 0 0,0 0 0 0 0,1 0-1 0 0,-1 1 1 0 0,0-1 0 0 0,0 0 0 0 0,0 1-1 0 0,0-1 1 0 0,0 1 0 0 0,0 0 0 0 0,0 0-1 0 0,0-1 1 0 0,0 1 0 0 0,0 0 0 0 0,0 1 0 0 0,0-1-1 0 0,-1 0 1 0 0,1 1 0 0 0,0-1 0 0 0,-1 1-1 0 0,1-1 1 0 0,-1 1 0 0 0,0-1 0 0 0,3 5-1 0 0,-3-3 11 0 0,1 0 0 0 0,0 0 0 0 0,-1 1 1 0 0,0-1-1 0 0,0 1 0 0 0,0-1 0 0 0,0 1 0 0 0,-1-1 0 0 0,1 1 0 0 0,-1-1 0 0 0,0 1 0 0 0,0 0 0 0 0,0-1 0 0 0,-1 1 0 0 0,-1 6 0 0 0,-4 7 5 0 0,-1-1 0 0 0,0-1 0 0 0,-2 1 0 0 0,0-2 0 0 0,0 1 0 0 0,-2-1 0 0 0,-22 25 0 0 0,1-2 86 0 0,20-25-16 0 0,-2 3 104 0 0,14-14-85 0 0,34-1 189 0 0,-1 1 0 0 0,44 8 0 0 0,-65-7-189 0 0,0 1-1 0 0,-1 0 0 0 0,1 1 1 0 0,-1 0-1 0 0,1 1 1 0 0,-1 0-1 0 0,-1 1 0 0 0,1 0 1 0 0,17 14-1 0 0,-25-18 62 0 0,-1 0 0 0 0,1 1 0 0 0,-1-1-1 0 0,1 0 1 0 0,-1 1 0 0 0,0 0 0 0 0,0 0 0 0 0,-1 0 0 0 0,1-1-1 0 0,0 1 1 0 0,-1 1 0 0 0,0-1 0 0 0,0 0 0 0 0,0 0 0 0 0,0 0-1 0 0,0 1 1 0 0,0-1 0 0 0,-1 7 0 0 0,0-5 38 0 0,-1 0 0 0 0,0 0 0 0 0,0 0 0 0 0,0 0-1 0 0,0 0 1 0 0,-1-1 0 0 0,0 1 0 0 0,0 0 0 0 0,0-1 0 0 0,-1 1 0 0 0,-4 5 0 0 0,-1 1 28 0 0,-1-1 0 0 0,0 0 0 0 0,-1 0 0 0 0,0-1 0 0 0,0-1 0 0 0,-1 0 0 0 0,0 0 0 0 0,-21 10 0 0 0,19-12-291 0 0,-1 0-1 0 0,-1-2 1 0 0,1 0 0 0 0,-1 0 0 0 0,0-2 0 0 0,0 0 0 0 0,0 0 0 0 0,-25-1 0 0 0,21-2-2184 0 0,1-1 0 0 0,0-1 0 0 0,-31-7 0 0 0</inkml:trace>
</inkml:ink>
</file>

<file path=ppt/ink/ink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1:55.3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0 176 124 0 0,'8'-40'9908'0'0,"-7"29"-7970"0"0,1 0 0 0 0,1 0 0 0 0,0 0 1 0 0,6-15-1 0 0,-7 22-1790 0 0,0 0 1 0 0,1 0-1 0 0,0 0 0 0 0,-1 0 1 0 0,2 0-1 0 0,-1 0 0 0 0,0 1 1 0 0,1 0-1 0 0,0-1 1 0 0,-1 1-1 0 0,1 1 0 0 0,0-1 1 0 0,9-4-1 0 0,-10 5-135 0 0,0 1-1 0 0,0-1 1 0 0,1 1-1 0 0,-1-1 1 0 0,0 1 0 0 0,1 0-1 0 0,-1 1 1 0 0,1-1-1 0 0,-1 0 1 0 0,1 1 0 0 0,0 0-1 0 0,-1 0 1 0 0,1 0-1 0 0,-1 0 1 0 0,1 1 0 0 0,-1-1-1 0 0,1 1 1 0 0,-1 0-1 0 0,1 0 1 0 0,-1 0 0 0 0,0 0-1 0 0,1 1 1 0 0,-1-1-1 0 0,0 1 1 0 0,0 0 0 0 0,0 0-1 0 0,0 0 1 0 0,0 1-1 0 0,-1-1 1 0 0,1 0 0 0 0,-1 1-1 0 0,1 0 1 0 0,-1 0-1 0 0,0-1 1 0 0,0 1 0 0 0,0 1-1 0 0,-1-1 1 0 0,1 0-1 0 0,-1 0 1 0 0,1 1 0 0 0,-1-1-1 0 0,0 0 1 0 0,-1 1-1 0 0,1-1 1 0 0,0 1 0 0 0,-1-1-1 0 0,0 6 1 0 0,0 2-2 0 0,-1 0 0 0 0,0 0 0 0 0,0 0 1 0 0,-1 0-1 0 0,-1-1 0 0 0,1 1 0 0 0,-2-1 1 0 0,-6 15-1 0 0,1-5 55 0 0,-1 0 1 0 0,-1-1-1 0 0,-17 21 0 0 0,19-28 79 0 0,9-12-142 0 0,0 0 0 0 0,0 0-1 0 0,0 0 1 0 0,-1 0 0 0 0,1 0 0 0 0,0 0 0 0 0,0-1-1 0 0,0 1 1 0 0,0 0 0 0 0,0 0 0 0 0,0 0 0 0 0,0 0 0 0 0,0 0-1 0 0,0 0 1 0 0,0 0 0 0 0,0 0 0 0 0,0 0 0 0 0,0 0 0 0 0,0 0-1 0 0,0 0 1 0 0,0 0 0 0 0,0 0 0 0 0,2-2-5 0 0,-1 0 1 0 0,1 0-1 0 0,0 1 0 0 0,0-1 1 0 0,0 0-1 0 0,1 1 0 0 0,-1-1 1 0 0,3 0-1 0 0,1-1-1 0 0,1 0 0 0 0,0 1 0 0 0,0 0 0 0 0,0 1-1 0 0,1-1 1 0 0,-1 1 0 0 0,0 1 0 0 0,1-1 0 0 0,-1 1 0 0 0,0 0-1 0 0,0 1 1 0 0,1 0 0 0 0,-1 0 0 0 0,0 1 0 0 0,0 0 0 0 0,0 0 0 0 0,0 0-1 0 0,0 1 1 0 0,0 0 0 0 0,-1 0 0 0 0,0 1 0 0 0,1 0 0 0 0,6 6 0 0 0,-5-4 126 0 0,0 0 1 0 0,0 1-1 0 0,-1 0 0 0 0,0 0 1 0 0,0 1-1 0 0,-1 0 1 0 0,0 0-1 0 0,0 0 1 0 0,-1 1-1 0 0,0 0 1 0 0,-1 0-1 0 0,1 0 1 0 0,-2 1-1 0 0,0-1 1 0 0,0 1-1 0 0,3 18 1 0 0,-5-22 61 0 0,-1-1-1 0 0,0 1 1 0 0,0 0 0 0 0,-1-1 0 0 0,1 1 0 0 0,-1-1 0 0 0,0 1 0 0 0,-1-1 0 0 0,1 1 0 0 0,-1-1 0 0 0,0 1 0 0 0,-1-1 0 0 0,1 0 0 0 0,-7 9 0 0 0,4-8-24 0 0,0 0 1 0 0,0 0 0 0 0,-1-1 0 0 0,0 0 0 0 0,0 0-1 0 0,0 0 1 0 0,0-1 0 0 0,-1 0 0 0 0,-13 7-1 0 0,6-6-270 0 0,0 0 1 0 0,0-1-1 0 0,-1 0 0 0 0,1-1 0 0 0,-1 0 0 0 0,1-1 0 0 0,-1-1 0 0 0,0-1 0 0 0,0 0 0 0 0,-28-4 0 0 0,37 3-604 0 0,-1 0 0 0 0,1-1 1 0 0,-1 1-1 0 0,-7-5 0 0 0,-2-6-3765 0 0</inkml:trace>
</inkml:ink>
</file>

<file path=ppt/ink/ink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1:55.8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47 2840 0 0,'5'-46'14364'0'0,"-2"70"-13732"0"0,58 349 2429 0 0,-17-132-1745 0 0,77 925 2237 0 0,-96-935-3342 0 0,9-2-1 0 0,11-1 0 0 0,106 321 0 0 0,-137-501-693 0 0,-10-29-476 0 0,2-2-1 0 0,0 1 1 0 0,0-1 0 0 0,10 17-1 0 0</inkml:trace>
</inkml:ink>
</file>

<file path=ppt/ink/ink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1:56.2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80 79 660 0 0,'-68'-18'13993'0'0,"66"17"-13347"0"0,-8-4 1658 0 0,16 2-2218 0 0,-1-1-1 0 0,0 1 1 0 0,1 1 0 0 0,0-1-1 0 0,0 1 1 0 0,-1 0 0 0 0,11-2-1 0 0,51-9 79 0 0,-41 8-116 0 0,-9 2-493 0 0,50-7-805 0 0,-60 10-581 0 0,1 0 1 0 0,-1 0-1 0 0,1 1 1 0 0,7 2-1 0 0,-2-1-3417 0 0</inkml:trace>
</inkml:ink>
</file>

<file path=ppt/ink/ink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1:56.4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122 1 2820 0 0,'-35'27'7219'0'0,"-44"43"0"0"0,78-70-7166 0 0,1 1 1 0 0,-1-1-1 0 0,1 1 0 0 0,-1-1 0 0 0,1 1 1 0 0,-1-1-1 0 0,1 1 0 0 0,0-1 0 0 0,-1 1 0 0 0,1-1 1 0 0,0 1-1 0 0,-1-1 0 0 0,1 1 0 0 0,0 0 0 0 0,-1-1 1 0 0,1 1-1 0 0,0 0 0 0 0,0-1 0 0 0,0 1 1 0 0,0 0-1 0 0,0-1 0 0 0,0 1 0 0 0,0 0 0 0 0,0-1 1 0 0,0 1-1 0 0,0 0 0 0 0,0-1 0 0 0,0 1 0 0 0,1 0 1 0 0,-1 0-8 0 0,1 0 0 0 0,0 0 0 0 0,0 0 0 0 0,0 0 0 0 0,0-1 0 0 0,0 1 1 0 0,0 0-1 0 0,0-1 0 0 0,0 1 0 0 0,0 0 0 0 0,1-1 0 0 0,-1 0 0 0 0,0 1 0 0 0,2-1 1 0 0,5 2 49 0 0,0 0 1 0 0,1-1 0 0 0,11-1 0 0 0,126-7-1084 0 0,-48-4-3510 0 0,-49 6-177 0 0,-2 0-2698 0 0</inkml:trace>
</inkml:ink>
</file>

<file path=ppt/ink/ink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1:57.2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30 2276 0 0,'12'7'6583'0'0,"2"-7"-3516"0"0,-11-2-2916 0 0,1-1 37 0 0,-1 0 0 0 0,0 1 1 0 0,0-1-1 0 0,0 0 0 0 0,4-5 1 0 0,-6 6-254 0 0,4-8-1907 0 0</inkml:trace>
</inkml:ink>
</file>

<file path=ppt/ink/ink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2:03.3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99 1396 0 0,'12'-15'28217'0'0,"8"11"-28086"0"0,0 0-1 0 0,0 1 1 0 0,29-1-1 0 0,8 0-28 0 0,43-8-133 0 0,-29 5 596 0 0,86-20 0 0 0,-117 9-493 0 0,-38 17-433 0 0</inkml:trace>
</inkml:ink>
</file>

<file path=ppt/ink/ink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2:03.6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302 70 1816 0 0,'1'-7'1886'0'0,"0"0"-1"0"0,-1 0 0 0 0,0 0 1 0 0,0 0-1 0 0,-1 0 0 0 0,1 0 1 0 0,-5-13 740 0 0,3 20-2539 0 0,-1 1 1 0 0,1 0 0 0 0,-1-1-1 0 0,1 1 1 0 0,-1 0 0 0 0,1 0-1 0 0,-1 0 1 0 0,1 1-1 0 0,0-1 1 0 0,-1 1 0 0 0,1-1-1 0 0,0 1 1 0 0,0 0 0 0 0,0-1-1 0 0,-3 5 1 0 0,-27 36 945 0 0,27-35-833 0 0,-12 20 403 0 0,1 0 1 0 0,1 1-1 0 0,-17 44 0 0 0,-22 96 1473 0 0,28-71-1588 0 0,5 2 1 0 0,5 0-1 0 0,4 1 0 0 0,4 0 0 0 0,4 0 0 0 0,5 1 0 0 0,24 172 0 0 0,-18-229-666 0 0,2 0 0 0 0,2 0 0 0 0,2-1 0 0 0,31 68 0 0 0,-34-91-727 0 0,1-1 1 0 0,1 0 0 0 0,0-1 0 0 0,25 28-1 0 0,-26-35-533 0 0,1 0-1 0 0,-1-1 1 0 0,1 0-1 0 0,1-1 0 0 0,0-1 1 0 0,0 0-1 0 0,21 9 0 0 0,13 1-7905 0 0</inkml:trace>
</inkml:ink>
</file>

<file path=ppt/ink/ink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2:05.9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238 34 520 0 0,'19'-20'11644'0'0,"-19"20"-11510"0"0,0-1 0 0 0,0 1 0 0 0,0 0 0 0 0,1-1 1 0 0,-1 1-1 0 0,0 0 0 0 0,0-1 0 0 0,0 1 0 0 0,0-1 0 0 0,0 1 0 0 0,0 0 0 0 0,0-1 0 0 0,0 1 0 0 0,0-1 0 0 0,0 1 0 0 0,0-1 0 0 0,0 1 0 0 0,0 0 0 0 0,0-1 0 0 0,0 1 0 0 0,0-1 1 0 0,-1 1-1 0 0,1 0 0 0 0,0-1 0 0 0,0 1 0 0 0,0 0 0 0 0,-1-1 0 0 0,0 0 402 0 0,0 0-402 0 0,0 0 130 0 0,-20 14 576 0 0,4 6-662 0 0,0 1 1 0 0,1 1 0 0 0,1 0-1 0 0,-23 46 1 0 0,12-12 111 0 0,-20 59 1 0 0,31-70-66 0 0,-17 80 1 0 0,28-101-167 0 0,1 0 1 0 0,1 0-1 0 0,1 1 1 0 0,1-1-1 0 0,4 33 1 0 0,-2-46-28 0 0,1 1 0 0 0,0-1 0 0 0,0 0 0 0 0,1 0 0 0 0,0 0 0 0 0,0 0 0 0 0,1 0 0 0 0,1-1 0 0 0,0 0 0 0 0,0 0 0 0 0,0-1 0 0 0,1 1 0 0 0,9 6 0 0 0,-13-11-17 0 0,2 0-1 0 0,-1-1 1 0 0,0 1 0 0 0,1-1-1 0 0,-1 0 1 0 0,1-1 0 0 0,0 1-1 0 0,0-1 1 0 0,0 0 0 0 0,0 0-1 0 0,0-1 1 0 0,1 1 0 0 0,-1-1-1 0 0,0 0 1 0 0,1-1 0 0 0,-1 1-1 0 0,1-1 1 0 0,-1 0 0 0 0,1 0-1 0 0,-1-1 1 0 0,0 0 0 0 0,1 0-1 0 0,-1 0 1 0 0,0 0 0 0 0,0-1-1 0 0,1 0 1 0 0,4-3 0 0 0,-5 3 21 0 0,-1-1 1 0 0,0 0 0 0 0,0 0 0 0 0,-1 0 0 0 0,1 0 0 0 0,0-1 0 0 0,-1 1 0 0 0,0-1-1 0 0,0 0 1 0 0,0 0 0 0 0,0 0 0 0 0,-1 0 0 0 0,0 0 0 0 0,0-1 0 0 0,0 1 0 0 0,0-1-1 0 0,-1 0 1 0 0,1 1 0 0 0,-1-1 0 0 0,0 0 0 0 0,-1 0 0 0 0,1 0 0 0 0,-1 0 0 0 0,0 1 0 0 0,0-1-1 0 0,-1 0 1 0 0,1 0 0 0 0,-1 0 0 0 0,0 0 0 0 0,0 1 0 0 0,-4-10 0 0 0,4 11-31 0 0,-1 0 1 0 0,1 0-1 0 0,-1 0 1 0 0,0 0-1 0 0,0 1 1 0 0,0-1-1 0 0,-1 0 0 0 0,1 1 1 0 0,0-1-1 0 0,-1 1 1 0 0,0 0-1 0 0,1 0 1 0 0,-1 0-1 0 0,0 0 1 0 0,0 1-1 0 0,0-1 1 0 0,-1 1-1 0 0,1-1 1 0 0,0 1-1 0 0,0 0 1 0 0,-1 0-1 0 0,1 1 1 0 0,0-1-1 0 0,-1 1 1 0 0,1 0-1 0 0,-1 0 1 0 0,-4 0-1 0 0,-44 6-59 0 0,50-5-62 0 0,-1-1 0 0 0,1 1 1 0 0,0 0-1 0 0,0 0 0 0 0,-1 0 0 0 0,1 0 0 0 0,0 0 0 0 0,0 1 0 0 0,-2 1 0 0 0,3-3-17 0 0,1 0 0 0 0,0 0 1 0 0,-1 0-1 0 0,1 1 0 0 0,0-1 0 0 0,-2 2-659 0 0,2-2 660 0 0,0 0-1 0 0,-1 1 0 0 0,1-1 0 0 0,0 1 1 0 0,0-1-1 0 0,0 0 0 0 0,0 1 0 0 0,0-1 0 0 0,0 1 1 0 0,0-1-1 0 0,-1 0 0 0 0,1 1 0 0 0,0-1 0 0 0,0 1 1 0 0,1-1-1 0 0,-1 0 0 0 0,0 1 0 0 0,0-1 0 0 0,0 1 1 0 0,0-1-1 0 0,0 0 0 0 0,0 1 0 0 0,0-1 0 0 0,1 0 1 0 0,-1 1-1 0 0,0-1 0 0 0,0 0 0 0 0,0 1 0 0 0,1-1 1 0 0,1 2-660 0 0,-2-2 659 0 0,2 1-258 0 0,0-1 1 0 0,0 1-1 0 0,0-1 0 0 0,0 1 0 0 0,0-1 1 0 0,0 0-1 0 0,0 0 0 0 0,-1 0 1 0 0,1 0-1 0 0,0 0 0 0 0,0-1 0 0 0,0 1 1 0 0,4-1-1 0 0,0-1-1611 0 0,12-1-2672 0 0</inkml:trace>
</inkml:ink>
</file>

<file path=ppt/ink/ink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2:06.3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53 2248 0 0,'-13'-22'23226'0'0,"26"25"-22901"0"0,0-1-1 0 0,0-1 1 0 0,0 0-1 0 0,23-2 0 0 0,60-9-36 0 0,-45 4-126 0 0,78-13 1495 0 0,-126 19-1579 0 0,4-1 1953 0 0,2 0-4340 0 0</inkml:trace>
</inkml:ink>
</file>

<file path=ppt/ink/ink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2:07.1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 55 320 0 0,'-7'-51'26570'0'0,"7"50"-26483"0"0,-2-1 777 0 0,2 2-778 0 0,0 0 1 0 0,-1 0-1 0 0,1 0 1 0 0,0 0-1 0 0,0 0 1 0 0,0 0-1 0 0,-1-1 0 0 0,1 1 1 0 0,0 0-1 0 0,0 0 1 0 0,-1 0-1 0 0,1 0 1 0 0,0 0-1 0 0,0 0 0 0 0,-1 0 1 0 0,1 0-1 0 0,0 0 1 0 0,0 0-1 0 0,-1 0 0 0 0,1 0 1 0 0,0 0-1 0 0,0 0 1 0 0,-1 1-1 0 0,1-1 1 0 0,0 0-1 0 0,-2 1 778 0 0,2-1-777 0 0,-1 1-1 0 0,1-1 0 0 0,0 0 1 0 0,0 0-1 0 0,0 1 1 0 0,0-1-1 0 0,0 0 1 0 0,0 0-1 0 0,0 1 0 0 0,0-1 1 0 0,0 0-1 0 0,0 0 1 0 0,-1 1-1 0 0,1-1 0 0 0,0 0 1 0 0,0 0-1 0 0,0 1 1 0 0,1-1-1 0 0,-1 0 1 0 0,0 1-1 0 0,0 8-86 0 0,0 0 0 0 0,1 0 0 0 0,0 0 0 0 0,3 10 0 0 0,2 17 0 0 0,1 375 0 0 0,-10-226 0 0 0,1-151 0 0 0,-1 59 0 0 0,3-82 0 0 0,0 2 0 0 0,1-4-147 0 0,23-60-21103 0 0</inkml:trace>
</inkml:ink>
</file>

<file path=ppt/ink/ink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2:07.7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3 138 1904 0 0,'0'-2'2159'0'0,"-2"-23"3164"0"0,1-25 3986 0 0,1 47-8962 0 0,1 0-1 0 0,-1 0 1 0 0,1-1 0 0 0,0 1 0 0 0,0 0-1 0 0,0 0 1 0 0,3-4 0 0 0,-1 4-262 0 0,1 0 1 0 0,0 0 0 0 0,0 0 0 0 0,1 1-1 0 0,-1 0 1 0 0,0 0 0 0 0,1 0 0 0 0,-1 0-1 0 0,1 1 1 0 0,6-1 0 0 0,-10 1-82 0 0,5 0 12 0 0,1-1 0 0 0,-1 1 0 0 0,1 1 0 0 0,0-1 0 0 0,0 1-1 0 0,0 0 1 0 0,-1 0 0 0 0,1 1 0 0 0,0 0 0 0 0,-1 0 0 0 0,1 1 0 0 0,0 0 0 0 0,-1 0 0 0 0,0 0-1 0 0,1 1 1 0 0,7 4 0 0 0,-9-4 1 0 0,-1 0-1 0 0,0 1 0 0 0,1-1 1 0 0,-1 1-1 0 0,-1 0 1 0 0,1 0-1 0 0,0 0 0 0 0,-1 0 1 0 0,0 0-1 0 0,0 1 0 0 0,0 0 1 0 0,-1-1-1 0 0,1 1 0 0 0,-1 0 1 0 0,0 0-1 0 0,-1 0 1 0 0,1 1-1 0 0,-1-1 0 0 0,0 0 1 0 0,0 11-1 0 0,-1-3 39 0 0,-1 0 0 0 0,0 0-1 0 0,-1 0 1 0 0,-1 0 0 0 0,0 0 0 0 0,0 0-1 0 0,-2-1 1 0 0,-10 24 0 0 0,-59 92 461 0 0,65-113-366 0 0,-7 9 118 0 0,5-9 261 0 0,1 1 1 0 0,1 0 0 0 0,-11 27 0 0 0,20-42-490 0 0,0 0 0 0 0,0 0 0 0 0,0-1 0 0 0,0 1 0 0 0,0 0 0 0 0,0 0 0 0 0,0-1 0 0 0,0 1 0 0 0,0 0 0 0 0,0 0 0 0 0,0-1 0 0 0,1 1 0 0 0,-1 0 0 0 0,0 0 0 0 0,1-1 0 0 0,-1 1 0 0 0,0 0 0 0 0,1-1 0 0 0,-1 1 0 0 0,1-1 0 0 0,-1 1 0 0 0,1 0 0 0 0,-1-1 0 0 0,1 1 0 0 0,-1-1 0 0 0,1 1 0 0 0,0-1 0 0 0,-1 0 0 0 0,1 1 0 0 0,0-1 0 0 0,-1 0 0 0 0,1 1 0 0 0,0-1 0 0 0,0 0 0 0 0,-1 0 0 0 0,2 1 0 0 0,2 0 20 0 0,1 0 1 0 0,-1 0 0 0 0,0 0 0 0 0,1 0 0 0 0,6-1 0 0 0,63-3 204 0 0,105-17 0 0 0,-166 18-412 0 0,42-9 796 0 0,-51 10-964 0 0,0 0 1 0 0,0-1-1 0 0,-1 1 0 0 0,1-1 1 0 0,-1 0-1 0 0,1 0 0 0 0,-1 0 1 0 0,0 0-1 0 0,0-1 0 0 0,0 1 1 0 0,3-4-1 0 0,2-24-12739 0 0,-8 28 12122 0 0,-1-3-1 0 0,1 2 55 0 0</inkml:trace>
</inkml:ink>
</file>

<file path=ppt/ink/ink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2:08.0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231 77 2600 0 0,'-9'-16'2696'0'0,"6"9"-973"0"0,0 0 0 0 0,-1 0 0 0 0,0 1 0 0 0,-8-9 0 0 0,1-4 2738 0 0,16 28-4060 0 0,144 295 5166 0 0,-130-256-5161 0 0,-1 1 1 0 0,-3 1-1 0 0,-2 0 1 0 0,10 77-1 0 0,-19-75-262 0 0,-1 1 0 0 0,-3-1 0 0 0,-2 0 0 0 0,-2 1 0 0 0,-3-1 0 0 0,-2-1 0 0 0,-2 0 0 0 0,-2 0 0 0 0,-28 67 0 0 0,23-76-15 0 0,-2-1 1 0 0,-49 75-1 0 0,51-93-839 0 0,-37 40 0 0 0,40-48-568 0 0,0-2 0 0 0,-1 0 0 0 0,-24 15 1 0 0,33-24-610 0 0,-1 0 1 0 0,1 0 0 0 0,-1-1 0 0 0,-14 5 0 0 0,-7-1-7948 0 0</inkml:trace>
</inkml:ink>
</file>

<file path=ppt/ink/ink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2:09.1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 32 360 0 0,'-25'-13'13720'0'0,"25"13"-13649"0"0,0-1 0 0 0,0 1 0 0 0,0 0 0 0 0,0 0-1 0 0,0 0 1 0 0,0 0 0 0 0,0-1 0 0 0,0 1 0 0 0,0 0 0 0 0,0 0 0 0 0,0 0-1 0 0,0-1 1 0 0,0 1 0 0 0,0 0 0 0 0,0 0 0 0 0,0 0 0 0 0,0-1 0 0 0,0 1-1 0 0,0 0 1 0 0,9-4 833 0 0,18 0-1203 0 0,-21 4 571 0 0,22-4-638 0 0,30 2 0 0 0,2 4-8199 0 0,-41 0 3892 0 0</inkml:trace>
</inkml:ink>
</file>

<file path=ppt/ink/ink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2:09.3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 1 1584 0 0,'-31'23'4660'0'0,"22"-16"-2727"0"0,-1 0 0 0 0,2 0-1 0 0,-1 1 1 0 0,-11 13 795 0 0,21-20-2632 0 0,-1 0 0 0 0,0 0 0 0 0,1 0 0 0 0,-1 0 0 0 0,0 0 0 0 0,1 0 0 0 0,0 0 0 0 0,-1 0 1 0 0,1 0-1 0 0,0 0 0 0 0,-1 0 0 0 0,1-1 0 0 0,0 1 0 0 0,0 0 0 0 0,0 0 0 0 0,-1-1 0 0 0,1 1 0 0 0,0 0 0 0 0,0-1 0 0 0,0 1 0 0 0,0-1 0 0 0,0 1 1 0 0,0-1-1 0 0,0 0 0 0 0,1 1 0 0 0,-1-1 0 0 0,0 0 0 0 0,0 0 0 0 0,2 0 0 0 0,31 3 311 0 0,-34-3-367 0 0,28 0 52 0 0,0-1 0 0 0,0-2 0 0 0,36-8-1 0 0,-47 7-1323 0 0,0-1 0 0 0,18-9 0 0 0,-21 8-1938 0 0,-1-1 1 0 0,23-16-1 0 0,-21 13-1620 0 0</inkml:trace>
</inkml:ink>
</file>

<file path=ppt/ink/ink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2:09.9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406 78 108 0 0,'1'-2'2097'0'0,"8"-42"9289"0"0,-10 27-6483 0 0,1 17-4757 0 0,0-1 0 0 0,1 1 0 0 0,-1-1 0 0 0,0 0 0 0 0,0 1 1 0 0,0-1-1 0 0,-1 1 0 0 0,1-1 0 0 0,0 1 0 0 0,0-1 0 0 0,0 0 0 0 0,0 1 0 0 0,-1-1 1 0 0,1 1-1 0 0,0-1 0 0 0,0 1 0 0 0,-1-1 0 0 0,1 1 0 0 0,0-1 0 0 0,-1 1 1 0 0,1-1-1 0 0,-1 1 0 0 0,1-1 0 0 0,0 1 0 0 0,-1 0 0 0 0,0-1 0 0 0,-5 4-73 0 0,0 1-1 0 0,0 0 0 0 0,1 0 0 0 0,-1 0 1 0 0,1 0-1 0 0,0 1 0 0 0,1 0 0 0 0,-6 7 1 0 0,-35 49 597 0 0,38-51-500 0 0,-49 73 662 0 0,3 2 1 0 0,5 3 0 0 0,-57 139 0 0 0,98-207-780 0 0,0 0 0 0 0,2 0-1 0 0,1 1 1 0 0,0-1 0 0 0,2 1-1 0 0,-1 22 1 0 0,3-35-17 0 0,0 0 1 0 0,0 1-1 0 0,1-1 0 0 0,0 0 1 0 0,1 0-1 0 0,0 0 0 0 0,0 0 1 0 0,0 0-1 0 0,1 0 1 0 0,1 0-1 0 0,-1-1 0 0 0,1 0 1 0 0,0 0-1 0 0,1 0 0 0 0,-1 0 1 0 0,1 0-1 0 0,1-1 0 0 0,6 7 1 0 0,-5-8-7 0 0,1-1 1 0 0,0 1 0 0 0,0-1-1 0 0,0 0 1 0 0,0-1 0 0 0,0 0-1 0 0,1 0 1 0 0,0-1 0 0 0,-1 0-1 0 0,1 0 1 0 0,0-1 0 0 0,0-1 0 0 0,0 1-1 0 0,0-1 1 0 0,0-1 0 0 0,0 1-1 0 0,17-5 1 0 0,-17 3-17 0 0,1 0 1 0 0,-1-1-1 0 0,1 0 1 0 0,-1 0-1 0 0,0-1 1 0 0,-1 0-1 0 0,1-1 1 0 0,-1 0-1 0 0,1 0 0 0 0,-1 0 1 0 0,-1-1-1 0 0,1-1 1 0 0,-1 1-1 0 0,0-1 1 0 0,-1-1-1 0 0,8-9 1 0 0,-13 16-13 0 0,0-1 0 0 0,1 0 0 0 0,-1 0 1 0 0,0 0-1 0 0,0 0 0 0 0,0-1 1 0 0,0 1-1 0 0,0 0 0 0 0,-1 0 0 0 0,1 0 1 0 0,-1-1-1 0 0,1 1 0 0 0,-1 0 0 0 0,0-1 1 0 0,0 1-1 0 0,0 0 0 0 0,0-1 0 0 0,0 1 1 0 0,0 0-1 0 0,-1-1 0 0 0,1 1 1 0 0,-1 0-1 0 0,0 0 0 0 0,0-1 0 0 0,0 1 1 0 0,0 0-1 0 0,0 0 0 0 0,0 0 0 0 0,0 0 1 0 0,-1 0-1 0 0,1 0 0 0 0,-1 1 0 0 0,1-1 1 0 0,-1 0-1 0 0,-3-2 0 0 0,0 1-85 0 0,-1-1 1 0 0,1 1-1 0 0,-1 1 0 0 0,0-1 0 0 0,0 1 0 0 0,0 0 0 0 0,0 0 0 0 0,0 1 1 0 0,0 0-1 0 0,0 0 0 0 0,-1 0 0 0 0,-6 1 0 0 0,-1 0-477 0 0,0 2-1 0 0,0-1 1 0 0,1 2-1 0 0,-1 0 1 0 0,1 1-1 0 0,-1 0 1 0 0,1 1-1 0 0,-15 7 1 0 0,3 1-2442 0 0,0 2-1 0 0,1 0 1 0 0,-23 20 0 0 0,13-7-5664 0 0</inkml:trace>
</inkml:ink>
</file>

<file path=ppt/ink/ink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2:13.9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234 262 1940 0 0,'-13'-61'11759'0'0,"13"60"-11043"0"0,-1-3 56 0 0,1 4-714 0 0,0 0 0 0 0,0 0-1 0 0,0-1 1 0 0,0 1 0 0 0,0 0-1 0 0,0-1 1 0 0,0 1 0 0 0,0 0-1 0 0,0 0 1 0 0,0-1 0 0 0,0 1-1 0 0,-1 0 1 0 0,1-1-1 0 0,0 1 1 0 0,0 0 0 0 0,0 0-1 0 0,0-1 1 0 0,0 1 0 0 0,-1 0-1 0 0,1 0 1 0 0,0 0 0 0 0,0-1-1 0 0,0 1 1 0 0,-1 0 0 0 0,1 0-1 0 0,0 0 1 0 0,0-1 0 0 0,-1 1-1 0 0,1 0 1 0 0,-3 2 77 0 0,1-1-1 0 0,0 1 1 0 0,0 0 0 0 0,0 0-1 0 0,0 1 1 0 0,0-1-1 0 0,0 0 1 0 0,0 1 0 0 0,1-1-1 0 0,-3 5 1 0 0,-13 34 703 0 0,8-17-442 0 0,-124 339 1361 0 0,105-271-1335 0 0,25-87-266 0 0,2-7-65 0 0,0-13-42 0 0,5-21-57 0 0,20-88-105 0 0,5 1-1 0 0,87-226 0 0 0,-113 342 104 0 0,-1-1-11 0 0,1 1 1 0 0,0-1 0 0 0,0 1-1 0 0,1-1 1 0 0,0 1-1 0 0,0 0 1 0 0,1 0-1 0 0,10-12 1 0 0,-14 19 19 0 0,0-1 1 0 0,0 0-1 0 0,1 0 0 0 0,-1 1 0 0 0,0-1 1 0 0,0 0-1 0 0,0 1 0 0 0,1-1 1 0 0,-1 1-1 0 0,0 0 0 0 0,1-1 0 0 0,-1 1 1 0 0,0 0-1 0 0,1 0 0 0 0,-1 0 1 0 0,0 0-1 0 0,1 0 0 0 0,-1 0 0 0 0,0 0 1 0 0,1 0-1 0 0,-1 1 0 0 0,0-1 0 0 0,1 0 1 0 0,-1 1-1 0 0,0-1 0 0 0,2 2 1 0 0,0 0 3 0 0,-1-1 0 0 0,0 1 1 0 0,0 0-1 0 0,0 0 0 0 0,0 1 1 0 0,0-1-1 0 0,0 0 0 0 0,2 4 1 0 0,4 9 61 0 0,-1-1 1 0 0,0 1-1 0 0,-1 1 1 0 0,0-1-1 0 0,3 19 1 0 0,13 84 246 0 0,-17-87-282 0 0,22 202 498 0 0,-13-101-6398 0 0,-12-118 3144 0 0</inkml:trace>
</inkml:ink>
</file>

<file path=ppt/ink/ink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2:14.1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81 109 580 0 0,'-7'-3'1832'0'0,"-44"-16"11193"0"0,33 10-10460 0 0,18 8-2507 0 0,-1 1 0 0 0,1 0-1 0 0,0 0 1 0 0,0 0 0 0 0,-1 0-1 0 0,1 0 1 0 0,0-1 0 0 0,0 1 0 0 0,-1 0-1 0 0,1 0 1 0 0,0-1 0 0 0,0 1-1 0 0,0 0 1 0 0,-1 0 0 0 0,1-1-1 0 0,0 1 1 0 0,0 0 0 0 0,0 0-1 0 0,0-1 1 0 0,0 1 0 0 0,0 0-1 0 0,-1-1 1 0 0,1 1 0 0 0,0 0 0 0 0,0-1-1 0 0,0 1 1 0 0,0 0 0 0 0,0-1-1 0 0,0 1 1 0 0,0 0 0 0 0,0-1-1 0 0,0 1 1 0 0,1 0 0 0 0,8-9 451 0 0,15 0-303 0 0,11 0-471 0 0,44-6 0 0 0,38 1-4627 0 0,-32 5-2655 0 0,-50 5 2241 0 0</inkml:trace>
</inkml:ink>
</file>

<file path=ppt/ink/ink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2:14.5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67 36 2048 0 0,'-26'-15'14452'0'0,"26"14"-14392"0"0,0 1 1 0 0,-1-1-1 0 0,1 1 0 0 0,0 0 0 0 0,0-1 0 0 0,0 1 1 0 0,0-1-1 0 0,0 1 0 0 0,0 0 0 0 0,-1-1 1 0 0,1 1-1 0 0,0-1 0 0 0,0 1 0 0 0,0 0 0 0 0,0-1 1 0 0,1 1-1 0 0,-1-1 0 0 0,0 1 0 0 0,0-1 0 0 0,0 1 1 0 0,0 0-1 0 0,0-1 0 0 0,0 1 0 0 0,1-1 0 0 0,-1 1 1 0 0,0 0-1 0 0,0-1 0 0 0,1 1 0 0 0,-1 0 1 0 0,0-1-1 0 0,0 1 0 0 0,1 0 0 0 0,0-1 0 0 0,17-5 721 0 0,-11 5-705 0 0,1 1 0 0 0,-1 0 0 0 0,1 0 0 0 0,8 2 0 0 0,-5 0-1 0 0,0 0-1 0 0,1 1 0 0 0,-1 1 1 0 0,0 0-1 0 0,-1 0 0 0 0,19 10 0 0 0,-26-12-50 0 0,0 0 0 0 0,0 0-1 0 0,-1 0 1 0 0,1 0 0 0 0,-1 0-1 0 0,1 1 1 0 0,-1-1-1 0 0,0 0 1 0 0,0 1 0 0 0,0 0-1 0 0,0 0 1 0 0,-1-1 0 0 0,1 1-1 0 0,-1 0 1 0 0,1 0 0 0 0,-1 1-1 0 0,0-1 1 0 0,0 0 0 0 0,-1 0-1 0 0,1 0 1 0 0,-1 1-1 0 0,1-1 1 0 0,-1 0 0 0 0,0 1-1 0 0,-1-1 1 0 0,1 0 0 0 0,0 0-1 0 0,-2 5 1 0 0,-1 5 9 0 0,-2-1 1 0 0,1 1-1 0 0,-2-1 1 0 0,1 0-1 0 0,-2 0 0 0 0,0 0 1 0 0,0-1-1 0 0,-10 11 1 0 0,-76 79 103 0 0,77-85-90 0 0,-50 58 197 0 0,66-74-235 0 0,0 0 1 0 0,0 0 0 0 0,-1 1-1 0 0,1-1 1 0 0,0 0 0 0 0,0 0-1 0 0,0 0 1 0 0,-1 0 0 0 0,1 1-1 0 0,0-1 1 0 0,0 0 0 0 0,0 0-1 0 0,0 0 1 0 0,-1 1 0 0 0,1-1-1 0 0,0 0 1 0 0,0 0 0 0 0,0 1-1 0 0,0-1 1 0 0,0 0 0 0 0,0 0-1 0 0,0 1 1 0 0,0-1 0 0 0,0 0-1 0 0,0 0 1 0 0,0 1 0 0 0,0-1-1 0 0,0 0 1 0 0,0 1 0 0 0,0-1-1 0 0,0 0 1 0 0,0 0 0 0 0,0 1-1 0 0,0-1 1 0 0,10 2 69 0 0,11-6-72 0 0,35-11-9 0 0,43-12-3650 0 0,-2-4-5731 0 0,-61 16 2757 0 0</inkml:trace>
</inkml:ink>
</file>

<file path=ppt/ink/ink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2:14.9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63 46 656 0 0,'-49'-23'11359'0'0,"48"23"-11272"0"0,1 0-1 0 0,0 0 1 0 0,-1 0 0 0 0,1 0-1 0 0,-1 0 1 0 0,1 0 0 0 0,-1-1-1 0 0,1 1 1 0 0,-1 0 0 0 0,1 0-1 0 0,0-1 1 0 0,-1 1 0 0 0,1 0-1 0 0,0-1 1 0 0,-1 1 0 0 0,1 0 0 0 0,0-1-1 0 0,-1 1 1 0 0,1-1 0 0 0,0 1-1 0 0,0 0 1 0 0,-1-1 0 0 0,1 1-1 0 0,0-1 1 0 0,0 1 0 0 0,0-1-1 0 0,0 1 1 0 0,-1-1 0 0 0,1 1-1 0 0,0 0 1 0 0,0-1 0 0 0,0 1-1 0 0,0-1 1 0 0,0 1 0 0 0,0-1-1 0 0,0 1 1 0 0,0-1 0 0 0,1 0-1 0 0,-1 0-26 0 0,1 1 1 0 0,-1-1-1 0 0,1 0 0 0 0,0 1 0 0 0,-1-1 0 0 0,1 1 0 0 0,0-1 0 0 0,0 1 0 0 0,-1-1 1 0 0,1 1-1 0 0,0-1 0 0 0,0 1 0 0 0,0 0 0 0 0,-1-1 0 0 0,1 1 0 0 0,0 0 0 0 0,0 0 1 0 0,0 0-1 0 0,0 0 0 0 0,0-1 0 0 0,0 1 0 0 0,1 1 0 0 0,12-1 199 0 0,1 1-1 0 0,-1 1 1 0 0,1 0 0 0 0,25 8-1 0 0,-34-9-206 0 0,0 2 0 0 0,0-1 0 0 0,1 1 0 0 0,-1-1 0 0 0,-1 2 0 0 0,1-1-1 0 0,0 1 1 0 0,-1-1 0 0 0,0 2 0 0 0,0-1 0 0 0,0 0 0 0 0,-1 1 0 0 0,7 8 0 0 0,-9-10-15 0 0,-1 1 1 0 0,1-1-1 0 0,-1 1 1 0 0,0-1-1 0 0,0 1 1 0 0,0 0-1 0 0,-1-1 1 0 0,1 1-1 0 0,-1 0 1 0 0,0-1-1 0 0,0 1 1 0 0,0 0-1 0 0,0 0 1 0 0,-1-1-1 0 0,0 1 1 0 0,1 0-1 0 0,-1-1 1 0 0,-1 1 0 0 0,1 0-1 0 0,0-1 1 0 0,-1 0-1 0 0,0 1 1 0 0,-3 4-1 0 0,-5 9 117 0 0,-2-1-1 0 0,0-1 1 0 0,-17 18 0 0 0,21-24-42 0 0,-119 127 2326 0 0,126-135-2228 0 0,2 3 171 0 0,-1-4-371 0 0,0 1-1 0 0,-1-1 1 0 0,1 0 0 0 0,0 0-1 0 0,0 1 1 0 0,0-1-1 0 0,0 0 1 0 0,0 1 0 0 0,0-1-1 0 0,0 0 1 0 0,0 0-1 0 0,0 1 1 0 0,0-1 0 0 0,0 0-1 0 0,1 0 1 0 0,-1 1-1 0 0,0-1 1 0 0,0 0-1 0 0,0 0 1 0 0,0 1 0 0 0,0-1-1 0 0,0 0 1 0 0,1 0-1 0 0,-1 1 1 0 0,0-1 0 0 0,0 0-1 0 0,0 0 1 0 0,1 0-1 0 0,-1 1 1 0 0,0-1 0 0 0,0 0-1 0 0,0 0 1 0 0,1 0-1 0 0,-1 0 1 0 0,1 1 0 0 0,21 0 95 0 0,0-1 0 0 0,0-1 1 0 0,0-1-1 0 0,-1-1 1 0 0,31-8-1 0 0,107-37-2092 0 0,-21-9-3922 0 0,-52 9-1792 0 0,-43 21 1270 0 0</inkml:trace>
</inkml:ink>
</file>

<file path=ppt/ink/ink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2:19.0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 75 452 0 0,'-15'-17'13553'0'0,"53"14"-12771"0"0,58-14 1 0 0,-21 2-1649 0 0,-19 4-1377 0 0,0 0-4136 0 0</inkml:trace>
</inkml:ink>
</file>

<file path=ppt/ink/ink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2:19.1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62 20 380 0 0,'-19'13'4932'0'0,"13"-9"-3347"0"0,0 0 0 0 0,1 1 0 0 0,-1-1-1 0 0,1 1 1 0 0,-6 7 616 0 0,11-12-2100 0 0,0 0 0 0 0,-1 1 0 0 0,1-1 0 0 0,0 0 0 0 0,-1 0-1 0 0,1 0 1 0 0,0 1 0 0 0,0-1 0 0 0,0 0 0 0 0,-1 1-1 0 0,1-1 1 0 0,0 0 0 0 0,0 0 0 0 0,0 1 0 0 0,0-1 0 0 0,-1 0-1 0 0,1 1 1 0 0,0-1 0 0 0,0 0 0 0 0,0 1 0 0 0,0-1-1 0 0,0 1 1 0 0,0-1 0 0 0,0 0 0 0 0,0 1 0 0 0,0-1 0 0 0,0 1-1 0 0,18-2 81 0 0,0-1-1 0 0,-1 0 0 0 0,1-1 1 0 0,-1-1-1 0 0,22-8 1 0 0,-36 11-220 0 0,58-19-3490 0 0,-22 2-3267 0 0,-17 6 221 0 0</inkml:trace>
</inkml:ink>
</file>

<file path=ppt/ink/ink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2:23.7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46 106 1600 0 0,'-10'-8'11041'0'0,"-26"-14"-179"0"0,37 21-10856 0 0,-1 1 0 0 0,0-1 1 0 0,0 1-1 0 0,1-1 1 0 0,-1 1-1 0 0,0-1 0 0 0,1 1 1 0 0,-1-1-1 0 0,1 1 0 0 0,-1-1 1 0 0,0 1-1 0 0,1 0 0 0 0,-1-1 1 0 0,1 1-1 0 0,-1 0 0 0 0,1-1 1 0 0,-1 1-1 0 0,1 0 0 0 0,-1 0 1 0 0,1 0-1 0 0,-1-1 0 0 0,1 1 1 0 0,0 0-1 0 0,19-5-5 0 0,-12 3-15 0 0,68-19-1754 0 0,-1 0-3855 0 0,-67 19 4551 0 0,-4 1-83 0 0,0 0-1 0 0,1-1 1 0 0,-1 1 0 0 0,0-1 0 0 0,0 0 0 0 0,6-4 0 0 0</inkml:trace>
</inkml:ink>
</file>

<file path=ppt/ink/ink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2:24.0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57 808 0 0,'1'-3'2712'0'0,"6"-50"12704"0"0,-3 61-15032 0 0,0 0 0 0 0,-1 1 0 0 0,0 0 0 0 0,-1 0 0 0 0,0 0 0 0 0,0 0 0 0 0,0 16 0 0 0,1-8-182 0 0,6 55 221 0 0,5 32-818 0 0,4-37-5361 0 0,-14-56 2994 0 0</inkml:trace>
</inkml:ink>
</file>

<file path=ppt/ink/ink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2:24.2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112 101 744 0 0,'12'-91'15468'0'0,"-12"90"-15400"0"0,0 1 0 0 0,0 0 0 0 0,0-1-1 0 0,0 1 1 0 0,0 0 0 0 0,0-1 0 0 0,0 1 0 0 0,0 0-1 0 0,0-1 1 0 0,0 1 0 0 0,0 0 0 0 0,1-1 0 0 0,-1 1-1 0 0,0 0 1 0 0,0-1 0 0 0,0 1 0 0 0,0 0 0 0 0,1 0-1 0 0,-1-1 1 0 0,0 1 0 0 0,0 0 0 0 0,1 0 0 0 0,-1-1-1 0 0,0 1 1 0 0,0 0 0 0 0,1 0 0 0 0,-1 0 0 0 0,0 0-1 0 0,1-1 1 0 0,-1 1 0 0 0,0 0 0 0 0,1 0 0 0 0,-1 0-1 0 0,0 0 1 0 0,1 0 0 0 0,-1 0 0 0 0,0 0 0 0 0,1 0-1 0 0,-1 0 1 0 0,0 0 0 0 0,1 0 0 0 0,-1 0 0 0 0,1 0-1 0 0,11 6 994 0 0,-12-5-1138 0 0,6 4 308 0 0,0 1 0 0 0,-1 0 1 0 0,0 0-1 0 0,0 1 0 0 0,-1-1 1 0 0,0 1-1 0 0,0 0 0 0 0,0 0 1 0 0,-1 1-1 0 0,5 14 0 0 0,-6-16-123 0 0,9 26 161 0 0,-2 1 0 0 0,-1-1 0 0 0,-2 1 0 0 0,-1 1 0 0 0,1 61 0 0 0,-7-26-93 0 0,-17 124-1 0 0,10-146-524 0 0,-1 0 0 0 0,-3-2 0 0 0,-19 50 1 0 0,20-68-845 0 0,-1-1 1 0 0,-20 31 0 0 0,22-41-1019 0 0,-2 0 1 0 0,0 0 0 0 0,-29 28-1 0 0,4-13-6367 0 0</inkml:trace>
</inkml:ink>
</file>

<file path=ppt/ink/ink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2:24.5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150 94 1428 0 0,'-14'-23'6278'0'0,"-30"-41"-1"0"0,43 64-6234 0 0,1-1 0 0 0,0 1 0 0 0,-1 0-1 0 0,1-1 1 0 0,-1 1 0 0 0,1-1 0 0 0,0 1 0 0 0,-1 0-1 0 0,1-1 1 0 0,-1 1 0 0 0,1 0 0 0 0,-1-1 0 0 0,1 1-1 0 0,-1 0 1 0 0,1 0 0 0 0,-1-1 0 0 0,1 1 0 0 0,-1 0-1 0 0,0 0 1 0 0,1 0 0 0 0,-1 0 0 0 0,1 0 0 0 0,-1 0-1 0 0,1 0 1 0 0,-1 0 0 0 0,0 0 0 0 0,1 0 0 0 0,-1 0-1 0 0,1 0 1 0 0,-1 0 0 0 0,1 1 0 0 0,-1-1 0 0 0,1 0-1 0 0,-1 0 1 0 0,0 1 0 0 0,1-1 0 0 0,-1 0 0 0 0,1 0-1 0 0,0 1 1 0 0,-1-1 0 0 0,1 1 0 0 0,-1-1 0 0 0,1 0-1 0 0,0 1 1 0 0,-1-1 0 0 0,1 1 0 0 0,0-1 0 0 0,-1 1-1 0 0,1-1 1 0 0,0 1 0 0 0,0-1 0 0 0,-1 1 0 0 0,1 0-1 0 0,-13 32 415 0 0,12-31-339 0 0,-15 61 562 0 0,3 1-1 0 0,3 1 1 0 0,3-1 0 0 0,1 108-1 0 0,6-150-623 0 0,0-1 0 0 0,2 0 0 0 0,1 0 0 0 0,0-1-1 0 0,2 1 1 0 0,0-1 0 0 0,12 29 0 0 0,-12-39-300 0 0,0 0 1 0 0,0-1 0 0 0,1 1-1 0 0,0-1 1 0 0,0 0-1 0 0,1-1 1 0 0,0 0-1 0 0,1 0 1 0 0,0 0 0 0 0,0-1-1 0 0,1 0 1 0 0,0-1-1 0 0,0 0 1 0 0,0 0-1 0 0,1-1 1 0 0,11 5 0 0 0,-7-5-1206 0 0,-1 0 0 0 0,1-1 0 0 0,0-1 0 0 0,18 2 1 0 0,14-2-5480 0 0</inkml:trace>
</inkml:ink>
</file>

<file path=ppt/ink/ink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2:24.9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88 161 152 0 0,'-5'-31'4032'0'0,"1"6"1428"0"0,-1-1 0 0 0,-16-45 0 0 0,21 71-5433 0 0,0-1 0 0 0,0 1 1 0 0,0 0-1 0 0,-1 0 0 0 0,1 0 0 0 0,0 0 1 0 0,0 0-1 0 0,0-1 0 0 0,0 1 1 0 0,0 0-1 0 0,0 0 0 0 0,0 0 0 0 0,0 0 1 0 0,0-1-1 0 0,0 1 0 0 0,0 0 0 0 0,0 0 1 0 0,0 0-1 0 0,0-1 0 0 0,0 1 0 0 0,0 0 1 0 0,0 0-1 0 0,0 0 0 0 0,0-1 1 0 0,0 1-1 0 0,0 0 0 0 0,0 0 0 0 0,0 0 1 0 0,0 0-1 0 0,0-1 0 0 0,0 1 0 0 0,0 0 1 0 0,0 0-1 0 0,0 0 0 0 0,0 0 0 0 0,1-1 1 0 0,-1 1-1 0 0,0 0 0 0 0,0 0 1 0 0,0 0-1 0 0,0 0 0 0 0,0 0 0 0 0,1 0 1 0 0,-1 0-1 0 0,0-1 0 0 0,0 1 0 0 0,0 0 1 0 0,0 0-1 0 0,1 0 0 0 0,11 4 233 0 0,15 15-272 0 0,-23-14 29 0 0,0 1 0 0 0,0-1 0 0 0,0 1 0 0 0,0-1 0 0 0,-1 1 0 0 0,0 0 0 0 0,0 1 0 0 0,0-1 0 0 0,-1 0 0 0 0,0 1 1 0 0,-1-1-1 0 0,1 1 0 0 0,-1 0 0 0 0,0-1 0 0 0,-1 8 0 0 0,0-3-10 0 0,-1-1-1 0 0,0 0 1 0 0,-1 1 0 0 0,0-1-1 0 0,-1 0 1 0 0,0 0 0 0 0,-1 0-1 0 0,0-1 1 0 0,-6 12 0 0 0,-94 152 111 0 0,103-171-108 0 0,1-2-6 0 0,0 1 0 0 0,0-1 0 0 0,0 1 0 0 0,1-1 0 0 0,-1 0 0 0 0,0 1-1 0 0,0-1 1 0 0,0 1 0 0 0,1-1 0 0 0,-1 0 0 0 0,0 1 0 0 0,0-1 0 0 0,1 0 0 0 0,-1 1-1 0 0,0-1 1 0 0,1 0 0 0 0,-1 1 0 0 0,0-1 0 0 0,1 0 0 0 0,-1 0 0 0 0,0 1-1 0 0,1-1 1 0 0,-1 0 0 0 0,1 0 0 0 0,-1 0 0 0 0,1 1 0 0 0,-1-1 0 0 0,0 0 0 0 0,1 0-1 0 0,-1 0 1 0 0,1 0 0 0 0,-1 0 0 0 0,1 0 0 0 0,-1 0 0 0 0,1 0 0 0 0,-1 0-1 0 0,0 0 1 0 0,1 0 0 0 0,0-1 0 0 0,21-4 11 0 0,-20 5-4 0 0,165-57-2221 0 0,-57 14-6177 0 0,-90 34 4322 0 0,-1 0-1693 0 0</inkml:trace>
</inkml:ink>
</file>

<file path=ppt/ink/ink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2:25.1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 41 1632 0 0,'-25'-9'12931'0'0,"10"2"-6837"0"0,26 8-3235 0 0,21 1-2682 0 0,-18-3-295 0 0,12 0-951 0 0,35-7-1 0 0,-53 7-786 0 0,0-1 1 0 0,-1-1-1 0 0,1 1 0 0 0,14-8 1 0 0</inkml:trace>
</inkml:ink>
</file>

<file path=ppt/ink/ink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2:25.3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90 8 2356 0 0,'-12'-6'7881'0'0,"11"5"-7676"0"0,0 1 0 0 0,0 0 0 0 0,0 0 0 0 0,0-1 0 0 0,0 1 0 0 0,0 0 0 0 0,0 0 0 0 0,-1 0 0 0 0,1 0 1 0 0,0 0-1 0 0,0 0 0 0 0,0 0 0 0 0,0 1 0 0 0,0-1 0 0 0,0 0 0 0 0,0 1 0 0 0,0-1 0 0 0,0 1 0 0 0,0-1 0 0 0,0 1 0 0 0,0-1 0 0 0,0 1 0 0 0,0 0 0 0 0,0-1 0 0 0,0 1 0 0 0,1 0 1 0 0,-1 0-1 0 0,0-1 0 0 0,0 1 0 0 0,1 0 0 0 0,-1 1 0 0 0,-2 3 72 0 0,1 0 0 0 0,0 1 0 0 0,0-1 0 0 0,0 1 0 0 0,0 6 0 0 0,-1-2-4 0 0,-6 37 230 0 0,2 0-1 0 0,-1 70 0 0 0,2-20-3421 0 0,6-62-4292 0 0</inkml:trace>
</inkml:ink>
</file>

<file path=ppt/ink/ink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2:25.7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0 113 3308 0 0,'3'-12'2836'0'0,"-1"0"-1"0"0,2 1 1 0 0,8-23-1 0 0,-11 32-2615 0 0,1-1 1 0 0,-1 0-1 0 0,0 1 0 0 0,1-1 0 0 0,0 1 0 0 0,0-1 0 0 0,0 1 0 0 0,0 0 0 0 0,0 0 0 0 0,0 0 0 0 0,0 0 0 0 0,1 0 1 0 0,-1 0-1 0 0,1 0 0 0 0,-1 1 0 0 0,1 0 0 0 0,0-1 0 0 0,-1 1 0 0 0,1 0 0 0 0,0 0 0 0 0,0 0 0 0 0,5 0 0 0 0,-4 1-149 0 0,0 0-1 0 0,1 0 0 0 0,-1 0 0 0 0,0 1 0 0 0,0-1 0 0 0,0 1 1 0 0,1 0-1 0 0,-1 1 0 0 0,0-1 0 0 0,0 1 0 0 0,-1-1 0 0 0,6 4 0 0 0,-7-4-19 0 0,0 1-1 0 0,1 0 0 0 0,-1-1 1 0 0,0 1-1 0 0,0 0 0 0 0,0 0 1 0 0,0 0-1 0 0,-1 1 0 0 0,1-1 1 0 0,0 0-1 0 0,-1 1 0 0 0,0-1 1 0 0,1 1-1 0 0,-1-1 0 0 0,0 1 1 0 0,-1 0-1 0 0,1-1 0 0 0,0 1 1 0 0,-1 0-1 0 0,1 4 0 0 0,-1 4 82 0 0,0 0 0 0 0,-1 0 0 0 0,0 0 0 0 0,-1-1 0 0 0,-1 1 0 0 0,1 0 0 0 0,-6 12 0 0 0,-36 72 75 0 0,26-58-120 0 0,1-3-20 0 0,5-9 796 0 0,-13 33 1 0 0,25-58-844 0 0,0 1-1 0 0,0-1 1 0 0,1 0-1 0 0,-1 1 1 0 0,0-1 0 0 0,0 0-1 0 0,0 1 1 0 0,1-1-1 0 0,-1 0 1 0 0,0 1 0 0 0,0-1-1 0 0,1 0 1 0 0,-1 0 0 0 0,0 1-1 0 0,0-1 1 0 0,1 0-1 0 0,-1 0 1 0 0,0 0 0 0 0,1 1-1 0 0,-1-1 1 0 0,1 0 0 0 0,-1 0-1 0 0,0 0 1 0 0,1 0-1 0 0,-1 0 1 0 0,0 0 0 0 0,1 0-1 0 0,-1 0 1 0 0,1 0-1 0 0,-1 0 1 0 0,0 0 0 0 0,1 0-1 0 0,-1 0 1 0 0,1 0 0 0 0,19 0 282 0 0,30-7-749 0 0,0-3 0 0 0,-1-2 0 0 0,60-23 0 0 0,-76 18-2499 0 0,-23 10-683 0 0</inkml:trace>
</inkml:ink>
</file>

<file path=ppt/ink/ink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2:26.3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119 54 684 0 0,'-43'-39'11684'0'0,"43"38"-11300"0"0,-1 0 0 0 0,0 0 0 0 0,0 0-1 0 0,0 0 1 0 0,0 0 0 0 0,0 0-1 0 0,0 0 1 0 0,0 0 0 0 0,0 1-1 0 0,-1-1 1 0 0,1 0 0 0 0,0 1 0 0 0,0-1-1 0 0,0 1 1 0 0,-1-1 0 0 0,1 1-1 0 0,0 0 1 0 0,-1-1 0 0 0,1 1 0 0 0,0 0-1 0 0,-3 0 1 0 0,3 2-226 0 0,0-1 0 0 0,0 1 1 0 0,0 0-1 0 0,0-1 0 0 0,0 1 0 0 0,0 0 0 0 0,0 0 1 0 0,0 0-1 0 0,1 0 0 0 0,-1 0 0 0 0,1 0 0 0 0,0 0 1 0 0,-1 0-1 0 0,1 0 0 0 0,0 2 0 0 0,0 42 1552 0 0,1-22-1069 0 0,-19 435 4108 0 0,-3 167-2426 0 0,25-347-3361 0 0,49 344-1 0 0,-49-597-573 0 0,6 49-3186 0 0,2-28-7318 0 0</inkml:trace>
</inkml:ink>
</file>

<file path=ppt/ink/ink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2:30.3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43 40 0 0,'0'-11'7009'0'0,"4"-20"6020"0"0,2 47-11863 0 0,-1 4-792 0 0,-2 0 0 0 0,0 0 0 0 0,-1 0 0 0 0,-1 34 0 0 0,-13 85 1 0 0,7-89-258 0 0,1-19-265 0 0,-1 24 111 0 0,3-18-4488 0 0,6-27 717 0 0</inkml:trace>
</inkml:ink>
</file>

<file path=ppt/ink/ink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2:30.9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15 153 2108 0 0,'-10'-49'11721'0'0,"6"17"-7347"0"0,3 29-4243 0 0,1 2-70 0 0,0 0 1 0 0,1-1 0 0 0,-1 1-1 0 0,0 0 1 0 0,0 0 0 0 0,1 0 0 0 0,-1 0-1 0 0,0 0 1 0 0,1 0 0 0 0,-1-1-1 0 0,1 1 1 0 0,-1 0 0 0 0,1 0 0 0 0,0 0-1 0 0,-1 1 1 0 0,1-1 0 0 0,0 0-1 0 0,0 0 1 0 0,0 0 0 0 0,0 0-1 0 0,0 1 1 0 0,0-1 0 0 0,1 0 0 0 0,25-13 348 0 0,-22 12-323 0 0,12-4-36 0 0,0 0 1 0 0,0 2 0 0 0,1 0-1 0 0,0 1 1 0 0,0 0 0 0 0,0 1-1 0 0,0 2 1 0 0,0 0-1 0 0,0 0 1 0 0,0 2 0 0 0,23 4-1 0 0,-38-5-45 0 0,-1-1 0 0 0,1 1-1 0 0,-1 0 1 0 0,1 0 0 0 0,-1 0 0 0 0,1 0-1 0 0,-1 0 1 0 0,0 0 0 0 0,1 1 0 0 0,-1-1-1 0 0,0 1 1 0 0,0 0 0 0 0,0-1 0 0 0,0 1-1 0 0,0 0 1 0 0,0 0 0 0 0,-1 1 0 0 0,1-1-1 0 0,-1 0 1 0 0,0 0 0 0 0,1 1 0 0 0,-1-1-1 0 0,1 4 1 0 0,-1-2 0 0 0,-1-1 1 0 0,0 1-1 0 0,0 0 0 0 0,0 0 1 0 0,0 0-1 0 0,0-1 0 0 0,-1 1 1 0 0,0 0-1 0 0,1 0 0 0 0,-1-1 0 0 0,-1 1 1 0 0,1 0-1 0 0,-1-1 0 0 0,1 0 1 0 0,-4 6-1 0 0,-11 13 30 0 0,0 0 1 0 0,-1-2-1 0 0,-1 0 0 0 0,-1-1 1 0 0,0 0-1 0 0,-38 25 1 0 0,91-53 638 0 0,0 1 1 0 0,52-4-1 0 0,-76 11-637 0 0,0 2 0 0 0,0-1 0 0 0,0 2 0 0 0,-1-1-1 0 0,1 1 1 0 0,12 4 0 0 0,-19-5 24 0 0,1 0 0 0 0,-1 0 0 0 0,1 1 1 0 0,-1-1-1 0 0,0 1 0 0 0,0 0 0 0 0,1 0 0 0 0,-1 0 0 0 0,0 0 1 0 0,-1 0-1 0 0,1 1 0 0 0,0 0 0 0 0,-1-1 0 0 0,1 1 1 0 0,-1 0-1 0 0,0 0 0 0 0,0 0 0 0 0,0 0 0 0 0,0 0 0 0 0,1 4 1 0 0,-3-4 41 0 0,0 1 1 0 0,1-1-1 0 0,-2 0 1 0 0,1 0-1 0 0,0 1 1 0 0,0-1 0 0 0,-1 0-1 0 0,0 0 1 0 0,0 0-1 0 0,0 0 1 0 0,0 0-1 0 0,0 0 1 0 0,-1 0-1 0 0,1 0 1 0 0,-1 0-1 0 0,1 0 1 0 0,-1-1 0 0 0,0 1-1 0 0,0-1 1 0 0,-1 1-1 0 0,1-1 1 0 0,-3 2-1 0 0,-5 5 53 0 0,0 0 0 0 0,0-2-1 0 0,-1 1 1 0 0,-13 6 0 0 0,-6 2-75 0 0,-1-2 0 0 0,-65 20-1 0 0,29-18-5095 0 0,35-9-7412 0 0</inkml:trace>
</inkml:ink>
</file>

<file path=ppt/ink/ink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2:31.4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67 58 2048 0 0,'-6'3'2616'0'0,"4"-2"-1744"0"0,0 0-1 0 0,0-1 1 0 0,0 1 0 0 0,0 0 0 0 0,0-1 0 0 0,-1 0-1 0 0,1 1 1 0 0,0-1 0 0 0,0 0 0 0 0,0 0 0 0 0,-1 0 0 0 0,-4-1 1928 0 0,13-15-756 0 0,-1 11-1833 0 0,2 0-1 0 0,-1 0 1 0 0,1 1-1 0 0,-1 0 1 0 0,1 0-1 0 0,0 1 1 0 0,0-1-1 0 0,1 2 1 0 0,-1-1-1 0 0,1 1 1 0 0,-1 0-1 0 0,10-1 1 0 0,-14 2-196 0 0,1 1 0 0 0,-1-1 0 0 0,0 1 1 0 0,0-1-1 0 0,0 1 0 0 0,1 0 0 0 0,-1 0 0 0 0,0 1 1 0 0,0-1-1 0 0,1 1 0 0 0,-1-1 0 0 0,0 1 0 0 0,0 0 1 0 0,0 0-1 0 0,4 3 0 0 0,-6-3-12 0 0,0 0 0 0 0,0 0 1 0 0,0 0-1 0 0,0 0 0 0 0,0 0 1 0 0,0 0-1 0 0,0 1 0 0 0,0-1 0 0 0,-1 0 1 0 0,1 1-1 0 0,0-1 0 0 0,-1 1 0 0 0,1-1 1 0 0,-1 1-1 0 0,0-1 0 0 0,1 1 0 0 0,-1-1 1 0 0,0 1-1 0 0,0-1 0 0 0,0 1 0 0 0,0 2 1 0 0,-2 6-4 0 0,0-1 0 0 0,0 1 0 0 0,-1-1 0 0 0,0 0 0 0 0,-1 0 0 0 0,-7 14 0 0 0,9-20 7 0 0,-21 37-25 0 0,-48 65 0 0 0,2-3 3069 0 0,68-101-2935 0 0,0 0-1 0 0,0-1 0 0 0,1 1 1 0 0,-1 0-1 0 0,1 0 0 0 0,-1 0 1 0 0,1 0-1 0 0,-1 0 0 0 0,1 0 1 0 0,-1 0-1 0 0,1 0 0 0 0,0 0 1 0 0,-1 0-1 0 0,1 0 0 0 0,0 0 1 0 0,0 0-1 0 0,0 0 1 0 0,0 0-1 0 0,0 2 0 0 0,22-9 385 0 0,-19 4-547 0 0,261-85-2333 0 0,-165 56-2950 0 0,0-1-4506 0 0,-57 18 982 0 0</inkml:trace>
</inkml:ink>
</file>

<file path=ppt/ink/ink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2:31.9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71 125 3036 0 0,'-18'-40'11776'0'0,"6"0"-5769"0"0,12 39-5939 0 0,0 0 1 0 0,0 0-1 0 0,0-1 1 0 0,0 1-1 0 0,0 0 1 0 0,0 0-1 0 0,1 0 1 0 0,-1-1 0 0 0,0 1-1 0 0,1 0 1 0 0,-1 0-1 0 0,0 0 1 0 0,1-1-1 0 0,0 1 1 0 0,-1 0 0 0 0,1 0-1 0 0,0 0 1 0 0,-1 0-1 0 0,1 0 1 0 0,0 0-1 0 0,0 1 1 0 0,0-1-1 0 0,0 0 1 0 0,0 0 0 0 0,0 0-1 0 0,2 0 1 0 0,31-12 266 0 0,-30 12-263 0 0,0 0-61 0 0,-1 1 0 0 0,0-1 0 0 0,0 1 0 0 0,0 0 0 0 0,1 0 0 0 0,-1 0 0 0 0,0 1 0 0 0,0-1 0 0 0,6 2 0 0 0,-6-1-9 0 0,-1-1 4 0 0,0 1-1 0 0,1-1 0 0 0,-1 1 0 0 0,0-1 1 0 0,0 1-1 0 0,0 0 0 0 0,0 0 0 0 0,0 0 0 0 0,0 0 1 0 0,0 1-1 0 0,0-1 0 0 0,0 0 0 0 0,0 1 1 0 0,-1-1-1 0 0,1 1 0 0 0,-1 0 0 0 0,1-1 0 0 0,-1 1 1 0 0,1 0-1 0 0,-1 0 0 0 0,0 0 0 0 0,0 0 1 0 0,0 0-1 0 0,0 0 0 0 0,0 0 0 0 0,-1 0 0 0 0,1 1 1 0 0,-1-1-1 0 0,1 0 0 0 0,-1 0 0 0 0,0 1 1 0 0,0-1-1 0 0,0 0 0 0 0,0 1 0 0 0,0-1 0 0 0,-1 3 1 0 0,0 4 13 0 0,-1 0 0 0 0,0 0-1 0 0,0 0 1 0 0,-1-1 0 0 0,0 1 0 0 0,0-1 0 0 0,-6 11 0 0 0,1-6-2 0 0,0 0 0 0 0,-1 0 1 0 0,0-1-1 0 0,-1 0 0 0 0,0 0 0 0 0,-23 19 0 0 0,32-31-8 0 0,0 1 0 0 0,0 0 0 0 0,0 0-1 0 0,0-1 1 0 0,0 1 0 0 0,1 0 0 0 0,-1 0 0 0 0,0 0-1 0 0,0 0 1 0 0,1 0 0 0 0,-1 0 0 0 0,0 0 0 0 0,1 0-1 0 0,-1 0 1 0 0,1 0 0 0 0,-1 0 0 0 0,1 3 0 0 0,0-4-5 0 0,0 0 0 0 0,0 1 0 0 0,1-1 0 0 0,-1 1 0 0 0,0-1 1 0 0,0 0-1 0 0,1 1 0 0 0,-1-1 0 0 0,0 0 0 0 0,1 1 0 0 0,-1-1 0 0 0,1 0 1 0 0,-1 1-1 0 0,0-1 0 0 0,1 0 0 0 0,-1 0 0 0 0,1 1 0 0 0,-1-1 0 0 0,1 0 1 0 0,-1 0-1 0 0,1 0 0 0 0,-1 0 0 0 0,1 0 0 0 0,-1 0 0 0 0,1 0 0 0 0,-1 0 1 0 0,0 0-1 0 0,1 0 0 0 0,-1 0 0 0 0,1 0 0 0 0,-1 0 0 0 0,1 0 0 0 0,-1 0 1 0 0,1 0-1 0 0,-1-1 0 0 0,1 1 0 0 0,-1 0 0 0 0,1-1 0 0 0,6 0-9 0 0,-1 0 0 0 0,1 0 0 0 0,0 1-1 0 0,0 0 1 0 0,-1 0 0 0 0,1 1 0 0 0,0-1 0 0 0,-1 1-1 0 0,1 1 1 0 0,-1 0 0 0 0,1-1 0 0 0,-1 2 0 0 0,1-1-1 0 0,-1 1 1 0 0,0 0 0 0 0,0 0 0 0 0,-1 1 0 0 0,1 0-1 0 0,-1 0 1 0 0,0 0 0 0 0,0 0 0 0 0,0 1 0 0 0,7 9-1 0 0,-8-9 135 0 0,0 0 0 0 0,-1 0 0 0 0,0 0-1 0 0,0 0 1 0 0,0 1 0 0 0,0-1 0 0 0,-1 1-1 0 0,0 0 1 0 0,0 0 0 0 0,-1 0 0 0 0,0 0-1 0 0,0 0 1 0 0,0 0 0 0 0,-1 0 0 0 0,1 0 0 0 0,-1 0-1 0 0,-1 0 1 0 0,1 0 0 0 0,-1 0 0 0 0,-1 0-1 0 0,1 0 1 0 0,-1 0 0 0 0,0 0 0 0 0,0 0-1 0 0,-5 8 1 0 0,2-6-3 0 0,0 0 0 0 0,0 0-1 0 0,-1-1 1 0 0,0 0 0 0 0,-1 0 0 0 0,0 0-1 0 0,0-1 1 0 0,0 0 0 0 0,-1 0 0 0 0,1-1-1 0 0,-2 0 1 0 0,1 0 0 0 0,0-1 0 0 0,-1 0-1 0 0,0 0 1 0 0,0-1 0 0 0,-17 4 0 0 0,22-7-414 0 0,0 1 0 0 0,0-1 0 0 0,-1 0 0 0 0,1 0 0 0 0,0 0 0 0 0,0-1 0 0 0,0 1 0 0 0,0-1 0 0 0,0 0 0 0 0,0 0 0 0 0,0-1 0 0 0,0 1 0 0 0,-4-3 0 0 0,5 3-323 0 0,1-1 0 0 0,0 0 0 0 0,0 1-1 0 0,0-1 1 0 0,0 0 0 0 0,0 0 0 0 0,-3-5-1 0 0,3 4-696 0 0,0 0-1 0 0,0 0 0 0 0,1-1 0 0 0,-1 1 1 0 0,1 0-1 0 0,-2-6 0 0 0</inkml:trace>
</inkml:ink>
</file>

<file path=ppt/ink/ink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2:32.4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43 1056 0 0,'0'-11'3096'0'0,"1"8"-2044"0"0,-1-1 0 0 0,0 1-1 0 0,-1-1 1 0 0,1 1 0 0 0,0-1 0 0 0,-3-7 2755 0 0,2 14-2906 0 0,-1 14-183 0 0,0 0-1 0 0,1 1 0 0 0,1-1 0 0 0,1 0 0 0 0,3 25 0 0 0,0 3-24 0 0,112 1055 7256 0 0,24-326-6458 0 0,-80-322-1186 0 0,-58-419-466 0 0,1 5 954 0 0,-2-28-3445 0 0</inkml:trace>
</inkml:ink>
</file>

<file path=ppt/ink/ink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2:32.6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51 203 1396 0 0,'-9'-16'3219'0'0,"-25"-49"13165"0"0,26 39-13077 0 0,8 25-3265 0 0,0 0 0 0 0,0 0 0 0 0,1-1 0 0 0,-1 1 0 0 0,0 0 0 0 0,1 0 0 0 0,-1 0 0 0 0,0 0 0 0 0,1 0 0 0 0,-1 0 0 0 0,1 0 1 0 0,0 0-1 0 0,-1 0 0 0 0,1 0 0 0 0,0 0 0 0 0,0 1 0 0 0,-1-1 0 0 0,1 0 0 0 0,0 0 0 0 0,0 1 0 0 0,0-1 0 0 0,0 0 0 0 0,2 0 1 0 0,26-14 301 0 0,-25 13-290 0 0,16-7-38 0 0,0 1 1 0 0,34-8-1 0 0,9 2-3014 0 0,-28 7-1115 0 0,-33 6 3684 0 0,-1 1 0 0 0,0 0 0 0 0,0 0 0 0 0,0-1 0 0 0,0 1 1 0 0,0 0-1 0 0,0 0 0 0 0,1 0 0 0 0,-1 0 0 0 0,0 0 0 0 0,0 1 0 0 0,0-1 0 0 0,0 0 0 0 0,0 0 0 0 0,2 2 0 0 0</inkml:trace>
</inkml:ink>
</file>

<file path=ppt/ink/ink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2:32.8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85 4 2052 0 0,'-83'56'19805'0'0,"81"-55"-19197"0"0,2 0-573 0 0,0-1 1 0 0,0 0-1 0 0,0 0 1 0 0,0 1-1 0 0,1-1 1 0 0,-1 0-1 0 0,0 0 1 0 0,0 1-1 0 0,0-1 1 0 0,0 0-1 0 0,0 0 1 0 0,0 1-1 0 0,1-1 1 0 0,-1 0-1 0 0,0 0 1 0 0,0 0-1 0 0,0 1 1 0 0,1-1-1 0 0,-1 0 1 0 0,0 0-1 0 0,0 0 1 0 0,0 0-1 0 0,1 1 1 0 0,-1-1-1 0 0,0 0 1 0 0,0 0-1 0 0,1 0 1 0 0,-1 0-1 0 0,0 0 1 0 0,0 0-1 0 0,1 0 1 0 0,-1 0-1 0 0,0 0 1 0 0,1 0-1 0 0,-1 0 1 0 0,0 0-1 0 0,0 0 1 0 0,1 0-1 0 0,-1 0 1 0 0,0 0-1 0 0,0 0 1 0 0,1 0-1 0 0,-1-1 1 0 0,17 3 319 0 0,-17-2-314 0 0,245-22 265 0 0,-85-5-8293 0 0,-127 19 2363 0 0,-3-3-3090 0 0</inkml:trace>
</inkml:ink>
</file>

<file path=ppt/ink/ink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2:33.9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21 113 1636 0 0,'-5'-34'13342'0'0,"4"32"-13163"0"0,0 0 1 0 0,1 0-1 0 0,-1 1 0 0 0,1-1 0 0 0,0 0 1 0 0,0 0-1 0 0,-1 0 0 0 0,1 0 1 0 0,1 0-1 0 0,-1 0 0 0 0,0 0 0 0 0,0 0 1 0 0,1 0-1 0 0,-1 0 0 0 0,1 0 0 0 0,-1 0 1 0 0,1 1-1 0 0,0-1 0 0 0,0 0 1 0 0,0 0-1 0 0,0 1 0 0 0,0-1 0 0 0,0 0 1 0 0,0 1-1 0 0,1-1 0 0 0,-1 1 0 0 0,1 0 1 0 0,2-3-1 0 0,2 1-129 0 0,-1 0 0 0 0,1 0 0 0 0,0 1 0 0 0,0 0 0 0 0,0 0 1 0 0,0 0-1 0 0,0 1 0 0 0,7-1 0 0 0,2 0-11 0 0,0 0 1 0 0,1 1-1 0 0,-1 1 0 0 0,0 1 0 0 0,0 0 1 0 0,27 6-1 0 0,-36-6-36 0 0,0 1 0 0 0,0 0 0 0 0,0 1 1 0 0,0-1-1 0 0,0 1 0 0 0,-1 0 0 0 0,1 1 0 0 0,5 4 0 0 0,-8-6 3 0 0,0 1 0 0 0,0-1 0 0 0,-1 1 0 0 0,1 0 1 0 0,-1 0-1 0 0,0 0 0 0 0,0 0 0 0 0,0 1 0 0 0,0-1 0 0 0,-1 0 0 0 0,1 1 0 0 0,-1-1 0 0 0,0 1 0 0 0,1 7 0 0 0,-1-4 2 0 0,-1-1-1 0 0,0 1 1 0 0,-1 0 0 0 0,1 0 0 0 0,-1 0-1 0 0,-1-1 1 0 0,1 1 0 0 0,-1-1 0 0 0,0 1-1 0 0,-1-1 1 0 0,-5 12 0 0 0,-6 6 16 0 0,-24 34-1 0 0,30-47-15 0 0,-23 28 4 0 0,21-27 206 0 0,0 0-1 0 0,1 1 1 0 0,-9 15 0 0 0,29-39-72 0 0,-6 9-131 0 0,-1 0 1 0 0,1 0-1 0 0,-1 0 1 0 0,1 1-1 0 0,7-2 1 0 0,-8 2-17 0 0,-1 0 0 0 0,1 0 0 0 0,-1 1 0 0 0,1-1 0 0 0,0 1 0 0 0,-1 0 0 0 0,1 0 0 0 0,0 0 0 0 0,-1 0 0 0 0,1 1-1 0 0,-1 0 1 0 0,1-1 0 0 0,0 1 0 0 0,-1 0 0 0 0,0 1 0 0 0,1-1 0 0 0,-1 1 0 0 0,0-1 0 0 0,1 1 0 0 0,3 4 0 0 0,-4-5 1 0 0,2 3 78 0 0,0 0 1 0 0,0 0-1 0 0,0 1 0 0 0,0-1 1 0 0,0 1-1 0 0,-1 0 0 0 0,0 0 1 0 0,0 1-1 0 0,-1-1 0 0 0,1 1 1 0 0,-1 0-1 0 0,0 0 0 0 0,-1 0 1 0 0,0 0-1 0 0,0 1 0 0 0,0-1 1 0 0,0 0-1 0 0,-1 1 0 0 0,0 0 1 0 0,-1-1-1 0 0,1 1 0 0 0,-1-1 1 0 0,-1 1-1 0 0,1 0 0 0 0,-1-1 1 0 0,0 1-1 0 0,0-1 0 0 0,-1 1 1 0 0,0-1-1 0 0,0 0 0 0 0,-1 0 1 0 0,0 0-1 0 0,0 0 0 0 0,0 0 1 0 0,0-1-1 0 0,-1 1 0 0 0,0-1 1 0 0,0 0-1 0 0,-1 0 0 0 0,0 0 1 0 0,1-1-1 0 0,-10 7 0 0 0,4-4 96 0 0,-1-1 0 0 0,0 1 0 0 0,-1-2 0 0 0,1 0 0 0 0,-1 0 0 0 0,0-1 0 0 0,-1 0 0 0 0,1-1 0 0 0,-1-1 0 0 0,1 0 0 0 0,-1-1 0 0 0,0 0 0 0 0,1 0 0 0 0,-1-2 0 0 0,0 0 0 0 0,1 0-1 0 0,-1-1 1 0 0,0 0 0 0 0,-19-8 0 0 0,31 10-316 0 0,-1 0-1 0 0,1 0 0 0 0,0-1 1 0 0,0 1-1 0 0,0 0 0 0 0,0-1 0 0 0,0 1 1 0 0,0-1-1 0 0,0 0 0 0 0,0 1 1 0 0,0-1-1 0 0,0 0 0 0 0,0 1 1 0 0,0-1-1 0 0,1 0 0 0 0,-1 0 1 0 0,0 0-1 0 0,0 0 0 0 0,1 0 0 0 0,-1 0 1 0 0,1 0-1 0 0,-1 0 0 0 0,1 0 1 0 0,-1 0-1 0 0,1 0 0 0 0,0 0 1 0 0,-1 0-1 0 0,1 0 0 0 0,0 0 1 0 0,0-1-1 0 0,0 1 0 0 0,0 0 0 0 0,0 0 1 0 0,0 0-1 0 0,0 0 0 0 0,0 0 1 0 0,0-1-1 0 0,0 1 0 0 0,1 0 1 0 0,-1 0-1 0 0,1 0 0 0 0,-1 0 1 0 0,1-2-1 0 0,2-2-1421 0 0,0 0 0 0 0,0 1 0 0 0,1-1 0 0 0,-1 0 0 0 0,1 1 0 0 0,0 0 0 0 0,5-4 0 0 0</inkml:trace>
</inkml:ink>
</file>

<file path=ppt/ink/ink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2:34.3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28 101 276 0 0,'-28'-15'23640'0'0,"29"15"-23577"0"0,27-9 1509 0 0,-19 7-1773 0 0,250-65 1072 0 0,-227 60-356 0 0</inkml:trace>
</inkml:ink>
</file>

<file path=ppt/ink/ink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2:34.7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289 116 2768 0 0,'17'-24'6439'0'0,"0"-2"0"0"0,20-39 0 0 0,-41 66-6195 0 0,-3 0-144 0 0,1 1 0 0 0,0 0-1 0 0,0 1 1 0 0,0-1 0 0 0,0 1-1 0 0,1 0 1 0 0,-1 1 0 0 0,1-1 0 0 0,-1 1-1 0 0,1 0 1 0 0,-5 6 0 0 0,-54 60 680 0 0,53-57-638 0 0,-17 20 109 0 0,3 1 0 0 0,0 2 0 0 0,-30 59 0 0 0,42-67-166 0 0,1-1 0 0 0,1 2 0 0 0,2-1 0 0 0,0 1 0 0 0,-8 57 0 0 0,16-73-66 0 0,0-1 1 0 0,1 1-1 0 0,0-1 1 0 0,1 1 0 0 0,0-1-1 0 0,1 0 1 0 0,6 20-1 0 0,-6-26 3 0 0,0-1 0 0 0,0 1 0 0 0,0-1 0 0 0,1 0 0 0 0,0 1 1 0 0,0-1-1 0 0,0 0 0 0 0,1-1 0 0 0,0 1 0 0 0,0-1 0 0 0,0 1 0 0 0,0-1 0 0 0,1 0 0 0 0,-1-1 0 0 0,1 1 0 0 0,0-1 0 0 0,10 5 0 0 0,-7-5-8 0 0,0 0 0 0 0,0 0 0 0 0,0-1-1 0 0,0 0 1 0 0,1 0 0 0 0,-1-1 0 0 0,0 0 0 0 0,1 0-1 0 0,-1-1 1 0 0,1 0 0 0 0,-1-1 0 0 0,1 0 0 0 0,-1 0-1 0 0,0-1 1 0 0,0 0 0 0 0,1-1 0 0 0,-1 1 0 0 0,-1-1 0 0 0,1-1-1 0 0,0 0 1 0 0,-1 0 0 0 0,0 0 0 0 0,0-1 0 0 0,0 0-1 0 0,0 0 1 0 0,-1-1 0 0 0,0 0 0 0 0,0 0 0 0 0,0 0 0 0 0,-1-1-1 0 0,7-12 1 0 0,-11 18-15 0 0,0 0 1 0 0,0-1-1 0 0,0 1 0 0 0,-1 0 1 0 0,1-1-1 0 0,0 1 0 0 0,-1-1 1 0 0,1 1-1 0 0,-1-1 0 0 0,0 1 1 0 0,0-1-1 0 0,1 0 0 0 0,-1 1 1 0 0,0-1-1 0 0,0 1 0 0 0,-1-1 0 0 0,1 1 1 0 0,0-1-1 0 0,0 1 0 0 0,-1-1 1 0 0,1 1-1 0 0,-1-1 0 0 0,1 1 1 0 0,-1-1-1 0 0,0 1 0 0 0,1-1 1 0 0,-1 1-1 0 0,-2-3 0 0 0,1 2-1 0 0,0 1 0 0 0,-1-1 0 0 0,1 1 0 0 0,0-1-1 0 0,-1 1 1 0 0,0 0 0 0 0,1 0 0 0 0,-1 0 0 0 0,1 0-1 0 0,-1 0 1 0 0,0 1 0 0 0,0-1 0 0 0,1 1 0 0 0,-1 0 0 0 0,-5 0-1 0 0,-6 0-200 0 0,0 1-1 0 0,0 0 1 0 0,0 2-1 0 0,1-1 0 0 0,-26 10 1 0 0,25-7-1484 0 0,1 1 0 0 0,0 0 0 0 0,-13 9 1 0 0</inkml:trace>
</inkml:ink>
</file>

<file path=ppt/ink/ink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2:35.0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 82 720 0 0,'-10'-42'18836'0'0,"4"11"-9044"0"0,7 30-9676 0 0,78-5 295 0 0,5 4-2407 0 0,-46 3-2581 0 0,6-1-8387 0 0</inkml:trace>
</inkml:ink>
</file>

<file path=ppt/ink/ink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2:35.3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157 1 2152 0 0,'-100'70'13165'0'0,"51"-38"-6701"0"0,48-32-6359 0 0,1 0-1 0 0,0 0 1 0 0,-1 0 0 0 0,1 0 0 0 0,0 0 0 0 0,-1 0 0 0 0,1 0 0 0 0,0 0 0 0 0,0 0-1 0 0,-1 1 1 0 0,1-1 0 0 0,0 0 0 0 0,-1 0 0 0 0,1 1 210 0 0,0-1-210 0 0,-1 0-1 0 0,1 1 1 0 0,0-1 0 0 0,0 0 0 0 0,0 1 0 0 0,-1-1 0 0 0,1 0 0 0 0,0 0 0 0 0,0 1-1 0 0,0-1 1 0 0,0 0 0 0 0,0 1 0 0 0,0-1 0 0 0,0 0 0 0 0,0 1 0 0 0,0-1 0 0 0,0 0 0 0 0,0 1-1 0 0,0-1 1 0 0,0 0 0 0 0,0 1 0 0 0,0-1 0 0 0,0 0 0 0 0,0 1 0 0 0,17 1 1401 0 0,30-9-1287 0 0,-43 7 61 0 0,48-9-173 0 0,87-17 236 0 0,-50 1-7515 0 0,-82 22 4910 0 0,0 1 0 0 0,0-2-1 0 0,0 1 1 0 0,6-5 0 0 0</inkml:trace>
</inkml:ink>
</file>

<file path=ppt/ink/ink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2:35.8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60 113 1480 0 0,'-2'-1'4338'0'0,"-25"-5"4128"0"0,12 3-2922 0 0,1-3-1217 0 0,14 6-4285 0 0,0 0 0 0 0,-1 0 0 0 0,1 0 0 0 0,0 0 0 0 0,0-1 0 0 0,0 1 0 0 0,0 0 0 0 0,0 0 0 0 0,0 0 0 0 0,0 0 0 0 0,0 0 0 0 0,0-1 0 0 0,0 1 1 0 0,0 0-1 0 0,0 0 0 0 0,0 0 0 0 0,0 0 0 0 0,0-1 0 0 0,0 1 0 0 0,0 0 0 0 0,0 0 0 0 0,0 0 0 0 0,0 0 0 0 0,0 0 0 0 0,0-1 0 0 0,0 1 0 0 0,0 0 0 0 0,0 0 0 0 0,0 0 0 0 0,0 0 0 0 0,0 0 0 0 0,0-1 0 0 0,0 1 0 0 0,1 0 0 0 0,-1 0 0 0 0,0 0 0 0 0,0 0 0 0 0,0 0 0 0 0,0 0 0 0 0,0 0 0 0 0,0 0 0 0 0,1-1 0 0 0,-1 1 0 0 0,30-11 585 0 0,212-46 73 0 0,-203 49-652 0 0,-16 2-96 0 0,2 1 56 0 0,-8 2-3397 0 0</inkml:trace>
</inkml:ink>
</file>

<file path=ppt/ink/ink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2:36.6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119 132 696 0 0,'-7'-11'7663'0'0,"-8"-13"2978"0"0,15 19-9766 0 0,0 4-794 0 0,0-1 0 0 0,0 1 0 0 0,0-1 0 0 0,0 1-1 0 0,0-1 1 0 0,0 1 0 0 0,0-1 0 0 0,0 1 0 0 0,0 0-1 0 0,1-1 1 0 0,-1 1 0 0 0,0-1 0 0 0,1 1 0 0 0,-1-1-1 0 0,1 1 1 0 0,0 0 0 0 0,0-1 0 0 0,-1 1 0 0 0,1 0-1 0 0,0 0 1 0 0,0 0 0 0 0,0 0 0 0 0,0 0-1 0 0,0 0 1 0 0,0 0 0 0 0,1 0 0 0 0,-1 0 0 0 0,0 0-1 0 0,0 0 1 0 0,3 0 0 0 0,10-7 88 0 0,0 0-1 0 0,0 1 1 0 0,1 1-1 0 0,0 1 1 0 0,1 0-1 0 0,-1 1 1 0 0,18-3-1 0 0,-27 6-156 0 0,1 0 0 0 0,0 1 0 0 0,-1-1-1 0 0,1 2 1 0 0,0-1 0 0 0,-1 0 0 0 0,1 1 0 0 0,0 0-1 0 0,-1 1 1 0 0,1 0 0 0 0,-1 0 0 0 0,0 0 0 0 0,1 1-1 0 0,-1-1 1 0 0,0 2 0 0 0,0-1 0 0 0,-1 1 0 0 0,1-1-1 0 0,6 8 1 0 0,-9-9-24 0 0,-1 1-1 0 0,1 0 1 0 0,-1 0-1 0 0,0-1 1 0 0,0 1-1 0 0,-1 0 1 0 0,1 1-1 0 0,-1-1 1 0 0,1 0-1 0 0,-1 0 1 0 0,0 1-1 0 0,0-1 1 0 0,0 1 0 0 0,-1-1-1 0 0,1 1 1 0 0,-1 4-1 0 0,0-2 12 0 0,0 0 1 0 0,-1 0-1 0 0,0 0 0 0 0,-1 0 0 0 0,1 0 1 0 0,-1 0-1 0 0,0 0 0 0 0,-5 9 1 0 0,-3 3 28 0 0,-1 0 0 0 0,-1 0 1 0 0,-1-2-1 0 0,-19 22 1 0 0,-57 45-125 0 0,20-20 3661 0 0,94-67-3293 0 0,-17 4-262 0 0,0 0 1 0 0,0 0-1 0 0,0 1 1 0 0,0 0 0 0 0,0 0-1 0 0,-1 1 1 0 0,1 0 0 0 0,0 0-1 0 0,-1 0 1 0 0,1 1 0 0 0,-1 1-1 0 0,0-1 1 0 0,0 1-1 0 0,0 0 1 0 0,6 6 0 0 0,2 2 26 0 0,0 0-1 0 0,-2 0 1 0 0,1 2 0 0 0,-2 0 0 0 0,13 17 0 0 0,-19-24 146 0 0,-1 1 1 0 0,0-1-1 0 0,-1 1 0 0 0,0 1 1 0 0,0-1-1 0 0,-1 1 0 0 0,1-1 1 0 0,-2 1-1 0 0,0 0 0 0 0,0 0 1 0 0,0 0-1 0 0,0 10 0 0 0,-2-14-70 0 0,-1 1 0 0 0,1-1-1 0 0,-1 1 1 0 0,0 0-1 0 0,0-1 1 0 0,-1 1-1 0 0,1-1 1 0 0,-1 0-1 0 0,-1 0 1 0 0,1 1 0 0 0,-1-1-1 0 0,1-1 1 0 0,-2 1-1 0 0,1 0 1 0 0,0-1-1 0 0,-1 1 1 0 0,0-1-1 0 0,0 0 1 0 0,0-1-1 0 0,-8 7 1 0 0,-3-1-113 0 0,0 1 0 0 0,0-2 0 0 0,-1 0 0 0 0,0-1 0 0 0,-1-1 0 0 0,1-1 0 0 0,-1 0 0 0 0,-1-1 0 0 0,1 0 0 0 0,0-2 0 0 0,-1 0 0 0 0,1-1 0 0 0,-33-2 0 0 0,24 0 0 0 0,5-2 0 0 0,2-3 0 0 0,0 1 0 0 0,1-2 0 0 0,-9-5-2349 0 0</inkml:trace>
</inkml:ink>
</file>

<file path=ppt/ink/ink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2:37.9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134 182 2676 0 0,'11'-24'8714'0'0,"-12"37"-4617"0"0,-9 66-2850 0 0,-98 318 1166 0 0,100-371-2294 0 0,-8 25 3812 0 0,14-82-3032 0 0,19-82-905 0 0,5 1 0 0 0,51-153 1 0 0,-68 249-5 0 0,2-8-23 0 0,1 1 0 0 0,1-1 0 0 0,1 1 0 0 0,1 1 0 0 0,16-26 1 0 0,-26 46 23 0 0,0 1 1 0 0,1-1 0 0 0,-1 1 0 0 0,0-1 0 0 0,1 1 0 0 0,-1-1-1 0 0,1 1 1 0 0,0 0 0 0 0,-1-1 0 0 0,1 1 0 0 0,0 0-1 0 0,0 0 1 0 0,0 0 0 0 0,-1 1 0 0 0,1-1 0 0 0,0 0 0 0 0,0 1-1 0 0,0-1 1 0 0,0 1 0 0 0,0 0 0 0 0,1 0 0 0 0,-1 0 0 0 0,0 0-1 0 0,0 0 1 0 0,0 0 0 0 0,0 0 0 0 0,0 0 0 0 0,0 1 0 0 0,0-1-1 0 0,0 1 1 0 0,0 0 0 0 0,0 0 0 0 0,0-1 0 0 0,-1 1 0 0 0,1 0-1 0 0,0 1 1 0 0,0-1 0 0 0,-1 0 0 0 0,3 2 0 0 0,3 3-6 0 0,-1 0 0 0 0,1 1 0 0 0,-1-1 0 0 0,-1 1 0 0 0,1 0 0 0 0,-1 1 0 0 0,7 13 0 0 0,2 12 34 0 0,-1 1-1 0 0,-2 1 0 0 0,-2 0 0 0 0,-1 0 1 0 0,-1 1-1 0 0,2 42 0 0 0,-4-16 40 0 0,7 58-2085 0 0,-10-97-1838 0 0</inkml:trace>
</inkml:ink>
</file>

<file path=ppt/ink/ink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2:38.1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113 147 332 0 0,'-36'-21'9739'0'0,"-34"-27"-1"0"0,70 48-9693 0 0,-1-1-1 0 0,1 1 0 0 0,-1 0 1 0 0,1 0-1 0 0,-1-1 0 0 0,1 1 1 0 0,0 0-1 0 0,-1-1 1 0 0,1 1-1 0 0,0-1 0 0 0,-1 1 1 0 0,1 0-1 0 0,0-1 0 0 0,0 1 1 0 0,-1-1-1 0 0,1 1 1 0 0,0-1-1 0 0,0 1 0 0 0,0-1 1 0 0,0 1-1 0 0,-1-1 0 0 0,1 1 1 0 0,0-1-1 0 0,0 1 1 0 0,0-1-1 0 0,0 1 0 0 0,0-1 1 0 0,0 1-1 0 0,0-1 1 0 0,1 1-1 0 0,-1-2 0 0 0,1 1 0 0 0,0 0-1 0 0,-1 0 1 0 0,1 0-1 0 0,0 0 0 0 0,0 0 1 0 0,0 0-1 0 0,0 0 1 0 0,1 0-1 0 0,-1 0 1 0 0,0 0-1 0 0,2 0 0 0 0,34-14 147 0 0,0 5-1397 0 0,1 2 0 0 0,53-4-1 0 0,22 7-8524 0 0,-87 5 3550 0 0</inkml:trace>
</inkml:ink>
</file>

<file path=ppt/ink/ink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2:38.5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 46 136 0 0,'15'-15'18185'0'0,"-9"10"-16944"0"0,-2 2-1107 0 0,-1 0 0 0 0,1 1 0 0 0,-1-1 0 0 0,1 1 0 0 0,0 0 0 0 0,0 0 0 0 0,0 1 1 0 0,0-1-1 0 0,0 1 0 0 0,1 0 0 0 0,-1 0 0 0 0,0 0 0 0 0,0 0 0 0 0,1 1 0 0 0,-1 0 0 0 0,7 0 0 0 0,-9 0-128 0 0,-1 1 1 0 0,0-1-1 0 0,0 0 0 0 0,0 1 0 0 0,0-1 0 0 0,0 0 0 0 0,0 1 1 0 0,0 0-1 0 0,0-1 0 0 0,0 1 0 0 0,-1-1 0 0 0,1 1 0 0 0,0 0 1 0 0,0 0-1 0 0,0-1 0 0 0,-1 1 0 0 0,1 0 0 0 0,0 0 0 0 0,-1 0 1 0 0,1 0-1 0 0,-1 0 0 0 0,2 2 0 0 0,-2-1 19 0 0,1 0 0 0 0,0 1 0 0 0,0-1 1 0 0,-1 0-1 0 0,1 1 0 0 0,-1-1 0 0 0,0 1 0 0 0,0 3 0 0 0,-1 8 112 0 0,-1 0-1 0 0,-1-1 1 0 0,-1 1-1 0 0,0-1 1 0 0,0 0-1 0 0,-10 20 1 0 0,-47 72 982 0 0,10-16 1466 0 0,50-88-2470 0 0,0 3 89 0 0,1-4-197 0 0,0 0 0 0 0,0 0 0 0 0,-1 1 0 0 0,1-1 0 0 0,0 0 0 0 0,0 0 0 0 0,0 1 0 0 0,0-1 0 0 0,0 0 0 0 0,0 1 0 0 0,0-1 0 0 0,0 0 0 0 0,-1 0 0 0 0,1 1 0 0 0,0-1 0 0 0,0 0 0 0 0,0 1 0 0 0,0-1 0 0 0,1 0 0 0 0,-1 1 0 0 0,0-1 0 0 0,0 0 0 0 0,0 1 0 0 0,0-1 0 0 0,0 0 0 0 0,0 0 0 0 0,0 1 0 0 0,1-1 0 0 0,-1 0 0 0 0,0 0 0 0 0,0 1 0 0 0,0-1 0 0 0,1 0 0 0 0,-1 0 0 0 0,0 1 0 0 0,0-1 0 0 0,0 0 0 0 0,1 0-1 0 0,-1 0 1 0 0,0 0 0 0 0,1 1 0 0 0,-1-1 0 0 0,0 0 0 0 0,0 0 0 0 0,1 0 0 0 0,-1 0 0 0 0,0 0 0 0 0,1 0 0 0 0,-1 0 0 0 0,0 0 0 0 0,1 0 0 0 0,-1 0 0 0 0,0 0 0 0 0,1 0 0 0 0,-1 0 0 0 0,0 0 0 0 0,0 0 0 0 0,1 0 0 0 0,-1 0 0 0 0,0 0 0 0 0,1 0 0 0 0,-1-1 0 0 0,0 1 0 0 0,0 0 0 0 0,1 0 0 0 0,-1 0 0 0 0,0 0 0 0 0,1-1 0 0 0,95-24-865 0 0,19-4-3761 0 0,-2-8-6742 0 0,-76 24 2933 0 0</inkml:trace>
</inkml:ink>
</file>

<file path=ppt/ink/ink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2:39.0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83 70 372 0 0,'-22'-23'10533'0'0,"6"-2"-4970"0"0,15 24-4905 0 0,1 0-586 0 0,-1 1-1 0 0,1 0 1 0 0,0-1-1 0 0,0 1 1 0 0,0-1-1 0 0,-1 1 1 0 0,1-1-1 0 0,0 1 1 0 0,0 0-1 0 0,0-1 1 0 0,0 1-1 0 0,0-1 1 0 0,0 1-1 0 0,0-1 1 0 0,0 1-1 0 0,0-1 1 0 0,0 1-1 0 0,0-1 1 0 0,0 1-1 0 0,0-1 1 0 0,2-1-36 0 0,1 1 0 0 0,-1 0 0 0 0,0 0 0 0 0,1 0 0 0 0,-1 0 0 0 0,1 0 0 0 0,0 0 0 0 0,-1 0 0 0 0,1 1 1 0 0,-1 0-1 0 0,1-1 0 0 0,0 1 0 0 0,0 0 0 0 0,-1 0 0 0 0,1 1 0 0 0,0-1 0 0 0,-1 0 0 0 0,1 1 0 0 0,-1 0 0 0 0,1-1 1 0 0,0 1-1 0 0,-1 0 0 0 0,5 3 0 0 0,-4-3-30 0 0,1 1-1 0 0,0-1 1 0 0,-1 1 0 0 0,0 0-1 0 0,1 1 1 0 0,-1-1 0 0 0,0 0 0 0 0,0 1-1 0 0,0 0 1 0 0,-1-1 0 0 0,1 1 0 0 0,0 1-1 0 0,-1-1 1 0 0,0 0 0 0 0,0 0 0 0 0,0 1-1 0 0,2 4 1 0 0,-3-3 6 0 0,-1-1 1 0 0,1 1-1 0 0,-1-1 0 0 0,0 1 0 0 0,0 0 0 0 0,0-1 1 0 0,0 1-1 0 0,-1 0 0 0 0,0-1 0 0 0,0 1 0 0 0,0-1 1 0 0,-1 1-1 0 0,0-1 0 0 0,-3 7 0 0 0,-3 5 36 0 0,-2 0 0 0 0,-15 19 0 0 0,6-8 43 0 0,12-19-65 0 0,-4 12 34 0 0,12-18-52 0 0,2 2-7 0 0,2-1-1 0 0,-1 1 1 0 0,0-1-1 0 0,1 0 1 0 0,-1-1-1 0 0,1 1 1 0 0,0-1-1 0 0,0 0 1 0 0,7 3-1 0 0,14 5 1 0 0,-7 1 218 0 0,-14-10-76 0 0,-1 1 1 0 0,0 0-1 0 0,0 0 1 0 0,1 1-1 0 0,-1-1 1 0 0,-1 1-1 0 0,1 0 1 0 0,0 0-1 0 0,-1 0 0 0 0,1 1 1 0 0,-1-1-1 0 0,0 1 1 0 0,0 0-1 0 0,-1-1 1 0 0,5 9-1 0 0,-7-11-32 0 0,0 1 0 0 0,1-1 1 0 0,-1 1-1 0 0,0-1 0 0 0,0 1 0 0 0,-1-1 0 0 0,1 1 0 0 0,0-1 0 0 0,0 1 0 0 0,-1-1 0 0 0,1 1 0 0 0,-1-1 0 0 0,1 0 0 0 0,-1 1 0 0 0,0-1 0 0 0,1 0 0 0 0,-1 1 0 0 0,0-1 0 0 0,0 0 0 0 0,0 0 0 0 0,0 0 0 0 0,0 0 0 0 0,0 0 0 0 0,0 0 0 0 0,-1 0 0 0 0,1 0 0 0 0,0 0 1 0 0,-2 1-1 0 0,-6 3 131 0 0,0 0 0 0 0,-18 7 0 0 0,21-9-125 0 0,-25 9 175 0 0,-50 14 0 0 0,34-17-3634 0 0</inkml:trace>
</inkml:ink>
</file>

<file path=ppt/ink/ink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2:39.2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69 1392 0 0,'13'-29'11569'0'0,"-4"9"-4513"0"0,-3 9-5550 0 0,-5 10-1195 0 0,14-2 127 0 0,1 1-707 0 0,0 0-1 0 0,25 1 1 0 0,20 7-8657 0 0</inkml:trace>
</inkml:ink>
</file>

<file path=ppt/ink/ink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2:39.3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67 11 432 0 0,'-45'39'14645'0'0,"33"-29"-11013"0"0,2-1-986 0 0,10-8-2617 0 0,1-1 1 0 0,-1 0 0 0 0,1 1-1 0 0,-1-1 1 0 0,1 0 0 0 0,-1 1-1 0 0,1-1 1 0 0,0 0 0 0 0,-1 0-1 0 0,1 1 1 0 0,-1-1 0 0 0,1 0-1 0 0,-1 0 1 0 0,1 0 0 0 0,0 0-1 0 0,-1 0 1 0 0,1 0-1 0 0,-1 0 1 0 0,1 0 0 0 0,0 0-1 0 0,-1 0 1 0 0,1 0 0 0 0,-1 0-1 0 0,1-1 1 0 0,0 1 0 0 0,0 0-1 0 0,41-7-857 0 0,-1 0-1 0 0,53-18 1 0 0,-39 10-3109 0 0,-23 6-1292 0 0,0 1-2871 0 0</inkml:trace>
</inkml:ink>
</file>

<file path=ppt/ink/ink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2:39.6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82 108 0 0,'0'-12'14320'0'0,"3"-5"-7121"0"0,6 7-4109 0 0,-5 8-2933 0 0,2 0-1 0 0,-1 1 1 0 0,0 0-1 0 0,0 0 1 0 0,9-1-1 0 0,39-5-509 0 0,16-2-3714 0 0,1-4-7566 0 0,-50 8 4434 0 0</inkml:trace>
</inkml:ink>
</file>

<file path=ppt/ink/ink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2:39.8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67 51 2336 0 0,'17'-50'24136'0'0,"-15"70"-23371"0"0,-1 1 0 0 0,-1 0 1 0 0,-1-1-1 0 0,0 1 1 0 0,-7 28-1 0 0,5-26-577 0 0,-44 222 309 0 0,22-141-8641 0 0,25-102 7065 0 0,-1 2 62 0 0</inkml:trace>
</inkml:ink>
</file>

<file path=ppt/ink/ink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2:40.1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168 106 1740 0 0,'12'-100'16832'0'0,"-12"100"-16785"0"0,0 0-1 0 0,0-1 1 0 0,0 1 0 0 0,0 0 0 0 0,0 0 0 0 0,0 0 0 0 0,0-1 0 0 0,0 1 0 0 0,0 0-1 0 0,0 0 1 0 0,0-1 0 0 0,0 1 0 0 0,1 0 0 0 0,-1 0 0 0 0,0 0 0 0 0,0-1-1 0 0,0 1 1 0 0,0 0 0 0 0,0 0 0 0 0,0 0 0 0 0,1 0 0 0 0,-1-1 0 0 0,0 1 0 0 0,0 0-1 0 0,0 0 1 0 0,0 0 0 0 0,1 0 0 0 0,-1 0 0 0 0,0 0 0 0 0,0 0 0 0 0,0-1-1 0 0,1 1 1 0 0,-1 0 0 0 0,0 0 0 0 0,0 0 0 0 0,1 0 0 0 0,-1 0 0 0 0,0 0 0 0 0,0 0-1 0 0,0 0 1 0 0,1 0 0 0 0,-1 0 0 0 0,0 0 0 0 0,0 0 0 0 0,1 0 0 0 0,-1 1 0 0 0,13 7 932 0 0,9 16-32 0 0,-4 3-564 0 0,-1 1-1 0 0,-1 1 0 0 0,-1 0 0 0 0,-2 1 0 0 0,-1 0 0 0 0,-1 1 0 0 0,-2 1 0 0 0,8 44 1 0 0,-11-34-253 0 0,-1-1 0 0 0,-2 1 0 0 0,-2 0 0 0 0,-2 0 0 0 0,-2 0 1 0 0,-9 47-1 0 0,6-59-160 0 0,-1-1 1 0 0,-2 0-1 0 0,-1 0 1 0 0,-1-1-1 0 0,-2 0 1 0 0,-1-1-1 0 0,-18 27 0 0 0,21-37-745 0 0,-2-1-1 0 0,0-1 1 0 0,0 1-1 0 0,-29 23 1 0 0,31-31-663 0 0,0 0 1 0 0,-1 0 0 0 0,1-1 0 0 0,-2 0-1 0 0,1-1 1 0 0,-1-1 0 0 0,-23 7 0 0 0,1-4-7599 0 0</inkml:trace>
</inkml:ink>
</file>

<file path=ppt/ink/ink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2:40.4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236 18 2616 0 0,'-1'-2'1968'0'0,"1"1"-1716"0"0,0 0-1 0 0,-1 0 0 0 0,1 1 0 0 0,0-1 0 0 0,-1 0 1 0 0,1 0-1 0 0,-1 0 0 0 0,1 1 0 0 0,-1-1 0 0 0,1 0 1 0 0,-1 1-1 0 0,1-1 0 0 0,-1 1 0 0 0,1-1 0 0 0,-1 0 1 0 0,0 1-1 0 0,0-1 0 0 0,1 1 0 0 0,-1 0 0 0 0,0-1 1 0 0,0 1-1 0 0,1 0 0 0 0,-1-1 0 0 0,0 1 0 0 0,0 0 1 0 0,0 0-1 0 0,1-1 0 0 0,-1 1 0 0 0,0 0 0 0 0,0 0 1 0 0,0 0-1 0 0,-1 1 0 0 0,0-1-209 0 0,1 1 0 0 0,0-1 0 0 0,0 1 1 0 0,0 0-1 0 0,0-1 0 0 0,0 1 0 0 0,0 0 0 0 0,0 0 0 0 0,0 0 1 0 0,0 0-1 0 0,-2 2 0 0 0,-12 19 926 0 0,0 0 0 0 0,1 1 0 0 0,2 1 1 0 0,0 0-1 0 0,1 1 0 0 0,-8 30 0 0 0,-32 160 804 0 0,45-185-1522 0 0,-11 57 296 0 0,-7 151-1 0 0,22-183-512 0 0,3-1-1 0 0,3 0 0 0 0,1 1 1 0 0,14 53-1 0 0,-16-93-317 0 0,1-1 0 0 0,1 0 0 0 0,0 1-1 0 0,1-2 1 0 0,1 1 0 0 0,16 24 0 0 0,-17-30-450 0 0,0 0-1 0 0,1 0 1 0 0,0-1-1 0 0,12 10 1 0 0,-12-11-536 0 0,1-1 1 0 0,0 0 0 0 0,0-1-1 0 0,0 0 1 0 0,13 5-1 0 0,13 1-6461 0 0</inkml:trace>
</inkml:ink>
</file>

<file path=ppt/ink/ink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2:40.9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77 111 968 0 0,'-6'-39'10210'0'0,"5"34"-9365"0"0,0 0 0 0 0,0 0 1 0 0,0 0-1 0 0,0 0 0 0 0,1 0 0 0 0,0 0 1 0 0,0 0-1 0 0,0 0 0 0 0,2-9 0 0 0,-2 13-821 0 0,0 1 0 0 0,1-1-1 0 0,-1 1 1 0 0,0-1 0 0 0,0 1-1 0 0,0-1 1 0 0,1 1 0 0 0,-1-1-1 0 0,0 1 1 0 0,0-1 0 0 0,1 1-1 0 0,-1-1 1 0 0,0 1 0 0 0,1-1-1 0 0,-1 1 1 0 0,1-1 0 0 0,-1 1-1 0 0,1 0 1 0 0,-1-1 0 0 0,1 1 0 0 0,-1 0-1 0 0,1-1 1 0 0,-1 1 0 0 0,1 0-1 0 0,-1 0 1 0 0,1 0 0 0 0,-1-1-1 0 0,1 1 1 0 0,-1 0 0 0 0,1 0-1 0 0,0 0 1 0 0,-1 0 0 0 0,1 0-1 0 0,-1 0 1 0 0,1 0 0 0 0,0 0-1 0 0,-1 0 1 0 0,1 0 0 0 0,-1 0-1 0 0,1 1 1 0 0,-1-1 0 0 0,1 0-1 0 0,-1 0 1 0 0,1 1 0 0 0,0-1-1 0 0,-1 0 1 0 0,0 0 0 0 0,2 1-1 0 0,16 15 70 0 0,-17-11-76 0 0,1 0 1 0 0,0-1 0 0 0,-1 1 0 0 0,0 0 0 0 0,0 0 0 0 0,-1 0 0 0 0,1 0 0 0 0,-1-1-1 0 0,0 1 1 0 0,0 0 0 0 0,-1 0 0 0 0,1 0 0 0 0,-1 0 0 0 0,0 0 0 0 0,-1-1-1 0 0,1 1 1 0 0,-3 5 0 0 0,-4 9 94 0 0,-1 0 0 0 0,-17 27-1 0 0,15-27 7 0 0,3-4 84 0 0,-18 23 0 0 0,23-34-161 0 0,1 0 1 0 0,-1 0-1 0 0,1 0 1 0 0,0 0-1 0 0,-2 8 1 0 0,2-6 84 0 0,1-4-51 0 0,12 3 146 0 0,12-7-622 0 0,-1-1 0 0 0,0-1 0 0 0,0-1 0 0 0,0-1 0 0 0,22-9 0 0 0,9-1-3562 0 0,-2-2-3385 0 0,-28 11 737 0 0</inkml:trace>
</inkml:ink>
</file>

<file path=ppt/ink/ink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2:41.1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 52 1716 0 0,'-34'-8'17297'0'0,"74"10"-16681"0"0,0-1 1 0 0,55-6-1 0 0,22-14-3560 0 0,-89 9-492 0 0,-13-2-2447 0 0</inkml:trace>
</inkml:ink>
</file>

<file path=ppt/ink/ink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2:41.4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82 26 300 0 0,'-7'-5'1344'0'0,"-19"-11"9320"0"0,17 11-8571 0 0,-4 10 269 0 0,9 7-1679 0 0,1 0 0 0 0,0 0 0 0 0,0 0 0 0 0,2 0 0 0 0,-1 1 0 0 0,2-1 1 0 0,-1 0-1 0 0,3 15 0 0 0,-3 32-21 0 0,-1-37-617 0 0,-3 36-230 0 0,2 62 1 0 0,7-69-3653 0 0,3-20-6063 0 0</inkml:trace>
</inkml:ink>
</file>

<file path=ppt/ink/ink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2:41.9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123 82 2164 0 0,'4'-9'2464'0'0,"-1"1"-26"0"0,1 0-1 0 0,0 1 1 0 0,8-13 0 0 0,-11 18-2200 0 0,1-1 0 0 0,0 1 0 0 0,0 0 0 0 0,0 0 0 0 0,0 0 0 0 0,0 1 0 0 0,1-1 0 0 0,-1 1 0 0 0,0-1 0 0 0,1 1 0 0 0,-1 0 0 0 0,1-1 1 0 0,0 1-1 0 0,-1 1 0 0 0,6-2 0 0 0,-5 1-194 0 0,0 0 1 0 0,0 0 0 0 0,1 1 0 0 0,-1 0-1 0 0,0-1 1 0 0,0 1 0 0 0,1 1-1 0 0,-1-1 1 0 0,0 0 0 0 0,0 1 0 0 0,0-1-1 0 0,1 1 1 0 0,-1 0 0 0 0,0 0 0 0 0,0 0-1 0 0,0 1 1 0 0,0-1 0 0 0,0 1-1 0 0,-1-1 1 0 0,1 1 0 0 0,0 0 0 0 0,-1 0-1 0 0,4 3 1 0 0,-5-3-29 0 0,0 0 0 0 0,0 1 0 0 0,0-1 0 0 0,0 0 0 0 0,0 0 0 0 0,-1 0 0 0 0,1 0-1 0 0,-1 1 1 0 0,1-1 0 0 0,-1 0 0 0 0,0 1 0 0 0,0-1 0 0 0,0 0 0 0 0,0 1 0 0 0,0-1 0 0 0,0 0 0 0 0,-1 1 0 0 0,1-1 0 0 0,-1 0 0 0 0,0 0-1 0 0,0 0 1 0 0,0 1 0 0 0,0-1 0 0 0,-2 3 0 0 0,-3 5 30 0 0,0 0-1 0 0,-1-1 1 0 0,-11 14 0 0 0,12-17-19 0 0,-70 71 378 0 0,74-76-354 0 0,0 3 18 0 0,2-4-69 0 0,0 0 1 0 0,0 0 0 0 0,0 1-1 0 0,0-1 1 0 0,0 0 0 0 0,0 0-1 0 0,-1 0 1 0 0,1 0 0 0 0,0 0-1 0 0,0 0 1 0 0,0 0 0 0 0,0 0-1 0 0,0 0 1 0 0,0 1 0 0 0,0-1-1 0 0,0 0 1 0 0,0 0 0 0 0,0 0 0 0 0,0 0-1 0 0,0 0 1 0 0,0 0 0 0 0,0 0-1 0 0,0 1 1 0 0,0-1 0 0 0,0 0-1 0 0,0 0 1 0 0,0 0 0 0 0,0 0-1 0 0,0 0 1 0 0,0 0 0 0 0,0 1-1 0 0,0-1 1 0 0,0 0 0 0 0,0 0-1 0 0,0 0 1 0 0,0 0 0 0 0,0 0-1 0 0,0 0 1 0 0,0 0 0 0 0,0 1-1 0 0,0-1 1 0 0,1 0 0 0 0,-1 0-1 0 0,0 0 1 0 0,19 10 57 0 0,-5-4 25 0 0,-1 0 1 0 0,0 1-1 0 0,0 0 0 0 0,0 1 1 0 0,-1 1-1 0 0,0 0 1 0 0,-1 1-1 0 0,0 0 0 0 0,-1 0 1 0 0,0 1-1 0 0,0 1 1 0 0,-1-1-1 0 0,-1 2 0 0 0,11 18 1 0 0,-18-28 60 0 0,0-1 0 0 0,0 0 1 0 0,0 1-1 0 0,0-1 1 0 0,0 1-1 0 0,-1-1 1 0 0,1 1-1 0 0,-1 0 0 0 0,0-1 1 0 0,0 1-1 0 0,0-1 1 0 0,0 1-1 0 0,0 0 0 0 0,-1-1 1 0 0,1 1-1 0 0,-1-1 1 0 0,1 1-1 0 0,-1-1 1 0 0,-2 6-1 0 0,1-5 7 0 0,-1 1 1 0 0,1-1-1 0 0,-1 0 1 0 0,0 0-1 0 0,0 0 1 0 0,0 0-1 0 0,0 0 1 0 0,0-1-1 0 0,-1 1 1 0 0,1-1-1 0 0,-6 3 1 0 0,-4 1 45 0 0,0-1 0 0 0,0 0 0 0 0,0-1 1 0 0,-1 0-1 0 0,0-1 0 0 0,-18 1 0 0 0,19-3-166 0 0,0-1-1 0 0,0 0 1 0 0,1-1 0 0 0,-1 0-1 0 0,0-1 1 0 0,0-1 0 0 0,-14-5-1 0 0,-9-4-2653 0 0,2-3-3878 0 0</inkml:trace>
</inkml:ink>
</file>

<file path=ppt/ink/ink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2:42.3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298 53 2472 0 0,'-5'-16'7266'0'0,"-6"-21"3876"0"0,4 51-9305 0 0,-14 151 3187 0 0,-28 88-2596 0 0,34-185-1882 0 0,-36 171-182 0 0,-37 186 706 0 0,66-289-761 0 0,-5 156 0 0 0,26-226-5791 0 0,13 111 1 0 0,-10-170 3771 0 0</inkml:trace>
</inkml:ink>
</file>

<file path=ppt/ink/ink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2:45.0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100 30 2472 0 0,'-17'-28'10797'0'0,"17"28"-10719"0"0,-1-1 1 0 0,1 1-1 0 0,-1 0 0 0 0,1 0 1 0 0,-1 0-1 0 0,1 0 0 0 0,-1 0 0 0 0,1 0 1 0 0,-1 0-1 0 0,1 0 0 0 0,-1 0 0 0 0,1 0 1 0 0,-1 0-1 0 0,1 0 0 0 0,-1 0 0 0 0,1 0 1 0 0,-1 0-1 0 0,1 0 0 0 0,-1 0 0 0 0,1 1 1 0 0,-1-1-1 0 0,1 0 0 0 0,0 0 0 0 0,-1 1 1 0 0,1-1-1 0 0,-1 0 0 0 0,1 0 0 0 0,0 1 1 0 0,-1-1-1 0 0,1 1 0 0 0,0-1 0 0 0,-1 0 1 0 0,1 1-1 0 0,0-1 0 0 0,0 1 1 0 0,-1-1-1 0 0,1 0 0 0 0,0 1 0 0 0,0-1 1 0 0,0 1-1 0 0,0-1 0 0 0,-1 1 0 0 0,1-1 1 0 0,0 1-1 0 0,0-1 0 0 0,0 2 0 0 0,-6 32 1470 0 0,5-22-1123 0 0,-21 118 1538 0 0,-11 51-1062 0 0,30-163-880 0 0,3-9-3286 0 0</inkml:trace>
</inkml:ink>
</file>

<file path=ppt/ink/ink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2:45.6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1 135 1524 0 0,'17'-25'12821'0'0,"-14"18"-11637"0"0,-1 0-1 0 0,1 1 1 0 0,0-1 0 0 0,1 1 0 0 0,-1 0 0 0 0,6-7 0 0 0,-5 9-1136 0 0,0-1 0 0 0,1 1 0 0 0,-1 0 0 0 0,1 0 0 0 0,0 1 0 0 0,0-1 0 0 0,0 1 0 0 0,0 0 1 0 0,0 0-1 0 0,1 1 0 0 0,0 0 0 0 0,10-3 0 0 0,-5 2-19 0 0,0 0 0 0 0,0 1 0 0 0,1 0 0 0 0,-1 1 0 0 0,1 0 0 0 0,-1 1 0 0 0,16 2 1 0 0,-23-2-34 0 0,1 1 0 0 0,-1 0 0 0 0,0 0 0 0 0,0 0 0 0 0,0 1 0 0 0,0-1 0 0 0,0 1 0 0 0,0 0 0 0 0,-1 0 0 0 0,1 0 0 0 0,-1 1 0 0 0,1-1 0 0 0,-1 1 0 0 0,0 0 0 0 0,0 0 0 0 0,0 0 0 0 0,0 0 0 0 0,0 1 0 0 0,-1-1 0 0 0,1 1 0 0 0,-1-1 0 0 0,3 8 0 0 0,-4-7-2 0 0,0 1 0 0 0,0-1-1 0 0,0 0 1 0 0,-1 0 0 0 0,0 0-1 0 0,0 1 1 0 0,0-1 0 0 0,0 0-1 0 0,0 0 1 0 0,-1 1 0 0 0,0-1-1 0 0,0 0 1 0 0,0 0 0 0 0,-1 0-1 0 0,-2 6 1 0 0,-3 5 19 0 0,0 0-1 0 0,-14 20 1 0 0,1-8 241 0 0,-1 0 0 0 0,-1-1 0 0 0,-2-1 0 0 0,0-1 0 0 0,-29 21 1 0 0,-4 3 1778 0 0,71-47-1643 0 0,9-3-247 0 0,0 0 0 0 0,35-9 0 0 0,-15 2-87 0 0,454-80-323 0 0,-494 89-534 0 0,0 0-215 0 0,7-2-164 0 0</inkml:trace>
</inkml:ink>
</file>

<file path=ppt/ink/ink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2:46.3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69 21 1668 0 0,'-12'3'3443'0'0,"-2"1"1276"0"0,-28-1 11008 0 0,50-7-15684 0 0,0 0 0 0 0,0 0 0 0 0,0 1 0 0 0,1 0 0 0 0,-1 0 0 0 0,1 0 0 0 0,0 2 0 0 0,-1-1 1 0 0,16 0-1 0 0,85 1 94 0 0,-105 1-120 0 0,16 1 6 0 0,0 0 0 0 0,27 7 0 0 0,-39-6-43 0 0,-1 0 0 0 0,0 0 0 0 0,0 0 0 0 0,0 1 0 0 0,0 0 1 0 0,0 1-1 0 0,0 0 0 0 0,-1 0 0 0 0,9 7 0 0 0,-13-9 11 0 0,0-1 0 0 0,-1 1 1 0 0,1 0-1 0 0,-1-1 0 0 0,0 1 0 0 0,1 0 0 0 0,-1 0 0 0 0,0 0 0 0 0,0 0 0 0 0,0 0 0 0 0,-1 0 0 0 0,1 0 0 0 0,0 0 0 0 0,-1 1 0 0 0,0-1 0 0 0,1 0 0 0 0,-1 0 0 0 0,0 4 0 0 0,0-1 4 0 0,-1 0-1 0 0,0-1 0 0 0,0 1 1 0 0,0 0-1 0 0,-1-1 0 0 0,1 1 1 0 0,-1-1-1 0 0,-4 6 1 0 0,-2 5 7 0 0,-2-2 1 0 0,0 1 0 0 0,-22 22-1 0 0,-132 120-276 0 0,160-151 272 0 0,-14 12 24 0 0,5-3 15 0 0,12-13-11 0 0,2 0-22 0 0,-1-1 1 0 0,1 1-1 0 0,-1-1 0 0 0,1 1 0 0 0,-1-1 1 0 0,1 0-1 0 0,0 1 0 0 0,-1-1 1 0 0,1 0-1 0 0,-1 0 0 0 0,1 1 1 0 0,0-1-1 0 0,-1 0 0 0 0,1 0 0 0 0,0 0 1 0 0,0 0-1 0 0,0 0 0 0 0,135-9 69 0 0,145-14 76 0 0,-259 21-120 0 0,48-7-3294 0 0,-64 8 855 0 0,0-1 1 0 0,0 0-1 0 0,0 0 1 0 0,9-5-1 0 0</inkml:trace>
</inkml:ink>
</file>

<file path=ppt/ink/ink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2:47.0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83 2412 0 0,'10'-59'15098'0'0,"-9"35"-9711"0"0,-3 38-3906 0 0,-3 28-767 0 0,2 0 1 0 0,2 1 0 0 0,6 62 0 0 0,-5-99-713 0 0,2-1 1 0 0,-1 0-1 0 0,0 1 0 0 0,1-1 1 0 0,0 0-1 0 0,0 0 0 0 0,1 0 0 0 0,-1 0 1 0 0,1 0-1 0 0,0 0 0 0 0,0-1 0 0 0,1 1 1 0 0,0-1-1 0 0,-1 0 0 0 0,1 0 1 0 0,7 5-1 0 0,-8-7 2 0 0,1 1 0 0 0,0-1 0 0 0,0 0 0 0 0,0 0 0 0 0,0 0 0 0 0,0-1 0 0 0,0 0 0 0 0,1 1 0 0 0,-1-1 0 0 0,0-1 0 0 0,1 1 1 0 0,-1-1-1 0 0,0 1 0 0 0,1-1 0 0 0,-1 0 0 0 0,1-1 0 0 0,-1 1 0 0 0,0-1 0 0 0,1 0 0 0 0,-1 0 0 0 0,7-3 0 0 0,2-2-79 0 0,0 0-1 0 0,0-1 1 0 0,-1 0 0 0 0,0-1-1 0 0,0-1 1 0 0,-1 0-1 0 0,0 0 1 0 0,17-20 0 0 0,-13 12 58 0 0,-1-1 0 0 0,-2-1 0 0 0,1 0 0 0 0,17-38 0 0 0,-2-19 4041 0 0,-28 75-3767 0 0,-8 45 1534 0 0,-63 369-1685 0 0,47-255-119 0 0,23-141 13 0 0,0-11 0 0 0,1 0 0 0 0,-1 0 0 0 0,0 0 0 0 0,-1 0 0 0 0,-1 7 0 0 0,3-13-43 0 0,0 1 1 0 0,0-1-1 0 0,0 0 1 0 0,0 1-1 0 0,0-1 1 0 0,-1 1-1 0 0,1-1 1 0 0,0 0-1 0 0,0 1 1 0 0,0-1-1 0 0,0 1 0 0 0,-1-1 1 0 0,1 0-1 0 0,0 1 1 0 0,0-1-1 0 0,-1 0 1 0 0,1 1-1 0 0,0-1 1 0 0,0 0-1 0 0,-1 1 0 0 0,1-1 1 0 0,0 0-1 0 0,-1 0 1 0 0,1 1-1 0 0,0-1 1 0 0,-1 0-1 0 0,1 0 1 0 0,-1 0-1 0 0,1 0 1 0 0,0 0-1 0 0,-1 1 0 0 0,1-1 1 0 0,-1 0-1 0 0,1 0 1 0 0,-1 0-1 0 0,0 0 1 0 0,-7-25-7232 0 0,11-9-4833 0 0</inkml:trace>
</inkml:ink>
</file>

<file path=ppt/ink/ink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2:47.5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 91 1368 0 0,'-20'-71'17696'0'0,"16"52"-14287"0"0,3 46-2997 0 0,1 1 0 0 0,5 34 0 0 0,-1-3 278 0 0,-7 571 3880 0 0,6 103-2271 0 0,56-168-1463 0 0,-27-300-511 0 0,-28-216-255 0 0,-2-23-178 0 0,1 0-1 0 0,8 34 0 0 0,-11-59-508 0 0,26-43-17986 0 0</inkml:trace>
</inkml:ink>
</file>

<file path=ppt/ink/ink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2:47.8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62 126 2380 0 0,'-46'-59'17586'0'0,"31"33"-12750"0"0,15 25-4427 0 0,0 1-401 0 0,-1 0-1 0 0,1 0 1 0 0,0 0 0 0 0,0 0-1 0 0,0 0 1 0 0,0 0 0 0 0,0 0-1 0 0,0 0 1 0 0,0 0-1 0 0,0 0 1 0 0,0-1 0 0 0,0 1-1 0 0,0 0 1 0 0,0 0 0 0 0,0 0-1 0 0,0 0 1 0 0,0 0 0 0 0,0 0-1 0 0,0 0 1 0 0,0 0 0 0 0,0 0-1 0 0,0 0 1 0 0,0 0 0 0 0,0 0-1 0 0,0 0 1 0 0,0 0 0 0 0,0 0-1 0 0,0 0 1 0 0,1 0-1 0 0,-1 0 1 0 0,0 0 0 0 0,0 0-1 0 0,0-1 1 0 0,0 1 0 0 0,0 0-1 0 0,0 0 1 0 0,0 0 0 0 0,0 0-1 0 0,0 0 1 0 0,0 0 0 0 0,0 0-1 0 0,0 0 1 0 0,0 0 0 0 0,0 0-1 0 0,0 0 1 0 0,0 0 0 0 0,0 0-1 0 0,0 0 1 0 0,0 0-1 0 0,0 0 1 0 0,0 0 0 0 0,1 0-1 0 0,-1 0 1 0 0,0 0 0 0 0,-2-6 34 0 0,3 5-5 0 0,0 1-1 0 0,0-1 1 0 0,0 0-1 0 0,0 0 0 0 0,1 0 1 0 0,-1 1-1 0 0,0-1 1 0 0,0 1-1 0 0,0-1 1 0 0,1 1-1 0 0,-1-1 0 0 0,3 0 1 0 0,20-5-320 0 0,0 1-1 0 0,1 0 1 0 0,34-1 0 0 0,-39 6-1911 0 0,0 0 0 0 0,30 4-1 0 0,-33 0-814 0 0,-6 0-1902 0 0</inkml:trace>
</inkml:ink>
</file>

<file path=ppt/ink/ink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2:48.0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91 11 1528 0 0,'-75'52'12997'0'0,"74"-52"-12753"0"0,0 1 1 0 0,-1-1-1 0 0,1 1 1 0 0,0 0-1 0 0,0-1 1 0 0,0 1-1 0 0,0 0 1 0 0,0 0-1 0 0,0 0 1 0 0,1 0-1 0 0,-1 0 1 0 0,0 0-1 0 0,0 0 1 0 0,0 2-1 0 0,1-3-184 0 0,0 1-1 0 0,0-1 0 0 0,0 0 0 0 0,0 1 0 0 0,0-1 1 0 0,0 0-1 0 0,0 0 0 0 0,1 1 0 0 0,-1-1 1 0 0,0 0-1 0 0,0 1 0 0 0,0-1 0 0 0,1 0 0 0 0,-1 0 1 0 0,0 0-1 0 0,0 1 0 0 0,1-1 0 0 0,-1 0 0 0 0,0 0 1 0 0,1 0-1 0 0,-1 1 0 0 0,0-1 0 0 0,1 0 0 0 0,-1 0 1 0 0,0 0-1 0 0,1 0 0 0 0,-1 0 0 0 0,0 0 0 0 0,1 0 1 0 0,-1 0-1 0 0,1 0 0 0 0,35 1 777 0 0,-36-1-835 0 0,247-31-1500 0 0,-87-6-8672 0 0,-109 22 3321 0 0</inkml:trace>
</inkml:ink>
</file>

<file path=ppt/ink/ink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2:49.9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72 91 2108 0 0,'0'-14'4676'0'0,"0"-60"5859"0"0,0 74-10518 0 0,0 0 0 0 0,0 0 0 0 0,0 0 0 0 0,0 0 0 0 0,-1 0-1 0 0,1 0 1 0 0,0 0 0 0 0,0 0 0 0 0,0 0 0 0 0,0 0 0 0 0,0 0 0 0 0,0 0 0 0 0,0 0 0 0 0,0 0 0 0 0,0 0 0 0 0,0 0 0 0 0,-1 0 0 0 0,1 0-1 0 0,0 0 1 0 0,0 0 0 0 0,0 0 0 0 0,0 0 0 0 0,0 0 0 0 0,0 0 0 0 0,0 0 0 0 0,0 0 0 0 0,0 0 0 0 0,0 0 0 0 0,0-1 0 0 0,0 1-1 0 0,0 0 1 0 0,0 0 0 0 0,0 0 0 0 0,-1 0 0 0 0,1 0 0 0 0,0 0 0 0 0,0 0 0 0 0,0 0 0 0 0,0 0 0 0 0,0 0 0 0 0,0 0 0 0 0,0-1 0 0 0,0 1-1 0 0,0 0 1 0 0,0 0 0 0 0,0 0 0 0 0,-6 14 316 0 0,-4 18-105 0 0,5-9-101 0 0,-11 49 122 0 0,-15 144 0 0 0,31-209-237 0 0,0 0 1 0 0,0 0-1 0 0,0 0 0 0 0,1-1 1 0 0,0 1-1 0 0,1 0 0 0 0,0 0 1 0 0,0 0-1 0 0,0-1 1 0 0,4 9-1 0 0,-4-12-7 0 0,0 0 1 0 0,0 1-1 0 0,1-1 0 0 0,-1 0 0 0 0,1 0 1 0 0,-1-1-1 0 0,1 1 0 0 0,0 0 0 0 0,0-1 1 0 0,0 0-1 0 0,0 1 0 0 0,1-1 0 0 0,-1-1 1 0 0,1 1-1 0 0,-1 0 0 0 0,1-1 0 0 0,0 0 1 0 0,-1 1-1 0 0,8 0 0 0 0,-5-1 4 0 0,1-1 0 0 0,-1 1 1 0 0,1-1-1 0 0,-1 0 0 0 0,1 0 0 0 0,-1-1 0 0 0,1 0 1 0 0,-1 0-1 0 0,0-1 0 0 0,1 1 0 0 0,-1-1 0 0 0,0-1 0 0 0,9-4 1 0 0,-7 2-43 0 0,0 0 0 0 0,0-1 1 0 0,-1 1-1 0 0,0-2 1 0 0,0 1-1 0 0,0-1 1 0 0,-1 0-1 0 0,7-11 1 0 0,3-8 509 0 0,-1 0 0 0 0,-1-1 1 0 0,-2-1-1 0 0,16-48 0 0 0,-28 75-271 0 0,0 3-181 0 0,-66 463 2435 0 0,54-251-4087 0 0</inkml:trace>
</inkml:ink>
</file>

<file path=ppt/ink/ink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2:50.2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1 188 1404 0 0,'0'-14'4564'0'0,"0"-26"6259"0"0,6 16-6998 0 0,-5 22-3703 0 0,1 1-1 0 0,-1 0 1 0 0,1-1 0 0 0,-1 1-1 0 0,1 0 1 0 0,0 0-1 0 0,-1 0 1 0 0,1 0 0 0 0,0 0-1 0 0,0 0 1 0 0,0 0 0 0 0,-1 0-1 0 0,1 1 1 0 0,3-1 0 0 0,130-33 1692 0 0,-16 5-1259 0 0,-117 29-538 0 0,2-1-314 0 0,1-1 0 0 0,0 1 0 0 0,-1-1 0 0 0,0 0 0 0 0,1 0 0 0 0,6-4 0 0 0,-7 4-1235 0 0,15-10-3848 0 0</inkml:trace>
</inkml:ink>
</file>

<file path=ppt/ink/ink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2:50.8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71 156 0 0,'12'-70'20302'0'0,"-22"181"-17081"0"0,0 7-2152 0 0,10-104-999 0 0,0-1 1 0 0,1 0-1 0 0,1 0 0 0 0,0 0 0 0 0,1 0 0 0 0,0 0 1 0 0,1 0-1 0 0,8 17 0 0 0,-10-25-102 0 0,1-1 0 0 0,-1 1 0 0 0,1-1-1 0 0,0 0 1 0 0,0 0 0 0 0,1 0 0 0 0,-1 0 0 0 0,1-1 0 0 0,-1 1 0 0 0,1-1-1 0 0,0 0 1 0 0,1 0 0 0 0,-1-1 0 0 0,0 1 0 0 0,1-1 0 0 0,0 0-1 0 0,-1 0 1 0 0,1 0 0 0 0,0-1 0 0 0,0 0 0 0 0,0 1 0 0 0,0-2 0 0 0,0 1-1 0 0,10-1 1 0 0,-10 0-66 0 0,1-1 0 0 0,0 0 0 0 0,-1 0 0 0 0,1 0 0 0 0,0-1 0 0 0,-1 0 0 0 0,0 0-1 0 0,1 0 1 0 0,-1-1 0 0 0,0 0 0 0 0,0 0 0 0 0,0 0 0 0 0,-1 0 0 0 0,1-1 0 0 0,-1 0 0 0 0,0 0-1 0 0,0 0 1 0 0,7-9 0 0 0,1-3-33 0 0,-1-2-1 0 0,0 1 1 0 0,14-36-1 0 0,-16 31 393 0 0,-1-1 0 0 0,-1 0 1 0 0,8-46-1 0 0,-15 67-187 0 0,2-6 242 0 0,-68 389 5789 0 0,18-118-5651 0 0,44-241-1524 0 0,-4 33-2610 0 0,7-37-1713 0 0</inkml:trace>
</inkml:ink>
</file>

<file path=ppt/ink/ink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2:51.0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0 150 804 0 0,'23'-70'16756'0'0,"-22"68"-16228"0"0,0-1 1 0 0,0 0-1 0 0,0 1 0 0 0,0-1 0 0 0,1 1 0 0 0,-1 0 0 0 0,1-1 0 0 0,-1 1 0 0 0,1 0 0 0 0,0 0 1 0 0,3-3-1 0 0,-2 3-157 0 0,0-1 0 0 0,0 1 0 0 0,1 0 0 0 0,-1 0 0 0 0,1 0 0 0 0,-1 1 0 0 0,6-2 0 0 0,5-1-159 0 0,0 2-1 0 0,0-1 0 0 0,23 0 1 0 0,2 0 282 0 0,68-10-2919 0 0,-72 10-2876 0 0,-1 2-5193 0 0</inkml:trace>
</inkml:ink>
</file>

<file path=ppt/ink/ink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2:51.2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89 0 1068 0 0,'-15'11'4565'0'0,"0"0"0"0"0,-1-2-1 0 0,-26 13 1309 0 0,41-22-5821 0 0,1 1-1 0 0,0-1 0 0 0,0 1 1 0 0,0-1-1 0 0,1 0 0 0 0,-1 1 1 0 0,0-1-1 0 0,0 1 0 0 0,0-1 1 0 0,0 0-1 0 0,0 1 0 0 0,0-1 1 0 0,1 1-1 0 0,-1-1 0 0 0,0 0 1 0 0,0 1-1 0 0,0-1 0 0 0,1 0 1 0 0,-1 1-1 0 0,0-1 0 0 0,1 0 1 0 0,-1 0-1 0 0,0 1 0 0 0,0-1 1 0 0,1 0-1 0 0,-1 0 0 0 0,1 1 1 0 0,-1-1-1 0 0,1 0 0 0 0,19 2 614 0 0,188-12-159 0 0,-66-6-6107 0 0,-77 5-2166 0 0,-33 4 193 0 0</inkml:trace>
</inkml:ink>
</file>

<file path=ppt/ink/ink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2:51.8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259 135 20 0 0,'-1'-48'14016'0'0,"-4"20"-9136"0"0,5 27-4752 0 0,0 0 0 0 0,0 0 0 0 0,0 0 1 0 0,0 0-1 0 0,-1 1 0 0 0,1-1 0 0 0,0 0 0 0 0,0 0 0 0 0,-1 0 0 0 0,1 1 0 0 0,-1-1 0 0 0,1 0 0 0 0,-1 0 0 0 0,1 1 0 0 0,-1-1 0 0 0,1 0 0 0 0,-1 1 0 0 0,0-1 0 0 0,1 0 0 0 0,-1 1 0 0 0,0-1 0 0 0,1 1 0 0 0,-1-1 0 0 0,0 1 0 0 0,0 0 0 0 0,0-1 0 0 0,-1 1-96 0 0,0 1 0 0 0,1-1 0 0 0,-1 1 0 0 0,1 0 0 0 0,0-1 0 0 0,-1 1 0 0 0,1 0 0 0 0,-1 0 0 0 0,1 0 0 0 0,0 0 0 0 0,0 0 0 0 0,0 0 0 0 0,-1 0 0 0 0,0 2 0 0 0,-19 19 211 0 0,2 1 0 0 0,0 1 0 0 0,2 1-1 0 0,0 1 1 0 0,-19 39 0 0 0,18-24 2 0 0,1 0 1 0 0,2 1 0 0 0,-10 49-1 0 0,21-75-152 0 0,1 0-1 0 0,0 0 1 0 0,1 0-1 0 0,1 1 1 0 0,1-1-1 0 0,2 26 0 0 0,-1-37-52 0 0,-1 0-1 0 0,1-1 0 0 0,0 1 0 0 0,1-1 1 0 0,-1 1-1 0 0,1-1 0 0 0,0 1 0 0 0,0-1 1 0 0,0 0-1 0 0,0 0 0 0 0,1 0 0 0 0,0 0 0 0 0,0 0 1 0 0,0-1-1 0 0,0 1 0 0 0,0-1 0 0 0,1 0 1 0 0,-1 0-1 0 0,1 0 0 0 0,0 0 0 0 0,0-1 0 0 0,0 0 1 0 0,0 0-1 0 0,1 0 0 0 0,-1 0 0 0 0,0 0 1 0 0,6 0-1 0 0,3 1 27 0 0,1-2 1 0 0,0 0-1 0 0,0 0 0 0 0,0-1 1 0 0,-1-1-1 0 0,1 0 1 0 0,0-1-1 0 0,-1-1 1 0 0,1 0-1 0 0,-1-1 0 0 0,21-8 1 0 0,0-3 6 0 0,0-1 0 0 0,-1-2 0 0 0,32-22 0 0 0,-35 19-40 0 0,-2 0 0 0 0,0-2 1 0 0,28-30-1 0 0,-43 39 8 0 0,-1 1-1 0 0,-1-2 1 0 0,0 0 0 0 0,-1 0 0 0 0,-1-1-1 0 0,0 0 1 0 0,-1 0 0 0 0,6-20 0 0 0,-11 30-25 0 0,-2-2 0 0 0,1 1 0 0 0,-1 0 0 0 0,0 0 0 0 0,-1 0 0 0 0,1-1 0 0 0,-1 1 0 0 0,-1 0 0 0 0,0 0 0 0 0,0-1 0 0 0,0 1 0 0 0,-4-12 0 0 0,1 9 11 0 0,0 0-1 0 0,-1 1 1 0 0,0 0 0 0 0,0 0 0 0 0,-1 0 0 0 0,0 0 0 0 0,-1 1 0 0 0,-9-9-1 0 0,3 5-169 0 0,0 0 0 0 0,0 1 0 0 0,-1 1-1 0 0,-1 1 1 0 0,0 0 0 0 0,0 0 0 0 0,0 2-1 0 0,-1 0 1 0 0,-1 1 0 0 0,-26-7 0 0 0,32 11-502 0 0,-1 0 1 0 0,1 1-1 0 0,-1 0 1 0 0,0 1 0 0 0,0 0-1 0 0,1 1 1 0 0,-19 4 0 0 0,4 1-3529 0 0,0 1 1 0 0,-28 13-1 0 0,25-8-3251 0 0</inkml:trace>
</inkml:ink>
</file>

<file path=ppt/ink/ink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2:55.7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177 68 224 0 0,'0'-14'7214'0'0,"-3"6"-5645"0"0,1 4-62 0 0,0-1 0 0 0,0 0 0 0 0,1 1 1 0 0,-2-11-1 0 0,-7 33-1262 0 0,-38 243 1035 0 0,-13 99 260 0 0,40-209 1408 0 0,13-120 4078 0 0,3-44-6311 0 0,0-21-485 0 0,2 0 0 0 0,1-1 0 0 0,2 1 0 0 0,6-55 0 0 0,-5 74-203 0 0,3-26-144 0 0,2 1 1 0 0,2 0 0 0 0,1 1 0 0 0,3 0-1 0 0,0 0 1 0 0,3 1 0 0 0,1 1 0 0 0,2 1-1 0 0,1 0 1 0 0,39-53 0 0 0,-38 62-114 0 0,39-43 0 0 0,-58 69 224 0 0,0 1-1 0 0,1-1 1 0 0,-1 0-1 0 0,0 0 1 0 0,0 0-1 0 0,1 1 1 0 0,-1-1-1 0 0,0 1 0 0 0,1-1 1 0 0,-1 1-1 0 0,1-1 1 0 0,-1 1-1 0 0,1 0 1 0 0,-1 0-1 0 0,0-1 1 0 0,1 1-1 0 0,-1 0 1 0 0,1 0-1 0 0,-1 1 0 0 0,1-1 1 0 0,-1 0-1 0 0,1 0 1 0 0,-1 1-1 0 0,0-1 1 0 0,1 1-1 0 0,-1-1 1 0 0,0 1-1 0 0,1 0 1 0 0,-1-1-1 0 0,0 1 0 0 0,0 0 1 0 0,1 0-1 0 0,-1 0 1 0 0,2 2-1 0 0,2 1-8 0 0,-1 1 0 0 0,1 0-1 0 0,-1 0 1 0 0,1 0 0 0 0,6 12 0 0 0,10 23-28 0 0,-2 1 0 0 0,-1 0 1 0 0,13 50-1 0 0,26 134-36 0 0,-17-35-24 0 0,-38-178-569 0 0,-1-5-2615 0 0,-1-6 2739 0 0,0 1 1 0 0,0-1-1 0 0,0 0 0 0 0,0 0 0 0 0,-2 5-1095 0 0</inkml:trace>
</inkml:ink>
</file>

<file path=ppt/ink/ink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2:55.9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77 152 1456 0 0,'-38'-20'12705'0'0,"1"-2"-5222"0"0,36 21-7108 0 0,9-8 213 0 0,-7 8-566 0 0,0 0 0 0 0,0 0 0 0 0,0-1 0 0 0,0 1 0 0 0,0 0 0 0 0,0 0 1 0 0,1 0-1 0 0,-1 0 0 0 0,0 0 0 0 0,3-1 0 0 0,36-14-680 0 0,1 2 0 0 0,1 1 0 0 0,60-9 0 0 0,53 3-10464 0 0,-119 17 4430 0 0</inkml:trace>
</inkml:ink>
</file>

<file path=ppt/ink/ink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2:56.6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121 75 1636 0 0,'-3'-1'2174'0'0,"-43"-13"10863"0"0,22 2-7495 0 0,23 11-5495 0 0,1 1-1 0 0,0 0 1 0 0,-1-1-1 0 0,1 1 1 0 0,-1 0-1 0 0,1-1 1 0 0,0 1-1 0 0,-1-1 1 0 0,1 1-1 0 0,0 0 1 0 0,-1-1-1 0 0,1 1 0 0 0,0-1 1 0 0,0 1-1 0 0,-1-1 1 0 0,1 1-1 0 0,0-1 1 0 0,0 1-1 0 0,0-1 1 0 0,0 1-1 0 0,0-1 1 0 0,0 0-1 0 0,0 1 1 0 0,0-1-1 0 0,0 1 0 0 0,0-1 1 0 0,0 1-1 0 0,0-1 1 0 0,0 1-1 0 0,0-1 1 0 0,0 1-1 0 0,1-1 1 0 0,-1 1-1 0 0,0-1 1 0 0,0 1-1 0 0,1-1 1 0 0,-1 1-1 0 0,0-1 1 0 0,1 1-1 0 0,-1 0 0 0 0,1-1 1 0 0,1-2 7 0 0,0 2-33 0 0,-1-1 0 0 0,1 1 0 0 0,-1-1 0 0 0,1 1 0 0 0,-1 0 0 0 0,1-1 0 0 0,0 1 0 0 0,0 0 1 0 0,3-1-1 0 0,1 0-31 0 0,1 0 0 0 0,0 0 1 0 0,-1 0-1 0 0,1 1 1 0 0,0 0-1 0 0,0 1 0 0 0,11-1 1 0 0,-14 2-1 0 0,0-1 0 0 0,-1 1 0 0 0,1-1 1 0 0,0 1-1 0 0,-1 1 0 0 0,1-1 0 0 0,-1 0 0 0 0,1 1 1 0 0,-1-1-1 0 0,1 1 0 0 0,3 3 0 0 0,-4-2 0 0 0,0-1 0 0 0,-1 1 0 0 0,1 0 0 0 0,-1 0 1 0 0,1 0-1 0 0,-1 0 0 0 0,0 1 0 0 0,0-1 0 0 0,-1 1 0 0 0,1-1 0 0 0,-1 1 0 0 0,0-1 0 0 0,1 1 0 0 0,-2 0 0 0 0,1 0 0 0 0,0-1 0 0 0,-1 1 0 0 0,0 0 1 0 0,0 0-1 0 0,0 0 0 0 0,0 0 0 0 0,0-1 0 0 0,-2 8 0 0 0,-2 3 24 0 0,-1 0 1 0 0,0 0-1 0 0,-1 0 1 0 0,0-1-1 0 0,-1 0 0 0 0,-1 0 1 0 0,-8 12-1 0 0,-20 34 561 0 0,36-58-527 0 0,-3 14 39 0 0,4-13-89 0 0,7-2-23 0 0,0 1 0 0 0,0 1 0 0 0,0-1 0 0 0,-1 1-1 0 0,1 1 1 0 0,-1 0 0 0 0,1 0 0 0 0,-1 0 0 0 0,0 1 0 0 0,0 0-1 0 0,0 0 1 0 0,-1 0 0 0 0,1 1 0 0 0,-1 0 0 0 0,8 9 0 0 0,-12-11 64 0 0,0-1 0 0 0,0 1 0 0 0,0 0 0 0 0,0 0 0 0 0,0 0 0 0 0,-1 0 0 0 0,1 0 0 0 0,-1 1 0 0 0,0-1 0 0 0,0 0 0 0 0,0 0 0 0 0,0 5 0 0 0,0-6 86 0 0,-1-1-1 0 0,0 1 1 0 0,0 0 0 0 0,0-1-1 0 0,0 1 1 0 0,0 0 0 0 0,0-1-1 0 0,0 1 1 0 0,-1-1 0 0 0,1 1-1 0 0,-1 0 1 0 0,1-1 0 0 0,-1 1-1 0 0,1-1 1 0 0,-1 1 0 0 0,0-1 0 0 0,0 1-1 0 0,0-1 1 0 0,0 0 0 0 0,0 0-1 0 0,0 1 1 0 0,0-1 0 0 0,0 0-1 0 0,0 0 1 0 0,0 0 0 0 0,-1 0-1 0 0,-1 1 1 0 0,-6 1 216 0 0,1 0 1 0 0,-1 0-1 0 0,0-1 0 0 0,0-1 1 0 0,0 1-1 0 0,0-1 0 0 0,0-1 0 0 0,0 0 1 0 0,0 0-1 0 0,0-1 0 0 0,-15-3 1 0 0,-7 0-284 0 0,17 2-132 0 0,-1-1-1 0 0,-20-5 1 0 0,34 7-117 0 0,-15-2-2718 0 0,12 2 3175 0 0</inkml:trace>
</inkml:ink>
</file>

<file path=ppt/ink/ink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2:57.0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56 3184 0 0,'15'-50'19513'0'0,"-12"44"-18462"0"0,5 48 1320 0 0,5 78 0 0 0,-3-16-1146 0 0,3 44-326 0 0,-6-50-323 0 0,-3-49 95 0 0,-4-47-742 0 0</inkml:trace>
</inkml:ink>
</file>

<file path=ppt/ink/ink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2:57.3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 78 476 0 0,'-17'-35'21958'0'0,"16"35"-21858"0"0,1-1 0 0 0,0 1 0 0 0,0-1 0 0 0,-1 1 0 0 0,1-1 0 0 0,0 1 0 0 0,0-1 0 0 0,0 1 0 0 0,-1-1 0 0 0,1 1 0 0 0,0-1 0 0 0,0 0 0 0 0,0 1 0 0 0,0-1 0 0 0,0 1 0 0 0,0-1 0 0 0,0 1 0 0 0,0-1 0 0 0,0 1 0 0 0,1-1 0 0 0,-1 0 0 0 0,0 1 0 0 0,0-1 0 0 0,0 1 0 0 0,1-1 0 0 0,-1 1 0 0 0,0-1 0 0 0,1 1 0 0 0,-1 0 0 0 0,1-2 0 0 0,17-2-71 0 0,-10 3 146 0 0,35-6 28 0 0,45-6-1558 0 0,-34 12-4203 0 0,-52 1 4737 0 0,1 1 1 0 0,-1-1 0 0 0,0 1 0 0 0,1-1 0 0 0,-1 1-1 0 0,0 0 1 0 0,1 0 0 0 0,-1 0 0 0 0,0 0-1 0 0,0 0 1 0 0,0 0 0 0 0,3 2 0 0 0</inkml:trace>
</inkml:ink>
</file>

<file path=ppt/ink/ink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2:57.5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130 0 2028 0 0,'-127'91'20361'0'0,"127"-91"-20341"0"0,0 0 1 0 0,0 0 0 0 0,0 0-1 0 0,0 0 1 0 0,0 0-1 0 0,-1 0 1 0 0,1 0-1 0 0,0 0 1 0 0,0 0-1 0 0,0 0 1 0 0,0 0 0 0 0,0 0-1 0 0,0 0 1 0 0,0 0-1 0 0,0 1 1 0 0,0-1-1 0 0,0 0 1 0 0,0 0-1 0 0,-1 0 1 0 0,1 0 0 0 0,0 0-1 0 0,0 0 1 0 0,0 0-1 0 0,0 0 1 0 0,0 0-1 0 0,0 0 1 0 0,0 0-1 0 0,0 0 1 0 0,0 0-1 0 0,0 0 1 0 0,0 1 0 0 0,0-1-1 0 0,0 0 1 0 0,0 0-1 0 0,0 0 1 0 0,0 0-1 0 0,0 0 1 0 0,0 0-1 0 0,0 0 1 0 0,0 0 0 0 0,0 0-1 0 0,0 0 1 0 0,0 1-1 0 0,0-1 1 0 0,0 0-1 0 0,0 0 1 0 0,0 0-1 0 0,0 0 1 0 0,0 0 0 0 0,0 0-1 0 0,0 0 1 0 0,0 0-1 0 0,0 0 1 0 0,0 0-1 0 0,0 0 1 0 0,0 1-1 0 0,0-1 1 0 0,0 0 0 0 0,1 0-1 0 0,-1 0 1 0 0,0 0-1 0 0,0 0 1 0 0,0 0-1 0 0,0 0 1 0 0,24-2 344 0 0,-1 0 0 0 0,1-2 1 0 0,25-7-1 0 0,14-3-215 0 0,104-4-4893 0 0,-99 12-1964 0 0,-50 4 2083 0 0,1-2-2234 0 0</inkml:trace>
</inkml:ink>
</file>

<file path=ppt/ink/ink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2:58.6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85 680 0 0,'38'-23'20284'0'0,"-18"17"-15166"0"0,24 1-6820 0 0,-12 1 2452 0 0,22-6-632 0 0,95-15 188 0 0,-117 19-1431 0 0,-6 1-5157 0 0</inkml:trace>
</inkml:ink>
</file>

<file path=ppt/ink/ink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2:58.9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58 2568 0 0,'1'-3'2428'0'0,"8"-43"11713"0"0,-4 37-11738 0 0,-2 16-1481 0 0,9 53 593 0 0,6 86 1 0 0,-7-40-2531 0 0,8-1-4733 0 0,-13-87 2455 0 0</inkml:trace>
</inkml:ink>
</file>

<file path=ppt/ink/ink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2:59.1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40 131 744 0 0,'6'-119'13783'0'0,"-6"118"-13726"0"0,0 1 1 0 0,0 0-1 0 0,0-1 1 0 0,0 1-1 0 0,0-1 1 0 0,0 1-1 0 0,0-1 1 0 0,0 1 0 0 0,1-1-1 0 0,-1 1 1 0 0,0 0-1 0 0,0-1 1 0 0,0 1-1 0 0,0-1 1 0 0,1 1-1 0 0,-1 0 1 0 0,0-1-1 0 0,1 1 1 0 0,-1 0-1 0 0,0-1 1 0 0,0 1 0 0 0,1 0-1 0 0,-1-1 1 0 0,1 1-1 0 0,-1 0 1 0 0,0 0-1 0 0,1 0 1 0 0,-1-1-1 0 0,0 1 1 0 0,1 0-1 0 0,0 0 1 0 0,13 5 841 0 0,10 16 203 0 0,-13-7-802 0 0,-1 1 0 0 0,0-1-1 0 0,-1 2 1 0 0,-1-1 0 0 0,0 1 0 0 0,-1 1 0 0 0,-1-1 0 0 0,7 31-1 0 0,-4 1-2 0 0,8 93 0 0 0,-16-76-200 0 0,-3-1-1 0 0,-3 1 0 0 0,-23 109 1 0 0,20-134-555 0 0,-1 0 0 0 0,-21 51 0 0 0,21-70-1113 0 0,-21 38 1 0 0,21-45-366 0 0,0-1-1 0 0,-1 0 1 0 0,-16 17 0 0 0,1-7-5447 0 0</inkml:trace>
</inkml:ink>
</file>

<file path=ppt/ink/ink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2:59.4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349 108 896 0 0,'-8'-13'1747'0'0,"0"0"1"0"0,-2 1-1 0 0,-12-13 0 0 0,18 20-1290 0 0,-1 0 0 0 0,0 0 0 0 0,0 1-1 0 0,-1 0 1 0 0,1 0 0 0 0,-1 0-1 0 0,0 1 1 0 0,0-1 0 0 0,-8-2-1 0 0,12 6-384 0 0,0 0 0 0 0,-1-1 0 0 0,1 1 0 0 0,-1 0 0 0 0,1 1 0 0 0,0-1-1 0 0,-1 0 1 0 0,1 0 0 0 0,-1 1 0 0 0,1 0 0 0 0,0-1 0 0 0,-1 1-1 0 0,1 0 1 0 0,0 0 0 0 0,0 0 0 0 0,0 1 0 0 0,0-1 0 0 0,0 0 0 0 0,0 1-1 0 0,0-1 1 0 0,0 1 0 0 0,0 0 0 0 0,1 0 0 0 0,-1-1 0 0 0,1 1-1 0 0,-1 0 1 0 0,1 0 0 0 0,-1 3 0 0 0,-6 8 214 0 0,1 0 0 0 0,0 0 0 0 0,-6 20 0 0 0,9-22-87 0 0,-30 84 862 0 0,4 1-1 0 0,-33 193 0 0 0,57-253-949 0 0,2 1 0 0 0,2 0-1 0 0,2 0 1 0 0,5 49 0 0 0,-3-67-71 0 0,1 1-1 0 0,1-1 0 0 0,1 0 1 0 0,0 0-1 0 0,2 0 0 0 0,0-1 1 0 0,1 0-1 0 0,1 0 0 0 0,18 27 1 0 0,-17-33-130 0 0,1 0 1 0 0,0-1-1 0 0,0 0 0 0 0,1-1 1 0 0,1 0-1 0 0,0-1 1 0 0,0-1-1 0 0,0 0 0 0 0,1 0 1 0 0,0-1-1 0 0,1-1 1 0 0,0-1-1 0 0,0 0 0 0 0,0-1 1 0 0,25 4-1 0 0,-1-2-1596 0 0,0-3 0 0 0,0-1-1 0 0,0-2 1 0 0,1-1-1 0 0,44-8 1 0 0,1-4-4366 0 0</inkml:trace>
</inkml:ink>
</file>

<file path=ppt/ink/ink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3:00.2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222 132 1772 0 0,'-21'-14'4237'0'0,"14"10"-2979"0"0,0 0 0 0 0,1-1 0 0 0,0 0 1 0 0,0 0-1 0 0,0-1 0 0 0,0 1 1 0 0,-5-8-1 0 0,11 12-1214 0 0,0 0 1 0 0,-1 0-1 0 0,1 0 1 0 0,-1 0-1 0 0,1 0 1 0 0,0 0-1 0 0,0 0 1 0 0,0 0-1 0 0,-1 0 1 0 0,1 0-1 0 0,0 0 1 0 0,0 0-1 0 0,0 0 1 0 0,1 0-1 0 0,-1 0 1 0 0,0 0-1 0 0,0 0 1 0 0,0 0-1 0 0,1 0 1 0 0,-1 0-1 0 0,1 1 1 0 0,-1-1-1 0 0,0 0 0 0 0,1 0 1 0 0,0 0-1 0 0,-1 0 1 0 0,1 0-1 0 0,-1 1 1 0 0,1-1-1 0 0,0 0 1 0 0,1-1-1 0 0,25-17 150 0 0,-21 16-183 0 0,-1 0 0 0 0,1 0 0 0 0,-1 1 0 0 0,1 0 0 0 0,0 0 0 0 0,0 0 0 0 0,0 1 1 0 0,0 0-1 0 0,0 0 0 0 0,0 1 0 0 0,0 0 0 0 0,0 0 0 0 0,0 0 0 0 0,8 2 0 0 0,-10-2-12 0 0,0 1-1 0 0,-1 0 1 0 0,1 1-1 0 0,-1-1 1 0 0,0 0-1 0 0,1 1 1 0 0,-1 0-1 0 0,0 0 1 0 0,0 0-1 0 0,0 0 1 0 0,0 1-1 0 0,0-1 1 0 0,-1 1-1 0 0,1-1 1 0 0,-1 1-1 0 0,1 0 1 0 0,-1 0-1 0 0,0 0 1 0 0,0 0-1 0 0,0 1 1 0 0,-1-1-1 0 0,1 0 1 0 0,-1 1-1 0 0,1 4 1 0 0,1 2-6 0 0,-1 1-1 0 0,-1-1 1 0 0,0 1-1 0 0,0 0 1 0 0,-1-1-1 0 0,-1 1 1 0 0,1 0-1 0 0,-2-1 1 0 0,1 1 0 0 0,-2-1-1 0 0,-3 13 1 0 0,0-6 190 0 0,-1 0 1 0 0,0-1-1 0 0,-2 0 1 0 0,1 0-1 0 0,-20 25 1 0 0,16-30 394 0 0,12-11-570 0 0,-1 0-1 0 0,1 0 1 0 0,0 0-1 0 0,0 0 1 0 0,0 0-1 0 0,-1 0 0 0 0,1 0 1 0 0,0 0-1 0 0,0 0 1 0 0,0 0-1 0 0,-1 0 1 0 0,1 0-1 0 0,0 0 1 0 0,0 0-1 0 0,-1 0 1 0 0,1 0-1 0 0,0 0 1 0 0,0 0-1 0 0,0 0 1 0 0,0 0-1 0 0,-1 0 1 0 0,1-1-1 0 0,0 1 1 0 0,0 0-1 0 0,0 0 1 0 0,0 0-1 0 0,-1 0 1 0 0,1 0-1 0 0,0-1 0 0 0,0 1 1 0 0,0 0-1 0 0,0 0 1 0 0,0 0-1 0 0,0-1 1 0 0,-1 1-1 0 0,1 0 1 0 0,0 0-1 0 0,0 0 1 0 0,0-1-1 0 0,0 1 1 0 0,0 0-1 0 0,0 0 1 0 0,0 0-1 0 0,0-1 1 0 0,0 1-1 0 0,2-2-3 0 0,1 0 0 0 0,-1 0 0 0 0,1 1 0 0 0,-1-1 0 0 0,1 1 0 0 0,-1-1 1 0 0,1 1-1 0 0,0 0 0 0 0,0 0 0 0 0,-1 0 0 0 0,7 0 0 0 0,-3 0-11 0 0,0 1 0 0 0,0 1-1 0 0,0-1 1 0 0,1 1 0 0 0,-1 0 0 0 0,0 0 0 0 0,0 1 0 0 0,-1-1 0 0 0,1 1 0 0 0,0 1-1 0 0,0-1 1 0 0,-1 1 0 0 0,0 0 0 0 0,1 0 0 0 0,-1 1 0 0 0,7 6 0 0 0,-10-8 61 0 0,1 1 1 0 0,0-1-1 0 0,-1 1 1 0 0,0 0 0 0 0,0 0-1 0 0,0 0 1 0 0,0 0-1 0 0,0 0 1 0 0,-1 0-1 0 0,1 1 1 0 0,-1-1 0 0 0,0 1-1 0 0,0-1 1 0 0,0 1-1 0 0,0-1 1 0 0,-1 1-1 0 0,1-1 1 0 0,-1 1 0 0 0,0 0-1 0 0,0-1 1 0 0,-1 1-1 0 0,1-1 1 0 0,-1 1-1 0 0,1-1 1 0 0,-1 1 0 0 0,0-1-1 0 0,-1 1 1 0 0,1-1-1 0 0,-3 5 1 0 0,1-3 80 0 0,0 0 0 0 0,-1-1 0 0 0,0 1 1 0 0,0-1-1 0 0,0 0 0 0 0,0 0 0 0 0,-1 0 0 0 0,1 0 0 0 0,-1-1 0 0 0,0 0 1 0 0,0 0-1 0 0,-1 0 0 0 0,1-1 0 0 0,-9 3 0 0 0,-2 1 112 0 0,0-1 0 0 0,-1-1 0 0 0,-30 4 0 0 0,26-5-233 0 0,0-2 0 0 0,0 0 0 0 0,-1-1 0 0 0,1-1 1 0 0,0-1-1 0 0,-1-1 0 0 0,1-1 0 0 0,1-1 0 0 0,-26-9 0 0 0,45 13-142 0 0,1 1 0 0 0,-1 0 0 0 0,1 0 0 0 0,0-1-1 0 0,-1 1 1 0 0,1-1 0 0 0,-1 1 0 0 0,1 0 0 0 0,0-1 0 0 0,-1 1-1 0 0,1-1 1 0 0,0 1 0 0 0,0-1 0 0 0,-1 1 0 0 0,1-1 0 0 0,0 1-1 0 0,0-1 1 0 0,0 1 0 0 0,0-1 0 0 0,0 1 0 0 0,-1-1 0 0 0,1 0-1 0 0,0 1 1 0 0,0-1 0 0 0,0 1 0 0 0,0-1 0 0 0,1 1 0 0 0,-1-1-1 0 0,0 1 1 0 0,0-1 0 0 0,0 0 0 0 0,0 1 0 0 0,1-1 0 0 0,-1 1-1 0 0,0-1 1 0 0,0 1 0 0 0,1 0 0 0 0,-1-1 0 0 0,0 1 0 0 0,1-1 0 0 0,-1 1-1 0 0,0-1 1 0 0,1 1 0 0 0,-1 0 0 0 0,1-1 0 0 0,-1 1 0 0 0,1-1-1 0 0,20-6-3412 0 0,-5 2-1822 0 0</inkml:trace>
</inkml:ink>
</file>

<file path=ppt/ink/ink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3:00.4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74 2212 0 0,'15'-17'14735'0'0,"-9"11"-12774"0"0,143-24 668 0 0,-49 14-7977 0 0,-85 12 2036 0 0</inkml:trace>
</inkml:ink>
</file>

<file path=ppt/ink/ink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3:00.7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66 31 1444 0 0,'-34'-31'13231'0'0,"27"36"-11607"0"0,6-5-1556 0 0,1 1 0 0 0,-1-1 0 0 0,1 0 0 0 0,-1 0-1 0 0,1 1 1 0 0,-1-1 0 0 0,1 0 0 0 0,-1 1 0 0 0,1-1 0 0 0,0 1-1 0 0,-1-1 1 0 0,1 0 0 0 0,0 1 0 0 0,-1-1 0 0 0,1 1 0 0 0,0-1-1 0 0,0 1 1 0 0,-1-1 0 0 0,1 1 0 0 0,0-1 0 0 0,0 1-1 0 0,0-1 1 0 0,0 1 0 0 0,0 0 0 0 0,0-1 0 0 0,-1 1 0 0 0,1-1-1 0 0,0 1 1 0 0,1-1 0 0 0,-1 1 0 0 0,0 0 0 0 0,-4 42 1190 0 0,-9 136 2143 0 0,13-145-4694 0 0,1-1 0 0 0,2 0 0 0 0,9 47 0 0 0,-1-51-6392 0 0</inkml:trace>
</inkml:ink>
</file>

<file path=ppt/ink/ink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3:00.9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75 432 0 0,'10'-42'11742'0'0,"-1"9"-2808"0"0,-5 50-7364 0 0,-2-12-1382 0 0,-1 1 0 0 0,1-1-1 0 0,-1 1 1 0 0,0 0 0 0 0,-1 7-1 0 0,-2 58 293 0 0,0 34-527 0 0,7-54-4039 0 0,7-3-4969 0 0</inkml:trace>
</inkml:ink>
</file>

<file path=ppt/ink/ink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3:01.3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86 1104 0 0,'2'-20'9774'0'0,"1"-45"5200"0"0,-11 278-9213 0 0,8-145-5143 0 0,1 201-485 0 0,12-1 1 0 0,59 330-1 0 0,-47-445-5477 0 0,-17-103-199 0 0,-1 0-4225 0 0</inkml:trace>
</inkml:ink>
</file>

<file path=ppt/ink/ink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3:06.2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418 24 844 0 0,'13'-21'18184'0'0,"-22"19"-17817"0"0,6 2-243 0 0,-9 2-72 0 0,0 1-1 0 0,0 0 1 0 0,0 1 0 0 0,1 0-1 0 0,0 1 1 0 0,-1 0-1 0 0,2 1 1 0 0,-1 0-1 0 0,-18 14 1 0 0,8-3-56 0 0,0 1-1 0 0,1 1 1 0 0,-26 30 0 0 0,25-22 22 0 0,1 1 1 0 0,1 1-1 0 0,1 0 1 0 0,1 2-1 0 0,2 0 1 0 0,2 0-1 0 0,0 2 0 0 0,3-1 1 0 0,0 2-1 0 0,2-1 1 0 0,-5 51-1 0 0,12-74-7 0 0,0 0-1 0 0,1 1 1 0 0,1-1 0 0 0,0 0-1 0 0,0 1 1 0 0,1-1 0 0 0,0 0-1 0 0,1 0 1 0 0,7 18 0 0 0,-8-23 4 0 0,1-1 1 0 0,0 1 0 0 0,0 0-1 0 0,0-1 1 0 0,0 0-1 0 0,1 0 1 0 0,0 0 0 0 0,0 0-1 0 0,0-1 1 0 0,0 1 0 0 0,0-1-1 0 0,1 0 1 0 0,-1-1-1 0 0,1 1 1 0 0,0-1 0 0 0,0 1-1 0 0,0-1 1 0 0,0-1 0 0 0,0 1-1 0 0,8 0 1 0 0,-9-1 12 0 0,0 0 0 0 0,0-1 0 0 0,0 0 0 0 0,0 0-1 0 0,0 0 1 0 0,0 0 0 0 0,0 0 0 0 0,0-1 0 0 0,0 0 0 0 0,0 0 0 0 0,-1 0 0 0 0,1 0 0 0 0,0-1 0 0 0,-1 1 0 0 0,1-1 0 0 0,0 0 0 0 0,-1 0-1 0 0,0-1 1 0 0,0 1 0 0 0,1 0 0 0 0,-2-1 0 0 0,1 0 0 0 0,0 0 0 0 0,0 0 0 0 0,-1 0 0 0 0,0 0 0 0 0,3-4 0 0 0,-3 3 6 0 0,0 0 1 0 0,0 0 0 0 0,0-1-1 0 0,-1 1 1 0 0,0 0 0 0 0,0-1 0 0 0,0 1-1 0 0,0-1 1 0 0,0 1 0 0 0,-1-1-1 0 0,0 1 1 0 0,0-1 0 0 0,0 1 0 0 0,-1-1-1 0 0,0 1 1 0 0,1-1 0 0 0,-2 1-1 0 0,1-1 1 0 0,0 1 0 0 0,-1 0 0 0 0,0-1-1 0 0,0 1 1 0 0,-4-6 0 0 0,4 8-31 0 0,0-1 1 0 0,0 1 0 0 0,-1 0-1 0 0,1 0 1 0 0,0 0 0 0 0,-1 0 0 0 0,0 0-1 0 0,1 0 1 0 0,-1 1 0 0 0,0 0-1 0 0,0-1 1 0 0,0 1 0 0 0,-5-1-1 0 0,0 0-217 0 0,1 0 0 0 0,0 1 0 0 0,-1 0-1 0 0,-8 0 1 0 0,14 2-212 0 0,0-1 0 0 0,-1 0 0 0 0,1 1-1 0 0,0-1 1 0 0,0 1 0 0 0,0 0 0 0 0,-1 0 0 0 0,1 0 0 0 0,0 0 0 0 0,0 0-1 0 0,0 0 1 0 0,1 0 0 0 0,-1 1 0 0 0,0-1 0 0 0,0 1 0 0 0,-2 3 0 0 0</inkml:trace>
</inkml:ink>
</file>

<file path=ppt/ink/ink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3:06.9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69 20 0 0,'-24'-6'16024'0'0,"24"6"-16014"0"0,0-1 0 0 0,0 1 0 0 0,0 0 0 0 0,0 0 0 0 0,0 0 1 0 0,0-1-1 0 0,0 1 0 0 0,0 0 0 0 0,0 0 0 0 0,0-1 0 0 0,0 1 0 0 0,0 0 0 0 0,1 0 0 0 0,-1 0 0 0 0,0 0 0 0 0,0-1 0 0 0,0 1 0 0 0,0 0 0 0 0,0 0 0 0 0,0 0 0 0 0,1-1 1 0 0,-1 1-1 0 0,0 0 0 0 0,0 0 0 0 0,0 0 0 0 0,0 0 0 0 0,0 0 0 0 0,1 0 0 0 0,-1-1 0 0 0,0 1 0 0 0,0 0 0 0 0,0 0 0 0 0,1 0 0 0 0,-1 0 0 0 0,0 0 0 0 0,0 0 0 0 0,0 0 1 0 0,1 0-1 0 0,-1 0 0 0 0,0 0 0 0 0,0 0 0 0 0,1 0 0 0 0,-1 0 0 0 0,0 0 0 0 0,0 0 0 0 0,1 0 0 0 0,24-7 188 0 0,30-3-86 0 0,232-20 1805 0 0,-285 29-1649 0 0,18-1 556 0 0,-5-1 236 0 0,-5 0-3334 0 0</inkml:trace>
</inkml:ink>
</file>

<file path=ppt/ink/ink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3:07.6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218 111 20 0 0,'-21'-46'13704'0'0,"9"24"-9853"0"0,11 19-3795 0 0,1 3-35 0 0,-1-1-1 0 0,1 1 0 0 0,0-1 0 0 0,0 1 0 0 0,-1-1 1 0 0,1 1-1 0 0,0-1 0 0 0,0 0 0 0 0,0 1 0 0 0,0-1 0 0 0,0 1 1 0 0,0-1-1 0 0,0 0 0 0 0,0 1 0 0 0,0-1 0 0 0,0 1 1 0 0,0-1-1 0 0,0 0 0 0 0,1-1-7 0 0,0 1 0 0 0,0-1 1 0 0,0 1-1 0 0,1 0 0 0 0,-1-1 0 0 0,0 1 1 0 0,0 0-1 0 0,1 0 0 0 0,-1 0 0 0 0,1 0 1 0 0,-1 0-1 0 0,1 0 0 0 0,-1 1 0 0 0,4-2 1 0 0,-1 0-14 0 0,1 0 0 0 0,0 1 1 0 0,-1-1-1 0 0,1 1 0 0 0,0 0 1 0 0,0 1-1 0 0,0-1 0 0 0,0 1 1 0 0,0 0-1 0 0,0 0 0 0 0,0 1 1 0 0,0-1-1 0 0,0 1 0 0 0,0 0 0 0 0,0 0 1 0 0,-1 1-1 0 0,1 0 0 0 0,0-1 1 0 0,-1 2-1 0 0,1-1 0 0 0,-1 0 1 0 0,0 1-1 0 0,0 0 0 0 0,0 0 1 0 0,0 0-1 0 0,0 0 0 0 0,-1 1 1 0 0,1 0-1 0 0,-1-1 0 0 0,0 1 1 0 0,0 1-1 0 0,0-1 0 0 0,-1 0 1 0 0,1 0-1 0 0,-1 1 0 0 0,0 0 1 0 0,-1-1-1 0 0,1 1 0 0 0,-1 0 0 0 0,0 0 1 0 0,0 0-1 0 0,0 0 0 0 0,-1 0 1 0 0,0 0-1 0 0,0 0 0 0 0,0 0 1 0 0,0 0-1 0 0,-1-1 0 0 0,-1 9 1 0 0,-4 4 41 0 0,0-1-1 0 0,-1 0 1 0 0,-1 0 0 0 0,0 0 0 0 0,-1-1 0 0 0,-1-1 0 0 0,0 1 0 0 0,-23 23-1 0 0,-1-3 1854 0 0,33-33-1482 0 0,0-2-408 0 0,1 0 0 0 0,0 0 0 0 0,0 0 0 0 0,0 0 0 0 0,-1 0 0 0 0,1 0 0 0 0,0 0 0 0 0,0 0 0 0 0,0 0 0 0 0,-1 0 0 0 0,1 1 0 0 0,0-1 0 0 0,0 0 0 0 0,0 0 0 0 0,0 0 0 0 0,-1 0 1 0 0,1 0-1 0 0,0 0 0 0 0,0 1 0 0 0,0-1 0 0 0,0 0 0 0 0,0 0 0 0 0,0 0 0 0 0,0 1 0 0 0,-1-1 0 0 0,1 0 0 0 0,0 0 0 0 0,0 0 0 0 0,0 1 0 0 0,0-1 0 0 0,0 0 0 0 0,0 0 0 0 0,0 0 0 0 0,0 1 0 0 0,0-1 0 0 0,0 0 0 0 0,0 0 0 0 0,24 7-44 0 0,-20-6 35 0 0,1 1-1 0 0,-1 0 1 0 0,0 0-1 0 0,1 0 1 0 0,-1 0-1 0 0,0 1 1 0 0,0-1-1 0 0,0 1 1 0 0,-1 0 0 0 0,1 0-1 0 0,-1 1 1 0 0,1-1-1 0 0,2 6 1 0 0,1-1 1 0 0,-4-5 28 0 0,0 0 0 0 0,-1 0 0 0 0,0 0 0 0 0,1 0 1 0 0,-1 0-1 0 0,-1 0 0 0 0,1 1 0 0 0,0-1 0 0 0,-1 1 1 0 0,0-1-1 0 0,0 1 0 0 0,0 0 0 0 0,0-1 0 0 0,0 1 1 0 0,-1 0-1 0 0,1 0 0 0 0,-1 0 0 0 0,0-1 0 0 0,-1 1 1 0 0,1 0-1 0 0,0 0 0 0 0,-1 0 0 0 0,0-1 0 0 0,0 1 1 0 0,0 0-1 0 0,-1-1 0 0 0,1 1 0 0 0,-1-1 0 0 0,1 0 1 0 0,-1 1-1 0 0,0-1 0 0 0,-1 0 0 0 0,1 0 0 0 0,-1 0 1 0 0,1 0-1 0 0,-1-1 0 0 0,0 1 0 0 0,-6 4 0 0 0,2-3 95 0 0,1-1 0 0 0,-2 1 0 0 0,1-1 0 0 0,0 0-1 0 0,0-1 1 0 0,-1 0 0 0 0,0 0 0 0 0,1 0 0 0 0,-1-1 0 0 0,0 0-1 0 0,0-1 1 0 0,0 0 0 0 0,1 0 0 0 0,-1 0 0 0 0,-12-3 0 0 0,3-1-122 0 0,-1 0 0 0 0,-25-11 1 0 0,-8-6-3079 0 0,12 4-2401 0 0</inkml:trace>
</inkml:ink>
</file>

<file path=ppt/ink/ink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3:08.4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304 19 464 0 0,'-7'-10'12405'0'0,"5"9"-12067"0"0,-1 0 0 0 0,0-1 0 0 0,1 1 0 0 0,-1 0 0 0 0,0 1 0 0 0,0-1 0 0 0,1 0 0 0 0,-1 1 0 0 0,0-1 0 0 0,0 1 1 0 0,0 0-1 0 0,0 0 0 0 0,0 0 0 0 0,0 1 0 0 0,0-1 0 0 0,-2 1 0 0 0,-2 1-112 0 0,1 0 0 0 0,0 1 0 0 0,0-1-1 0 0,0 1 1 0 0,0 0 0 0 0,-10 8 0 0 0,1 0-204 0 0,1 2 1 0 0,0 0-1 0 0,0 0 0 0 0,-13 19 0 0 0,12-12 108 0 0,0 1-1 0 0,2 0 1 0 0,0 1-1 0 0,-15 37 1 0 0,23-46-90 0 0,0 0 0 0 0,1 0 0 0 0,1 1 0 0 0,0-1-1 0 0,0 1 1 0 0,2 0 0 0 0,0 0 0 0 0,0 0 0 0 0,3 26 0 0 0,-1-35-18 0 0,0-1-1 0 0,0 0 1 0 0,0 1 0 0 0,0-1 0 0 0,1 0 0 0 0,-1 1 0 0 0,1-1 0 0 0,0 0 0 0 0,1 0 0 0 0,-1 0 0 0 0,1-1-1 0 0,-1 1 1 0 0,1-1 0 0 0,0 1 0 0 0,0-1 0 0 0,6 5 0 0 0,-3-5 9 0 0,-1 1 1 0 0,1-1-1 0 0,-1-1 0 0 0,1 1 1 0 0,0-1-1 0 0,0 0 0 0 0,0 0 1 0 0,1 0-1 0 0,-1-1 0 0 0,11 1 1 0 0,-2-2 15 0 0,-1 0 1 0 0,0-1 0 0 0,1 0 0 0 0,-1-1-1 0 0,0-1 1 0 0,0 0 0 0 0,0-1-1 0 0,-1 0 1 0 0,25-12 0 0 0,-22 7-26 0 0,0-1 1 0 0,0 0 0 0 0,-1-1 0 0 0,-1-1-1 0 0,0 0 1 0 0,0-1 0 0 0,-2-1 0 0 0,15-18-1 0 0,-18 20 83 0 0,-1 0-1 0 0,0-1 1 0 0,-1 0-1 0 0,0-1 1 0 0,-1 1-1 0 0,-1-1 1 0 0,0 0-1 0 0,-1-1 1 0 0,0 1-1 0 0,3-26 1 0 0,-7 34-75 0 0,0 0 0 0 0,0-1 1 0 0,0 1-1 0 0,0 0 0 0 0,-1 0 1 0 0,0 0-1 0 0,-1 0 0 0 0,1 0 0 0 0,-1 0 1 0 0,0 0-1 0 0,-1 1 0 0 0,1-1 1 0 0,-1 1-1 0 0,0-1 0 0 0,0 1 1 0 0,-1 0-1 0 0,0 0 0 0 0,0 1 0 0 0,0-1 1 0 0,0 1-1 0 0,-1 0 0 0 0,1 0 1 0 0,-1 0-1 0 0,-6-3 0 0 0,5 4-206 0 0,0 0-1 0 0,0 0 1 0 0,0 0-1 0 0,0 1 1 0 0,-1 0-1 0 0,1 1 1 0 0,-1-1-1 0 0,1 1 1 0 0,-1 1-1 0 0,0-1 1 0 0,1 1-1 0 0,-1 0 1 0 0,0 1-1 0 0,-8 1 1 0 0,1 0-1456 0 0,0 2 0 0 0,-18 6 1 0 0,-5 6-5975 0 0</inkml:trace>
</inkml:ink>
</file>

<file path=ppt/ink/ink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1:10.5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121 145 1540 0 0,'-43'-30'9724'0'0,"42"29"-9059"0"0,-6 0 90 0 0,7 1-728 0 0,-1-1 1 0 0,1 1-1 0 0,0 0 0 0 0,-1 0 1 0 0,1-1-1 0 0,0 1 0 0 0,-1 0 1 0 0,1 0-1 0 0,0 0 0 0 0,-1 0 1 0 0,1 0-1 0 0,0 0 0 0 0,-1-1 0 0 0,1 1 1 0 0,0 0-1 0 0,-1 0 0 0 0,1 0 1 0 0,-1 0-1 0 0,1 0 0 0 0,0 0 1 0 0,-1 0-1 0 0,1 1 0 0 0,0-1 0 0 0,-1 0 1 0 0,1 0-1 0 0,-1 0 0 0 0,1 0 1 0 0,0 0-1 0 0,-1 1 0 0 0,-3 1 32 0 0,0 1-1 0 0,1 0 1 0 0,-1 0-1 0 0,1 0 1 0 0,0 0 0 0 0,0 1-1 0 0,0-1 1 0 0,0 1-1 0 0,1 0 1 0 0,-1 0-1 0 0,1 0 1 0 0,0 0-1 0 0,0 0 1 0 0,1 1-1 0 0,-1-1 1 0 0,-1 9 0 0 0,0 0-16 0 0,0 0 0 0 0,1 0 0 0 0,0 1 0 0 0,1 25 0 0 0,1-30-23 0 0,1 0-1 0 0,0 0 1 0 0,0 0 0 0 0,1 0-1 0 0,1 0 1 0 0,-1 0 0 0 0,1 0-1 0 0,1-1 1 0 0,0 0-1 0 0,0 1 1 0 0,0-1 0 0 0,8 9-1 0 0,-9-13 1 0 0,2 1-1 0 0,-1-1 1 0 0,0 0-1 0 0,1 0 0 0 0,0 0 1 0 0,0 0-1 0 0,0-1 1 0 0,0 0-1 0 0,1 0 0 0 0,-1-1 1 0 0,1 1-1 0 0,0-1 1 0 0,0 0-1 0 0,0-1 0 0 0,-1 0 1 0 0,1 1-1 0 0,1-2 1 0 0,-1 1-1 0 0,8-1 0 0 0,-7 0 86 0 0,0 0 0 0 0,1-1 0 0 0,-1 0-1 0 0,0 0 1 0 0,0 0 0 0 0,0-1 0 0 0,0 0-1 0 0,-1-1 1 0 0,1 1 0 0 0,0-1 0 0 0,-1-1-1 0 0,0 1 1 0 0,0-1 0 0 0,0 0 0 0 0,0-1-1 0 0,0 1 1 0 0,-1-1 0 0 0,0 0 0 0 0,0 0-1 0 0,0-1 1 0 0,4-6 0 0 0,-3 2-41 0 0,-1 0 0 0 0,0 0 1 0 0,-1 0-1 0 0,0 0 0 0 0,0 0 1 0 0,-1-1-1 0 0,-1 0 0 0 0,1 0 0 0 0,-2 0 1 0 0,0 0-1 0 0,0 0 0 0 0,-1 0 0 0 0,-1-14 1 0 0,0 12-53 0 0,-1-1 0 0 0,-1 0 0 0 0,0 1 0 0 0,0 0 0 0 0,-2 0 0 0 0,-9-22 1 0 0,10 27-24 0 0,0 1 0 0 0,-1-1 0 0 0,0 1 0 0 0,0 0 0 0 0,0 0 0 0 0,-1 0 0 0 0,0 1 0 0 0,-1 0 0 0 0,0 0 0 0 0,1 1 1 0 0,-13-8-1 0 0,15 11-76 0 0,-1 0 1 0 0,1 1-1 0 0,-1-1 1 0 0,1 1-1 0 0,-1 0 1 0 0,0 0-1 0 0,0 1 1 0 0,1-1-1 0 0,-1 1 1 0 0,0 0-1 0 0,0 1 1 0 0,1-1-1 0 0,-1 1 1 0 0,0-1-1 0 0,-5 3 1 0 0,10-3 26 0 0,0 0 0 0 0,-1 0 1 0 0,1 0-1 0 0,0 0 1 0 0,0 1-1 0 0,-1-1 1 0 0,1 0-1 0 0,0 0 0 0 0,-1 0 1 0 0,1 0-1 0 0,0 0 1 0 0,0 1-1 0 0,-1-1 1 0 0,1 0-1 0 0,0 0 0 0 0,0 1 1 0 0,-1-1-1 0 0,1 0 1 0 0,0 0-1 0 0,0 1 0 0 0,0-1 1 0 0,0 0-1 0 0,-1 1 1 0 0,1-1-1 0 0,0 0 1 0 0,0 1-1 0 0,0-1 0 0 0,0 0 1 0 0,0 1-1 0 0,0-1 1 0 0,0 0-1 0 0,0 1 1 0 0,0-1-1 0 0,0 0 0 0 0,0 1 1 0 0,0-1-1 0 0,0 0 1 0 0,0 1-1 0 0,0-1 1 0 0,0 0-1 0 0,0 0 0 0 0,0 1 1 0 0,1-1-1 0 0,-1 0 1 0 0,0 1-1 0 0,0-1 1 0 0,0 0-1 0 0,1 0 0 0 0,-1 1 1 0 0,0-1-1 0 0,18 12-7110 0 0,-1-9 2651 0 0</inkml:trace>
</inkml:ink>
</file>

<file path=ppt/ink/ink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1:10.8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66 636 0 0,'36'-26'18457'0'0,"-10"19"-16932"0"0,101-16-1364 0 0,-75 16-4154 0 0,-41 5 2485 0 0</inkml:trace>
</inkml:ink>
</file>

<file path=ppt/ink/ink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1:11.2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216 0 1500 0 0,'-17'5'1503'0'0,"1"1"0"0"0,0 0-1 0 0,0 1 1 0 0,1 0 0 0 0,-17 12-1 0 0,25-15-1222 0 0,0 1 0 0 0,0 0 0 0 0,0 1 0 0 0,1 0 1 0 0,0 0-1 0 0,0 0 0 0 0,0 1 0 0 0,1 0 0 0 0,0 0 0 0 0,1 0 0 0 0,-8 15 0 0 0,11-20-241 0 0,0 1 0 0 0,0-1 1 0 0,1 0-1 0 0,-1 1 1 0 0,1-1-1 0 0,-1 1 0 0 0,1-1 1 0 0,0 1-1 0 0,0-1 1 0 0,0 1-1 0 0,0-1 1 0 0,0 0-1 0 0,1 1 0 0 0,-1-1 1 0 0,1 1-1 0 0,-1-1 1 0 0,1 1-1 0 0,0-1 0 0 0,0 0 1 0 0,0 0-1 0 0,0 0 1 0 0,1 1-1 0 0,-1-1 0 0 0,0 0 1 0 0,1 0-1 0 0,3 3 1 0 0,-2-3 25 0 0,1 0 1 0 0,0 0 0 0 0,-1 0-1 0 0,1-1 1 0 0,0 1 0 0 0,0-1 0 0 0,0 0-1 0 0,0 0 1 0 0,0 0 0 0 0,0-1-1 0 0,0 0 1 0 0,7 0 0 0 0,28 1 68 0 0,-20-2-100 0 0,0 2 0 0 0,33 4 0 0 0,-42-4-3 0 0,0 1 1 0 0,0 0-1 0 0,1 1 0 0 0,-2 0 1 0 0,1 1-1 0 0,0 0 0 0 0,14 8 1 0 0,-22-11 81 0 0,1 1 1 0 0,0 0-1 0 0,0 0 0 0 0,-1 0 1 0 0,1 1-1 0 0,-1-1 1 0 0,0 1-1 0 0,1-1 0 0 0,-1 1 1 0 0,0 0-1 0 0,-1-1 1 0 0,1 1-1 0 0,0 0 0 0 0,-1 0 1 0 0,0 0-1 0 0,0 1 1 0 0,0-1-1 0 0,0 0 0 0 0,0 0 1 0 0,0 1-1 0 0,-1-1 1 0 0,0 0-1 0 0,1 1 0 0 0,-1-1 1 0 0,-1 0-1 0 0,1 1 1 0 0,0-1-1 0 0,-1 0 0 0 0,-1 4 1 0 0,1-2 45 0 0,-1 1 0 0 0,-1-1-1 0 0,1-1 1 0 0,-1 1 0 0 0,0 0 0 0 0,0 0 0 0 0,0-1 0 0 0,-1 0 0 0 0,0 0-1 0 0,1 0 1 0 0,-1 0 0 0 0,-1 0 0 0 0,1-1 0 0 0,0 0 0 0 0,-1 0 0 0 0,-9 5 0 0 0,4-3-48 0 0,0 0 0 0 0,0-1 1 0 0,-1-1-1 0 0,1 0 1 0 0,-1 0-1 0 0,0-1 1 0 0,-18 2-1 0 0,-3-4-1381 0 0,-47-7 0 0 0,43 4-3135 0 0,19 4-726 0 0,11 1 3306 0 0,-10 0-5146 0 0</inkml:trace>
</inkml:ink>
</file>

<file path=ppt/ink/ink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1:11.8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14 120 716 0 0,'-9'-7'5671'0'0,"8"6"-5401"0"0,0-1-1 0 0,1 1 1 0 0,-1-1-1 0 0,1 1 1 0 0,-1-1-1 0 0,1 1 1 0 0,0-1-1 0 0,0 0 1 0 0,0 1-1 0 0,0-1 1 0 0,0 1-1 0 0,0-1 1 0 0,0 0 0 0 0,0 1-1 0 0,1-1 1 0 0,-1 1-1 0 0,0-1 1 0 0,1 1-1 0 0,-1-1 1 0 0,2-1-1 0 0,0-1 89 0 0,1 1 0 0 0,-1-1 0 0 0,1 1 0 0 0,0 0 0 0 0,-1 0 0 0 0,1 0 0 0 0,7-5 0 0 0,0 1 79 0 0,0 1 1 0 0,1-1-1 0 0,0 2 1 0 0,20-8-1 0 0,-25 10-381 0 0,-1 2-1 0 0,1-1 1 0 0,1 1-1 0 0,-1 0 0 0 0,0 0 1 0 0,0 0-1 0 0,0 1 1 0 0,0 0-1 0 0,1 1 1 0 0,-1-1-1 0 0,0 1 1 0 0,0 0-1 0 0,9 3 0 0 0,-12-3-44 0 0,1 1 0 0 0,-2-1 0 0 0,1 1-1 0 0,0-1 1 0 0,0 1 0 0 0,0 0 0 0 0,-1 0-1 0 0,1 0 1 0 0,-1 1 0 0 0,1-1 0 0 0,-1 0-1 0 0,0 1 1 0 0,0 0 0 0 0,0-1-1 0 0,-1 1 1 0 0,1 0 0 0 0,-1 0 0 0 0,1 0-1 0 0,-1 0 1 0 0,0 0 0 0 0,0 0 0 0 0,0 1-1 0 0,0-1 1 0 0,-1 0 0 0 0,1 0 0 0 0,-1 4-1 0 0,0 4 19 0 0,0 0 0 0 0,-1 0 0 0 0,0 0 0 0 0,-1-1 0 0 0,0 1 0 0 0,-1-1 0 0 0,-4 12 0 0 0,-33 69 875 0 0,18-45 55 0 0,15-33-520 0 0,6-12-369 0 0,0 1 1 0 0,0 0 0 0 0,0-1 0 0 0,0 1-1 0 0,1 0 1 0 0,-1-1 0 0 0,0 1-1 0 0,1 0 1 0 0,0 0 0 0 0,-1 0-1 0 0,1 0 1 0 0,0 0 0 0 0,0 2-1 0 0,0-2 50 0 0,4-3-23 0 0,23-2 43 0 0,0-2 0 0 0,44-15-1 0 0,14-2-103 0 0,125-15-3510 0 0,-75 14-3769 0 0,-102 17 3406 0 0,-1-1-1564 0 0</inkml:trace>
</inkml:ink>
</file>

<file path=ppt/ink/ink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1:12.2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90 152 0 0,'2'-17'4515'0'0,"3"-26"7709"0"0,-3 13-5831 0 0,-3 30-6373 0 0,0 1 0 0 0,1-1 0 0 0,0 0 0 0 0,-1 1 0 0 0,1-1 0 0 0,-1 0-1 0 0,1 1 1 0 0,-1-1 0 0 0,1 1 0 0 0,0-1 0 0 0,-1 1 0 0 0,1-1 0 0 0,0 1 0 0 0,-1-1 0 0 0,1 1 0 0 0,0-1-1 0 0,0 1 1 0 0,0-1 0 0 0,-1 1 0 0 0,1-1 0 0 0,0 1 0 0 0,0 0 0 0 0,0 0 0 0 0,-3 18 141 0 0,2-16-128 0 0,-3 23 59 0 0,2 1 1 0 0,0 38 0 0 0,2-56-64 0 0,1 0 1 0 0,0 0-1 0 0,0 0 0 0 0,1 0 1 0 0,0 0-1 0 0,1 0 0 0 0,0 0 1 0 0,0 0-1 0 0,1-1 1 0 0,8 14-1 0 0,-11-20-28 0 0,1 1 1 0 0,0 0 0 0 0,1-1-1 0 0,-1 1 1 0 0,0-1-1 0 0,1 0 1 0 0,-1 0-1 0 0,1 0 1 0 0,-1 0-1 0 0,1 0 1 0 0,0 0-1 0 0,0-1 1 0 0,0 1-1 0 0,0-1 1 0 0,0 0-1 0 0,0 0 1 0 0,1 0 0 0 0,3 0-1 0 0,-2-1-55 0 0,0 0 0 0 0,0 0 0 0 0,0 0-1 0 0,0-1 1 0 0,0 0 0 0 0,-1 0 0 0 0,1 0 0 0 0,0-1 0 0 0,0 1-1 0 0,-1-1 1 0 0,5-3 0 0 0,7-4-141 0 0,-1-1 0 0 0,0 0-1 0 0,-1-1 1 0 0,-1-1 0 0 0,19-20 0 0 0,-17 15 196 0 0,0-2 0 0 0,15-26 0 0 0,11-15 1816 0 0,-40 59-1763 0 0,3-1 67 0 0,1 1 27 0 0,-4 10 135 0 0,-13 95 1572 0 0,4-44-1822 0 0,3 0 1 0 0,3 106-1 0 0,3-154-1013 0 0,1-1 1 0 0,0 1-1 0 0,5 14 0 0 0,-6-22 247 0 0,0 0 0 0 0,1-1 0 0 0,0 1 0 0 0,0 0 0 0 0,4 5 0 0 0,-5-7 93 0 0,11 8-4485 0 0,-10-10 4484 0 0,0 1 1 0 0,-1 0-1 0 0,1 0 0 0 0,2 0 1 0 0</inkml:trace>
</inkml:ink>
</file>

<file path=ppt/ink/ink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1:12.6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 97 1888 0 0,'-15'-97'13324'0'0,"84"364"-11160"0"0,-28-100-1310 0 0,203 1034 882 0 0,-194-808-1490 0 0,-44-308-250 0 0,-4-1 0 0 0,-15 143 1 0 0,6-179-292 0 0,-2 0 1 0 0,-23 74 0 0 0,22-95-1024 0 0,-25 48 0 0 0,25-58-601 0 0,0-1 0 0 0,-1 0-1 0 0,-21 23 1 0 0,13-17-4682 0 0</inkml:trace>
</inkml:ink>
</file>

<file path=ppt/ink/ink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1:14.6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56 728 0 0,'0'0'1717'0'0,"7"-22"6266"0"0,-6-3-2094 0 0,-2 17-2968 0 0,1 14-2204 0 0,1 16-530 0 0,1 1 0 0 0,9 33 0 0 0,-2-7 315 0 0,77 674 3632 0 0,-61-484-3155 0 0,0-18-98 0 0,50 596 3705 0 0,-39-405-4402 0 0,-33-376 66 0 0,9 58 485 0 0,-11-83-735 0 0,0-2 0 0 0,1-4 0 0 0,-3-11 0 0 0,0-4 0 0 0,1 0 0 0 0,4-34-3826 0 0,-1 36 1564 0 0,0-1 0 0 0,0 1 0 0 0,1 0-1 0 0,0 0 1 0 0,0 0 0 0 0,1 0-1 0 0,5-7 1 0 0,-10 15 2239 0 0</inkml:trace>
</inkml:ink>
</file>

<file path=ppt/ink/ink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3:19.2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5 125 828 0 0,'0'0'2016'0'0,"-5"-12"3157"0"0,6 9-4927 0 0,-1 0 1 0 0,0 1-1 0 0,1-1 1 0 0,-1 1-1 0 0,1-1 1 0 0,0 1-1 0 0,0-1 1 0 0,0 1-1 0 0,0 0 1 0 0,0-1-1 0 0,1 1 1 0 0,-1 0-1 0 0,4-4 1 0 0,-1 1 46 0 0,1 0 0 0 0,0 0 0 0 0,0 1 0 0 0,1 0 0 0 0,7-5 0 0 0,0 2-11 0 0,1 0 0 0 0,0 0 0 0 0,0 1 0 0 0,20-5 0 0 0,-30 10-248 0 0,-1 0 1 0 0,1 0-1 0 0,-1 1 1 0 0,1-1-1 0 0,0 1 1 0 0,-1 0-1 0 0,1 0 1 0 0,0 0-1 0 0,-1 0 1 0 0,1 1-1 0 0,0 0 1 0 0,-1-1-1 0 0,5 3 1 0 0,-5-2-12 0 0,-1 0 0 0 0,0 1 0 0 0,1-1 0 0 0,-1 1 0 0 0,0 0 0 0 0,0 0 0 0 0,0 0 0 0 0,0 0 0 0 0,0 0 0 0 0,-1 0 0 0 0,1 0 0 0 0,-1 1 0 0 0,1-1 0 0 0,-1 0 1 0 0,0 1-1 0 0,0-1 0 0 0,0 1 0 0 0,1 4 0 0 0,0 2 6 0 0,0-1 0 0 0,-1 1 0 0 0,0-1 0 0 0,-1 1 0 0 0,0 0 0 0 0,0-1 0 0 0,-1 1 0 0 0,0 0 0 0 0,-4 13 0 0 0,-3 8 48 0 0,-16 36 0 0 0,23-62-67 0 0,-17 38 685 0 0,-2 0 1 0 0,-36 57 0 0 0,33-49 2254 0 0,22-49-2571 0 0,4 2-170 0 0,-3-2-205 0 0,0-1 0 0 0,0 0 0 0 0,0 0 0 0 0,0 0 0 0 0,0 1 1 0 0,0-1-1 0 0,0 0 0 0 0,0 0 0 0 0,0 0 0 0 0,0 1 0 0 0,1-1 0 0 0,-1 0 1 0 0,0 0-1 0 0,0 0 0 0 0,0 1 0 0 0,0-1 0 0 0,0 0 0 0 0,1 0 0 0 0,-1 0 1 0 0,0 0-1 0 0,0 0 0 0 0,0 0 0 0 0,1 1 0 0 0,-1-1 0 0 0,0 0 0 0 0,0 0 1 0 0,0 0-1 0 0,1 0 0 0 0,-1 0 0 0 0,0 0 0 0 0,0 0 0 0 0,0 0 0 0 0,1 0 0 0 0,-1 0 1 0 0,0 0-1 0 0,0 0 0 0 0,1 0 0 0 0,-1 0 0 0 0,0 0 0 0 0,0 0 0 0 0,0 0 1 0 0,1 0-1 0 0,-1 0 0 0 0,0-1 0 0 0,39-12 157 0 0,39-13-27 0 0,125-26 0 0 0,-192 50-175 0 0,33-6-264 0 0,1 2 1 0 0,46-1 0 0 0,-88 7-238 0 0,-1 0 197 0 0,0 1-1 0 0,0-2 1 0 0,-1 1-1 0 0,1 0 1 0 0,0 0-1 0 0,0 0 0 0 0,0-1 1 0 0,0 1-1 0 0,0-1 1 0 0,-1 0-1 0 0,3 0 1 0 0,24-11-7309 0 0</inkml:trace>
</inkml:ink>
</file>

<file path=ppt/ink/ink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3:19.8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69 194 1408 0 0,'-12'-12'2809'0'0,"4"5"-1212"0"0,1 0 0 0 0,-1-1 0 0 0,2 0 1 0 0,-1 0-1 0 0,1-1 0 0 0,-6-11 0 0 0,11 19-1530 0 0,1-1 1 0 0,-1 0-1 0 0,1 1 1 0 0,0-1 0 0 0,-1 1-1 0 0,1-1 1 0 0,0 0-1 0 0,0 1 1 0 0,0-1-1 0 0,1 0 1 0 0,-1 1 0 0 0,0-1-1 0 0,1 1 1 0 0,-1-1-1 0 0,1 1 1 0 0,-1-1-1 0 0,1 1 1 0 0,0-1 0 0 0,-1 1-1 0 0,1-1 1 0 0,0 1-1 0 0,0 0 1 0 0,0-1-1 0 0,0 1 1 0 0,2-2 0 0 0,2-2 60 0 0,0 1 0 0 0,0-1 0 0 0,1 1 0 0 0,6-4 0 0 0,-1 1-51 0 0,1 1 0 0 0,0 0 0 0 0,0 0 0 0 0,1 2 1 0 0,0 0-1 0 0,0 0 0 0 0,25-4 0 0 0,-31 7-64 0 0,-1 1 0 0 0,1-1 0 0 0,-1 1 0 0 0,0 0 0 0 0,1 0 0 0 0,-1 1 0 0 0,0 0 0 0 0,1 0 0 0 0,-1 0 0 0 0,0 1 0 0 0,0 0-1 0 0,0 0 1 0 0,0 1 0 0 0,0 0 0 0 0,0 0 0 0 0,-1 0 0 0 0,1 0 0 0 0,7 8 0 0 0,-10-8-7 0 0,0 0 0 0 0,-1 0 0 0 0,0 0 0 0 0,0 1 1 0 0,0-1-1 0 0,0 1 0 0 0,-1-1 0 0 0,1 1 0 0 0,-1 0 0 0 0,0 0 0 0 0,0-1 0 0 0,0 1 0 0 0,0 0 1 0 0,-1 0-1 0 0,0 0 0 0 0,1 0 0 0 0,-1 0 0 0 0,-1 0 0 0 0,1 0 0 0 0,-1-1 0 0 0,1 1 0 0 0,-1 0 1 0 0,-3 6-1 0 0,-2 8 13 0 0,-1-1 1 0 0,-1 1 0 0 0,-17 26-1 0 0,13-24-5 0 0,10-17-9 0 0,1-1-1 0 0,0 0-1 0 0,-1 0 1 0 0,1 0 0 0 0,0 0-1 0 0,0 0 1 0 0,0 0 0 0 0,0 1-1 0 0,0-1 1 0 0,1 0 0 0 0,-1 0-1 0 0,1 0 1 0 0,0 1 0 0 0,-1-1-1 0 0,1 0 1 0 0,0 4 0 0 0,1-6-5 0 0,0 1 0 0 0,0 0 0 0 0,1-1 0 0 0,-1 1 0 0 0,0-1 0 0 0,0 0 0 0 0,0 1 0 0 0,0-1 0 0 0,1 0 0 0 0,-1 0 0 0 0,0 0 0 0 0,0 0 0 0 0,2 0 0 0 0,11 1 0 0 0,0 0-6 0 0,1 1 1 0 0,-1 0-1 0 0,0 1 0 0 0,-1 0 1 0 0,18 8-1 0 0,-25-9 65 0 0,1 1-1 0 0,-1 0 1 0 0,0 1-1 0 0,0-1 1 0 0,-1 1-1 0 0,1 0 1 0 0,-1 1-1 0 0,0-1 1 0 0,0 1-1 0 0,0 0 1 0 0,0 0 0 0 0,3 7-1 0 0,-6-9 71 0 0,-1 0 0 0 0,0 0 0 0 0,1 0 0 0 0,-1 0 0 0 0,0 1 1 0 0,-1-1-1 0 0,1 0 0 0 0,-1 0 0 0 0,1 1 0 0 0,-1-1 0 0 0,0 0 0 0 0,0 1 0 0 0,0-1 0 0 0,-1 0 0 0 0,1 1 0 0 0,-1-1 0 0 0,0 0 0 0 0,0 0 1 0 0,0 1-1 0 0,0-1 0 0 0,-1 0 0 0 0,1 0 0 0 0,-1 0 0 0 0,0-1 0 0 0,0 1 0 0 0,0 0 0 0 0,-3 2 0 0 0,-1 3 127 0 0,-1 0 0 0 0,0-1 0 0 0,0 0 0 0 0,-1-1 0 0 0,0 1 1 0 0,0-2-1 0 0,-16 10 0 0 0,12-10-82 0 0,0 0 1 0 0,0 0 0 0 0,-1-1 0 0 0,1-1 0 0 0,-1 0-1 0 0,0-1 1 0 0,1 0 0 0 0,-16 0 0 0 0,-36-5-1113 0 0,-1-4-5995 0 0,60 6 6097 0 0</inkml:trace>
</inkml:ink>
</file>

<file path=ppt/ink/ink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3:20.2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22 127 660 0 0,'-6'-10'7045'0'0,"-5"-26"3924"0"0,9 29-9126 0 0,2 7-1771 0 0,0-1-1 0 0,-1 1 1 0 0,1-1-1 0 0,0 1 1 0 0,-1-1-1 0 0,1 1 1 0 0,0-1-1 0 0,0 1 1 0 0,0-1-1 0 0,-1 1 1 0 0,1-1-1 0 0,0 1 1 0 0,0-1-1 0 0,0 1 1 0 0,0-1-1 0 0,0 1 1 0 0,0-1-1 0 0,0 1 1 0 0,0-1-1 0 0,0 1 1 0 0,0-1-1 0 0,0 1 1 0 0,1-1-1 0 0,-1 1 1 0 0,0-1-1 0 0,0 1 1 0 0,0-1-1 0 0,1 1 0 0 0,-1-1 1 0 0,0 1-1 0 0,0-1 1 0 0,1 1-1 0 0,-1-1 1 0 0,1 1-1 0 0,-1 0 1 0 0,0-1-1 0 0,1 1 1 0 0,-1 0-1 0 0,1-1 1 0 0,-1 1-1 0 0,1 0 1 0 0,-1-1-1 0 0,1 1 1 0 0,164-18 158 0 0,-53-1-3039 0 0,-53 10-721 0 0,-15 2-3544 0 0</inkml:trace>
</inkml:ink>
</file>

<file path=ppt/ink/ink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3:20.7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106 0 2140 0 0,'-13'8'2685'0'0,"0"0"-1"0"0,0 1 0 0 0,-12 11 1 0 0,20-16-2173 0 0,1 0 0 0 0,0 0 0 0 0,0 1 0 0 0,1-1 1 0 0,-1 1-1 0 0,1 0 0 0 0,0 0 0 0 0,1 0 0 0 0,-1 1 1 0 0,-3 9-1 0 0,6-14-473 0 0,0 0 0 0 0,0 1 1 0 0,-1-1-1 0 0,1 1 1 0 0,0-1-1 0 0,0 1 0 0 0,0-1 1 0 0,1 1-1 0 0,-1-1 0 0 0,0 1 1 0 0,1-1-1 0 0,-1 1 1 0 0,0-1-1 0 0,1 1 0 0 0,0-1 1 0 0,-1 0-1 0 0,1 1 0 0 0,0-1 1 0 0,0 0-1 0 0,0 0 1 0 0,-1 0-1 0 0,1 0 0 0 0,1 1 1 0 0,-1-1-1 0 0,0 0 0 0 0,0-1 1 0 0,0 1-1 0 0,0 0 0 0 0,1 0 1 0 0,1 1-1 0 0,1 0-1 0 0,1 0 0 0 0,0 0 0 0 0,0 0 0 0 0,0 0 0 0 0,0-1-1 0 0,0 0 1 0 0,11 1 0 0 0,19 1-10 0 0,1 1-1 0 0,42 12 1 0 0,-67-14-13 0 0,1 2 0 0 0,-1 0 0 0 0,0 0 0 0 0,-1 1-1 0 0,1 0 1 0 0,-1 1 0 0 0,0 0 0 0 0,0 0 0 0 0,0 1 0 0 0,-1 1 0 0 0,9 9 0 0 0,-16-15 125 0 0,0 0 1 0 0,0 0-1 0 0,0 0 0 0 0,-1 0 0 0 0,1 1 0 0 0,-1-1 1 0 0,1 1-1 0 0,-1-1 0 0 0,0 1 0 0 0,0-1 0 0 0,0 1 1 0 0,0 0-1 0 0,-1-1 0 0 0,1 1 0 0 0,-1 0 0 0 0,1 0 1 0 0,-1-1-1 0 0,0 1 0 0 0,0 0 0 0 0,0 0 0 0 0,-1 0 1 0 0,1-1-1 0 0,-1 1 0 0 0,0 0 0 0 0,-1 3 0 0 0,1-2 3 0 0,-1-1 0 0 0,0 0 0 0 0,0 0 0 0 0,-1-1 0 0 0,1 1 0 0 0,0 0 0 0 0,-1-1 0 0 0,0 1 0 0 0,0-1 0 0 0,0 0 0 0 0,0 0 0 0 0,0 0 0 0 0,0 0 0 0 0,0 0-1 0 0,0-1 1 0 0,-1 0 0 0 0,1 1 0 0 0,-1-1 0 0 0,-4 0 0 0 0,-174 26 831 0 0,116-19-2566 0 0,64-8 655 0 0</inkml:trace>
</inkml:ink>
</file>

<file path=ppt/ink/ink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3:21.1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 76 2188 0 0,'24'-37'17395'0'0,"-38"57"-15483"0"0,12-15-1696 0 0,-12 28 812 0 0,2 0 0 0 0,-16 64 0 0 0,26-87-996 0 0,0 0 1 0 0,1 1 0 0 0,0-1 0 0 0,1 0 0 0 0,0 1 0 0 0,1-1-1 0 0,0 0 1 0 0,0 0 0 0 0,1 1 0 0 0,1-1 0 0 0,-1 0-1 0 0,2-1 1 0 0,-1 1 0 0 0,9 14 0 0 0,-10-19-18 0 0,1-1 1 0 0,0-1-1 0 0,0 1 1 0 0,0 0-1 0 0,0-1 1 0 0,1 0-1 0 0,-1 1 1 0 0,1-1-1 0 0,0-1 1 0 0,0 1-1 0 0,0 0 1 0 0,0-1-1 0 0,0 0 1 0 0,9 3-1 0 0,-6-3 3 0 0,0 0 1 0 0,1-1-1 0 0,-1 0 0 0 0,1 0 0 0 0,-1 0 0 0 0,1-1 0 0 0,-1 0 1 0 0,15-3-1 0 0,-11 1-3 0 0,0 0 0 0 0,0-1 0 0 0,0-1 0 0 0,-1 1 0 0 0,0-2 0 0 0,0 1 0 0 0,0-1 0 0 0,0-1 0 0 0,-1 0 0 0 0,0 0 0 0 0,0-1 0 0 0,16-16 0 0 0,-20 16-14 0 0,0 0 0 0 0,0-1-1 0 0,-1 1 1 0 0,0-1 0 0 0,0 0-1 0 0,-1-1 1 0 0,0 1-1 0 0,0 0 1 0 0,-1-1 0 0 0,0 0-1 0 0,-1 1 1 0 0,0-1 0 0 0,0 0-1 0 0,-1-15 1 0 0,-1 9-5 0 0,0 1 1 0 0,-1-1-1 0 0,-1 1 0 0 0,0 0 1 0 0,-1-1-1 0 0,0 2 0 0 0,-1-1 1 0 0,-9-16-1 0 0,10 23 17 0 0,0-1-1 0 0,0 1 1 0 0,-1 1 0 0 0,-1-1-1 0 0,1 1 1 0 0,-1 0 0 0 0,0 0-1 0 0,0 0 1 0 0,-8-5 0 0 0,10 9-94 0 0,0-1 0 0 0,0 1 0 0 0,0 0 0 0 0,0 0 0 0 0,0 0 0 0 0,-1 1 0 0 0,1-1 0 0 0,0 1 0 0 0,-1 0 0 0 0,1 0 0 0 0,-1 1 0 0 0,1-1 0 0 0,-1 1 0 0 0,1 0 0 0 0,-1 0 0 0 0,1 1 0 0 0,-8 1 0 0 0,12-2-36 0 0,0 0 1 0 0,-1 0-1 0 0,1 0 0 0 0,0 0 0 0 0,-1 0 0 0 0,1 0 0 0 0,0 1 1 0 0,-1-1-1 0 0,1 0 0 0 0,0 0 0 0 0,-1 0 0 0 0,1 1 0 0 0,0-1 1 0 0,-1 1-352 0 0,1-1 351 0 0,0 1 1 0 0,-1-1-1 0 0,1 0 0 0 0,0 0 0 0 0,0 1 0 0 0,0-1 0 0 0,0 0 1 0 0,-1 1-1 0 0,1-1 0 0 0,0 1 0 0 0</inkml:trace>
</inkml:ink>
</file>

<file path=ppt/ink/ink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3:21.5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 81 872 0 0,'-30'-81'20083'0'0,"65"176"-13779"0"0,114 563-1836 0 0,-93-376-3428 0 0,20 164-1040 0 0,-65-373 0 0 0,3 37 0 0 0,-13-97 0 0 0,-1-13-31 0 0,0 0 0 0 0,0 0 0 0 0,0 1 0 0 0,0-1 0 0 0,0 0 0 0 0,0 0-1 0 0,0 0 1 0 0,0 1 0 0 0,0-1 0 0 0,1 0 0 0 0,-1 0 0 0 0,0 0 0 0 0,0 1 0 0 0,0-1 0 0 0,0 0 0 0 0,0 0 0 0 0,0 0 0 0 0,1 0 0 0 0,-1 1-1 0 0,0-1 1 0 0,0 0 0 0 0,0 0 0 0 0,0 0 0 0 0,1 0 0 0 0,-1 0 0 0 0,0 0 0 0 0,0 0 0 0 0,0 1 0 0 0,1-1 0 0 0,-1 0 0 0 0,0 0 0 0 0,0 0-1 0 0,0 0 1 0 0,1 0 0 0 0,-1 0 0 0 0,0 0 0 0 0,0 0 0 0 0,1 0 0 0 0,-1 0 0 0 0,0 0 0 0 0,0 0 0 0 0,0 0 0 0 0,1 0 0 0 0,-1-1 0 0 0,0 1-1 0 0,0 0 1 0 0,0 0 0 0 0,1 0 0 0 0,-1 0 0 0 0,0 0 0 0 0,0 0 0 0 0,0 0 0 0 0,0-1 0 0 0,1 1 0 0 0,-1 0 0 0 0,0 0 0 0 0,0 0 0 0 0,0 0-1 0 0,0-1 1 0 0,0 1 0 0 0,1 0 0 0 0,8-11-3469 0 0,14-25-10813 0 0</inkml:trace>
</inkml:ink>
</file>

<file path=ppt/ink/ink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3:21.8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94 195 2684 0 0,'-91'-107'23734'0'0,"91"107"-23696"0"0,0-1 1 0 0,-1 0-1 0 0,1 1 1 0 0,0-1-1 0 0,-1 1 1 0 0,1-1-1 0 0,0 0 0 0 0,0 1 1 0 0,0-1-1 0 0,0 0 1 0 0,0 1-1 0 0,-1-1 1 0 0,1 0-1 0 0,0 0 1 0 0,1 1-1 0 0,-1-1 1 0 0,0 0-1 0 0,0 1 0 0 0,0-1 1 0 0,0 0-1 0 0,0 1 1 0 0,1-1-1 0 0,-1 1 1 0 0,0-1-1 0 0,1 0 1 0 0,-1 1-1 0 0,0-1 1 0 0,1 1-1 0 0,-1-1 1 0 0,1 1-1 0 0,-1-1 0 0 0,1 1 1 0 0,-1-1-1 0 0,1 1 1 0 0,-1-1-1 0 0,1 1 1 0 0,-1 0-1 0 0,1-1 1 0 0,0 1-1 0 0,0-1 1 0 0,27-12 206 0 0,-27 13-196 0 0,39-15 174 0 0,47-9 0 0 0,-20 14-2983 0 0,-52 9-188 0 0,-1 0 1 0 0,23 4 0 0 0</inkml:trace>
</inkml:ink>
</file>

<file path=ppt/ink/ink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3: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133 0 3152 0 0,'-132'75'19835'0'0,"132"-75"-19796"0"0,1 0 0 0 0,-1 0 0 0 0,0 0 0 0 0,1 0-1 0 0,-1 0 1 0 0,0 0 0 0 0,1 0 0 0 0,-1 0-1 0 0,0 0 1 0 0,1 0 0 0 0,-1 0 0 0 0,0 0 0 0 0,1 0-1 0 0,-1 0 1 0 0,0 1 0 0 0,1-1 0 0 0,-1 0 0 0 0,0 0-1 0 0,1 0 1 0 0,-1 0 0 0 0,0 1 0 0 0,0-1-1 0 0,1 0 1 0 0,-1 0 0 0 0,0 1 0 0 0,0-1 0 0 0,0 0-1 0 0,1 0 1 0 0,-1 1 0 0 0,0-1 0 0 0,0 0 0 0 0,0 1-1 0 0,0-1 1 0 0,1 0 0 0 0,-1 0 0 0 0,0 1-1 0 0,0-1 1 0 0,0 0 0 0 0,0 1 0 0 0,0-1 0 0 0,0 1-1 0 0,0-1 1 0 0,0 0 0 0 0,0 1 0 0 0,0-1 0 0 0,0 0-1 0 0,0 1 1 0 0,0-1 0 0 0,0 0 0 0 0,0 1-1 0 0,-1-1 1 0 0,1 0 0 0 0,0 0 0 0 0,0 1 0 0 0,0-1-1 0 0,0 0 1 0 0,-1 1 0 0 0,1-1 0 0 0,0 0-1 0 0,0 0 1 0 0,-1 1 0 0 0,1-1 0 0 0,0 0 0 0 0,0 0-1 0 0,-1 0 1 0 0,1 1 0 0 0,0-1 0 0 0,-1 0 0 0 0,1 0-1 0 0,31 0-160 0 0,1-1-1 0 0,-1-2 0 0 0,47-11 0 0 0,-32 6-2049 0 0,-16 4 210 0 0,9-2-1810 0 0,-13 1-1593 0 0,5-3-4171 0 0</inkml:trace>
</inkml:ink>
</file>

<file path=ppt/ink/ink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3:23.3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138 104 1920 0 0,'0'-2'1870'0'0,"-1"-8"-279"0"0,1 1 0 0 0,-1 0 0 0 0,-1-1 0 0 0,0 1-1 0 0,-3-10 1 0 0,4 18-1085 0 0,1 0-484 0 0,0 1 0 0 0,0 0 0 0 0,0-1 1 0 0,0 1-1 0 0,-1 0 0 0 0,1 0 0 0 0,0-1 0 0 0,0 1 0 0 0,0 0 0 0 0,0 0 0 0 0,0-1 0 0 0,-1 1 0 0 0,1 0 0 0 0,0 0 0 0 0,0 0 0 0 0,0-1 1 0 0,-1 1-1 0 0,1 0 0 0 0,0 0 0 0 0,0 0 0 0 0,-1 0 0 0 0,1-1 0 0 0,0 1 0 0 0,0 0 0 0 0,-1 0 0 0 0,1 0 0 0 0,0 0 0 0 0,-1 0 0 0 0,1 0 0 0 0,0 0 1 0 0,-1 0-1 0 0,1 0 0 0 0,0 0 0 0 0,0 0 0 0 0,-1 0 0 0 0,1 0 0 0 0,0 0 0 0 0,-1 0 0 0 0,1 0 0 0 0,0 0 0 0 0,0 0 0 0 0,-1 1 0 0 0,1-1 1 0 0,0 0-1 0 0,0 0 0 0 0,-1 0 0 0 0,1 0 0 0 0,0 1 0 0 0,0-1 0 0 0,0 0 0 0 0,-1 0 0 0 0,1 0 0 0 0,0 1 0 0 0,0-1 0 0 0,0 0 0 0 0,-1 1 0 0 0,-11 13 585 0 0,-5 19-232 0 0,2 1-1 0 0,1 1 0 0 0,2 0 1 0 0,1 1-1 0 0,2 0 1 0 0,1 1-1 0 0,2 0 0 0 0,-2 59 1 0 0,7-83-342 0 0,2 1 0 0 0,-1-1 0 0 0,2 1 0 0 0,0-1 0 0 0,0 0 0 0 0,1 1 0 0 0,1-1 0 0 0,0 0 0 0 0,1-1 0 0 0,6 13 0 0 0,-8-20-8 0 0,0 0 1 0 0,0 0-1 0 0,1 0 1 0 0,0-1-1 0 0,-1 1 1 0 0,2-1-1 0 0,-1 0 1 0 0,0 0 0 0 0,1 0-1 0 0,0-1 1 0 0,0 0-1 0 0,0 0 1 0 0,0 0-1 0 0,0 0 1 0 0,0-1 0 0 0,1 0-1 0 0,-1 0 1 0 0,1 0-1 0 0,0-1 1 0 0,0 0-1 0 0,-1 0 1 0 0,1 0-1 0 0,0-1 1 0 0,0 0 0 0 0,8-1-1 0 0,1 0 12 0 0,1-2-1 0 0,0 0 1 0 0,-1 0 0 0 0,1-2-1 0 0,-1 0 1 0 0,0 0 0 0 0,0-2-1 0 0,-1 0 1 0 0,0 0 0 0 0,0-1-1 0 0,-1-1 1 0 0,24-20 0 0 0,-26 19-13 0 0,-1 0 0 0 0,1-1 0 0 0,-2 0 0 0 0,1-1 1 0 0,-2 0-1 0 0,0 0 0 0 0,0-1 0 0 0,-1 1 0 0 0,0-2 1 0 0,-1 1-1 0 0,-1-1 0 0 0,0 0 0 0 0,-1 0 0 0 0,2-15 1 0 0,-4 14 7 0 0,-1 0 0 0 0,-1 0 0 0 0,0 0 1 0 0,-1 0-1 0 0,-1 0 0 0 0,0 0 1 0 0,-1 0-1 0 0,-1 1 0 0 0,0-1 0 0 0,-1 1 1 0 0,0 0-1 0 0,-1 0 0 0 0,-1 1 1 0 0,-10-16-1 0 0,11 19-28 0 0,-1 0 0 0 0,0 1 0 0 0,0 0 0 0 0,-1 0 0 0 0,-1 1 0 0 0,1 0 0 0 0,-1 0-1 0 0,-1 1 1 0 0,1 1 0 0 0,-1-1 0 0 0,0 2 0 0 0,0-1 0 0 0,-1 1 0 0 0,0 1 0 0 0,0 0 0 0 0,0 0 0 0 0,0 1 0 0 0,-17-2 0 0 0,25 5-229 0 0,0-1 0 0 0,0 1 1 0 0,0 0-1 0 0,0 0 0 0 0,0 1 0 0 0,0-1 0 0 0,0 1 0 0 0,0-1 1 0 0,0 1-1 0 0,0 0 0 0 0,0 0 0 0 0,0 0 0 0 0,0 1 1 0 0,0-1-1 0 0,1 1 0 0 0,-1-1 0 0 0,0 1 0 0 0,1 0 1 0 0,0 0-1 0 0,-3 3 0 0 0,4-4-125 0 0,1 0-1 0 0,0 1 1 0 0,0-1 0 0 0,0 0-1 0 0,0 1 1 0 0,0-1 0 0 0,0 0-1 0 0,1 1 1 0 0,-1-1 0 0 0,0 0-1 0 0,1 1 1 0 0,-1-1 0 0 0,1 0 0 0 0,-1 0-1 0 0,1 1 1 0 0,0-1 0 0 0,-1 0-1 0 0,1 0 1 0 0,0 0 0 0 0,0 0-1 0 0,0 0 1 0 0,1 1 0 0 0</inkml:trace>
</inkml:ink>
</file>

<file path=ppt/ink/ink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3:23.6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48 1464 0 0,'7'12'18380'0'0,"-3"-9"-17093"0"0,2-1-1137 0 0,1-1-1 0 0,0-1 1 0 0,-1 1-1 0 0,1-1 1 0 0,0 0-1 0 0,-1-1 1 0 0,9-1-1 0 0,53-12 31 0 0,-40 7-50 0 0,4 0-206 0 0,42-10-3341 0 0,-29-2-6373 0 0</inkml:trace>
</inkml:ink>
</file>

<file path=ppt/ink/ink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3:23.8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 48 2412 0 0,'-7'-48'22524'0'0,"9"74"-19525"0"0,4 92 1500 0 0,-14 60-4046 0 0,0 2-664 0 0,8-174-204 0 0,2 57-4076 0 0,1-43-652 0 0</inkml:trace>
</inkml:ink>
</file>

<file path=ppt/ink/ink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3:24.3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122 114 224 0 0,'3'-10'1857'0'0,"-1"0"0"0"0,0 0 0 0 0,-1 0-1 0 0,0-1 1 0 0,0 1 0 0 0,-1 0 0 0 0,0-1 0 0 0,-3-11 0 0 0,3 21-1800 0 0,0 1 1 0 0,0-1-1 0 0,-1 1 0 0 0,1-1 1 0 0,0 1-1 0 0,0-1 1 0 0,-1 1-1 0 0,1-1 1 0 0,0 1-1 0 0,-1-1 1 0 0,1 1-1 0 0,0 0 1 0 0,-1-1-1 0 0,1 1 1 0 0,-1 0-1 0 0,1-1 1 0 0,0 1-1 0 0,-1 0 1 0 0,1-1-1 0 0,-1 1 1 0 0,1 0-1 0 0,-1 0 1 0 0,1 0-1 0 0,-1-1 1 0 0,0 1-1 0 0,1 0 0 0 0,-1 0 1 0 0,1 0-1 0 0,-1 0 1 0 0,1 0-1 0 0,-1 0 1 0 0,1 0-1 0 0,-1 0 1 0 0,1 0-1 0 0,-1 0 1 0 0,0 0-1 0 0,1 1 1 0 0,-1-1-1 0 0,-20 10 586 0 0,12-2-456 0 0,0 0 0 0 0,1 1 1 0 0,0 1-1 0 0,0-1 0 0 0,1 1 0 0 0,-9 17 0 0 0,12-20-149 0 0,1 1-1 0 0,-1-1 0 0 0,1 1 1 0 0,0-1-1 0 0,1 1 0 0 0,0 0 0 0 0,0 0 1 0 0,1 0-1 0 0,0 0 0 0 0,0 15 1 0 0,2-20-27 0 0,-1 0 0 0 0,1 0 0 0 0,0 1 0 0 0,0-1 1 0 0,0 0-1 0 0,1 0 0 0 0,-1 0 0 0 0,1-1 0 0 0,-1 1 1 0 0,1 0-1 0 0,0-1 0 0 0,0 1 0 0 0,0-1 0 0 0,1 1 1 0 0,-1-1-1 0 0,0 0 0 0 0,1 0 0 0 0,0 0 0 0 0,-1 0 1 0 0,5 2-1 0 0,7 3 1 0 0,1 0-1 0 0,0-1 1 0 0,15 4 0 0 0,1 1-6 0 0,-21-7 95 0 0,0 0 1 0 0,-1 1 0 0 0,0 0-1 0 0,1 1 1 0 0,-2-1-1 0 0,1 2 1 0 0,10 9 0 0 0,-16-14 75 0 0,-1 1 1 0 0,0-1-1 0 0,0 1 1 0 0,0 0-1 0 0,0 0 1 0 0,0 0-1 0 0,0 0 1 0 0,-1 0-1 0 0,0 0 1 0 0,1 0-1 0 0,-1 0 1 0 0,0 0-1 0 0,0 1 1 0 0,-1-1-1 0 0,1 0 1 0 0,-1 1-1 0 0,0-1 1 0 0,0 1 0 0 0,0-1-1 0 0,0 1 1 0 0,0-1-1 0 0,-1 0 1 0 0,0 1-1 0 0,1-1 1 0 0,-3 6-1 0 0,2-6-68 0 0,0 0 1 0 0,-1 0-1 0 0,1 0 0 0 0,-1-1 0 0 0,1 1 0 0 0,-1 0 0 0 0,0 0 1 0 0,0-1-1 0 0,0 1 0 0 0,-1-1 0 0 0,1 0 0 0 0,0 0 0 0 0,-5 3 1 0 0,1-1-62 0 0,0-1 0 0 0,-1-1 1 0 0,0 1-1 0 0,-12 2 0 0 0,14-4-363 0 0,1 0-1 0 0,-1-1 1 0 0,1 1-1 0 0,0-1 1 0 0,-1 0-1 0 0,1 0 1 0 0,-1 0-1 0 0,1-1 0 0 0,-1 0 1 0 0,1 0-1 0 0,0 0 1 0 0,-1 0-1 0 0,1-1 1 0 0,-6-2-1 0 0,7 2-797 0 0,0 1-1 0 0,0-1 0 0 0,0-1 1 0 0,0 1-1 0 0,0 0 1 0 0,0-1-1 0 0,0 1 0 0 0,1-1 1 0 0,0 0-1 0 0,-1 0 1 0 0,-1-4-1 0 0</inkml:trace>
</inkml:ink>
</file>

<file path=ppt/ink/ink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3:24.5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0 155 3072 0 0,'11'-43'15570'0'0,"-9"42"-15306"0"0,0-1 0 0 0,0 0 0 0 0,-1 1 0 0 0,1-1 0 0 0,0 1 0 0 0,1-1 0 0 0,-1 1 1 0 0,0 0-1 0 0,0 0 0 0 0,0 0 0 0 0,1 0 0 0 0,3 0 0 0 0,0-2-91 0 0,154-58 1877 0 0,-132 53-3196 0 0,-1 1 0 0 0,2 1-1 0 0,53-3 1 0 0,-26 11-6216 0 0,-47-1 5019 0 0,11 1-5261 0 0</inkml:trace>
</inkml:ink>
</file>

<file path=ppt/ink/ink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3:24.7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1 2624 0 0,'-9'27'16256'0'0,"9"-27"-15986"0"0,-1 1-1 0 0,1 0 1 0 0,0 0 0 0 0,0-1 0 0 0,0 1 0 0 0,0 0 0 0 0,0 0 0 0 0,0 0 0 0 0,0-1 0 0 0,1 1-1 0 0,-1 0 1 0 0,0 0 0 0 0,0 0 0 0 0,0-1 0 0 0,1 1 0 0 0,-1 0 0 0 0,0 0 0 0 0,1-1-1 0 0,-1 1 1 0 0,1 0 0 0 0,-1-1 0 0 0,2 2 0 0 0,-1-1-51 0 0,0 0-1 0 0,1 0 1 0 0,-1-1-1 0 0,0 1 1 0 0,1 0 0 0 0,-1 0-1 0 0,1-1 1 0 0,0 1 0 0 0,-1-1-1 0 0,1 0 1 0 0,1 1-1 0 0,8 0-143 0 0,-1-1 0 0 0,1 1 0 0 0,11-3 0 0 0,-2 1 350 0 0,-6 1-1865 0 0,1 1 0 0 0,18 3 0 0 0,-27-3-746 0 0,-1 0 0 0 0,0 0 1 0 0,0 1-1 0 0,0 0 0 0 0,7 3 0 0 0</inkml:trace>
</inkml:ink>
</file>

<file path=ppt/ink/ink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3:24.9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69 18 2820 0 0,'-52'41'12483'0'0,"51"-41"-12223"0"0,0 0 0 0 0,0 1 0 0 0,0-1 0 0 0,0 1 0 0 0,0-1 0 0 0,1 1 0 0 0,-1 0 0 0 0,0-1 0 0 0,0 1 0 0 0,0 0 0 0 0,1 0 1 0 0,-1-1-1 0 0,0 1 0 0 0,1 0 0 0 0,-1 0 0 0 0,0 0 0 0 0,1 0 0 0 0,-1 0 0 0 0,1 0 0 0 0,0 0 0 0 0,-1 0 0 0 0,1 0 0 0 0,0 0 0 0 0,0 0 0 0 0,0 0 1 0 0,-1 0-1 0 0,1 0 0 0 0,0 1 0 0 0,1 0 0 0 0,3-1-91 0 0,-1-1-1 0 0,1 0 1 0 0,0 0 0 0 0,0 0 0 0 0,0-1-1 0 0,0 0 1 0 0,7-1 0 0 0,137-41-1509 0 0,-103 28-2854 0 0,-9-1-4045 0 0,-16 9-39 0 0</inkml:trace>
</inkml:ink>
</file>

<file path=ppt/ink/ink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3:25.2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72 956 0 0,'-12'-3'18630'0'0,"23"-2"-18281"0"0,0 1-1 0 0,0 0 0 0 0,0 1 0 0 0,0 0 0 0 0,1 0 0 0 0,-1 1 0 0 0,16 0 1 0 0,28-7-1278 0 0,-42 7-60 0 0,32-10-4032 0 0,-16 1-2065 0 0,-15 3 1143 0 0</inkml:trace>
</inkml:ink>
</file>

<file path=ppt/ink/ink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3:25.5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65 460 0 0,'19'-64'25492'0'0,"-17"68"-25218"0"0,0-1 1 0 0,0 1 0 0 0,-1 1-1 0 0,1-1 1 0 0,-1 0 0 0 0,0 0-1 0 0,0 1 1 0 0,0-1 0 0 0,0 8-1 0 0,-1 48 3176 0 0,0-34-2831 0 0,-9 394-619 0 0,12-306-3808 0 0,2-103-629 0 0</inkml:trace>
</inkml:ink>
</file>

<file path=ppt/ink/ink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3:26.0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108 80 2272 0 0,'7'-14'2547'0'0,"-4"8"-827"0"0,0 0 0 0 0,0-1 1 0 0,0 1-1 0 0,-1-1 0 0 0,0 0 0 0 0,2-13 0 0 0,-4 20-1648 0 0,0 0 0 0 0,0 0 0 0 0,0-1 0 0 0,0 1 0 0 0,0 0 0 0 0,0 0 0 0 0,0-1 0 0 0,0 1 0 0 0,0 0 0 0 0,0 0 0 0 0,0-1 0 0 0,0 1 0 0 0,0 0 0 0 0,0 0 0 0 0,0-1 0 0 0,-1 1 0 0 0,1 0 0 0 0,0 0 0 0 0,0 0 0 0 0,0-1 0 0 0,0 1 0 0 0,-1 0 0 0 0,1 0 0 0 0,0 0 0 0 0,0 0 0 0 0,0-1 0 0 0,-1 1 0 0 0,1 0 0 0 0,0 0 0 0 0,0 0 0 0 0,0 0 0 0 0,-1 0 0 0 0,1 0 0 0 0,0 0 0 0 0,0 0 0 0 0,-1-1 0 0 0,1 1 0 0 0,0 0 0 0 0,0 0 0 0 0,-1 0 0 0 0,1 0 0 0 0,0 0 0 0 0,-16 6 1087 0 0,-11 14 125 0 0,13-8-616 0 0,1 1-1 0 0,-17 23 1 0 0,26-32-596 0 0,1 1 0 0 0,0 0 0 0 0,0 0 0 0 0,0 0-1 0 0,1 0 1 0 0,0 1 0 0 0,0-1 0 0 0,0 1 0 0 0,1-1 0 0 0,-1 1 0 0 0,1-1 0 0 0,0 9 0 0 0,1-10-54 0 0,1-1 0 0 0,-1 0-1 0 0,1 0 1 0 0,0 0 0 0 0,0 0 0 0 0,0 0-1 0 0,0 0 1 0 0,0 0 0 0 0,1 0 0 0 0,-1 0 0 0 0,1 0-1 0 0,0-1 1 0 0,0 1 0 0 0,0-1 0 0 0,0 1-1 0 0,0-1 1 0 0,1 0 0 0 0,-1 0 0 0 0,1 0 0 0 0,-1 0-1 0 0,1 0 1 0 0,6 2 0 0 0,5 4-1 0 0,2-1 0 0 0,-1-1 0 0 0,21 5 0 0 0,-14-4-7 0 0,-7-3 32 0 0,-1 2-1 0 0,0-1 0 0 0,-1 2 0 0 0,1 0 0 0 0,-1 0 0 0 0,24 19 0 0 0,-34-23 99 0 0,1 0-1 0 0,-1 0 0 0 0,0 0 0 0 0,0 1 0 0 0,0 0 0 0 0,-1-1 0 0 0,1 1 1 0 0,-1 0-1 0 0,0 0 0 0 0,0 0 0 0 0,0 0 0 0 0,-1 1 0 0 0,1-1 1 0 0,-1 0-1 0 0,0 1 0 0 0,0-1 0 0 0,-1 1 0 0 0,1-1 0 0 0,-1 1 1 0 0,0-1-1 0 0,0 1 0 0 0,-1 0 0 0 0,1-1 0 0 0,-1 1 0 0 0,0-1 0 0 0,0 0 1 0 0,-3 7-1 0 0,4-10-129 0 0,-1 4 110 0 0,-1-1-1 0 0,1 1 1 0 0,-1-1-1 0 0,0 1 0 0 0,0-1 1 0 0,0 0-1 0 0,0 0 1 0 0,-1 0-1 0 0,0 0 1 0 0,0 0-1 0 0,0-1 1 0 0,0 1-1 0 0,-1-1 1 0 0,1 0-1 0 0,-1 0 1 0 0,0 0-1 0 0,0-1 1 0 0,0 1-1 0 0,0-1 1 0 0,0 0-1 0 0,0 0 1 0 0,-6 2-1 0 0,-8 0-119 0 0,-2-2 0 0 0,15-3-326 0 0,1 1 0 0 0,-1 0 0 0 0,0-1 0 0 0,1 0 0 0 0,-1 0 0 0 0,1 0-1 0 0,0-1 1 0 0,-1 1 0 0 0,1-1 0 0 0,0 0 0 0 0,0-1 0 0 0,0 1 0 0 0,0 0 0 0 0,1-1 0 0 0,-1 0 0 0 0,1 0 0 0 0,-1 0 0 0 0,1-1 0 0 0,0 1 0 0 0,0-1-1 0 0,1 1 1 0 0,-1-1 0 0 0,-2-6 0 0 0,2 4-280 0 0,0-1-1 0 0,1 1 0 0 0,0-1 0 0 0,1 1 1 0 0,-1-1-1 0 0,1 0 0 0 0,0 0 0 0 0,1 0 1 0 0,0 1-1 0 0,0-1 0 0 0,0 0 0 0 0,1 0 1 0 0,0 0-1 0 0,1 1 0 0 0,1-8 0 0 0,3-4-4493 0 0,0-3-2629 0 0</inkml:trace>
</inkml:ink>
</file>

<file path=ppt/ink/ink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3:26.3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7 109 1608 0 0,'-3'-24'10594'0'0,"0"2"-3113"0"0,6 13-5576 0 0,20 3-1197 0 0,1 2 0 0 0,-1 0 0 0 0,38 0 0 0 0,-20 1-494 0 0,133-8 59 0 0,100-11-1593 0 0</inkml:trace>
</inkml:ink>
</file>

<file path=ppt/ink/ink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3:27.2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229 38 968 0 0,'18'-38'12862'0'0,"-26"54"-11444"0"0,-74 136 759 0 0,-5 10-1790 0 0,46-68-2300 0 0,17-30-6037 0 0,20-49 2405 0 0</inkml:trace>
</inkml:ink>
</file>

<file path=ppt/ink/ink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3:28.1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40 330 1880 0 0,'1'-18'4256'0'0,"0"-31"-1"0"0,-2 29-820 0 0,1 23-2982 0 0,-19 359 4190 0 0,11-264-4193 0 0,0-21-391 0 0,3-27 2830 0 0,8-115-2785 0 0,3 1-1 0 0,2 0 1 0 0,33-115 0 0 0,-24 113-129 0 0,3 1 1 0 0,2 1-1 0 0,58-113 1 0 0,-70 160 8 0 0,-7 10 5 0 0,0 0 0 0 0,1 1 1 0 0,0 0-1 0 0,0 0 0 0 0,1 0 0 0 0,-1 0 1 0 0,1 1-1 0 0,0 0 0 0 0,11-9 0 0 0,-14 13 12 0 0,-1 1-1 0 0,0-1 1 0 0,1 1 0 0 0,-1-1-1 0 0,1 1 1 0 0,0 0-1 0 0,-1-1 1 0 0,1 1-1 0 0,-1 0 1 0 0,1 0-1 0 0,-1 0 1 0 0,1 0-1 0 0,0 1 1 0 0,-1-1 0 0 0,1 0-1 0 0,-1 1 1 0 0,1-1-1 0 0,-1 1 1 0 0,1-1-1 0 0,-1 1 1 0 0,1 0-1 0 0,-1 0 1 0 0,3 1-1 0 0,25 23 36 0 0,-18-13-5 0 0,0 1-1 0 0,-1 0 1 0 0,-1 1-1 0 0,0 0 1 0 0,12 28 0 0 0,26 78 170 0 0,-46-118-197 0 0,18 58 100 0 0,-3 0 0 0 0,-2 1 0 0 0,-3 1 0 0 0,-3 0 0 0 0,0 119 0 0 0,-7-157-628 0 0,0 2-2947 0 0</inkml:trace>
</inkml:ink>
</file>

<file path=ppt/ink/ink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3:28.4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136 152 1612 0 0,'-26'-8'4206'0'0,"0"0"-1"0"0,1-2 0 0 0,-30-16 1 0 0,53 25-3804 0 0,2 1-384 0 0,-1 0 0 0 0,1 0 0 0 0,0 0-1 0 0,0-1 1 0 0,0 1 0 0 0,0 0 0 0 0,0 0-1 0 0,0 0 1 0 0,0-1 0 0 0,0 1 0 0 0,0 0 0 0 0,0 0-1 0 0,0 0 1 0 0,0-1 0 0 0,0 1 0 0 0,0 0-1 0 0,0 0 1 0 0,0 0 0 0 0,0-1 0 0 0,0 1-1 0 0,0 0 1 0 0,0 0 0 0 0,0 0 0 0 0,0-1-1 0 0,1 1 1 0 0,-1 0 0 0 0,0 0 0 0 0,0 0-1 0 0,0 0 1 0 0,0-1 0 0 0,0 1 0 0 0,1 0 0 0 0,-1 0-1 0 0,0 0 1 0 0,0 0 0 0 0,0 0 0 0 0,0 0-1 0 0,1-1 1 0 0,-1 1 0 0 0,0 0 0 0 0,0 0-1 0 0,0 0 1 0 0,1 0 0 0 0,-1 0 0 0 0,9-8 147 0 0,12 1-42 0 0,1 0 1 0 0,0 2-1 0 0,43-6 0 0 0,-9 2-53 0 0,151-26-2332 0 0,-139 28-1704 0 0,-1 5-3562 0 0</inkml:trace>
</inkml:ink>
</file>

<file path=ppt/ink/ink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3:29.8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87 112 2096 0 0,'-20'-16'6421'0'0,"-7"-9"-1638"0"0,27 24-4326 0 0,-4-13 1006 0 0,4 12-1411 0 0,0 0 0 0 0,1 0-1 0 0,-1 1 1 0 0,0-1 0 0 0,1 0-1 0 0,-1 1 1 0 0,1-1 0 0 0,-1 0 0 0 0,1 1-1 0 0,0-1 1 0 0,0 1 0 0 0,0-1 0 0 0,0 1-1 0 0,0-1 1 0 0,0 1 0 0 0,0 0 0 0 0,0-1-1 0 0,0 1 1 0 0,3-2 0 0 0,0 1-7 0 0,0-1-1 0 0,0 1 1 0 0,0 0 0 0 0,0 0 0 0 0,0 0 0 0 0,0 1 0 0 0,8-2 0 0 0,-3 1-33 0 0,-1 1 0 0 0,1 0 1 0 0,-1 0-1 0 0,1 1 1 0 0,0 0-1 0 0,-1 0 1 0 0,1 1-1 0 0,9 2 1 0 0,-15-2-3 0 0,-1-1 0 0 0,1 1 1 0 0,-1 0-1 0 0,0 0 1 0 0,1 0-1 0 0,-1 0 1 0 0,0 0-1 0 0,0 0 0 0 0,1 0 1 0 0,-1 1-1 0 0,0-1 1 0 0,0 1-1 0 0,-1 0 1 0 0,1 0-1 0 0,0-1 0 0 0,0 1 1 0 0,-1 0-1 0 0,0 0 1 0 0,1 1-1 0 0,-1-1 1 0 0,0 0-1 0 0,0 0 1 0 0,0 1-1 0 0,0-1 0 0 0,0 0 1 0 0,-1 1-1 0 0,1-1 1 0 0,-1 1-1 0 0,1-1 1 0 0,-1 1-1 0 0,0-1 0 0 0,0 1 1 0 0,0-1-1 0 0,0 1 1 0 0,-1-1-1 0 0,1 1 1 0 0,-1-1-1 0 0,1 1 0 0 0,-1-1 1 0 0,0 1-1 0 0,0-1 1 0 0,0 0-1 0 0,0 0 1 0 0,0 1-1 0 0,-3 1 1 0 0,-4 10 114 0 0,-1-2 0 0 0,0 1 1 0 0,-1-1-1 0 0,0-1 0 0 0,-1 0 1 0 0,-17 13-1 0 0,-78 52 677 0 0,82-60-653 0 0,23-15-39 0 0,2 0-96 0 0,-1 0 1 0 0,1-1-1 0 0,0 1 1 0 0,1 0-1 0 0,-1 0 0 0 0,0 0 1 0 0,0-1-1 0 0,0 1 1 0 0,0-1-1 0 0,1 1 1 0 0,-1-1-1 0 0,0 1 1 0 0,0-1-1 0 0,1 0 1 0 0,1 1-1 0 0,31 4 61 0 0,-2 0-54 0 0,-22-1 128 0 0,-1 1-1 0 0,0 0 1 0 0,0 0-1 0 0,0 1 1 0 0,-1 0-1 0 0,0 0 1 0 0,0 1-1 0 0,-1 0 1 0 0,0 0-1 0 0,0 1 1 0 0,0 0-1 0 0,-1 0 1 0 0,0 1-1 0 0,-1 0 1 0 0,0 0-1 0 0,0 0 1 0 0,-1 0-1 0 0,0 1 1 0 0,-1 0-1 0 0,0-1 1 0 0,-1 1-1 0 0,3 14 1 0 0,-5-20-9 0 0,0 0 1 0 0,0 1-1 0 0,0-1 1 0 0,-1 0-1 0 0,0 0 0 0 0,1 1 1 0 0,-1-1-1 0 0,-1 0 1 0 0,1 0-1 0 0,0 0 1 0 0,-1 0-1 0 0,0 0 0 0 0,0-1 1 0 0,0 1-1 0 0,-1 0 1 0 0,1-1-1 0 0,-1 0 1 0 0,0 1-1 0 0,0-1 1 0 0,0 0-1 0 0,0-1 0 0 0,0 1 1 0 0,-1 0-1 0 0,1-1 1 0 0,-1 0-1 0 0,0 0 1 0 0,1 0-1 0 0,-1 0 1 0 0,0 0-1 0 0,0-1 0 0 0,0 0 1 0 0,-1 0-1 0 0,1 0 1 0 0,0 0-1 0 0,0-1 1 0 0,0 0-1 0 0,-1 0 0 0 0,1 0 1 0 0,0 0-1 0 0,-1 0 1 0 0,1-1-1 0 0,0 0 1 0 0,0 0-1 0 0,0 0 1 0 0,0 0-1 0 0,-6-3 0 0 0,0-1-143 0 0,0 0-1 0 0,0-1 0 0 0,1 0 1 0 0,0-1-1 0 0,-9-7 0 0 0,-6-8-2861 0 0,22 11-1278 0 0</inkml:trace>
</inkml:ink>
</file>

<file path=ppt/ink/ink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3:30.2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42 112 888 0 0,'-10'-13'4865'0'0,"-10"-14"1162"0"0,18 25-5719 0 0,1-1-1 0 0,0 1 0 0 0,-1-1 0 0 0,1 0 0 0 0,0 1 0 0 0,0-1 0 0 0,0 0 1 0 0,1 0-1 0 0,-1 0 0 0 0,1 1 0 0 0,0-1 0 0 0,-1 0 0 0 0,1 0 0 0 0,1-5 1 0 0,-1 6-270 0 0,1 1 0 0 0,-1 0 0 0 0,1 0 0 0 0,0 0 0 0 0,-1 0 0 0 0,1 0 0 0 0,0 0 0 0 0,0 0 0 0 0,-1 1 0 0 0,1-1 0 0 0,0 0 0 0 0,0 0 1 0 0,0 0-1 0 0,0 1 0 0 0,0-1 0 0 0,0 1 0 0 0,0-1 0 0 0,0 1 0 0 0,0-1 0 0 0,1 1 0 0 0,0-1 0 0 0,30-5 335 0 0,-26 5-341 0 0,1 1-1 0 0,-1 0 1 0 0,1 1-1 0 0,-1-1 0 0 0,0 1 1 0 0,1 0-1 0 0,-1 1 1 0 0,0 0-1 0 0,1 0 0 0 0,-1 0 1 0 0,0 1-1 0 0,-1 0 1 0 0,1 0-1 0 0,5 4 1 0 0,-7-4 31 0 0,-1-1 1 0 0,0 1-1 0 0,0 0 1 0 0,0 0-1 0 0,0 1 1 0 0,-1-1-1 0 0,1 1 1 0 0,-1-1-1 0 0,0 1 1 0 0,0 0-1 0 0,0 0 1 0 0,-1 0-1 0 0,1 0 1 0 0,-1 0-1 0 0,0 0 1 0 0,0 0-1 0 0,-1 0 1 0 0,1 1-1 0 0,-1-1 1 0 0,0 0-1 0 0,0 0 1 0 0,0 1-1 0 0,-1 5 1 0 0,-2 7 247 0 0,-1-2 0 0 0,-1 1 0 0 0,0 0 0 0 0,0-1 0 0 0,-2 0 0 0 0,0 0-1 0 0,-15 23 1 0 0,-74 90 3089 0 0,93-125-3276 0 0,0 1-10 0 0,1-2-53 0 0,0 0 0 0 0,0-1 0 0 0,1 1 0 0 0,-1 0 1 0 0,1 0-1 0 0,0 0 0 0 0,-1 0 0 0 0,1 0 0 0 0,0 0 0 0 0,0 0 1 0 0,0 0-1 0 0,1 1 0 0 0,-1-1 0 0 0,0 0 0 0 0,1 0 0 0 0,0 1 0 0 0,-1-1 1 0 0,1 0-1 0 0,0 4 0 0 0,1-6-52 0 0,0 1 0 0 0,0 0 1 0 0,0-1-1 0 0,0 1 0 0 0,0-1 1 0 0,-1 0-1 0 0,1 1 0 0 0,0-1 0 0 0,0 0 1 0 0,1 1-1 0 0,-1-1 0 0 0,0 0 1 0 0,0 0-1 0 0,0 0 0 0 0,0 0 0 0 0,1 0 1 0 0,-1 0 3 0 0,27 3-311 0 0,1-2 0 0 0,-1-1 0 0 0,51-6-1 0 0,5-1-5074 0 0,-21 3-3531 0 0,-31 0-335 0 0</inkml:trace>
</inkml:ink>
</file>

<file path=ppt/ink/ink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3:33.8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53 1776 0 0,'7'-16'14223'0'0,"-6"15"-13692"0"0,23-4-673 0 0,142-23 2265 0 0,-108 25-5319 0 0,1 5-4828 0 0,-43 0 3137 0 0</inkml:trace>
</inkml:ink>
</file>

<file path=ppt/ink/ink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3:34.0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 4 992 0 0,'-61'8'18444'0'0,"75"-8"-17491"0"0,-11 0-933 0 0,147-1-1769 0 0,-48-6-7488 0 0,-69 4 2218 0 0</inkml:trace>
</inkml:ink>
</file>

<file path=ppt/ink/ink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3:34.7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98 130 2488 0 0,'-14'-10'6748'0'0,"-25"-22"-1"0"0,9 7-1815 0 0,29 24-4593 0 0,-13-15 1658 0 0,96 10-947 0 0,-50 5-926 0 0,45-8 1 0 0,46-13 1469 0 0,-120 22-1403 0 0,25-5 285 0 0,-26 5-390 0 0,2-3 1166 0 0,5 3-4999 0 0</inkml:trace>
</inkml:ink>
</file>

<file path=ppt/ink/ink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3:35.0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82 1864 0 0,'12'-42'12231'0'0,"-7"3"-4821"0"0,4 48-5355 0 0,1 33-661 0 0,-3 0 0 0 0,-1 1-1 0 0,0 56 1 0 0,-4-48-1054 0 0,3 53 62 0 0,-1-4-987 0 0,1-33-3153 0 0,-5-52 1822 0 0,1 12-1414 0 0</inkml:trace>
</inkml:ink>
</file>

<file path=ppt/ink/ink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3:35.3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199 154 1612 0 0,'25'-141'16511'0'0,"-24"140"-16422"0"0,-1 0-1 0 0,0 0 1 0 0,1 1 0 0 0,-1-1-1 0 0,1 0 1 0 0,-1 1 0 0 0,1-1-1 0 0,-1 0 1 0 0,1 1-1 0 0,-1-1 1 0 0,1 1 0 0 0,-1-1-1 0 0,1 1 1 0 0,0-1 0 0 0,-1 1-1 0 0,1 0 1 0 0,0-1 0 0 0,0 1-1 0 0,-1 0 1 0 0,1-1 0 0 0,0 1-1 0 0,0 0 1 0 0,-1 0 0 0 0,1 0-1 0 0,0 0 1 0 0,0 0-1 0 0,-1 0 1 0 0,1 0 0 0 0,0 0-1 0 0,0 0 1 0 0,0 0 0 0 0,0 0-1 0 0,27 8 1315 0 0,-19-4-1142 0 0,-1 2 1 0 0,0-1-1 0 0,-1 1 0 0 0,1 0 1 0 0,-1 1-1 0 0,-1 0 1 0 0,1 0-1 0 0,-1 0 0 0 0,0 1 1 0 0,-1 0-1 0 0,0 0 1 0 0,5 10-1 0 0,1 5 121 0 0,-2-1-1 0 0,0 1 1 0 0,9 40 0 0 0,-11-29-224 0 0,-1 1-1 0 0,-3 1 1 0 0,0-1 0 0 0,-2 1-1 0 0,-2-1 1 0 0,-1 0 0 0 0,-8 41-1 0 0,0-25-119 0 0,-2-1 0 0 0,-2 0 0 0 0,-3-1 0 0 0,-29 61 0 0 0,34-84-531 0 0,-2-1 0 0 0,0-1 0 0 0,-2 0 0 0 0,0-1-1 0 0,-26 26 1 0 0,29-35-840 0 0,-1-2 1 0 0,0 0-1 0 0,-24 16 0 0 0,26-21-376 0 0,-1 0 0 0 0,1-1 0 0 0,-2 0 0 0 0,1-1 0 0 0,-16 4 0 0 0,-5-1-6170 0 0</inkml:trace>
</inkml:ink>
</file>

<file path=ppt/ink/ink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3:35.6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146 51 520 0 0,'-4'-51'12745'0'0,"3"53"-12472"0"0,-1-1 1 0 0,1 0-1 0 0,0 0 0 0 0,-1 1 0 0 0,1-1 1 0 0,0 1-1 0 0,0-1 0 0 0,0 1 0 0 0,0-1 1 0 0,0 1-1 0 0,1-1 0 0 0,-1 1 0 0 0,0 0 1 0 0,1 0-1 0 0,-1-1 0 0 0,0 4 0 0 0,1-2 82 0 0,-51 168 6021 0 0,-4 91-3698 0 0,46-194-2349 0 0,0 84-1 0 0,9-109-64 0 0,2 0 0 0 0,2 0 0 0 0,12 54 0 0 0,-10-73-521 0 0,0 0 1 0 0,2 0 0 0 0,1-1 0 0 0,1-1-1 0 0,1 1 1 0 0,24 37 0 0 0,-24-45-461 0 0,1 0-1 0 0,0-1 1 0 0,1-1-1 0 0,1 0 1 0 0,0 0 0 0 0,0-2-1 0 0,1 1 1 0 0,1-2-1 0 0,0 0 1 0 0,18 7-1 0 0,-21-10-1061 0 0,1-2-1 0 0,0 1 1 0 0,1-2-1 0 0,22 5 0 0 0,11-3-6264 0 0</inkml:trace>
</inkml:ink>
</file>

<file path=ppt/ink/ink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3:40.1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 36 1564 0 0,'0'0'4913'0'0,"-3"-2"-3795"0"0,0 1-1 0 0,0-1 0 0 0,0 0 1 0 0,-2-3 1116 0 0,0-1-1116 0 0,14 3-1071 0 0,1-1 0 0 0,0 1 0 0 0,0 1-1 0 0,0 0 1 0 0,0 1 0 0 0,20-1 0 0 0,21 3-37 0 0,-37 1-9 0 0,-10-2 2 0 0,0 1 0 0 0,1 0 0 0 0,-1 0 1 0 0,0 0-1 0 0,0 0 0 0 0,0 1 0 0 0,0 0 0 0 0,0-1 0 0 0,0 2 0 0 0,0-1 1 0 0,-1 0-1 0 0,1 1 0 0 0,-1-1 0 0 0,1 1 0 0 0,-1 0 0 0 0,4 6 0 0 0,-6-8 0 0 0,0 1 0 0 0,0-1 0 0 0,-1 1 0 0 0,1-1 0 0 0,-1 1 0 0 0,1 0 0 0 0,-1-1 0 0 0,0 1 0 0 0,1 0-1 0 0,-1-1 1 0 0,0 1 0 0 0,0 0 0 0 0,0-1 0 0 0,-1 1 0 0 0,1 0 0 0 0,0 0 0 0 0,-1-1 0 0 0,1 1 0 0 0,-1-1-1 0 0,1 1 1 0 0,-2 2 0 0 0,0 1 25 0 0,-1 0-1 0 0,1 0 0 0 0,-1-1 1 0 0,-6 9-1 0 0,-2 0 269 0 0,-1 0-1 0 0,-25 22 1 0 0,9-14 833 0 0,26-20-951 0 0,2-1-167 0 0,0 0 1 0 0,0 0 0 0 0,0 1-1 0 0,-1-1 1 0 0,1 0-1 0 0,0 0 1 0 0,0 0 0 0 0,0 1-1 0 0,0-1 1 0 0,0 0 0 0 0,-1 0-1 0 0,1 0 1 0 0,0 0 0 0 0,0 1-1 0 0,0-1 1 0 0,-1 0 0 0 0,1 0-1 0 0,0 0 1 0 0,0 0-1 0 0,0 0 1 0 0,-1 0 0 0 0,1 0-1 0 0,0 0 1 0 0,0 0 0 0 0,-1 0-1 0 0,1 0 1 0 0,0 0 0 0 0,0 0-1 0 0,-1 0 1 0 0,1 0 0 0 0,0 0-1 0 0,0 0 1 0 0,0 0 0 0 0,-1 0-1 0 0,1 0 1 0 0,0 0-1 0 0,0 0 1 0 0,-1 0 0 0 0,1 0-1 0 0,0 0 1 0 0,0 0 0 0 0,0-1-1 0 0,-1 1 1 0 0,1 0 0 0 0,0 0-1 0 0,0 0 1 0 0,0 0 0 0 0,0-1-1 0 0,-1 1 1 0 0,1 0 0 0 0,0 0-1 0 0,0 0 1 0 0,0-1-1 0 0,0 1 1 0 0,0 0 0 0 0,0 0-1 0 0,0 0 1 0 0,0-1 0 0 0,0 1-1 0 0,0 0 1 0 0,-1 0 0 0 0,1-1-1 0 0,0 1 1 0 0,1-2 6 0 0,1 2-23 0 0,1-2 6 0 0,1 1 1 0 0,-1 0-1 0 0,0 0 0 0 0,0 1 0 0 0,1-1 0 0 0,-1 1 0 0 0,0-1 0 0 0,1 1 0 0 0,-1 0 1 0 0,0 0-1 0 0,1 1 0 0 0,-1-1 0 0 0,0 1 0 0 0,1-1 0 0 0,3 3 0 0 0,0-1-1 0 0,-1-1-12 0 0,0 2 0 0 0,0-1 0 0 0,0 1 1 0 0,0-1-1 0 0,0 2 0 0 0,-1-1 1 0 0,1 1-1 0 0,-1 0 0 0 0,6 5 0 0 0,-8-6 88 0 0,0 0 0 0 0,-1 0-1 0 0,1 0 1 0 0,-1 0-1 0 0,1 0 1 0 0,-1 1-1 0 0,0-1 1 0 0,-1 1-1 0 0,1-1 1 0 0,-1 1-1 0 0,1 0 1 0 0,-1 0-1 0 0,0 0 1 0 0,0 0-1 0 0,-1 0 1 0 0,1 6-1 0 0,-1-8 3 0 0,0 0-1 0 0,-1 0 1 0 0,1 0-1 0 0,-1-1 1 0 0,1 1-1 0 0,-1 0 0 0 0,0-1 1 0 0,1 1-1 0 0,-1 0 1 0 0,0-1-1 0 0,0 1 0 0 0,0-1 1 0 0,0 1-1 0 0,-1-1 1 0 0,1 0-1 0 0,0 1 1 0 0,-1-1-1 0 0,1 0 0 0 0,-2 1 1 0 0,-1 1 55 0 0,0-1 0 0 0,0 1 1 0 0,1-1-1 0 0,-2 0 0 0 0,1-1 0 0 0,0 1 0 0 0,-5 0 1 0 0,-20 1 27 0 0,1-2 1 0 0,-1 0-1 0 0,0-3 1 0 0,-33-4 0 0 0,61 6-194 0 0,0 0 0 0 0,0 0 0 0 0,1 0-1 0 0,-1-1 1 0 0,0 1 0 0 0,0 0 0 0 0,1 0 0 0 0,-1 0 0 0 0,0 0 0 0 0,1-1 0 0 0,-1 1 0 0 0,0 0 0 0 0,0-1 0 0 0,1 1 0 0 0,-1 0 0 0 0,1-1 0 0 0,-1 1 0 0 0,0-1-1 0 0,1 1 1 0 0,-2-2 0 0 0,2 1-58 0 0,0 1-1 0 0,0 0 0 0 0,0-1 1 0 0,1 1-1 0 0,-1-1 1 0 0,0 1-1 0 0,0-1 0 0 0,0 1 1 0 0,0-1-1 0 0,0 1 1 0 0,1-1-1 0 0,-1 1 0 0 0,0 0 1 0 0,0-1-1 0 0,1 1 1 0 0,-1 0-1 0 0,0-1 0 0 0,1 1 1 0 0,-1-1-1 0 0,0 1 0 0 0,1 0 1 0 0,-1 0-1 0 0,1-1 1 0 0,27-15-4717 0 0,-1 8-1830 0 0,-12 4 882 0 0</inkml:trace>
</inkml:ink>
</file>

<file path=ppt/ink/ink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3:40.3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56 2332 0 0,'2'-24'13968'0'0,"-1"23"-13824"0"0,0-1 0 0 0,1 1 0 0 0,-1-1 0 0 0,0 1 0 0 0,0 0 0 0 0,1-1 0 0 0,-1 1 0 0 0,1 0 1 0 0,-1 0-1 0 0,1 0 0 0 0,0 0 0 0 0,-1 0 0 0 0,1 0 0 0 0,0 0 0 0 0,0 1 0 0 0,0-1 0 0 0,-1 1 0 0 0,1-1 0 0 0,0 1 0 0 0,3 0 0 0 0,50-5 65 0 0,-35 3-29 0 0,64-2-668 0 0,-36 3-3909 0 0</inkml:trace>
</inkml:ink>
</file>

<file path=ppt/ink/ink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3:40.6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 49 1812 0 0,'-19'-27'10374'0'0,"4"5"-3380"0"0,27 60-2164 0 0,-6-8-3633 0 0,-2-1 1 0 0,0 0-1 0 0,-1 46 1 0 0,0 6-679 0 0,2-27-3156 0 0</inkml:trace>
</inkml:ink>
</file>

<file path=ppt/ink/ink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3:41.0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92 2004 0 0,'5'-34'9290'0'0,"-4"28"-8373"0"0,1 0 1 0 0,1 0-1 0 0,-1 0 0 0 0,1 1 1 0 0,4-8-1 0 0,-5 12-754 0 0,0-1 0 0 0,0 0 0 0 0,1 1 0 0 0,-1-1-1 0 0,0 1 1 0 0,1 0 0 0 0,0 0 0 0 0,-1 0 0 0 0,1 0-1 0 0,-1 0 1 0 0,1 1 0 0 0,0-1 0 0 0,0 1 0 0 0,-1 0 0 0 0,1 0-1 0 0,0 0 1 0 0,3 0 0 0 0,-1 0 13 0 0,0 1 0 0 0,-1 0 0 0 0,1 0 0 0 0,0 0 1 0 0,0 1-1 0 0,0-1 0 0 0,-1 1 0 0 0,1 1 0 0 0,-1-1 0 0 0,8 5 0 0 0,-9-4-60 0 0,-1 0 0 0 0,1 0 0 0 0,-1 0-1 0 0,0 0 1 0 0,0 0 0 0 0,0 0 0 0 0,0 0 0 0 0,0 1 0 0 0,-1-1 0 0 0,1 1-1 0 0,-1-1 1 0 0,0 1 0 0 0,0-1 0 0 0,-1 1 0 0 0,1 0 0 0 0,-1 0 0 0 0,1-1-1 0 0,-1 1 1 0 0,0 0 0 0 0,-1 0 0 0 0,1-1 0 0 0,-1 1 0 0 0,1 0-1 0 0,-1-1 1 0 0,0 1 0 0 0,-3 5 0 0 0,-3 9 188 0 0,-1-1 1 0 0,-1 0-1 0 0,-1 0 0 0 0,-11 16 1 0 0,5-10 2 0 0,-56 85 2533 0 0,71-107-2706 0 0,3 0-107 0 0,-1 0 1 0 0,1-1 0 0 0,-1 1-1 0 0,1 0 1 0 0,0-1 0 0 0,-1 1-1 0 0,1-1 1 0 0,0 0 0 0 0,-1 0-1 0 0,1 1 1 0 0,0-1 0 0 0,-1 0-1 0 0,1 0 1 0 0,0-1 0 0 0,2 1-1 0 0,34-6 93 0 0,70-18-1 0 0,-67 13-100 0 0,45-13-723 0 0,-58 14-3359 0 0,-3-1-5071 0 0</inkml:trace>
</inkml:ink>
</file>

<file path=ppt/ink/ink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3:41.3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73 76 0 0,'9'-47'13984'0'0,"-4"21"-4743"0"0,-5 27-9179 0 0,6 7 1699 0 0,-3 17 74 0 0,0 1 1 0 0,-2 0 0 0 0,-3 40 0 0 0,1-24-1553 0 0,-1 81-273 0 0,-4 353 1 0 0,22-3-15 0 0,-5-329 4 0 0,11 261 0 0 0,-20-378-2292 0 0,-1-21 917 0 0,-1 1-1 0 0,1 0 0 0 0,-1 0 1 0 0,0-1-1 0 0,-2 13 0 0 0</inkml:trace>
</inkml:ink>
</file>

<file path=ppt/ink/ink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3:45.4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15 1864 0 0,'9'-14'13740'0'0,"-9"14"-13601"0"0,7 8 2447 0 0,6 23-1560 0 0,-9-22 49 0 0,4 14 96 0 0,0-1 1 0 0,-2 2-1 0 0,5 28 0 0 0,5 74 1538 0 0,-15-121-2628 0 0,5 104 1221 0 0,-5-98 77 0 0,2 11-6372 0 0</inkml:trace>
</inkml:ink>
</file>

<file path=ppt/ink/ink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3:46.0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71 155 1740 0 0,'8'-33'6506'0'0,"-5"20"-4163"0"0,-1 1-1 0 0,2 0 0 0 0,5-12 1 0 0,-8 21-2154 0 0,0 1 0 0 0,1-1 0 0 0,-1 0-1 0 0,1 1 1 0 0,0-1 0 0 0,0 1 0 0 0,0-1 0 0 0,0 1 0 0 0,0 0 0 0 0,0 0 0 0 0,1 0 0 0 0,-1 0 0 0 0,1 0 0 0 0,0 0 0 0 0,-1 1 0 0 0,6-3 0 0 0,6-1 89 0 0,0 1 0 0 0,1 1 0 0 0,-1 0 0 0 0,27-1-1 0 0,-36 3-241 0 0,0 1-1 0 0,0 0 1 0 0,-1 0-1 0 0,1 0 1 0 0,0 1-1 0 0,0 0 1 0 0,0 0-1 0 0,0 0 1 0 0,-1 0-1 0 0,1 1 1 0 0,0 0-1 0 0,-1 0 1 0 0,1 0-1 0 0,-1 1 1 0 0,0-1-1 0 0,0 1 1 0 0,7 6-1 0 0,-10-8-11 0 0,0 1 1 0 0,0-1-1 0 0,0 1 0 0 0,0-1 1 0 0,0 1-1 0 0,0 0 0 0 0,-1-1 1 0 0,1 1-1 0 0,0 0 0 0 0,-1-1 1 0 0,0 1-1 0 0,1 0 0 0 0,-1 0 1 0 0,0-1-1 0 0,0 1 0 0 0,0 0 1 0 0,0 2-1 0 0,-1 1 7 0 0,0-1 0 0 0,0 0 0 0 0,0 0 0 0 0,0 1 0 0 0,-1-1 1 0 0,-3 7-1 0 0,-3 1 18 0 0,0 0 0 0 0,0 0 0 0 0,-13 13-1 0 0,-67 64 172 0 0,49-50 62 0 0,37-38-100 0 0,30 3-93 0 0,-19-4-36 0 0,15-1-66 0 0,-1 2-1 0 0,0 0 1 0 0,40 9-1 0 0,-58-9 62 0 0,0 0 1 0 0,0 0 0 0 0,-1 1-1 0 0,1-1 1 0 0,0 1-1 0 0,-1 1 1 0 0,1-1-1 0 0,-1 1 1 0 0,1-1-1 0 0,-1 1 1 0 0,0 0-1 0 0,-1 1 1 0 0,1-1-1 0 0,0 1 1 0 0,-1 0-1 0 0,0-1 1 0 0,0 2-1 0 0,0-1 1 0 0,0 0 0 0 0,-1 0-1 0 0,1 1 1 0 0,-1 0-1 0 0,1 4 1 0 0,-2-5 39 0 0,0 0 0 0 0,0 0 0 0 0,-1 0 0 0 0,1 0 1 0 0,-1-1-1 0 0,0 1 0 0 0,0 0 0 0 0,-1 0 0 0 0,1 0 0 0 0,-1 0 1 0 0,0 0-1 0 0,0-1 0 0 0,0 1 0 0 0,-2 3 0 0 0,0-1-3 0 0,0 0 0 0 0,0 0 0 0 0,-1-1-1 0 0,0 1 1 0 0,0-1 0 0 0,0 0 0 0 0,-9 7 0 0 0,2-2-17 0 0,-1-1 0 0 0,0-1 0 0 0,0 0 0 0 0,-1-1 0 0 0,0 0 0 0 0,-24 8 0 0 0,11-7-862 0 0,-1-2 0 0 0,0-1 0 0 0,-32 2 0 0 0,9-1-4682 0 0,1 3-3765 0 0,29-5 1417 0 0</inkml:trace>
</inkml:ink>
</file>

<file path=ppt/ink/ink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3:46.5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155 61 2700 0 0,'-12'-4'16505'0'0,"11"4"-16318"0"0,-1 0 1 0 0,1 0-1 0 0,0 1 0 0 0,-1-1 1 0 0,1 0-1 0 0,0 1 0 0 0,0-1 1 0 0,-1 1-1 0 0,1-1 0 0 0,0 1 1 0 0,0-1-1 0 0,0 1 0 0 0,-1 0 1 0 0,1 0-1 0 0,0-1 0 0 0,0 1 1 0 0,0 0-1 0 0,0 0 0 0 0,0 0 1 0 0,1 0-1 0 0,-2 2 0 0 0,-19 31 1172 0 0,14-22-622 0 0,-6 11-387 0 0,1 0 0 0 0,1 0 0 0 0,0 1 0 0 0,2 0-1 0 0,1 0 1 0 0,1 1 0 0 0,1 1 0 0 0,2-1 0 0 0,-3 28 0 0 0,7-48-327 0 0,0-1 0 0 0,0 1 0 0 0,0 0 0 0 0,1-1 0 0 0,-1 1 0 0 0,1 0 0 0 0,0-1 1 0 0,0 1-1 0 0,1-1 0 0 0,0 1 0 0 0,-1-1 0 0 0,1 0 0 0 0,1 0 0 0 0,-1 0 0 0 0,1 0 1 0 0,-1 0-1 0 0,1 0 0 0 0,0-1 0 0 0,1 1 0 0 0,4 3 0 0 0,-2-3-10 0 0,0 0 0 0 0,0 0 0 0 0,1-1 0 0 0,-1 0 0 0 0,1 0 0 0 0,-1-1 0 0 0,1 1-1 0 0,0-1 1 0 0,0-1 0 0 0,0 0 0 0 0,1 0 0 0 0,11 0 0 0 0,0 0-6 0 0,0-2-1 0 0,0 0 0 0 0,0-1 1 0 0,0-1-1 0 0,-1-1 1 0 0,1 0-1 0 0,-1-1 1 0 0,0-2-1 0 0,0 1 1 0 0,32-19-1 0 0,-40 19-16 0 0,-1 0 0 0 0,1-1 0 0 0,-2 0 0 0 0,1 0-1 0 0,-1-1 1 0 0,0 0 0 0 0,-1-1 0 0 0,0 1 0 0 0,0-1 0 0 0,-1-1-1 0 0,0 1 1 0 0,0-1 0 0 0,-1 0 0 0 0,-1-1 0 0 0,1 1 0 0 0,-2-1 0 0 0,0 0-1 0 0,0 0 1 0 0,2-19 0 0 0,-4 19-34 0 0,0 0 1 0 0,-2 1-1 0 0,1-1 0 0 0,-1 0 1 0 0,-1 1-1 0 0,0-1 0 0 0,0 1 1 0 0,-1-1-1 0 0,0 1 0 0 0,-1 0 1 0 0,0 0-1 0 0,-1 1 0 0 0,0-1 0 0 0,0 1 1 0 0,-1 0-1 0 0,0 1 0 0 0,-1-1 1 0 0,0 1-1 0 0,0 0 0 0 0,0 1 1 0 0,-1 0-1 0 0,-1 0 0 0 0,1 0 1 0 0,-1 1-1 0 0,0 1 0 0 0,-15-8 1 0 0,20 11-431 0 0,0 1 0 0 0,0-1 1 0 0,0 1-1 0 0,-1 0 1 0 0,1 0-1 0 0,-8 0 0 0 0,10 1-74 0 0,-1 0-1 0 0,1 0 0 0 0,-1 0 0 0 0,1 0 0 0 0,-1 1 1 0 0,1-1-1 0 0,0 1 0 0 0,-1-1 0 0 0,1 1 0 0 0,-1 0 1 0 0,1 0-1 0 0,-3 2 0 0 0,-1 5-3008 0 0</inkml:trace>
</inkml:ink>
</file>

<file path=ppt/ink/ink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3:46.9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97 121 464 0 0,'22'-30'20347'0'0,"-34"49"-18486"0"0,-6 9-445 0 0,1 0 0 0 0,2 2 1 0 0,-15 38-1 0 0,24-54-1263 0 0,1 1 0 0 0,1-1 0 0 0,1 1 0 0 0,0 0 0 0 0,0 0 0 0 0,2 0 0 0 0,0 1 0 0 0,1-1 0 0 0,2 21 0 0 0,-2-32-130 0 0,0-1-1 0 0,1 0 1 0 0,0 1-1 0 0,0-1 0 0 0,0 0 1 0 0,0 0-1 0 0,0 0 0 0 0,1 0 1 0 0,-1 0-1 0 0,1 0 1 0 0,0 0-1 0 0,0 0 0 0 0,0 0 1 0 0,0-1-1 0 0,1 1 0 0 0,-1-1 1 0 0,0 0-1 0 0,1 0 1 0 0,0 0-1 0 0,0 0 0 0 0,3 2 1 0 0,-1-2-7 0 0,0-1 1 0 0,0 1 0 0 0,0-1 0 0 0,0 0 0 0 0,0 0-1 0 0,0 0 1 0 0,0-1 0 0 0,0 0 0 0 0,1 0 0 0 0,-1 0-1 0 0,0-1 1 0 0,0 0 0 0 0,6-1 0 0 0,-1-1-26 0 0,0 0 1 0 0,-1-1 0 0 0,0 0-1 0 0,1-1 1 0 0,-2 0 0 0 0,1 0-1 0 0,0-1 1 0 0,-1 0 0 0 0,0 0-1 0 0,-1-1 1 0 0,1 0 0 0 0,-1-1-1 0 0,11-15 1 0 0,-8 9 5 0 0,-1 1-1 0 0,-1-1 1 0 0,0 0 0 0 0,-1-1 0 0 0,-1 0-1 0 0,0 0 1 0 0,-1 0 0 0 0,4-18 0 0 0,-8 25 46 0 0,0 0-1 0 0,0 1 1 0 0,-1-1 0 0 0,0 0 0 0 0,0 0 0 0 0,-1 1 0 0 0,0-1 0 0 0,0 0-1 0 0,-1 1 1 0 0,0-1 0 0 0,0 1 0 0 0,0 0 0 0 0,-1 0 0 0 0,-1 0 0 0 0,1 0-1 0 0,-1 0 1 0 0,0 1 0 0 0,-10-12 0 0 0,2 4-531 0 0,-1 1-1 0 0,0 0 1 0 0,-19-13 0 0 0,-19-12-6601 0 0,41 31 5020 0 0</inkml:trace>
</inkml:ink>
</file>

<file path=ppt/ink/ink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3:47.5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10 155 2680 0 0,'-5'-130'23078'0'0,"2"111"-18676"0"0,2 14-3386 0 0,1 10-314 0 0,1-3-553 0 0,-2-1-125 0 0,1 1 0 0 0,0-1 0 0 0,0 1 0 0 0,0-1 0 0 0,1 1 0 0 0,-1-1 0 0 0,0 1 0 0 0,1-1 0 0 0,-1 0 0 0 0,0 1 0 0 0,1-1 0 0 0,1 3 0 0 0,0 1 19 0 0,0-1 0 0 0,-1 1 0 0 0,1 0-1 0 0,-1 0 1 0 0,0 0 0 0 0,0 0 0 0 0,-1 0-1 0 0,1 0 1 0 0,-2 8 0 0 0,15 186-43 0 0,8 211 0 0 0,-9-5 0 0 0,5 350 0 0 0,-23-367-6389 0 0,2-349 648 0 0,1-16-3807 0 0</inkml:trace>
</inkml:ink>
</file>

<file path=ppt/ink/ink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3:48.6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176 7 216 0 0,'-17'-3'1335'0'0,"1"1"-1"0"0,-1 1 1 0 0,-19 0-1 0 0,31 1-1168 0 0,3 0 187 0 0,-2 1 42 0 0,-11 0 89 0 0,11-1 31 0 0,-33 0 6395 0 0,15 4 335 0 0,26-2-6410 0 0,39 3-427 0 0,92-4-252 0 0,8 1-3788 0 0,-48 6-6565 0 0,-77-4 3409 0 0</inkml:trace>
</inkml:ink>
</file>

<file path=ppt/ink/ink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3:48.8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85 29 8 0 0,'-83'41'16331'0'0,"82"-36"-15110"0"0,1-1-429 0 0,15-3-210 0 0,270-40-1372 0 0,-158 19-3540 0 0,-70 11-193 0 0,-1-3-2364 0 0</inkml:trace>
</inkml:ink>
</file>

<file path=ppt/ink/ink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3:49.2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248 119 2068 0 0,'-11'-11'4219'0'0,"0"-1"0"0"0,-19-14 0 0 0,6 7-407 0 0,23 18-3567 0 0,-1-1-1 0 0,0 1 1 0 0,1 0 0 0 0,-1 0-1 0 0,0 0 1 0 0,0 0 0 0 0,0 0-1 0 0,0 0 1 0 0,0 0-1 0 0,0 0 1 0 0,0 1 0 0 0,0-1-1 0 0,0 1 1 0 0,0 0 0 0 0,0-1-1 0 0,-1 1 1 0 0,1 0 0 0 0,-4 1-1 0 0,3 0-47 0 0,-1 0 0 0 0,1 0 0 0 0,0 0 0 0 0,-1 0 0 0 0,1 1 0 0 0,0-1 0 0 0,0 1 0 0 0,0 0 0 0 0,0 0 0 0 0,-4 4-1 0 0,0 1 72 0 0,0 1 0 0 0,0-1 0 0 0,0 1 0 0 0,1 1 0 0 0,1-1 0 0 0,-10 19 0 0 0,8-9-45 0 0,0 0 1 0 0,1 0-1 0 0,1 1 0 0 0,1 0 1 0 0,1 0-1 0 0,0 0 0 0 0,2 1 0 0 0,0-1 1 0 0,1 0-1 0 0,1 1 0 0 0,0-1 1 0 0,6 23-1 0 0,-3-24-164 0 0,0 0 1 0 0,1-1-1 0 0,1 0 1 0 0,0 0-1 0 0,2 0 1 0 0,0-1-1 0 0,1 0 0 0 0,0-1 1 0 0,1 0-1 0 0,1 0 1 0 0,0-1-1 0 0,1 0 1 0 0,16 13-1 0 0,-23-22-40 0 0,1 0 0 0 0,0-1-1 0 0,0 0 1 0 0,1 0 0 0 0,-1 0-1 0 0,1-1 1 0 0,0 0 0 0 0,0 0 0 0 0,0-1-1 0 0,0 0 1 0 0,0 0 0 0 0,1-1 0 0 0,-1 1-1 0 0,1-2 1 0 0,7 1 0 0 0,-5-2-3 0 0,-1 0 1 0 0,1 0-1 0 0,-1-1 1 0 0,1 0-1 0 0,-1-1 0 0 0,0 0 1 0 0,0-1-1 0 0,-1 0 1 0 0,1 0-1 0 0,12-9 1 0 0,-3 1-31 0 0,-2-1 0 0 0,0-1 0 0 0,0-1 1 0 0,-1 0-1 0 0,-1-1 0 0 0,-1 0 0 0 0,0-1 0 0 0,-1-1 1 0 0,18-35-1 0 0,-21 33 42 0 0,0-1 0 0 0,-2 1 0 0 0,0-1 0 0 0,-2-1 0 0 0,0 1 0 0 0,-1-1 0 0 0,-1 0 0 0 0,-1-41 0 0 0,-2 52-41 0 0,-1 0 0 0 0,-1 0 0 0 0,0 0 0 0 0,-1 0 0 0 0,0 0 1 0 0,0 1-1 0 0,-1-1 0 0 0,-7-13 0 0 0,7 17-91 0 0,0 0-1 0 0,-1 0 1 0 0,0 1 0 0 0,-1-1-1 0 0,1 1 1 0 0,-1 0-1 0 0,0 0 1 0 0,-1 1 0 0 0,1 0-1 0 0,-1 0 1 0 0,0 1-1 0 0,-9-5 1 0 0,2 3-484 0 0,0 0 1 0 0,0 1-1 0 0,-1 1 0 0 0,0 1 1 0 0,1 0-1 0 0,-1 1 0 0 0,0 0 1 0 0,0 1-1 0 0,-18 1 0 0 0,0 2-2494 0 0,1 2 0 0 0,0 1 0 0 0,-38 10-1 0 0,15 0-6391 0 0</inkml:trace>
</inkml:ink>
</file>

<file path=ppt/ink/ink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3:53.1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73 86 1844 0 0,'0'0'1546'0'0,"3"-12"3339"0"0,-4-4-212 0 0,-4 24-1766 0 0,-3 31-1192 0 0,7-37-1765 0 0,-15 102 1137 0 0,-2 108 1 0 0,10-107-923 0 0,5 18 679 0 0,0-113 280 0 0,-1-17-829 0 0,0-19-233 0 0,0-102-171 0 0,16-162 0 0 0,-10 268 77 0 0,2-1 0 0 0,10-40 1 0 0,-11 56 22 0 0,-1 0 0 0 0,1-1 1 0 0,0 1-1 0 0,0 0 0 0 0,1 1 1 0 0,0-1-1 0 0,0 1 1 0 0,1-1-1 0 0,-1 1 0 0 0,1 0 1 0 0,1 1-1 0 0,5-6 0 0 0,-9 10 7 0 0,0-1-1 0 0,0 1 0 0 0,-1 0 0 0 0,1 0 1 0 0,0 0-1 0 0,0 0 0 0 0,0 0 1 0 0,1 1-1 0 0,-1-1 0 0 0,0 1 0 0 0,0-1 1 0 0,0 1-1 0 0,0 0 0 0 0,1-1 1 0 0,-1 1-1 0 0,0 1 0 0 0,0-1 0 0 0,0 0 1 0 0,1 0-1 0 0,1 1 0 0 0,0 1 4 0 0,0-1 0 0 0,-1 1-1 0 0,1 0 1 0 0,-1 0 0 0 0,0 0 0 0 0,0 1-1 0 0,0-1 1 0 0,0 1 0 0 0,0-1-1 0 0,4 6 1 0 0,2 5 24 0 0,1 0 0 0 0,-2 1 0 0 0,0 0 0 0 0,8 21 0 0 0,61 180 97 0 0,-42-109-59 0 0,-5-30-1456 0 0,-18-50-2460 0 0,1 0-4314 0 0</inkml:trace>
</inkml:ink>
</file>

<file path=ppt/ink/ink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3:53.3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73 102 2580 0 0,'-59'-13'10568'0'0,"57"13"-9725"0"0,1-1-718 0 0,1 1 1 0 0,-1 0-1 0 0,0 0 0 0 0,1 0 0 0 0,-1 0 0 0 0,0-1 0 0 0,1 1 1 0 0,-1 0-1 0 0,1-1 0 0 0,-1 1 0 0 0,1 0 0 0 0,-1-1 0 0 0,1 1 1 0 0,-1-1-1 0 0,1 1 0 0 0,-1-1 0 0 0,0 0 0 0 0,3-2-60 0 0,0 1-1 0 0,0-1 1 0 0,1 1 0 0 0,-1 0-1 0 0,1-1 1 0 0,-1 1-1 0 0,1 1 1 0 0,0-1 0 0 0,-1 0-1 0 0,1 1 1 0 0,0-1-1 0 0,5-1 1 0 0,45-14-134 0 0,-46 15-38 0 0,93-21-5164 0 0,-63 16 719 0 0,-12 2-129 0 0</inkml:trace>
</inkml:ink>
</file>

<file path=ppt/ink/ink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3:53.9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63 45 760 0 0,'-2'0'2123'0'0,"-6"0"-797"0"0,-23 1 8011 0 0,25-1-9274 0 0,3 0 1195 0 0,-1 0-536 0 0,4 0-675 0 0,-1 0 0 0 0,1 0 0 0 0,0 0 0 0 0,0 0 0 0 0,-1 0 0 0 0,1 0 0 0 0,0 0 0 0 0,-1 0 0 0 0,1 0 0 0 0,0 0 0 0 0,-1 0 0 0 0,1 0 0 0 0,0 0 0 0 0,0 0 0 0 0,-1 0 0 0 0,1 0 0 0 0,0-1 0 0 0,0 1 0 0 0,-1 0 0 0 0,1 0-1 0 0,0 0 1 0 0,0 0 0 0 0,-1-1 0 0 0,1 1 0 0 0,0 0 0 0 0,0 0 0 0 0,0 0 0 0 0,-1-1 0 0 0,1 1 0 0 0,0-2-20 0 0,1 1 0 0 0,-1 0-1 0 0,0-1 1 0 0,1 1-1 0 0,0 0 1 0 0,-1 0 0 0 0,1-1-1 0 0,0 1 1 0 0,-1 0 0 0 0,1 0-1 0 0,0 0 1 0 0,0 0 0 0 0,0 0-1 0 0,0 0 1 0 0,0 0 0 0 0,0 0-1 0 0,0 0 1 0 0,2 0-1 0 0,27-13 131 0 0,-20 10-119 0 0,-6 3-28 0 0,1 1 0 0 0,-1-1-1 0 0,1 1 1 0 0,-1-1 0 0 0,0 1 0 0 0,1 0 0 0 0,-1 1-1 0 0,1-1 1 0 0,-1 1 0 0 0,0 0 0 0 0,1 0 0 0 0,-1 0-1 0 0,0 0 1 0 0,0 1 0 0 0,0 0 0 0 0,6 3 0 0 0,-8-4-8 0 0,0 1 0 0 0,0-1 0 0 0,0 0 0 0 0,0 1 1 0 0,-1-1-1 0 0,1 1 0 0 0,-1 0 0 0 0,1-1 0 0 0,-1 1 1 0 0,1 0-1 0 0,-1 0 0 0 0,0 0 0 0 0,0 0 0 0 0,0 0 1 0 0,0 0-1 0 0,-1 0 0 0 0,2 4 0 0 0,-1-2 4 0 0,-1 0 0 0 0,1 1 0 0 0,-1-1 0 0 0,0 0 0 0 0,0 1 0 0 0,-1-1 0 0 0,1 0 0 0 0,-3 7 0 0 0,0 0 7 0 0,0 0 1 0 0,-1-1-1 0 0,-1 1 0 0 0,0-1 0 0 0,-12 18 0 0 0,-19 18 491 0 0,34-45-379 0 0,2-1-109 0 0,0 0-1 0 0,0 0 1 0 0,-1 0 0 0 0,1 0 0 0 0,0 1-1 0 0,-1-1 1 0 0,1 0 0 0 0,0 0-1 0 0,0 0 1 0 0,0 1 0 0 0,-1-1-1 0 0,1 0 1 0 0,0 0 0 0 0,0 1 0 0 0,0-1-1 0 0,-1 0 1 0 0,1 1 0 0 0,0-1-1 0 0,0 0 1 0 0,0 0 0 0 0,0 1 0 0 0,0-1-1 0 0,0 0 1 0 0,0 1 0 0 0,0-1-1 0 0,0 1 1 0 0,8 0 1 0 0,6 0-6 0 0,-9-1-7 0 0,0 0-1 0 0,0 0 1 0 0,0 1-1 0 0,0 0 1 0 0,0 0-1 0 0,8 4 1 0 0,-5-3 39 0 0,0 0 0 0 0,0 1 0 0 0,-1 0 0 0 0,1 1 0 0 0,-1 0 1 0 0,0 0-1 0 0,0 0 0 0 0,0 1 0 0 0,8 7 0 0 0,-13-10 89 0 0,-1-1 0 0 0,1 1 0 0 0,-1 0 0 0 0,0-1 0 0 0,0 1 0 0 0,1 0 0 0 0,-1-1 0 0 0,0 1 0 0 0,-1 0 0 0 0,1 0 0 0 0,0 0 0 0 0,0 0 0 0 0,-1 0 0 0 0,1 0 0 0 0,-1 0 0 0 0,0 0 0 0 0,1 0 0 0 0,-1 1 0 0 0,0-1 0 0 0,0 0 0 0 0,-1 0 0 0 0,1 0 0 0 0,0 0 0 0 0,-1 0 0 0 0,1 0 0 0 0,-1 0 0 0 0,0 0 0 0 0,1 0 0 0 0,-1 0 0 0 0,0 0 0 0 0,0 0 0 0 0,0-1 0 0 0,-1 1 0 0 0,1 0 0 0 0,0-1-1 0 0,-1 1 1 0 0,1-1 0 0 0,-1 1 0 0 0,1-1 0 0 0,-3 2 0 0 0,-3 2 89 0 0,-1-1 0 0 0,1 1-1 0 0,-1-1 1 0 0,0-1-1 0 0,-1 1 1 0 0,1-1 0 0 0,-17 3-1 0 0,8-3-102 0 0,-1-1-1 0 0,-32 0 1 0 0,47-2-154 0 0,-14-2-33 0 0,14 2-90 0 0,-2-1-344 0 0,-3 1-262 0 0</inkml:trace>
</inkml:ink>
</file>

<file path=ppt/ink/ink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3:54.5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12 122 180 0 0,'0'-3'2710'0'0,"-4"-14"1856"0"0,-4-16 2102 0 0,8-1-3588 0 0,1 33-3038 0 0,0-1 0 0 0,-1 0-1 0 0,1 1 1 0 0,0-1 0 0 0,0 1-1 0 0,0-1 1 0 0,1 1 0 0 0,-1 0 0 0 0,0-1-1 0 0,0 1 1 0 0,1 0 0 0 0,-1 0-1 0 0,1 0 1 0 0,-1 0 0 0 0,1 0 0 0 0,-1 0-1 0 0,1 0 1 0 0,0 0 0 0 0,-1 1-1 0 0,1-1 1 0 0,3 0 0 0 0,35-7 144 0 0,-38 7-169 0 0,4 1-4 0 0,-1 0 0 0 0,1 0 0 0 0,-1 1 0 0 0,1-1 0 0 0,-1 1 0 0 0,0 1 0 0 0,1-1 0 0 0,-1 1 0 0 0,0 0 0 0 0,0 0 0 0 0,0 0 1 0 0,0 0-1 0 0,0 1 0 0 0,-1 0 0 0 0,8 6 0 0 0,-9-5 2 0 0,0-1 0 0 0,0 1 1 0 0,0 0-1 0 0,-1 0 0 0 0,1 0 0 0 0,-1 0 1 0 0,0 0-1 0 0,0 0 0 0 0,-1 1 1 0 0,1-1-1 0 0,-1 1 0 0 0,0-1 1 0 0,0 1-1 0 0,-1-1 0 0 0,1 1 0 0 0,-1 0 1 0 0,0-1-1 0 0,0 1 0 0 0,-1 0 1 0 0,1-1-1 0 0,-1 1 0 0 0,-2 8 0 0 0,-1-1 100 0 0,-1 1 0 0 0,0-1 0 0 0,0 0-1 0 0,-1-1 1 0 0,-1 1 0 0 0,-13 17-1 0 0,0-14 496 0 0,11-11-191 0 0,9-4-411 0 0,0-1 1 0 0,0 1-1 0 0,-1 0 1 0 0,1 0-1 0 0,0 0 1 0 0,0 0-1 0 0,0 0 1 0 0,0 0-1 0 0,0 0 1 0 0,0 0-1 0 0,0 0 1 0 0,-1 0-1 0 0,1 0 1 0 0,0 0-1 0 0,0-1 1 0 0,0 1-1 0 0,0 0 1 0 0,0 0-1 0 0,0 0 1 0 0,0 0-1 0 0,0 0 1 0 0,0 0-1 0 0,0-1 1 0 0,0 1-1 0 0,0 0 1 0 0,0 0-1 0 0,-1 0 1 0 0,1 0-1 0 0,0 0 1 0 0,0 0-1 0 0,0-1 0 0 0,0 1 1 0 0,0 0-1 0 0,1 0 1 0 0,-1 0-1 0 0,0 0 1 0 0,0 0-1 0 0,0-1 1 0 0,0 1-1 0 0,0 0 1 0 0,0 0-1 0 0,0 0 1 0 0,0 0-1 0 0,0 0 1 0 0,0 0-1 0 0,0-1 1 0 0,0 1-1 0 0,0 0 1 0 0,1 0-1 0 0,1-2 0 0 0,14-5-6 0 0,-8 6-4 0 0,0 1 2 0 0,2 0 0 0 0,-1 0 1 0 0,0 0-1 0 0,0 1 0 0 0,0 0 0 0 0,0 1 0 0 0,0 0 1 0 0,0 0-1 0 0,0 1 0 0 0,-1 0 0 0 0,1 1 0 0 0,8 4 1 0 0,-15-7-1 0 0,4 2 65 0 0,1 1 0 0 0,-1 0-1 0 0,0 0 1 0 0,0 0 0 0 0,0 1 0 0 0,0 0-1 0 0,-1 0 1 0 0,0 0 0 0 0,0 1 0 0 0,0 0 0 0 0,-1 0-1 0 0,7 12 1 0 0,-9-15 54 0 0,-1 0 0 0 0,0 0 0 0 0,0 0 0 0 0,0 0 0 0 0,-1 0 0 0 0,1 1 0 0 0,-1-1 0 0 0,1 0 0 0 0,-1 0 0 0 0,0 1 0 0 0,-1-1 0 0 0,1 0 0 0 0,0 0 0 0 0,-1 0 0 0 0,0 1 0 0 0,0-1 0 0 0,0 0 0 0 0,0 0 0 0 0,0 0 0 0 0,0 0 0 0 0,-1 0 0 0 0,0-1 0 0 0,1 1 0 0 0,-1 0 0 0 0,0-1 0 0 0,0 1 0 0 0,-1-1 0 0 0,1 0 0 0 0,0 0 0 0 0,-1 1 0 0 0,-3 1 0 0 0,1-1-14 0 0,0 1 0 0 0,0-1 0 0 0,-1 0 0 0 0,1-1 0 0 0,-1 1 0 0 0,0-1 0 0 0,1 0 1 0 0,-1-1-1 0 0,0 1 0 0 0,0-1 0 0 0,0-1 0 0 0,0 1 0 0 0,0-1 0 0 0,-8 0 0 0 0,7 0-128 0 0,-1-1-1 0 0,1 0 0 0 0,-1 0 0 0 0,1-1 0 0 0,0 0 1 0 0,0 0-1 0 0,0-1 0 0 0,0 0 0 0 0,0 0 0 0 0,-12-8 0 0 0,19 10-107 0 0,-1 1 0 0 0,0-1 0 0 0,1 1 0 0 0,-1-1 0 0 0,1 0 0 0 0,-1 1 0 0 0,1-1 0 0 0,0 0-1 0 0,-1 0 1 0 0,1 1 0 0 0,0-1 0 0 0,-1 0 0 0 0,1 0 0 0 0,0 1 0 0 0,0-1 0 0 0,0 0 0 0 0,-1 0-1 0 0,1 0 1 0 0,0 0 0 0 0,0 1 0 0 0,0-1 0 0 0,1 0 0 0 0,-1 0 0 0 0,0 0 0 0 0,0 1 0 0 0,0-1-1 0 0,1-1 1 0 0,9-17-3827 0 0,-4 14 1740 0 0,0 0-1 0 0,0 0 1 0 0,0 1-1 0 0,11-7 1 0 0,-2 4-3773 0 0</inkml:trace>
</inkml:ink>
</file>

<file path=ppt/ink/ink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3:54.7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40 2512 0 0,'-6'-8'17615'0'0,"9"6"-17511"0"0,0 1 0 0 0,-1-1 0 0 0,1 1 0 0 0,0 0 0 0 0,0 0 0 0 0,1 0 0 0 0,-1 0 0 0 0,0 0 0 0 0,4 0 0 0 0,44-4 110 0 0,-25 2-101 0 0,58-6-2993 0 0,-30 7-6730 0 0</inkml:trace>
</inkml:ink>
</file>

<file path=ppt/ink/ink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3:54.9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65 28 640 0 0,'-61'46'16551'0'0,"57"-39"-13443"0"0,13-7-3139 0 0,6-2 196 0 0,1-1-1 0 0,-1-1 1 0 0,27-9-1 0 0,6-3-766 0 0,61-6-4417 0 0,-50 10-1024 0 0,-19 4-815 0 0</inkml:trace>
</inkml:ink>
</file>

<file path=ppt/ink/ink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3:55.4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79 65 1712 0 0,'-3'0'2196'0'0,"-50"13"11822"0"0,37-8-9811 0 0,9-1-3097 0 0,15-4 1207 0 0,16-5-912 0 0,216-73-156 0 0,-238 78-1312 0 0,15-4-1526 0 0,4 4-6429 0 0</inkml:trace>
</inkml:ink>
</file>

<file path=ppt/ink/ink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3:55.7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69 2960 0 0,'5'-31'10357'0'0,"8"-7"2096"0"0,-9 42-12237 0 0,1-1 0 0 0,-1 0 0 0 0,1 1 0 0 0,-1 0 0 0 0,0 0 0 0 0,-1 0 0 0 0,1 0-1 0 0,-1 1 1 0 0,1-1 0 0 0,-1 1 0 0 0,-1 0 0 0 0,1 0 0 0 0,3 11 0 0 0,4 11 1559 0 0,9 42 1 0 0,-11-37-1353 0 0,46 194-423 0 0,-32-125 0 0 0,-9-68-9534 0 0</inkml:trace>
</inkml:ink>
</file>

<file path=ppt/ink/ink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3:55.9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75 46 1216 0 0,'-4'-16'6235'0'0,"-8"-14"3794"0"0,15 30-9705 0 0,-1 1 0 0 0,0-1 0 0 0,0 1 0 0 0,0 0 0 0 0,0 0 0 0 0,0 0 1 0 0,0 0-1 0 0,0 0 0 0 0,0 0 0 0 0,0 0 0 0 0,-1 0 0 0 0,1 1 0 0 0,2 1 0 0 0,23 26 1604 0 0,-17-18-1275 0 0,8 9-76 0 0,-2 1 1 0 0,0 0-1 0 0,-1 1 1 0 0,-1 1-1 0 0,16 36 1 0 0,-14-21-92 0 0,-1 0 1 0 0,17 74-1 0 0,-25-74-276 0 0,-1-1 0 0 0,-2 1 0 0 0,-2-1 0 0 0,-4 66 0 0 0,0-74-399 0 0,-2-1 0 0 0,-1-1 0 0 0,-1 1 0 0 0,-2-1 0 0 0,0 0 0 0 0,-24 49 0 0 0,24-60-749 0 0,-1-1 0 0 0,-1 0 0 0 0,0 0 0 0 0,-1-1 0 0 0,0-1-1 0 0,-2 0 1 0 0,-24 21 0 0 0,27-26-689 0 0,-1 0 0 0 0,-1-1 1 0 0,1-1-1 0 0,-1 1 0 0 0,0-2 0 0 0,-22 8 0 0 0,-5-4-6325 0 0</inkml:trace>
</inkml:ink>
</file>

<file path=ppt/ink/ink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3:56.2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149 3 2008 0 0,'-3'-1'448'0'0,"1"1"0"0"0,-1-1 0 0 0,0 1 0 0 0,1 0 0 0 0,-1 0 0 0 0,1 0 0 0 0,-1 0 0 0 0,0 0 0 0 0,1 1 0 0 0,-1-1 0 0 0,0 1 0 0 0,1-1 0 0 0,-1 1 0 0 0,1 0 0 0 0,-1 0 0 0 0,1 0 0 0 0,-4 3 0 0 0,2-1 51 0 0,0 0 0 0 0,0 0 1 0 0,1 1-1 0 0,0-1 0 0 0,0 1 0 0 0,0 0 0 0 0,0 0 1 0 0,0 0-1 0 0,-2 5 0 0 0,-3 9 652 0 0,1 0-1 0 0,1 0 0 0 0,-8 35 1 0 0,14-51-1057 0 0,-11 49 851 0 0,3 0-1 0 0,2 0 1 0 0,2 0-1 0 0,5 97 1 0 0,3-109-827 0 0,1 1 0 0 0,2-1 0 0 0,2 0-1 0 0,1-1 1 0 0,2 0 0 0 0,31 67 0 0 0,-35-90-405 0 0,1 0-1 0 0,0-1 0 0 0,0 0 1 0 0,2 0-1 0 0,0-1 0 0 0,23 21 1 0 0,-25-26-709 0 0,1 0 1 0 0,1-1-1 0 0,20 12 1 0 0,-21-15-671 0 0,0 0-1 0 0,0 0 1 0 0,0 0 0 0 0,20 3 0 0 0,6-3-6912 0 0</inkml:trace>
</inkml:ink>
</file>

<file path=ppt/ink/ink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3:56.9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14 168 1812 0 0,'-5'-22'5274'0'0,"3"11"-2319"0"0,-1 0 0 0 0,0-19-1 0 0,2 27-2735 0 0,1 0 0 0 0,1 0 0 0 0,-1 0-1 0 0,0 0 1 0 0,1 0 0 0 0,-1 0 0 0 0,1 0-1 0 0,0 0 1 0 0,0 0 0 0 0,0 0 0 0 0,1 0-1 0 0,-1 1 1 0 0,1-1 0 0 0,2-3 0 0 0,-1 2-154 0 0,0 0-1 0 0,1 1 1 0 0,-1-1 0 0 0,1 1 0 0 0,0 0 0 0 0,0 0-1 0 0,1 0 1 0 0,-1 0 0 0 0,0 1 0 0 0,1-1-1 0 0,0 1 1 0 0,-1 0 0 0 0,1 1 0 0 0,0-1 0 0 0,0 1-1 0 0,8-1 1 0 0,-10 2-59 0 0,0-1 1 0 0,0 1-1 0 0,0 0 0 0 0,0 0 1 0 0,0 0-1 0 0,0 0 0 0 0,0 1 1 0 0,0-1-1 0 0,-1 1 0 0 0,1 0 0 0 0,0 0 1 0 0,0 0-1 0 0,0 0 0 0 0,-1 0 1 0 0,1 1-1 0 0,-1-1 0 0 0,1 1 0 0 0,-1-1 1 0 0,0 1-1 0 0,1 0 0 0 0,-1 0 1 0 0,0 0-1 0 0,0 0 0 0 0,0 1 0 0 0,-1-1 1 0 0,1 0-1 0 0,2 5 0 0 0,-1-2 9 0 0,-1 1-1 0 0,0-1 0 0 0,0 1 1 0 0,0 0-1 0 0,0 0 0 0 0,-1 0 1 0 0,0 0-1 0 0,0 0 0 0 0,-1 0 1 0 0,0 0-1 0 0,0 9 0 0 0,-2-4 30 0 0,0 0-1 0 0,0 0 1 0 0,-1 0-1 0 0,-1-1 1 0 0,-9 20-1 0 0,-31 47 299 0 0,25-46-51 0 0,18-30-247 0 0,1-1-43 0 0,0 1 1 0 0,0-1-1 0 0,0 1 0 0 0,0-1 0 0 0,0 0 0 0 0,0 1 0 0 0,0-1 0 0 0,0 0 0 0 0,1 1 1 0 0,-1-1-1 0 0,0 0 0 0 0,0 1 0 0 0,0-1 0 0 0,0 0 0 0 0,1 0 0 0 0,-1 1 0 0 0,0-1 0 0 0,0 0 1 0 0,1 1-1 0 0,-1-1 0 0 0,0 0 0 0 0,0 0 0 0 0,1 0 0 0 0,-1 1 0 0 0,0-1 0 0 0,1 0 1 0 0,-1 0-1 0 0,0 0 0 0 0,1 0 0 0 0,0 1 0 0 0,13-2-4 0 0,0 2-1 0 0,1 0 1 0 0,-1 0 0 0 0,0 2-1 0 0,0 0 1 0 0,0 0 0 0 0,0 1-1 0 0,-1 1 1 0 0,1 0 0 0 0,-1 1-1 0 0,22 13 1 0 0,-31-15 146 0 0,1-1 0 0 0,-1 1 0 0 0,0-1 0 0 0,0 1 0 0 0,0 0 0 0 0,0 1 0 0 0,4 6 0 0 0,-8-10-108 0 0,1 0-1 0 0,0 1 1 0 0,-1-1 0 0 0,1 1 0 0 0,-1-1 0 0 0,1 1 0 0 0,-1-1-1 0 0,0 1 1 0 0,0-1 0 0 0,1 1 0 0 0,-1-1 0 0 0,0 1-1 0 0,0-1 1 0 0,-1 1 0 0 0,1-1 0 0 0,0 1 0 0 0,0-1 0 0 0,-1 1-1 0 0,1-1 1 0 0,-1 1 0 0 0,1-1 0 0 0,-1 0 0 0 0,0 1 0 0 0,1-1-1 0 0,-1 0 1 0 0,0 1 0 0 0,0-1 0 0 0,0 0 0 0 0,0 0 0 0 0,0 0-1 0 0,0 0 1 0 0,0 0 0 0 0,-1 0 0 0 0,1 0 0 0 0,-2 1 0 0 0,-2 1-63 0 0,-1 0 0 0 0,0 0 0 0 0,0 0 0 0 0,0-1 0 0 0,0 0 0 0 0,-1 0 0 0 0,1-1 0 0 0,0 0 1 0 0,-1 0-1 0 0,1 0 0 0 0,-1-1 0 0 0,1 0 0 0 0,-1 0 0 0 0,0 0 0 0 0,1-1 0 0 0,0 0 0 0 0,-1 0 1 0 0,1-1-1 0 0,0 0 0 0 0,-1 0 0 0 0,1-1 0 0 0,-6-3 0 0 0,11 6-118 0 0,1 0 1 0 0,0-1-1 0 0,-1 1 0 0 0,1 0 0 0 0,0-1 1 0 0,0 1-1 0 0,-1-1 0 0 0,1 1 0 0 0,0 0 0 0 0,0-1 1 0 0,-1 1-1 0 0,1-1 0 0 0,0 1 0 0 0,0-1 1 0 0,0 1-1 0 0,0-1 0 0 0,0 1 0 0 0,0-1 0 0 0,0 1 1 0 0,0-1-1 0 0,0 1 0 0 0,0-1 0 0 0,0 1 1 0 0,0-1-1 0 0,0 1 0 0 0,0-1 0 0 0,0 1 1 0 0,1 0-1 0 0,-1-1 0 0 0,0 1 0 0 0,0-1 0 0 0,1 1 1 0 0,-1-1-1 0 0,0 1 0 0 0,1-1 0 0 0,9-12-4913 0 0</inkml:trace>
</inkml:ink>
</file>

<file path=ppt/ink/ink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3:57.1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53 2352 0 0,'-12'-14'17563'0'0,"12"13"-17299"0"0,105-13 970 0 0,-41 5-1567 0 0,7-1-5036 0 0,-53 6-1381 0 0</inkml:trace>
</inkml:ink>
</file>

<file path=ppt/ink/ink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3:57.4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 24 1528 0 0,'-39'-24'17047'0'0,"39"25"-16881"0"0,-1 0 1 0 0,1 0-1 0 0,0 0 0 0 0,-1 0 1 0 0,1 0-1 0 0,0 0 0 0 0,-1 0 0 0 0,1 0 1 0 0,0 0-1 0 0,0 0 0 0 0,0 0 1 0 0,0 0-1 0 0,0 1 0 0 0,0-1 1 0 0,0 0-1 0 0,1 0 0 0 0,-1 0 1 0 0,0 0-1 0 0,1 0 0 0 0,0 1 0 0 0,11 28 913 0 0,-7-18-527 0 0,5 19 89 0 0,-2 0-1 0 0,8 53 1 0 0,-5-21-1918 0 0,4-1-4143 0 0,-7-41 1593 0 0</inkml:trace>
</inkml:ink>
</file>

<file path=ppt/ink/ink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3:57.8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135 137 136 0 0,'1'-40'8912'0'0,"8"-3"-3962"0"0,-8 40-4795 0 0,0 0 1 0 0,0 0-1 0 0,1 0 0 0 0,-1 0 0 0 0,0 0 0 0 0,1 1 1 0 0,0-1-1 0 0,0 1 0 0 0,0-1 0 0 0,0 1 0 0 0,0 0 0 0 0,0-1 1 0 0,1 1-1 0 0,-1 0 0 0 0,1 1 0 0 0,-1-1 0 0 0,1 0 1 0 0,0 1-1 0 0,-1-1 0 0 0,1 1 0 0 0,0 0 0 0 0,0 0 1 0 0,0 0-1 0 0,0 1 0 0 0,0-1 0 0 0,4 0 0 0 0,-4 1-96 0 0,0-1 0 0 0,1 1 0 0 0,-1 0 0 0 0,0 0 0 0 0,0 1 0 0 0,1-1 0 0 0,-1 1 0 0 0,0-1 0 0 0,0 1 0 0 0,0 0 0 0 0,0 0 0 0 0,1 1 0 0 0,-2-1 0 0 0,1 0 0 0 0,0 1 0 0 0,0 0 0 0 0,0 0 0 0 0,-1 0 0 0 0,1 0 0 0 0,-1 0 0 0 0,1 0 0 0 0,-1 1 0 0 0,0-1 0 0 0,0 1 0 0 0,0-1 0 0 0,0 1 0 0 0,-1 0 0 0 0,1 0 0 0 0,-1 0 0 0 0,0 0 0 0 0,0 0 0 0 0,0 0 0 0 0,0 0 0 0 0,0 0 0 0 0,0 6 0 0 0,-1-1 0 0 0,0-1 1 0 0,-1 1-1 0 0,0 0 0 0 0,0-1 1 0 0,0 0-1 0 0,-1 1 1 0 0,-1-1-1 0 0,1 0 0 0 0,-1 0 1 0 0,-7 13-1 0 0,-4 3 83 0 0,-27 35 0 0 0,32-46-68 0 0,-15 15 187 0 0,23-25-168 0 0,1-2-91 0 0,0 1 1 0 0,0 0 0 0 0,1-1 0 0 0,-1 1-1 0 0,0 0 1 0 0,0 0 0 0 0,1-1 0 0 0,-1 1-1 0 0,1 0 1 0 0,-1-1 0 0 0,0 1 0 0 0,1-1-1 0 0,-1 1 1 0 0,1 0 0 0 0,-1-1 0 0 0,1 1-1 0 0,0-1 1 0 0,-1 0 0 0 0,1 1 0 0 0,-1-1-1 0 0,1 1 1 0 0,0-1 0 0 0,1 1 0 0 0,21 7 10 0 0,-9-4 3 0 0,-3 1 10 0 0,0 1 0 0 0,0 0 1 0 0,0 1-1 0 0,-1 0 0 0 0,0 0 0 0 0,13 12 1 0 0,-21-17 6 0 0,0 0 1 0 0,0 0-1 0 0,-1 0 1 0 0,1 0-1 0 0,0 0 1 0 0,-1 0-1 0 0,0 1 1 0 0,1-1-1 0 0,-1 0 1 0 0,0 1-1 0 0,0-1 1 0 0,0 1-1 0 0,-1-1 1 0 0,1 1-1 0 0,0 0 1 0 0,-1-1-1 0 0,0 1 1 0 0,0 0 0 0 0,1-1-1 0 0,-2 1 1 0 0,1 0-1 0 0,0-1 1 0 0,0 1-1 0 0,-1-1 1 0 0,0 1-1 0 0,1 0 1 0 0,-1-1-1 0 0,0 1 1 0 0,0-1-1 0 0,0 0 1 0 0,-1 1-1 0 0,1-1 1 0 0,-1 0-1 0 0,1 0 1 0 0,-1 1-1 0 0,0-1 1 0 0,-2 2-1 0 0,-3 3-26 0 0,-1-1-1 0 0,0 0 0 0 0,0 0 0 0 0,0-1 0 0 0,-1 0 0 0 0,0 0 0 0 0,0-1 0 0 0,0 0 0 0 0,0 0 0 0 0,0-1 0 0 0,-1-1 0 0 0,-17 3 0 0 0,7-1-1254 0 0,-36-1 0 0 0,-15-6-5148 0 0,50 0 1612 0 0,1-1-2444 0 0</inkml:trace>
</inkml:ink>
</file>

<file path=ppt/ink/ink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3:58.6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 85 1292 0 0,'0'-3'1943'0'0,"-16"-79"15188"0"0,20 93-15754 0 0,22 73 2222 0 0,14 92-1 0 0,3 90-2291 0 0,-4-16-1603 0 0,-36-234-918 0 0,7 35-2295 0 0,-4-35-1291 0 0</inkml:trace>
</inkml:ink>
</file>

<file path=ppt/ink/ink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4:01.4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 8 388 0 0,'-7'-8'10806'0'0,"5"10"-10635"0"0,1 0 0 0 0,-1 0 1 0 0,0-1-1 0 0,0 1 0 0 0,1 1 0 0 0,0-1 1 0 0,-1 0-1 0 0,1 0 0 0 0,0 1 0 0 0,0-1 1 0 0,0 0-1 0 0,0 1 0 0 0,0-1 1 0 0,0 4-1 0 0,-7 46 504 0 0,5-35-500 0 0,0 9-105 0 0,0 0 0 0 0,2 0 0 0 0,2 34 0 0 0,0-48-825 0 0,1 0 1 0 0,5 20-1 0 0,6-7-5345 0 0</inkml:trace>
</inkml:ink>
</file>

<file path=ppt/ink/ink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4:01.9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4 133 1880 0 0,'-2'-36'7009'0'0,"1"27"-5702"0"0,1 1 0 0 0,-1-1 0 0 0,1 1-1 0 0,1-1 1 0 0,2-13 0 0 0,-2 20-1250 0 0,1 0 0 0 0,-1 0 0 0 0,1 0 0 0 0,0 0 0 0 0,-1 0 0 0 0,1 1 0 0 0,0-1 0 0 0,0 1 0 0 0,0-1 0 0 0,0 1 0 0 0,1 0 0 0 0,-1 0 1 0 0,0 0-1 0 0,0 0 0 0 0,1 0 0 0 0,-1 0 0 0 0,4 0 0 0 0,1-1-35 0 0,1 1 0 0 0,0 0 0 0 0,0 0 0 0 0,0 0 0 0 0,0 1 0 0 0,0 1 1 0 0,0-1-1 0 0,-1 1 0 0 0,1 1 0 0 0,0-1 0 0 0,0 1 0 0 0,-1 1 0 0 0,1-1 0 0 0,-1 1 0 0 0,14 8 0 0 0,-16-8-18 0 0,0 0 0 0 0,0 1 0 0 0,0 0 0 0 0,0 0 0 0 0,-1 0 0 0 0,1 0 0 0 0,-1 1 0 0 0,0 0-1 0 0,-1-1 1 0 0,1 1 0 0 0,-1 1 0 0 0,0-1 0 0 0,0 1 0 0 0,-1-1 0 0 0,1 1 0 0 0,-1 0 0 0 0,0-1 0 0 0,-1 1 0 0 0,0 0-1 0 0,2 12 1 0 0,-3-7 18 0 0,-1 0 0 0 0,0 0 0 0 0,0 0 0 0 0,-1 0-1 0 0,0 0 1 0 0,-1-1 0 0 0,0 1 0 0 0,-1-1 0 0 0,0 1 0 0 0,-1-1-1 0 0,0 0 1 0 0,-1-1 0 0 0,1 0 0 0 0,-14 16 0 0 0,-16 21 780 0 0,34-45-702 0 0,0 7 162 0 0,17-11-240 0 0,-1-1 0 0 0,0-1 0 0 0,0 0-1 0 0,24-13 1 0 0,21-7-6 0 0,-45 20-115 0 0,14-6-269 0 0,1 1 0 0 0,0 2 0 0 0,38-5 0 0 0,-51 15-1122 0 0,-9 14-5708 0 0,-8-15 6910 0 0,0 0 0 0 0,0 0 0 0 0,0-1 0 0 0,0 1 0 0 0,-1 0 0 0 0,1 0 0 0 0,0-1 1 0 0,-1 2-1 0 0</inkml:trace>
</inkml:ink>
</file>

<file path=ppt/ink/ink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4:02.5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29 159 2048 0 0,'0'0'1670'0'0,"-15"-38"11274"0"0,11 41-12765 0 0,4-3-175 0 0,0 0 0 0 0,-1 0 0 0 0,1 0 1 0 0,0 0-1 0 0,0 0 0 0 0,-1 0 0 0 0,1 0 0 0 0,0 0 1 0 0,0 0-1 0 0,-1 0 0 0 0,1 0 0 0 0,0 0 0 0 0,0 0 0 0 0,-1 0 1 0 0,1 1-1 0 0,0-1 0 0 0,0 0 0 0 0,-1 0 0 0 0,1 0 1 0 0,0 0-1 0 0,0 1 0 0 0,0-1 0 0 0,0 0 0 0 0,-1 0 0 0 0,1 0 1 0 0,0 1-1 0 0,0-1 0 0 0,0 0 0 0 0,0 0 0 0 0,0 1 1 0 0,0-1-1 0 0,0 0 0 0 0,-2 9 48 0 0,1-1 0 0 0,1 1 0 0 0,-1-1 0 0 0,1 0 0 0 0,1 1 0 0 0,0-1 0 0 0,0 1 1 0 0,4 14-1 0 0,-3-18-43 0 0,0-1 0 0 0,0 0 0 0 0,0 0 0 0 0,1 1 0 0 0,-1-1 0 0 0,1-1 0 0 0,0 1 1 0 0,0 0-1 0 0,0-1 0 0 0,1 0 0 0 0,-1 1 0 0 0,1-1 0 0 0,0 0 0 0 0,0-1 0 0 0,0 1 0 0 0,0-1 1 0 0,6 3-1 0 0,1-1 9 0 0,1-1 1 0 0,-1 0-1 0 0,0 0 1 0 0,1-1-1 0 0,0 0 1 0 0,-1-1-1 0 0,1-1 0 0 0,0 0 1 0 0,-1 0-1 0 0,1-1 1 0 0,0-1-1 0 0,-1 0 1 0 0,1 0-1 0 0,-1-1 1 0 0,14-6-1 0 0,-19 7-9 0 0,0-1 0 0 0,0 0-1 0 0,0 0 1 0 0,-1-1 0 0 0,1 1-1 0 0,-1-1 1 0 0,0 0 0 0 0,0-1-1 0 0,0 1 1 0 0,-1-1 0 0 0,1 0-1 0 0,4-8 1 0 0,-6 8-5 0 0,-1 0 0 0 0,0 1 1 0 0,0-1-1 0 0,0-1 0 0 0,0 1 0 0 0,-1 0 1 0 0,0 0-1 0 0,0 0 0 0 0,-1-1 0 0 0,1 1 1 0 0,-1 0-1 0 0,0-1 0 0 0,-1 1 0 0 0,1-1 1 0 0,-1 1-1 0 0,0 0 0 0 0,-2-6 0 0 0,1 4-2 0 0,-1 0-1 0 0,0 0 0 0 0,0 0 0 0 0,0 0 1 0 0,-1 0-1 0 0,0 1 0 0 0,-1 0 1 0 0,1 0-1 0 0,-1 0 0 0 0,0 0 0 0 0,-1 1 1 0 0,1 0-1 0 0,-1 0 0 0 0,0 0 1 0 0,0 1-1 0 0,-1 0 0 0 0,1 0 0 0 0,-11-4 1 0 0,12 6-5 0 0,-1-1 0 0 0,0 1 0 0 0,0 0 0 0 0,-1 1 0 0 0,1 0 0 0 0,0 0 1 0 0,0 0-1 0 0,-1 0 0 0 0,1 1 0 0 0,0 0 0 0 0,-1 1 0 0 0,1-1 0 0 0,0 1 0 0 0,-1 1 0 0 0,1-1 1 0 0,0 1-1 0 0,0 0 0 0 0,0 0 0 0 0,0 1 0 0 0,1-1 0 0 0,-1 2 0 0 0,-8 4 0 0 0,12-6-126 0 0,-1 0 0 0 0,1 0 0 0 0,0 0 0 0 0,0 0 0 0 0,0 1 1 0 0,0-1-1 0 0,0 1 0 0 0,0-1 0 0 0,1 1 0 0 0,-1-1 0 0 0,1 1 0 0 0,0 0 0 0 0,-1 0 0 0 0,1 0 0 0 0,1 0 0 0 0,-1 0 0 0 0,0 4 0 0 0,1-5-237 0 0,-1 0 0 0 0,2 0 1 0 0,-1 0-1 0 0,0 1 0 0 0,0-1 0 0 0,1 0 1 0 0,-1 0-1 0 0,1 0 0 0 0,0 0 0 0 0,-1 0 1 0 0,1 0-1 0 0,0 0 0 0 0,0 0 0 0 0,1 0 0 0 0,-1 0 1 0 0,0 0-1 0 0,1-1 0 0 0,-1 1 0 0 0,1 0 1 0 0,-1-1-1 0 0,1 1 0 0 0,0-1 0 0 0,2 2 1 0 0</inkml:trace>
</inkml:ink>
</file>

<file path=ppt/ink/ink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4:02.9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20 159 816 0 0,'-17'-46'15640'0'0,"16"46"-15596"0"0,1 0 1 0 0,0 0 0 0 0,0-1-1 0 0,0 1 1 0 0,0 0 0 0 0,-1 0 0 0 0,1-1-1 0 0,0 1 1 0 0,0 0 0 0 0,0-1 0 0 0,0 1-1 0 0,0 0 1 0 0,0-1 0 0 0,0 1 0 0 0,0 0-1 0 0,0-1 1 0 0,0 1 0 0 0,0 0 0 0 0,0-1-1 0 0,0 1 1 0 0,0 0 0 0 0,0 0 0 0 0,0-1-1 0 0,0 1 1 0 0,0 0 0 0 0,1-1 0 0 0,-1 1-1 0 0,0 0 1 0 0,0 0 0 0 0,0-1 0 0 0,0 1-1 0 0,1 0 1 0 0,-1 0 0 0 0,0-1 0 0 0,1 1-1 0 0,7-15 697 0 0,-7 13-675 0 0,5-4 17 0 0,0 1 0 0 0,0-1 0 0 0,0 1 0 0 0,1 0-1 0 0,0 0 1 0 0,0 1 0 0 0,0 0 0 0 0,12-5 0 0 0,6-1-6 0 0,30-7 1 0 0,-54 17-73 0 0,43-9-898 0 0,-26 10-2296 0 0</inkml:trace>
</inkml:ink>
</file>

<file path=ppt/ink/ink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4:03.4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120 1 712 0 0,'0'0'287'0'0,"-12"4"2301"0"0,-1 1 0 0 0,1 0 0 0 0,-17 11 0 0 0,25-13-2360 0 0,0 1 0 0 0,0-1 0 0 0,0 0 1 0 0,1 1-1 0 0,-1 0 0 0 0,1 0 0 0 0,0 0 0 0 0,0 0 0 0 0,1 0 0 0 0,-1 1 0 0 0,1-1 0 0 0,-3 8 0 0 0,4-8-146 0 0,-1 0 0 0 0,0 1 0 0 0,1-1 0 0 0,0 0 0 0 0,0 1 0 0 0,1-1 0 0 0,-1 1 0 0 0,1 0 0 0 0,0-1 0 0 0,0 1 1 0 0,0-1-1 0 0,1 1 0 0 0,-1-1 0 0 0,4 10 0 0 0,-4-13-67 0 0,1 0 1 0 0,0 0-1 0 0,-1 0 1 0 0,1 0-1 0 0,0 0 0 0 0,0 0 1 0 0,0 0-1 0 0,0 0 1 0 0,0 0-1 0 0,0-1 1 0 0,0 1-1 0 0,0 0 1 0 0,0 0-1 0 0,0-1 0 0 0,0 1 1 0 0,0-1-1 0 0,0 1 1 0 0,1-1-1 0 0,-1 0 1 0 0,0 1-1 0 0,0-1 1 0 0,1 0-1 0 0,-1 0 0 0 0,0 0 1 0 0,2 0-1 0 0,1 0 5 0 0,0 0 0 0 0,0 0 0 0 0,-1-1 0 0 0,1 1 0 0 0,0-1 0 0 0,6-2-1 0 0,11-6 19 0 0,-10 4-18 0 0,1 0 0 0 0,0 1 0 0 0,0 0-1 0 0,16-2 1 0 0,-23 4-19 0 0,0 1 0 0 0,0 0 0 0 0,0 1 0 0 0,0-1 1 0 0,1 1-1 0 0,-1 0 0 0 0,0 0 0 0 0,0 1 0 0 0,0-1 0 0 0,1 1 0 0 0,-1 0 0 0 0,0 1 0 0 0,0-1 0 0 0,8 5 0 0 0,-12-6 0 0 0,3 2 75 0 0,0 0-1 0 0,0 1 1 0 0,0-1 0 0 0,-1 1 0 0 0,1-1 0 0 0,-1 1 0 0 0,0 0-1 0 0,0 1 1 0 0,0-1 0 0 0,0 0 0 0 0,0 1 0 0 0,-1 0-1 0 0,1 0 1 0 0,-1-1 0 0 0,0 1 0 0 0,0 1 0 0 0,-1-1 0 0 0,3 6-1 0 0,-3-6 78 0 0,0-1 0 0 0,-1 1 0 0 0,1 0 0 0 0,-1-1 0 0 0,1 1 0 0 0,-1 0 0 0 0,0-1 0 0 0,0 1-1 0 0,-1 0 1 0 0,1-1 0 0 0,-1 1 0 0 0,0 0 0 0 0,0-1 0 0 0,0 1 0 0 0,0-1 0 0 0,-1 0 0 0 0,1 1-1 0 0,-1-1 1 0 0,0 0 0 0 0,0 0 0 0 0,0 0 0 0 0,-3 3 0 0 0,0-3-65 0 0,1 0 0 0 0,-1-1 0 0 0,1 1 0 0 0,-1-1 0 0 0,0 0 0 0 0,0-1 0 0 0,0 1 0 0 0,0-1 0 0 0,0 0 0 0 0,0 0 0 0 0,0-1 0 0 0,-1 0 0 0 0,-4 0 0 0 0,5 1-38 0 0,-5-1-75 0 0,0-1 1 0 0,0 1-1 0 0,1-2 0 0 0,-1 1 0 0 0,0-1 0 0 0,-12-5 1 0 0,21 7-169 0 0,0-1 1 0 0,0 1 0 0 0,0 0 0 0 0,0-1-1 0 0,0 0 1 0 0,0 1 0 0 0,0-1 0 0 0,0 1-1 0 0,0-1 1 0 0,0 0 0 0 0,1 0 0 0 0,-1 0-1 0 0,0 1 1 0 0,0-1 0 0 0,1 0-1 0 0,-1 0 1 0 0,1 0 0 0 0,-2-1 0 0 0</inkml:trace>
</inkml:ink>
</file>

<file path=ppt/ink/ink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4:03.7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58 1740 0 0,'-11'-34'6334'0'0,"5"10"3048"0"0,21 38-7232 0 0,3 42-22 0 0,-2 1-1 0 0,15 103 0 0 0,-29-147-2077 0 0,29 198 1088 0 0,20 109-857 0 0,-47-301-1453 0 0,1 0 1 0 0,10 29-1 0 0,-12-42 153 0 0,0 1 1 0 0,1-1-1 0 0,-1 0 1 0 0,7 8-1 0 0,-7-11-89 0 0,0 0 0 0 0,-1 0 0 0 0,1-1 0 0 0,0 1 0 0 0,1-1 0 0 0,-1 0-1 0 0,0 1 1 0 0,7 2 0 0 0</inkml:trace>
</inkml:ink>
</file>

<file path=ppt/ink/ink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4:04.0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0 166 2224 0 0,'0'-2'2592'0'0,"4"-47"9930"0"0,0 29-9755 0 0,-2 18-2664 0 0,-1 0 0 0 0,1 0 1 0 0,0 0-1 0 0,0 0 1 0 0,0 0-1 0 0,1 1 1 0 0,-1-1-1 0 0,0 1 1 0 0,1-1-1 0 0,-1 1 0 0 0,0 0 1 0 0,5-2-1 0 0,-1 0-15 0 0,24-10 142 0 0,0 1-1 0 0,63-15 1 0 0,-28 13-2654 0 0,-60 13 797 0 0,0 0 0 0 0,0 1 1 0 0,0-1-1 0 0,0 2 1 0 0,8 0-1 0 0</inkml:trace>
</inkml:ink>
</file>

<file path=ppt/ink/ink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4:04.3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93 1 180 0 0,'-20'14'8848'0'0,"-43"23"0"0"0,54-29-7266 0 0,15-3-57 0 0,15-2-644 0 0,-1-5-668 0 0,1-1 1 0 0,33-10-1 0 0,18-2-150 0 0,-8 7-1375 0 0,-16 2-2151 0 0,-4 0-6417 0 0</inkml:trace>
</inkml:ink>
</file>

<file path=ppt/ink/ink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4:07.7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43 114 704 0 0,'-42'-34'12874'0'0,"130"19"-10315"0"0,-57 6-2590 0 0,89-26 687 0 0,-42 17-3298 0 0,-71 16 1074 0 0,-3 2 1619 0 0</inkml:trace>
</inkml:ink>
</file>

<file path=ppt/ink/ink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4:08.2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195 1 640 0 0,'-4'0'1852'0'0,"-3"0"-1278"0"0,0 0 0 0 0,0 1 0 0 0,0 0 1 0 0,0 0-1 0 0,0 1 0 0 0,0 0 0 0 0,0 0 1 0 0,1 1-1 0 0,-1-1 0 0 0,1 2 0 0 0,-1-1 1 0 0,1 1-1 0 0,0-1 0 0 0,-8 9 1 0 0,6-5-258 0 0,1 0 1 0 0,0 1 0 0 0,1 0-1 0 0,0 0 1 0 0,0 0 0 0 0,1 1 0 0 0,0 0-1 0 0,0 0 1 0 0,1 0 0 0 0,-3 11 0 0 0,3-9-129 0 0,0 1 0 0 0,2 0 0 0 0,-1 0 0 0 0,0 18 1 0 0,3-25-125 0 0,-1 0 0 0 0,1 0 0 0 0,1 0 0 0 0,-1 0 0 0 0,1 0 0 0 0,0 0 0 0 0,0 0 0 0 0,0-1 0 0 0,1 1 0 0 0,-1 0 0 0 0,1-1 0 0 0,0 1 0 0 0,4 5 0 0 0,-5-9-41 0 0,0 0 0 0 0,1 0 0 0 0,-1 0 1 0 0,0-1-1 0 0,0 1 0 0 0,1 0 0 0 0,-1-1 0 0 0,0 1 0 0 0,1-1 1 0 0,-1 1-1 0 0,0-1 0 0 0,1 0 0 0 0,-1 1 0 0 0,1-1 0 0 0,-1 0 1 0 0,0 0-1 0 0,1 0 0 0 0,-1 0 0 0 0,3-1 0 0 0,28-6 190 0 0,18-16 13 0 0,-35 15-169 0 0,1 1 1 0 0,0 0 0 0 0,0 1 0 0 0,26-5-1 0 0,-36 10-12 0 0,0 1 0 0 0,0-1 0 0 0,0 2 0 0 0,0-1 0 0 0,-1 0 0 0 0,1 1 0 0 0,0 0 0 0 0,0 1 0 0 0,-1-1 0 0 0,1 1 0 0 0,-1 0-1 0 0,1 1 1 0 0,-1-1 0 0 0,0 1 0 0 0,0 0 0 0 0,0 0 0 0 0,0 1 0 0 0,0 0 0 0 0,-1-1 0 0 0,0 1 0 0 0,0 1 0 0 0,0-1 0 0 0,0 1 0 0 0,-1-1 0 0 0,1 1 0 0 0,-1 0-1 0 0,4 10 1 0 0,-3-8 193 0 0,-1 0 0 0 0,0 1 0 0 0,0 0 0 0 0,-1 0 0 0 0,0 0 1 0 0,0 0-1 0 0,-1 0 0 0 0,0 0 0 0 0,-1 0 0 0 0,1 1 0 0 0,-1-1 0 0 0,-1 0 0 0 0,0 0 0 0 0,0 0 0 0 0,-1 1 0 0 0,0-1 0 0 0,0-1 0 0 0,0 1 0 0 0,-5 8 0 0 0,3-9-62 0 0,1-1-1 0 0,-1 0 1 0 0,-1 1 0 0 0,1-2 0 0 0,-1 1-1 0 0,0 0 1 0 0,0-1 0 0 0,-1 0 0 0 0,0 0 0 0 0,0-1-1 0 0,0 0 1 0 0,0 0 0 0 0,-1 0 0 0 0,1 0-1 0 0,-1-1 1 0 0,-7 2 0 0 0,2-2-85 0 0,1 0 1 0 0,0-1-1 0 0,-1-1 1 0 0,1 0-1 0 0,-1 0 0 0 0,1-1 1 0 0,-1-1-1 0 0,1 0 0 0 0,-21-4 1 0 0,-49-17-1186 0 0</inkml:trace>
</inkml:ink>
</file>

<file path=ppt/ink/ink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4:08.4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0 126 948 0 0,'7'-32'13925'0'0,"-5"29"-13571"0"0,1-1 1 0 0,0 1 0 0 0,0 1 0 0 0,0-1 0 0 0,0 0-1 0 0,1 1 1 0 0,-1-1 0 0 0,1 1 0 0 0,-1 0 0 0 0,1 0-1 0 0,0 1 1 0 0,6-3 0 0 0,60-16 620 0 0,-49 15-766 0 0,12-2-968 0 0,42-4 1 0 0,3-1-10191 0 0,-60 8 5150 0 0</inkml:trace>
</inkml:ink>
</file>

<file path=ppt/ink/ink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4:08.9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79 74 1444 0 0,'-12'-28'14450'0'0,"11"29"-14310"0"0,-13 17 2109 0 0,-3 26-423 0 0,7-8-1033 0 0,1 0 0 0 0,-4 49 0 0 0,11-72-723 0 0,2 1 0 0 0,0-1 0 0 0,0 0 0 0 0,2 0-1 0 0,-1 0 1 0 0,2 1 0 0 0,0-2 0 0 0,0 1 0 0 0,1 0 0 0 0,6 12 0 0 0,-9-22-63 0 0,0-1 0 0 0,0 1 0 0 0,0-1 1 0 0,1 1-1 0 0,-1-1 0 0 0,1 0 0 0 0,0 1 0 0 0,0-1 0 0 0,0 0 1 0 0,0 0-1 0 0,0 0 0 0 0,0 0 0 0 0,0-1 0 0 0,1 1 1 0 0,-1-1-1 0 0,1 1 0 0 0,-1-1 0 0 0,1 0 0 0 0,-1 0 1 0 0,1 0-1 0 0,0 0 0 0 0,-1 0 0 0 0,1-1 0 0 0,0 1 0 0 0,0-1 1 0 0,0 0-1 0 0,0 0 0 0 0,-1 0 0 0 0,1 0 0 0 0,0 0 1 0 0,0 0-1 0 0,0-1 0 0 0,-1 0 0 0 0,1 1 0 0 0,0-1 1 0 0,4-2-1 0 0,1-1-6 0 0,1 0 1 0 0,-1-1 0 0 0,0 0-1 0 0,0 0 1 0 0,-1-1-1 0 0,1 1 1 0 0,-1-2 0 0 0,0 1-1 0 0,10-14 1 0 0,-9 8-21 0 0,0-1 0 0 0,-1-1 0 0 0,0 1 1 0 0,-1-1-1 0 0,-1-1 0 0 0,0 1 0 0 0,-1-1 1 0 0,0 1-1 0 0,-1-1 0 0 0,-1 0 0 0 0,-1 0 0 0 0,0-1 1 0 0,0 1-1 0 0,-2 0 0 0 0,0 0 0 0 0,-3-15 0 0 0,2 22 23 0 0,0 1 1 0 0,-1 0-1 0 0,0 0 0 0 0,0 0 0 0 0,-1 0 0 0 0,1 1 0 0 0,-2-1 0 0 0,1 1 0 0 0,-1 0 0 0 0,1 0 0 0 0,-2 0 0 0 0,1 1 0 0 0,-1 0 0 0 0,1 0 0 0 0,-1 0 0 0 0,-1 1 0 0 0,1 0 0 0 0,-1 0 0 0 0,1 1 0 0 0,-1-1 0 0 0,0 2 0 0 0,0-1 0 0 0,-10-2 0 0 0,15 5-116 0 0,0-1-1 0 0,0 1 1 0 0,0-1-1 0 0,0 1 1 0 0,0 0-1 0 0,0 0 0 0 0,0 0 1 0 0,0 0-1 0 0,0 0 1 0 0,0 0-1 0 0,0 1 1 0 0,0-1-1 0 0,0 1 1 0 0,0-1-1 0 0,0 1 1 0 0,0 0-1 0 0,-2 1 1 0 0,3-1-207 0 0,0-1 1 0 0,0 1 0 0 0,0 0-1 0 0,0 0 1 0 0,0 0-1 0 0,0 0 1 0 0,0 0 0 0 0,1 0-1 0 0,-1 0 1 0 0,0 1 0 0 0,1-1-1 0 0,-1 0 1 0 0,1 0-1 0 0,-1 0 1 0 0,1 1 0 0 0,0-1-1 0 0,-1 0 1 0 0,1 1-1 0 0,0-1 1 0 0,0 3 0 0 0,0-4 46 0 0,0 1 0 0 0,0 0 0 0 0,0 0 0 0 0,1-1 0 0 0,-1 1 0 0 0,0 0-1 0 0,0-1 1 0 0,1 1 0 0 0,-1 0 0 0 0,0-1 0 0 0,1 1 0 0 0,3 3-1632 0 0</inkml:trace>
</inkml:ink>
</file>

<file path=ppt/ink/ink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4:09.1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25 2248 0 0,'9'-6'16643'0'0,"1"3"-16270"0"0,0 0 1 0 0,1 1-1 0 0,-1 0 1 0 0,18 0-1 0 0,-3-1-274 0 0,32 0-2375 0 0,-52 3 276 0 0,1 0 0 0 0,-1 1 0 0 0,0-1 0 0 0,11 3 0 0 0</inkml:trace>
</inkml:ink>
</file>

<file path=ppt/ink/ink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4:09.4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63 70 828 0 0,'-58'35'18936'0'0,"56"-31"-17521"0"0,-1 1 110 0 0,15-4-1005 0 0,49-10 119 0 0,74-21 1 0 0,-32 5-928 0 0,-28 10-2091 0 0,-6 1-1847 0 0,-2-1-4002 0 0,-38 8 1250 0 0</inkml:trace>
</inkml:ink>
</file>

<file path=ppt/ink/ink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4:09.7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30 136 2080 0 0,'-8'-14'6109'0'0,"-13"-23"4802"0"0,21 25-8550 0 0,1 11-2259 0 0,1-1 0 0 0,-1 0 1 0 0,1 1-1 0 0,0 0 1 0 0,0-1-1 0 0,-1 1 1 0 0,1 0-1 0 0,0 0 0 0 0,0 0 1 0 0,0 0-1 0 0,0 0 1 0 0,0 0-1 0 0,5-1 0 0 0,34-5 456 0 0,-28 6-439 0 0,60-10 238 0 0,116-17-37 0 0,-127 21-5380 0 0,-43 6-463 0 0</inkml:trace>
</inkml:ink>
</file>

<file path=ppt/ink/ink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4:10.2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158 1 1904 0 0,'-3'0'1776'0'0,"-4"2"-696"0"0,0-1 0 0 0,1 1 0 0 0,-1 0 0 0 0,0 1 0 0 0,1 0 0 0 0,-1 0 0 0 0,1 0-1 0 0,0 1 1 0 0,-11 7 0 0 0,11-5-551 0 0,0 0-1 0 0,1-1 0 0 0,0 2 0 0 0,0-1 0 0 0,0 1 0 0 0,0 0 0 0 0,1 0 0 0 0,-6 14 0 0 0,5-8-156 0 0,0 1 0 0 0,0 1 0 0 0,1-1 0 0 0,-3 25 0 0 0,6-32-288 0 0,1 1 0 0 0,-1-1 1 0 0,1 0-1 0 0,1 0 0 0 0,-1 0 0 0 0,1 0 0 0 0,0 0 0 0 0,1 0 1 0 0,0 0-1 0 0,0 0 0 0 0,5 12 0 0 0,-5-17-61 0 0,-1 0-1 0 0,1 0 1 0 0,-1-1-1 0 0,1 1 1 0 0,-1-1-1 0 0,1 1 1 0 0,0-1-1 0 0,0 1 1 0 0,0-1-1 0 0,0 0 1 0 0,0 0-1 0 0,0 0 1 0 0,0 0-1 0 0,1 0 1 0 0,-1 0-1 0 0,0-1 1 0 0,0 1-1 0 0,1-1 1 0 0,-1 1-1 0 0,0-1 1 0 0,1 0-1 0 0,-1 0 1 0 0,0 0-1 0 0,4-1 1 0 0,6 0-20 0 0,1-1 1 0 0,0 0 0 0 0,14-6-1 0 0,-21 6 17 0 0,28-7 30 0 0,-4 0-65 0 0,0 0-1 0 0,1 3 0 0 0,60-6 1 0 0,-82 11 53 0 0,0 2-1 0 0,0-1 1 0 0,0 1 0 0 0,0 0 0 0 0,0 1 0 0 0,0 0 0 0 0,0 0-1 0 0,0 1 1 0 0,-1 0 0 0 0,1 1 0 0 0,-1 0 0 0 0,0 0 0 0 0,0 1-1 0 0,-1-1 1 0 0,1 2 0 0 0,-1-1 0 0 0,0 1 0 0 0,8 9-1 0 0,-9-9 182 0 0,-1 1 0 0 0,1 0 0 0 0,-1 1 0 0 0,0-1-1 0 0,-1 1 1 0 0,0 0 0 0 0,0 0 0 0 0,-1 1 0 0 0,0-1-1 0 0,0 1 1 0 0,-1-1 0 0 0,0 1 0 0 0,-1 0-1 0 0,0 0 1 0 0,0 0 0 0 0,-1 0 0 0 0,0 0 0 0 0,0-1-1 0 0,-1 1 1 0 0,0 0 0 0 0,-1 0 0 0 0,0 0 0 0 0,0-1-1 0 0,-1 1 1 0 0,0-1 0 0 0,-1 1 0 0 0,0-1-1 0 0,0 0 1 0 0,0-1 0 0 0,-1 1 0 0 0,0-1 0 0 0,-1 0-1 0 0,0 0 1 0 0,0-1 0 0 0,0 1 0 0 0,-1-1-1 0 0,0-1 1 0 0,0 1 0 0 0,0-1 0 0 0,-13 6 0 0 0,9-5-139 0 0,-1-1 1 0 0,0 0 0 0 0,0-1 0 0 0,0 0 0 0 0,0-1 0 0 0,-1 0-1 0 0,0-1 1 0 0,1 0 0 0 0,-1-2 0 0 0,0 1 0 0 0,0-1 0 0 0,-15-2-1 0 0,9-1-828 0 0,0 0 0 0 0,-32-11 0 0 0,27 5-4302 0 0,-35-16 0 0 0,38 10-1039 0 0</inkml:trace>
</inkml:ink>
</file>

<file path=ppt/ink/ink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4:12.3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4 936 0 0,'0'0'3336'0'0,"12"-3"-3060"0"0</inkml:trace>
</inkml:ink>
</file>

<file path=ppt/ink/ink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4:12.9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0 124 0 0,'0'0'704'0'0,"7"12"-992"0"0</inkml:trace>
</inkml:ink>
</file>

<file path=ppt/ink/ink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4:14.5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1 564 0 0,'15'10'18724'0'0,"-15"-8"-18578"0"0,0-1-1 0 0,0 1 0 0 0,1-1 0 0 0,-1 1 0 0 0,1-1 1 0 0,-1 1-1 0 0,1-1 0 0 0,-1 1 0 0 0,1-1 0 0 0,0 1 1 0 0,0-1-1 0 0,0 0 0 0 0,0 0 0 0 0,0 1 0 0 0,0-1 1 0 0,0 0-1 0 0,2 1 0 0 0,2 1-48 0 0,-1-2 0 0 0,1 1 1 0 0,0 0-1 0 0,0-1 0 0 0,0 0 0 0 0,0 0 0 0 0,0-1 0 0 0,9 1 1 0 0,45-7 102 0 0,-42 4-133 0 0,-8 1-38 0 0,42-7-760 0 0</inkml:trace>
</inkml:ink>
</file>

<file path=ppt/ink/ink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4:14.8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48 3164 0 0,'15'-43'14967'0'0,"-12"39"-13369"0"0,-3 9-168 0 0,0 0-1231 0 0,-3 131 3663 0 0,-9 69-2605 0 0,2-55-1289 0 0,9-128-1483 0 0,-1 7-2731 0 0</inkml:trace>
</inkml:ink>
</file>

<file path=ppt/ink/ink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4:15.1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14 111 208 0 0,'-13'-25'16231'0'0,"16"7"-13514"0"0,8 11-2595 0 0,0 1 0 0 0,1 0-1 0 0,-1 1 1 0 0,1 0-1 0 0,1 1 1 0 0,19-5-1 0 0,-15 4-52 0 0,8-1-45 0 0,24-9-5261 0 0</inkml:trace>
</inkml:ink>
</file>

<file path=ppt/ink/ink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4:15.6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118 1 1160 0 0,'-3'1'2400'0'0,"-2"0"-1347"0"0,0 1 0 0 0,0-1 0 0 0,-1 2 1 0 0,1-1-1 0 0,1 0 0 0 0,-1 1 0 0 0,-7 5 1 0 0,6-3-602 0 0,0 0 1 0 0,1 0 0 0 0,-1 1 0 0 0,1-1-1 0 0,-6 11 1 0 0,7-11-355 0 0,1 0 0 0 0,-1 0 0 0 0,2 1 0 0 0,-1 0 0 0 0,1 0 0 0 0,-1-1-1 0 0,2 1 1 0 0,-1 1 0 0 0,1-1 0 0 0,-1 0 0 0 0,2 0 0 0 0,-1 0 0 0 0,1 1 0 0 0,0-1-1 0 0,0 0 1 0 0,2 10 0 0 0,-1-13-46 0 0,0-1-1 0 0,-1 0 0 0 0,1 0 1 0 0,0 0-1 0 0,0 0 0 0 0,1 0 1 0 0,-1 0-1 0 0,0 0 1 0 0,1 0-1 0 0,-1-1 0 0 0,1 1 1 0 0,-1 0-1 0 0,1-1 0 0 0,0 0 1 0 0,0 1-1 0 0,-1-1 1 0 0,1 0-1 0 0,0 0 0 0 0,0 0 1 0 0,1 0-1 0 0,-1 0 1 0 0,0 0-1 0 0,0 0 0 0 0,0-1 1 0 0,0 1-1 0 0,1-1 0 0 0,-1 0 1 0 0,0 0-1 0 0,3 0 1 0 0,10 1 49 0 0,0-2 0 0 0,0 0 0 0 0,22-4 0 0 0,-8 1-84 0 0,-24 3 27 0 0,0 1 0 0 0,0 0 0 0 0,0 1-1 0 0,0-1 1 0 0,0 1 0 0 0,0 0 0 0 0,0 0 0 0 0,0 0 0 0 0,-1 1 0 0 0,1 0 0 0 0,0 0-1 0 0,-1 0 1 0 0,1 0 0 0 0,-1 1 0 0 0,0-1 0 0 0,0 1 0 0 0,0 0 0 0 0,0 1 0 0 0,-1-1-1 0 0,1 1 1 0 0,-1-1 0 0 0,0 1 0 0 0,0 0 0 0 0,0 0 0 0 0,0 1 0 0 0,-1-1-1 0 0,0 0 1 0 0,0 1 0 0 0,3 8 0 0 0,-2-5 231 0 0,-1 1-1 0 0,1 0 1 0 0,-1-1-1 0 0,-1 1 1 0 0,0 0-1 0 0,0 0 1 0 0,-1 0 0 0 0,0 0-1 0 0,-1 0 1 0 0,1 0-1 0 0,-2-1 1 0 0,1 1-1 0 0,-1 0 1 0 0,-1-1 0 0 0,-5 15-1 0 0,5-18-121 0 0,1 0 0 0 0,-1-1 0 0 0,0 1 0 0 0,-1-1 0 0 0,1 0 0 0 0,-1 0 0 0 0,0 0-1 0 0,0-1 1 0 0,0 1 0 0 0,0-1 0 0 0,0 0 0 0 0,-1 0 0 0 0,0 0 0 0 0,1-1 0 0 0,-1 1 0 0 0,0-1 0 0 0,0 0-1 0 0,-1-1 1 0 0,1 1 0 0 0,0-1 0 0 0,0 0 0 0 0,-1-1 0 0 0,1 1 0 0 0,0-1 0 0 0,-1 0 0 0 0,-6-1 0 0 0,-11 0-14 0 0,0-2 1 0 0,-39-10 0 0 0,23 1-4072 0 0</inkml:trace>
</inkml:ink>
</file>

<file path=ppt/ink/ink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4:16.1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174 67 1376 0 0,'-8'-8'6121'0'0,"-16"-8"3402"0"0,20 16-8961 0 0,1 1-441 0 0,1-1 0 0 0,-1 1 0 0 0,0-1 0 0 0,0 1 0 0 0,0 0 0 0 0,1 0 0 0 0,-1 1 0 0 0,0-1 0 0 0,1 1 0 0 0,-1-1 0 0 0,1 1 0 0 0,0 0 0 0 0,-4 2 0 0 0,1 2 74 0 0,0-1-1 0 0,0 1 1 0 0,1 0-1 0 0,-1 0 1 0 0,-3 7 0 0 0,-2 7 254 0 0,1 1 1 0 0,-11 36 0 0 0,13-33-229 0 0,1 0 1 0 0,1 1 0 0 0,-3 38-1 0 0,7-54-143 0 0,1 1 1 0 0,0 0-1 0 0,1 0 0 0 0,0 0 0 0 0,0-1 1 0 0,1 1-1 0 0,0 0 0 0 0,1-1 0 0 0,0 0 1 0 0,0 0-1 0 0,1 0 0 0 0,5 9 0 0 0,-7-15-48 0 0,1 0-1 0 0,0 0 0 0 0,-1 0 1 0 0,1 0-1 0 0,0-1 1 0 0,1 1-1 0 0,-1-1 1 0 0,0 0-1 0 0,1 0 0 0 0,-1 0 1 0 0,1-1-1 0 0,0 1 1 0 0,-1-1-1 0 0,1 0 1 0 0,0 0-1 0 0,0 0 1 0 0,0 0-1 0 0,0-1 0 0 0,0 1 1 0 0,0-1-1 0 0,0 0 1 0 0,0 0-1 0 0,0-1 1 0 0,0 1-1 0 0,5-2 0 0 0,2 0-4 0 0,0-1-1 0 0,-1 0 1 0 0,1 0 0 0 0,-1-1-1 0 0,1-1 1 0 0,-1 0-1 0 0,18-12 1 0 0,-15 8-33 0 0,-1-2 1 0 0,-1 1 0 0 0,0-1 0 0 0,0-1 0 0 0,-1 0 0 0 0,-1-1-1 0 0,0 0 1 0 0,0 0 0 0 0,-2-1 0 0 0,8-17 0 0 0,-7 14 32 0 0,-2 0 1 0 0,0-1 0 0 0,-1 0 0 0 0,-1 1-1 0 0,-1-2 1 0 0,0 1 0 0 0,-1 0 0 0 0,-1-27-1 0 0,-2 38 47 0 0,1 1-1 0 0,-1-1 1 0 0,0 0-1 0 0,-1 1 0 0 0,0-1 1 0 0,0 1-1 0 0,0-1 1 0 0,0 1-1 0 0,-1 0 1 0 0,0 0-1 0 0,-7-9 0 0 0,7 11-128 0 0,0 1 0 0 0,0 0 0 0 0,0 0 0 0 0,0 0 0 0 0,0 0 0 0 0,-1 1 0 0 0,0-1 0 0 0,1 1 0 0 0,-1 0 0 0 0,0 0 0 0 0,0 0 0 0 0,0 1 0 0 0,0-1 0 0 0,-1 1 0 0 0,1 0-1 0 0,0 0 1 0 0,0 0 0 0 0,-1 1 0 0 0,-8-1 0 0 0,-26 7-4120 0 0,13 7-6443 0 0</inkml:trace>
</inkml:ink>
</file>

<file path=ppt/ink/ink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4:16.6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43 364 0 0,'-11'-4'19302'0'0,"13"3"-19264"0"0,0-1 0 0 0,1 0 0 0 0,-1 1 0 0 0,0-1 0 0 0,0 1 0 0 0,1 0 0 0 0,-1 0 0 0 0,1 0 1 0 0,-1 0-1 0 0,1 0 0 0 0,4 0 0 0 0,38-6 82 0 0,-26 4-64 0 0,3 0-18 0 0,34 1 0 0 0,-14 1-2846 0 0,3-4-6854 0 0,-30 2 4161 0 0</inkml:trace>
</inkml:ink>
</file>

<file path=ppt/ink/ink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4:17.2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121 2 128 0 0,'-3'0'4608'0'0,"-3"-1"-3899"0"0,3 1 211 0 0,0 0 1 0 0,-1 0-1 0 0,1 0 0 0 0,0 0 1 0 0,0 1-1 0 0,0-1 0 0 0,0 1 1 0 0,-6 2-1 0 0,-3 7-480 0 0,5 0 123 0 0,1 1 1 0 0,1 0-1 0 0,0 0 0 0 0,0 0 0 0 0,-3 14 1 0 0,-12 60 743 0 0,20-82-1271 0 0,-4 18 174 0 0,2 1-1 0 0,-1 27 1 0 0,3-47-196 0 0,0-1-1 0 0,0 0 1 0 0,0 1 0 0 0,0-1 0 0 0,1 1-1 0 0,-1-1 1 0 0,0 1 0 0 0,1-1 0 0 0,-1 1 0 0 0,1-1-1 0 0,-1 0 1 0 0,1 1 0 0 0,0-1 0 0 0,0 0 0 0 0,-1 1-1 0 0,1-1 1 0 0,0 0 0 0 0,0 0 0 0 0,0 0-1 0 0,0 0 1 0 0,0 0 0 0 0,1 0 0 0 0,-1 0 0 0 0,0 0-1 0 0,0-1 1 0 0,1 1 0 0 0,-1 0 0 0 0,0-1 0 0 0,1 1-1 0 0,-1-1 1 0 0,1 1 0 0 0,-1-1 0 0 0,1 0-1 0 0,-1 1 1 0 0,3-1 0 0 0,4 0 5 0 0,0 0 0 0 0,0 0-1 0 0,0-1 1 0 0,0 0 0 0 0,8-2 0 0 0,-14 2-21 0 0,104-23 34 0 0,-102 23-28 0 0,0 0 0 0 0,0 1 0 0 0,0-1 0 0 0,0 1 0 0 0,-1 0 0 0 0,1 0 0 0 0,0 0 0 0 0,6 1 0 0 0,-3 0 8 0 0,-3 0 14 0 0,0 0 0 0 0,0 0 0 0 0,0 0 0 0 0,0 0 0 0 0,0 1 0 0 0,0 0 1 0 0,-1 0-1 0 0,1 0 0 0 0,-1 0 0 0 0,0 0 0 0 0,1 1 0 0 0,-1 0 1 0 0,3 3-1 0 0,3 4 291 0 0,0 0 0 0 0,10 16 0 0 0,-12-16-17 0 0,0 0 0 0 0,-1 1 0 0 0,-1 0 0 0 0,1 0 0 0 0,-2 1 0 0 0,0-1 0 0 0,0 1 0 0 0,3 19 0 0 0,-6-26-69 0 0,-1 0 1 0 0,1 0-1 0 0,-1 0 1 0 0,0 0 0 0 0,-1 0-1 0 0,1 0 1 0 0,-1 0-1 0 0,0 0 1 0 0,0 0-1 0 0,-1 0 1 0 0,0 0 0 0 0,1 0-1 0 0,-1-1 1 0 0,-1 1-1 0 0,1-1 1 0 0,-1 0-1 0 0,0 1 1 0 0,0-1 0 0 0,0 0-1 0 0,0-1 1 0 0,-1 1-1 0 0,1-1 1 0 0,-7 5-1 0 0,4-3 2 0 0,0-1 0 0 0,1 0-1 0 0,-2 0 1 0 0,1-1-1 0 0,0 0 1 0 0,-1 0-1 0 0,1 0 1 0 0,-1-1 0 0 0,0 0-1 0 0,0 0 1 0 0,-10 1-1 0 0,-3-2-70 0 0,-5-1-129 0 0,-1-2-33 0 0,2-2 0 0 0,4 0 0 0 0,1 0-43 0 0,7 0-396 0 0,4-1-135 0 0,-17-10-5233 0 0</inkml:trace>
</inkml:ink>
</file>

<file path=ppt/ink/ink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4:26.4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200 28 1392 0 0,'0'0'1343'0'0,"-21"-26"7361"0"0,21 26-8684 0 0,0 0 0 0 0,-1 0-1 0 0,1-1 1 0 0,0 1 0 0 0,0 0-1 0 0,0 0 1 0 0,-1 0 0 0 0,1 0 0 0 0,0 0-1 0 0,0 0 1 0 0,-1 0 0 0 0,1 0-1 0 0,0 0 1 0 0,0 0 0 0 0,-1 0 0 0 0,1 0-1 0 0,0 0 1 0 0,0 0 0 0 0,0 0 0 0 0,-1 0-1 0 0,1 0 1 0 0,0 0 0 0 0,0 0-1 0 0,-1 0 1 0 0,1 0 0 0 0,0 0 0 0 0,0 0-1 0 0,0 0 1 0 0,-1 0 0 0 0,1 1 0 0 0,0-1-1 0 0,0 0 1 0 0,0 0 0 0 0,-1 0-1 0 0,1 1 1 0 0,-6 10 493 0 0,-2 22 267 0 0,7-27-586 0 0,-37 241 2155 0 0,-17 75-1510 0 0,47-285-983 0 0,-26 116 867 0 0,15-52-3589 0 0,18-94 546 0 0,1-2 1353 0 0</inkml:trace>
</inkml:ink>
</file>

<file path=ppt/ink/ink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4:27.0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6 240 1272 0 0,'-2'-8'753'0'0,"1"0"0"0"0,0-1 0 0 0,0 1 0 0 0,0 0 0 0 0,1-1 0 0 0,1 1 0 0 0,0 0 0 0 0,2-14 0 0 0,-1 15-618 0 0,0 1 0 0 0,1 0 0 0 0,0-1 0 0 0,0 1 0 0 0,0 0 0 0 0,1 0 0 0 0,-1 0 0 0 0,2 1 0 0 0,-1-1 0 0 0,0 1 0 0 0,1 0 0 0 0,0 0 0 0 0,0 1 0 0 0,1-1 0 0 0,-1 1 0 0 0,13-6 0 0 0,-4 2-72 0 0,1 0-1 0 0,0 1 0 0 0,1 1 0 0 0,-1 1 0 0 0,1 0 1 0 0,0 1-1 0 0,1 1 0 0 0,24-2 0 0 0,-32 4-60 0 0,1 0-1 0 0,-1 2 0 0 0,1-1 1 0 0,-1 1-1 0 0,1 0 0 0 0,-1 1 0 0 0,1 0 1 0 0,-1 1-1 0 0,0 0 0 0 0,0 0 1 0 0,0 1-1 0 0,-1 0 0 0 0,1 1 0 0 0,-1 0 1 0 0,0 0-1 0 0,9 8 0 0 0,-13-9 3 0 0,0 0 0 0 0,0 0-1 0 0,0 1 1 0 0,0-1-1 0 0,-1 1 1 0 0,0 0 0 0 0,0 0-1 0 0,0 0 1 0 0,-1 0-1 0 0,0 1 1 0 0,1-1 0 0 0,-2 1-1 0 0,3 11 1 0 0,-3-8 4 0 0,0 0-1 0 0,-1 1 1 0 0,0-1 0 0 0,-1 0-1 0 0,0 1 1 0 0,0-1 0 0 0,-1 0-1 0 0,-2 9 1 0 0,-5 6 11 0 0,0 0 1 0 0,-2-1-1 0 0,0 0 1 0 0,-1-1-1 0 0,-23 30 0 0 0,22-33 369 0 0,-1-1-1 0 0,-1-1 1 0 0,0 0-1 0 0,-1-1 1 0 0,-24 18-1 0 0,38-32-187 0 0,-8-2 197 0 0,10 0-392 0 0,1 0 1 0 0,-1 0-1 0 0,0 0 0 0 0,0 0 1 0 0,0 0-1 0 0,0 0 0 0 0,1 0 1 0 0,-1 0-1 0 0,0-1 1 0 0,0 1-1 0 0,0 0 0 0 0,0 0 1 0 0,0 0-1 0 0,1 0 1 0 0,-1 0-1 0 0,0-1 0 0 0,0 1 1 0 0,0 0-1 0 0,0 0 0 0 0,0 0 1 0 0,0 0-1 0 0,0-1 1 0 0,0 1-1 0 0,0 0 0 0 0,0 0 1 0 0,0 0-1 0 0,0 0 0 0 0,0-1 1 0 0,0 1-1 0 0,0 0 1 0 0,0 0-1 0 0,0 0 0 0 0,0 0 1 0 0,0-1-1 0 0,0 1 0 0 0,0 0 1 0 0,0 0-1 0 0,0 0 1 0 0,0-1-1 0 0,0 1 0 0 0,0 0 1 0 0,0 0-1 0 0,0 0 0 0 0,0 0 1 0 0,0-1-1 0 0,-1 1 1 0 0,1 0-1 0 0,0 0 0 0 0,0 0 1 0 0,0 0-1 0 0,0 0 0 0 0,0 0 1 0 0,-1 0-1 0 0,1-1 1 0 0,0 1-1 0 0,0 0 0 0 0,0 0 1 0 0,0 0-1 0 0,-1 0 0 0 0,1 0 1 0 0,0 0-1 0 0,0 0 1 0 0,0 0-1 0 0,-1 0 0 0 0,4-2 7 0 0,1 0-1 0 0,-1 1 1 0 0,0 0-1 0 0,1-1 0 0 0,-1 1 1 0 0,1 0-1 0 0,0 1 1 0 0,-1-1-1 0 0,1 1 0 0 0,-1-1 1 0 0,1 1-1 0 0,0 0 0 0 0,6 1 1 0 0,-3 1-4 0 0,0-1-1 0 0,0 1 1 0 0,0 0-1 0 0,0 1 1 0 0,-1 0 0 0 0,11 5-1 0 0,0 3 17 0 0,0 0-1 0 0,-1 2 0 0 0,0 0 0 0 0,15 16 1 0 0,-18-16-9 0 0,0 1 0 0 0,-1 0 0 0 0,-1 1 0 0 0,0 0 0 0 0,-1 1 0 0 0,10 19 0 0 0,-18-29 109 0 0,1 0 1 0 0,0 1-1 0 0,-1-1 1 0 0,0 1-1 0 0,-1-1 1 0 0,0 1-1 0 0,0 0 1 0 0,0 0-1 0 0,-1-1 1 0 0,1 1-1 0 0,-2 0 0 0 0,1 0 1 0 0,-1 0-1 0 0,0-1 1 0 0,0 1-1 0 0,-1 0 1 0 0,0-1-1 0 0,0 0 1 0 0,-1 1-1 0 0,-3 5 1 0 0,3-5 63 0 0,-1-2 1 0 0,0 1-1 0 0,0 0 0 0 0,-1-1 1 0 0,1 1-1 0 0,-1-1 1 0 0,-1 0-1 0 0,1-1 1 0 0,0 0-1 0 0,-1 1 1 0 0,0-2-1 0 0,-10 6 1 0 0,6-5-45 0 0,0 0 1 0 0,0-1 0 0 0,0 0-1 0 0,-1 0 1 0 0,1-2 0 0 0,-1 1 0 0 0,-16 0-1 0 0,-10-4-5 0 0,0-1-1 0 0,1-1 1 0 0,-64-17-1 0 0,85 17-97 0 0,-2 0-22 0 0,0 0 0 0 0,1-1 0 0 0,-1 0 0 0 0,1-2 0 0 0,-17-9 0 0 0,32 16-56 0 0,1-1 1 0 0,-1 1-1 0 0,1 0 0 0 0,-1-1 1 0 0,1 1-1 0 0,-1-1 0 0 0,1 1 1 0 0,0-1-1 0 0,-1 1 0 0 0,1-1 1 0 0,0 1-1 0 0,-1-1 0 0 0,1 1 0 0 0,0-1 1 0 0,0 1-1 0 0,-1-1 0 0 0,1 1 1 0 0,0-1-1 0 0,0 0 0 0 0,0 1 1 0 0,0-1-1 0 0,0 1 0 0 0,0-1 1 0 0,0 0-1 0 0,0 1 0 0 0,0-1 1 0 0,0 1-1 0 0,0-1 0 0 0,0 0 1 0 0,1 1-1 0 0,-1-1 0 0 0,0 1 1 0 0,0-1-1 0 0,0 1 0 0 0,1-1 1 0 0,-1 0-1 0 0,0 1 0 0 0,1-1 0 0 0,-1 1 1 0 0,1-1-1 0 0,17-17-2248 0 0,-18 18 2256 0 0,15-11-2606 0 0,1 0 0 0 0,18-9-1 0 0,-16 11-182 0 0,5-5-2034 0 0</inkml:trace>
</inkml:ink>
</file>

<file path=ppt/ink/ink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4:27.3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50 1824 0 0,'0'0'12110'0'0,"3"0"-11119"0"0,47-5 2341 0 0,31-12-2686 0 0,-2 0-634 0 0,-15 8-2407 0 0,-24 7-6428 0 0</inkml:trace>
</inkml:ink>
</file>

<file path=ppt/ink/ink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4:27.5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85 65 1848 0 0,'-85'61'16638'0'0,"108"-62"-16217"0"0,0-2 0 0 0,-1 0 0 0 0,44-14 1 0 0,-13 4-278 0 0,87-16-822 0 0,-33 8-2652 0 0,-1-4-4582 0 0,-66 12 1921 0 0</inkml:trace>
</inkml:ink>
</file>

<file path=ppt/ink/ink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4:28.7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320 48 956 0 0,'20'-18'7054'0'0,"9"-7"481"0"0,-27 24-7107 0 0,-5 0-270 0 0,-20-1-33 0 0,0 1 1 0 0,1 1 0 0 0,-1 1 0 0 0,-40 7-1 0 0,-2 0-11 0 0,57-8-104 0 0,-1 1-1 0 0,0-1 0 0 0,0 1 0 0 0,1 1 1 0 0,-9 2-1 0 0,12-2-8 0 0,1-1 1 0 0,0 2-1 0 0,0-1 1 0 0,0 0-1 0 0,0 1 1 0 0,0 0-1 0 0,0 0 0 0 0,1 0 1 0 0,-1 0-1 0 0,1 0 1 0 0,0 1-1 0 0,0 0 1 0 0,1 0-1 0 0,-1-1 1 0 0,1 1-1 0 0,-1 1 0 0 0,1-1 1 0 0,0 0-1 0 0,1 1 1 0 0,-2 4-1 0 0,1-5 5 0 0,-3 11 99 0 0,1 0 1 0 0,1 1-1 0 0,0-1 0 0 0,1 1 1 0 0,0-1-1 0 0,1 1 0 0 0,1 0 1 0 0,1 0-1 0 0,4 24 0 0 0,49 336 3492 0 0,32 348 600 0 0,-83 126-2080 0 0,-7-420-727 0 0,-27 408-528 0 0,28-799-828 0 0,-3 36 97 0 0,5 115 0 0 0,1-188-115 0 0,0 1-1 0 0,1-1 1 0 0,-1 1-1 0 0,0-1 0 0 0,1 1 1 0 0,0-1-1 0 0,-1 0 1 0 0,1 1-1 0 0,0-1 0 0 0,0 0 1 0 0,1 1-1 0 0,-1-1 1 0 0,0 0-1 0 0,1 0 0 0 0,-1 0 1 0 0,1 0-1 0 0,0 0 0 0 0,-1 0 1 0 0,1-1-1 0 0,0 1 1 0 0,4 2-1 0 0,-1-2-1 0 0,0 0 0 0 0,0-1 0 0 0,-1 1 0 0 0,1-1 0 0 0,0 0 0 0 0,1 0 0 0 0,-1-1 0 0 0,0 1 0 0 0,0-1 0 0 0,7-1 0 0 0,54-5 20 0 0,122-28 1 0 0,-87 13-52 0 0,140-23-792 0 0,-79 17-4365 0 0,-160 27 4975 0 0,43-10-4063 0 0,-18-4-5650 0 0</inkml:trace>
</inkml:ink>
</file>

<file path=ppt/ink/ink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4:30.1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52 804 0 0,'1'-3'1876'0'0,"16"-45"9084"0"0,-16 48-10948 0 0,0 0 0 0 0,-1 1 1 0 0,1-1-1 0 0,-1 0 0 0 0,1 1 1 0 0,0-1-1 0 0,-1 0 0 0 0,1 1 0 0 0,-1-1 1 0 0,0 1-1 0 0,1-1 0 0 0,-1 1 0 0 0,1-1 1 0 0,-1 1-1 0 0,0-1 0 0 0,1 1 0 0 0,-1 0 1 0 0,0-1-1 0 0,1 1 0 0 0,-1 0 1 0 0,0-1-1 0 0,0 1 0 0 0,0 1 0 0 0,5 19 118 0 0,-4-18-103 0 0,3 25 484 0 0,0 0 0 0 0,-2 0 1 0 0,-3 48-1 0 0,-15 85 143 0 0,2-41-2018 0 0,14-107-52 0 0</inkml:trace>
</inkml:ink>
</file>

<file path=ppt/ink/ink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4:30.5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 97 76 0 0,'19'-24'6497'0'0,"28"-47"1"0"0,-47 70-5961 0 0,-1 1-509 0 0,0 1 1 0 0,-1 0-1 0 0,1-1 1 0 0,0 1-1 0 0,0 0 1 0 0,0 0-1 0 0,-1-1 1 0 0,1 1 0 0 0,0 0-1 0 0,0 0 1 0 0,0 1-1 0 0,0-1 1 0 0,0 1-1 0 0,-8 7 69 0 0,-1 0-38 0 0,1 0 0 0 0,0 0 0 0 0,-11 17 0 0 0,-11 10 8 0 0,31-36-63 0 0,-1 1 0 0 0,0-1 0 0 0,0 1 1 0 0,0 0-1 0 0,0 0 0 0 0,1-1 0 0 0,-1 1 1 0 0,0 0-1 0 0,1 0 0 0 0,-1 0 1 0 0,0 0-1 0 0,1 0 0 0 0,-1 0 0 0 0,1 0 1 0 0,0 0-1 0 0,-1 0 0 0 0,1 0 0 0 0,0 0 1 0 0,0 0-1 0 0,-1 0 0 0 0,1 0 0 0 0,0 0 1 0 0,0 0-1 0 0,0 0 0 0 0,0 0 0 0 0,1 0 1 0 0,-1 1-1 0 0,0-1 0 0 0,0 0 1 0 0,1 0-1 0 0,-1 0 0 0 0,0 0 0 0 0,1 0 1 0 0,-1 0-1 0 0,1 0 0 0 0,-1 0 0 0 0,1-1 1 0 0,0 1-1 0 0,-1 0 0 0 0,1 0 0 0 0,0 0 1 0 0,0-1-1 0 0,-1 1 0 0 0,1 0 0 0 0,0-1 1 0 0,0 1-1 0 0,0 0 0 0 0,1 0 1 0 0,4 2 20 0 0,0 0 1 0 0,1 0 0 0 0,-1-1 0 0 0,1 0 0 0 0,10 2 0 0 0,-4-1-19 0 0,11 2 15 0 0,43 15 1 0 0,-60-18-16 0 0,-1 1 0 0 0,1 0 1 0 0,0 1-1 0 0,-1 0 0 0 0,1 0 0 0 0,-1 0 1 0 0,0 1-1 0 0,-1 0 0 0 0,1 0 0 0 0,6 9 1 0 0,-10-12 92 0 0,0 1 1 0 0,0 0 0 0 0,-1 0-1 0 0,1-1 1 0 0,-1 1-1 0 0,1 0 1 0 0,-1 0 0 0 0,0 1-1 0 0,0-1 1 0 0,-1 0 0 0 0,1 0-1 0 0,-1 0 1 0 0,0 1-1 0 0,1-1 1 0 0,-1 0 0 0 0,-1 0-1 0 0,1 1 1 0 0,0-1 0 0 0,-1 0-1 0 0,0 0 1 0 0,1 0-1 0 0,-1 0 1 0 0,0 0 0 0 0,-1 0-1 0 0,1 0 1 0 0,-1 0 0 0 0,1 0-1 0 0,-1 0 1 0 0,-3 4-1 0 0,0-1 6 0 0,1-1-1 0 0,-1 0 1 0 0,-1 0-1 0 0,1 0 1 0 0,0 0-1 0 0,-1-1 1 0 0,0 0-1 0 0,0 0 1 0 0,0 0-1 0 0,-1-1 1 0 0,-12 5-1 0 0,17-8-209 0 0,-1 1-1 0 0,1-1 1 0 0,0 0 0 0 0,0 0-1 0 0,0 0 1 0 0,0 0-1 0 0,-1-1 1 0 0,1 1 0 0 0,0 0-1 0 0,0-1 1 0 0,0 0 0 0 0,0 1-1 0 0,0-1 1 0 0,0 0-1 0 0,0 0 1 0 0,0 0 0 0 0,-3-2-1 0 0,2 0-847 0 0,0 1 0 0 0,0 0-1 0 0,0-1 1 0 0,0 0 0 0 0,0 0-1 0 0,1 0 1 0 0,-1 0 0 0 0,-2-5-1 0 0</inkml:trace>
</inkml:ink>
</file>

<file path=ppt/ink/ink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4:30.7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1 174 2536 0 0,'0'-6'1317'0'0,"0"1"85"0"0,0 0 0 0 0,0 0-1 0 0,0 0 1 0 0,1 0 0 0 0,2-8 0 0 0,-2 11-1231 0 0,0 0 0 0 0,0 0 1 0 0,0 0-1 0 0,0-1 0 0 0,1 1 0 0 0,-1 0 1 0 0,1 0-1 0 0,0 1 0 0 0,-1-1 1 0 0,1 0-1 0 0,0 1 0 0 0,0-1 1 0 0,0 1-1 0 0,3-2 0 0 0,16-10 91 0 0,1 2 0 0 0,0 1 0 0 0,1 0-1 0 0,41-10 1 0 0,98-14-103 0 0,-152 33-706 0 0,1 0-1 0 0,-1 0 1 0 0,15 2-1 0 0,12 4-5979 0 0,-23-3 1347 0 0</inkml:trace>
</inkml:ink>
</file>

<file path=ppt/ink/ink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4:31.4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131 125 2224 0 0,'2'-8'1980'0'0,"-1"0"-1"0"0,-1 0 1 0 0,1-1-1 0 0,-1 1 1 0 0,-2-10-1 0 0,2 16-1282 0 0,0 1-545 0 0,0 0 0 0 0,-1 0 0 0 0,1 0 0 0 0,0 0 0 0 0,0 0-1 0 0,-1 0 1 0 0,1 0 0 0 0,-1 0 0 0 0,1 0 0 0 0,-1 0 0 0 0,1 0 0 0 0,-1 0 0 0 0,0 0 0 0 0,1 0-1 0 0,-1 1 1 0 0,-1-2 0 0 0,-6 8-118 0 0,1 0 0 0 0,-1 1 0 0 0,1 0 0 0 0,1 0-1 0 0,0 1 1 0 0,0 0 0 0 0,0 0 0 0 0,1 0 0 0 0,0 1 0 0 0,0-1-1 0 0,1 1 1 0 0,1 0 0 0 0,-4 11 0 0 0,-3 13 4 0 0,1 1 0 0 0,-6 49 0 0 0,12-59-12 0 0,1 1 0 0 0,1 0 0 0 0,3 34 1 0 0,-2-49 4 0 0,2 0 0 0 0,-1 0 0 0 0,1 0 1 0 0,1 0-1 0 0,0 0 0 0 0,0-1 0 0 0,1 1 0 0 0,0-1 0 0 0,1 0 1 0 0,0 0-1 0 0,6 8 0 0 0,-7-13 0 0 0,-1 0 0 0 0,0-1 0 0 0,1 0-1 0 0,0 1 1 0 0,-1-1 0 0 0,1-1 0 0 0,1 1 0 0 0,-1-1 0 0 0,0 1-1 0 0,1-1 1 0 0,-1 0 0 0 0,10 2 0 0 0,-6-2 8 0 0,0-1 0 0 0,0 0 1 0 0,0 0-1 0 0,1-1 0 0 0,-1 0 1 0 0,0-1-1 0 0,10-1 0 0 0,-2-1 18 0 0,0 0 0 0 0,0-2-1 0 0,-1 0 1 0 0,1-1 0 0 0,-1 0-1 0 0,0-1 1 0 0,15-10 0 0 0,-10 3 38 0 0,-2 0 1 0 0,0-1-1 0 0,0 0 1 0 0,-1-2-1 0 0,-1 0 0 0 0,-1-1 1 0 0,20-30-1 0 0,-25 32 65 0 0,0 0 0 0 0,-1 0-1 0 0,-1-1 1 0 0,-1 0-1 0 0,-1 0 1 0 0,0-1 0 0 0,-1 0-1 0 0,-1 0 1 0 0,0 0 0 0 0,0-20-1 0 0,-4 30-120 0 0,0 1 0 0 0,-1-1-1 0 0,0 0 1 0 0,0 1-1 0 0,-1-1 1 0 0,0 0 0 0 0,0 1-1 0 0,-1 0 1 0 0,0 0-1 0 0,-1 0 1 0 0,1 0 0 0 0,-1 0-1 0 0,0 1 1 0 0,-1-1 0 0 0,0 1-1 0 0,0 0 1 0 0,0 1-1 0 0,0-1 1 0 0,-1 1 0 0 0,0 0-1 0 0,0 0 1 0 0,-1 1-1 0 0,-12-7 1 0 0,9 6-140 0 0,0 0 0 0 0,0 0 0 0 0,-1 2 1 0 0,1-1-1 0 0,-1 1 0 0 0,0 1 0 0 0,-13-2 0 0 0,15 3-440 0 0,0 1 1 0 0,-1-1-1 0 0,1 2 0 0 0,0-1 0 0 0,0 2 1 0 0,0-1-1 0 0,0 1 0 0 0,-16 5 0 0 0,19-4-1296 0 0,1 0 1 0 0,0 0-1 0 0,-1 1 0 0 0,-6 5 0 0 0</inkml:trace>
</inkml:ink>
</file>

<file path=ppt/ink/ink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5:44:32.7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31 20839,'447'-31'0</inkml:trace>
</inkml:ink>
</file>

<file path=ppt/ink/ink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4:34.2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127 112 1288 0 0,'37'-104'15294'0'0,"-37"103"-14691"0"0,1-5 121 0 0,-2 12-547 0 0,-72 292 2086 0 0,61-254-2147 0 0,-45 174 449 0 0,35-127-4161 0 0</inkml:trace>
</inkml:ink>
</file>

<file path=ppt/ink/ink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4:34.8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0 150 756 0 0,'20'-25'10072'0'0,"-20"25"-10030"0"0,0 0 1 0 0,0-1-1 0 0,0 1 0 0 0,0 0 0 0 0,1 0 0 0 0,-1 0 1 0 0,0 0-1 0 0,0-1 0 0 0,0 1 0 0 0,0 0 0 0 0,0 0 0 0 0,1 0 1 0 0,-1 0-1 0 0,0 0 0 0 0,0-1 0 0 0,0 1 0 0 0,1 0 0 0 0,-1 0 1 0 0,0 0-1 0 0,0 0 0 0 0,0 0 0 0 0,1 0 0 0 0,-1 0 0 0 0,0 0 1 0 0,0 0-1 0 0,1 0 0 0 0,-1 0 0 0 0,0 0 0 0 0,0 0 0 0 0,0 0 1 0 0,1 0-1 0 0,-1 0 0 0 0,0 0 0 0 0,0 0 0 0 0,1 0 0 0 0,-1 0 1 0 0,0 1-1 0 0,2 8 752 0 0,-6 23 54 0 0,3-25-341 0 0,0 1-276 0 0,-6 28 310 0 0,3 1 1 0 0,1-1-1 0 0,1 1 0 0 0,7 67 1 0 0,-5-100-479 0 0,1 0 1 0 0,0 0-1 0 0,0-1 1 0 0,0 1-1 0 0,0 0 1 0 0,1-1 0 0 0,0 1-1 0 0,-1-1 1 0 0,1 1-1 0 0,0-1 1 0 0,0 0-1 0 0,1 0 1 0 0,-1 0-1 0 0,1 0 1 0 0,0 0 0 0 0,-1-1-1 0 0,1 1 1 0 0,0-1-1 0 0,1 0 1 0 0,-1 0-1 0 0,0 0 1 0 0,1 0-1 0 0,-1 0 1 0 0,1-1 0 0 0,-1 1-1 0 0,1-1 1 0 0,0 0-1 0 0,-1 0 1 0 0,1-1-1 0 0,0 1 1 0 0,7-1-1 0 0,2 1 26 0 0,0-2 0 0 0,0 0-1 0 0,0 0 1 0 0,0-2-1 0 0,0 1 1 0 0,-1-1-1 0 0,0-1 1 0 0,16-7 0 0 0,1-1 305 0 0,0-2 0 0 0,-2-1 0 0 0,1-1 0 0 0,-2-1 0 0 0,0-2 0 0 0,-1 0 0 0 0,-2-2 0 0 0,1 0 0 0 0,22-29 0 0 0,-42 44-214 0 0,0 1 0 0 0,0-1 0 0 0,0 0 1 0 0,-1 0-1 0 0,0 0 0 0 0,0-1 0 0 0,-1 1 0 0 0,1-1 1 0 0,-2 1-1 0 0,1-1 0 0 0,-1 0 0 0 0,0 0 0 0 0,0 0 1 0 0,0 0-1 0 0,-2-10 0 0 0,1 11-146 0 0,-2 0 0 0 0,1 1 0 0 0,0-1 0 0 0,-1 1 1 0 0,0-1-1 0 0,-1 1 0 0 0,1 0 0 0 0,-1-1 0 0 0,0 1 0 0 0,0 0 0 0 0,-1 1 0 0 0,1-1 0 0 0,-1 1 0 0 0,0-1 0 0 0,0 1 1 0 0,0 1-1 0 0,-1-1 0 0 0,-9-6 0 0 0,-2 1-117 0 0,0 0 1 0 0,-1 1-1 0 0,0 0 1 0 0,-1 1 0 0 0,1 2-1 0 0,-1-1 1 0 0,0 2-1 0 0,0 0 1 0 0,-33-1-1 0 0,27 4-1527 0 0,1 1 1 0 0,-40 5-1 0 0,39-1-2308 0 0,-1 1 0 0 0,-32 11 0 0 0,27-6-4090 0 0</inkml:trace>
</inkml:ink>
</file>

<file path=ppt/ink/ink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4:35.9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383 55 1736 0 0,'-6'-10'4701'0'0,"4"6"-3712"0"0,0-1 0 0 0,0 1 0 0 0,-1 0 0 0 0,1 0 0 0 0,-1 0 0 0 0,0 1 0 0 0,-5-5 0 0 0,7 7-911 0 0,-1 0-1 0 0,1 0 1 0 0,0 0-1 0 0,-1 0 1 0 0,1 1 0 0 0,-1-1-1 0 0,1 1 1 0 0,-1-1-1 0 0,0 1 1 0 0,1-1-1 0 0,-1 1 1 0 0,0 0-1 0 0,1 0 1 0 0,-1 0 0 0 0,0 0-1 0 0,1 0 1 0 0,-1 0-1 0 0,0 0 1 0 0,1 1-1 0 0,-1-1 1 0 0,1 1-1 0 0,-1-1 1 0 0,1 1 0 0 0,-3 1-1 0 0,-11 5-17 0 0,0 1 0 0 0,0 0 0 0 0,1 1 1 0 0,0 1-1 0 0,1 0 0 0 0,0 1 0 0 0,-12 14 0 0 0,-72 90 131 0 0,83-97-157 0 0,1 0-1 0 0,1 2 0 0 0,0-1 1 0 0,-10 27-1 0 0,19-40-13 0 0,0 1 0 0 0,1 0 0 0 0,0 0 0 0 0,0 0 0 0 0,0 0 0 0 0,1 1 0 0 0,0-1 0 0 0,1 0 0 0 0,-1 1 0 0 0,1-1-1 0 0,1 0 1 0 0,-1 1 0 0 0,1-1 0 0 0,1 0 0 0 0,-1 0 0 0 0,6 14 0 0 0,-4-16 1 0 0,0 0 1 0 0,1 0-1 0 0,-1 0 0 0 0,1-1 0 0 0,0 1 0 0 0,0-1 0 0 0,1 0 0 0 0,-1 0 0 0 0,1-1 1 0 0,0 1-1 0 0,0-1 0 0 0,0 0 0 0 0,1 0 0 0 0,-1-1 0 0 0,1 0 0 0 0,-1 0 0 0 0,1 0 1 0 0,0 0-1 0 0,-1-1 0 0 0,1 0 0 0 0,7 0 0 0 0,-4 0 12 0 0,0 0 1 0 0,1-1-1 0 0,-1 0 1 0 0,0 0-1 0 0,0-1 1 0 0,0-1-1 0 0,0 1 0 0 0,0-2 1 0 0,0 1-1 0 0,0-1 1 0 0,-1 0-1 0 0,1-1 1 0 0,8-5-1 0 0,-14 8 27 0 0,0-1-1 0 0,-1 0 1 0 0,1 1-1 0 0,-1-1 1 0 0,0 0 0 0 0,0-1-1 0 0,1 1 1 0 0,-1 0-1 0 0,-1 0 1 0 0,1-1 0 0 0,0 1-1 0 0,-1-1 1 0 0,1 0 0 0 0,-1 1-1 0 0,0-1 1 0 0,1 0-1 0 0,-1 0 1 0 0,-1 0 0 0 0,1 0-1 0 0,0 0 1 0 0,-1 0-1 0 0,0 0 1 0 0,1 0 0 0 0,-1 0-1 0 0,0 0 1 0 0,-1 0-1 0 0,1 0 1 0 0,0 0 0 0 0,-1 0-1 0 0,-1-5 1 0 0,0 3-27 0 0,-1 0 1 0 0,1 0-1 0 0,-1 0 1 0 0,0 1-1 0 0,0-1 0 0 0,0 1 1 0 0,-1 0-1 0 0,1-1 1 0 0,-1 2-1 0 0,0-1 1 0 0,0 0-1 0 0,-1 1 1 0 0,1 0-1 0 0,-1 0 0 0 0,0 0 1 0 0,-5-2-1 0 0,0 1-4 0 0,0 0 0 0 0,0 1-1 0 0,0 0 1 0 0,-1 1 0 0 0,1 0 0 0 0,-1 1-1 0 0,-11 0 1 0 0,17 1-127 0 0,1 0-1 0 0,-1 0 1 0 0,0 0 0 0 0,1 1 0 0 0,-1-1 0 0 0,1 1-1 0 0,-1 0 1 0 0,1 1 0 0 0,-1-1 0 0 0,1 1-1 0 0,0 0 1 0 0,0 0 0 0 0,0 0 0 0 0,0 1-1 0 0,0-1 1 0 0,0 1 0 0 0,0 0 0 0 0,-4 5-1 0 0,7-7-81 0 0,0 0-1 0 0,1-1 0 0 0,-1 1 1 0 0,1 0-1 0 0,-1 0 0 0 0,1 0 1 0 0,0-1-1 0 0,-1 1 1 0 0,1 0-1 0 0,0 0 0 0 0,-1 0 1 0 0,1 0-1 0 0,0 0 0 0 0,0 0 1 0 0,0 0-1 0 0,0 0 0 0 0,0-1 1 0 0,0 1-1 0 0,0 0 0 0 0,0 0 1 0 0,0 0-1 0 0,0 0 0 0 0,1 0 1 0 0,-1 0-1 0 0,0 0 0 0 0,1 0 1 0 0,-1-1-1 0 0,1 2 0 0 0,0 0-265 0 0,0-1 1 0 0,1 0-1 0 0,-1 1 0 0 0,0-1 0 0 0,0 0 0 0 0,1 0 0 0 0,-1 0 0 0 0,1 0 0 0 0,-1 0 0 0 0,1 0 0 0 0,-1 0 0 0 0,1-1 0 0 0,3 2 0 0 0,11 2-4846 0 0</inkml:trace>
</inkml:ink>
</file>

<file path=ppt/ink/ink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4:36.4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 52 1824 0 0,'-19'17'17327'0'0,"19"-17"-17153"0"0,18 0-82 0 0,-1-1 0 0 0,1-1 0 0 0,0 0 0 0 0,18-6 0 0 0,8-1-6 0 0,-28 6-52 0 0,141-29 2129 0 0,-155 31-2041 0 0,3 1-110 0 0,0 0 1 0 0,0-1-1 0 0,0 0 0 0 0,0 0 1 0 0,0 0-1 0 0,8-4 0 0 0,-7 3-719 0 0</inkml:trace>
</inkml:ink>
</file>

<file path=ppt/ink/ink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4:37.0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136 138 2572 0 0,'-3'-21'4848'0'0,"0"-14"2076"0"0,6 1-3680 0 0,-2 32-3205 0 0,0 0 0 0 0,0 1-1 0 0,0-1 1 0 0,0 0 0 0 0,0 1 0 0 0,0-1 0 0 0,0 0 0 0 0,0 1 0 0 0,1-1 0 0 0,-1 1 0 0 0,1 0 0 0 0,-1-1 0 0 0,1 1 0 0 0,0 0 0 0 0,-1 0 0 0 0,1 0 0 0 0,3-1 0 0 0,34-10 130 0 0,-31 10-117 0 0,1 0-36 0 0,0 0 1 0 0,1 1 0 0 0,-1 0 0 0 0,1 1-1 0 0,0 0 1 0 0,9 1 0 0 0,-15 0-13 0 0,1-1 1 0 0,0 1 0 0 0,-1 0-1 0 0,1 0 1 0 0,-1 1-1 0 0,0-1 1 0 0,1 1 0 0 0,-1 0-1 0 0,0 0 1 0 0,0 0-1 0 0,0 1 1 0 0,0 0 0 0 0,-1-1-1 0 0,6 6 1 0 0,-7-6 0 0 0,-1 1 1 0 0,0-1-1 0 0,1 1 1 0 0,-1 0-1 0 0,0-1 1 0 0,0 1-1 0 0,0 0 1 0 0,-1 0-1 0 0,1 0 0 0 0,0 0 1 0 0,-1-1-1 0 0,0 1 1 0 0,0 0-1 0 0,0 0 1 0 0,0 0-1 0 0,0 0 1 0 0,-1 0-1 0 0,1 0 1 0 0,-1 0-1 0 0,0 0 1 0 0,0-1-1 0 0,0 1 1 0 0,0 0-1 0 0,0-1 1 0 0,-3 4-1 0 0,-3 8 16 0 0,-2 1-1 0 0,0-2 1 0 0,-11 14 0 0 0,20-26-20 0 0,-63 81 314 0 0,61-81-271 0 0,2 0-42 0 0,0-1 0 0 0,-1 0 0 0 0,1 1 1 0 0,-1-1-1 0 0,1 0 0 0 0,0 1 0 0 0,-1-1 0 0 0,1 0 0 0 0,0 1 0 0 0,0-1 1 0 0,-1 0-1 0 0,1 1 0 0 0,0-1 0 0 0,0 1 0 0 0,0-1 0 0 0,-1 1 0 0 0,1-1 0 0 0,0 1 1 0 0,0-1-1 0 0,0 0 0 0 0,0 1 0 0 0,0-1 0 0 0,0 1 0 0 0,0-1 0 0 0,0 1 1 0 0,0-1-1 0 0,0 1 0 0 0,0-1 0 0 0,0 1 0 0 0,1-1 0 0 0,-1 1 0 0 0,0-1 0 0 0,0 1 1 0 0,0-1-1 0 0,0 0 0 0 0,1 1 0 0 0,-1-1 0 0 0,0 1 0 0 0,1-1 0 0 0,-1 0 1 0 0,0 1-1 0 0,1-1 0 0 0,-1 0 0 0 0,0 1 0 0 0,1-1 0 0 0,-1 0 0 0 0,0 0 0 0 0,1 1 1 0 0,0-1-1 0 0,34 8 12 0 0,-16-6-8 0 0,1 2 0 0 0,-1 1 1 0 0,0 0-1 0 0,0 1 0 0 0,0 1 0 0 0,-1 1 1 0 0,0 1-1 0 0,-1 0 0 0 0,19 14 0 0 0,-34-22 18 0 0,-1 0-1 0 0,1 0 0 0 0,-1 1 0 0 0,0-1 0 0 0,1 0 0 0 0,-1 1 0 0 0,0-1 1 0 0,0 1-1 0 0,0-1 0 0 0,0 1 0 0 0,0 0 0 0 0,0-1 0 0 0,-1 1 0 0 0,1 0 1 0 0,0 0-1 0 0,-1-1 0 0 0,0 1 0 0 0,1 0 0 0 0,-1 0 0 0 0,0 3 0 0 0,0-2 66 0 0,-1 0-1 0 0,1-1 0 0 0,-1 1 1 0 0,0 0-1 0 0,0-1 0 0 0,0 1 1 0 0,0-1-1 0 0,-1 1 0 0 0,1-1 1 0 0,-1 1-1 0 0,1-1 0 0 0,-4 3 1 0 0,-1 2 165 0 0,-1-1 0 0 0,1 0 0 0 0,-1 0 0 0 0,-1-1 0 0 0,1 0 0 0 0,-1 0 0 0 0,-11 4 0 0 0,0-1 28 0 0,-1-2 0 0 0,0 0 0 0 0,0-1 1 0 0,-1-1-1 0 0,1-1 0 0 0,-1-1 0 0 0,-34-1 0 0 0,26-2-659 0 0,-43-8 0 0 0,40 3-2761 0 0,-32-11 0 0 0,61 16 2096 0 0,1 0 0 0 0,-1 0 0 0 0,1 0 0 0 0,-1 0 0 0 0,-7-7-2083 0 0</inkml:trace>
</inkml:ink>
</file>

<file path=ppt/ink/ink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4:37.8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 84 1324 0 0,'2'-3'2042'0'0,"19"-38"7615"0"0,-15 27-6520 0 0,-11 24-2159 0 0,-11 34-802 0 0,2 1 1 0 0,-13 79 0 0 0,25-111-143 0 0,0 0 0 0 0,1 1-1 0 0,1-1 1 0 0,0 1 0 0 0,0-1 0 0 0,2 1 0 0 0,-1-1 0 0 0,2 0 0 0 0,0 0-1 0 0,1 0 1 0 0,0 0 0 0 0,0 0 0 0 0,2-1 0 0 0,7 15 0 0 0,-9-22 4 0 0,-1 0 0 0 0,1-1 0 0 0,0 1 1 0 0,1-1-1 0 0,-1 0 0 0 0,1 0 0 0 0,0 0 0 0 0,0 0 1 0 0,0-1-1 0 0,0 0 0 0 0,0 0 0 0 0,8 2 0 0 0,-4-1 18 0 0,0-1-1 0 0,1-1 0 0 0,-1 0 0 0 0,1 0 0 0 0,0-1 0 0 0,-1 0 1 0 0,14-1-1 0 0,-10-1 105 0 0,0 0-1 0 0,0 0 1 0 0,0-2 0 0 0,0 0 0 0 0,0 0 0 0 0,0-1-1 0 0,-1 0 1 0 0,0-1 0 0 0,0-1 0 0 0,0 0-1 0 0,16-12 1 0 0,-18 9 45 0 0,0 0-1 0 0,-1-1 0 0 0,0 0 0 0 0,-1 0 1 0 0,0-1-1 0 0,-1 0 0 0 0,0-1 1 0 0,0 1-1 0 0,-2-1 0 0 0,1-1 1 0 0,-2 1-1 0 0,1-1 0 0 0,-2 0 1 0 0,0 0-1 0 0,3-24 0 0 0,-5 24-73 0 0,0 1 0 0 0,-1-1 0 0 0,0 1 0 0 0,-1-1 0 0 0,-1 1-1 0 0,0 0 1 0 0,-6-21 0 0 0,5 25-106 0 0,0 0-1 0 0,0 0 0 0 0,-1 1 1 0 0,0-1-1 0 0,0 1 0 0 0,-1 0 1 0 0,0 0-1 0 0,0 0 1 0 0,-1 0-1 0 0,0 1 0 0 0,-11-9 1 0 0,8 8-75 0 0,0 1 0 0 0,0 1 0 0 0,-1-1 1 0 0,0 1-1 0 0,0 1 0 0 0,0 0 0 0 0,-1 0 1 0 0,1 1-1 0 0,-1 1 0 0 0,0 0 0 0 0,0 0 1 0 0,0 1-1 0 0,0 0 0 0 0,-19 2 0 0 0,16 0-717 0 0,0 0-1 0 0,1 2 0 0 0,-1 0 0 0 0,-20 7 0 0 0,20-5-956 0 0,1 1 0 0 0,-1 1 1 0 0,2 0-1 0 0,-16 10 0 0 0,12-5-2418 0 0,-1 0-1747 0 0</inkml:trace>
</inkml:ink>
</file>

<file path=ppt/ink/ink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4:39.4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 0 1700 0 0,'0'0'2782'0'0,"-17"15"4264"0"0,17-14-6926 0 0,-1-1 0 0 0,1 1-1 0 0,-1 0 1 0 0,1-1-1 0 0,-1 1 1 0 0,1 0 0 0 0,-1-1-1 0 0,1 1 1 0 0,0 0-1 0 0,0 0 1 0 0,-1-1 0 0 0,1 1-1 0 0,0 0 1 0 0,0 0-1 0 0,0 0 1 0 0,0-1 0 0 0,0 1-1 0 0,0 0 1 0 0,0 0-1 0 0,0 0 1 0 0,0-1 0 0 0,0 1-1 0 0,0 0 1 0 0,0 0-1 0 0,1 0 1 0 0,0 1 11 0 0,0-1-1 0 0,-1 0 1 0 0,1 0 0 0 0,0 0-1 0 0,0 0 1 0 0,0 0-1 0 0,1 0 1 0 0,-1 0 0 0 0,0 0-1 0 0,0 0 1 0 0,1 0-1 0 0,1 1 1 0 0,4 0 59 0 0,-1 1-1 0 0,1-1 1 0 0,-1 0-1 0 0,1-1 1 0 0,9 2 0 0 0,51 1 184 0 0,90-5 0 0 0,-51-2 459 0 0,-98 3-506 0 0,0-1 1 0 0,0 0-1 0 0,-1 0 0 0 0,1-1 0 0 0,9-3 1 0 0,-15 5-256 0 0,8-7-1980 0 0</inkml:trace>
</inkml:ink>
</file>

<file path=ppt/ink/ink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4:39.7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 52 1572 0 0,'4'-16'5963'0'0,"5"-19"5743"0"0,-10 55-11744 0 0,-18 181 1766 0 0,2-39-1205 0 0,9-104-413 0 0,4-34 19 0 0,-1 34 1 0 0,1-38-100 0 0,-1-9-2178 0 0</inkml:trace>
</inkml:ink>
</file>

<file path=ppt/ink/ink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4:40.0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0 177 2860 0 0,'2'-2'2268'0'0,"5"-15"1972"0"0,17-26 4744 0 0,-21 40-8881 0 0,-1-1 0 0 0,1 1 0 0 0,0 0-1 0 0,0 0 1 0 0,0 1 0 0 0,4-3 0 0 0,12-6-6 0 0,1 2 1 0 0,0 0-1 0 0,0 1 0 0 0,0 1 1 0 0,28-6-1 0 0,2-1-197 0 0,-30 7-858 0 0,10-4-1993 0 0,-10 9-5440 0 0</inkml:trace>
</inkml:ink>
</file>

<file path=ppt/ink/ink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4:40.5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128 1 2056 0 0,'-16'2'4849'0'0,"3"-1"-2475"0"0,10-1-1486 0 0,-1 1-707 0 0,0 1 1 0 0,1-1-1 0 0,-1 0 0 0 0,0 1 1 0 0,1 0-1 0 0,-1 0 0 0 0,1 0 1 0 0,-1 0-1 0 0,1 0 0 0 0,0 1 1 0 0,0 0-1 0 0,0-1 0 0 0,1 1 1 0 0,-1 0-1 0 0,0 0 0 0 0,1 1 1 0 0,0-1-1 0 0,0 0 0 0 0,0 1 1 0 0,0 0-1 0 0,-1 4 0 0 0,-3 6-10 0 0,1-1 0 0 0,1 1 0 0 0,0-1 0 0 0,-4 29 0 0 0,6-22 3 0 0,1 0 0 0 0,2 1 1 0 0,2 22-1 0 0,-3-42-149 0 0,0 1-1 0 0,0-1 1 0 0,0 0-1 0 0,0 0 1 0 0,1 0 0 0 0,-1 1-1 0 0,0-1 1 0 0,1 0-1 0 0,-1 0 1 0 0,1 0-1 0 0,-1 0 1 0 0,1 0 0 0 0,0 0-1 0 0,-1 0 1 0 0,1 0-1 0 0,0 0 1 0 0,0 0-1 0 0,0 0 1 0 0,0 0 0 0 0,-1 0-1 0 0,1-1 1 0 0,0 1-1 0 0,1 0 1 0 0,-1-1 0 0 0,0 1-1 0 0,0-1 1 0 0,0 1-1 0 0,0-1 1 0 0,0 1-1 0 0,1-1 1 0 0,-1 0 0 0 0,0 0-1 0 0,0 1 1 0 0,0-1-1 0 0,1 0 1 0 0,-1 0-1 0 0,1 0 1 0 0,6-1 23 0 0,-1 0 1 0 0,0-1-1 0 0,0 1 0 0 0,-1-1 1 0 0,9-3-1 0 0,-4 1 40 0 0,69-28 212 0 0,-60 23-236 0 0,1 0 0 0 0,0 1 0 0 0,25-5 0 0 0,-41 12-59 0 0,-1 0 0 0 0,1 0 1 0 0,0 1-1 0 0,-1-1 0 0 0,1 1 1 0 0,0 0-1 0 0,0 1 1 0 0,0-1-1 0 0,-1 1 0 0 0,1 0 1 0 0,0 0-1 0 0,-1 0 0 0 0,1 1 1 0 0,-1-1-1 0 0,0 1 1 0 0,1 0-1 0 0,-1 1 0 0 0,6 3 1 0 0,-4-2 93 0 0,0 1 0 0 0,-1-1 0 0 0,0 1 0 0 0,0 0 0 0 0,0 0 0 0 0,-1 1 0 0 0,1-1 0 0 0,-1 1 0 0 0,0 0 0 0 0,-1 0 0 0 0,0 0 0 0 0,0 1 0 0 0,0-1 0 0 0,-1 1 0 0 0,1 0 0 0 0,-2-1 0 0 0,1 1 0 0 0,-1 0 0 0 0,0 0 0 0 0,0 0 0 0 0,-1 0 0 0 0,0 0 0 0 0,0 1 0 0 0,-1-1 0 0 0,0 0 0 0 0,0-1 0 0 0,-1 1 0 0 0,0 0 0 0 0,0 0 0 0 0,0 0 0 0 0,-1-1 0 0 0,0 0 0 0 0,0 1 0 0 0,-1-1 0 0 0,1 0 0 0 0,-1 0 0 0 0,-10 9 0 0 0,8-7 57 0 0,-1-1 0 0 0,-1 0 1 0 0,1 0-1 0 0,-1-1 0 0 0,0 0 0 0 0,-1-1 1 0 0,1 0-1 0 0,-1 0 0 0 0,0 0 0 0 0,0-1 1 0 0,-1-1-1 0 0,1 0 0 0 0,-1 0 0 0 0,0-1 1 0 0,0 0-1 0 0,0 0 0 0 0,0-1 0 0 0,0-1 1 0 0,-11 0-1 0 0,-50-9 33 0 0,49 5-298 0 0,16 3-383 0 0,1-1-1 0 0,0 0 1 0 0,0 0-1 0 0,0 0 1 0 0,-8-5-1 0 0,-6-7-5224 0 0</inkml:trace>
</inkml:ink>
</file>

<file path=ppt/ink/ink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4:41.7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47 131 1740 0 0,'8'-24'12803'0'0,"-13"34"-12644"0"0,-5 21 65 0 0,-1-2-95 0 0,2 0 0 0 0,-7 39-1 0 0,15-60-97 0 0,-1 0 0 0 0,2 0 0 0 0,-1-1 0 0 0,1 1 0 0 0,1 0 0 0 0,-1 0 0 0 0,1 0 0 0 0,1 0 0 0 0,-1 0 0 0 0,1-1 0 0 0,1 1 0 0 0,-1 0 0 0 0,8 13-1 0 0,-7-17 0 0 0,-1 0 0 0 0,1-1 0 0 0,0 1 0 0 0,0-1 0 0 0,0 0 0 0 0,0 0 0 0 0,0 0-1 0 0,1 0 1 0 0,0-1 0 0 0,-1 1 0 0 0,1-1 0 0 0,0 0 0 0 0,6 2 0 0 0,-3-1 8 0 0,0-1 1 0 0,0 0-1 0 0,0-1 1 0 0,0 0-1 0 0,1 0 1 0 0,-1 0-1 0 0,12-2 1 0 0,-6 0 8 0 0,1 0-1 0 0,-1-2 1 0 0,1 0 0 0 0,-1 0 0 0 0,0-1 0 0 0,0-1-1 0 0,-1 0 1 0 0,16-9 0 0 0,-18 8-1 0 0,-1 0 0 0 0,-1-1 0 0 0,1 0 0 0 0,-1 0 0 0 0,0-1 0 0 0,-1 0 0 0 0,1-1 0 0 0,-2 1 0 0 0,1-1 0 0 0,-1-1 0 0 0,-1 1 0 0 0,0-1 0 0 0,0 0 0 0 0,-1 0 0 0 0,0-1 0 0 0,3-13 0 0 0,-5 15 2 0 0,0 0-1 0 0,0 0 0 0 0,-1-1 1 0 0,-1 1-1 0 0,1 0 0 0 0,-2-1 0 0 0,1 1 1 0 0,-1-1-1 0 0,-1 1 0 0 0,1 0 1 0 0,-2-1-1 0 0,1 1 0 0 0,-1 0 0 0 0,-1 1 1 0 0,1-1-1 0 0,-1 0 0 0 0,-1 1 0 0 0,0 0 1 0 0,-7-10-1 0 0,7 13-41 0 0,0-1 0 0 0,-1 1 0 0 0,1 0 0 0 0,-1 1 0 0 0,0-1 0 0 0,-1 1 0 0 0,1 0 0 0 0,-1 1 0 0 0,1 0 0 0 0,-1 0 1 0 0,0 0-1 0 0,0 1 0 0 0,-1 0 0 0 0,1 0 0 0 0,-9-1 0 0 0,11 2-14 0 0,1 1 1 0 0,0-1-1 0 0,0 1 1 0 0,-1 0-1 0 0,1 0 1 0 0,0 0-1 0 0,0 0 1 0 0,0 1-1 0 0,-7 1 1 0 0,2 0-66 0 0,3 0-223 0 0,0 0 0 0 0,0 0 0 0 0,0 1 1 0 0,1-1-1 0 0,-1 1 0 0 0,1 0 0 0 0,0 1 0 0 0,-6 4 0 0 0,6-4-1300 0 0,0 1 0 0 0,0-1 0 0 0,1 1 0 0 0,-6 7 0 0 0</inkml:trace>
</inkml:ink>
</file>

<file path=ppt/ink/ink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4:42.3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71 1580 0 0,'0'0'17138'0'0,"1"-1"-17111"0"0,-1 0 0 0 0,1 0-1 0 0,0 0 1 0 0,-1 0 0 0 0,1 0-1 0 0,0 0 1 0 0,0 1 0 0 0,0-1-1 0 0,0 0 1 0 0,0 1 0 0 0,0-1-1 0 0,1 0 1 0 0,60-18 182 0 0,23-6-593 0 0,-31 14-3051 0 0,-38 6 182 0 0</inkml:trace>
</inkml:ink>
</file>

<file path=ppt/ink/ink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4:42.8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188 4 2760 0 0,'-16'-2'7277'0'0,"3"1"-3799"0"0,10 1-3011 0 0,2 0-414 0 0,-1 0 0 0 0,1 0 0 0 0,0 1 0 0 0,-1-1 1 0 0,1 1-1 0 0,0-1 0 0 0,-1 1 0 0 0,1 0 0 0 0,0 0 0 0 0,0-1 0 0 0,0 1 0 0 0,0 0 1 0 0,-1 0-1 0 0,1 0 0 0 0,0 0 0 0 0,1 0 0 0 0,-1 0 0 0 0,0 0 0 0 0,0 1 0 0 0,0-1 1 0 0,1 0-1 0 0,-1 0 0 0 0,0 1 0 0 0,1-1 0 0 0,-1 0 0 0 0,1 3 0 0 0,-12 47 147 0 0,8-28-58 0 0,-4 8-39 0 0,2 1-1 0 0,1-1 0 0 0,2 1 1 0 0,1 0-1 0 0,2 0 0 0 0,6 57 1 0 0,-6-88-86 0 0,0 0 0 0 0,0 0 0 0 0,0 1 0 0 0,0-1 0 0 0,1 0 0 0 0,-1 0 1 0 0,1 0-1 0 0,-1 0 0 0 0,0 0 0 0 0,1 0 0 0 0,0 0 0 0 0,-1 0 0 0 0,1 0 0 0 0,0 0 0 0 0,-1 0 0 0 0,1 0 0 0 0,0-1 1 0 0,0 1-1 0 0,0 0 0 0 0,0-1 0 0 0,0 1 0 0 0,-1 0 0 0 0,3 0 0 0 0,-1 0 1 0 0,0-1 1 0 0,0 0-1 0 0,0 1 0 0 0,0-1 1 0 0,0 0-1 0 0,0 0 0 0 0,0 0 1 0 0,0-1-1 0 0,0 1 0 0 0,0 0 0 0 0,0-1 1 0 0,3 0-1 0 0,4-3 37 0 0,1 0 0 0 0,-1-1 1 0 0,0 0-1 0 0,9-7 0 0 0,99-73 1288 0 0,-115 84-1336 0 0,1 0 0 0 0,-1 0 0 0 0,1 1 0 0 0,0-1 0 0 0,-1 1 0 0 0,1 0-1 0 0,-1-1 1 0 0,1 1 0 0 0,-1 0 0 0 0,1 1 0 0 0,0-1 0 0 0,-1 0 0 0 0,1 1-1 0 0,-1-1 1 0 0,1 1 0 0 0,-1 0 0 0 0,1 0 0 0 0,-1 0 0 0 0,0 0 0 0 0,5 3-1 0 0,4 4 1 0 0,1 2 0 0 0,-1-1 0 0 0,-1 2 0 0 0,0-1 0 0 0,0 1-1 0 0,-1 1 1 0 0,12 20 0 0 0,-15-23 75 0 0,0 2 1 0 0,-1-1-1 0 0,0 1 0 0 0,-1-1 0 0 0,0 1 1 0 0,-1 0-1 0 0,0 1 0 0 0,0-1 0 0 0,-1 0 1 0 0,0 14-1 0 0,-2-20 92 0 0,0 1-1 0 0,-1-1 1 0 0,1 1 0 0 0,-1-1 0 0 0,-1 0 0 0 0,1 1-1 0 0,-1-1 1 0 0,1 0 0 0 0,-2 0 0 0 0,1 0 0 0 0,0 0-1 0 0,-1 0 1 0 0,0 0 0 0 0,-7 8 0 0 0,4-7-37 0 0,0-1 1 0 0,0 1-1 0 0,0-1 1 0 0,-1 0-1 0 0,0-1 1 0 0,0 0-1 0 0,0 0 1 0 0,0 0-1 0 0,-10 2 0 0 0,-10 3 7 0 0,-1-2 1 0 0,-1-1-1 0 0,1-2 0 0 0,-46 3 0 0 0,55-6-276 0 0,-70 2 209 0 0,80-3-953 0 0,1-1 0 0 0,-1 0 1 0 0,0-1-1 0 0,1 0 0 0 0,0 0 1 0 0,-1 0-1 0 0,-15-8 1 0 0,22 9 142 0 0,1 0 0 0 0,-1 0 0 0 0,0-1 0 0 0,0 1 1 0 0,-9-12-3665 0 0</inkml:trace>
</inkml:ink>
</file>

<file path=ppt/ink/ink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4:44.0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385 108 68 0 0,'-2'0'4725'0'0,"-21"-5"3259"0"0,32 0-7736 0 0,11-2-94 0 0,1 2 0 0 0,-1 0 0 0 0,31-3 0 0 0,7-1 17 0 0,-38 4-161 0 0,325-53 2427 0 0,-342 58-2429 0 0,-1 0 0 0 0,0 0 0 0 0,1 0 0 0 0,-1 0 0 0 0,0 1-1 0 0,0-1 1 0 0,1 1 0 0 0,-1-1 0 0 0,0 1 0 0 0,0 0 0 0 0,0 0-1 0 0,0 0 1 0 0,0 0 0 0 0,0 0 0 0 0,0 0 0 0 0,0 1 0 0 0,0-1-1 0 0,0 0 1 0 0,-1 1 0 0 0,1 0 0 0 0,0-1 0 0 0,-1 1 0 0 0,0 0-1 0 0,1 0 1 0 0,-1 0 0 0 0,0 0 0 0 0,0 0 0 0 0,0 0 0 0 0,0 0-1 0 0,0 0 1 0 0,-1 1 0 0 0,1-1 0 0 0,0 4 0 0 0,1 8 241 0 0,1 0 0 0 0,-2 0 0 0 0,0 0 0 0 0,-1 17-1 0 0,-1-18-4 0 0,30 733 5389 0 0,-20-644-5438 0 0,49 801 1089 0 0,-66-252-1099 0 0,-2-135-77 0 0,17 106 305 0 0,-14-422-263 0 0,4-171-116 0 0,-4 5-299 0 0,0-2 4491 0 0,-21-43-2979 0 0,1-1-1163 0 0,-1 2 1 0 0,-1 0 0 0 0,1 2 0 0 0,-2 2 0 0 0,1 0 0 0 0,-31-1 0 0 0,-180 3-2443 0 0,173 5 958 0 0,-194 11-6552 0 0,153-5 645 0 0,14-2-3090 0 0</inkml:trace>
</inkml:ink>
</file>

<file path=ppt/ink/ink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4:45.5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416 82 272 0 0,'1'-1'507'0'0,"0"-1"-1"0"0,-1 0 1 0 0,1 0-1 0 0,-1 0 1 0 0,1 0-1 0 0,-1 0 1 0 0,1-1-1 0 0,-1 1 1 0 0,0 0-1 0 0,0 0 1 0 0,0 0 0 0 0,-1 0-1 0 0,1 0 1 0 0,0 0-1 0 0,-1 0 1 0 0,1 0-1 0 0,-1 0 1 0 0,0 0-1 0 0,1 0 1 0 0,-2-2-1 0 0,0 1-246 0 0,0 1 0 0 0,0 0 0 0 0,0-1 0 0 0,-1 1-1 0 0,1 0 1 0 0,0 0 0 0 0,-1 0 0 0 0,1 1-1 0 0,-1-1 1 0 0,0 1 0 0 0,1-1 0 0 0,-6-1-1 0 0,1 1-197 0 0,-1 0 0 0 0,0 0-1 0 0,0 0 1 0 0,1 1-1 0 0,-1 0 1 0 0,0 0-1 0 0,0 1 1 0 0,0 0-1 0 0,0 1 1 0 0,-9 1-1 0 0,4 2-43 0 0,1 0-1 0 0,-1 1 1 0 0,1 0-1 0 0,0 1 0 0 0,1 0 1 0 0,0 1-1 0 0,0 0 0 0 0,0 1 1 0 0,1 0-1 0 0,0 0 1 0 0,0 1-1 0 0,1 1 0 0 0,0 0 1 0 0,1 0-1 0 0,-9 14 0 0 0,2 0-5 0 0,1 0 0 0 0,1 1 0 0 0,2 0-1 0 0,0 0 1 0 0,1 2 0 0 0,-7 33-1 0 0,13-39 16 0 0,0 0-1 0 0,1 0 1 0 0,0 27-1 0 0,3-38-6 0 0,0 0 0 0 0,1 0 0 0 0,0 0-1 0 0,1 0 1 0 0,0 0 0 0 0,0 0 0 0 0,1 0 0 0 0,0-1 0 0 0,6 11-1 0 0,-8-17-8 0 0,0-1 0 0 0,1 0-1 0 0,-1 0 1 0 0,1 1-1 0 0,-1-1 1 0 0,1 0-1 0 0,0 0 1 0 0,0 0 0 0 0,0-1-1 0 0,0 1 1 0 0,0 0-1 0 0,0-1 1 0 0,0 1 0 0 0,1-1-1 0 0,-1 0 1 0 0,0 0-1 0 0,1 0 1 0 0,-1 0-1 0 0,4 1 1 0 0,-2-2-3 0 0,0 0 1 0 0,-1 0-1 0 0,1 0 1 0 0,0 0-1 0 0,0 0 0 0 0,-1-1 1 0 0,1 0-1 0 0,0 1 1 0 0,-1-1-1 0 0,1-1 0 0 0,-1 1 1 0 0,5-3-1 0 0,3-2-3 0 0,0-1 0 0 0,0 0 0 0 0,0-1 0 0 0,-1 0 0 0 0,-1-1 0 0 0,17-17 0 0 0,-11 6 231 0 0,-1 0-1 0 0,-1-1 0 0 0,0 0 1 0 0,-2-1-1 0 0,0 0 0 0 0,-2-1 1 0 0,-1 0-1 0 0,0-1 0 0 0,-2 1 0 0 0,4-27 1 0 0,-4 25 473 0 0,0-13-36 0 0,-6 36-630 0 0,3-3 35 0 0,-2 7-50 0 0,1 5-31 0 0,3 17 45 0 0,2 46 1 0 0,-6-46-26 0 0,2-1 1 0 0,9 40 0 0 0,-7-45-10 0 0,-1-2 27 0 0,0-1 0 0 0,2 1 1 0 0,0-1-1 0 0,0 0 0 0 0,1 0 0 0 0,15 22 0 0 0,-20-35-67 0 0,-1-1-1 0 0,1 1 1 0 0,0-1 0 0 0,0 1-1 0 0,-1-1 1 0 0,1 1 0 0 0,0-1-1 0 0,0 0 1 0 0,0 0 0 0 0,1 0-1 0 0,-1 0 1 0 0,0-1 0 0 0,0 1-1 0 0,0 0 1 0 0,1-1 0 0 0,-1 0 0 0 0,0 1-1 0 0,0-1 1 0 0,1 0 0 0 0,-1 0-1 0 0,3-1 1 0 0,6 0-820 0 0,-1-1 0 0 0,1 0 0 0 0,12-4-1 0 0,-8 2-890 0 0,26-10-5656 0 0,-28 9 2573 0 0</inkml:trace>
</inkml:ink>
</file>

<file path=ppt/ink/ink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4:46.7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252 535 2048 0 0,'-3'-12'4775'0'0,"2"8"-4350"0"0,0 1 1 0 0,-1-1 0 0 0,1 1-1 0 0,-1 0 1 0 0,0-1 0 0 0,0 1-1 0 0,0 0 1 0 0,0 0-1 0 0,-1 1 1 0 0,1-1 0 0 0,-1 0-1 0 0,0 1 1 0 0,0 0 0 0 0,-4-3-1 0 0,5 3-391 0 0,-1 1 0 0 0,1 0 0 0 0,0 0 0 0 0,-1 0 0 0 0,1 1 0 0 0,-1-1 0 0 0,0 0 0 0 0,1 1 0 0 0,-1 0 0 0 0,0 0 0 0 0,1 0 0 0 0,-1 0 0 0 0,0 0 0 0 0,1 0 0 0 0,-1 0 0 0 0,1 1 0 0 0,-1 0 0 0 0,1-1 0 0 0,-1 1 0 0 0,1 0 0 0 0,-5 2 0 0 0,-1 2-23 0 0,1 0-1 0 0,-1 1 0 0 0,1 0 1 0 0,0 0-1 0 0,0 0 1 0 0,0 1-1 0 0,1 0 0 0 0,0 1 1 0 0,1-1-1 0 0,-1 1 1 0 0,-5 13-1 0 0,-1 3 0 0 0,0 1 0 0 0,-12 44 1 0 0,19-52 2 0 0,0 1 1 0 0,2-1 0 0 0,-3 29 0 0 0,6-40-1 0 0,-1 0 0 0 0,1 1 0 0 0,1-1 1 0 0,-1 0-1 0 0,1 0 0 0 0,0 0 0 0 0,1 0 0 0 0,-1 0 0 0 0,1 0 0 0 0,0 0 1 0 0,1 0-1 0 0,-1-1 0 0 0,7 10 0 0 0,-8-14-7 0 0,0 0-1 0 0,0 0 1 0 0,0 1 0 0 0,1-1 0 0 0,-1 0 0 0 0,1 0-1 0 0,-1-1 1 0 0,1 1 0 0 0,-1 0 0 0 0,1 0-1 0 0,-1-1 1 0 0,1 1 0 0 0,-1-1 0 0 0,1 1-1 0 0,0-1 1 0 0,-1 0 0 0 0,1 1 0 0 0,0-1-1 0 0,0 0 1 0 0,-1 0 0 0 0,1 0 0 0 0,0-1-1 0 0,-1 1 1 0 0,1 0 0 0 0,0-1 0 0 0,-1 1-1 0 0,1-1 1 0 0,-1 1 0 0 0,1-1 0 0 0,0 0-1 0 0,-1 0 1 0 0,0 1 0 0 0,3-3 0 0 0,2-1-5 0 0,0 0 0 0 0,0 0 0 0 0,0-1 0 0 0,-1 0 0 0 0,1 0 0 0 0,6-8 0 0 0,-1-4-3 0 0,0-1 1 0 0,-1 0 0 0 0,-1 0 0 0 0,0-1-1 0 0,-2 0 1 0 0,0 0 0 0 0,-1-1 0 0 0,6-34-1 0 0,-2-18-5 0 0,2-76 0 0 0,-12 147 7 0 0,1-86 160 0 0,-11-96-1 0 0,6 133-102 0 0,-3 7 187 0 0,1-11-122 0 0,-4 88-114 0 0,9 32 125 0 0,15 116 0 0 0,-7-122-78 0 0,1 23 175 0 0,4-1 0 0 0,3 0 0 0 0,38 117 0 0 0,-50-191-1034 0 0,0 1 1 0 0,1-1 0 0 0,0 1-1 0 0,10 13 1 0 0,-3-17-3805 0 0</inkml:trace>
</inkml:ink>
</file>

<file path=ppt/ink/ink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4:47.1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582 69 1204 0 0,'7'-68'17668'0'0,"-12"85"-16610"0"0,1 22 1041 0 0,1 65 1 0 0,3-49-1255 0 0,-1-24-468 0 0,-41 642 3565 0 0,38-644-3668 0 0,0 0-1 0 0,-2 0 1 0 0,-1 0-1 0 0,-2-1 1 0 0,-18 43-1 0 0,25-68-229 0 0,0 1 0 0 0,0 0 0 0 0,-1-1-1 0 0,0 1 1 0 0,1-1 0 0 0,-1 0 0 0 0,0 0 0 0 0,-1 0 0 0 0,1 0-1 0 0,0 0 1 0 0,-1-1 0 0 0,0 0 0 0 0,1 0 0 0 0,-1 0 0 0 0,-7 3-1 0 0,5-3-36 0 0,-1-1 0 0 0,0 1 0 0 0,0-1-1 0 0,0 0 1 0 0,0-1 0 0 0,0 0 0 0 0,0 0 0 0 0,-13-2-1 0 0,1-2-498 0 0,0-1 1 0 0,0 0-1 0 0,1-1 0 0 0,0-1 0 0 0,0-1 0 0 0,-18-11 0 0 0,21 10-450 0 0,1-1 0 0 0,-1 0 0 0 0,2 0-1 0 0,0-2 1 0 0,0 1 0 0 0,1-2 0 0 0,0 0-1 0 0,-16-23 1 0 0,18 20-1170 0 0,1 1 0 0 0,1-2 0 0 0,0 1 0 0 0,-10-32 1 0 0,7 6-4699 0 0</inkml:trace>
</inkml:ink>
</file>

<file path=ppt/ink/ink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4:47.3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0 120 732 0 0,'13'-66'12068'0'0,"-10"22"-8870"0"0,-1 35-4090 0 0</inkml:trace>
</inkml:ink>
</file>

<file path=ppt/ink/ink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4:47.9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69 784 1096 0 0,'-10'10'5224'0'0,"6"-6"-4829"0"0,0 0 0 0 0,0 0 0 0 0,1 1 0 0 0,0 0-1 0 0,-1-1 1 0 0,1 1 0 0 0,1 0 0 0 0,-1 1 0 0 0,1-1 0 0 0,0 0 0 0 0,0 1 0 0 0,-1 7 0 0 0,-6 15 887 0 0,-1 5 695 0 0,9-24-143 0 0,6-19 1294 0 0,14-37-2647 0 0,111-295 124 0 0,-68 156-605 0 0,42-119-100 0 0,-100 296 41 0 0,0 1 1 0 0,0-1 0 0 0,7-8-1 0 0,-10 16 27 0 0,13 8-18 0 0,-11-3 47 0 0,1 0 0 0 0,-1 0 0 0 0,0 1-1 0 0,-1-1 1 0 0,1 1 0 0 0,-1 0 0 0 0,0 0-1 0 0,0 0 1 0 0,0 0 0 0 0,-1 0 0 0 0,2 7-1 0 0,-1-4 4 0 0,73 371 926 0 0,-59-277-789 0 0,17 126 279 0 0,-31-218 618 0 0,1 8-5968 0 0</inkml:trace>
</inkml:ink>
</file>

<file path=ppt/ink/ink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4:48.1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138 98 580 0 0,'-137'-22'18089'0'0,"139"21"-17982"0"0,140-25-1622 0 0,-57 12-1383 0 0,42-11-4604 0 0,-85 16 3045 0 0</inkml:trace>
</inkml:ink>
</file>

<file path=ppt/ink/ink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4:48.3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 2104 0 0,'4'10'15720'0'0,"-2"-9"-15673"0"0,-1 0-1 0 0,1 0 1 0 0,0 0 0 0 0,-1 0 0 0 0,1 0 0 0 0,0 0 0 0 0,0 0 0 0 0,-1-1-1 0 0,1 1 1 0 0,0 0 0 0 0,0-1 0 0 0,0 0 0 0 0,0 1 0 0 0,0-1 0 0 0,0 0 0 0 0,0 0-1 0 0,0 0 1 0 0,2-1 0 0 0,46-3 126 0 0,-42 3-139 0 0,63-10-1702 0 0,-25 0-6437 0 0</inkml:trace>
</inkml:ink>
</file>

<file path=ppt/ink/ink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4:48.5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 0 2388 0 0,'-17'23'6178'0'0,"13"-18"-4839"0"0,0-1 1 0 0,0 2-1 0 0,0-1 0 0 0,1 0 1 0 0,0 0-1 0 0,-3 10 1 0 0,6-15-1314 0 0,0 1 1 0 0,1-1 0 0 0,-1 1 0 0 0,0-1-1 0 0,0 0 1 0 0,1 1 0 0 0,-1-1 0 0 0,0 0 0 0 0,1 1-1 0 0,-1-1 1 0 0,1 0 0 0 0,-1 1 0 0 0,1-1-1 0 0,-1 0 1 0 0,0 0 0 0 0,1 1 0 0 0,-1-1 0 0 0,1 0-1 0 0,-1 0 1 0 0,1 0 0 0 0,-1 0 0 0 0,1 0-1 0 0,-1 0 1 0 0,1 0 0 0 0,-1 0 0 0 0,1 0-1 0 0,-1 0 1 0 0,1 0 0 0 0,16 2 203 0 0,-17-2-224 0 0,40-4-616 0 0,65-14-1 0 0,-12-4-5703 0 0,-83 20 5197 0 0,44-13-6781 0 0</inkml:trace>
</inkml:ink>
</file>

<file path=ppt/ink/ink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4:49.9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55 2124 0 0,'2'-9'1906'0'0,"0"0"0"0"0,1 0 0 0 0,1 1 0 0 0,5-12 1299 0 0,-8 22-3149 0 0,0-1 1 0 0,-1 1 0 0 0,1 0 0 0 0,0-1 0 0 0,-1 1 0 0 0,1 0-1 0 0,-1-1 1 0 0,1 1 0 0 0,-1 0 0 0 0,0 0 0 0 0,0-1 0 0 0,0 1 0 0 0,0 0-1 0 0,0 0 1 0 0,-1 2 0 0 0,1 1 116 0 0,10 355 5895 0 0,-3-43-3224 0 0,-5-260-2457 0 0,18 209 489 0 0,-16-230-783 0 0,7 34 271 0 0,-11-69-358 0 0,1 1-1 0 0,0-1 1 0 0,-1 0 0 0 0,1 1-1 0 0,0-1 1 0 0,0 0 0 0 0,0 0-1 0 0,0 0 1 0 0,0 1-1 0 0,0-1 1 0 0,0 0 0 0 0,1-1-1 0 0,-1 1 1 0 0,0 0 0 0 0,1 0-1 0 0,-1 0 1 0 0,0-1 0 0 0,1 1-1 0 0,-1-1 1 0 0,1 1 0 0 0,-1-1-1 0 0,1 1 1 0 0,-1-1 0 0 0,1 0-1 0 0,-1 0 1 0 0,1 0 0 0 0,-1 0-1 0 0,1 0 1 0 0,-1 0 0 0 0,3 0-1 0 0,4-1-99 0 0,0 0-1 0 0,0 0 1 0 0,0-1 0 0 0,10-3-1 0 0,-1-2-744 0 0,0 0-1 0 0,0-1 1 0 0,-1 0-1 0 0,-1-1 1 0 0,1-1-1 0 0,16-15 1 0 0,-14 10-2327 0 0,-1-1 0 0 0,19-23 1 0 0,-15 12-3428 0 0</inkml:trace>
</inkml:ink>
</file>

<file path=ppt/ink/ink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4:50.1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178 87 1408 0 0,'-62'-3'6881'0'0,"-37"-4"2687"0"0,97 7-9267 0 0,-12-1 493 0 0,243-42-1932 0 0,-75 19-5293 0 0,-125 20 2758 0 0,-3 0-1633 0 0</inkml:trace>
</inkml:ink>
</file>

<file path=ppt/ink/ink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4:50.5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1 696 0 0,'11'15'8570'0'0,"-10"-12"-7856"0"0,5 36 1225 0 0,-3-14-927 0 0,81 287 2321 0 0,-72-273-3157 0 0,13 56 1158 0 0,-25-93-1087 0 0,3 24 2607 0 0,-3-25-2766 0 0,0 0 1 0 0,0 0-1 0 0,-1 0 1 0 0,1 0-1 0 0,0 0 1 0 0,-1 0-1 0 0,1 0 1 0 0,-1 0-1 0 0,1 0 1 0 0,-1 0-1 0 0,1 0 1 0 0,-1 0-1 0 0,1 0 1 0 0,-1-1-1 0 0,0 1 1 0 0,0 0-1 0 0,1 0 1 0 0,-1-1-1 0 0,0 1 1 0 0,-3 1 671 0 0,1-2-496 0 0,0-1-196 0 0,2 1-29 0 0,0 0-1 0 0,-1 0 1 0 0,1 0-1 0 0,0 0 1 0 0,-1-1-1 0 0,1 1 1 0 0,0 0-1 0 0,0-1 1 0 0,-1 1 0 0 0,1-1-1 0 0,0 0 1 0 0,0 1-1 0 0,0-1 1 0 0,0 0-1 0 0,0 1 1 0 0,0-1 0 0 0,0 0-1 0 0,0 0 1 0 0,0 0-1 0 0,0 0 1 0 0,0 0-1 0 0,0 0 1 0 0,1-1-1 0 0,-1 1 1 0 0,0 0 0 0 0,1 0-1 0 0,-1 0 1 0 0,1-1-1 0 0,-1 1 1 0 0,1 0-1 0 0,-1-3 1 0 0,1-2-42 0 0,-1 1 1 0 0,1-1-1 0 0,0 0 0 0 0,0 1 1 0 0,1-1-1 0 0,-1 0 0 0 0,1 1 0 0 0,1-1 1 0 0,-1 1-1 0 0,1-1 0 0 0,0 1 1 0 0,0 0-1 0 0,0-1 0 0 0,4-4 1 0 0,6-10-772 0 0,0 2 1 0 0,17-23-1 0 0,-16 26-854 0 0,1 0-1 0 0,0 0 1 0 0,25-19 0 0 0,-23 22-2470 0 0,31-17 0 0 0,-22 15-1399 0 0</inkml:trace>
</inkml:ink>
</file>

<file path=ppt/ink/ink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4:50.9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292 34 580 0 0,'-17'-14'8849'0'0,"7"8"-7079"0"0,3 3-1048 0 0,0 0 1 0 0,0 1 0 0 0,0 0 0 0 0,-9-1 0 0 0,14 3-456 0 0,-2-1-203 0 0,1 1 0 0 0,0 0 0 0 0,0 0 0 0 0,-1 0 0 0 0,1 1 0 0 0,0-1 0 0 0,0 1 0 0 0,0 0 0 0 0,0 0 0 0 0,0 0 0 0 0,0 0 0 0 0,0 0 0 0 0,0 1 0 0 0,0-1 0 0 0,0 1 0 0 0,1 0 0 0 0,-1 0 0 0 0,-2 3 0 0 0,-4 3 18 0 0,0 0 0 0 0,1 1 0 0 0,-9 12 0 0 0,2-1 37 0 0,0 2-1 0 0,2 0 1 0 0,0 0-1 0 0,-17 46 1 0 0,24-50-74 0 0,0 0 0 0 0,1 1 0 0 0,1-1 0 0 0,1 1 0 0 0,0 0-1 0 0,1 0 1 0 0,2 25 0 0 0,0-40-22 0 0,0 0-1 0 0,0 0 0 0 0,1 0 0 0 0,0 1 1 0 0,0-1-1 0 0,0 0 0 0 0,0 0 1 0 0,1 0-1 0 0,-1-1 0 0 0,1 1 0 0 0,0 0 1 0 0,0-1-1 0 0,1 1 0 0 0,-1-1 1 0 0,1 1-1 0 0,3 2 0 0 0,-4-4-84 0 0,0-1-1 0 0,0 1 0 0 0,1-1 1 0 0,-1 0-1 0 0,1 0 1 0 0,-1 0-1 0 0,1 0 0 0 0,-1 0 1 0 0,1-1-1 0 0,0 1 1 0 0,-1-1-1 0 0,1 0 0 0 0,0 1 1 0 0,-1-1-1 0 0,1-1 1 0 0,0 1-1 0 0,0 0 0 0 0,-1 0 1 0 0,1-1-1 0 0,0 0 0 0 0,-1 1 1 0 0,1-1-1 0 0,-1 0 1 0 0,1 0-1 0 0,3-3 0 0 0,2 0-243 0 0,0-1 0 0 0,0 0-1 0 0,0 0 1 0 0,-1 0-1 0 0,0-1 1 0 0,0 0-1 0 0,0-1 1 0 0,-1 1-1 0 0,7-10 1 0 0,-5 4 146 0 0,0-1 1 0 0,-1 0 0 0 0,0 0 0 0 0,0-1 0 0 0,4-14 0 0 0,1-16 1475 0 0,-1-1 0 0 0,8-76 1 0 0,-16 95-208 0 0,-1 9-571 0 0,5-21 288 0 0,-7 36-714 0 0,14 35 22 0 0,4 109 156 0 0,-14-98-525 0 0,1 0 0 0 0,19 68 0 0 0,-22-105-330 0 0,0 0-1 0 0,1-1 1 0 0,0 1-1 0 0,0-1 1 0 0,6 10-1 0 0,-7-14-234 0 0,0 1 0 0 0,1-1 0 0 0,-1 1 0 0 0,0-1-1 0 0,1 0 1 0 0,-1 0 0 0 0,1 0 0 0 0,5 3 0 0 0,7 1-4763 0 0</inkml:trace>
</inkml:ink>
</file>

<file path=ppt/ink/ink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4:51.4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85 584 0 0,'-13'-77'16227'0'0,"21"89"-15777"0"0,-1 7-259 0 0,0 0-1 0 0,-2 0 1 0 0,0 0 0 0 0,-1 1-1 0 0,2 39 1 0 0,-4-39-31 0 0,2 20 549 0 0,-1 1 0 0 0,-5 79 0 0 0,2-118-81 0 0,-5-8-406 0 0,5 5-218 0 0,-1 1 1 0 0,1-1-1 0 0,0 1 0 0 0,-1-1 0 0 0,1 1 1 0 0,-1-1-1 0 0,1 0 0 0 0,0 1 1 0 0,-1-1-1 0 0,1 1 0 0 0,0-1 0 0 0,-1 0 1 0 0,1 1-1 0 0,0-1 0 0 0,0 0 0 0 0,0 1 1 0 0,0-1-1 0 0,0-1 0 0 0,0-25 20 0 0,2-1 0 0 0,0 1 0 0 0,2-1 0 0 0,13-45 0 0 0,-13 59-34 0 0,1 1-1 0 0,0 0 1 0 0,1 0-1 0 0,0 1 0 0 0,1 0 1 0 0,0 0-1 0 0,1 0 1 0 0,0 1-1 0 0,1 0 1 0 0,0 1-1 0 0,14-13 1 0 0,-17 19 3 0 0,0-1 1 0 0,0 1 0 0 0,1 0-1 0 0,0 0 1 0 0,0 1 0 0 0,0 0 0 0 0,0 0-1 0 0,0 1 1 0 0,0 0 0 0 0,1 0-1 0 0,-1 1 1 0 0,1-1 0 0 0,0 2-1 0 0,-1-1 1 0 0,1 1 0 0 0,0 0-1 0 0,-1 1 1 0 0,1 0 0 0 0,-1 0 0 0 0,1 0-1 0 0,7 4 1 0 0,-9-3 9 0 0,0 0 0 0 0,0 1 0 0 0,0-1 0 0 0,-1 2 0 0 0,1-1 0 0 0,-1 1 0 0 0,1-1 0 0 0,-1 1 0 0 0,0 1 0 0 0,-1-1 0 0 0,1 1 0 0 0,-1 0 0 0 0,0 0 1 0 0,0 0-1 0 0,0 1 0 0 0,-1-1 0 0 0,0 1 0 0 0,0 0 0 0 0,-1 0 0 0 0,1 0 0 0 0,-1 0 0 0 0,0 0 0 0 0,-1 0 0 0 0,2 13 0 0 0,-2 1-91 0 0,0-1-1 0 0,-4 25 1 0 0,1 5-4588 0 0,2-49 4559 0 0,0 1 1 0 0,0-1-1 0 0,0 1 1 0 0,0-1-1 0 0,0 1 0 0 0,0-1 1 0 0,1 1-1 0 0,-1-1 1 0 0,0 0-1 0 0,0 1 1 0 0,0-1-1 0 0,1 1 1 0 0,-1-1-1 0 0,0 1 0 0 0,1-1 1 0 0,-1 0-1 0 0,0 1 1 0 0,1-1-1 0 0,-1 0 1 0 0,1 1-1 0 0,-1-1 0 0 0,0 0 1 0 0,1 1-1 0 0,-1-1 1 0 0,1 0-1 0 0,-1 0 1 0 0,1 0-1 0 0,-1 1 1 0 0,1-1-1 0 0,-1 0 0 0 0,1 0 1 0 0,-1 0-1 0 0,1 0 1 0 0,-1 0-1 0 0,1 0 1 0 0,-1 0-1 0 0,1 0 1 0 0,-1 0-1 0 0,1 0 0 0 0,-1 0 1 0 0,1 0-1 0 0,0-1 1 0 0,20-6-4458 0 0,-6-1-49 0 0</inkml:trace>
</inkml:ink>
</file>

<file path=ppt/ink/ink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4:51.8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135 138 2684 0 0,'7'-7'1299'0'0,"-1"0"-1"0"0,0-1 0 0 0,0 0 1 0 0,-1-1-1 0 0,0 1 0 0 0,-1-1 1 0 0,0 0-1 0 0,0 0 0 0 0,-1 0 1 0 0,0-1-1 0 0,3-18 0 0 0,-5 28-1260 0 0,-1-1-1 0 0,0 1 1 0 0,0-1-1 0 0,0 0 1 0 0,0 1 0 0 0,0-1-1 0 0,0 1 1 0 0,0-1-1 0 0,0 1 1 0 0,0-1-1 0 0,0 0 1 0 0,0 1-1 0 0,-1-1 1 0 0,1 1-1 0 0,0-1 1 0 0,0 1-1 0 0,0-1 1 0 0,-1 1 0 0 0,1-1-1 0 0,0 1 1 0 0,-1-1-1 0 0,1 1 1 0 0,0-1-1 0 0,-1 1 1 0 0,1-1-1 0 0,-1 1 1 0 0,1 0-1 0 0,-1-1 1 0 0,1 1-1 0 0,-1 0 1 0 0,0-1 0 0 0,-1 1 0 0 0,1-1 0 0 0,-1 1 1 0 0,1 0-1 0 0,-1 0 0 0 0,0 0 1 0 0,1 0-1 0 0,-1 0 0 0 0,1 1 1 0 0,-1-1-1 0 0,0 0 0 0 0,-1 2 1 0 0,-5 0 20 0 0,0 2 1 0 0,1-1 0 0 0,-11 7 0 0 0,11-6-48 0 0,1 1 1 0 0,-1 0 0 0 0,1 0-1 0 0,0 1 1 0 0,0-1 0 0 0,1 1-1 0 0,-1 1 1 0 0,1-1 0 0 0,1 1-1 0 0,-1 0 1 0 0,1 0 0 0 0,-6 14 0 0 0,8-16-7 0 0,1 0 0 0 0,0 0 0 0 0,0 0 0 0 0,0 0 1 0 0,0 0-1 0 0,1 0 0 0 0,0 1 0 0 0,0-1 1 0 0,1 0-1 0 0,-1 0 0 0 0,1 0 0 0 0,0 0 1 0 0,0 1-1 0 0,1-1 0 0 0,-1-1 0 0 0,1 1 1 0 0,0 0-1 0 0,1 0 0 0 0,-1-1 0 0 0,7 9 1 0 0,14 17-2 0 0,50 51 1 0 0,-70-78 98 0 0,0 0-1 0 0,0 0 1 0 0,0 0 0 0 0,-1 1 0 0 0,1-1-1 0 0,-1 1 1 0 0,0-1 0 0 0,0 1 0 0 0,0 0-1 0 0,-1 0 1 0 0,1 0 0 0 0,1 6 0 0 0,-3-9-10 0 0,0 0 1 0 0,-1 1 0 0 0,1-1 0 0 0,0 0-1 0 0,0 0 1 0 0,-1 0 0 0 0,1 0-1 0 0,0 1 1 0 0,-1-1 0 0 0,0 0 0 0 0,1 0-1 0 0,-1 0 1 0 0,1 0 0 0 0,-1 0 0 0 0,0 0-1 0 0,0-1 1 0 0,1 1 0 0 0,-1 0-1 0 0,0 0 1 0 0,0 0 0 0 0,-2 0 0 0 0,-23 14 1149 0 0,24-13-1091 0 0,-12 3 142 0 0,1 0 0 0 0,-1-1 0 0 0,0 0 0 0 0,0-1 0 0 0,0-1 0 0 0,-1 0 1 0 0,-14 0-1 0 0,27-2-519 0 0,2-1 202 0 0,-1 1 0 0 0,1 0 1 0 0,0 0-1 0 0,0-1 0 0 0,0 1 0 0 0,-1 0 0 0 0,1 0 0 0 0,0 0 0 0 0,0 0 1 0 0,-1 0-1 0 0,1-1 0 0 0,0 1 0 0 0,0 0 0 0 0,-1 0 0 0 0,1 0 0 0 0,0 0 0 0 0,0 0 1 0 0,-1 0-1 0 0,1 0 0 0 0,0 0 0 0 0,-1 0 0 0 0,1 0 0 0 0,0 0 0 0 0,0 0 1 0 0,-1 0-1 0 0,1 0 0 0 0,0 0 0 0 0,-1 0 0 0 0,1 0 0 0 0,0 1 0 0 0,-1-1-35 0 0,1 0 1 0 0,-1 0-1 0 0,1 0 0 0 0,-1 0 0 0 0,1 0 0 0 0,0 0 0 0 0,-1 0 0 0 0,1 0 0 0 0,-1 0 0 0 0,1 0 0 0 0,-1 0 1 0 0,1 0-1 0 0,0 0 0 0 0,-1 0 0 0 0,1 0 0 0 0,-1 0 0 0 0,1 0 0 0 0,-1-1 0 0 0,1 1 0 0 0,0 0 0 0 0,-1 0 0 0 0,1-1 1 0 0,0 1-1 0 0,-1 0 0 0 0,1 0 0 0 0,-1-1 0 0 0,1 0-159 0 0,0 1-1 0 0,-1-1 1 0 0,1 0-1 0 0,0 0 1 0 0,0 1-1 0 0,0-1 1 0 0,0 0 0 0 0,0 0-1 0 0,0 0 1 0 0,0 1-1 0 0,0-1 1 0 0,0 0-1 0 0,0 0 1 0 0,0 1 0 0 0,0-1-1 0 0,1 0 1 0 0,-1 0-1 0 0,0 1 1 0 0,0-1-1 0 0,1 0 1 0 0,-1 1 0 0 0,1-1-1 0 0,-1 0 1 0 0,0 1-1 0 0,1-1 1 0 0,-1 0-1 0 0,1 1 1 0 0,0-1 0 0 0,19-18-8269 0 0</inkml:trace>
</inkml:ink>
</file>

<file path=ppt/ink/ink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4:52.1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77 512 0 0,'3'-76'21067'0'0,"-2"78"-20526"0"0,12 41 1895 0 0,-3-1 1 0 0,8 59-1 0 0,-11-62-1652 0 0,137 1176 1770 0 0,-143-1192-2554 0 0,2 103 0 0 0,-3-105 0 0 0,-2 0 0 0 0,0 0 0 0 0,-10 38 0 0 0,12-56-118 0 0,-1-1 0 0 0,0 1-1 0 0,0-1 1 0 0,0 1 0 0 0,0-1 0 0 0,0 1 0 0 0,0-1 0 0 0,-1 0-1 0 0,1 0 1 0 0,-1 1 0 0 0,1-1 0 0 0,-1 0 0 0 0,0 0-1 0 0,0-1 1 0 0,0 1 0 0 0,0 0 0 0 0,0-1 0 0 0,0 1 0 0 0,0-1-1 0 0,-1 0 1 0 0,1 1 0 0 0,0-1 0 0 0,-5 1 0 0 0,4-2-101 0 0,0 0 1 0 0,-1 0 0 0 0,1 0 0 0 0,0 0 0 0 0,0 0 0 0 0,0-1 0 0 0,-1 1 0 0 0,1-1 0 0 0,0 0 0 0 0,0 0 0 0 0,0 0 0 0 0,0-1 0 0 0,0 1-1 0 0,0-1 1 0 0,0 1 0 0 0,1-1 0 0 0,-1 0 0 0 0,-3-4 0 0 0,-3-1-1402 0 0,1-1 1 0 0,1-1-1 0 0,-1 0 0 0 0,1 0 0 0 0,1 0 1 0 0,0 0-1 0 0,-7-14 0 0 0,-9-22-8805 0 0</inkml:trace>
</inkml:ink>
</file>

<file path=ppt/ink/ink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4:52.4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1 212 2656 0 0,'1'-4'471'0'0,"19"-93"6726"0"0,-18 89-6782 0 0,1-1-1 0 0,0 1 0 0 0,1 0 1 0 0,0 0-1 0 0,0 0 1 0 0,0 0-1 0 0,1 1 1 0 0,0 0-1 0 0,6-7 1 0 0,-8 11-347 0 0,0 1 1 0 0,0-1-1 0 0,0 1 1 0 0,0 0-1 0 0,1 0 1 0 0,-1 0-1 0 0,0 1 1 0 0,1-1-1 0 0,-1 1 1 0 0,1 0-1 0 0,0 0 1 0 0,-1 0 0 0 0,6-1-1 0 0,-2 2-7 0 0,1 0 0 0 0,-1 0 0 0 0,0 0 0 0 0,0 1 0 0 0,1 0 0 0 0,9 2 0 0 0,2 3 1 0 0,0 0-1 0 0,-1 2 1 0 0,0 0 0 0 0,21 13-1 0 0,-22-11-2 0 0,0 1-1 0 0,-1 1 1 0 0,-1 0-1 0 0,1 1 0 0 0,-2 1 1 0 0,14 15-1 0 0,-23-22 82 0 0,0-1-1 0 0,-1 1 1 0 0,1 1-1 0 0,-1-1 1 0 0,0 0-1 0 0,-1 1 1 0 0,4 12-1 0 0,-6-15 9 0 0,0 0-1 0 0,0 0 0 0 0,0 0 1 0 0,-1 0-1 0 0,0 0 0 0 0,0 0 1 0 0,0 0-1 0 0,-1 0 0 0 0,0 0 1 0 0,0 0-1 0 0,0 0 0 0 0,0 0 1 0 0,-3 7-1 0 0,0-6-74 0 0,0 1 0 0 0,0-1 0 0 0,0 0-1 0 0,-1 0 1 0 0,1 0 0 0 0,-2-1 0 0 0,1 1 0 0 0,0-1-1 0 0,-1 0 1 0 0,0-1 0 0 0,0 0 0 0 0,-1 0 0 0 0,1 0-1 0 0,-1 0 1 0 0,-9 3 0 0 0,-2-1-283 0 0,1 1 1 0 0,-1-2-1 0 0,-1-1 1 0 0,1 0-1 0 0,-20 1 0 0 0,34-4-168 0 0,-1-1-1 0 0,1 0 0 0 0,0-1 0 0 0,-1 1 0 0 0,-6-2 0 0 0,10 2-55 0 0,0 0 0 0 0,-1-1 0 0 0,1 1 0 0 0,-1-1 0 0 0,1 1 0 0 0,0-1 0 0 0,-1 0 0 0 0,1 0 0 0 0,0 1 0 0 0,0-1 0 0 0,-1 0 0 0 0,1 0 0 0 0,0 0 0 0 0,0 0 0 0 0,0 0 0 0 0,0-1 0 0 0,0 1 0 0 0,1 0 0 0 0,-3-3 0 0 0</inkml:trace>
</inkml:ink>
</file>

<file path=ppt/ink/ink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4:53.5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19 280 2168 0 0,'52'-17'17652'0'0,"-49"20"-17238"0"0,-3-3-406 0 0,0 0 0 0 0,0 0-1 0 0,0 0 1 0 0,1 0-1 0 0,-1 0 1 0 0,0 0-1 0 0,0 0 1 0 0,0 0 0 0 0,0 1-1 0 0,1-1 1 0 0,-1 0-1 0 0,0 0 1 0 0,0 0-1 0 0,0 0 1 0 0,0 0 0 0 0,0 0-1 0 0,0 1 1 0 0,1-1-1 0 0,-1 0 1 0 0,0 0-1 0 0,0 0 1 0 0,0 0 0 0 0,0 1-1 0 0,0-1 1 0 0,0 0-1 0 0,0 0 1 0 0,0 0-1 0 0,0 1 1 0 0,0-1 0 0 0,0 0-1 0 0,0 0 1 0 0,0 0-1 0 0,0 1 1 0 0,0-1-1 0 0,0 0 1 0 0,0 0 0 0 0,0 0-1 0 0,0 0 1 0 0,0 1-1 0 0,0-1 1 0 0,0 0 0 0 0,0 0-1 0 0,0 0 1 0 0,-1 1-1 0 0,-9 13 114 0 0,1 0 0 0 0,0 1 0 0 0,0 0 0 0 0,2 0 0 0 0,0 1 0 0 0,-5 19 0 0 0,9-27-102 0 0,0 1 0 0 0,1-1 0 0 0,1 1 0 0 0,-1 0 0 0 0,2-1 0 0 0,-1 1 0 0 0,1 0 0 0 0,0 0 0 0 0,1-1 0 0 0,0 1 0 0 0,0 0 0 0 0,1-1 0 0 0,0 1 0 0 0,5 11 0 0 0,-6-17-5 0 0,1 1 0 0 0,0-1 0 0 0,0 1 0 0 0,1-1 0 0 0,-1 0 0 0 0,1 0 0 0 0,0 0 0 0 0,0 0 0 0 0,0 0 0 0 0,0-1 0 0 0,0 0 0 0 0,0 1 0 0 0,1-1 0 0 0,-1 0 0 0 0,1 0 0 0 0,-1-1 0 0 0,1 1 0 0 0,0-1 0 0 0,0 0 0 0 0,-1 0 0 0 0,1 0 0 0 0,0 0 0 0 0,0-1 0 0 0,0 0 0 0 0,0 1 0 0 0,0-1 0 0 0,0-1 0 0 0,0 1 0 0 0,0-1 0 0 0,5-1 0 0 0,0 1-29 0 0,-1-2 1 0 0,0 1 0 0 0,1-1 0 0 0,-1 0 0 0 0,-1-1 0 0 0,1 0 0 0 0,0 0 0 0 0,-1-1 0 0 0,0 0 0 0 0,0 0 0 0 0,0-1 0 0 0,-1 1 0 0 0,7-9 0 0 0,-6 5-40 0 0,-1 0 0 0 0,0-1-1 0 0,0 0 1 0 0,-1 0 0 0 0,-1 0 0 0 0,0 0 0 0 0,0-1 0 0 0,-1 0-1 0 0,0 0 1 0 0,-1 0 0 0 0,0 0 0 0 0,0 0 0 0 0,-2 0 0 0 0,1 0-1 0 0,-3-17 1 0 0,2 19 38 0 0,-2-1 0 0 0,1 1 0 0 0,-1 0 0 0 0,-1 0 0 0 0,1 0 0 0 0,-1 0 0 0 0,-1 1 0 0 0,0-1 0 0 0,0 1 0 0 0,-1 0 0 0 0,0 0 0 0 0,0 0 0 0 0,-1 1 0 0 0,0-1 0 0 0,0 1 0 0 0,-1 1 0 0 0,0-1 0 0 0,-15-9 0 0 0,17 11 8 0 0,4 4 6 0 0,-1 0 0 0 0,0 0 1 0 0,1 0-1 0 0,-1 0 0 0 0,0 0 0 0 0,0 0 1 0 0,1 0-1 0 0,-1 1 0 0 0,0-1 0 0 0,0 0 1 0 0,0 1-1 0 0,0 0 0 0 0,0 0 0 0 0,0-1 1 0 0,0 1-1 0 0,-3 1 0 0 0,1-2-1 0 0,-1 2 0 0 0,1-1 0 0 0,0 0 0 0 0,-1 1 0 0 0,1 0 0 0 0,0 0 0 0 0,0 0 0 0 0,-1 1 0 0 0,1-1 0 0 0,0 1 0 0 0,0 0 0 0 0,1 0 0 0 0,-1 0 1 0 0,0 1-1 0 0,1-1 0 0 0,-1 1 0 0 0,1 0 0 0 0,0 0 0 0 0,0 0 0 0 0,0 0 0 0 0,0 1 0 0 0,1-1 0 0 0,-1 1 0 0 0,1 0 0 0 0,0 0 0 0 0,0 0 0 0 0,0 0 0 0 0,-1 7 0 0 0,1-8-21 0 0,1 1 0 0 0,0 0 0 0 0,0 0-1 0 0,0 0 1 0 0,1 0 0 0 0,-1 0 0 0 0,1 0 0 0 0,0 0 0 0 0,0 0 0 0 0,0 0 0 0 0,1 0 0 0 0,-1-1 0 0 0,1 1 0 0 0,0 0-1 0 0,0 0 1 0 0,1 0 0 0 0,-1-1 0 0 0,1 1 0 0 0,-1 0 0 0 0,1-1 0 0 0,1 1 0 0 0,-1-1 0 0 0,0 0 0 0 0,1 0 0 0 0,-1 0-1 0 0,1 0 1 0 0,0 0 0 0 0,0-1 0 0 0,0 1 0 0 0,0-1 0 0 0,1 0 0 0 0,3 3 0 0 0,5 0-184 0 0,1-1-1 0 0,-1 0 1 0 0,1 0 0 0 0,-1-1 0 0 0,1-1 0 0 0,0 0-1 0 0,0-1 1 0 0,0 0 0 0 0,19-2 0 0 0,0-1-269 0 0,-1-2 1 0 0,55-14 0 0 0,-47 6 459 0 0,0-2 1 0 0,-2-2-1 0 0,1-1 1 0 0,-2-1 0 0 0,0-3-1 0 0,-2-1 1 0 0,0-1-1 0 0,48-44 1 0 0,-68 55 637 0 0,20-26 1 0 0,-29 33-456 0 0,-2-1 1 0 0,1 1 0 0 0,-1 0-1 0 0,0-1 1 0 0,0 0 0 0 0,0 0-1 0 0,-1 0 1 0 0,3-9 0 0 0,-5 14-155 0 0,1 0 0 0 0,-1 0 0 0 0,0 0 0 0 0,0 0 0 0 0,0 0 0 0 0,0 0 0 0 0,1 0 0 0 0,-1 0 0 0 0,0 1 0 0 0,-1-1 0 0 0,1 0 0 0 0,0 0 1 0 0,0 0-1 0 0,0 0 0 0 0,0 0 0 0 0,-1 0 0 0 0,1 0 0 0 0,-1 0 0 0 0,1 0 0 0 0,0 1 0 0 0,-1-1 0 0 0,1 0 0 0 0,-1 0 0 0 0,0 0 0 0 0,1 1 0 0 0,-1-1 0 0 0,0 0 0 0 0,1 1 0 0 0,-1-1 1 0 0,0 1-1 0 0,0-1 0 0 0,1 1 0 0 0,-1-1 0 0 0,0 1 0 0 0,0-1 0 0 0,0 1 0 0 0,0 0 0 0 0,0-1 0 0 0,0 1 0 0 0,0 0 0 0 0,0 0 0 0 0,1 0 0 0 0,-1 0 0 0 0,0 0 0 0 0,0 0 1 0 0,-2 0-1 0 0,-1 0-8 0 0,1 0 1 0 0,-1 1-1 0 0,0 0 1 0 0,0-1 0 0 0,0 1-1 0 0,0 1 1 0 0,1-1-1 0 0,-1 1 1 0 0,0-1 0 0 0,-3 3-1 0 0,2 0-3 0 0,0-1 0 0 0,0 1 0 0 0,0 0 0 0 0,1 0 0 0 0,-1 1 1 0 0,1-1-1 0 0,0 1 0 0 0,0 0 0 0 0,1 0 0 0 0,-1 1 0 0 0,1-1 0 0 0,0 1 0 0 0,1-1 0 0 0,-1 1 0 0 0,1 0 0 0 0,-2 10 0 0 0,3-9 0 0 0,0 1 0 0 0,1-1 0 0 0,0 1 0 0 0,0 0-1 0 0,1-1 1 0 0,0 1 0 0 0,0-1 0 0 0,1 0-1 0 0,-1 1 1 0 0,2-1 0 0 0,-1 0 0 0 0,1 0 0 0 0,6 10-1 0 0,10 16 7 0 0,26 33-1 0 0,-1-3 12 0 0,-42-59 5 0 0,0-1 0 0 0,0 1-1 0 0,0-1 1 0 0,0 1 0 0 0,0 0-1 0 0,-1 0 1 0 0,0 0 0 0 0,0 0-1 0 0,0 0 1 0 0,0 0 0 0 0,-1 0 0 0 0,1 0-1 0 0,-1 4 1 0 0,-1-5 20 0 0,1-1 0 0 0,-1 0-1 0 0,1 1 1 0 0,-1-1 0 0 0,0 0 0 0 0,0 1 0 0 0,0-1 0 0 0,-1 0 0 0 0,1 0-1 0 0,0 0 1 0 0,-1 0 0 0 0,0 0 0 0 0,1 0 0 0 0,-1-1 0 0 0,0 1-1 0 0,0 0 1 0 0,0-1 0 0 0,0 0 0 0 0,0 1 0 0 0,0-1 0 0 0,0 0 0 0 0,0 0-1 0 0,-4 1 1 0 0,-15 7 246 0 0,-1-2 1 0 0,0 0-1 0 0,-1-2 0 0 0,1 0 0 0 0,-1-2 0 0 0,-36 2 0 0 0,59-5-283 0 0,-1 0-1 0 0,1 1 0 0 0,-1-1 0 0 0,1 0 0 0 0,-1 0 0 0 0,1 0 0 0 0,-1 0 0 0 0,1 0 0 0 0,-1 0 0 0 0,1 0 1 0 0,-1 0-1 0 0,1 0 0 0 0,-1-1 0 0 0,1 1 0 0 0,0 0 0 0 0,-1 0 0 0 0,1 0 0 0 0,-1 0 0 0 0,1-1 0 0 0,-1 1 1 0 0,1 0-1 0 0,0 0 0 0 0,-1-1 0 0 0,1 1 0 0 0,0 0 0 0 0,-1-1 0 0 0,1 1 0 0 0,0 0 0 0 0,-1-1 0 0 0,1 1 1 0 0,0-1-1 0 0,0 1 0 0 0,-1-1 0 0 0,1 1 0 0 0,0 0 0 0 0,0-1 0 0 0,0 1 0 0 0,0-1 0 0 0,0 1 0 0 0,0-1 1 0 0,0 1-1 0 0,-1-1 0 0 0,1 1 0 0 0,0-1 0 0 0,1 1 0 0 0,-1-1 0 0 0,0 1 0 0 0,0 0 0 0 0,0-1 1 0 0,0 1-1 0 0,0-1 0 0 0,0 1 0 0 0,1-1 0 0 0,-1 1 0 0 0,0-1 0 0 0,0 1 0 0 0,1-1 0 0 0,14-19-44 0 0,8 0-16 0 0,1 2 0 0 0,46-28 1 0 0,59-22-17 0 0,-124 66 65 0 0,88-42-26 0 0,-47 24 12 0 0,0-2 1 0 0,62-42 0 0 0,-101 59 15 0 0,0 0 1 0 0,0-1-1 0 0,0 0 1 0 0,7-10-1 0 0,-12 14 6 0 0,0-1 0 0 0,0 0 0 0 0,0 0 0 0 0,0 0 0 0 0,-1 0 0 0 0,1 0 0 0 0,-1-1 0 0 0,0 1 0 0 0,0 0 0 0 0,0-1 0 0 0,0 1 0 0 0,-1 0 0 0 0,1-6 0 0 0,-1 7-1 0 0,-1-1 0 0 0,0 1 0 0 0,0 0 0 0 0,1 0 0 0 0,-1-1 0 0 0,-1 1 0 0 0,1 0 0 0 0,0 0 0 0 0,0 0 0 0 0,-1 0 0 0 0,1 0 0 0 0,-1 1 0 0 0,0-1 0 0 0,1 0 0 0 0,-1 1 0 0 0,0-1-1 0 0,0 1 1 0 0,0-1 0 0 0,0 1 0 0 0,-4-2 0 0 0,3 2-3 0 0,1 0 0 0 0,-1 1 0 0 0,0-1 0 0 0,0 0 0 0 0,0 1 0 0 0,0 0 0 0 0,0 0 0 0 0,0-1 0 0 0,0 2 0 0 0,1-1 0 0 0,-1 0 0 0 0,0 1-1 0 0,0-1 1 0 0,0 1 0 0 0,0 0 0 0 0,0 0 0 0 0,1 0 0 0 0,-1 0 0 0 0,-4 3 0 0 0,4-2 2 0 0,-1 1 1 0 0,1 1-1 0 0,-1-1 1 0 0,1 0-1 0 0,0 1 1 0 0,1-1-1 0 0,-1 1 1 0 0,1 0-1 0 0,-1 0 1 0 0,1 0-1 0 0,-2 7 1 0 0,-1 4 4 0 0,0 1 0 0 0,1 0 1 0 0,1 0-1 0 0,1 0 1 0 0,0 0-1 0 0,0 20 0 0 0,3-20 7 0 0,0-1 0 0 0,0 0 0 0 0,2 1-1 0 0,0-1 1 0 0,0 0 0 0 0,1 0 0 0 0,1-1-1 0 0,1 1 1 0 0,0-1 0 0 0,1-1 0 0 0,13 22-1 0 0,-14-26 12 0 0,1 0 0 0 0,1 0-1 0 0,-1 0 1 0 0,2-1 0 0 0,-1 0-1 0 0,1-1 1 0 0,0 0 0 0 0,0 0-1 0 0,1-1 1 0 0,0 0 0 0 0,0-1-1 0 0,0 0 1 0 0,1 0 0 0 0,0-1-1 0 0,0-1 1 0 0,12 3-1 0 0,4-1-102 0 0,0-2-1 0 0,1-1 1 0 0,-1-1-1 0 0,0-1 1 0 0,45-7-1 0 0,-52 4-1376 0 0,1-1 0 0 0,-1-1 0 0 0,-1-1 0 0 0,33-15 0 0 0,-23 4-5757 0 0</inkml:trace>
</inkml:ink>
</file>

<file path=ppt/ink/ink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4:54.7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113 507 1368 0 0,'2'-5'1929'0'0,"-1"-1"0"0"0,1 0 0 0 0,-1 0 0 0 0,1-8 0 0 0,0-1 543 0 0,-2 13-1834 0 0,0 2-583 0 0,0 0 1 0 0,0-1-1 0 0,0 1 0 0 0,1 0 0 0 0,-1-1 1 0 0,0 1-1 0 0,0 0 0 0 0,0 0 0 0 0,0-1 0 0 0,0 1 1 0 0,0 0-1 0 0,0-1 0 0 0,0 1 0 0 0,0 0 0 0 0,0 0 1 0 0,0-1-1 0 0,0 1 0 0 0,-1 0 0 0 0,1-1 0 0 0,0 1 1 0 0,0 0-1 0 0,0 0 0 0 0,0-1 0 0 0,0 1 0 0 0,0 0 1 0 0,-1 0-1 0 0,1-1 0 0 0,0 1 0 0 0,-1 0 0 0 0,-6 9 23 0 0,0 2-1 0 0,0-1 1 0 0,1 1-1 0 0,1 0 0 0 0,-1 0 1 0 0,2 0-1 0 0,-5 15 0 0 0,-4 9-2 0 0,12-32-68 0 0,-12 28 48 0 0,-16 59 0 0 0,27-82-38 0 0,0 0 1 0 0,1 0 0 0 0,0 0-1 0 0,0 0 1 0 0,0 0-1 0 0,1 0 1 0 0,1 0 0 0 0,-1 1-1 0 0,2-1 1 0 0,-1 0-1 0 0,1 0 1 0 0,0-1 0 0 0,4 13-1 0 0,-4-18-2 0 0,-1 0-1 0 0,0 1 0 0 0,1-1 1 0 0,-1 0-1 0 0,1 0 1 0 0,0 0-1 0 0,0 0 0 0 0,0 0 1 0 0,0-1-1 0 0,0 1 1 0 0,0-1-1 0 0,0 1 0 0 0,0-1 1 0 0,1 0-1 0 0,-1 0 1 0 0,3 1-1 0 0,0 0-1 0 0,-1-1 0 0 0,1 0 0 0 0,0 0 0 0 0,-1-1-1 0 0,1 1 1 0 0,0-1 0 0 0,0 0 0 0 0,6-1 0 0 0,1-1 6 0 0,1-1-1 0 0,0 0 1 0 0,-1-1 0 0 0,0 0-1 0 0,20-10 1 0 0,-20 7-9 0 0,0 0 0 0 0,-1-1 0 0 0,1 0 0 0 0,-1-1 0 0 0,-1-1 0 0 0,0 1 0 0 0,0-2 0 0 0,-1 1 0 0 0,0-1-1 0 0,-1-1 1 0 0,-1 1 0 0 0,1-1 0 0 0,-2-1 0 0 0,0 1 0 0 0,0-1 0 0 0,-1 0 0 0 0,-1-1 0 0 0,0 1 0 0 0,-1-1 0 0 0,0 1 0 0 0,1-21 0 0 0,-3 17-2 0 0,0 0 0 0 0,-1 1-1 0 0,-1-1 1 0 0,0 1 0 0 0,-1-1 0 0 0,-1 1 0 0 0,-1-1-1 0 0,0 1 1 0 0,-1 0 0 0 0,-1 1 0 0 0,0-1 0 0 0,-1 1-1 0 0,-1 1 1 0 0,0-1 0 0 0,-1 1 0 0 0,-1 1-1 0 0,-20-24 1 0 0,25 32-8 0 0,0 0 0 0 0,-1 1-1 0 0,1 0 1 0 0,-1 0 0 0 0,1 0 0 0 0,-1 0-1 0 0,-1 1 1 0 0,1 0 0 0 0,0 0 0 0 0,-1 1-1 0 0,1 0 1 0 0,-1 0 0 0 0,0 0-1 0 0,0 1 1 0 0,0 0 0 0 0,-10 0 0 0 0,11 1-2 0 0,0 1 0 0 0,0-1 0 0 0,0 2 0 0 0,0-1 0 0 0,0 1 1 0 0,0 0-1 0 0,0 0 0 0 0,0 0 0 0 0,1 1 0 0 0,-1 0 1 0 0,1 0-1 0 0,0 0 0 0 0,0 1 0 0 0,0 0 0 0 0,0 0 0 0 0,1 0 1 0 0,-1 1-1 0 0,-5 7 0 0 0,5-5 1 0 0,0 0-1 0 0,1 0 1 0 0,-1 0-1 0 0,2 0 1 0 0,-1 1 0 0 0,1-1-1 0 0,0 1 1 0 0,1 0-1 0 0,0 0 1 0 0,0 0-1 0 0,1 0 1 0 0,0 0 0 0 0,0 1-1 0 0,1-1 1 0 0,0 0-1 0 0,0 0 1 0 0,1 1 0 0 0,3 13-1 0 0,-3-15 9 0 0,1-1 0 0 0,1 1-1 0 0,-1-1 1 0 0,1 1 0 0 0,0-1 0 0 0,0 0 0 0 0,1 0-1 0 0,0 0 1 0 0,0 0 0 0 0,0-1 0 0 0,1 0-1 0 0,0 0 1 0 0,0 0 0 0 0,0 0 0 0 0,1-1-1 0 0,-1 0 1 0 0,1 0 0 0 0,0 0 0 0 0,0-1-1 0 0,1 0 1 0 0,-1 0 0 0 0,10 3 0 0 0,2-2 7 0 0,1 0 1 0 0,0-1 0 0 0,0-1 0 0 0,1-1 0 0 0,-1-1 0 0 0,0 0 0 0 0,0-1 0 0 0,0-2 0 0 0,23-4-1 0 0,-6-2 4 0 0,0-1 0 0 0,-1-1-1 0 0,61-30 1 0 0,-74 30-6 0 0,-1-1-1 0 0,-1 0 1 0 0,0-2-1 0 0,-1 0 1 0 0,0-1-1 0 0,-1-2 1 0 0,-1 1-1 0 0,0-2 1 0 0,14-19-1 0 0,-19 20 19 0 0,-1-1-1 0 0,-1 0 1 0 0,0 0-1 0 0,-1-1 0 0 0,-1-1 1 0 0,-1 1-1 0 0,-1-1 1 0 0,0 0-1 0 0,-2-1 0 0 0,4-34 1 0 0,-7 43 84 0 0,0 4-48 0 0,0 1-1 0 0,0 0 0 0 0,-1-1 0 0 0,0 1 0 0 0,-1-1 0 0 0,-1-7 0 0 0,1 13-35 0 0,-11 18 52 0 0,6-5-63 0 0,0 0-1 0 0,2 0 1 0 0,-1 1-1 0 0,1-1 0 0 0,1 1 1 0 0,0 0-1 0 0,-1 18 0 0 0,0-9-7 0 0,-50 381 104 0 0,28 6 143 0 0,5-67 93 0 0,16-271-250 0 0,-21 209 178 0 0,16-213 40 0 0,-2 0-1 0 0,-25 74 1 0 0,33-128-67 0 0,-1 1 0 0 0,0-1-1 0 0,0 0 1 0 0,-2-1 0 0 0,1 1 0 0 0,-1-1 0 0 0,-16 19-1 0 0,20-27-202 0 0,1 0-1 0 0,-1-1 0 0 0,1 0 0 0 0,-1 0 1 0 0,0 1-1 0 0,0-1 0 0 0,0-1 0 0 0,0 1 0 0 0,0 0 1 0 0,-1-1-1 0 0,1 0 0 0 0,0 0 0 0 0,-1 0 0 0 0,1 0 1 0 0,-1 0-1 0 0,1-1 0 0 0,-1 1 0 0 0,1-1 0 0 0,-1 0 1 0 0,1 0-1 0 0,-1 0 0 0 0,1-1 0 0 0,-1 1 1 0 0,1-1-1 0 0,-1 0 0 0 0,1 0 0 0 0,0 0 0 0 0,-1 0 1 0 0,1-1-1 0 0,0 1 0 0 0,0-1 0 0 0,0 0 0 0 0,-5-4 1 0 0,-5-3 4 0 0,1-1 1 0 0,1-1 0 0 0,-1 0-1 0 0,2-1 1 0 0,0 0 0 0 0,0 0 0 0 0,1-1-1 0 0,1-1 1 0 0,0 1 0 0 0,1-1-1 0 0,0-1 1 0 0,1 1 0 0 0,-6-26 0 0 0,5 16-41 0 0,2-1 0 0 0,0 1 1 0 0,2-1-1 0 0,1 0 0 0 0,1 0 1 0 0,1-1-1 0 0,6-47 0 0 0,-2 50-20 0 0,1 1-1 0 0,2 0 1 0 0,0 0-1 0 0,1 1 1 0 0,1 0-1 0 0,15-27 1 0 0,-7 21 6 0 0,1 0 1 0 0,1 1 0 0 0,1 1 0 0 0,24-22-1 0 0,-1 7-652 0 0,2 2 0 0 0,1 3 0 0 0,2 1 0 0 0,84-44 0 0 0,-14 22-3687 0 0,-39 23-4763 0 0,-54 23 2441 0 0</inkml:trace>
</inkml:ink>
</file>

<file path=ppt/ink/ink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4:55.0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174 68 1588 0 0,'-75'-67'14277'0'0,"66"73"-13791"0"0,8-6-468 0 0,0 1 1 0 0,0-1-1 0 0,1 0 0 0 0,-1 1 1 0 0,0-1-1 0 0,1 1 0 0 0,-1-1 1 0 0,1 1-1 0 0,-1 0 0 0 0,1-1 1 0 0,-1 1-1 0 0,1-1 0 0 0,-1 1 1 0 0,1 0-1 0 0,-1 0 0 0 0,1-1 1 0 0,0 1-1 0 0,-1 0 0 0 0,1-1 1 0 0,0 1-1 0 0,0 0 0 0 0,0 0 1 0 0,-1 1-1 0 0,-4 29 913 0 0,0 0-1 0 0,0 46 1 0 0,2-20-385 0 0,-37 270 596 0 0,22-195-6635 0 0,17-127 4811 0 0</inkml:trace>
</inkml:ink>
</file>

<file path=ppt/ink/ink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4:55.5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3 238 2464 0 0,'-2'-17'1626'0'0,"2"0"0"0"0,0 0 0 0 0,1 0 0 0 0,1 0 0 0 0,6-27 0 0 0,-7 38-1500 0 0,1 1 1 0 0,-1-1-1 0 0,2 1 0 0 0,-1-1 1 0 0,0 1-1 0 0,1 0 1 0 0,0 0-1 0 0,0 0 0 0 0,1 1 1 0 0,-1-1-1 0 0,1 1 1 0 0,0 0-1 0 0,0-1 0 0 0,1 2 1 0 0,-1-1-1 0 0,1 1 0 0 0,-1-1 1 0 0,1 1-1 0 0,0 0 1 0 0,8-2-1 0 0,-2 1-83 0 0,0 1-1 0 0,1 1 1 0 0,-1 0-1 0 0,1 1 1 0 0,-1 0 0 0 0,1 1-1 0 0,-1 0 1 0 0,1 0-1 0 0,-1 1 1 0 0,1 1 0 0 0,-1 0-1 0 0,1 1 1 0 0,-1 0-1 0 0,16 7 1 0 0,-21-8-26 0 0,-1 1 1 0 0,1 0-1 0 0,0 0 1 0 0,-1 1-1 0 0,0 0 0 0 0,0 0 1 0 0,0 0-1 0 0,0 0 1 0 0,-1 1-1 0 0,1 0 0 0 0,-1 0 1 0 0,3 6-1 0 0,-4-7 15 0 0,-1 1-1 0 0,0 0 0 0 0,0 0 1 0 0,0 0-1 0 0,-1 0 0 0 0,1 0 1 0 0,-1 0-1 0 0,-1 1 1 0 0,1-1-1 0 0,-1 0 0 0 0,0 1 1 0 0,0-1-1 0 0,0 0 1 0 0,-1 0-1 0 0,0 1 0 0 0,-2 6 1 0 0,-2 3 257 0 0,0-1 1 0 0,-2 0-1 0 0,0-1 0 0 0,0 0 1 0 0,-1 0-1 0 0,-1 0 1 0 0,-18 20-1 0 0,3-2 1430 0 0,24-30-1573 0 0,-1-1-140 0 0,1 0 1 0 0,0 0-1 0 0,0 0 0 0 0,-1 0 0 0 0,1 0 0 0 0,0 0 0 0 0,0 0 0 0 0,0 0 1 0 0,-1 0-1 0 0,1 0 0 0 0,0 0 0 0 0,0 1 0 0 0,0-1 0 0 0,0 0 1 0 0,-1 0-1 0 0,1 0 0 0 0,0 0 0 0 0,0 0 0 0 0,0 1 0 0 0,0-1 1 0 0,0 0-1 0 0,-1 0 0 0 0,1 0 0 0 0,0 1 0 0 0,0-1 0 0 0,0 0 0 0 0,0 0 1 0 0,0 0-1 0 0,0 1 0 0 0,0-1 0 0 0,0 0 0 0 0,0 0 0 0 0,0 0 1 0 0,0 1-1 0 0,0-1 0 0 0,0 0 0 0 0,0 0 0 0 0,0 0 0 0 0,0 1 1 0 0,0-1-1 0 0,0 0 0 0 0,0 0 0 0 0,0 1 0 0 0,0-1 0 0 0,0 0 0 0 0,0 0 1 0 0,1 1-1 0 0,-1-1-3 0 0,0 1 0 0 0,1-1 0 0 0,-1 1 1 0 0,0 0-1 0 0,1-1 0 0 0,-1 1 0 0 0,1-1 1 0 0,-1 1-1 0 0,1-1 0 0 0,-1 1 0 0 0,1-1 1 0 0,-1 1-1 0 0,1-1 0 0 0,-1 0 0 0 0,1 1 1 0 0,-1-1-1 0 0,1 0 0 0 0,0 0 0 0 0,-1 1 0 0 0,1-1 1 0 0,0 0-1 0 0,17 5-4 0 0,-1 0 0 0 0,0 0 1 0 0,0 2-1 0 0,0 0 0 0 0,28 18 0 0 0,-22-10-7 0 0,-1 1-1 0 0,-1 0 0 0 0,27 27 0 0 0,-46-41 77 0 0,1 1 0 0 0,0 0-1 0 0,-1 0 1 0 0,0 0 0 0 0,1 0 0 0 0,-1 0-1 0 0,-1 0 1 0 0,1 1 0 0 0,0-1 0 0 0,-1 1 0 0 0,1-1-1 0 0,-1 1 1 0 0,0-1 0 0 0,-1 1 0 0 0,1 0 0 0 0,0-1-1 0 0,-1 1 1 0 0,0 0 0 0 0,0 0 0 0 0,0 0 0 0 0,0-1-1 0 0,-1 1 1 0 0,0 0 0 0 0,0 3 0 0 0,-1-2 137 0 0,0 0 1 0 0,-1 0-1 0 0,1 0 0 0 0,-1-1 1 0 0,0 0-1 0 0,0 1 0 0 0,0-1 1 0 0,-1 0-1 0 0,0 0 0 0 0,1-1 1 0 0,-1 1-1 0 0,0-1 0 0 0,-1 0 1 0 0,1 0-1 0 0,-1 0 0 0 0,-7 3 1 0 0,-3 1 77 0 0,0-2 1 0 0,0 0 0 0 0,0 0 0 0 0,-1-1 0 0 0,1-1-1 0 0,-1-1 1 0 0,-18 1 0 0 0,24-3-271 0 0,0 0 0 0 0,0 0 1 0 0,0-1-1 0 0,0 0 0 0 0,0-1 0 0 0,0 0 0 0 0,0-1 1 0 0,1 0-1 0 0,-1 0 0 0 0,1-1 0 0 0,0 0 1 0 0,-13-9-1 0 0,20 12-161 0 0,1 0 0 0 0,0 0-1 0 0,-1 0 1 0 0,1 0 0 0 0,0 0 0 0 0,0 0 0 0 0,0-1 0 0 0,0 1 0 0 0,0 0-1 0 0,0-1 1 0 0,0 1 0 0 0,0-1 0 0 0,1 1 0 0 0,-1-1 0 0 0,0 1-1 0 0,1-1 1 0 0,-1 1 0 0 0,1-1 0 0 0,0 0 0 0 0,0 1 0 0 0,-1-3 0 0 0,2 1-156 0 0,-1 0 0 0 0,1 0 1 0 0,-1 0-1 0 0,1-1 1 0 0,0 1-1 0 0,0 1 1 0 0,0-1-1 0 0,1 0 1 0 0,-1 0-1 0 0,3-4 1 0 0,4-4-1062 0 0,1 1-1 0 0,0 0 1 0 0,0 0 0 0 0,13-10 0 0 0,5-2-3622 0 0,3-2-2606 0 0</inkml:trace>
</inkml:ink>
</file>

<file path=ppt/ink/ink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4:55.7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 0 3696 0 0,'-3'0'4657'0'0,"-5"0"-3484"0"0,-23 0 7430 0 0,24 0-8779 0 0,4 0 959 0 0,15 9-322 0 0,15-3-581 0 0,1-2 0 0 0,50 2 0 0 0,-31-6-2922 0 0,-2-1-3664 0 0,-28 1 21 0 0</inkml:trace>
</inkml:ink>
</file>

<file path=ppt/ink/ink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4:55.9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157 1 924 0 0,'-149'75'13684'0'0,"148"-75"-13662"0"0,1 0 1 0 0,0 0-1 0 0,-1 0 0 0 0,1 1 1 0 0,0-1-1 0 0,-1 0 1 0 0,1 0-1 0 0,0 0 0 0 0,0 0 1 0 0,-1 0-1 0 0,1 1 0 0 0,0-1 1 0 0,-1 0-1 0 0,1 0 1 0 0,0 0-1 0 0,0 1 0 0 0,-1-1 1 0 0,1 0-1 0 0,0 1 0 0 0,0-1 1 0 0,0 0-1 0 0,-1 0 1 0 0,1 1-1 0 0,0-1 0 0 0,0 0 1 0 0,0 1-1 0 0,0-1 0 0 0,0 0 1 0 0,0 1-1 0 0,0-1 0 0 0,0 0 1 0 0,0 1-1 0 0,0-1 1 0 0,0 0-1 0 0,0 1 0 0 0,0-1 1 0 0,0 0-1 0 0,0 1 0 0 0,0-1 1 0 0,0 0-1 0 0,0 1 1 0 0,0-1-1 0 0,0 0 0 0 0,0 1 1 0 0,1-1-1 0 0,-1 0 0 0 0,0 1 1 0 0,0-1-1 0 0,0 0 1 0 0,1 0-1 0 0,-1 1 0 0 0,0-1 1 0 0,0 0-1 0 0,1 0 0 0 0,-1 1 1 0 0,0-1-1 0 0,0 0 0 0 0,1 0 1 0 0,-1 0-1 0 0,0 0 1 0 0,1 1-1 0 0,-1-1 0 0 0,1 0 1 0 0,21 9 343 0 0,19-4-535 0 0,-1-2 0 0 0,1-1 0 0 0,0-2 0 0 0,70-9 0 0 0,-73 4-2371 0 0,0-1 1 0 0,40-12-1 0 0,-27 2-2998 0 0</inkml:trace>
</inkml:ink>
</file>

<file path=ppt/ink/ink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4:57.3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526 34 76 0 0,'0'-24'17990'0'0,"-2"20"-18246"0"0,-7 3 340 0 0,-1-1 1 0 0,0 1 0 0 0,0 0 0 0 0,0 1-1 0 0,1 0 1 0 0,-11 2 0 0 0,-59 10 537 0 0,77-12-591 0 0,-1 0-14 0 0,-10 3 43 0 0,0 0-1 0 0,0 0 0 0 0,-22 11 0 0 0,30-12-59 0 0,1 0-1 0 0,0 0 0 0 0,0 0 0 0 0,0 1 0 0 0,0-1 1 0 0,0 1-1 0 0,1 0 0 0 0,-1 0 0 0 0,1 1 0 0 0,0-1 1 0 0,0 1-1 0 0,0-1 0 0 0,0 1 0 0 0,0 0 0 0 0,1 0 0 0 0,0 0 1 0 0,-4 9-1 0 0,1-2-1 0 0,-3 7 162 0 0,1 1 1 0 0,0 1-1 0 0,2-1 0 0 0,0 1 1 0 0,1 0-1 0 0,-2 24 1 0 0,1 125 1563 0 0,5-142-1629 0 0,-17 632 2187 0 0,-27 186-1548 0 0,21-121-354 0 0,7-128-3 0 0,15-576-358 0 0,-33 547 979 0 0,8-283 486 0 0,16-25-1019 0 0,10-258-462 0 0,0 0-1 0 0,0 0 1 0 0,0 0-1 0 0,0 0 1 0 0,0 1-1 0 0,0-1 1 0 0,1 0-1 0 0,-1 0 1 0 0,0 0-1 0 0,1 0 1 0 0,-1 0-1 0 0,1 0 1 0 0,-1 0-1 0 0,1 0 1 0 0,0 0 0 0 0,-1 0-1 0 0,1 0 1 0 0,0 0-1 0 0,0-1 1 0 0,-1 1-1 0 0,1 0 1 0 0,0 0-1 0 0,0-1 1 0 0,0 1-1 0 0,0 0 1 0 0,0-1-1 0 0,0 1 1 0 0,0-1-1 0 0,0 0 1 0 0,0 1-1 0 0,0-1 1 0 0,1 0-1 0 0,-1 1 1 0 0,0-1-1 0 0,0 0 1 0 0,0 0-1 0 0,2 0 1 0 0,5 0-17 0 0,0 0 0 0 0,-1-1 0 0 0,1 0 0 0 0,11-3 0 0 0,-5 1-21 0 0,446-77-5033 0 0,-152 28-2951 0 0,-223 37 2656 0 0,-3-2-2749 0 0</inkml:trace>
</inkml:ink>
</file>

<file path=ppt/ink/ink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4:58.4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37 1020 0 0,'3'-12'7895'0'0,"0"-2"-3486"0"0,0 4-814 0 0,3 24-3024 0 0,2 19 621 0 0,-3 0 0 0 0,0 0 0 0 0,-1 47 0 0 0,-2-38-651 0 0,-14 412 1613 0 0,9-412-3318 0 0,3-40 243 0 0</inkml:trace>
</inkml:ink>
</file>

<file path=ppt/ink/ink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4:58.9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 65 372 0 0,'12'-9'3302'0'0,"9"-7"4478"0"0,26-24 1 0 0,-93 98-6909 0 0,36-47-848 0 0,1 1 1 0 0,1 0 0 0 0,0 0-1 0 0,-7 14 1 0 0,14-25-25 0 0,1 0 1 0 0,-1 0-1 0 0,0 1 0 0 0,1-1 1 0 0,-1 0-1 0 0,0 1 1 0 0,1-1-1 0 0,0 1 0 0 0,-1-1 1 0 0,1 1-1 0 0,0-1 1 0 0,0 1-1 0 0,0-1 0 0 0,0 1 1 0 0,0-1-1 0 0,0 1 1 0 0,0-1-1 0 0,1 1 0 0 0,-1-1 1 0 0,0 1-1 0 0,1-1 1 0 0,-1 0-1 0 0,1 1 0 0 0,0-1 1 0 0,-1 1-1 0 0,1-1 1 0 0,0 0-1 0 0,0 0 0 0 0,0 0 1 0 0,0 1-1 0 0,0-1 1 0 0,0 0-1 0 0,0 0 0 0 0,0 0 1 0 0,0 0-1 0 0,2 0 1 0 0,5 4 2 0 0,0 0 1 0 0,1-1 0 0 0,-1 0 0 0 0,18 4 0 0 0,-7-1-2 0 0,-9-3 355 0 0,0 1 1 0 0,-1 0-1 0 0,1 0 0 0 0,-1 1 1 0 0,0 0-1 0 0,0 1 1 0 0,-1 0-1 0 0,0 0 0 0 0,0 1 1 0 0,0 0-1 0 0,8 13 0 0 0,-13-17-195 0 0,0 0-1 0 0,-1 0 1 0 0,0 0-1 0 0,0 1 0 0 0,0-1 1 0 0,0 1-1 0 0,-1-1 1 0 0,0 1-1 0 0,0 0 1 0 0,0 0-1 0 0,0-1 0 0 0,-1 1 1 0 0,0 0-1 0 0,0 0 1 0 0,0 0-1 0 0,0 0 0 0 0,-1-1 1 0 0,0 1-1 0 0,0 0 1 0 0,0 0-1 0 0,-1-1 1 0 0,0 1-1 0 0,1-1 0 0 0,-2 0 1 0 0,1 1-1 0 0,0-1 1 0 0,-6 7-1 0 0,4-7-69 0 0,1 0-1 0 0,-2 0 1 0 0,1-1 0 0 0,0 1-1 0 0,-1-1 1 0 0,1 0 0 0 0,-1 0-1 0 0,0 0 1 0 0,0-1-1 0 0,0 0 1 0 0,-1 0 0 0 0,1 0-1 0 0,0-1 1 0 0,-1 1 0 0 0,1-1-1 0 0,-1 0 1 0 0,0-1 0 0 0,1 0-1 0 0,-1 0 1 0 0,1 0 0 0 0,-1 0-1 0 0,0-1 1 0 0,1 0 0 0 0,-1 0-1 0 0,-5-2 1 0 0,8 2-381 0 0,-1 0 1 0 0,1-1-1 0 0,0 1 0 0 0,-1-1 1 0 0,1 0-1 0 0,0 0 1 0 0,0 0-1 0 0,0 0 0 0 0,1 0 1 0 0,-1-1-1 0 0,0 1 1 0 0,1-1-1 0 0,0 0 0 0 0,-1 0 1 0 0,1 0-1 0 0,0 0 1 0 0,1 0-1 0 0,-1 0 0 0 0,0 0 1 0 0,1-1-1 0 0,-2-5 1 0 0,1 1-1522 0 0,0 0 0 0 0,1 0 0 0 0,0 0 1 0 0,0 0-1 0 0,1 0 0 0 0,0 0 1 0 0,1 0-1 0 0,1-10 0 0 0,1 2-4606 0 0</inkml:trace>
</inkml:ink>
</file>

<file path=ppt/ink/ink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4:59.2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91 2572 0 0,'17'-35'21390'0'0,"-14"32"-20633"0"0,-3 3-719 0 0,0-1 1 0 0,0 1-1 0 0,0 0 1 0 0,0 0-1 0 0,0-1 0 0 0,0 1 1 0 0,0 0-1 0 0,0 0 0 0 0,0-1 1 0 0,0 1-1 0 0,0 0 1 0 0,1 0-1 0 0,-1-1 0 0 0,0 1 1 0 0,0 0-1 0 0,0 0 0 0 0,0 0 1 0 0,1-1-1 0 0,-1 1 1 0 0,0 0-1 0 0,0 0 0 0 0,1 0 1 0 0,-1 0-1 0 0,0-1 1 0 0,0 1-1 0 0,0 0 0 0 0,1 0 1 0 0,-1 0-1 0 0,1 0 0 0 0,22-4 360 0 0,-1 1 0 0 0,1 1 0 0 0,31 2-1 0 0,17-2-187 0 0,242-20 304 0 0,-215 13-193 0 0,-56 4-3719 0 0</inkml:trace>
</inkml:ink>
</file>

<file path=ppt/ink/ink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4:59.9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46 330 372 0 0,'6'-16'2855'0'0,"0"0"1"0"0,-1 0-1 0 0,-1 0 0 0 0,3-21 1 0 0,0 6 331 0 0,-7 29-2969 0 0,1-1 1 0 0,0 1 0 0 0,-1-1 0 0 0,0 1-1 0 0,1 0 1 0 0,-1-1 0 0 0,0 1 0 0 0,0-1 0 0 0,-1 1-1 0 0,0-5 1 0 0,1 7-209 0 0,0 0 0 0 0,0 0 0 0 0,0 0 0 0 0,0 0 0 0 0,0 0 0 0 0,0 0 0 0 0,0-1-1 0 0,-1 1 1 0 0,1 0 0 0 0,0 0 0 0 0,0 0 0 0 0,0 0 0 0 0,0 0 0 0 0,0 0 0 0 0,-1 0 0 0 0,1 0 0 0 0,0 0 0 0 0,0 0 0 0 0,0 0 0 0 0,0 0-1 0 0,0 0 1 0 0,-1 0 0 0 0,1 0 0 0 0,0 0 0 0 0,0 0 0 0 0,0 0 0 0 0,0 0 0 0 0,0 0 0 0 0,-1 0 0 0 0,1 0 0 0 0,0 1 0 0 0,0-1 0 0 0,0 0-1 0 0,0 0 1 0 0,0 0 0 0 0,0 0 0 0 0,0 0 0 0 0,-1 0 0 0 0,1 0 0 0 0,0 0 0 0 0,0 1 0 0 0,0-1 0 0 0,0 0 0 0 0,0 0 0 0 0,-10 14 65 0 0,-1 9-33 0 0,0 0 0 0 0,1 1 0 0 0,2-1 0 0 0,-10 41 0 0 0,15-50-14 0 0,1 0 0 0 0,0 1 0 0 0,1-1-1 0 0,1 1 1 0 0,0-1 0 0 0,1 1 0 0 0,0-1-1 0 0,1 0 1 0 0,6 22 0 0 0,-7-33-7 0 0,0 0 0 0 0,0 0 0 0 0,0 0 0 0 0,1 0 0 0 0,-1-1 0 0 0,1 1 0 0 0,0 0 0 0 0,0-1 0 0 0,0 1 0 0 0,0-1 0 0 0,0 1 1 0 0,1-1-1 0 0,-1 0 0 0 0,1 0 0 0 0,-1 0 0 0 0,1 0 0 0 0,0-1 0 0 0,3 3 0 0 0,-1-3 9 0 0,0 1 0 0 0,0 0 0 0 0,1-1 0 0 0,-1 0 0 0 0,0 0 0 0 0,1-1 0 0 0,-1 0 0 0 0,1 1 0 0 0,10-3 0 0 0,0 0 28 0 0,0-2 1 0 0,0 0-1 0 0,-1 0 1 0 0,1-2-1 0 0,-1 0 1 0 0,18-10-1 0 0,-19 8 9 0 0,-1 0-1 0 0,0-1 1 0 0,-1-1-1 0 0,0-1 0 0 0,0 1 1 0 0,-1-2-1 0 0,-1 1 1 0 0,1-2-1 0 0,7-12 0 0 0,-6 6 277 0 0,-1-1-1 0 0,0 0 1 0 0,-2 0-1 0 0,0-1 0 0 0,10-37 1 0 0,-16 46-153 0 0,-1 0 1 0 0,0-1-1 0 0,-1 1 1 0 0,0 0-1 0 0,-1 0 1 0 0,-1-1-1 0 0,1 1 1 0 0,-2 0-1 0 0,0 0 1 0 0,-6-21-1 0 0,7 28-179 0 0,-1 0 0 0 0,0 1 0 0 0,0-1 0 0 0,0 0-1 0 0,-1 1 1 0 0,1 0 0 0 0,-1-1 0 0 0,0 1 0 0 0,0 0 0 0 0,-1 0 0 0 0,1 1-1 0 0,-1-1 1 0 0,0 1 0 0 0,1 0 0 0 0,-2 0 0 0 0,1 0 0 0 0,0 0-1 0 0,-1 1 1 0 0,1 0 0 0 0,-1 0 0 0 0,1 0 0 0 0,-1 0 0 0 0,0 1 0 0 0,0-1-1 0 0,0 1 1 0 0,0 1 0 0 0,0-1 0 0 0,-8 1 0 0 0,3 0-255 0 0,0 1 1 0 0,0 0-1 0 0,0 1 1 0 0,0 0-1 0 0,0 1 1 0 0,0 0-1 0 0,1 0 1 0 0,-1 1-1 0 0,1 1 1 0 0,0-1-1 0 0,0 1 1 0 0,1 1-1 0 0,-11 8 1 0 0,5-2-1615 0 0,0 0 0 0 0,-16 19 0 0 0,-17 30-8028 0 0,36-44 3669 0 0</inkml:trace>
</inkml:ink>
</file>

<file path=ppt/ink/ink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5:00.4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28 118 600 0 0,'-24'-38'20380'0'0,"21"30"-18751"0"0,19 4-1201 0 0,57 0-262 0 0,-1-4 1 0 0,84-21 0 0 0,-68 4-153 0 0,-86 24-482 0 0</inkml:trace>
</inkml:ink>
</file>

<file path=ppt/ink/ink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5:00.7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 54 3380 0 0,'2'-15'7226'0'0,"6"-24"3221"0"0,-7 43-10101 0 0,0 0 0 0 0,0 1 0 0 0,-1-1 1 0 0,1 0-1 0 0,-1 8 0 0 0,-5 162 4928 0 0,-14 84-3914 0 0,17-233-1191 0 0,-6 41 624 0 0,2-21-4285 0 0,3-13-7708 0 0</inkml:trace>
</inkml:ink>
</file>

<file path=ppt/ink/ink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5:01.2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61 118 1188 0 0,'22'-83'19784'0'0,"-31"99"-19003"0"0,-50 192 2900 0 0,54-180-3506 0 0,1-1 0 0 0,0 1 0 0 0,3 0 0 0 0,0 0 0 0 0,6 48 0 0 0,-5-72-141 0 0,1 0 0 0 0,-1 1 0 0 0,1-1-1 0 0,1 0 1 0 0,-1 0 0 0 0,0 0 0 0 0,1 0-1 0 0,0 0 1 0 0,0 0 0 0 0,0-1 0 0 0,1 1-1 0 0,-1-1 1 0 0,1 1 0 0 0,0-1 0 0 0,-1 0-1 0 0,2 0 1 0 0,-1 0 0 0 0,7 4-1 0 0,-6-4-7 0 0,1-1 0 0 0,-1 0-1 0 0,1 0 1 0 0,0-1-1 0 0,0 0 1 0 0,0 1-1 0 0,0-2 1 0 0,0 1-1 0 0,0-1 1 0 0,0 1-1 0 0,0-1 1 0 0,0-1-1 0 0,0 1 1 0 0,0-1-1 0 0,8-1 1 0 0,3-3 10 0 0,-1 0 1 0 0,1 0-1 0 0,-2-2 1 0 0,1 0-1 0 0,0 0 1 0 0,-1-2-1 0 0,-1 0 1 0 0,0 0-1 0 0,0-1 1 0 0,0-1-1 0 0,-2 0 0 0 0,1 0 1 0 0,10-15-1 0 0,-10 11-12 0 0,0-1 0 0 0,-2 0 0 0 0,0 0 0 0 0,-1-1 0 0 0,0-1 1 0 0,-2 1-1 0 0,0-1 0 0 0,0-1 0 0 0,-2 1 0 0 0,5-34 0 0 0,-9 46-23 0 0,0-1 0 0 0,-1 1 1 0 0,0 0-1 0 0,0-1 1 0 0,-1 1-1 0 0,0 0 0 0 0,0-1 1 0 0,0 1-1 0 0,-1 0 1 0 0,0 0-1 0 0,0 0 0 0 0,0 0 1 0 0,-1 0-1 0 0,0 0 1 0 0,0 1-1 0 0,-1-1 0 0 0,1 1 1 0 0,-6-6-1 0 0,2 4-292 0 0,-1 0 1 0 0,0 0-1 0 0,0 1 0 0 0,-1 0 0 0 0,0 1 0 0 0,0-1 0 0 0,0 2 0 0 0,-1-1 0 0 0,1 1 1 0 0,-16-4-1 0 0,6 4-1721 0 0,-1 0 1 0 0,-20-2-1 0 0,-5 0-7195 0 0</inkml:trace>
</inkml:ink>
</file>

<file path=ppt/ink/ink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5:02.1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477 5 1516 0 0,'20'-5'18615'0'0,"-30"10"-18557"0"0,1-1 0 0 0,0 2 0 0 0,0-1 1 0 0,0 1-1 0 0,1 0 0 0 0,0 1 1 0 0,-8 7-1 0 0,-52 61-14 0 0,43-46 1 0 0,-8 9-28 0 0,2 1 1 0 0,1 2-1 0 0,3 1 0 0 0,1 1 1 0 0,2 1-1 0 0,-20 50 0 0 0,37-74 3 0 0,0 0 0 0 0,1 1-1 0 0,2-1 1 0 0,0 1-1 0 0,1 0 1 0 0,1 0 0 0 0,0 28-1 0 0,3-41-5 0 0,0 0 0 0 0,0 0-1 0 0,0 0 1 0 0,1-1 0 0 0,1 1 0 0 0,-1 0-1 0 0,1-1 1 0 0,0 0 0 0 0,8 13 0 0 0,-7-15 1 0 0,-1 0 1 0 0,1 0 0 0 0,1-1 0 0 0,-1 1-1 0 0,1-1 1 0 0,0 0 0 0 0,-1-1 0 0 0,2 1-1 0 0,-1-1 1 0 0,0 0 0 0 0,1 0 0 0 0,-1-1-1 0 0,1 1 1 0 0,7 1 0 0 0,-2-1 36 0 0,1 0-1 0 0,0 0 1 0 0,0-1 0 0 0,0 0 0 0 0,1-2-1 0 0,-1 1 1 0 0,0-1 0 0 0,0-1 0 0 0,13-2-1 0 0,-21 3 45 0 0,0-1-1 0 0,1-1 0 0 0,-1 1 1 0 0,0 0-1 0 0,0-1 0 0 0,0 0 1 0 0,0 0-1 0 0,0 0 0 0 0,0-1 1 0 0,-1 1-1 0 0,1-1 0 0 0,-1 0 1 0 0,0 0-1 0 0,1 0 1 0 0,-1 0-1 0 0,-1-1 0 0 0,1 1 1 0 0,0-1-1 0 0,-1 1 0 0 0,0-1 1 0 0,0 0-1 0 0,0 0 0 0 0,0 0 1 0 0,-1 0-1 0 0,1-1 0 0 0,-1 1 1 0 0,0 0-1 0 0,0-5 0 0 0,0 6-68 0 0,-1 0 0 0 0,0 0-1 0 0,0 0 1 0 0,0 0 0 0 0,0 0-1 0 0,0 0 1 0 0,0 0 0 0 0,-1 0-1 0 0,0 0 1 0 0,1 0 0 0 0,-1 1-1 0 0,0-1 1 0 0,-1 0 0 0 0,1 0-1 0 0,0 1 1 0 0,-1-1 0 0 0,1 1-1 0 0,-1-1 1 0 0,0 1 0 0 0,0 0-1 0 0,0-1 1 0 0,0 1 0 0 0,0 0-1 0 0,0 1 1 0 0,-1-1 0 0 0,1 0-1 0 0,-1 0 1 0 0,1 1 0 0 0,-1 0-1 0 0,0-1 1 0 0,1 1 0 0 0,-5-1-1 0 0,0 0-171 0 0,0 0 0 0 0,0 0-1 0 0,-1 1 1 0 0,1 0 0 0 0,-1 0-1 0 0,1 1 1 0 0,0 0 0 0 0,-1 0-1 0 0,1 1 1 0 0,-1 0 0 0 0,-13 4-1 0 0,2 1-852 0 0,0 1 0 0 0,1 2 0 0 0,0-1 0 0 0,1 2 0 0 0,0 1 0 0 0,-21 16-1 0 0,14-8-3441 0 0,-34 37-1 0 0,35-30-1043 0 0</inkml:trace>
</inkml:ink>
</file>

<file path=ppt/ink/ink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5:02.7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9 105 1792 0 0,'-9'-15'21672'0'0,"17"12"-21623"0"0,0 0 0 0 0,0 1-1 0 0,0-1 1 0 0,1 2 0 0 0,-1-1-1 0 0,0 1 1 0 0,11 0 0 0 0,19-4 3 0 0,191-51 354 0 0,-202 47-1538 0 0,-14 5-2542 0 0</inkml:trace>
</inkml:ink>
</file>

<file path=ppt/ink/ink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5:03.3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166 110 2152 0 0,'-34'-39'12360'0'0,"15"10"-7542"0"0,18 28-4439 0 0,0 1-328 0 0,0-1-1 0 0,1 1 0 0 0,-1-1 1 0 0,0 1-1 0 0,1-1 1 0 0,-1 1-1 0 0,1-1 1 0 0,-1 1-1 0 0,1-1 0 0 0,-1 1 1 0 0,1-1-1 0 0,-1 0 1 0 0,1 1-1 0 0,0-1 1 0 0,-1 0-1 0 0,1 1 1 0 0,-1-2-1 0 0,1 1-37 0 0,0 1 0 0 0,0-1 0 0 0,-1 1 0 0 0,1-1 1 0 0,0 1-1 0 0,0 0 0 0 0,0-1 0 0 0,0 1 0 0 0,0-1 0 0 0,0 1 0 0 0,0-1 0 0 0,0 1 1 0 0,0-1-1 0 0,0 1 0 0 0,0-1 0 0 0,0 1 0 0 0,0 0 0 0 0,0-1 0 0 0,0 1 1 0 0,0-1-1 0 0,0 1 0 0 0,0-1 0 0 0,1 1 0 0 0,-1-1 0 0 0,0 1 0 0 0,0 0 0 0 0,1-1 1 0 0,-1 1-1 0 0,0 0 0 0 0,0-1 0 0 0,1 1 0 0 0,-1 0 0 0 0,1-1 0 0 0,6-2 5 0 0,0 0-1 0 0,0 1 1 0 0,0 0 0 0 0,0 1-1 0 0,1-1 1 0 0,-1 1-1 0 0,0 1 1 0 0,12 0-1 0 0,-8 0-4 0 0,1 0-2 0 0,0 1 1 0 0,-1 0-1 0 0,1 1 0 0 0,0 0 0 0 0,16 6 1 0 0,-26-7-11 0 0,0 0 0 0 0,0 0 1 0 0,0 0-1 0 0,0 0 1 0 0,0 0-1 0 0,0 0 0 0 0,0 0 1 0 0,0 1-1 0 0,-1-1 0 0 0,1 1 1 0 0,0-1-1 0 0,-1 1 1 0 0,0 0-1 0 0,1 0 0 0 0,-1 0 1 0 0,0-1-1 0 0,0 1 0 0 0,0 0 1 0 0,0 0-1 0 0,0 0 1 0 0,0 1-1 0 0,-1-1 0 0 0,1 0 1 0 0,-1 0-1 0 0,1 0 0 0 0,-1 1 1 0 0,0-1-1 0 0,0 0 1 0 0,0 0-1 0 0,0 0 0 0 0,0 1 1 0 0,-1-1-1 0 0,1 0 0 0 0,-1 0 1 0 0,1 0-1 0 0,-1 0 1 0 0,-1 4-1 0 0,-2 5-2 0 0,-1-1 1 0 0,0 1-1 0 0,-1-1 1 0 0,0 0-1 0 0,0 0 0 0 0,-13 13 1 0 0,-51 50 33 0 0,41-46 5 0 0,27-25-27 0 0,-16 16 261 0 0,12-14-25 0 0,10-12 55 0 0,-3 7-296 0 0,1-1-1 0 0,-1 1 1 0 0,1-1 0 0 0,0 1-1 0 0,-1-1 1 0 0,1 1-1 0 0,0 0 1 0 0,0 0-1 0 0,0 0 1 0 0,0 0-1 0 0,0 0 1 0 0,0 0 0 0 0,0 1-1 0 0,0-1 1 0 0,4 0-1 0 0,0 0 0 0 0,2 0-7 0 0,0 0 0 0 0,0 0-1 0 0,0 1 1 0 0,0 0-1 0 0,0 0 1 0 0,0 1 0 0 0,0 0-1 0 0,0 1 1 0 0,8 1-1 0 0,-8 1 22 0 0,0-1-1 0 0,0 1 1 0 0,0 1-1 0 0,0-1 1 0 0,-1 1-1 0 0,0 1 1 0 0,0-1-1 0 0,0 1 1 0 0,0 0-1 0 0,-1 1 1 0 0,0 0-1 0 0,-1 0 0 0 0,1 0 1 0 0,-2 0-1 0 0,1 1 1 0 0,-1 0-1 0 0,0 0 1 0 0,0 0-1 0 0,-1 0 1 0 0,0 1-1 0 0,3 14 1 0 0,-5-16 173 0 0,1 1 0 0 0,-1-1 0 0 0,-1 1 1 0 0,1-1-1 0 0,-1 1 0 0 0,-1 0 1 0 0,1-1-1 0 0,-1 1 0 0 0,-1 0 0 0 0,1-1 1 0 0,-5 11-1 0 0,4-13 101 0 0,-1 1 1 0 0,1-1-1 0 0,-1 0 1 0 0,-1 0-1 0 0,1 0 1 0 0,-1-1-1 0 0,0 1 1 0 0,0-1-1 0 0,0 1 1 0 0,0-1-1 0 0,-1-1 1 0 0,0 1-1 0 0,1-1 1 0 0,-1 1-1 0 0,-11 3 1 0 0,8-3-160 0 0,-1-1 0 0 0,0 0 0 0 0,0-1 0 0 0,0 0 0 0 0,0 0 0 0 0,0-1 0 0 0,0-1 0 0 0,0 1 0 0 0,-1-1 0 0 0,-8-2 0 0 0,-14-2-172 0 0,-47-13 1 0 0,14 3-3658 0 0,32 4-3316 0 0</inkml:trace>
</inkml:ink>
</file>

<file path=ppt/ink/ink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5:04.0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229 89 1452 0 0,'-5'-16'9608'0'0,"-2"-2"-3250"0"0,-16 37-5634 0 0,-1 12-340 0 0,2 2 1 0 0,1 0 0 0 0,1 1-1 0 0,2 1 1 0 0,1 0 0 0 0,2 2 0 0 0,-13 46-1 0 0,21-57-261 0 0,0 0 0 0 0,2 0 0 0 0,-4 52 0 0 0,8-69-95 0 0,1 1 0 0 0,0 0 0 0 0,1-1 0 0 0,0 1 1 0 0,0-1-1 0 0,1 1 0 0 0,0-1 0 0 0,1 0 0 0 0,0 0 0 0 0,1 0 1 0 0,-1 0-1 0 0,2-1 0 0 0,-1 1 0 0 0,9 10 0 0 0,-9-14-5 0 0,0-1 1 0 0,0 0-1 0 0,1 0 0 0 0,0 0 0 0 0,0 0 0 0 0,0-1 0 0 0,0 0 0 0 0,1 0 0 0 0,-1 0 0 0 0,1-1 0 0 0,0 0 0 0 0,0 0 0 0 0,0 0 0 0 0,0-1 1 0 0,0 0-1 0 0,0 0 0 0 0,0 0 0 0 0,0-1 0 0 0,0 0 0 0 0,0 0 0 0 0,1-1 0 0 0,-1 0 0 0 0,0 0 0 0 0,0 0 0 0 0,10-4 0 0 0,-6 2 5 0 0,0-1 0 0 0,1 0-1 0 0,-2-1 1 0 0,1 0 0 0 0,0 0-1 0 0,-1-1 1 0 0,0 0 0 0 0,-1-1-1 0 0,1 0 1 0 0,-1 0 0 0 0,-1-1-1 0 0,1 0 1 0 0,11-17 0 0 0,-3-3 21 0 0,-2 0 0 0 0,-1-1 0 0 0,-1-1 0 0 0,-1 0 1 0 0,-2-1-1 0 0,-1 0 0 0 0,-1 0 0 0 0,-2 0 0 0 0,-1-1 0 0 0,-2 0 1 0 0,-1-45-1 0 0,-2 66-13 0 0,0 1 1 0 0,0-1 0 0 0,-1 0-1 0 0,0 1 1 0 0,-1 0-1 0 0,0-1 1 0 0,0 1-1 0 0,-2 0 1 0 0,1 0 0 0 0,-1 1-1 0 0,0-1 1 0 0,-1 1-1 0 0,0 0 1 0 0,-11-12 0 0 0,10 15-86 0 0,0-1 1 0 0,0 1 0 0 0,0 1 0 0 0,-1-1 0 0 0,0 1 0 0 0,0 0 0 0 0,0 1 0 0 0,-1 0 0 0 0,1 1 0 0 0,-1-1 0 0 0,0 2 0 0 0,0-1 0 0 0,0 1-1 0 0,0 0 1 0 0,-1 1 0 0 0,1 0 0 0 0,-10 1 0 0 0,7 0-585 0 0,1 1 0 0 0,-1 0 0 0 0,1 1-1 0 0,-1 1 1 0 0,-14 4 0 0 0,-26 15-9528 0 0</inkml:trace>
</inkml:ink>
</file>

<file path=ppt/ink/ink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5:04.8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42 3180 0 0,'0'0'19251'0'0,"3"0"-19179"0"0,45-3 149 0 0,70-13 0 0 0,-25 3 9 0 0,-53 4-298 0 0,-37 9-229 0 0</inkml:trace>
</inkml:ink>
</file>

<file path=ppt/ink/ink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5:05.1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37 2524 0 0,'42'-31'15642'0'0,"-41"31"-15559"0"0,-1-1 0 0 0,1 1 0 0 0,-1-1 0 0 0,1 1 0 0 0,-1-1 1 0 0,1 1-1 0 0,-1 0 0 0 0,1-1 0 0 0,-1 1 0 0 0,1 0 0 0 0,-1-1 0 0 0,1 1 1 0 0,0 0-1 0 0,-1 0 0 0 0,1 0 0 0 0,0-1 0 0 0,-1 1 0 0 0,1 0 0 0 0,0 0 1 0 0,-1 0-1 0 0,1 0 0 0 0,-1 0 0 0 0,1 0 0 0 0,0 0 0 0 0,-1 0 1 0 0,1 1-1 0 0,0-1 0 0 0,-1 0 0 0 0,1 0 0 0 0,-1 1 0 0 0,1-1 0 0 0,0 0 1 0 0,-1 0-1 0 0,1 1 0 0 0,-1-1 0 0 0,1 1 0 0 0,0 0 0 0 0,5 32 645 0 0,-1 2-1 0 0,-1-1 1 0 0,-2 0 0 0 0,-4 49-1 0 0,2-27-364 0 0,-13 207 317 0 0,-5-153-3751 0 0,15-91 28 0 0</inkml:trace>
</inkml:ink>
</file>

<file path=ppt/ink/ink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5:05.6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102 78 1460 0 0,'34'-55'12000'0'0,"-23"32"-8655"0"0,-14 25-3307 0 0,0 0 0 0 0,-1 0 1 0 0,1 0-1 0 0,0 0 0 0 0,0 1 0 0 0,0-1 1 0 0,0 1-1 0 0,-3 5 0 0 0,-2-1 9 0 0,-2 2-22 0 0,1 1 0 0 0,0 1 1 0 0,0 0-1 0 0,-14 22 0 0 0,23-31-24 0 0,-1-1-1 0 0,0 0 1 0 0,1 1 0 0 0,-1-1-1 0 0,1 0 1 0 0,0 1-1 0 0,-1-1 1 0 0,1 1 0 0 0,0-1-1 0 0,0 0 1 0 0,0 1-1 0 0,0-1 1 0 0,0 1 0 0 0,0-1-1 0 0,0 1 1 0 0,1-1-1 0 0,-1 0 1 0 0,0 1-1 0 0,1-1 1 0 0,-1 0 0 0 0,1 1-1 0 0,0-1 1 0 0,-1 0-1 0 0,1 1 1 0 0,0-1 0 0 0,0 0-1 0 0,0 0 1 0 0,-1 0-1 0 0,1 0 1 0 0,2 2 0 0 0,4 2 3 0 0,-1 1 0 0 0,1-1 0 0 0,0 0 0 0 0,8 4 0 0 0,-6-4-2 0 0,8 6 258 0 0,0 1 0 0 0,-1 0 0 0 0,-1 1 1 0 0,18 19-1 0 0,-26-25-109 0 0,-1 1 0 0 0,0 0 0 0 0,-1 0 0 0 0,0 1 0 0 0,0-1 0 0 0,0 1 0 0 0,-1 0 0 0 0,-1 1 0 0 0,1-1 0 0 0,2 15 0 0 0,-6-21 224 0 0,0 0 1 0 0,0 1 0 0 0,0-1 0 0 0,0 0 0 0 0,0 0-1 0 0,-1 1 1 0 0,0-1 0 0 0,1 0 0 0 0,-1 0 0 0 0,0 1-1 0 0,-1-1 1 0 0,1 0 0 0 0,0 0 0 0 0,-1 0 0 0 0,0-1 0 0 0,-3 6-1 0 0,1-3 72 0 0,3-3-316 0 0,-1 0 0 0 0,0 0-1 0 0,1-1 1 0 0,-1 1 0 0 0,0 0 0 0 0,0-1 0 0 0,-1 0 0 0 0,1 1-1 0 0,0-1 1 0 0,0 0 0 0 0,0 0 0 0 0,-1 0 0 0 0,-2 0 0 0 0,-27 6 296 0 0,30-7-353 0 0,-7 1-84 0 0,0-1-1 0 0,0 0 0 0 0,1-1 0 0 0,-1 0 0 0 0,0 0 0 0 0,-13-5 0 0 0,11 4-1269 0 0,0-1-1 0 0,1-1 0 0 0,-18-7 1 0 0,4-8-4009 0 0,22 17 4298 0 0,0-1 0 0 0,0 1 1 0 0,0-1-1 0 0,1 1 0 0 0,-1-1 0 0 0,1 0 1 0 0,0 0-1 0 0,-2-3 0 0 0</inkml:trace>
</inkml:ink>
</file>

<file path=ppt/ink/ink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5:05.9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1 153 2164 0 0,'11'-29'10081'0'0,"1"0"-2774"0"0,-12 28-6746 0 0,1 0-491 0 0,-1-1 0 0 0,1 1 0 0 0,-1 0 0 0 0,1 0 0 0 0,0 0 0 0 0,-1 0 0 0 0,1 0 0 0 0,0 0 0 0 0,0 0 0 0 0,-1 0 0 0 0,1 0 0 0 0,0 1 0 0 0,0-1 0 0 0,0 0 0 0 0,0 0 0 0 0,0 1 0 0 0,0-1 0 0 0,0 1 0 0 0,1-1 0 0 0,-1 1 0 0 0,0-1 0 0 0,0 1 0 0 0,0 0 0 0 0,2-1 0 0 0,38-8 1 0 0,-32 7 47 0 0,218-34 96 0 0,-104 18-161 0 0,-78 13-54 0 0,7 1-3877 0 0,-52 4 3817 0 0,0 0 0 0 0,2 3-1220 0 0,-2-3 1220 0 0,0 1 0 0 0,0-1 0 0 0,0 0 0 0 0,0 0 0 0 0,0 0 0 0 0,0 0 0 0 0,0 1 0 0 0,0-1 0 0 0,0 0 0 0 0,0 0 0 0 0,0 0 0 0 0,0 0 0 0 0,0 1 0 0 0,-1-1 0 0 0,1 0 1 0 0,-2 1-733 0 0,-4 7-1430 0 0</inkml:trace>
</inkml:ink>
</file>

<file path=ppt/ink/ink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5:06.6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3 221 1100 0 0,'6'-9'8471'0'0,"-2"-2"-6348"0"0,1 0 0 0 0,9-16-1 0 0,-4 8 68 0 0,-3 10-633 0 0,-9 22-1184 0 0,-10 34-587 0 0,11-42 350 0 0,-9 31-78 0 0,2 2 0 0 0,-6 63 0 0 0,13-82-28 0 0,1 0 0 0 0,0 0 0 0 0,1-1 0 0 0,1 1 0 0 0,1-1 0 0 0,1 1 0 0 0,9 27 0 0 0,-12-43 5 0 0,0 0 0 0 0,1 1 0 0 0,-1-1 0 0 0,1 0 0 0 0,0 0 0 0 0,0 0 0 0 0,0 0 0 0 0,0 0 1 0 0,1-1-1 0 0,-1 1 0 0 0,1 0 0 0 0,-1-1 0 0 0,1 0 0 0 0,0 0 0 0 0,0 0 0 0 0,0 0 0 0 0,0 0 1 0 0,0-1-1 0 0,7 3 0 0 0,-3-2 21 0 0,-1-1 1 0 0,1 0 0 0 0,-1-1-1 0 0,1 1 1 0 0,-1-1-1 0 0,1-1 1 0 0,-1 1 0 0 0,1-1-1 0 0,-1 0 1 0 0,9-3-1 0 0,3-1 56 0 0,1-2-1 0 0,-1 0 1 0 0,0-2-1 0 0,-1 0 0 0 0,0 0 1 0 0,0-2-1 0 0,-1 0 1 0 0,0-1-1 0 0,-1 0 0 0 0,-1-2 1 0 0,0 1-1 0 0,-1-2 1 0 0,0 0-1 0 0,12-19 0 0 0,-14 18 78 0 0,-1 0 0 0 0,0-1 0 0 0,-1 0 0 0 0,-1-1-1 0 0,0 0 1 0 0,-2 0 0 0 0,0-1 0 0 0,-1 1 0 0 0,-1-1-1 0 0,0-1 1 0 0,-2 1 0 0 0,0 0 0 0 0,-1-1 0 0 0,-3-25-1 0 0,2 40-201 0 0,0-1 1 0 0,-1 1-1 0 0,0 0 0 0 0,0-1 0 0 0,-1 1 0 0 0,0 0 0 0 0,1 0 0 0 0,-2 0 0 0 0,1 0 0 0 0,0 0 0 0 0,-1 0 0 0 0,0 1 0 0 0,0-1 1 0 0,-1 1-1 0 0,1 0 0 0 0,-1 0 0 0 0,0 0 0 0 0,0 1 0 0 0,0-1 0 0 0,0 1 0 0 0,-1 0 0 0 0,1 0 0 0 0,-1 0 0 0 0,0 1 0 0 0,0-1 0 0 0,0 1 1 0 0,0 1-1 0 0,0-1 0 0 0,-1 1 0 0 0,1 0 0 0 0,0 0 0 0 0,-1 0 0 0 0,1 1 0 0 0,-1-1 0 0 0,1 1 0 0 0,-7 1 0 0 0,-3 1-486 0 0,0 0 1 0 0,1 1-1 0 0,-1 0 0 0 0,1 2 0 0 0,-1-1 0 0 0,1 2 0 0 0,0 0 0 0 0,1 0 0 0 0,0 2 0 0 0,-17 11 0 0 0,14-8-1116 0 0,2 1 0 0 0,-27 26 0 0 0,28-23-1108 0 0,1 0-1 0 0,-18 30 1 0 0,18-23-2114 0 0</inkml:trace>
</inkml:ink>
</file>

<file path=ppt/ink/ink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5:06.9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43 2532 0 0,'-12'2'15584'0'0,"18"-1"-15502"0"0,0 0 0 0 0,0 0 0 0 0,0-1-1 0 0,0 1 1 0 0,0-1 0 0 0,0-1-1 0 0,0 1 1 0 0,0-1 0 0 0,11-3 0 0 0,7 0 40 0 0,15 0-353 0 0,112-13 516 0 0,-51 2-6899 0 0,-89 13 2548 0 0</inkml:trace>
</inkml:ink>
</file>

<file path=ppt/ink/ink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5:07.4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130 2 1244 0 0,'-2'-1'2699'0'0,"-28"0"5024"0"0,27 1-6433 0 0,-9 0-236 0 0,9 0-233 0 0,0 0-158 0 0,2 1-576 0 0,-1-1 0 0 0,1 0 0 0 0,0 1 1 0 0,-1-1-1 0 0,1 1 0 0 0,0-1 0 0 0,-1 1 0 0 0,1 0 0 0 0,0-1 0 0 0,0 1 0 0 0,0 0 0 0 0,0 0 0 0 0,0 0 1 0 0,0 0-1 0 0,0 0 0 0 0,0 0 0 0 0,-2 2 0 0 0,1 1 16 0 0,0 1 1 0 0,-1-1-1 0 0,1 0 1 0 0,1 1-1 0 0,-3 6 0 0 0,-1 8 3 0 0,-3 37 0 0 0,7-45 19 0 0,-3 16-2 0 0,1 46 0 0 0,3-66-86 0 0,0 0 0 0 0,1 0 0 0 0,0-1 0 0 0,0 1 0 0 0,1 0 0 0 0,-1-1 0 0 0,1 1-1 0 0,1-1 1 0 0,-1 0 0 0 0,1 1 0 0 0,0-1 0 0 0,6 8 0 0 0,-7-12-2 0 0,0 0 0 0 0,1 0 0 0 0,-1 0-1 0 0,0 0 1 0 0,1 0 0 0 0,-1-1 0 0 0,1 1 0 0 0,0-1 0 0 0,-1 0-1 0 0,1 0 1 0 0,0 0 0 0 0,0 0 0 0 0,0 0 0 0 0,0-1 0 0 0,0 1-1 0 0,0-1 1 0 0,0 0 0 0 0,0 0 0 0 0,0 0 0 0 0,0 0 0 0 0,3-1-1 0 0,9-1 200 0 0,0-1-1 0 0,-1 0 1 0 0,16-7 0 0 0,3 1 411 0 0,4-2 154 0 0,-25 7-570 0 0,1 0-1 0 0,0 1 1 0 0,20-3 0 0 0,-30 6-218 0 0,1 0 0 0 0,-1 0 1 0 0,1 0-1 0 0,-1 0 0 0 0,0 1 0 0 0,1-1 1 0 0,-1 1-1 0 0,0 0 0 0 0,1 0 0 0 0,-1 0 1 0 0,0 0-1 0 0,0 1 0 0 0,0-1 0 0 0,0 1 1 0 0,0 0-1 0 0,0 0 0 0 0,-1 0 0 0 0,4 3 1 0 0,1 3 84 0 0,0 0 1 0 0,-1 1-1 0 0,0-1 0 0 0,0 1 1 0 0,-1 1-1 0 0,0-1 1 0 0,-1 1-1 0 0,0-1 1 0 0,-1 1-1 0 0,0 0 0 0 0,0 1 1 0 0,-1-1-1 0 0,0 0 1 0 0,-1 1-1 0 0,0-1 1 0 0,-1 1-1 0 0,0-1 0 0 0,0 1 1 0 0,-2-1-1 0 0,1 1 1 0 0,-1-1-1 0 0,0 0 1 0 0,-1 0-1 0 0,0 0 0 0 0,-1 0 1 0 0,0 0-1 0 0,-1 0 1 0 0,-8 11-1 0 0,8-14-6 0 0,0-2-1 0 0,-1 1 1 0 0,0 0 0 0 0,-1-1-1 0 0,1-1 1 0 0,-1 1 0 0 0,0-1-1 0 0,0 0 1 0 0,0 0 0 0 0,-1-1 0 0 0,1 0-1 0 0,-1 0 1 0 0,0-1 0 0 0,1 0-1 0 0,-1 0 1 0 0,0-1 0 0 0,-9 0-1 0 0,0 1-171 0 0,0-1 0 0 0,-1-2 0 0 0,1 1 0 0 0,0-2-1 0 0,0 0 1 0 0,0-1 0 0 0,-17-6 0 0 0,22 5-719 0 0,-1 0 0 0 0,2-1 1 0 0,-1-1-1 0 0,0 0 0 0 0,-11-8 1 0 0,17 9-753 0 0,0 1 0 0 0,1-1-1 0 0,-1 0 1 0 0,1 0 0 0 0,0-1 0 0 0,-5-7 0 0 0</inkml:trace>
</inkml:ink>
</file>

<file path=ppt/ink/ink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5:08.6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134 31 932 0 0,'-25'-7'8842'0'0,"9"1"-5230"0"0,3 2-463 0 0,30 1-2118 0 0,7 1-801 0 0,313-6 645 0 0,-272 11-846 0 0,-61-4-25 0 0,0 1-3 0 0,26 8 16 0 0,-23-5 44 0 0,-1 0 0 0 0,1 0-1 0 0,-1 1 1 0 0,0 0 0 0 0,-1 0 0 0 0,1 0 0 0 0,0 0 0 0 0,-1 1 0 0 0,0 0 0 0 0,0 0 0 0 0,-1 1 0 0 0,1-1 0 0 0,-1 1 0 0 0,-1 0 0 0 0,1 0-1 0 0,3 8 1 0 0,5 13 598 0 0,-1 1 0 0 0,11 44-1 0 0,-16-53-448 0 0,16 70 981 0 0,-3 2-1 0 0,-5 0 1 0 0,6 174-1 0 0,-36 280 416 0 0,0-203-1210 0 0,36 943 116 0 0,7-905-564 0 0,2 52 320 0 0,-29-22 52 0 0,-3-318-317 0 0,-2 221 416 0 0,8-243-81 0 0,-9 84 1 0 0,-8-86-162 0 0,13-66-154 0 0,0 0-1 0 0,-1 0 1 0 0,1 0 0 0 0,-1-1-1 0 0,0 1 1 0 0,1-1 0 0 0,-1 1-1 0 0,0-1 1 0 0,0 0 0 0 0,0 1-1 0 0,0-1 1 0 0,0 0 0 0 0,-3 1-1 0 0,-9 2 3 0 0,1 0-1 0 0,-1-1 0 0 0,1 0 1 0 0,-18 0-1 0 0,-7 2-14 0 0,-243 32-533 0 0,53-8-6958 0 0,135-17-2994 0 0,48-7-122 0 0</inkml:trace>
</inkml:ink>
</file>

<file path=ppt/ink/ink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5:43.1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 1864 0 0,'77'15'12414'0'0,"-74"-14"-11739"0"0,1-3 153 0 0,-4 2-788 0 0,0 0 0 0 0,1 0 0 0 0,-1 0 0 0 0,0 1 0 0 0,1-1 0 0 0,-1 0 0 0 0,0-1-1 0 0,0 1 1 0 0,1 0 0 0 0,-1 0 0 0 0,0 0 0 0 0,0 0 0 0 0,1 0 0 0 0,-1 0 0 0 0,0 0 0 0 0,0 0-1 0 0,1 0 1 0 0,-1 0 0 0 0,0-1 0 0 0,0 1 0 0 0,1 0 0 0 0,-1 0 0 0 0,0 0 0 0 0,0-1-1 0 0,0 1 1 0 0,1 0 0 0 0,-1 0 0 0 0,0 0 0 0 0,0-1 0 0 0,0 1 0 0 0,0 0 0 0 0,0-15 614 0 0</inkml:trace>
</inkml:ink>
</file>

<file path=ppt/ink/ink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6:00.6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1 701 268 0 0,'0'0'2143'0'0,"13"23"2972"0"0,-3-5-3938 0 0,-5-11-1001 0 0,-1 1 0 0 0,1-1 0 0 0,1 0 0 0 0,-1 0 0 0 0,12 11 0 0 0,-13-14-192 0 0,-4-3 38 0 0,1 0 0 0 0,0 0-1 0 0,-1 0 1 0 0,1 0 0 0 0,0 0 0 0 0,0 0-1 0 0,0-1 1 0 0,0 1 0 0 0,0 0-1 0 0,-1 0 1 0 0,1-1 0 0 0,1 1 0 0 0,-1-1-1 0 0,0 1 1 0 0,0-1 0 0 0,0 1 0 0 0,0-1-1 0 0,0 0 1 0 0,0 1 0 0 0,0-1 0 0 0,1 0-1 0 0,-1 0 1 0 0,0 0 0 0 0,0 0-1 0 0,0 0 1 0 0,1 0 0 0 0,-1 0 0 0 0,0 0-1 0 0,0 0 1 0 0,0-1 0 0 0,0 1 0 0 0,2-1-1 0 0,16-11-9 0 0,0-2 0 0 0,-1 0 0 0 0,0 0 0 0 0,-1-2 0 0 0,-1 0-1 0 0,-1-1 1 0 0,0-1 0 0 0,-1 0 0 0 0,-1-1 0 0 0,13-24 0 0 0,1-8-3 0 0,-2-1 1 0 0,34-105-1 0 0,-4-79-62 0 0,-35 140-101 0 0,-17 78 92 0 0,-6 23 103 0 0,-7 31 52 0 0,-7 32-128 0 0,-33 153 31 0 0,41-168 21 0 0,2 0 1 0 0,0 65-1 0 0,7-105-13 0 0,0 0 0 0 0,1 0 0 0 0,1 0 0 0 0,0 0-1 0 0,4 14 1 0 0,-5-24-26 0 0,-1 0-1 0 0,1 0 0 0 0,0-1 0 0 0,1 1 0 0 0,-1 0 1 0 0,0-1-1 0 0,1 1 0 0 0,-1-1 0 0 0,1 0 0 0 0,0 1 0 0 0,0-1 1 0 0,0 0-1 0 0,0 0 0 0 0,0 0 0 0 0,0 0 0 0 0,1-1 1 0 0,-1 1-1 0 0,1-1 0 0 0,-1 1 0 0 0,1-1 0 0 0,-1 0 1 0 0,1 0-1 0 0,0 0 0 0 0,0 0 0 0 0,-1 0 0 0 0,1-1 1 0 0,0 1-1 0 0,0-1 0 0 0,3 0 0 0 0,5-1-121 0 0,0 0 0 0 0,0 0 0 0 0,-1-2 0 0 0,1 1 0 0 0,-1-1 0 0 0,1-1 0 0 0,-1 0 0 0 0,0 0 0 0 0,0-1 0 0 0,-1 0 0 0 0,13-10 0 0 0,-4 3-64 0 0,-1-2 0 0 0,0-1-1 0 0,-1 0 1 0 0,23-28 0 0 0,-21 20 163 0 0,-2 0-1 0 0,0-2 1 0 0,-2 0 0 0 0,0 0 0 0 0,-2-1 0 0 0,-1-1 0 0 0,7-28 0 0 0,-6 10 699 0 0,-2-2 0 0 0,-2 1 0 0 0,3-71 0 0 0,-10 107-520 0 0,0 4-56 0 0,-1 1 1 0 0,0-1-1 0 0,0 0 0 0 0,0 0 0 0 0,-1 1 0 0 0,-1-7 0 0 0,1 10-60 0 0,-7 12 12 0 0,1 1 1 0 0,0 0-1 0 0,0 1 1 0 0,1-1-1 0 0,1 1 0 0 0,0 0 1 0 0,-6 25-1 0 0,-2-1-17 0 0,-17 52 35 0 0,-35 182 0 0 0,55-208 45 0 0,3 1 0 0 0,0 65 0 0 0,7-125-45 0 0,8-2-51 0 0,-8 0 3 0 0,0-1 1 0 0,0 0 0 0 0,1 0 0 0 0,-1 0-1 0 0,0 0 1 0 0,1 0 0 0 0,-1 0 0 0 0,0 0-1 0 0,0 0 1 0 0,1 0 0 0 0,-1 0 0 0 0,0 0-1 0 0,1 0 1 0 0,-1 0 0 0 0,0 0 0 0 0,0-1-1 0 0,1 1 1 0 0,-1 0 0 0 0,0 0 0 0 0,0 0-1 0 0,1 0 1 0 0,-1 0 0 0 0,0 0-1 0 0,0-1 1 0 0,1 1 0 0 0,-1 0 0 0 0,0 0-1 0 0,0 0 1 0 0,0-1 0 0 0,1 1 0 0 0,-1 0-1 0 0,0 0 1 0 0,0-1 0 0 0,0 1 0 0 0,0 0-1 0 0,0 0 1 0 0,0-1 0 0 0,1 0 0 0 0,16-25-4 0 0,-2-1 0 0 0,17-37 0 0 0,15-27-98 0 0,-23 53 108 0 0,38-46 0 0 0,-48 67-19 0 0,2 0-1 0 0,0 1 0 0 0,0 1 1 0 0,31-21-1 0 0,-45 34 12 0 0,1 1 1 0 0,-1-1-1 0 0,1 1 1 0 0,0 0-1 0 0,-1-1 1 0 0,1 1-1 0 0,0 0 1 0 0,0 1-1 0 0,0-1 1 0 0,0 0-1 0 0,0 1 1 0 0,0 0-1 0 0,0 0 1 0 0,0 0-1 0 0,5 0 1 0 0,-7 1 0 0 0,0-1 0 0 0,1 1 0 0 0,-1 0 0 0 0,0-1 1 0 0,1 1-1 0 0,-1 0 0 0 0,0 0 0 0 0,0 0 0 0 0,0 0 0 0 0,0 0 0 0 0,0 0 0 0 0,0 0 0 0 0,0 0 0 0 0,0 0 1 0 0,0 0-1 0 0,-1 1 0 0 0,1-1 0 0 0,0 0 0 0 0,-1 1 0 0 0,2 2 0 0 0,8 29 17 0 0,-10-30-19 0 0,5 24 25 0 0,-2 0 0 0 0,-1 0 0 0 0,-2 47 0 0 0,1 21 44 0 0,-1-91-60 0 0,0 0-1 0 0,1 0 1 0 0,0 0-1 0 0,0 0 1 0 0,0 0 0 0 0,0 0-1 0 0,0 0 1 0 0,3 4-1 0 0,-3-6-3 0 0,0-1 0 0 0,0 1 0 0 0,0-1 0 0 0,0 0 0 0 0,0 0 0 0 0,0 0 0 0 0,1 0 0 0 0,-1 0 0 0 0,0 0 0 0 0,1 0 0 0 0,-1 0 0 0 0,1 0 0 0 0,-1-1 0 0 0,1 1 0 0 0,-1 0 0 0 0,1-1 0 0 0,-1 1 0 0 0,1-1 0 0 0,0 0 0 0 0,-1 0 0 0 0,1 1 0 0 0,-1-1 0 0 0,1 0 0 0 0,0 0 0 0 0,1-1 0 0 0,6 0 3 0 0,0 0 1 0 0,0-1 0 0 0,0 0-1 0 0,-1 0 1 0 0,1-1 0 0 0,-1 0-1 0 0,1-1 1 0 0,-1 1 0 0 0,11-9-1 0 0,-6 4-9 0 0,-1-1-1 0 0,0-1 1 0 0,-1 0-1 0 0,0-1 1 0 0,11-14-1 0 0,-5 3 62 0 0,-1-1 0 0 0,-1-1-1 0 0,-1 0 1 0 0,-1-1-1 0 0,18-49 1 0 0,-28 65 23 0 0,3-6 117 0 0,-1-1 0 0 0,0 0 0 0 0,-1 0 0 0 0,-1 0 0 0 0,1-18 0 0 0,-16 43-285 0 0,6-2 82 0 0,0 1 0 0 0,1-1 0 0 0,0 1-1 0 0,1 0 1 0 0,0 0 0 0 0,0 1 0 0 0,-4 13 0 0 0,0-2-21 0 0,-3 7 47 0 0,-16 57 0 0 0,25-76-14 0 0,0 0 0 0 0,1 0 0 0 0,0 1-1 0 0,0-1 1 0 0,1 0 0 0 0,0 0 0 0 0,1 1 0 0 0,-1-1 0 0 0,1 0 0 0 0,1 0 0 0 0,0 0 0 0 0,3 9 0 0 0,-4-14-38 0 0,1 0 1 0 0,0 0 0 0 0,0-1-1 0 0,0 1 1 0 0,0 0-1 0 0,0-1 1 0 0,1 0-1 0 0,-1 1 1 0 0,1-1 0 0 0,-1 0-1 0 0,1 0 1 0 0,0 0-1 0 0,0 0 1 0 0,0-1 0 0 0,0 1-1 0 0,0-1 1 0 0,0 0-1 0 0,0 0 1 0 0,1 0-1 0 0,-1 0 1 0 0,0-1 0 0 0,1 1-1 0 0,-1-1 1 0 0,0 0-1 0 0,1 0 1 0 0,-1 0 0 0 0,1 0-1 0 0,3-1 1 0 0,4-1-138 0 0,0 0 0 0 0,0 0 0 0 0,0-1 0 0 0,0 0 0 0 0,-1-1 0 0 0,1 0 0 0 0,13-8 0 0 0,-6 1 61 0 0,-1-2 0 0 0,1 1 0 0 0,-2-2 0 0 0,0 0 0 0 0,0-1 0 0 0,-2-1 1 0 0,20-27-1 0 0,2-9 1595 0 0,35-71-1 0 0,-53 95-1008 0 0,-18 27-479 0 0,0 1 1 0 0,0 0 0 0 0,0 0 0 0 0,0-1-1 0 0,0 1 1 0 0,0 0 0 0 0,0 0 0 0 0,0-1 0 0 0,0 1-1 0 0,1 0 1 0 0,-1 0 0 0 0,0 0 0 0 0,0-1 0 0 0,0 1-1 0 0,0 0 1 0 0,1 0 0 0 0,-1 0 0 0 0,0-1 0 0 0,0 1-1 0 0,0 0 1 0 0,1 0 0 0 0,-1 0 0 0 0,0 0 0 0 0,0 0-1 0 0,1 0 1 0 0,-1 0 0 0 0,0 0 0 0 0,0-1 0 0 0,1 1-1 0 0,-1 0 1 0 0,0 0 0 0 0,0 0 0 0 0,1 0 0 0 0,-1 0-1 0 0,0 0 1 0 0,0 0 0 0 0,1 1 0 0 0,1 9 23 0 0,-5 24-7 0 0,3-30-21 0 0,-43 288 179 0 0,42-284-278 0 0,-2 9 910 0 0,4-15-387 0 0,3-9-326 0 0,19-47-18 0 0,-12 28-81 0 0,1-1 0 0 0,26-41 0 0 0,-25 48-9 0 0,2 1 0 0 0,0 1 0 0 0,1 0 0 0 0,1 1 0 0 0,0 0 0 0 0,1 2 0 0 0,1 0 0 0 0,1 1 0 0 0,0 1 1 0 0,0 1-1 0 0,28-12 0 0 0,-42 23 4 0 0,-2 0 0 0 0,-1 1 1 0 0,1 0 0 0 0,0 0 0 0 0,-1 0-1 0 0,1 0 1 0 0,-1 1 0 0 0,1 0-1 0 0,0-1 1 0 0,-1 1 0 0 0,0 0 0 0 0,1 1-1 0 0,-1-1 1 0 0,5 3 0 0 0,-6-3 5 0 0,0 1 0 0 0,-1 0 0 0 0,1-1 0 0 0,0 1 0 0 0,-1 0 0 0 0,1 0 0 0 0,-1 0 0 0 0,1 0 0 0 0,-1 0 0 0 0,0 0 0 0 0,0 0 0 0 0,0 0 0 0 0,0 0 0 0 0,0 1 0 0 0,0 2 0 0 0,1 4 0 0 0,-2 0 0 0 0,1 1 0 0 0,-1-1 0 0 0,0 1 0 0 0,-1-1 0 0 0,0 0 0 0 0,-3 12 1 0 0,2-9-2 0 0,-21 84 42 0 0,15-67-16 0 0,-8 49 0 0 0,16-77-15 0 0,-1-1 1 0 0,1 1-1 0 0,0 0 1 0 0,0 0-1 0 0,0 0 1 0 0,0-1-1 0 0,0 1 1 0 0,0 0-1 0 0,0 0 1 0 0,0-1-1 0 0,0 1 1 0 0,1 0-1 0 0,-1 0 1 0 0,0-1-1 0 0,0 1 1 0 0,1 0-1 0 0,-1-1 1 0 0,0 1-1 0 0,1 0 0 0 0,-1-1 1 0 0,1 1-1 0 0,-1 0 1 0 0,1-1-1 0 0,-1 1 1 0 0,1-1-1 0 0,0 1 1 0 0,0 0-1 0 0,0-1-9 0 0,1 1 0 0 0,-1-1-1 0 0,0 0 1 0 0,1 1-1 0 0,-1-1 1 0 0,0 0 0 0 0,1 0-1 0 0,-1 0 1 0 0,0 0 0 0 0,1 0-1 0 0,-1-1 1 0 0,0 1-1 0 0,3-1 1 0 0,4-2-251 0 0,0 0 0 0 0,0 0 0 0 0,11-7 0 0 0,-4 0-1026 0 0,0 0-1 0 0,-1 0 1 0 0,0-1 0 0 0,-1-1 0 0 0,14-15 0 0 0,-10 7-1829 0 0</inkml:trace>
</inkml:ink>
</file>

<file path=ppt/ink/ink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6:01.5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205 152 104 0 0,'-3'7'12714'0'0,"7"-10"-12667"0"0,1 0 1 0 0,-1 1 0 0 0,0-2-1 0 0,1 1 1 0 0,-1 0-1 0 0,-1-1 1 0 0,7-7 0 0 0,22-30 336 0 0,-30 38-343 0 0,2-3 107 0 0,-1 1 1 0 0,0-1-1 0 0,0 0 0 0 0,-1 0 1 0 0,1 0-1 0 0,2-11 0 0 0,-3 9-39 0 0,-2 6-11 0 0,1 2-94 0 0,-1-1 0 0 0,0 0 0 0 0,0 0 0 0 0,0 1 1 0 0,0-1-1 0 0,0 0 0 0 0,0 1 0 0 0,0-1 0 0 0,0 0 0 0 0,0 0 0 0 0,0 1 1 0 0,0-1-1 0 0,0 0 0 0 0,0 1 0 0 0,0-1 0 0 0,-1 0 0 0 0,1 1 1 0 0,0-1-1 0 0,-1 0 0 0 0,1 1 0 0 0,0-1 0 0 0,-1 0 0 0 0,1 1 1 0 0,-1-1-1 0 0,1 1 0 0 0,-1-1 0 0 0,1 1 0 0 0,-2-1 0 0 0,0 1-10 0 0,1 1 0 0 0,-1 0 0 0 0,0-1-1 0 0,0 1 1 0 0,0 0 0 0 0,0 0 0 0 0,1 0-1 0 0,-1 0 1 0 0,-2 3 0 0 0,0-2 17 0 0,-9 9-17 0 0,0 0 1 0 0,1 1-1 0 0,0 0 1 0 0,1 1-1 0 0,-13 19 1 0 0,3-5-4 0 0,8-10-84 0 0,-69 92 348 0 0,70-92-667 0 0,1 1 0 0 0,1 0 1 0 0,1 1-1 0 0,-10 28 0 0 0,18-46 298 0 0,-6 28-1737 0 0,9-11-2774 0 0</inkml:trace>
</inkml:ink>
</file>

<file path=ppt/ink/ink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6:02.2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301 9 536 0 0,'1'-8'8928'0'0,"-8"11"-8913"0"0,1 0 0 0 0,-1 1 0 0 0,1 0 1 0 0,0 0-1 0 0,0 1 0 0 0,0 0 0 0 0,0 0 0 0 0,-6 7 0 0 0,-8 7 21 0 0,8-9-71 0 0,-92 75-813 0 0,31-33-2802 0 0,42-31 951 0 0</inkml:trace>
</inkml:ink>
</file>

<file path=ppt/ink/ink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6:02.8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77 1432 0 0,'-1'6'12036'0'0,"59"-28"-11685"0"0,34-11-2858 0 0,-38 21-1112 0 0,7-3-1670 0 0</inkml:trace>
</inkml:ink>
</file>

<file path=ppt/ink/ink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6:03.7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416 158 628 0 0,'-4'-14'4196'0'0,"1"-1"-2316"0"0,-1 0-1 0 0,-1 0 0 0 0,-10-21 1 0 0,13 32-1795 0 0,-1 0 1 0 0,1-1 0 0 0,-1 1-1 0 0,0 0 1 0 0,0 1-1 0 0,-1-1 1 0 0,1 0 0 0 0,-1 1-1 0 0,0 0 1 0 0,0 0-1 0 0,0 0 1 0 0,0 0 0 0 0,0 1-1 0 0,-8-4 1 0 0,9 5-84 0 0,0 1 0 0 0,0-1 0 0 0,0 1 0 0 0,0-1 0 0 0,0 1 0 0 0,0 0 1 0 0,0 0-1 0 0,0 0 0 0 0,0 1 0 0 0,0-1 0 0 0,0 1 0 0 0,0 0 0 0 0,-5 1 0 0 0,0 1 0 0 0,1 1 0 0 0,-1-1-1 0 0,-10 7 1 0 0,0 3-1 0 0,1 0-1 0 0,0 1 1 0 0,0 1-1 0 0,2 0 1 0 0,-23 29 0 0 0,16-15 3 0 0,2 0 0 0 0,-27 55 1 0 0,42-76 4 0 0,2 0 1 0 0,-1 1 0 0 0,1-1 0 0 0,0 1 0 0 0,1 0 0 0 0,0 0 0 0 0,0 0 0 0 0,1 0 0 0 0,0 0 0 0 0,1 0-1 0 0,0 0 1 0 0,2 16 0 0 0,-2-23-9 0 0,1 0 0 0 0,0 0 0 0 0,-1-1 0 0 0,1 1 0 0 0,0 0 0 0 0,0-1 0 0 0,0 1 0 0 0,0 0 0 0 0,0-1 0 0 0,0 0 0 0 0,0 1 0 0 0,0-1 0 0 0,1 0 0 0 0,-1 1 0 0 0,1-1-1 0 0,-1 0 1 0 0,1 0 0 0 0,-1 0 0 0 0,3 1 0 0 0,-1-1-9 0 0,0 0 1 0 0,0 0-1 0 0,1-1 0 0 0,-1 1 0 0 0,0 0 0 0 0,0-1 0 0 0,1 0 1 0 0,-1 0-1 0 0,0 0 0 0 0,4-1 0 0 0,3-1-33 0 0,0 0 0 0 0,0 0 0 0 0,0-1-1 0 0,-1-1 1 0 0,17-8 0 0 0,-11 4-3 0 0,-1-1-1 0 0,0-1 0 0 0,0 0 0 0 0,-1-1 1 0 0,-1-1-1 0 0,0 0 0 0 0,0 0 0 0 0,-1-1 1 0 0,15-24-1 0 0,2-10 115 0 0,36-83 0 0 0,-26 48 326 0 0,-25 52-364 0 0,-12 28-97 0 0,-1 5-34 0 0,-1 18 62 0 0,-2 0 0 0 0,-5 27 0 0 0,-4 22 29 0 0,10-49-5 0 0,-3 60-566 0 0,5-73-38 0 0,0 0 0 0 0,1 1 0 0 0,0-1-1 0 0,1 0 1 0 0,0 1 0 0 0,0-1 0 0 0,5 11-1 0 0,-1-8-1807 0 0,1-3-547 0 0</inkml:trace>
</inkml:ink>
</file>

<file path=ppt/ink/ink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6:04.2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293 587 848 0 0,'1'-5'704'0'0,"4"-11"1479"0"0,-1-1 1 0 0,-1 0-1 0 0,1-24 1 0 0,-4 40-2157 0 0,0 0 0 0 0,0 0 0 0 0,0 0 0 0 0,0 0 0 0 0,0 0 0 0 0,0 0 0 0 0,-1 0 0 0 0,1 0 0 0 0,0 0 0 0 0,-1 0 1 0 0,1 0-1 0 0,0 0 0 0 0,-1 1 0 0 0,1-1 0 0 0,-1 0 0 0 0,0 0 0 0 0,1 0 0 0 0,-1 0 0 0 0,0 1 0 0 0,1-1 0 0 0,-1 0 1 0 0,0 1-1 0 0,0-1 0 0 0,0 0 0 0 0,1 1 0 0 0,-1-1 0 0 0,0 1 0 0 0,0-1 0 0 0,0 1 0 0 0,0 0 0 0 0,0-1 0 0 0,0 1 1 0 0,0 0-1 0 0,0 0 0 0 0,0 0 0 0 0,0 0 0 0 0,0 0 0 0 0,0 0 0 0 0,0 0 0 0 0,0 0 0 0 0,0 0 0 0 0,-2 0 0 0 0,-3 1-1 0 0,0 1 0 0 0,0-1 0 0 0,0 1 0 0 0,0 0-1 0 0,-7 4 1 0 0,-7 5-33 0 0,0 1-1 0 0,1 0 1 0 0,1 2 0 0 0,0 0-1 0 0,1 2 1 0 0,0 0 0 0 0,2 0-1 0 0,-1 2 1 0 0,2-1 0 0 0,1 2-1 0 0,-13 22 1 0 0,22-33 33 0 0,1 0-1 0 0,-1 0 1 0 0,1 0-1 0 0,1 1 1 0 0,0-1-1 0 0,0 1 1 0 0,1 0-1 0 0,-1 16 1 0 0,2-21-20 0 0,0-1 1 0 0,0 0-1 0 0,1 0 1 0 0,-1 0-1 0 0,1 1 1 0 0,0-1-1 0 0,0 0 1 0 0,0 0-1 0 0,0 0 1 0 0,0 0-1 0 0,1 0 0 0 0,2 4 1 0 0,-2-6-8 0 0,-1 1-1 0 0,1 0 1 0 0,0-1 0 0 0,-1 1-1 0 0,1-1 1 0 0,0 0 0 0 0,0 1 0 0 0,0-1-1 0 0,0 0 1 0 0,1 0 0 0 0,-1-1-1 0 0,0 1 1 0 0,0 0 0 0 0,0-1 0 0 0,1 1-1 0 0,-1-1 1 0 0,0 0 0 0 0,1 1-1 0 0,3-2 1 0 0,2 1-25 0 0,0 0 0 0 0,0-1 0 0 0,0-1 0 0 0,0 0 0 0 0,0 0 0 0 0,0 0 0 0 0,0-1 0 0 0,0 0 0 0 0,11-6 0 0 0,-6 1-10 0 0,-1 0 1 0 0,0-1-1 0 0,-1 0 1 0 0,20-20 0 0 0,-7 2 36 0 0,-2-1 1 0 0,-1-1-1 0 0,30-54 1 0 0,-18 16 160 0 0,-2 0 1 0 0,-4-2 0 0 0,-2-1-1 0 0,-4-1 1 0 0,18-110 0 0 0,-36 166 104 0 0,3-31 215 0 0,-23 63-435 0 0,5 5 10 0 0,1 1-1 0 0,1 0 1 0 0,1 0 0 0 0,2 1-1 0 0,-9 41 1 0 0,7-29-62 0 0,-7 26-279 0 0,3 1 0 0 0,2 0 0 0 0,4 0 0 0 0,0 94-1 0 0,13-106-1953 0 0,4-20-2106 0 0,-5-22 1270 0 0</inkml:trace>
</inkml:ink>
</file>

<file path=ppt/ink/ink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6:04.6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441 79 1504 0 0,'6'-16'4347'0'0,"0"1"0"0"0,5-31 0 0 0,-10 45-3993 0 0,-2 8-259 0 0,-1 1 0 0 0,1 0-1 0 0,-1-1 1 0 0,-5 12 0 0 0,1-1-28 0 0,-11 47 401 0 0,-10 82 0 0 0,3 69 886 0 0,-1 10 195 0 0,12-143 715 0 0,-34 124-1 0 0,47-204-2185 0 0,-1 0 0 0 0,0 0 1 0 0,0 0-1 0 0,0 0 0 0 0,-1 0 0 0 0,1-1 0 0 0,-1 1 0 0 0,1-1 0 0 0,-1 1 1 0 0,0-1-1 0 0,0 1 0 0 0,0-1 0 0 0,0 0 0 0 0,-1 0 0 0 0,1 0 0 0 0,0 0 0 0 0,-1 0 1 0 0,0-1-1 0 0,1 1 0 0 0,-1-1 0 0 0,0 1 0 0 0,0-1 0 0 0,1 0 0 0 0,-1 0 1 0 0,0 0-1 0 0,0-1 0 0 0,0 1 0 0 0,0-1 0 0 0,-1 0 0 0 0,1 1 0 0 0,0-1 0 0 0,0-1 1 0 0,0 1-1 0 0,0 0 0 0 0,0-1 0 0 0,0 0 0 0 0,0 1 0 0 0,0-1 0 0 0,0 0 1 0 0,1-1-1 0 0,-6-2 0 0 0,-4-1-462 0 0,1-2 1 0 0,0 1 0 0 0,0-2-1 0 0,1 1 1 0 0,0-1-1 0 0,0-1 1 0 0,1 0 0 0 0,0 0-1 0 0,1-1 1 0 0,-11-15-1 0 0,10 12-1255 0 0,1-1-1 0 0,0 0 1 0 0,1-1-1 0 0,0 1 1 0 0,2-2-1 0 0,-1 1 1 0 0,-5-30-1 0 0,4 1-5710 0 0</inkml:trace>
</inkml:ink>
</file>

<file path=ppt/ink/ink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6:04.7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94 896 0 0,'5'-15'2464'0'0,"-1"3"-604"0"0,-1 0-463 0 0,2 3 643 0 0,-1-6-768 0 0,1 1-896 0 0,-2 4-632 0 0,6 4-1804 0 0</inkml:trace>
</inkml:ink>
</file>

<file path=ppt/ink/ink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6:05.3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267 133 1228 0 0,'6'-47'13181'0'0,"0"6"-6800"0"0,-6 39-5982 0 0,-1-8 646 0 0,-1 11-1012 0 0,-1 0 1 0 0,0 0-1 0 0,1 0 0 0 0,-1 0 0 0 0,1 1 1 0 0,-1-1-1 0 0,1 1 0 0 0,0-1 1 0 0,0 1-1 0 0,0 0 0 0 0,-1 0 0 0 0,0 3 1 0 0,-28 32 82 0 0,18-21-76 0 0,-14 21-12 0 0,1 2 0 0 0,2 0 0 0 0,1 1 0 0 0,3 2 0 0 0,1 0 0 0 0,2 1 0 0 0,-18 71 0 0 0,32-102-32 0 0,0 0-1 0 0,1 0 0 0 0,1 1 0 0 0,0-1 0 0 0,1 1 0 0 0,0-1 0 0 0,0 1 1 0 0,2-1-1 0 0,3 21 0 0 0,-3-28 9 0 0,-1-2 0 0 0,0 1 0 0 0,1 0 0 0 0,-1 0 0 0 0,1 0 0 0 0,0-1 0 0 0,1 1 0 0 0,-1-1 0 0 0,0 1 0 0 0,1-1 0 0 0,0 0 0 0 0,0 0 0 0 0,0 0 0 0 0,0-1-1 0 0,0 1 1 0 0,1-1 0 0 0,-1 1 0 0 0,1-1 0 0 0,-1 0 0 0 0,1-1 0 0 0,0 1 0 0 0,0-1 0 0 0,0 1 0 0 0,0-1 0 0 0,0 0 0 0 0,0 0 0 0 0,0-1 0 0 0,0 1 0 0 0,0-1 0 0 0,0 0 0 0 0,1 0 0 0 0,5-2 0 0 0,3 1 30 0 0,-1-1 0 0 0,1 0-1 0 0,-1-1 1 0 0,1-1 0 0 0,-1 0-1 0 0,0 0 1 0 0,-1-1 0 0 0,20-12 0 0 0,-15 7-8 0 0,0-1 1 0 0,-1-1 0 0 0,-1-1 0 0 0,0 0-1 0 0,16-19 1 0 0,-7 4-12 0 0,-3-2-1 0 0,0 1 1 0 0,-2-2 0 0 0,-1-1-1 0 0,23-61 1 0 0,-32 71-48 0 0,-1-1-1 0 0,-1-1 1 0 0,5-45-1 0 0,-10 55 12 0 0,0 0-1 0 0,-1 0 0 0 0,0 0 1 0 0,-1 0-1 0 0,-1 0 0 0 0,-1 0 1 0 0,0 1-1 0 0,-5-17 0 0 0,6 26-36 0 0,1 0 0 0 0,-1 0 0 0 0,0 0-1 0 0,0 0 1 0 0,-1 0 0 0 0,1 1 0 0 0,-1-1 0 0 0,0 1 0 0 0,0 0-1 0 0,0 0 1 0 0,0 0 0 0 0,-1 0 0 0 0,1 0 0 0 0,-1 1-1 0 0,1 0 1 0 0,-1-1 0 0 0,-5-1 0 0 0,6 3-162 0 0,1 0 0 0 0,-1 1 1 0 0,0-1-1 0 0,0 1 0 0 0,0-1 0 0 0,0 1 1 0 0,0 0-1 0 0,0 0 0 0 0,0 0 0 0 0,0 0 0 0 0,0 1 1 0 0,0-1-1 0 0,0 1 0 0 0,0 0 0 0 0,0 0 1 0 0,0 0-1 0 0,0 0 0 0 0,1 0 0 0 0,-1 1 0 0 0,0-1 1 0 0,1 1-1 0 0,-1 0 0 0 0,1 0 0 0 0,0 0 1 0 0,-4 4-1 0 0,-15 19-3305 0 0,11-5-1700 0 0</inkml:trace>
</inkml:ink>
</file>

<file path=ppt/ink/ink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6:05.7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26 940 0 0,'-10'5'17488'0'0,"63"-16"-12334"0"0,18 2-4479 0 0,78 0-5362 0 0,-140 9 3729 0 0,30-1-1850 0 0,-8 2-4957 0 0,-12 1 2130 0 0</inkml:trace>
</inkml:ink>
</file>

<file path=ppt/ink/ink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6:05.8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126 0 524 0 0,'-115'82'9912'0'0,"115"-82"-9874"0"0,-1 0 0 0 0,1 0 1 0 0,-1 1-1 0 0,0-1 1 0 0,1 0-1 0 0,-1 1 1 0 0,1-1-1 0 0,-1 0 0 0 0,1 1 1 0 0,-1-1-1 0 0,1 0 1 0 0,0 1-1 0 0,-1-1 1 0 0,1 1-1 0 0,-1-1 0 0 0,1 1 1 0 0,0-1-1 0 0,-1 1 1 0 0,1-1-1 0 0,0 1 1 0 0,0 0-1 0 0,0-1 0 0 0,-1 1 1 0 0,1-1-1 0 0,0 1 1 0 0,0 0-1 0 0,0-1 1 0 0,0 1-1 0 0,0-1 0 0 0,0 1 1 0 0,0 0-1 0 0,0-1 1 0 0,0 1-1 0 0,0-1 1 0 0,1 2-1 0 0,0-1 3 0 0,0 0 1 0 0,0 0-1 0 0,1 0 1 0 0,-1 0-1 0 0,1 0 1 0 0,-1 0-1 0 0,1-1 0 0 0,-1 1 1 0 0,1 0-1 0 0,-1-1 1 0 0,1 0-1 0 0,2 1 1 0 0,53 6 300 0 0,-34-7-610 0 0,0-1 0 0 0,28-4 0 0 0,14-8-4832 0 0,-33 3 708 0 0</inkml:trace>
</inkml:ink>
</file>

<file path=ppt/ink/ink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6:06.7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452 73 556 0 0,'-4'-10'6961'0'0,"3"7"-6236"0"0,1 0 0 0 0,-1 0-1 0 0,0 0 1 0 0,0 0-1 0 0,0 0 1 0 0,0 0 0 0 0,-2-3-1 0 0,1 4-660 0 0,1 1 0 0 0,0 0-1 0 0,0-1 1 0 0,-1 1 0 0 0,1 0 0 0 0,0 0-1 0 0,-1-1 1 0 0,1 1 0 0 0,-1 0 0 0 0,0 1-1 0 0,1-1 1 0 0,-1 0 0 0 0,0 0 0 0 0,1 1-1 0 0,-1-1 1 0 0,0 1 0 0 0,0-1 0 0 0,1 1-1 0 0,-1 0 1 0 0,0 0 0 0 0,0 0 0 0 0,0 0-1 0 0,0 0 1 0 0,1 0 0 0 0,-1 0 0 0 0,-3 2-1 0 0,-7 1-73 0 0,0 0-1 0 0,0 1 0 0 0,1 1 1 0 0,-1 0-1 0 0,1 0 0 0 0,1 1 0 0 0,-1 1 1 0 0,1 0-1 0 0,0 0 0 0 0,-15 15 1 0 0,0 1 28 0 0,2 2 1 0 0,-37 47 0 0 0,38-41 49 0 0,1 1 0 0 0,2 0 0 0 0,1 2 0 0 0,-20 50 0 0 0,32-68-45 0 0,1 1-1 0 0,0 0 1 0 0,1 1-1 0 0,0-1 1 0 0,2 1-1 0 0,0-1 1 0 0,1 1-1 0 0,1 0 1 0 0,0 0-1 0 0,2-1 1 0 0,5 29-1 0 0,-5-37 42 0 0,1-1-1 0 0,0 0 1 0 0,0 0-1 0 0,1-1 0 0 0,0 1 1 0 0,1-1-1 0 0,-1 0 1 0 0,1 0-1 0 0,1 0 1 0 0,-1-1-1 0 0,1 0 1 0 0,0 0-1 0 0,1 0 1 0 0,0-1-1 0 0,-1 0 1 0 0,2 0-1 0 0,-1 0 1 0 0,0-1-1 0 0,1 0 0 0 0,0-1 1 0 0,0 0-1 0 0,0 0 1 0 0,0-1-1 0 0,9 2 1 0 0,-4-1 180 0 0,0-1-1 0 0,0-1 1 0 0,0 0 0 0 0,0 0 0 0 0,0-2 0 0 0,0 1 0 0 0,0-2-1 0 0,0 0 1 0 0,0 0 0 0 0,0-1 0 0 0,0-1 0 0 0,-1 0-1 0 0,0-1 1 0 0,0 0 0 0 0,13-8 0 0 0,-11 5-58 0 0,-1-2 0 0 0,-1 0 0 0 0,1 0 1 0 0,-2-1-1 0 0,0 0 0 0 0,0-1 0 0 0,-1 0 0 0 0,14-23 1 0 0,-12 15-40 0 0,-1 0 0 0 0,-2 0 1 0 0,0-2-1 0 0,-1 1 1 0 0,7-34-1 0 0,-7 14-40 0 0,-2 1-1 0 0,-2-2 1 0 0,-1 1 0 0 0,-3 0 0 0 0,-1 0-1 0 0,-9-55 1 0 0,9 82-228 0 0,-2 1 0 0 0,0-1 0 0 0,0 1 0 0 0,-9-20 0 0 0,10 29-204 0 0,0 0-1 0 0,0 0 0 0 0,0 0 1 0 0,-1 0-1 0 0,1 0 0 0 0,-1 1 0 0 0,0 0 1 0 0,0-1-1 0 0,0 1 0 0 0,-1 0 1 0 0,1 0-1 0 0,-1 1 0 0 0,1-1 0 0 0,-1 1 1 0 0,0 0-1 0 0,0 0 0 0 0,-7-3 1 0 0,2 3-963 0 0,1 0 0 0 0,-1 0 0 0 0,0 1 1 0 0,1 0-1 0 0,-1 1 0 0 0,0 0 0 0 0,-12 1 0 0 0,-1 1-3917 0 0</inkml:trace>
</inkml:ink>
</file>

<file path=ppt/ink/ink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6:09.7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78 62 1636 0 0,'7'-52'10894'0'0,"-7"50"-10135"0"0,0-6 1963 0 0,-2 47-2584 0 0,-3 1 1 0 0,-1-1 0 0 0,-18 62-1 0 0,11-49-360 0 0,-8 65 0 0 0,15-75-1213 0 0,3-21-2727 0 0,-2 32 1 0 0,5-42 202 0 0</inkml:trace>
</inkml:ink>
</file>

<file path=ppt/ink/ink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6:09.9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 81 680 0 0,'13'-81'17120'0'0,"-11"112"-15356"0"0,-14 127-186 0 0,0-35-2112 0 0,12-113-101 0 0,-4 48-3063 0 0,-3-24-4711 0 0</inkml:trace>
</inkml:ink>
</file>

<file path=ppt/ink/ink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6:10.2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22 100 1036 0 0,'-21'-98'12698'0'0,"20"96"-11882"0"0,4 2-634 0 0,2 2-150 0 0,-1-1 0 0 0,0 1 0 0 0,1-1 1 0 0,-1 1-1 0 0,0 0 0 0 0,0 1 0 0 0,-1-1 0 0 0,1 1 0 0 0,0 0 0 0 0,-1-1 0 0 0,0 2 1 0 0,1-1-1 0 0,-1 0 0 0 0,3 5 0 0 0,11 13 71 0 0,14 25 0 0 0,-28-41-90 0 0,16 27 49 0 0,-2 1 0 0 0,-1 1 0 0 0,-1 0-1 0 0,-2 1 1 0 0,-2 1 0 0 0,-1 0 0 0 0,-1 0 0 0 0,-3 1-1 0 0,0 0 1 0 0,-1 47 0 0 0,-4-24-473 0 0,-3-1 0 0 0,-3 0 0 0 0,-2 0 0 0 0,-3 0 0 0 0,-30 98 0 0 0,-21 1-5576 0 0,26-83 731 0 0</inkml:trace>
</inkml:ink>
</file>

<file path=ppt/ink/ink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6:11.1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435 173 804 0 0,'0'0'2564'0'0,"-7"8"589"0"0,2 16-1122 0 0,-1-1 1 0 0,-14 35 0 0 0,19-56-1566 0 0,1-2-405 0 0,0-1 0 0 0,0 1 1 0 0,0 0-1 0 0,0-1 0 0 0,0 1 0 0 0,0 0 1 0 0,0-1-1 0 0,0 1 0 0 0,0 0 1 0 0,0 0-1 0 0,-1-1 0 0 0,1 1 0 0 0,0 0 1 0 0,0-1-1 0 0,0 1 0 0 0,0 0 0 0 0,0 0 1 0 0,-1 0-1 0 0,1-1 0 0 0,0 1 0 0 0,0 0 1 0 0,-1 0-1 0 0,1 0 0 0 0,0-1 1 0 0,0 1-1 0 0,-1 0 0 0 0,1 0 0 0 0,0 0 1 0 0,0 0-1 0 0,-1 0 0 0 0,1-1 0 0 0,0 1 1 0 0,-1 0-1 0 0,1 0 0 0 0,0 0 0 0 0,-1 0 1 0 0,1 0-1 0 0,0 0 0 0 0,0 0 0 0 0,-1 0 1 0 0,1 0-1 0 0,0 0 0 0 0,-1 0 1 0 0,1 1-1 0 0,0-1 0 0 0,-1 0 0 0 0,1 0 1 0 0,0 0-1 0 0,0 0 0 0 0,-1 0 0 0 0,1 1 1 0 0,0-1-1 0 0,0 0 0 0 0,-1 0 0 0 0,1 0 1 0 0,0 1-1 0 0,0-1 0 0 0,0 0 1 0 0,-1 0-1 0 0,1 1 0 0 0,0-1 0 0 0,0 0 1 0 0,0 1-1 0 0,-1-23-26 0 0,2 1 0 0 0,0 0 0 0 0,1-1 0 0 0,2 1 0 0 0,0 0 0 0 0,1 0 1 0 0,1 1-1 0 0,1-1 0 0 0,0 1 0 0 0,19-32 0 0 0,-9 35-115 0 0,-16 16 78 0 0,-1 1 0 0 0,1-1-1 0 0,0 1 1 0 0,0-1 0 0 0,0 1-1 0 0,0 0 1 0 0,-1-1 0 0 0,1 1 0 0 0,0 0-1 0 0,0-1 1 0 0,0 1 0 0 0,0 0-1 0 0,0 0 1 0 0,0 0 0 0 0,0 0 0 0 0,0 0-1 0 0,0 0 1 0 0,0 0 0 0 0,0 0-1 0 0,0 0 1 0 0,0 1 0 0 0,-1-1 0 0 0,1 0-1 0 0,0 1 1 0 0,0-1 0 0 0,0 0-1 0 0,0 1 1 0 0,1 0 0 0 0,3 4-7 0 0,0 0 0 0 0,0 0 0 0 0,0 0 0 0 0,0 0 0 0 0,-1 1 0 0 0,0 0 0 0 0,0 0 1 0 0,0 0-1 0 0,4 12 0 0 0,-3-5 9 0 0,-1 0 0 0 0,0 0-1 0 0,-1 0 1 0 0,3 22 0 0 0,-4 7 5 0 0,-1 1 0 0 0,-6 53 0 0 0,4-92-7 0 0,-2 37-23 0 0,-3-1 0 0 0,-1 1 0 0 0,-18 55 1 0 0,18-74 200 0 0,-2 1 0 0 0,0-1 0 0 0,-2 0 0 0 0,0-1 0 0 0,-1 0 0 0 0,-2-1 1 0 0,-18 22-1 0 0,28-37-67 0 0,-1 0 1 0 0,0 0-1 0 0,-1-1 1 0 0,1 1-1 0 0,-1-1 0 0 0,0-1 1 0 0,0 1-1 0 0,0-1 1 0 0,-1 0-1 0 0,1 0 1 0 0,-1-1-1 0 0,1 0 1 0 0,-1 0-1 0 0,0 0 1 0 0,0-1-1 0 0,-13 1 1 0 0,-4-3-12 0 0,0 0 0 0 0,0-1 0 0 0,-37-9 1 0 0,-1 1 3 0 0,-21-5-245 0 0,81 14-5 0 0,-1 4-128 0 0,-7 8-2206 0 0,9-11 2392 0 0,1 1-1 0 0,0-1 0 0 0,0 1 0 0 0,0-1 1 0 0,0 0-1 0 0,0 1 0 0 0,0-1 0 0 0,0 1 1 0 0,0-1-1 0 0,0 0 0 0 0,0 1 0 0 0,0-1 0 0 0,0 1 1 0 0,0-1-1 0 0,0 0 0 0 0,0 1 0 0 0,0-1 1 0 0,1 1-1 0 0,-1-1 0 0 0,0 0 0 0 0,0 1 0 0 0,0-1 1 0 0,1 0-1 0 0,-1 1 0 0 0,0-1 0 0 0,0 0 1 0 0,1 1-1 0 0,-1-1 0 0 0,0 0 0 0 0,1 0 1 0 0,-1 1-1 0 0,0-1 0 0 0,1 0 0 0 0,-1 0 0 0 0,1 0 1 0 0,-1 0-1 0 0,0 1 0 0 0,1-1 0 0 0,1 1-529 0 0,3 2 116 0 0,20-1-10211 0 0</inkml:trace>
</inkml:ink>
</file>

<file path=ppt/ink/ink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6:11.6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261 136 480 0 0,'35'-86'10679'0'0,"-18"38"-5660"0"0,-16 46-4581 0 0,-31 357 745 0 0,12-212-682 0 0,-31 254 757 0 0,-4 28 95 0 0,25-1-341 0 0,27-395-949 0 0,0 0 0 0 0,3 0 0 0 0,0 1-1 0 0,1-1 1 0 0,2 0 0 0 0,9 28 0 0 0,-13-52-48 0 0,1-1 1 0 0,-1 0 0 0 0,1 0-1 0 0,0 0 1 0 0,1-1-1 0 0,-1 1 1 0 0,0 0 0 0 0,1-1-1 0 0,0 0 1 0 0,0 1 0 0 0,0-1-1 0 0,0 0 1 0 0,1 0 0 0 0,-1-1-1 0 0,1 1 1 0 0,-1-1-1 0 0,7 3 1 0 0,-5-3-4 0 0,0 0 0 0 0,1-1 1 0 0,-1 0-1 0 0,0 0 0 0 0,0 0 0 0 0,1 0 0 0 0,-1-1 0 0 0,1 0 1 0 0,-1 0-1 0 0,1-1 0 0 0,-1 1 0 0 0,9-3 0 0 0,-5 0-5 0 0,0 1-1 0 0,-1-1 0 0 0,0-1 1 0 0,1 1-1 0 0,-2-1 0 0 0,1-1 1 0 0,0 0-1 0 0,-1 0 0 0 0,0 0 1 0 0,0-1-1 0 0,0 0 0 0 0,-1 0 1 0 0,0-1-1 0 0,0 1 0 0 0,0-2 0 0 0,-1 1 1 0 0,4-8-1 0 0,-2 0-3 0 0,-1 0 0 0 0,0 0 0 0 0,-1-1 0 0 0,-1 0 0 0 0,-1 1 0 0 0,0-1 0 0 0,-1-1-1 0 0,-1 1 1 0 0,-1-19 0 0 0,-1 14 4 0 0,-1 0 0 0 0,-2 0 0 0 0,0 1 0 0 0,-1-1 0 0 0,-1 1 1 0 0,-12-29-1 0 0,2 16-21 0 0,-2 1 1 0 0,0 1 0 0 0,-3 0 0 0 0,0 1 0 0 0,-2 2 0 0 0,-1 0 0 0 0,-52-46-1 0 0,31 36-5 0 0,-38-35-28 0 0,73 63 44 0 0,1 0 1 0 0,0-1-1 0 0,0 1 0 0 0,1-2 0 0 0,-11-20 1 0 0,17 27-3 0 0,0 0-1 0 0,1 0 1 0 0,-1 0 0 0 0,1 0 0 0 0,0 0-1 0 0,0 0 1 0 0,0-1 0 0 0,1 1 0 0 0,0 0 0 0 0,0-1-1 0 0,0 1 1 0 0,2-7 0 0 0,0 3-47 0 0,0-1 0 0 0,1 1-1 0 0,0 0 1 0 0,1 0 0 0 0,0 0 0 0 0,6-9 0 0 0,7-8-271 0 0,1 2 1 0 0,0 0-1 0 0,26-25 1 0 0,-1 6-914 0 0,2 2-1 0 0,56-39 1 0 0,37-16-6212 0 0,-64 50-75 0 0</inkml:trace>
</inkml:ink>
</file>

<file path=ppt/ink/ink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6:12.6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649 363 568 0 0,'-4'10'5842'0'0,"-13"33"-572"0"0,16-41-5048 0 0,-3 8 2186 0 0,4-10-2319 0 0,0 0 0 0 0,0 1 1 0 0,0-1-1 0 0,0 0 0 0 0,0 1 0 0 0,-1-1 0 0 0,1 1 1 0 0,0-1-1 0 0,0 0 0 0 0,-1 1 0 0 0,1-1 0 0 0,0 0 1 0 0,0 0-1 0 0,-1 1 0 0 0,1-1 0 0 0,0 0 0 0 0,-1 0 0 0 0,1 1 1 0 0,0-1-1 0 0,-1 0 0 0 0,1 0 0 0 0,-1 0 0 0 0,1 0 1 0 0,0 0-1 0 0,-1 1 0 0 0,1-1 0 0 0,-1 0 0 0 0,1 0 1 0 0,0 0-1 0 0,-1 0 0 0 0,1 0 0 0 0,-1 0 0 0 0,1 0 1 0 0,-1-1-1 0 0,-16-9 1046 0 0,13 6-1057 0 0,1 0 0 0 0,-1 0 0 0 0,0-1 0 0 0,1 1 0 0 0,-4-7 0 0 0,2-3-52 0 0,0 1 0 0 0,0-1 0 0 0,2 0-1 0 0,-1-1 1 0 0,2 1 0 0 0,0-1 0 0 0,1 1 0 0 0,0-1 0 0 0,1 0-1 0 0,1 1 1 0 0,0-1 0 0 0,1 1 0 0 0,4-16 0 0 0,-4 20-38 0 0,1-1 1 0 0,0 1-1 0 0,1 0 1 0 0,0 0-1 0 0,1 0 1 0 0,0 1-1 0 0,1-1 0 0 0,0 1 1 0 0,0 0-1 0 0,0 1 1 0 0,1 0-1 0 0,1 0 1 0 0,0 0-1 0 0,0 1 1 0 0,0 0-1 0 0,1 0 1 0 0,18-10-1 0 0,-25 16 5 0 0,1 0 0 0 0,0 0 1 0 0,1 0-1 0 0,-1 0 0 0 0,0 0 0 0 0,0 1 0 0 0,0-1 1 0 0,0 1-1 0 0,0 0 0 0 0,1 0 0 0 0,-1 0 0 0 0,0 0 1 0 0,0 0-1 0 0,0 1 0 0 0,0 0 0 0 0,1 0 0 0 0,-1-1 1 0 0,0 2-1 0 0,0-1 0 0 0,-1 0 0 0 0,1 1 0 0 0,0-1 1 0 0,0 1-1 0 0,-1 0 0 0 0,4 2 0 0 0,-1 0 6 0 0,-1 0 0 0 0,0 1 0 0 0,0-1 0 0 0,0 1 0 0 0,0-1 0 0 0,-1 1 0 0 0,1 1 0 0 0,-1-1 0 0 0,-1 0 0 0 0,1 1 0 0 0,-1-1 0 0 0,2 7 0 0 0,3 20 22 0 0,-2 0 0 0 0,0 0 0 0 0,-3 0 0 0 0,0 0-1 0 0,-5 44 1 0 0,-28 162 85 0 0,25-202-86 0 0,-43 218 114 0 0,12-64-58 0 0,33-168 99 0 0,-2 10 1074 0 0,-11 38 0 0 0,16-69-1186 0 0,0 0 0 0 0,-1 0 0 0 0,1 0 0 0 0,0 0 0 0 0,-1 0 0 0 0,1 0 0 0 0,-1-1 0 0 0,1 1 0 0 0,-1 0 0 0 0,1-1-1 0 0,-1 1 1 0 0,1-1 0 0 0,-1 0 0 0 0,0 1 0 0 0,1-1 0 0 0,-1 0 0 0 0,1 0 0 0 0,-1 0 0 0 0,0 0 0 0 0,1 0 0 0 0,-1-1 0 0 0,0 1 0 0 0,-1-1 0 0 0,-64-17 227 0 0,-120-17 0 0 0,-76 11-396 0 0,242 24-1430 0 0,-29 4 1 0 0,26-1-2379 0 0,2 0-3431 0 0</inkml:trace>
</inkml:ink>
</file>

<file path=ppt/ink/ink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6:13.2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67 59 2524 0 0,'-21'-58'11229'0'0,"20"60"-11212"0"0,1-1-1 0 0,-1 1 1 0 0,1-1-1 0 0,-1 1 1 0 0,1 0 0 0 0,0-1-1 0 0,-1 1 1 0 0,1 0-1 0 0,0-1 1 0 0,0 1-1 0 0,1 3 1 0 0,-2 0 6 0 0,-18 165 586 0 0,-3 39-1846 0 0,22-177-1053 0 0,4-12-2438 0 0</inkml:trace>
</inkml:ink>
</file>

<file path=ppt/ink/ink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6:13.6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226 90 2352 0 0,'14'-26'3809'0'0,"-10"20"-2695"0"0,0-1 1 0 0,-1 0-1 0 0,1 1 1 0 0,-1-1-1 0 0,-1 0 1 0 0,1 0-1 0 0,1-10 1 0 0,-20 21-758 0 0,10-1-307 0 0,-1 1-1 0 0,1 0 1 0 0,0 0-1 0 0,0 0 1 0 0,0 1-1 0 0,0 0 1 0 0,1 0-1 0 0,-8 10 1 0 0,-2 0-5 0 0,12-12-37 0 0,0 0 0 0 0,0 1 0 0 0,0-1-1 0 0,1 1 1 0 0,-1-1 0 0 0,1 1-1 0 0,-3 6 1 0 0,5-9-7 0 0,-1 0-1 0 0,1 1 1 0 0,0-1-1 0 0,-1 0 1 0 0,1 0 0 0 0,0 0-1 0 0,0 0 1 0 0,0 0-1 0 0,0 0 1 0 0,0 1-1 0 0,0-1 1 0 0,1 0 0 0 0,-1 0-1 0 0,0 0 1 0 0,1 0-1 0 0,-1 0 1 0 0,0 0-1 0 0,1 0 1 0 0,-1 0 0 0 0,1 0-1 0 0,0 0 1 0 0,-1 0-1 0 0,1 0 1 0 0,0 0-1 0 0,-1 0 1 0 0,1-1 0 0 0,0 1-1 0 0,0 0 1 0 0,0 0-1 0 0,0-1 1 0 0,0 1-1 0 0,0-1 1 0 0,0 1 0 0 0,0-1-1 0 0,0 1 1 0 0,0-1-1 0 0,1 1 1 0 0,46 16-3 0 0,15 6-29 0 0,-58-21 31 0 0,0 1 0 0 0,0 0-1 0 0,0 0 1 0 0,0 1 0 0 0,0-1 0 0 0,-1 1 0 0 0,0 0 0 0 0,0 0 0 0 0,4 5 0 0 0,-6-6 97 0 0,-1-1-1 0 0,1 1 1 0 0,-1 0 0 0 0,0-1-1 0 0,0 1 1 0 0,0 0 0 0 0,0 0-1 0 0,-1 0 1 0 0,1 0 0 0 0,-1 0 0 0 0,1 0-1 0 0,-1 0 1 0 0,0 0 0 0 0,0 0-1 0 0,-1 0 1 0 0,1 0 0 0 0,-1 0 0 0 0,1 0-1 0 0,-1 0 1 0 0,0-1 0 0 0,0 1-1 0 0,0 0 1 0 0,0 0 0 0 0,-1-1 0 0 0,1 1-1 0 0,-1-1 1 0 0,0 1 0 0 0,0-1-1 0 0,-3 4 1 0 0,0 0 63 0 0,-1 1 0 0 0,0-1 0 0 0,0 0 0 0 0,0-1 0 0 0,-1 1 0 0 0,0-1 0 0 0,0-1 0 0 0,-1 1 1 0 0,-9 3-1 0 0,10-5-157 0 0,-1-1 0 0 0,0 0 0 0 0,1 0 0 0 0,-1 0 1 0 0,0-1-1 0 0,0-1 0 0 0,0 1 0 0 0,0-1 0 0 0,0-1 1 0 0,0 1-1 0 0,0-2 0 0 0,0 1 0 0 0,1-1 0 0 0,-10-3 0 0 0,7 2-634 0 0,1-1-1 0 0,0 0 1 0 0,-1-1-1 0 0,-9-7 1 0 0,9 6-1502 0 0,2-1 0 0 0,-1 0 0 0 0,-13-15 0 0 0,9 5-4298 0 0</inkml:trace>
</inkml:ink>
</file>

<file path=ppt/ink/ink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6:13.8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92 1392 0 0,'-2'-12'2284'0'0,"0"2"-403"0"0,1 2 939 0 0,-1-6-928 0 0,0-1-708 0 0,1 5-440 0 0,-1-2-336 0 0,5 2-1116 0 0</inkml:trace>
</inkml:ink>
</file>

<file path=ppt/ink/ink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6:14.7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395 141 104 0 0,'3'-8'1670'0'0,"-1"1"1"0"0,1-1-1 0 0,-1 0 1 0 0,0 0-1 0 0,0-12 1 0 0,-1 12-882 0 0,-1 0-1 0 0,0 0 1 0 0,-1 0 0 0 0,-3-14 0 0 0,4 21-751 0 0,0-1 0 0 0,-1 1 0 0 0,1-1 0 0 0,-1 1 0 0 0,1 0-1 0 0,-1-1 1 0 0,0 1 0 0 0,1 0 0 0 0,-1-1 0 0 0,0 1 0 0 0,0 0 0 0 0,0 0 0 0 0,0 0 0 0 0,0 0 0 0 0,0 0 0 0 0,-1 0 0 0 0,1 0 0 0 0,0 0 0 0 0,0 1 0 0 0,-1-1 0 0 0,1 0 0 0 0,0 1 0 0 0,-1-1 0 0 0,1 1 0 0 0,-1-1 0 0 0,1 1 0 0 0,-1 0 0 0 0,1-1 0 0 0,-1 1 0 0 0,1 0 0 0 0,-1 0 0 0 0,1 0 0 0 0,-1 0 0 0 0,1 0 0 0 0,-3 1 0 0 0,-3 1-10 0 0,0-1 0 0 0,0 1 0 0 0,1 0 0 0 0,-1 1-1 0 0,-11 5 1 0 0,0 3-9 0 0,0 0 0 0 0,0 2 0 0 0,1 0 0 0 0,1 1 0 0 0,0 0 0 0 0,-23 28 0 0 0,12-8-6 0 0,1 2 0 0 0,-27 47 0 0 0,41-61-5 0 0,0 1 0 0 0,-14 38 0 0 0,24-53-1 0 0,-1-1 0 0 0,1 1 0 0 0,0 0 0 0 0,1 0 0 0 0,0 0 0 0 0,0 0 0 0 0,1 0 0 0 0,0 0 0 0 0,0 0 0 0 0,1 0 0 0 0,0 0 0 0 0,3 11-1 0 0,-3-16-1 0 0,0-1 0 0 0,0 1-1 0 0,0-1 1 0 0,1 1-1 0 0,-1-1 1 0 0,1 1 0 0 0,0-1-1 0 0,0 0 1 0 0,0 0-1 0 0,0 0 1 0 0,0 0-1 0 0,0 0 1 0 0,0-1 0 0 0,0 1-1 0 0,3 1 1 0 0,-4-2-5 0 0,0 0 1 0 0,1-1-1 0 0,-1 1 0 0 0,0 0 1 0 0,0 0-1 0 0,1-1 0 0 0,-1 1 1 0 0,0-1-1 0 0,1 1 0 0 0,-1-1 1 0 0,0 0-1 0 0,1 1 0 0 0,-1-1 1 0 0,1 0-1 0 0,-1 0 1 0 0,0 0-1 0 0,1 0 0 0 0,-1 0 1 0 0,1 0-1 0 0,1-1 0 0 0,1 0 0 0 0,4 1 1 0 0,0-1 1 0 0,-1 0-1 0 0,1-1 0 0 0,-1 0 1 0 0,1 0-1 0 0,-1-1 0 0 0,0 1 1 0 0,0-2-1 0 0,0 1 0 0 0,0-1 0 0 0,0 0 1 0 0,-1 0-1 0 0,0-1 0 0 0,0 0 1 0 0,0 0-1 0 0,-1 0 0 0 0,7-8 1 0 0,7-11 6 0 0,0 0 0 0 0,28-51-1 0 0,-45 71-7 0 0,27-48-10 0 0,-15 24 12 0 0,1 2-1 0 0,22-28 1 0 0,-36 53-14 0 0,0 1 11 0 0,0 0 0 0 0,0 0 0 0 0,0 0 0 0 0,0 1 0 0 0,0-1 0 0 0,0 1 0 0 0,0-1 0 0 0,0 1 0 0 0,0-1 0 0 0,-1 1 0 0 0,1-1 0 0 0,0 1 0 0 0,0 0 0 0 0,0 0 0 0 0,-1-1 0 0 0,1 1 0 0 0,0 0 0 0 0,-1 0 0 0 0,1 0 0 0 0,-1 0 0 0 0,1 0 0 0 0,-1 0 0 0 0,1-1 0 0 0,-1 1 0 0 0,1 2 0 0 0,6 29-8 0 0,-6-27 8 0 0,5 34 27 0 0,-3-16-30 0 0,10 35 1 0 0,-12-53 23 0 0,1 1 1 0 0,-1-1-1 0 0,2 0 0 0 0,-1 0 1 0 0,0 0-1 0 0,1 0 1 0 0,0-1-1 0 0,0 1 0 0 0,1-1 1 0 0,-1 1-1 0 0,8 6 0 0 0,-8-9-4 0 0,0-1 0 0 0,1 1 0 0 0,-1 0-1 0 0,0-1 1 0 0,1 0 0 0 0,-1 0-1 0 0,1 0 1 0 0,-1 0 0 0 0,1-1-1 0 0,-1 1 1 0 0,1-1 0 0 0,0 0-1 0 0,-1 0 1 0 0,1 0 0 0 0,4-1-1 0 0,4-1-3 0 0,-1 0-1 0 0,1 0 0 0 0,17-8 0 0 0,-4 0-449 0 0,0-1 0 0 0,-1-2 0 0 0,28-19 0 0 0,27-24-6328 0 0,-42 28 1163 0 0</inkml:trace>
</inkml:ink>
</file>

<file path=ppt/ink/ink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6:15.5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82 1536 0 0,'29'-80'10426'0'0,"-29"78"-9744"0"0,4 4-522 0 0,-3-2-156 0 0,-1 0 0 0 0,0 0-1 0 0,1 0 1 0 0,-1 0 0 0 0,0 0 0 0 0,0 0 0 0 0,1 1 0 0 0,-1-1 0 0 0,0 0 0 0 0,1 0 0 0 0,-1 0 0 0 0,0 0 0 0 0,1 0 0 0 0,-1 0 0 0 0,0 0 0 0 0,0 1 0 0 0,1-1 0 0 0,-1 0 0 0 0,0 0 0 0 0,0 0 0 0 0,1 1-1 0 0,-1-1 1 0 0,0 0 0 0 0,0 0 0 0 0,0 1 0 0 0,1-1 0 0 0,-1 0 0 0 0,0 0 0 0 0,0 1 0 0 0,0-1 0 0 0,0 0 0 0 0,0 1 0 0 0,1 0 0 0 0,2 29 195 0 0,-2 1 0 0 0,0 0 1 0 0,-8 58-1 0 0,2-31-95 0 0,1-4-22 0 0,1-28-39 0 0,1 0 0 0 0,1 0 1 0 0,1 0-1 0 0,1 0 0 0 0,9 49 1 0 0,-10-73-30 0 0,1 1 1 0 0,0-1 0 0 0,0 1 0 0 0,0-1 0 0 0,0 0 0 0 0,0 1 0 0 0,0-1-1 0 0,0 0 1 0 0,1 0 0 0 0,-1 0 0 0 0,1 0 0 0 0,0 0 0 0 0,-1 0 0 0 0,1-1-1 0 0,0 1 1 0 0,0 0 0 0 0,0-1 0 0 0,0 0 0 0 0,0 1 0 0 0,1-1 0 0 0,3 2-1 0 0,-3-2-4 0 0,1-1 0 0 0,-1 1 0 0 0,0-1 1 0 0,1 0-1 0 0,-1 0 0 0 0,0 0 0 0 0,1 0 0 0 0,-1-1 0 0 0,0 1 0 0 0,0-1 0 0 0,1 0 0 0 0,-1 0 0 0 0,0 0 0 0 0,0 0 0 0 0,0-1 0 0 0,5-2 0 0 0,2-3-5 0 0,0 0 0 0 0,-1-1-1 0 0,1 0 1 0 0,-2 0 0 0 0,1-1 0 0 0,-1 0-1 0 0,0-1 1 0 0,-1 1 0 0 0,0-2 0 0 0,-1 1-1 0 0,0-1 1 0 0,0 0 0 0 0,4-14 0 0 0,7-20-5 0 0,-3-1 0 0 0,9-48 1 0 0,-14 52-1 0 0,10-46 46 0 0,-19 85-31 0 0,-8 26-15 0 0,6-16 0 0 0,-27 163 50 0 0,26-149-30 0 0,2 0 0 0 0,1 0 0 0 0,0-1 0 0 0,2 1 0 0 0,0 0 0 0 0,7 25 0 0 0,-9-43-150 0 0,1-1 0 0 0,-1 1 1 0 0,1-1-1 0 0,0 1 0 0 0,0-1 1 0 0,0 1-1 0 0,0-1 0 0 0,1 0 0 0 0,-1 0 1 0 0,1 1-1 0 0,-1-1 0 0 0,1 0 1 0 0,0 0-1 0 0,-1-1 0 0 0,1 1 1 0 0,0 0-1 0 0,0 0 0 0 0,1-1 0 0 0,-1 0 1 0 0,0 1-1 0 0,0-1 0 0 0,1 0 1 0 0,-1 0-1 0 0,1 0 0 0 0,-1 0 1 0 0,1 0-1 0 0,-1-1 0 0 0,1 1 0 0 0,-1-1 1 0 0,1 0-1 0 0,0 0 0 0 0,-1 0 1 0 0,6 0-1 0 0,-4 0-300 0 0,33-5-3836 0 0,-17-2 779 0 0</inkml:trace>
</inkml:ink>
</file>

<file path=ppt/ink/ink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6:16.0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74 1112 0 0,'-2'-36'7927'0'0,"-1"6"-4347"0"0,3 28-3181 0 0,-3-3 706 0 0,11 54-833 0 0,3 86 0 0 0,-10-110-228 0 0,-1 108 783 0 0,-2-123 12 0 0,-3-13-130 0 0,-1-17-384 0 0,6 7-312 0 0,1 0 0 0 0,1 0 0 0 0,0 0 0 0 0,1 0 0 0 0,0 0 0 0 0,1 1 0 0 0,0-1 0 0 0,1 1 0 0 0,1 0 0 0 0,0 1 1 0 0,14-21-1 0 0,-15 24-20 0 0,1 1 0 0 0,0 0 0 0 0,0 0 0 0 0,1 0 0 0 0,-1 1 0 0 0,2 0 0 0 0,-1 0 0 0 0,1 0 0 0 0,0 1 0 0 0,0 1 0 0 0,0-1 0 0 0,0 1 0 0 0,1 0 0 0 0,0 1 0 0 0,0 0 1 0 0,18-3-1 0 0,-22 6-1 0 0,1-1 0 0 0,-1 1 0 0 0,1 0 0 0 0,-1 1 0 0 0,1-1 0 0 0,-1 1 0 0 0,1 0 0 0 0,-1 1 0 0 0,1-1 0 0 0,-1 1 0 0 0,0 0 0 0 0,0 0 0 0 0,0 1 0 0 0,0 0 0 0 0,0-1 0 0 0,-1 2 0 0 0,1-1 0 0 0,-1 0 0 0 0,0 1 0 0 0,0 0 0 0 0,0 0 0 0 0,6 9 0 0 0,-3-4 10 0 0,-1 1 0 0 0,0 1 0 0 0,-1-1 0 0 0,0 1 0 0 0,0 0-1 0 0,-1 0 1 0 0,-1 0 0 0 0,0 0 0 0 0,3 19 0 0 0,-4-16-21 0 0,-1-2-553 0 0,1 1 0 0 0,6 20 0 0 0,-8-31 222 0 0,1 1-1 0 0,0 0 1 0 0,1 0 0 0 0,-1-1-1 0 0,1 1 1 0 0,-1 0 0 0 0,1-1-1 0 0,0 0 1 0 0,-1 1 0 0 0,1-1 0 0 0,1 0-1 0 0,-1 0 1 0 0,0 0 0 0 0,0 0-1 0 0,1 0 1 0 0,3 1 0 0 0,19 0-6841 0 0</inkml:trace>
</inkml:ink>
</file>

<file path=ppt/ink/ink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6:16.3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30 117 508 0 0,'3'-14'2185'0'0,"1"1"-197"0"0,-1 0 0 0 0,-1-1 0 0 0,0 1 0 0 0,-1-1 0 0 0,-1-22 0 0 0,-11 62-1728 0 0,-17 107 100 0 0,25-114-323 0 0,2 0-1 0 0,0 0 1 0 0,1 0-1 0 0,4 37 1 0 0,3-29 130 0 0,-6-26-155 0 0,-1 0 1 0 0,1 1-1 0 0,-1-1 1 0 0,1 0-1 0 0,0 1 1 0 0,0-1-1 0 0,0 0 1 0 0,-1 0-1 0 0,1 0 1 0 0,0 0-1 0 0,0 0 1 0 0,0 0-1 0 0,1 0 1 0 0,-1 0-1 0 0,0 0 1 0 0,0-1-1 0 0,1 1 1 0 0,0 0-1 0 0,1 0-103 0 0,0-1 1 0 0,0 1-1 0 0,-1-1 0 0 0,1 0 1 0 0,0 0-1 0 0,0 0 0 0 0,0 0 0 0 0,0-1 1 0 0,-1 1-1 0 0,1-1 0 0 0,0 1 0 0 0,0-1 1 0 0,-1 0-1 0 0,1 0 0 0 0,-1-1 1 0 0,1 1-1 0 0,-1 0 0 0 0,1-1 0 0 0,3-3 1 0 0,0 0-975 0 0,0 0 0 0 0,-1 0 1 0 0,1-1-1 0 0,-1 0 1 0 0,-1 0-1 0 0,8-12 0 0 0,0-4-3092 0 0</inkml:trace>
</inkml:ink>
</file>

<file path=ppt/ink/ink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6:16.5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58 78 1352 0 0,'-23'-32'6663'0'0,"17"22"-4944"0"0,-1 1 1 0 0,-13-16-1 0 0,19 23-1545 0 0</inkml:trace>
</inkml:ink>
</file>

<file path=ppt/ink/ink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6:16.8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 34 296 0 0,'22'-25'13251'0'0,"-22"24"-13101"0"0,1 0 0 0 0,-1 1 0 0 0,1-1 0 0 0,0 0 0 0 0,-1 1 0 0 0,1-1 0 0 0,0 1 0 0 0,-1-1 0 0 0,1 1 0 0 0,0-1 0 0 0,0 1 0 0 0,-1 0 0 0 0,1-1 0 0 0,0 1 0 0 0,0 0 0 0 0,1 0 0 0 0,-2 0-118 0 0,0 0 0 0 0,0 0-1 0 0,1 0 1 0 0,-1 0 0 0 0,0 0 0 0 0,1 1 0 0 0,-1-1-1 0 0,0 0 1 0 0,0 0 0 0 0,0 1 0 0 0,1-1 0 0 0,-1 0-1 0 0,0 0 1 0 0,0 0 0 0 0,0 1 0 0 0,0-1 0 0 0,1 0 0 0 0,-1 1-1 0 0,0-1 1 0 0,0 0 0 0 0,0 0 0 0 0,0 1 0 0 0,0-1-1 0 0,0 0 1 0 0,0 1 0 0 0,0-1 0 0 0,0 0 0 0 0,0 1-1 0 0,-3 34 643 0 0,2-34-597 0 0,-68 475 4541 0 0,65-448-4527 0 0,2-1 1 0 0,1 1-1 0 0,4 46 0 0 0,-3-71-173 0 0,0-1-1 0 0,0 0 1 0 0,1 0-1 0 0,-1 0 1 0 0,1 0 0 0 0,0 0-1 0 0,-1 0 1 0 0,1 0-1 0 0,0 0 1 0 0,0 0-1 0 0,0 0 1 0 0,1 0-1 0 0,-1 0 1 0 0,0-1-1 0 0,1 1 1 0 0,-1 0-1 0 0,1-1 1 0 0,-1 1-1 0 0,1-1 1 0 0,0 0-1 0 0,0 0 1 0 0,0 1-1 0 0,-1-1 1 0 0,1 0-1 0 0,0 0 1 0 0,0-1-1 0 0,1 1 1 0 0,-1 0-1 0 0,0-1 1 0 0,0 1-1 0 0,0-1 1 0 0,0 0-1 0 0,0 0 1 0 0,1 0-1 0 0,1 0 1 0 0,3 0-926 0 0,-1-1 0 0 0,1 0 0 0 0,-1 0 0 0 0,1-1 1 0 0,-1 1-1 0 0,1-2 0 0 0,-1 1 0 0 0,0 0 0 0 0,0-1 0 0 0,8-5 0 0 0,6-7-5285 0 0</inkml:trace>
</inkml:ink>
</file>

<file path=ppt/ink/ink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6:17.0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180 109 76 0 0,'-176'-33'19513'0'0,"172"32"-18610"0"0,6 0-875 0 0,-1 0 0 0 0,0 0 0 0 0,1 0 0 0 0,-1 0 0 0 0,1 1 0 0 0,-1-1 0 0 0,1 0 0 0 0,0 1 0 0 0,-1-1 0 0 0,1 1 0 0 0,-1 0 0 0 0,1-1 0 0 0,0 1 0 0 0,2 0 0 0 0,-3 0-3 0 0,205-31-2176 0 0,-70 5-6995 0 0,-94 17 1910 0 0</inkml:trace>
</inkml:ink>
</file>

<file path=ppt/ink/ink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6:18.2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1 145 452 0 0,'3'-9'907'0'0,"1"0"0"0"0,0 0 1 0 0,1 1-1 0 0,0-1 0 0 0,0 1 0 0 0,12-13 0 0 0,-11 14-577 0 0,1 0 0 0 0,0 0 0 0 0,0 0 0 0 0,1 1 0 0 0,0 0-1 0 0,0 0 1 0 0,0 1 0 0 0,1 0 0 0 0,0 1 0 0 0,16-7 0 0 0,-22 11-305 0 0,-1 0 0 0 0,1-1-1 0 0,-1 1 1 0 0,1 0 0 0 0,-1 0 0 0 0,1 1 0 0 0,-1-1 0 0 0,1 0-1 0 0,-1 1 1 0 0,1 0 0 0 0,-1-1 0 0 0,1 1 0 0 0,-1 0 0 0 0,0 0-1 0 0,0 0 1 0 0,1 1 0 0 0,-1-1 0 0 0,0 0 0 0 0,0 1 0 0 0,0-1-1 0 0,0 1 1 0 0,3 4 0 0 0,0-1 4 0 0,0 1 0 0 0,-1 0 0 0 0,1 0 0 0 0,-1 1 1 0 0,0-1-1 0 0,2 8 0 0 0,2 6 52 0 0,-1 0 1 0 0,-1 1-1 0 0,-1-1 1 0 0,0 1-1 0 0,-2 0 0 0 0,-1 0 1 0 0,0 0-1 0 0,-2 1 1 0 0,0-1-1 0 0,-1 0 1 0 0,-1 0-1 0 0,-2 0 1 0 0,0 0-1 0 0,-1 0 1 0 0,-9 25-1 0 0,14-46-63 0 0,0 1 0 0 0,0-1 1 0 0,0 1-1 0 0,-1-1 0 0 0,1 1 0 0 0,0-1 0 0 0,0 1 0 0 0,-1-1 0 0 0,1 1 1 0 0,0-1-1 0 0,0 1 0 0 0,-1-1 0 0 0,1 0 0 0 0,-1 1 0 0 0,1-1 0 0 0,0 1 1 0 0,-1-1-1 0 0,1 0 0 0 0,-1 1 0 0 0,0-1 0 0 0,-6-4 307 0 0,-1-13-113 0 0,6 6-189 0 0,1 1 0 0 0,0-1-1 0 0,0 0 1 0 0,1 1 0 0 0,1-1 0 0 0,3-20 0 0 0,19-59-12 0 0,-23 88-10 0 0,4-9 0 0 0,-1 1 0 0 0,1 0-1 0 0,1 1 1 0 0,0-1 0 0 0,0 1 0 0 0,0 0 0 0 0,14-16-1 0 0,-14 20-4 0 0,0 0 0 0 0,0 0 0 0 0,1 0 0 0 0,-1 0 1 0 0,1 1-1 0 0,0 0 0 0 0,1 0 0 0 0,-1 1 0 0 0,1 0 0 0 0,-1 0 0 0 0,15-4 0 0 0,-18 7 1 0 0,1-1 0 0 0,-1 1 0 0 0,1 0 0 0 0,-1 0 0 0 0,1 0 0 0 0,-1 0 0 0 0,1 1 0 0 0,-1-1 0 0 0,1 1 0 0 0,-1 0 0 0 0,1 0 0 0 0,-1 0 0 0 0,0 1 1 0 0,0-1-1 0 0,0 1 0 0 0,0 0 0 0 0,0-1 0 0 0,0 2 0 0 0,0-1 0 0 0,0 0 0 0 0,2 4 0 0 0,4 2-5 0 0,-2 1 1 0 0,1 0-1 0 0,-1 0 0 0 0,10 18 1 0 0,-7-7 27 0 0,-1 0 0 0 0,-2 0 0 0 0,0 0 0 0 0,-1 1 0 0 0,5 30 0 0 0,-5-23 142 0 0,-1-57-112 0 0,2 1 1 0 0,19-52 0 0 0,-18 61-51 0 0,1 1 1 0 0,0 0 0 0 0,2 0 0 0 0,19-25-1 0 0,-26 37 0 0 0,1 0 1 0 0,-1 1-1 0 0,1 0 0 0 0,0 0 0 0 0,1 1 0 0 0,-1-1 0 0 0,1 1 0 0 0,0 0 0 0 0,0 1 0 0 0,0-1 0 0 0,0 1 0 0 0,1 0 0 0 0,-1 1 0 0 0,1 0 0 0 0,0 0 0 0 0,13-2 0 0 0,-14 3 2 0 0,-1 1 0 0 0,0 0-1 0 0,1 0 1 0 0,-1 0 0 0 0,0 1 0 0 0,1 0-1 0 0,-1 0 1 0 0,0 0 0 0 0,0 1 0 0 0,1-1-1 0 0,-1 1 1 0 0,-1 1 0 0 0,10 4-1 0 0,-11-4 3 0 0,0-1 0 0 0,0 1-1 0 0,0 0 1 0 0,0 0 0 0 0,-1 0-1 0 0,0 0 1 0 0,1 1 0 0 0,-1-1-1 0 0,0 1 1 0 0,-1-1 0 0 0,1 1-1 0 0,0 0 1 0 0,-1-1 0 0 0,1 8-1 0 0,0 6 11 0 0,0 0 0 0 0,-2 0 0 0 0,0 0 0 0 0,-1 1 0 0 0,-1-1-1 0 0,-5 26 1 0 0,2-17-11 0 0,3-15-51 0 0,1 1 1 0 0,0-1-1 0 0,2 24 1 0 0,-1-31-200 0 0,1-1 0 0 0,0 1 0 0 0,0 0 0 0 0,0 0-1 0 0,0 0 1 0 0,3 5 0 0 0,-3-7-226 0 0,1 0-1 0 0,-1 1 0 0 0,1-1 0 0 0,0 0 1 0 0,-1 0-1 0 0,1 0 0 0 0,0 0 1 0 0,0-1-1 0 0,0 1 0 0 0,4 2 0 0 0,7 3-4063 0 0</inkml:trace>
</inkml:ink>
</file>

<file path=ppt/ink/ink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6:19.5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366 739 452 0 0,'1'-18'2483'0'0,"0"1"1"0"0,-1-1-1 0 0,-3-26 0 0 0,3 40-2273 0 0,-1 0-1 0 0,1 0 0 0 0,-1 0 0 0 0,-1-1 0 0 0,1 1 0 0 0,0 0 1 0 0,-1 1-1 0 0,0-1 0 0 0,0 0 0 0 0,0 0 0 0 0,0 1 0 0 0,-1-1 1 0 0,1 1-1 0 0,-1 0 0 0 0,0 0 0 0 0,0 0 0 0 0,0 0 1 0 0,-1 0-1 0 0,1 1 0 0 0,-5-4 0 0 0,5 5-178 0 0,1 1 0 0 0,-1-1 1 0 0,1 0-1 0 0,-1 1 0 0 0,1-1 0 0 0,-1 1 1 0 0,0 0-1 0 0,1 0 0 0 0,-1 0 0 0 0,1 0 0 0 0,-1 0 1 0 0,1 1-1 0 0,-1-1 0 0 0,1 1 0 0 0,-1 0 0 0 0,1 0 1 0 0,-1 0-1 0 0,1 0 0 0 0,-3 1 0 0 0,-5 3 19 0 0,1 1 1 0 0,-17 13-1 0 0,23-17-38 0 0,-22 18 7 0 0,0 1 1 0 0,2 2-1 0 0,0 0 0 0 0,1 1 0 0 0,2 1 0 0 0,-31 50 0 0 0,47-68-14 0 0,0 0-1 0 0,1 1 1 0 0,0-1 0 0 0,0 1 0 0 0,1 0 0 0 0,0-1 0 0 0,0 1 0 0 0,1 0-1 0 0,0 0 1 0 0,0 0 0 0 0,1 10 0 0 0,0-15-8 0 0,0 0 0 0 0,1 0 0 0 0,0 0 0 0 0,-1 0 0 0 0,1 0 0 0 0,0 0 0 0 0,0 0 0 0 0,0 0 1 0 0,1 0-1 0 0,-1 0 0 0 0,1-1 0 0 0,0 1 0 0 0,-1-1 0 0 0,1 1 0 0 0,0-1 0 0 0,1 1 0 0 0,-1-1 0 0 0,0 0 0 0 0,1 0 0 0 0,-1 0 0 0 0,1 0 0 0 0,-1-1 1 0 0,1 1-1 0 0,0-1 0 0 0,0 0 0 0 0,0 1 0 0 0,0-1 0 0 0,0 0 0 0 0,0-1 0 0 0,6 2 0 0 0,-2-1-108 0 0,0 0-1 0 0,0 0 1 0 0,0-1-1 0 0,1 0 1 0 0,-1-1 0 0 0,0 1-1 0 0,0-1 1 0 0,0-1-1 0 0,0 1 1 0 0,0-1-1 0 0,0 0 1 0 0,9-5 0 0 0,-7 3 24 0 0,-1-1 0 0 0,1-1 0 0 0,-1 0 0 0 0,0 0 0 0 0,-1 0 0 0 0,0-1 0 0 0,0 0 0 0 0,7-8 0 0 0,1-7 45 0 0,0 0 1 0 0,-2 0 0 0 0,0-1-1 0 0,-1-1 1 0 0,14-45 0 0 0,11-39 1622 0 0,-36 107-1560 0 0,-3 36 5 0 0,-3 10 7 0 0,3 0 0 0 0,2 0-1 0 0,2 1 1 0 0,10 62 0 0 0,-11-106-27 0 0,-1 1-1 0 0,1-1 0 0 0,-1 1 1 0 0,1-1-1 0 0,0 1 1 0 0,0-1-1 0 0,0 0 0 0 0,0 0 1 0 0,1 1-1 0 0,-1-1 1 0 0,1 0-1 0 0,-1 0 0 0 0,1 0 1 0 0,-1 0-1 0 0,1 0 0 0 0,0-1 1 0 0,0 1-1 0 0,0-1 1 0 0,0 1-1 0 0,1-1 0 0 0,-1 0 1 0 0,0 1-1 0 0,0-1 0 0 0,1 0 1 0 0,-1-1-1 0 0,1 1 1 0 0,-1 0-1 0 0,1-1 0 0 0,-1 1 1 0 0,1-1-1 0 0,-1 0 0 0 0,1 0 1 0 0,-1 0-1 0 0,1 0 1 0 0,-1 0-1 0 0,1 0 0 0 0,4-2 1 0 0,2 0-38 0 0,0-1 1 0 0,0 0 0 0 0,0 0-1 0 0,-1 0 1 0 0,1-1-1 0 0,-1-1 1 0 0,0 0 0 0 0,0 0-1 0 0,8-7 1 0 0,-2-1-126 0 0,-1 0-1 0 0,-1-1 1 0 0,0-1 0 0 0,0 0-1 0 0,-2 0 1 0 0,0-1-1 0 0,9-20 1 0 0,1-6-228 0 0,24-77 0 0 0,-28 60 186 0 0,-1-1 1 0 0,-4 0-1 0 0,4-66 0 0 0,-9 35 965 0 0,-10-131 0 0 0,4 218-739 0 0,-3-18 141 0 0,-1 19-110 0 0,-2 10-52 0 0,3 0 6 0 0,0 1 0 0 0,0-1-1 0 0,1 1 1 0 0,0-1 0 0 0,1 1 0 0 0,-1 9-1 0 0,1-9 4 0 0,-24 205 157 0 0,5 268 0 0 0,19-456-165 0 0,5 101 53 0 0,-2-109-26 0 0,0-1 0 0 0,1 0 0 0 0,0 0 0 0 0,2 0 0 0 0,9 23 0 0 0,-12-34-24 0 0,0 0 1 0 0,1 0 0 0 0,-1-1 0 0 0,1 0-1 0 0,0 1 1 0 0,0-1 0 0 0,1 0-1 0 0,-1-1 1 0 0,1 1 0 0 0,0-1 0 0 0,0 1-1 0 0,0-1 1 0 0,0 0 0 0 0,1-1-1 0 0,-1 1 1 0 0,1-1 0 0 0,0 0 0 0 0,-1 0-1 0 0,1 0 1 0 0,10 2 0 0 0,-10-4-8 0 0,0 1 0 0 0,1-1 1 0 0,-1 0-1 0 0,1-1 0 0 0,-1 1 0 0 0,1-1 1 0 0,-1 0-1 0 0,0 0 0 0 0,0-1 0 0 0,1 0 1 0 0,-1 1-1 0 0,0-2 0 0 0,-1 1 0 0 0,1-1 1 0 0,0 1-1 0 0,-1-1 0 0 0,1-1 0 0 0,-1 1 1 0 0,0-1-1 0 0,4-3 0 0 0,5-8-4 0 0,0-1 1 0 0,-1 0-1 0 0,-1 0 1 0 0,-1-1-1 0 0,0 0 1 0 0,-1-1-1 0 0,-1 0 0 0 0,8-24 1 0 0,-5 4-1 0 0,-1 0 1 0 0,-2-1-1 0 0,5-46 1 0 0,-10 58 37 0 0,-1 0 1 0 0,-2 0 0 0 0,0 0-1 0 0,-5-32 1 0 0,5 58-37 0 0,0 0 0 0 0,-1 0 1 0 0,1 0-1 0 0,0 0 0 0 0,-1-1 1 0 0,1 1-1 0 0,0 0 0 0 0,-1 0 1 0 0,1 0-1 0 0,-1 0 0 0 0,0 0 1 0 0,1 0-1 0 0,-1 0 0 0 0,0 1 1 0 0,0-1-1 0 0,1 0 0 0 0,-3-1 1 0 0,2 2-2 0 0,1-1-1 0 0,-1 1 1 0 0,1 0 0 0 0,-1 0 0 0 0,0-1 0 0 0,1 1 0 0 0,-1 0-1 0 0,0 0 1 0 0,0 0 0 0 0,1 0 0 0 0,-1 0 0 0 0,0 0 0 0 0,1 0-1 0 0,-1 0 1 0 0,0 0 0 0 0,1 1 0 0 0,-1-1 0 0 0,0 0 0 0 0,1 0 0 0 0,-1 1-1 0 0,0-1 1 0 0,1 0 0 0 0,-1 1 0 0 0,-1 1 0 0 0,0-1 1 0 0,0 1-1 0 0,0 0 0 0 0,1 0 0 0 0,-1 0 1 0 0,1 0-1 0 0,-1 0 0 0 0,1 0 1 0 0,0 1-1 0 0,0-1 0 0 0,0 0 1 0 0,0 1-1 0 0,0-1 0 0 0,0 0 1 0 0,1 1-1 0 0,-1-1 0 0 0,1 1 0 0 0,0-1 1 0 0,0 1-1 0 0,0 3 0 0 0,0-1-36 0 0,0 0 0 0 0,0-1 0 0 0,1 1 0 0 0,0 0 0 0 0,0-1 0 0 0,0 1 0 0 0,0-1 0 0 0,1 1 0 0 0,0-1-1 0 0,0 0 1 0 0,0 0 0 0 0,0 0 0 0 0,1 0 0 0 0,-1 0 0 0 0,1 0 0 0 0,0 0 0 0 0,0-1 0 0 0,1 0 0 0 0,-1 1 0 0 0,1-1-1 0 0,-1 0 1 0 0,1-1 0 0 0,0 1 0 0 0,0-1 0 0 0,0 0 0 0 0,1 0 0 0 0,-1 0 0 0 0,0 0 0 0 0,1-1 0 0 0,7 2-1 0 0,1 0-464 0 0,1-1 0 0 0,0 0 0 0 0,0-1 0 0 0,0 0 0 0 0,1-2 0 0 0,-1 1 0 0 0,0-2 0 0 0,0 0 0 0 0,17-4 0 0 0,-7-1-32 0 0,1 0 0 0 0,31-15 0 0 0,-48 19 784 0 0,0-1 1 0 0,-1-1-1 0 0,0 1 1 0 0,0-1-1 0 0,0 0 1 0 0,0-1-1 0 0,-1 0 1 0 0,0 0-1 0 0,0 0 1 0 0,-1 0-1 0 0,6-9 1 0 0,-9 12-20 0 0,0 0 0 0 0,-1 0 0 0 0,1 0 0 0 0,-1 0 0 0 0,1 0 0 0 0,-1 0 0 0 0,0-1 0 0 0,0 1 0 0 0,-1 0 0 0 0,2-7 0 0 0,-20 14-15 0 0,9 3-178 0 0,1 0 1 0 0,0 1 0 0 0,1 0-1 0 0,-1 0 1 0 0,2 1-1 0 0,-1-1 1 0 0,-7 16-1 0 0,-3 6 93 0 0,-15 37-1 0 0,20-38-70 0 0,2 0 0 0 0,-9 35 0 0 0,16-52-21 0 0,1 0 0 0 0,1-1 1 0 0,-1 1-1 0 0,2 0 0 0 0,0 0 1 0 0,0 0-1 0 0,1-1 0 0 0,4 22 1 0 0,-4-30-48 0 0,0 0 0 0 0,0 0 0 0 0,0 0 0 0 0,0 0 0 0 0,0 0 1 0 0,1-1-1 0 0,-1 1 0 0 0,1 0 0 0 0,0-1 0 0 0,-1 1 1 0 0,1-1-1 0 0,1 0 0 0 0,-1 1 0 0 0,0-1 0 0 0,0 0 0 0 0,1-1 1 0 0,-1 1-1 0 0,1 0 0 0 0,3 1 0 0 0,-1-1-158 0 0,-1-1 1 0 0,0 0-1 0 0,1 0 0 0 0,-1 0 1 0 0,1 0-1 0 0,-1-1 0 0 0,1 0 1 0 0,-1 0-1 0 0,1 0 0 0 0,-1-1 1 0 0,9-1-1 0 0,2-2-681 0 0,-1 0 1 0 0,1-2-1 0 0,-1 1 1 0 0,-1-2-1 0 0,1 0 1 0 0,22-16-1 0 0,-12 4-1011 0 0,0-4-83 0 0</inkml:trace>
</inkml:ink>
</file>

<file path=ppt/ink/ink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6:19.7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0 208 4024 0 0,'32'-62'4998'0'0,"25"-74"0"0"0,-53 128-4590 0 0,-4 7-67 0 0,-1 13-43 0 0,0 1-1 0 0,-1-1 1 0 0,-1 0-1 0 0,-5 16 1 0 0,-4 20 298 0 0,1 13-340 0 0,-8 52 473 0 0,17-95-1075 0 0,1 0 0 0 0,1-1-1 0 0,0 1 1 0 0,4 22 0 0 0,-4-39 69 0 0,0 0 0 0 0,1-1 1 0 0,-1 1-1 0 0,0 0 0 0 0,1 0 1 0 0,-1 0-1 0 0,0-1 0 0 0,1 1 1 0 0,-1 0-1 0 0,1-1 0 0 0,-1 1 1 0 0,1 0-1 0 0,3 2-1383 0 0,-4-2 1383 0 0,1-1 1 0 0,0 0-1 0 0,0 1 0 0 0,-1-1 1 0 0,1 0-1 0 0,0 1 0 0 0,0-1 1 0 0,0 0-1 0 0,0 0 0 0 0</inkml:trace>
</inkml:ink>
</file>

<file path=ppt/ink/ink9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6:20.0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74 2048 0 0,'0'-3'979'0'0,"-6"-39"8461"0"0,4 18-6510 0 0,2 22-2496 0 0,0 2-405 0 0,0 0 0 0 0,0 0 0 0 0,0 0 0 0 0,1 1 0 0 0,-1-1 0 0 0,0 0 0 0 0,0 0 0 0 0,0 0 1 0 0,1 0-1 0 0,-1 0 0 0 0,0 0 0 0 0,0 0 0 0 0,0 0 0 0 0,1 0 0 0 0,-1 0 0 0 0,0 0 0 0 0,0 0 0 0 0,1 0 0 0 0,-1 0 0 0 0,0 0 0 0 0,0 0 1 0 0,0 0-1 0 0,1 0 0 0 0,-1 0 0 0 0,0 0 0 0 0,0 0 0 0 0,0 0 0 0 0,1 0 0 0 0,-1 0 0 0 0,0-1 0 0 0,0 1 0 0 0,0 0 0 0 0,0 0 1 0 0,1 0-1 0 0,-1 0 0 0 0,0 0 0 0 0,0-1 0 0 0,0 1 0 0 0,0 0 0 0 0,0 0 0 0 0,0 0 0 0 0,1 0 0 0 0,-1-1 0 0 0,0 1 0 0 0,0 0 1 0 0,0-1-1 0 0,60 118 2552 0 0,33 56-1534 0 0,-89-165-1036 0 0,1-1 1 0 0,0-1-1 0 0,1 1 0 0 0,-1-1 0 0 0,1 0 1 0 0,8 7-1 0 0,-10-10-477 0 0,-1-1 0 0 0,1 0 0 0 0,-1 0-1 0 0,1 0 1 0 0,8 2 0 0 0,-9-3-526 0 0,0 0 1 0 0,0 0-1 0 0,1-1 1 0 0,-1 0-1 0 0,0 1 1 0 0,1-1-1 0 0,-1 0 1 0 0,4-1-1 0 0</inkml:trace>
</inkml:ink>
</file>

<file path=ppt/ink/ink9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6:20.2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526 50 2496 0 0,'-33'-39'8676'0'0,"31"37"-8492"0"0,1 1 0 0 0,-1 0 0 0 0,1 0 0 0 0,-1 0 0 0 0,0 1 0 0 0,1-1 0 0 0,-1 0 0 0 0,0 0 0 0 0,0 1 0 0 0,1 0 0 0 0,-1-1 0 0 0,0 1 0 0 0,0 0 0 0 0,0-1 0 0 0,0 1 0 0 0,1 0 0 0 0,-1 1 0 0 0,-2-1 0 0 0,-2 0 143 0 0,1 1-1 0 0,-1 0 1 0 0,1 0 0 0 0,-11 3-1 0 0,-7 7 69 0 0,1 0 0 0 0,0 1-1 0 0,1 1 1 0 0,0 2 0 0 0,1 0-1 0 0,1 0 1 0 0,1 2-1 0 0,-31 34 1 0 0,21-16-265 0 0,2 1 0 0 0,0 1 1 0 0,3 1-1 0 0,-20 44 0 0 0,-3 25-322 0 0,33-61-3650 0 0</inkml:trace>
</inkml:ink>
</file>

<file path=ppt/ink/ink9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6:20.5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96 160 1528 0 0,'-37'-71'10992'0'0,"-1"1"-7764"0"0,36 68-4086 0 0,1 0 0 0 0,-16-12-5149 0 0,16 13 5761 0 0</inkml:trace>
</inkml:ink>
</file>

<file path=ppt/ink/ink9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6:20.7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215 0 2156 0 0,'-44'12'2653'0'0,"-6"1"1259"0"0,-55 22-1 0 0,104-35-3873 0 0,1 0-1 0 0,-1 0 0 0 0,0 0 0 0 0,0 1 0 0 0,1-1 0 0 0,-1 0 0 0 0,0 0 1 0 0,0 1-1 0 0,1-1 0 0 0,-1 1 0 0 0,1-1 0 0 0,-1 0 0 0 0,0 1 0 0 0,1-1 1 0 0,-1 1-1 0 0,1-1 0 0 0,-1 1 0 0 0,1 0 0 0 0,-1-1 0 0 0,1 1 0 0 0,-1 0 1 0 0,1-1-1 0 0,0 1 0 0 0,-1 0 0 0 0,1-1 0 0 0,0 2 0 0 0,0-1-10 0 0,1 0 0 0 0,-1 0 0 0 0,1-1 0 0 0,-1 1 0 0 0,1 0 0 0 0,0-1 0 0 0,-1 1 0 0 0,1-1 0 0 0,0 1 0 0 0,0-1 0 0 0,-1 1 0 0 0,1-1 0 0 0,0 1 0 0 0,0-1 0 0 0,0 0 0 0 0,-1 1 0 0 0,3-1 0 0 0,45 10 277 0 0,241-2-718 0 0,-96-15-5446 0 0,-97 1 113 0 0</inkml:trace>
</inkml:ink>
</file>

<file path=ppt/ink/ink9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6:21.1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387 11 764 0 0,'-9'-6'8083'0'0,"9"6"-7922"0"0,-1-1-1 0 0,1 1 0 0 0,-1-1 0 0 0,1 1 0 0 0,-1 0 0 0 0,0-1 0 0 0,1 1 0 0 0,-1 0 1 0 0,0-1-1 0 0,1 1 0 0 0,-1 0 0 0 0,0 0 0 0 0,1 0 0 0 0,-1 0 0 0 0,0 0 0 0 0,1 0 1 0 0,-1 0-1 0 0,0 0 0 0 0,0 0 0 0 0,1 0 0 0 0,-1 0 0 0 0,0 0 0 0 0,1 0 0 0 0,-1 0 1 0 0,0 1-1 0 0,1-1 0 0 0,-2 1 0 0 0,-8 16 52 0 0,5-5-64 0 0,-12 21 35 0 0,-1-1-1 0 0,-2-1 1 0 0,-2-1-1 0 0,-40 45 1 0 0,-25 15-1343 0 0,-2-7-4667 0 0,60-58 614 0 0</inkml:trace>
</inkml:ink>
</file>

<file path=ppt/ink/ink9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6:23.6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1 736 2224 0 0,'0'-29'9169'0'0,"4"38"-8728"0"0,-2-2-425 0 0,0-1-1 0 0,1 1 1 0 0,6 10-1 0 0,-7-15 5 0 0,-1 0 0 0 0,0 1 0 0 0,1-1-1 0 0,-1 0 1 0 0,1-1 0 0 0,0 1 0 0 0,0 0 0 0 0,-1 0-1 0 0,1-1 1 0 0,0 1 0 0 0,0-1 0 0 0,1 1-1 0 0,-1-1 1 0 0,0 0 0 0 0,0 0 0 0 0,1 0-1 0 0,-1 0 1 0 0,1-1 0 0 0,-1 1 0 0 0,0 0-1 0 0,1-1 1 0 0,-1 0 0 0 0,1 0 0 0 0,4 0-1 0 0,0-1 3 0 0,1-1 0 0 0,0 0 0 0 0,0 0 0 0 0,-1-1-1 0 0,1 0 1 0 0,-1 0 0 0 0,0-1 0 0 0,0 0-1 0 0,0 0 1 0 0,11-9 0 0 0,-8 3-1 0 0,0 0 0 0 0,0 0 1 0 0,0-1-1 0 0,-2 0 0 0 0,12-19 1 0 0,2-10 19 0 0,-2-1 0 0 0,25-77 1 0 0,-44 117-41 0 0,62-219-36 0 0,-53 174 58 0 0,-3-1-1 0 0,3-86 1 0 0,-10 132-27 0 0,0 1 0 0 0,0-1 0 0 0,0 1 0 0 0,1-1 0 0 0,-1 1 0 0 0,0-1 0 0 0,0 0-1 0 0,-1 1 1 0 0,1-1 0 0 0,0 1 0 0 0,0-1 0 0 0,0 1 0 0 0,0-1 0 0 0,0 0 0 0 0,-1 1 0 0 0,1-1 0 0 0,0 1 0 0 0,0-1 0 0 0,-1 1 0 0 0,1-1 0 0 0,0 1 0 0 0,-1-1 0 0 0,1 1 0 0 0,-1 0 0 0 0,1-1 0 0 0,-1 0 0 0 0,0 1 2 0 0,0 0 1 0 0,1 0 0 0 0,-1 1 0 0 0,0-1 0 0 0,0 0 0 0 0,1 0 0 0 0,-1 0 0 0 0,0 1 0 0 0,1-1 0 0 0,-1 0 0 0 0,1 1 0 0 0,-1-1 0 0 0,0 0-1 0 0,1 1 1 0 0,-1-1 0 0 0,1 1 0 0 0,-1-1 0 0 0,0 1 0 0 0,-22 30 10 0 0,5 3 27 0 0,2 2-1 0 0,1 0 0 0 0,-19 69 1 0 0,20-45-25 0 0,-11 105 0 0 0,21-121 9 0 0,3 54-1 0 0,1-83-24 0 0,1 0-1 0 0,1 0 1 0 0,1 0 0 0 0,0-1-1 0 0,1 1 1 0 0,1-1 0 0 0,8 20-1 0 0,-11-30-10 0 0,0 0 0 0 0,0-1 0 0 0,1 1 0 0 0,-1-1 0 0 0,1 1-1 0 0,-1-1 1 0 0,1 0 0 0 0,0 0 0 0 0,0 0 0 0 0,1-1 0 0 0,-1 1 0 0 0,1-1-1 0 0,-1 1 1 0 0,1-1 0 0 0,0 0 0 0 0,-1-1 0 0 0,1 1 0 0 0,0-1 0 0 0,0 1-1 0 0,0-1 1 0 0,1-1 0 0 0,-1 1 0 0 0,0 0 0 0 0,0-1 0 0 0,0 0 0 0 0,1 0 0 0 0,-1 0-1 0 0,0-1 1 0 0,0 1 0 0 0,0-1 0 0 0,8-2 0 0 0,0-1-38 0 0,0 0 0 0 0,1-1 0 0 0,-2 0 0 0 0,1-1 0 0 0,-1-1 0 0 0,0 1 0 0 0,0-2 0 0 0,0 0-1 0 0,10-10 1 0 0,-3 0 19 0 0,0-2 0 0 0,-2 0-1 0 0,0-1 1 0 0,-1 0 0 0 0,-1-2 0 0 0,-2 1-1 0 0,13-30 1 0 0,-2-6-4 0 0,29-111 1 0 0,-42 120 304 0 0,5-60 0 0 0,-6 38 143 0 0,-9 67-385 0 0,0-7-22 0 0,0 9 0 0 0,-12 20 28 0 0,-12 60-3 0 0,5 1 0 0 0,3 1 0 0 0,-9 124 0 0 0,20-135 159 0 0,8 116-1 0 0,-3-184-170 0 0,0 0 0 0 0,0-1 0 0 0,0 1 0 0 0,0 0 0 0 0,0-1 0 0 0,0 1 0 0 0,0 0 0 0 0,0 0 0 0 0,0-1 0 0 0,0 1 0 0 0,0 0 0 0 0,1-1 0 0 0,-1 1 0 0 0,0 0 0 0 0,0-1 0 0 0,1 1 0 0 0,-1-1 0 0 0,1 1 0 0 0,-1 0 0 0 0,0-1 0 0 0,1 1 0 0 0,-1-1 0 0 0,1 1 0 0 0,-1-1 0 0 0,1 1 0 0 0,0 0 0 0 0,0-2-7 0 0,0 1-1 0 0,0 0 1 0 0,0-1-1 0 0,0 1 1 0 0,-1 0-1 0 0,1-1 1 0 0,0 1-1 0 0,-1-1 1 0 0,1 1-1 0 0,0-1 1 0 0,-1 1-1 0 0,1-1 1 0 0,0 0-1 0 0,-1 1 1 0 0,1-1-1 0 0,-1 0 1 0 0,2-1-1 0 0,23-44-5 0 0,-22 41 24 0 0,55-98 3 0 0,-51 91-34 0 0,1 2 1 0 0,0-1-1 0 0,1 1 1 0 0,0 1-1 0 0,0-1 0 0 0,20-13 1 0 0,-26 21-2 0 0,-1 0 1 0 0,1 1-1 0 0,0-1 1 0 0,-1 1-1 0 0,1 0 1 0 0,0 0-1 0 0,0 0 0 0 0,0 0 1 0 0,0 1-1 0 0,0-1 1 0 0,5 1-1 0 0,-6 0 3 0 0,1 0 0 0 0,0 0-1 0 0,0 0 1 0 0,0 1 0 0 0,-1-1-1 0 0,1 1 1 0 0,0 0 0 0 0,-1 0-1 0 0,1 0 1 0 0,0 0 0 0 0,-1 0 0 0 0,0 1-1 0 0,1-1 1 0 0,-1 1 0 0 0,0 0-1 0 0,1-1 1 0 0,-1 1 0 0 0,0 0-1 0 0,0 0 1 0 0,-1 0 0 0 0,1 1 0 0 0,0-1-1 0 0,-1 0 1 0 0,1 1 0 0 0,-1-1-1 0 0,0 1 1 0 0,0-1 0 0 0,0 1-1 0 0,1 5 1 0 0,-1-8 3 0 0,8 33 3 0 0,0 0 0 0 0,-2 0 1 0 0,3 43-1 0 0,0-4 66 0 0,-9-68-55 0 0,5 9-3 0 0,2-5 3 0 0,6-5 5 0 0,-8-5-31 0 0,0 1 1 0 0,-1-1-1 0 0,1 0 0 0 0,0-1 1 0 0,0 1-1 0 0,-1-1 0 0 0,0 0 1 0 0,1-1-1 0 0,-1 1 1 0 0,0-1-1 0 0,-1 0 0 0 0,1 0 1 0 0,-1 0-1 0 0,0-1 0 0 0,0 0 1 0 0,5-7-1 0 0,4-7-76 0 0,-1 0-1 0 0,-1 0 0 0 0,11-26 1 0 0,-10 13 179 0 0,-1 0-1 0 0,-2-1 1 0 0,-1 0 0 0 0,-2 0-1 0 0,-1-1 1 0 0,-2 0 0 0 0,-1-43-1 0 0,-2 75-98 0 0,-3 3-20 0 0,-1 2 27 0 0,0 1-1 0 0,1-1 1 0 0,-1 1-1 0 0,0 0 0 0 0,1 0 1 0 0,0 0-1 0 0,0 0 1 0 0,0 1-1 0 0,1-1 0 0 0,-1 1 1 0 0,-2 7-1 0 0,-21 64-11 0 0,17-45 1 0 0,-1 0 14 0 0,1 0 1 0 0,-7 48 0 0 0,15-67 10 0 0,-1-1-1 0 0,2 1 1 0 0,0 0-1 0 0,0 0 1 0 0,1 0-1 0 0,0-1 1 0 0,1 1 0 0 0,1 0-1 0 0,-1-1 1 0 0,7 13-1 0 0,-8-21-6 0 0,0 0-1 0 0,0 0 1 0 0,1-1-1 0 0,-1 1 1 0 0,1-1-1 0 0,0 0 0 0 0,0 1 1 0 0,0-1-1 0 0,0 0 1 0 0,0 0-1 0 0,0 0 1 0 0,1 0-1 0 0,-1-1 1 0 0,1 1-1 0 0,-1-1 1 0 0,1 1-1 0 0,-1-1 0 0 0,1 0 1 0 0,0 0-1 0 0,0 0 1 0 0,0 0-1 0 0,-1-1 1 0 0,1 1-1 0 0,0-1 1 0 0,0 1-1 0 0,0-1 1 0 0,0 0-1 0 0,0 0 0 0 0,0-1 1 0 0,0 1-1 0 0,0-1 1 0 0,0 1-1 0 0,0-1 1 0 0,4-1-1 0 0,2-2-5 0 0,1 1 0 0 0,-1-1 0 0 0,0-1 0 0 0,0 0 0 0 0,0 0 0 0 0,-1-1 0 0 0,0 0 0 0 0,14-13 0 0 0,-8 4-1 0 0,-1 1-1 0 0,-1-2 1 0 0,-1 0-1 0 0,0 0 1 0 0,9-21 0 0 0,36-92-15 0 0,-13 25 10 0 0,-33 81-39 0 0,8-15-75 0 0,-18 37 118 0 0,0 1 0 0 0,1 0 0 0 0,-1-1 0 0 0,0 1 0 0 0,1 0 0 0 0,-1-1 0 0 0,1 1 0 0 0,-1 0 1 0 0,1-1-1 0 0,-1 1 0 0 0,1 0 0 0 0,-1 0 0 0 0,1 0 0 0 0,-1-1 0 0 0,1 1 0 0 0,-1 0 0 0 0,1 0 0 0 0,-1 0 0 0 0,1 0 0 0 0,-1 0 0 0 0,1 0 0 0 0,-1 0 0 0 0,1 0 0 0 0,-1 0 0 0 0,1 0 0 0 0,-1 0 0 0 0,1 0 0 0 0,-1 1 0 0 0,1-1 0 0 0,-1 0 0 0 0,1 0 0 0 0,-1 0 0 0 0,1 1 0 0 0,-1-1 0 0 0,0 0 0 0 0,1 1 0 0 0,-1-1 0 0 0,1 0 0 0 0,0 1 0 0 0,13 16-73 0 0,-8-3 71 0 0,0 0 1 0 0,-2 0 0 0 0,1 0 0 0 0,-2 1 0 0 0,2 17 0 0 0,5 76 19 0 0,-5-16 248 0 0,-5-89-181 0 0,1 4 22 0 0,18-55-64 0 0,3 1 1 0 0,33-52-1 0 0,-41 76-50 0 0,2 1-1 0 0,0 1 1 0 0,2 0 0 0 0,0 2 0 0 0,1 0 0 0 0,24-18-1 0 0,-40 34 0 0 0,1 0 0 0 0,-1 1 1 0 0,1 0-1 0 0,0 0 0 0 0,0 0 0 0 0,0 0 0 0 0,1 0 0 0 0,-1 1 0 0 0,0 0 0 0 0,8-1 0 0 0,-10 1 7 0 0,0 1 0 0 0,1 0 0 0 0,-1 0 0 0 0,0 1-1 0 0,0-1 1 0 0,0 0 0 0 0,0 1 0 0 0,0-1-1 0 0,0 1 1 0 0,0 0 0 0 0,0 0 0 0 0,0-1 0 0 0,0 1-1 0 0,0 0 1 0 0,0 1 0 0 0,-1-1 0 0 0,1 0-1 0 0,0 1 1 0 0,-1-1 0 0 0,1 0 0 0 0,-1 1 0 0 0,0 0-1 0 0,1-1 1 0 0,0 4 0 0 0,2 1-3 0 0,-1 0 0 0 0,0 1 1 0 0,-1-1-1 0 0,0 1 0 0 0,0 0 0 0 0,0 0 0 0 0,-1 0 1 0 0,0 0-1 0 0,-1 0 0 0 0,1 7 0 0 0,-2 15 14 0 0,-3 32 0 0 0,2-43 9 0 0,-2 16-13 0 0,1-9 8 0 0,1 0 0 0 0,2 46 0 0 0,0-70-48 0 0,0-1 0 0 0,0 1-1 0 0,1-1 1 0 0,-1 1 0 0 0,0-1 0 0 0,0 0-1 0 0,0 1 1 0 0,1-1 0 0 0,-1 1-1 0 0,0-1 1 0 0,0 0 0 0 0,1 1 0 0 0,-1-1-1 0 0,0 0 1 0 0,1 1 0 0 0,-1-1-1 0 0,1 0 1 0 0,-1 0 0 0 0,0 1 0 0 0,1-1-1 0 0,-1 0 1 0 0,1 0 0 0 0,-1 0 0 0 0,0 1-1 0 0,1-1 1 0 0,-1 0 0 0 0,1 0-1 0 0,-1 0 1 0 0,1 0 0 0 0,-1 0 0 0 0,1 0-1 0 0,-1 0 1 0 0,1 0 0 0 0,-1 0-1 0 0,1 0 1 0 0,0-1 0 0 0,16-4-1671 0 0,3-13-2829 0 0,-10 5 560 0 0</inkml:trace>
</inkml:ink>
</file>

<file path=ppt/ink/ink9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6:23.9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297 1 2260 0 0,'-243'29'10632'0'0,"241"-29"-10579"0"0,-2 0 54 0 0,0 0 0 0 0,0 0 1 0 0,1 1-1 0 0,-1 0 0 0 0,0 0 1 0 0,0 0-1 0 0,1 0 0 0 0,-1 0 1 0 0,1 1-1 0 0,-1-1 0 0 0,-5 5 1 0 0,7-5 6 0 0,30 11 145 0 0,17-8-903 0 0,-1-2-1 0 0,55-4 1 0 0,-33 0-1049 0 0,42-2-3146 0 0,-49 1 1102 0 0</inkml:trace>
</inkml:ink>
</file>

<file path=ppt/ink/ink9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6:41.9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111 583 1888 0 0,'-8'-8'7382'0'0,"-27"-23"-4898"0"0,26 24-2301 0 0,0 0 0 0 0,1 0 0 0 0,0-1 0 0 0,1 0 0 0 0,-1 0 0 0 0,-6-11 0 0 0,13 16-177 0 0,0 0 0 0 0,0 0-1 0 0,1 0 1 0 0,-1 0 0 0 0,1 0-1 0 0,0 0 1 0 0,-1 0 0 0 0,1 0-1 0 0,0 0 1 0 0,1 0 0 0 0,-1 1-1 0 0,1-1 1 0 0,-1 0 0 0 0,1 0-1 0 0,0 0 1 0 0,0 0 0 0 0,0 0-1 0 0,0 1 1 0 0,0-1 0 0 0,3-3-1 0 0,2-6-9 0 0,2 1 0 0 0,15-20 1 0 0,32-34-100 0 0,4 3 0 0 0,88-73 1 0 0,-132 122 81 0 0,1 1 1 0 0,0 1 0 0 0,1 0 0 0 0,0 2 0 0 0,28-12 0 0 0,-32 16 13 0 0,0 0-1 0 0,1 2 1 0 0,-1 0-1 0 0,1 0 1 0 0,-1 1 0 0 0,1 1-1 0 0,0 0 1 0 0,24 2-1 0 0,-1 3 32 0 0,-1 2-1 0 0,1 1 1 0 0,-1 2 0 0 0,39 16-1 0 0,22 13-1866 0 0,-96-38 1587 0 0,9 7-1373 0 0</inkml:trace>
</inkml:ink>
</file>

<file path=ppt/ink/ink9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6:42.3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 47 480 0 0,'-1'0'234'0'0,"0"0"0"0"0,1-1 1 0 0,-1 1-1 0 0,0-1 0 0 0,1 1 0 0 0,-1-1 0 0 0,1 1 0 0 0,-1-1 1 0 0,1 0-1 0 0,-1 1 0 0 0,1-1 0 0 0,-1 0 0 0 0,1 1 0 0 0,-1-1 1 0 0,1 0-1 0 0,0 1 0 0 0,0-1 0 0 0,-1 0 0 0 0,1 0 1 0 0,0 1-1 0 0,0-3 0 0 0,-1 1 380 0 0,12-25 3340 0 0,-11 27-3949 0 0,0 0-1 0 0,0 0 1 0 0,0 0-1 0 0,0 0 1 0 0,0 0-1 0 0,0 0 1 0 0,0 0-1 0 0,0 0 1 0 0,1-1-1 0 0,-1 1 1 0 0,0 0-1 0 0,0 0 1 0 0,0 0-1 0 0,0 0 1 0 0,0 0-1 0 0,0 0 1 0 0,0 0-1 0 0,0 0 1 0 0,0-1 0 0 0,0 1-1 0 0,0 0 1 0 0,0 0-1 0 0,0 0 1 0 0,0 0-1 0 0,1 0 1 0 0,-1 0-1 0 0,0 0 1 0 0,0 0-1 0 0,0 0 1 0 0,0 0-1 0 0,0 0 1 0 0,0 0-1 0 0,0 0 1 0 0,1 0-1 0 0,-1 0 1 0 0,0 0-1 0 0,0 0 1 0 0,0 0-1 0 0,0 0 1 0 0,0 0-1 0 0,0 0 1 0 0,0 0-1 0 0,0 0 1 0 0,1 0-1 0 0,-1 0 1 0 0,0 0-1 0 0,0 0 1 0 0,0 0-1 0 0,0 0 1 0 0,0 0-1 0 0,0 0 1 0 0,0 0-1 0 0,0 0 1 0 0,1 0-1 0 0,-1 0 1 0 0,0 0-1 0 0,0 1 1 0 0,0-1-1 0 0,0 0 1 0 0,0 0-1 0 0,2 11 84 0 0,-1 23-121 0 0,-1-29 45 0 0,0 65 34 0 0,-3 1 0 0 0,-14 79 0 0 0,10-104-185 0 0,-1 55 0 0 0,6-2-4839 0 0,2-74 1958 0 0</inkml:trace>
</inkml:ink>
</file>

<file path=ppt/ink/ink9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6:43.2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1 350 964 0 0,'0'0'2688'0'0,"12"-30"3898"0"0,-4-4-3597 0 0,-8 32-2665 0 0,4-4-93 0 0,-4 5-213 0 0,0 1 1 0 0,0-1-1 0 0,0 0 1 0 0,0 1-1 0 0,0-1 1 0 0,0 1-1 0 0,1-1 1 0 0,-1 1-1 0 0,0-1 1 0 0,1 0-1 0 0,-1 1 1 0 0,0-1-1 0 0,1 1 1 0 0,-1-1-1 0 0,0 1 1 0 0,1 0 0 0 0,-1-1-1 0 0,1 1 1 0 0,-1-1-1 0 0,1 1 1 0 0,-1 0-1 0 0,1-1 1 0 0,-1 1-1 0 0,2-1 1 0 0,9 1-11 0 0,0 0 0 0 0,0 0 0 0 0,15 3 0 0 0,17 2 40 0 0,-22-5-37 0 0,1 0 1 0 0,-1-2-1 0 0,0 0 1 0 0,1-1 0 0 0,-1-2-1 0 0,0 0 1 0 0,-1-1-1 0 0,21-9 1 0 0,-10 2 20 0 0,-1-1 1 0 0,0-2-1 0 0,-1-1 1 0 0,42-33-1 0 0,-43 26 227 0 0,25-27-1 0 0,-42 40-223 0 0,-2-4-441 0 0,-5-9-7094 0 0</inkml:trace>
</inkml:ink>
</file>

<file path=ppt/ink/ink9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6:24.6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474 139 2484 0 0,'3'-12'2831'0'0,"-2"6"-2111"0"0,1 0 0 0 0,-1 1 0 0 0,0-1 0 0 0,0 0 0 0 0,-1 0 1 0 0,0 0-1 0 0,0 1 0 0 0,0-1 0 0 0,-1 0 0 0 0,0 0 0 0 0,0 1 1 0 0,-3-11-1 0 0,3 14-658 0 0,0-1-1 0 0,-1 0 1 0 0,1 1 0 0 0,-1-1 0 0 0,0 1 0 0 0,0-1 0 0 0,0 1 0 0 0,0 0 0 0 0,0 0 0 0 0,-1 0 0 0 0,1 0 0 0 0,0 0-1 0 0,-1 1 1 0 0,0-1 0 0 0,1 1 0 0 0,-1 0 0 0 0,0-1 0 0 0,0 1 0 0 0,0 0 0 0 0,1 1 0 0 0,-1-1 0 0 0,0 0 0 0 0,0 1-1 0 0,0 0 1 0 0,0-1 0 0 0,0 1 0 0 0,0 1 0 0 0,0-1 0 0 0,-6 1 0 0 0,-3 1-39 0 0,0 0 0 0 0,1 1 0 0 0,-1 1 0 0 0,1-1 0 0 0,0 2 0 0 0,-13 6 1 0 0,-6 6 1 0 0,0 0 0 0 0,0 3 0 0 0,-39 33 0 0 0,52-37-14 0 0,0 0 0 0 0,1 0 1 0 0,1 2-1 0 0,1 0 0 0 0,1 0 1 0 0,-16 29-1 0 0,25-39 3 0 0,0 0 0 0 0,1 0 0 0 0,0 0 1 0 0,1 1-1 0 0,-1-1 0 0 0,2 1 0 0 0,-1-1 0 0 0,1 1 1 0 0,1-1-1 0 0,0 11 0 0 0,0-17-7 0 0,0 1 0 0 0,0 0 0 0 0,1-1-1 0 0,0 1 1 0 0,-1-1 0 0 0,1 1 0 0 0,0-1 0 0 0,0 1 0 0 0,0-1-1 0 0,1 0 1 0 0,-1 1 0 0 0,0-1 0 0 0,1 0 0 0 0,0 0 0 0 0,2 3-1 0 0,-2-4-3 0 0,1 1 0 0 0,-1-1 0 0 0,1 1 0 0 0,-1-1 0 0 0,1 0 0 0 0,-1 0 0 0 0,1 0 0 0 0,0 0 0 0 0,0-1 0 0 0,-1 1 0 0 0,1-1 0 0 0,0 1 0 0 0,0-1 0 0 0,0 0 0 0 0,0 0 0 0 0,-1 0 0 0 0,5-1 0 0 0,4-1 0 0 0,0 0-1 0 0,1-1 0 0 0,-1 0 0 0 0,0-1 1 0 0,-1 0-1 0 0,1-1 0 0 0,-1 0 0 0 0,0-1 1 0 0,0 0-1 0 0,15-12 0 0 0,6-8-7 0 0,46-52 0 0 0,-55 55-2 0 0,81-99 87 0 0,-102 122-67 0 0,10-13-153 0 0,-5 11 10 0 0,-5 11 81 0 0,-9 40-82 0 0,3-26 50 0 0,1-1-1 0 0,0 37 1 0 0,3-54-326 0 0,1 0 0 0 0,1 0 0 0 0,-1 0 0 0 0,1 0 1 0 0,0 0-1 0 0,0 0 0 0 0,0 0 0 0 0,1 0 1 0 0,0 0-1 0 0,0-1 0 0 0,0 1 0 0 0,0 0 1 0 0,1-1-1 0 0,0 0 0 0 0,-1 0 0 0 0,2 0 1 0 0,3 4-1 0 0,3 1-2601 0 0,2-2-859 0 0</inkml:trace>
</inkml:ink>
</file>

<file path=ppt/ink/ink9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6:25.0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454 576 968 0 0,'1'-9'1044'0'0,"-2"1"1"0"0,1-1-1 0 0,-1 1 1 0 0,-1 0-1 0 0,1-1 0 0 0,-2 1 1 0 0,1 0-1 0 0,-4-9 1 0 0,4 15-946 0 0,1-1 0 0 0,0 1 0 0 0,-1-1 1 0 0,1 1-1 0 0,-1 0 0 0 0,0 0 0 0 0,0 0 1 0 0,0 0-1 0 0,0 0 0 0 0,0 0 1 0 0,0 0-1 0 0,0 0 0 0 0,-1 1 0 0 0,1 0 1 0 0,-1-1-1 0 0,1 1 0 0 0,-1 0 1 0 0,1 0-1 0 0,-1 0 0 0 0,0 0 0 0 0,1 1 1 0 0,-1-1-1 0 0,0 1 0 0 0,0 0 0 0 0,0 0 1 0 0,1 0-1 0 0,-1 0 0 0 0,-3 0 1 0 0,-8 2-28 0 0,1 1 1 0 0,0 0-1 0 0,0 1 1 0 0,1 0-1 0 0,-1 1 1 0 0,1 1-1 0 0,-16 9 1 0 0,3 0-32 0 0,0 1 1 0 0,-27 26-1 0 0,28-22-35 0 0,2 1-1 0 0,-25 30 0 0 0,41-43 5 0 0,-1 0 0 0 0,1 0 0 0 0,1 1 0 0 0,0-1 0 0 0,0 2 0 0 0,1-1 0 0 0,0 0 0 0 0,0 1 0 0 0,1 0 0 0 0,-3 16 0 0 0,5-24 1 0 0,1 1 1 0 0,0 0-1 0 0,-1-1 1 0 0,1 1-1 0 0,1 0 1 0 0,-1 0 0 0 0,0-1-1 0 0,0 1 1 0 0,1 0-1 0 0,0-1 1 0 0,-1 1-1 0 0,1 0 1 0 0,0-1 0 0 0,1 1-1 0 0,-1-1 1 0 0,0 0-1 0 0,1 1 1 0 0,-1-1-1 0 0,1 0 1 0 0,-1 0 0 0 0,1 0-1 0 0,0 0 1 0 0,4 4-1 0 0,-2-4-3 0 0,1 0-1 0 0,-1 0 1 0 0,0 0-1 0 0,1 0 1 0 0,-1-1 0 0 0,1 0-1 0 0,-1 0 1 0 0,1 0-1 0 0,-1 0 1 0 0,1-1-1 0 0,0 0 1 0 0,0 0-1 0 0,7-1 1 0 0,0 0-161 0 0,0-1 0 0 0,-1 0 0 0 0,1-1 0 0 0,-1 0 0 0 0,1-1 0 0 0,-1-1 0 0 0,0 1 0 0 0,14-10 0 0 0,-9 4-71 0 0,-1 0 0 0 0,-1-1 0 0 0,0-1 0 0 0,24-26-1 0 0,-14 10 15 0 0,-1-2-1 0 0,-2-1 1 0 0,-1-1-1 0 0,28-60 1 0 0,-22 31 195 0 0,-3-1 0 0 0,25-104 0 0 0,-12-34 3601 0 0,-35 197-3512 0 0,-1 0 0 0 0,1 0 0 0 0,-1 1 0 0 0,0-1 0 0 0,0 0 0 0 0,-1 0 0 0 0,1 0 0 0 0,-1-4 0 0 0,1 7-69 0 0,0 0 0 0 0,0 0 0 0 0,-1 0 0 0 0,1 0 0 0 0,0 0 0 0 0,0-1-1 0 0,0 1 1 0 0,0 0 0 0 0,0 0 0 0 0,0 0 0 0 0,0 0 0 0 0,0 0 0 0 0,0 0 0 0 0,-1 0 0 0 0,1 0-1 0 0,0 0 1 0 0,0-1 0 0 0,0 1 0 0 0,0 0 0 0 0,0 0 0 0 0,-1 0 0 0 0,1 0 0 0 0,0 0 0 0 0,0 0-1 0 0,0 0 1 0 0,0 0 0 0 0,0 0 0 0 0,-1 0 0 0 0,1 0 0 0 0,0 0 0 0 0,0 0 0 0 0,0 0-1 0 0,0 0 1 0 0,0 0 0 0 0,-1 0 0 0 0,1 0 0 0 0,0 0 0 0 0,0 1 0 0 0,0-1 0 0 0,0 0 0 0 0,0 0-1 0 0,0 0 1 0 0,-1 0 0 0 0,1 0 0 0 0,0 0 0 0 0,0 0 0 0 0,0 1 0 0 0,-11 14 59 0 0,-1 10-14 0 0,1 1 0 0 0,1 0-1 0 0,2 1 1 0 0,0 0 0 0 0,2 1 0 0 0,-5 41 0 0 0,7-14 2 0 0,2 0 0 0 0,6 74 0 0 0,-1-85-240 0 0,10 45-1 0 0,-9-71-993 0 0,11 29 0 0 0,-11-36-461 0 0,1-1 0 0 0,0 0 0 0 0,12 17 1 0 0,-6-13-2563 0 0</inkml:trace>
</inkml:ink>
</file>

<file path=ppt/ink/ink9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6:25.4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584 84 2196 0 0,'41'-77'18949'0'0,"-40"76"-18381"0"0,1-5 652 0 0,-2 6-1213 0 0,0 0 0 0 0,0 0-1 0 0,0 0 1 0 0,1 1-1 0 0,-1-1 1 0 0,0 0-1 0 0,0 0 1 0 0,0 0 0 0 0,0 0-1 0 0,0 0 1 0 0,0 0-1 0 0,1 0 1 0 0,-1 0 0 0 0,0 1-1 0 0,0-1 1 0 0,0 0-1 0 0,0 0 1 0 0,0 0-1 0 0,0 0 1 0 0,0 0 0 0 0,0 0-1 0 0,0 1 1 0 0,1-1-1 0 0,-1 0 1 0 0,0 0-1 0 0,0 0 1 0 0,0 0 0 0 0,0 1-1 0 0,0-1 1 0 0,0 0-1 0 0,0 0 1 0 0,0 0 0 0 0,0 0-1 0 0,0 1 1 0 0,0-1-1 0 0,0 0 1 0 0,0 0-1 0 0,-1 0 1 0 0,1 0 0 0 0,0 1-1 0 0,0-1 1 0 0,0 0-1 0 0,0 0 1 0 0,0 0-1 0 0,0 0 1 0 0,0 0 0 0 0,0 0-1 0 0,0 1 1 0 0,-1-1-1 0 0,1 0 1 0 0,0 0 0 0 0,0 0-1 0 0,-37 164 4737 0 0,-36 77-1745 0 0,63-209-2738 0 0,-72 201 556 0 0,59-180-593 0 0,-2-1-1 0 0,-40 61 1 0 0,61-106-243 0 0,-1 0 0 0 0,0 0 0 0 0,0-1 0 0 0,0 0 0 0 0,-1 0-1 0 0,0 0 1 0 0,0-1 0 0 0,-1 0 0 0 0,-12 8 0 0 0,15-11-5 0 0,1-1-1 0 0,-1 0 1 0 0,1 1-1 0 0,-1-1 1 0 0,1 0-1 0 0,-1-1 1 0 0,0 1-1 0 0,0-1 1 0 0,1 0-1 0 0,-1 0 1 0 0,0 0-1 0 0,1 0 1 0 0,-1 0-1 0 0,0-1 1 0 0,0 0-1 0 0,1 0 1 0 0,-1 0-1 0 0,1 0 1 0 0,-1 0-1 0 0,1-1 1 0 0,0 0-1 0 0,-1 1 1 0 0,-4-5-1 0 0,-2-2-637 0 0,0 0 1 0 0,1-1-1 0 0,0 0 0 0 0,0-1 0 0 0,1 0 0 0 0,0 0 0 0 0,1 0 1 0 0,0-1-1 0 0,0 0 0 0 0,2-1 0 0 0,-1 0 0 0 0,-4-13 1 0 0,-1-11-3393 0 0,1 1 0 0 0,-11-71 0 0 0,14 42-4714 0 0</inkml:trace>
</inkml:ink>
</file>

<file path=ppt/ink/ink9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6:25.5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0 175 1940 0 0,'93'-158'11637'0'0,"-93"157"-11641"0"0,1 0-1 0 0,-1 0 1 0 0,1 0 0 0 0,-1 0-1 0 0,1 0 1 0 0,0 0-1 0 0,0 0 1 0 0,-1 0 0 0 0,1 0-1 0 0,0 1 1 0 0,0-1-1 0 0,0 0 1 0 0,0 0 0 0 0,0 1-1 0 0,0-1 1 0 0,0 1-1 0 0,0-1 1 0 0,0 1-1 0 0,0 0 1 0 0,1-1 0 0 0,-1 1-1 0 0,0 0 1 0 0,0 0-1 0 0,0-1 1 0 0,0 1 0 0 0,0 0-1 0 0,1 0 1 0 0,-1 0-1 0 0,0 1 1 0 0,0-1 0 0 0,0 0-1 0 0,2 1 1 0 0,0 0-704 0 0,1 1 1 0 0,-1 0-1 0 0,0 0 1 0 0,1 0-1 0 0,-1 0 1 0 0,0 0-1 0 0,0 1 1 0 0,3 3-1 0 0,6 6-3952 0 0</inkml:trace>
</inkml:ink>
</file>

<file path=ppt/ink/ink9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6:25.7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 1 1648 0 0,'-1'2'3552'0'0,"-7"19"4932"0"0,0 1-1171 0 0,6-18-7581 0 0,1-7-533 0 0,1 1 0 0 0,-1 0-1 0 0,1-1 1 0 0,0 1-1 0 0,-1 0 1 0 0,1-1 0 0 0,1 1-1 0 0,-1 0 1 0 0,0-1 0 0 0,0 1-1 0 0,1 0 1 0 0,0-1-1 0 0,-1 1 1 0 0,3-4 0 0 0,-3 5 569 0 0</inkml:trace>
</inkml:ink>
</file>

<file path=ppt/ink/ink9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6:27.1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56 2220 0 0,'0'0'5269'0'0,"5"-19"2604"0"0,-3 12-8093 0 0,-1 6 270 0 0,6-15 1197 0 0,-1 3-284 0 0</inkml:trace>
</inkml:ink>
</file>

<file path=ppt/ink/ink9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6:27.8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63 0 3340 0 0,'-3'1'2316'0'0,"-50"11"6432"0"0,51-11-7928 0 0,-3-1 294 0 0,17 3-850 0 0,60-8-131 0 0,3-1-2522 0 0,-28 5-5016 0 0</inkml:trace>
</inkml:ink>
</file>

<file path=ppt/ink/ink9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6:28.0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80 33 1480 0 0,'-77'53'11777'0'0,"76"-52"-11445"0"0,1-1-312 0 0,0 0 0 0 0,0 1 0 0 0,0-1 0 0 0,0 0 0 0 0,1 0 0 0 0,-1 0 0 0 0,0 0-1 0 0,0 0 1 0 0,0 0 0 0 0,0 0 0 0 0,0 0 0 0 0,0 1 0 0 0,0-1 0 0 0,0 0 0 0 0,0 0 0 0 0,0 0-1 0 0,0 0 1 0 0,0 0 0 0 0,0 0 0 0 0,0 1 0 0 0,0-1 0 0 0,0 0 0 0 0,0 0 0 0 0,0 0 0 0 0,0 0 0 0 0,0 0-1 0 0,0 0 1 0 0,0 0 0 0 0,0 1 0 0 0,-1-1 0 0 0,1 0 0 0 0,0 0 0 0 0,0 0 0 0 0,0 0 0 0 0,0 0-1 0 0,0 0 1 0 0,0 0 0 0 0,0 0 0 0 0,0 0 0 0 0,0 0 0 0 0,0 1 0 0 0,-1-1 0 0 0,1 0 0 0 0,0 0 0 0 0,0 0-1 0 0,0 0 1 0 0,0 0 0 0 0,0 0 0 0 0,0 0 0 0 0,0 0 0 0 0,-1 0 0 0 0,13 5 197 0 0,3-5-255 0 0,-1 0 0 0 0,1-2-1 0 0,0 1 1 0 0,-1-2 0 0 0,0 0 0 0 0,15-5-1 0 0,6-1-820 0 0,159-43-6250 0 0,-135 34 2908 0 0</inkml:trace>
</inkml:ink>
</file>

<file path=ppt/ink/ink9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6:45.0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35 477 400 0 0,'0'0'1734'0'0,"2"0"-1092"0"0,11 1 1577 0 0,1 1 1667 0 0,-12-1-3488 0 0,1-1 0 0 0,-1 0 0 0 0,1 0 0 0 0,0 0 1 0 0,-1 0-1 0 0,1 0 0 0 0,-1 0 0 0 0,1-1 0 0 0,0 1 0 0 0,-1-1 0 0 0,1 0 1 0 0,-1 0-1 0 0,0 0 0 0 0,1 0 0 0 0,-1 0 0 0 0,8-6 3701 0 0,-11 4-3889 0 0,0 1 0 0 0,0 0 0 0 0,0 0-1 0 0,0-1 1 0 0,-1 1 0 0 0,1 0 0 0 0,-1 1-1 0 0,1-1 1 0 0,-4-3 0 0 0,-1-1 0 0 0,-16-15 462 0 0,-38-49-1 0 0,58 66-655 0 0,1-1 0 0 0,-1 0-1 0 0,1 0 1 0 0,0 0 0 0 0,0 0-1 0 0,1 0 1 0 0,-1 0 0 0 0,1 0-1 0 0,0-5 1 0 0,2 0-11 0 0,1 0 0 0 0,0 1 0 0 0,0-1 0 0 0,1 1 0 0 0,0-1 0 0 0,0 1 0 0 0,1 0 0 0 0,1 1 0 0 0,6-10 1 0 0,-2 6-17 0 0,1 0 0 0 0,0 1 1 0 0,1 0-1 0 0,0 1 1 0 0,18-12-1 0 0,-9 9 6 0 0,1 0-1 0 0,0 2 0 0 0,1 0 0 0 0,1 2 1 0 0,40-12-1 0 0,-24 12-13 0 0,1 1 1 0 0,70-4-1 0 0,-98 11 5 0 0,34 2 30 0 0,-22 0-1 0 0,56 3-53 0 0,-36-5 90 0 0,21-7-219 0 0,-63 7 18 0 0,-1 1-146 0 0,22 0-4458 0 0,-49 25-5399 0 0</inkml:trace>
</inkml:ink>
</file>

<file path=ppt/ink/ink9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6:46.1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8 203 332 0 0,'0'0'1032'0'0,"-7"-33"4692"0"0,7 27-4315 0 0,0-1 0 0 0,0 1-1 0 0,0-1 1 0 0,2-9 1765 0 0,20 31-3160 0 0,3-6-10 0 0,2-1-1 0 0,-1-2 1 0 0,44 6 0 0 0,86 1 59 0 0,-127-12 37 0 0,0 0-1 0 0,0-2 1 0 0,0-2-1 0 0,0 0 1 0 0,48-13-1 0 0,-67 12-37 0 0,-2-1-1 0 0,1 0 1 0 0,0 0 0 0 0,-1-1-1 0 0,0 0 1 0 0,-1 0-1 0 0,1-1 1 0 0,-1 0 0 0 0,0 0-1 0 0,7-12 1 0 0,-7 12-36 0 0,53-67 137 0 0,-55 63-335 0 0</inkml:trace>
</inkml:ink>
</file>

<file path=ppt/ink/ink9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6:57.5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114 271 720 0 0,'13'-9'1937'0'0,"6"-8"-266"0"0,-12 11-1264 0 0,1-1-1 0 0,-1 1 0 0 0,-1-1 0 0 0,0-1 1 0 0,0 1-1 0 0,6-10 0 0 0,0-2 659 0 0,-10 16-848 0 0,0 0-1 0 0,0 1 1 0 0,-1-1-1 0 0,1 0 1 0 0,-1 0-1 0 0,1 0 1 0 0,-1 0-1 0 0,1-5 1 0 0,1-4 676 0 0,0 0 0 0 0,8-17 0 0 0,-11 29-890 0 0,1-2 235 0 0,6-30 1525 0 0,9-12-669 0 0,-16 42-890 0 0,5-2-172 0 0,-24 119 405 0 0,-64 214 0 0 0,13-69 655 0 0,-15 191-771 0 0,71-335 86 0 0,28-130-5310 0 0,-5 2 259 0 0</inkml:trace>
</inkml:ink>
</file>

<file path=ppt/ink/ink9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6:58.4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58 244 1644 0 0,'-34'-26'7055'0'0,"32"25"-6596"0"0,0-1-70 0 0,1 1 0 0 0,-1-1-1 0 0,0 0 1 0 0,1 1 0 0 0,-1-1 0 0 0,1 0 0 0 0,0 0-1 0 0,-1 0 1 0 0,1 0 0 0 0,-1-4 0 0 0,1 3-236 0 0,0 0 0 0 0,0 0 0 0 0,1 0 0 0 0,-1 0 0 0 0,1 0 1 0 0,0 0-1 0 0,0 0 0 0 0,0 0 0 0 0,0 0 0 0 0,1 0 0 0 0,0-3 1 0 0,-1 1-81 0 0,1 2-54 0 0,0 0 0 0 0,1-1 0 0 0,-1 1 0 0 0,0 0 0 0 0,1 0 0 0 0,0 0 1 0 0,0 0-1 0 0,0 0 0 0 0,0 1 0 0 0,0-1 0 0 0,3-2 0 0 0,29-26 18 0 0,-34 31-37 0 0,12-10-3 0 0,0 2 0 0 0,0-1-1 0 0,1 2 1 0 0,-1 0 0 0 0,2 0-1 0 0,-1 1 1 0 0,1 1 0 0 0,0 0-1 0 0,0 1 1 0 0,0 1 0 0 0,25-4 0 0 0,-20 6-8 0 0,0 1 0 0 0,0 0 0 0 0,0 1 0 0 0,0 1 1 0 0,0 1-1 0 0,-1 0 0 0 0,1 2 0 0 0,29 10 0 0 0,-26-7-3 0 0,-12-5 16 0 0,-1 0-1 0 0,0 1 1 0 0,0 0 0 0 0,0 0 0 0 0,11 7 0 0 0,-17-9-94 0 0,0 1 0 0 0,0-1 0 0 0,0 0 0 0 0,-1 1 1 0 0,1-1-1 0 0,-1 1 0 0 0,1 0 0 0 0,-1 0 0 0 0,0 0 0 0 0,0 0 0 0 0,3 7 0 0 0,-4-8-146 0 0,0 0-1 0 0,-1 1 1 0 0,0-1-1 0 0,1 0 1 0 0,-1 0-1 0 0,0 1 1 0 0,0-1-1 0 0,0 0 1 0 0,0 1-1 0 0,-1-1 1 0 0,1 0-1 0 0,-1 0 1 0 0,0 3-1 0 0,-9 11-4339 0 0</inkml:trace>
</inkml:ink>
</file>

<file path=ppt/ink/ink9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6:59.5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83 65 216 0 0,'15'-27'7831'0'0,"-3"16"-6487"0"0,-11 10-899 0 0,25-25 4764 0 0,-25 28-5281 0 0,-1 0 68 0 0,1 0-1 0 0,-1 0 0 0 0,1 0 0 0 0,-1 0 1 0 0,0 0-1 0 0,1 0 0 0 0,-1 0 1 0 0,0 0-1 0 0,0 0 0 0 0,-1 3 0 0 0,-51 401 362 0 0,36-334-340 0 0,-38 208 171 0 0,49-242-910 0 0,-1 9-2316 0 0,-1-17-3191 0 0</inkml:trace>
</inkml:ink>
</file>

<file path=ppt/ink/ink9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6:59.9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111 1 172 0 0,'-74'14'6178'0'0,"72"-13"-5919"0"0,1-1-178 0 0,0 1 0 0 0,0-1-1 0 0,0 1 1 0 0,0-1 0 0 0,0 0 0 0 0,0 1 0 0 0,0 0 0 0 0,0-1 0 0 0,0 1 0 0 0,1-1 0 0 0,-1 1 0 0 0,0 0 0 0 0,0 0 0 0 0,1-1 0 0 0,-1 1 0 0 0,0 0 0 0 0,1 0 0 0 0,-1 0 0 0 0,1 0 0 0 0,-1 2 0 0 0,-12 22 1828 0 0,12-21-1778 0 0,0 0-1 0 0,0 0 1 0 0,1 0-1 0 0,-1 0 1 0 0,1 0-1 0 0,0 0 1 0 0,0 0-1 0 0,0 0 1 0 0,0 0 0 0 0,1 0-1 0 0,-1 0 1 0 0,1 0-1 0 0,0 0 1 0 0,1 0-1 0 0,-1 0 1 0 0,0-1-1 0 0,1 1 1 0 0,0 0-1 0 0,0-1 1 0 0,0 1-1 0 0,1-1 1 0 0,-1 0-1 0 0,1 0 1 0 0,-1 0-1 0 0,1 0 1 0 0,0 0-1 0 0,5 3 1 0 0,1 1 3 0 0,1-1 0 0 0,-1 0 1 0 0,1-1-1 0 0,0 0 0 0 0,0 0 0 0 0,0-1 0 0 0,1-1 0 0 0,0 1 1 0 0,11 1-1 0 0,18 1-40 0 0,1-2 0 0 0,-1-2 0 0 0,1-1 0 0 0,0-2 0 0 0,-1-2 0 0 0,0-2 0 0 0,1-1 0 0 0,61-19 0 0 0,-62 13-14 0 0,66-31 0 0 0,-100 41-80 0 0,9-9-2988 0 0</inkml:trace>
</inkml:ink>
</file>

<file path=ppt/ink/ink9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7:00.1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97 54 720 0 0,'-19'-6'2992'0'0,"9"0"-903"0"0,2 1-449 0 0,-2 0 692 0 0,-6-5-1104 0 0,3 3-1204 0 0,3-1-852 0 0,-1 1-3288 0 0</inkml:trace>
</inkml:ink>
</file>

<file path=ppt/ink/ink9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7:03.0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55 656 0 0,'0'0'1334'0'0,"9"-32"5782"0"0,-4 13-3983 0 0,-3 16-2231 0 0,-1 14-858 0 0,0 56 9 0 0,-8 198 254 0 0,3-228-528 0 0,-3 31-117 0 0,6-20-6159 0 0,1-32 2412 0 0</inkml:trace>
</inkml:ink>
</file>

<file path=ppt/ink/ink9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7:03.3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30 1880 0 0,'12'-29'13108'0'0,"-8"50"-11050"0"0,-1 24-1853 0 0,-24 196-495 0 0,11-161-9387 0 0</inkml:trace>
</inkml:ink>
</file>

<file path=ppt/ink/ink9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7:03.6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62 50 2624 0 0,'3'-49'14052'0'0,"-4"50"-13992"0"0,1 0 1 0 0,-1 1-1 0 0,1-1 1 0 0,-1 0-1 0 0,1 0 1 0 0,-1 1-1 0 0,1-1 1 0 0,0 0-1 0 0,0 1 1 0 0,-1-1-1 0 0,1 3 1 0 0,-1 4 145 0 0,-37 247 797 0 0,35-238-1330 0 0,-11 59-3146 0 0,11-28-4561 0 0</inkml:trace>
</inkml:ink>
</file>

<file path=ppt/ink/ink9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7:03.9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 88 1908 0 0,'-46'-88'14344'0'0,"49"89"-14181"0"0,11 6-88 0 0,-1 0 1 0 0,0 1 0 0 0,0 0-1 0 0,-1 1 1 0 0,0 0 0 0 0,15 17-1 0 0,-17-17-37 0 0,14 14 33 0 0,0 2 0 0 0,-2 0 0 0 0,-1 1 0 0 0,-1 2 0 0 0,-1 0 0 0 0,-1 1 0 0 0,-2 0 1 0 0,-1 2-1 0 0,-1 0 0 0 0,-2 0 0 0 0,-1 1 0 0 0,-1 1 0 0 0,-2 0 0 0 0,-2 0 0 0 0,0 0 1 0 0,-3 1-1 0 0,0 0 0 0 0,-5 55 0 0 0,-3-35-121 0 0,-3-1 1 0 0,-2 0-1 0 0,-30 92 0 0 0,1-48-2806 0 0,-7-4-3836 0 0,26-60 510 0 0</inkml:trace>
</inkml:ink>
</file>

<file path=ppt/ink/ink9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7:30.8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636 214 1864 0 0,'-11'-6'6501'0'0,"4"11"-6233"0"0,0 1 0 0 0,1-1 0 0 0,0 1-1 0 0,0 0 1 0 0,0 1 0 0 0,0 0 0 0 0,1 0 0 0 0,1 0-1 0 0,-8 13 1 0 0,-14 20 567 0 0,21-34-303 0 0,4-5-464 0 0,1-1 0 0 0,0 1 0 0 0,0-1 0 0 0,0 0 0 0 0,0 1 0 0 0,-1-1 0 0 0,1 1 1 0 0,0-1-1 0 0,0 0 0 0 0,-1 1 0 0 0,1-1 0 0 0,0 0 0 0 0,-1 1 0 0 0,1-1 0 0 0,0 0 0 0 0,-1 1 0 0 0,1-1 0 0 0,0 0 1 0 0,-1 0-1 0 0,1 1 0 0 0,-1-1 0 0 0,1 0 0 0 0,-1 0 0 0 0,1 0 0 0 0,0 0 0 0 0,-1 0 0 0 0,1 1 0 0 0,-1-1 0 0 0,1 0 0 0 0,-1 0 1 0 0,1 0-1 0 0,-1 0 0 0 0,1 0 0 0 0,-1-1 0 0 0,1 1 0 0 0,0 0 0 0 0,-1 0 0 0 0,1 0 0 0 0,-1 0 0 0 0,1 0 0 0 0,-1-1 1 0 0,1 1-1 0 0,0 0 0 0 0,-1 0 0 0 0,1-1 0 0 0,-1 1 0 0 0,1 0 0 0 0,-1-1 0 0 0,1 0-43 0 0,-1-1 0 0 0,0 0-1 0 0,0 1 1 0 0,1-1 0 0 0,-1 0 0 0 0,1 0 0 0 0,-1 1-1 0 0,1-1 1 0 0,0 0 0 0 0,-1 0 0 0 0,1 0 0 0 0,0 0-1 0 0,0 1 1 0 0,1-3 0 0 0,-1-1 28 0 0,0-29-32 0 0,1 0-1 0 0,2 0 0 0 0,1 1 1 0 0,2-1-1 0 0,1 1 0 0 0,13-36 0 0 0,-19 66-28 0 0,0 0-1 0 0,0 0 0 0 0,0 0 0 0 0,0 0 1 0 0,1 1-1 0 0,-1-1 0 0 0,1 1 0 0 0,2-4 1 0 0,-4 6 5 0 0,0-1 1 0 0,0 1 0 0 0,1 0-1 0 0,-1 0 1 0 0,0 0 0 0 0,1-1 0 0 0,-1 1-1 0 0,0 0 1 0 0,1 0 0 0 0,-1 0-1 0 0,0 0 1 0 0,1-1 0 0 0,-1 1-1 0 0,0 0 1 0 0,1 0 0 0 0,-1 0 0 0 0,0 0-1 0 0,1 0 1 0 0,-1 0 0 0 0,0 0-1 0 0,1 0 1 0 0,-1 0 0 0 0,1 0 0 0 0,-1 0-1 0 0,0 0 1 0 0,1 0 0 0 0,-1 1-1 0 0,1-1-1 0 0,0 1 0 0 0,0 0-1 0 0,0 0 1 0 0,0 0 0 0 0,0 0-1 0 0,0 0 1 0 0,0 0 0 0 0,-1 0-1 0 0,1 0 1 0 0,0 0 0 0 0,-1 0-1 0 0,2 2 1 0 0,2 9 3 0 0,1 0-1 0 0,-1 1 0 0 0,-1-1 1 0 0,0 1-1 0 0,1 16 0 0 0,1 67 72 0 0,-4-69-39 0 0,0 21-34 0 0,-2 0 0 0 0,-3 0 1 0 0,-1 0-1 0 0,-15 57 0 0 0,15-81 151 0 0,-2-1-1 0 0,-1 0 0 0 0,0-1 0 0 0,-2 0 1 0 0,-1 0-1 0 0,0-1 0 0 0,-2 0 0 0 0,0-1 1 0 0,-1 0-1 0 0,-23 23 0 0 0,30-36 9 0 0,0-1 0 0 0,-1 0 0 0 0,1 0 0 0 0,-1 0 0 0 0,-1-1 0 0 0,1 0-1 0 0,-1-1 1 0 0,0 0 0 0 0,0 0 0 0 0,0-1 0 0 0,0 0 0 0 0,0-1 0 0 0,-1 1 0 0 0,1-2 0 0 0,-1 0 0 0 0,0 0 0 0 0,-11-1 0 0 0,-12-2 39 0 0,0-3 0 0 0,1 0 0 0 0,-60-19 1 0 0,23 5-326 0 0,53 14-1945 0 0,41-2-5962 0 0,-7 5 4417 0 0,-3 0-1513 0 0</inkml:trace>
</inkml:ink>
</file>

<file path=ppt/ink/ink9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7:31.3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362 95 2532 0 0,'38'-89'13611'0'0,"-37"87"-13176"0"0,5-2 357 0 0,-5 7-579 0 0,-1 1-188 0 0,2 53 637 0 0,-3 0 0 0 0,-16 110 0 0 0,8-88-486 0 0,-51 372 337 0 0,-7 60-188 0 0,59-440-293 0 0,3 0-1 0 0,4 0 1 0 0,11 115 0 0 0,-10-185-31 0 0,8 39 62 0 0,-7-37-56 0 0,0-1 1 0 0,0 1 0 0 0,0-1 0 0 0,0 1-1 0 0,1-1 1 0 0,-1 1 0 0 0,0-1 0 0 0,1 0-1 0 0,0 0 1 0 0,0 1 0 0 0,-1-1 0 0 0,4 2-1 0 0,8 0 15 0 0,-6-4-16 0 0,-1 0 0 0 0,1-1 0 0 0,-1 0 0 0 0,1-1 1 0 0,-1 1-1 0 0,0-1 0 0 0,0 0 0 0 0,1-1 1 0 0,-1 0-1 0 0,-1 0 0 0 0,1 0 0 0 0,0 0 1 0 0,-1-1-1 0 0,0 0 0 0 0,0 0 0 0 0,5-6 0 0 0,6-5 13 0 0,-1 0 1 0 0,0-2-1 0 0,20-29 0 0 0,-29 37-16 0 0,0-1 0 0 0,0 0 0 0 0,-1 0 0 0 0,0 0 0 0 0,-1-1 0 0 0,0 0 0 0 0,-1 0 1 0 0,0 0-1 0 0,-1 0 0 0 0,0 0 0 0 0,-1 0 0 0 0,1-18 0 0 0,-3 19-9 0 0,0 0-1 0 0,-1 0 0 0 0,0 0 0 0 0,0 0 0 0 0,-1 0 1 0 0,0 0-1 0 0,-1 1 0 0 0,0-1 0 0 0,-1 1 1 0 0,0 0-1 0 0,0 0 0 0 0,-1 1 0 0 0,-13-16 1 0 0,0 3 0 0 0,-2 1 1 0 0,0 1 0 0 0,-1 1-1 0 0,-1 1 1 0 0,-29-16 0 0 0,-131-61 147 0 0,98 53 178 0 0,82 40-325 0 0,1-1 0 0 0,-1 1-1 0 0,1 0 1 0 0,-1-1 0 0 0,1 1-1 0 0,0-1 1 0 0,-1 0-1 0 0,1 0 1 0 0,0 0 0 0 0,0 0-1 0 0,0 0 1 0 0,1 0 0 0 0,-1-1-1 0 0,0 1 1 0 0,1-1 0 0 0,0 1-1 0 0,-1-1 1 0 0,1 1 0 0 0,0-1-1 0 0,0 0 1 0 0,0-4-1 0 0,1 3-132 0 0,0 0 0 0 0,0 0-1 0 0,0 0 1 0 0,1 0 0 0 0,0 0-1 0 0,0 0 1 0 0,0 1 0 0 0,0-1-1 0 0,1 0 1 0 0,-1 0 0 0 0,1 1-1 0 0,0-1 1 0 0,0 1-1 0 0,1-1 1 0 0,2-2 0 0 0,11-15-2181 0 0,1 1 0 0 0,1 0 0 0 0,31-25 0 0 0,-3 6-5149 0 0</inkml:trace>
</inkml:ink>
</file>

<file path=ppt/ink/ink9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7:32.3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31 814 1908 0 0,'-31'34'11894'0'0,"38"-40"-11559"0"0,12-15-103 0 0,-2 0 0 0 0,0-1 1 0 0,-1 0-1 0 0,-1-2 1 0 0,12-25-1 0 0,53-134-196 0 0,-59 130 24 0 0,45-117-103 0 0,36-83-48 0 0,-101 251 87 0 0,0 0 1 0 0,0 1-1 0 0,0-1 1 0 0,0 0-1 0 0,0 1 0 0 0,0-1 1 0 0,1 1-1 0 0,-1-1 1 0 0,0 1-1 0 0,1-1 1 0 0,-1 1-1 0 0,3-2 1 0 0,-3 3 2 0 0,0 0 0 0 0,-1 0 1 0 0,1-1-1 0 0,0 1 0 0 0,0 0 0 0 0,0 0 1 0 0,-1 0-1 0 0,1 0 0 0 0,0 0 0 0 0,0 0 1 0 0,-1 0-1 0 0,1 0 0 0 0,0 0 1 0 0,0 0-1 0 0,0 1 0 0 0,-1-1 0 0 0,1 0 1 0 0,0 0-1 0 0,-1 1 0 0 0,1-1 1 0 0,0 1-1 0 0,-1-1 0 0 0,1 0 0 0 0,0 1 1 0 0,-1-1-1 0 0,1 1 0 0 0,-1-1 1 0 0,1 1-1 0 0,-1 0 0 0 0,1-1 0 0 0,-1 1 1 0 0,1 0-1 0 0,-1-1 0 0 0,1 1 1 0 0,-1 0-1 0 0,0 0 0 0 0,10 16 28 0 0,-2 1 0 0 0,0 0-1 0 0,-1 0 1 0 0,0 1 0 0 0,6 36 0 0 0,9 103 376 0 0,-20-138-350 0 0,12 426 774 0 0,-15-362-307 0 0,1-82-326 0 0,2-7-164 0 0,-1 0 0 0 0,0-1 0 0 0,0 0 0 0 0,-1 1 0 0 0,0-1 0 0 0,0-7 0 0 0,-2-14-50 0 0,-1 1 0 0 0,-1-1 0 0 0,-1 1 0 0 0,-12-35 0 0 0,13 49-21 0 0,-1 0 1 0 0,0 1-1 0 0,0 0 0 0 0,-1 0 1 0 0,0 0-1 0 0,-1 1 0 0 0,-1 0 0 0 0,0 0 1 0 0,0 1-1 0 0,0 0 0 0 0,-18-14 1 0 0,19 19 20 0 0,0 0 1 0 0,-1 0 0 0 0,1 1 0 0 0,-1 0 0 0 0,0 1 0 0 0,0 0 0 0 0,0 0 0 0 0,0 0-1 0 0,0 1 1 0 0,0 0 0 0 0,0 1 0 0 0,-1 0 0 0 0,1 0 0 0 0,0 0 0 0 0,0 1-1 0 0,0 1 1 0 0,0-1 0 0 0,0 1 0 0 0,0 1 0 0 0,0 0 0 0 0,0 0 0 0 0,-12 7 0 0 0,19-10 18 0 0,0 0 0 0 0,1 1 0 0 0,-1-1 0 0 0,1 0 0 0 0,-1 1 0 0 0,1-1 0 0 0,-1 0 0 0 0,1 1 0 0 0,-1-1 0 0 0,1 1 0 0 0,-1-1 0 0 0,1 1 0 0 0,-1-1 0 0 0,1 1 0 0 0,0-1 0 0 0,-1 1 1 0 0,1-1-1 0 0,0 1 0 0 0,-1 0 0 0 0,1-1 0 0 0,0 1 0 0 0,0 0 0 0 0,0-1 0 0 0,0 1 0 0 0,-1-1 0 0 0,1 1 0 0 0,0 0 0 0 0,0-1 0 0 0,0 1 0 0 0,0 0 0 0 0,1-1 0 0 0,-1 1 0 0 0,0 0 0 0 0,0 0 1 0 0,1 0 1 0 0,-1 0 0 0 0,1-1 0 0 0,0 1 0 0 0,-1 0-1 0 0,1-1 1 0 0,0 1 0 0 0,0 0 0 0 0,-1-1 0 0 0,1 1 0 0 0,0-1 0 0 0,0 0 0 0 0,0 1 0 0 0,0-1 0 0 0,0 0 0 0 0,0 1 0 0 0,-1-1 0 0 0,1 0 0 0 0,0 0 0 0 0,0 0 0 0 0,0 0 0 0 0,0 0 0 0 0,0 0 0 0 0,0 0 0 0 0,0 0 0 0 0,2 0 0 0 0,289-64-2124 0 0,-197 39-1138 0 0,-35 10-447 0 0,0 1-1548 0 0</inkml:trace>
</inkml:ink>
</file>

<file path=ppt/ink/ink9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7:32.9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105 83 1976 0 0,'-2'-10'2146'0'0,"0"1"1"0"0,1 0-1 0 0,0 0 0 0 0,0-12 0 0 0,1 19-1542 0 0,-3-20 3303 0 0,0 28-3763 0 0,-1 1 0 0 0,1-1 0 0 0,0 1 0 0 0,1 0 0 0 0,0 0 0 0 0,0 0 0 0 0,0 0 0 0 0,0 10 0 0 0,-4 8 15 0 0,-58 255-325 0 0,63-278 14 0 0,1 0 0 0 0,0 0 0 0 0,-1 0 0 0 0,1 0 0 0 0,0 0-1 0 0,0-1 1 0 0,0 1 0 0 0,1 0 0 0 0,-1 0 0 0 0,0 0 0 0 0,1 0 0 0 0,-1-1 0 0 0,2 4 0 0 0,-2-4 34 0 0,1 0-1 0 0,-1-1 1 0 0,1 1 0 0 0,-1-1 0 0 0,1 0 0 0 0,-1 1 0 0 0,1-1 0 0 0,-1 1 0 0 0,1-1-1 0 0,-1 0 1 0 0,1 1 0 0 0,0-1 0 0 0,-1 0 0 0 0,1 0 0 0 0,0 1 0 0 0,-1-1-1 0 0,1 0 1 0 0,0 0 0 0 0,-1 0 0 0 0,1 0 0 0 0,0 0 0 0 0,-1 0 0 0 0,1 0 0 0 0,0 0-1 0 0,0 0 1 0 0,3-1-677 0 0,1-1 0 0 0,-1 1 1 0 0,0-1-1 0 0,1 0 0 0 0,-1 0 0 0 0,0 0 0 0 0,0-1 0 0 0,6-4 0 0 0,4-5-2953 0 0</inkml:trace>
</inkml:ink>
</file>

<file path=ppt/ink/ink9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7:33.4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139 94 616 0 0,'83'-86'15083'0'0,"-78"78"-13225"0"0,-25 18-1714 0 0,1 2 0 0 0,1-1 1 0 0,0 2-1 0 0,-27 25 0 0 0,1-2-90 0 0,41-34-47 0 0,0 1 0 0 0,0 0 0 0 0,0-1 0 0 0,1 1 0 0 0,-1 0 0 0 0,1 0 0 0 0,0 1 1 0 0,0-1-1 0 0,0 0 0 0 0,0 1 0 0 0,-1 3 0 0 0,3-6-4 0 0,0 0-1 0 0,0-1 1 0 0,0 1-1 0 0,0 0 1 0 0,1-1 0 0 0,-1 1-1 0 0,0 0 1 0 0,1-1-1 0 0,-1 1 1 0 0,0-1 0 0 0,1 1-1 0 0,-1 0 1 0 0,0-1-1 0 0,1 1 1 0 0,-1-1-1 0 0,1 1 1 0 0,-1-1 0 0 0,1 0-1 0 0,-1 1 1 0 0,1-1-1 0 0,0 1 1 0 0,-1-1 0 0 0,1 0-1 0 0,-1 0 1 0 0,1 1-1 0 0,0-1 1 0 0,-1 0 0 0 0,1 0-1 0 0,0 0 1 0 0,1 1-1 0 0,-2-1 2 0 0,7 2-7 0 0,-1 0 0 0 0,1 0 0 0 0,0 0 1 0 0,0-1-1 0 0,0 0 0 0 0,12 0 0 0 0,2 0-20 0 0,2 2 20 0 0,55 9-7 0 0,-70-10 8 0 0,0 1 0 0 0,0 0 0 0 0,0 0 0 0 0,0 0 0 0 0,-1 1 0 0 0,1 0 0 0 0,8 6 0 0 0,-15-9 8 0 0,0 0-1 0 0,1 0 1 0 0,-1 0-1 0 0,0 1 1 0 0,0-1-1 0 0,0 0 1 0 0,0 1-1 0 0,0-1 1 0 0,0 0-1 0 0,0 1 1 0 0,0-1-1 0 0,0 1 1 0 0,-1 0-1 0 0,1-1 1 0 0,-1 1-1 0 0,1-1 1 0 0,-1 1-1 0 0,1 0 1 0 0,-1-1-1 0 0,0 3 1 0 0,0-1 41 0 0,-1 0 1 0 0,1 1 0 0 0,-1-1-1 0 0,1 0 1 0 0,-1 0 0 0 0,0 0 0 0 0,0-1-1 0 0,-1 1 1 0 0,1 0 0 0 0,-3 4 0 0 0,-1 0 73 0 0,-1 1 1 0 0,0-1 0 0 0,0 0 0 0 0,0-1 0 0 0,-1 1 0 0 0,-11 7 0 0 0,7-7-5 0 0,-1 1-1 0 0,0-2 0 0 0,-1 1 1 0 0,0-2-1 0 0,0 0 0 0 0,0 0 1 0 0,-25 4-1 0 0,32-8-347 0 0,-1 0-1 0 0,1-1 1 0 0,-1 1-1 0 0,1-1 1 0 0,0-1-1 0 0,-1 0 1 0 0,1 1-1 0 0,-10-4 1 0 0,13 3-380 0 0,-1 0 0 0 0,0-1 1 0 0,1 0-1 0 0,-1 0 0 0 0,1 0 0 0 0,-1 0 1 0 0,1 0-1 0 0,0-1 0 0 0,0 1 0 0 0,0-1 1 0 0,0 0-1 0 0,1 0 0 0 0,-1 0 0 0 0,-3-5 1 0 0,-3-9-6596 0 0</inkml:trace>
</inkml:ink>
</file>

<file path=ppt/ink/ink9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7:33.6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72 1700 0 0,'-2'-33'8311'0'0,"1"6"-4859"0"0,1 25-3061 0 0,0-8 237 0 0</inkml:trace>
</inkml:ink>
</file>

<file path=ppt/ink/ink9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7:34.4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319 145 1492 0 0,'3'-6'1089'0'0,"-1"0"-1"0"0,1 0 1 0 0,-1-1-1 0 0,0 1 1 0 0,-1-1 0 0 0,2-7-1 0 0,-3 9-788 0 0,0 1 1 0 0,1-1-1 0 0,-2 1 1 0 0,1-1-1 0 0,0 0 0 0 0,-1 1 1 0 0,0-1-1 0 0,0 1 0 0 0,0-1 1 0 0,-1 1-1 0 0,1 0 0 0 0,-1-1 1 0 0,0 1-1 0 0,0 0 1 0 0,-5-5-1 0 0,6 7-272 0 0,0 1 1 0 0,-1 0 0 0 0,1-1-1 0 0,-1 1 1 0 0,0 0-1 0 0,1 0 1 0 0,-1 0-1 0 0,0 0 1 0 0,0 0-1 0 0,0 0 1 0 0,0 0-1 0 0,0 1 1 0 0,0-1-1 0 0,1 1 1 0 0,-1-1-1 0 0,-1 1 1 0 0,1 0-1 0 0,0 0 1 0 0,0 0-1 0 0,0 0 1 0 0,0 0-1 0 0,0 0 1 0 0,0 1-1 0 0,0-1 1 0 0,0 1 0 0 0,0-1-1 0 0,0 1 1 0 0,1 0-1 0 0,-5 1 1 0 0,-2 2-15 0 0,1 0 1 0 0,-1 0-1 0 0,1 1 1 0 0,-1 0-1 0 0,-9 9 1 0 0,-5 8 13 0 0,1 2 0 0 0,2 0-1 0 0,0 1 1 0 0,1 1 0 0 0,1 1 0 0 0,2 0 0 0 0,1 1 0 0 0,-20 55 0 0 0,29-69-24 0 0,1 1 1 0 0,0-1-1 0 0,-3 30 1 0 0,6-40-1 0 0,0 0 0 0 0,1 0 0 0 0,0 0 1 0 0,0 0-1 0 0,1 1 0 0 0,-1-1 1 0 0,1 0-1 0 0,-1 0 0 0 0,1 0 0 0 0,1 0 1 0 0,-1 0-1 0 0,1 0 0 0 0,-1 0 1 0 0,1-1-1 0 0,0 1 0 0 0,0 0 1 0 0,1-1-1 0 0,-1 0 0 0 0,4 5 0 0 0,-3-6 2 0 0,0-1 0 0 0,0 1-1 0 0,1 0 1 0 0,-1-1 0 0 0,0 1 0 0 0,1-1-1 0 0,-1 0 1 0 0,0 0 0 0 0,1-1-1 0 0,0 1 1 0 0,-1-1 0 0 0,1 1-1 0 0,-1-1 1 0 0,1 0 0 0 0,-1 0 0 0 0,1-1-1 0 0,0 1 1 0 0,-1-1 0 0 0,5-1-1 0 0,8-2 23 0 0,0-1 0 0 0,26-12-1 0 0,-22 8-34 0 0,-1-2-1 0 0,-1 0 1 0 0,0-1 0 0 0,0-1-1 0 0,-1-1 1 0 0,-1-1-1 0 0,0 0 1 0 0,-1-1 0 0 0,21-29-1 0 0,-2-3 379 0 0,-2-2 0 0 0,32-69 0 0 0,-64 119-369 0 0,0-1 1 0 0,0 1-1 0 0,0 0 1 0 0,0-1-1 0 0,0 1 1 0 0,0 0-1 0 0,1-1 1 0 0,-1 1-1 0 0,0 0 1 0 0,0 0-1 0 0,0-1 1 0 0,1 1-1 0 0,-1 0 1 0 0,0 0-1 0 0,0-1 1 0 0,1 1-1 0 0,-1 0 1 0 0,0 0-1 0 0,0 0 1 0 0,1-1-1 0 0,-1 1 1 0 0,0 0-1 0 0,1 0 1 0 0,-1 0-1 0 0,0 0 1 0 0,1 0-1 0 0,-1 0 1 0 0,0-1-1 0 0,1 1 1 0 0,-1 0-1 0 0,7 9 39 0 0,0 22 6 0 0,-5-25-23 0 0,8 54-10 0 0,-8-42 29 0 0,2 1-1 0 0,-1-2 1 0 0,2 1 0 0 0,8 22 0 0 0,-10-35-61 0 0,-1 0 0 0 0,1 1-1 0 0,0-2 1 0 0,1 1 0 0 0,-1 0 0 0 0,1-1 0 0 0,0 1 0 0 0,0-1 0 0 0,0 0 0 0 0,1 0-1 0 0,-1-1 1 0 0,1 1 0 0 0,0-1 0 0 0,0 0 0 0 0,0 0 0 0 0,0-1 0 0 0,11 4 0 0 0,-5-3-566 0 0,1 0 0 0 0,0 0 0 0 0,-1-2 1 0 0,14 2-1 0 0,24-2-4378 0 0,-10-1-1295 0 0</inkml:trace>
</inkml:ink>
</file>

<file path=ppt/ink/ink9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7:35.1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346 140 1248 0 0,'6'-5'1567'0'0,"0"0"0"0"0,0-1 0 0 0,0 1 1 0 0,-1-1-1 0 0,0-1 0 0 0,5-7 0 0 0,-8 10-1201 0 0,0 0-1 0 0,0 1 1 0 0,0-1-1 0 0,-1 0 1 0 0,0 0 0 0 0,1 0-1 0 0,-1 0 1 0 0,-1 0-1 0 0,1-1 1 0 0,-1 1-1 0 0,1 0 1 0 0,-1 0 0 0 0,-1-5-1 0 0,1 7-325 0 0,-1 1 0 0 0,1 0 0 0 0,-1 0 1 0 0,0 0-1 0 0,1-1 0 0 0,-1 1 0 0 0,0 0 0 0 0,0 0 0 0 0,0 0 0 0 0,1 0 0 0 0,-1 0 0 0 0,0 1 0 0 0,-1-1 0 0 0,1 0 0 0 0,0 0 0 0 0,0 1 1 0 0,-2-2-1 0 0,-20-7 177 0 0,16 8-196 0 0,0 0-1 0 0,0 1 1 0 0,0-1 0 0 0,0 2 0 0 0,0-1-1 0 0,0 1 1 0 0,0 0 0 0 0,0 0 0 0 0,0 1-1 0 0,-11 4 1 0 0,-2 2 0 0 0,1 0-1 0 0,-24 15 1 0 0,42-23-21 0 0,-29 17 41 0 0,-39 30-1 0 0,61-40-35 0 0,-1 0-1 0 0,1 0 0 0 0,1 1 1 0 0,-1 0-1 0 0,1 0 1 0 0,1 1-1 0 0,-1 0 1 0 0,2 0-1 0 0,-6 11 0 0 0,7-7 1 0 0,5 0 20 0 0,0-11-24 0 0,0 0 1 0 0,0 0-1 0 0,0 0 0 0 0,1-1 0 0 0,-1 1 0 0 0,0 0 0 0 0,1-1 0 0 0,-1 1 0 0 0,1-1 0 0 0,0 1 0 0 0,0-1 1 0 0,-1 0-1 0 0,1 1 0 0 0,0-1 0 0 0,0 0 0 0 0,0 0 0 0 0,4 0 0 0 0,42 12-10 0 0,-24-8 1 0 0,-5 0 6 0 0,7 3-3 0 0,-1 0 0 0 0,27 13 0 0 0,-45-18 8 0 0,-1 0-1 0 0,0 1 1 0 0,0-1-1 0 0,0 1 1 0 0,0 1-1 0 0,-1-1 1 0 0,0 1-1 0 0,0 0 1 0 0,0 0-1 0 0,0 1 1 0 0,-1-1-1 0 0,0 1 1 0 0,4 6-1 0 0,-8-10 45 0 0,1 0 0 0 0,0 0 1 0 0,-1 1-1 0 0,1-1 0 0 0,-1 0 0 0 0,0 0 0 0 0,0 1 0 0 0,0-1 1 0 0,0 0-1 0 0,0 0 0 0 0,0 0 0 0 0,-1 1 0 0 0,1-1 0 0 0,-1 0 1 0 0,1 0-1 0 0,-1 0 0 0 0,0 0 0 0 0,0 0 0 0 0,0 0 0 0 0,0 0 1 0 0,0 0-1 0 0,0 0 0 0 0,-1 0 0 0 0,1 0 0 0 0,0-1 1 0 0,-1 1-1 0 0,0-1 0 0 0,-2 3 0 0 0,-5 4 246 0 0,0-1-1 0 0,-1 0 1 0 0,0-1 0 0 0,-10 6 0 0 0,12-9-164 0 0,0 0 1 0 0,0 0-1 0 0,0 0 1 0 0,0-1-1 0 0,-1 0 0 0 0,1-1 1 0 0,-1 0-1 0 0,1 0 1 0 0,0 0-1 0 0,-1-2 1 0 0,0 1-1 0 0,-15-3 1 0 0,3-1-390 0 0,-1-2 0 0 0,1 0 0 0 0,-33-15 1 0 0</inkml:trace>
</inkml:ink>
</file>

<file path=ppt/ink/ink9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7:35.7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296 170 1992 0 0,'3'-12'2038'0'0,"-1"1"-1"0"0,-1 0 1 0 0,0-1 0 0 0,0-20-1 0 0,-2 27-1617 0 0,1 0 1 0 0,-1 0-1 0 0,1-1 0 0 0,-1 1 0 0 0,-1 0 0 0 0,1 0 0 0 0,-1 0 1 0 0,0 1-1 0 0,0-1 0 0 0,0 0 0 0 0,-1 1 0 0 0,-5-9 0 0 0,6 12-367 0 0,0-1 0 0 0,0 0-1 0 0,0 0 1 0 0,0 1 0 0 0,0-1-1 0 0,0 1 1 0 0,0 0 0 0 0,0 0 0 0 0,0 0-1 0 0,-1 0 1 0 0,1 0 0 0 0,-1 0-1 0 0,1 0 1 0 0,0 1 0 0 0,-1-1-1 0 0,1 1 1 0 0,-4 0 0 0 0,1 0-12 0 0,-1 0 0 0 0,1 0 0 0 0,0 1 0 0 0,0 0 0 0 0,-1 0 0 0 0,1 1 0 0 0,-9 3 0 0 0,2 1-24 0 0,0 0 1 0 0,0 1 0 0 0,1 0 0 0 0,0 1-1 0 0,-18 15 1 0 0,18-12 2 0 0,1 0 0 0 0,1 0 1 0 0,0 1-1 0 0,1 0 0 0 0,0 0 0 0 0,0 1 0 0 0,1 0 1 0 0,1 1-1 0 0,0-1 0 0 0,-4 18 0 0 0,8-24-41 0 0,1 0-1 0 0,0 0 0 0 0,0-1 1 0 0,1 1-1 0 0,-1 0 1 0 0,1 0-1 0 0,1 0 0 0 0,-1 0 1 0 0,1 0-1 0 0,3 10 0 0 0,-2-12-66 0 0,0 0-1 0 0,0 0 0 0 0,1-1 1 0 0,-1 1-1 0 0,1 0 0 0 0,0-1 1 0 0,0 0-1 0 0,1 1 0 0 0,-1-1 0 0 0,1-1 1 0 0,0 1-1 0 0,0 0 0 0 0,0-1 1 0 0,10 6-1 0 0,-9-6-70 0 0,1 0 1 0 0,0 0-1 0 0,-1-1 0 0 0,2 1 1 0 0,-1-1-1 0 0,0-1 0 0 0,0 1 1 0 0,0-1-1 0 0,1 0 1 0 0,-1 0-1 0 0,1-1 0 0 0,-1 0 1 0 0,0 0-1 0 0,1 0 0 0 0,-1-1 1 0 0,1 0-1 0 0,-1 0 0 0 0,0-1 1 0 0,0 0-1 0 0,0 0 1 0 0,0 0-1 0 0,0-1 0 0 0,0 0 1 0 0,0 0-1 0 0,-1 0 0 0 0,1-1 1 0 0,5-5-1 0 0,0 0 128 0 0,0-2-1 0 0,0 1 0 0 0,-1-1 1 0 0,0-1-1 0 0,-1 0 1 0 0,0 0-1 0 0,-1-1 1 0 0,0 0-1 0 0,-1 0 0 0 0,8-23 1 0 0,-5 3 1992 0 0,6-34-1 0 0,-5 22 291 0 0,-11 43-1878 0 0,-2 5-334 0 0,0 1 0 0 0,0 0 0 0 0,0-1 0 0 0,0 1 0 0 0,1 0 0 0 0,-1 0 0 0 0,1 0 0 0 0,0 0 0 0 0,0 7 0 0 0,-3 7 69 0 0,-86 315 976 0 0,19-59-967 0 0,-19 74-17 0 0,85-315-1431 0 0,6-20-2769 0 0</inkml:trace>
</inkml:ink>
</file>

<file path=ppt/ink/ink9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7:36.2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41 150 2556 0 0,'-1'-149'16698'0'0,"-8"172"-16290"0"0,-17 121 134 0 0,23-121-494 0 0,2 0 0 0 0,0 0-1 0 0,2 0 1 0 0,4 29 0 0 0,-4-44-16 0 0,1 0-1 0 0,0 1 0 0 0,0-1 1 0 0,0-1-1 0 0,8 16 0 0 0,-9-21-24 0 0,1 1 0 0 0,-1-1 0 0 0,0 0-1 0 0,1 0 1 0 0,0-1 0 0 0,-1 1 0 0 0,1 0 0 0 0,0-1-1 0 0,0 1 1 0 0,0-1 0 0 0,0 1 0 0 0,0-1 0 0 0,0 0-1 0 0,0 0 1 0 0,0 0 0 0 0,0 0 0 0 0,1 0-1 0 0,-1 0 1 0 0,0-1 0 0 0,1 1 0 0 0,-1-1 0 0 0,1 1-1 0 0,-1-1 1 0 0,1 0 0 0 0,-1 0 0 0 0,5-1 0 0 0,6-1-112 0 0,1-1 0 0 0,0 0 1 0 0,-1-1-1 0 0,0 0 1 0 0,0-1-1 0 0,0-1 0 0 0,-1 0 1 0 0,1-1-1 0 0,-2 0 1 0 0,1-1-1 0 0,-1 0 1 0 0,18-17-1 0 0,-9 5-17 0 0,-2-1 0 0 0,0 0 0 0 0,-1-1 0 0 0,-1-1 0 0 0,21-40 0 0 0,7-30 1200 0 0,-38 83-1018 0 0,-3 15-30 0 0,-3 13-17 0 0,-18 60 37 0 0,11-52-54 0 0,-3 31 1 0 0,9-49-418 0 0,0 0 1 0 0,1-1 0 0 0,0 1 0 0 0,0 0 0 0 0,1 0 0 0 0,0 0 0 0 0,0 0 0 0 0,4 9-1 0 0,-4-14-28 0 0,0 0-1 0 0,0 0 1 0 0,1-1-1 0 0,0 1 1 0 0,-1-1-1 0 0,1 1 1 0 0,0-1-1 0 0,0 0 0 0 0,1 0 1 0 0,-1 0-1 0 0,0 0 1 0 0,1 0-1 0 0,-1 0 1 0 0,1 0-1 0 0,-1-1 1 0 0,1 0-1 0 0,0 1 0 0 0,0-1 1 0 0,0 0-1 0 0,0 0 1 0 0,5 1-1 0 0,14 3-3421 0 0</inkml:trace>
</inkml:ink>
</file>

<file path=ppt/ink/ink9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7:37.3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369 284 284 0 0,'8'-11'1635'0'0,"-1"0"-1"0"0,-1 0 1 0 0,0 0 0 0 0,0-1 0 0 0,4-14-1 0 0,-9 21-1269 0 0,1 1-1 0 0,-1 0 1 0 0,0-1-1 0 0,0 1 1 0 0,0-1-1 0 0,-1 1 1 0 0,0-1-1 0 0,0 1 1 0 0,0-1-1 0 0,0 1 1 0 0,-1 0-1 0 0,1-1 1 0 0,-1 1-1 0 0,-1-1 1 0 0,1 1-1 0 0,0 0 1 0 0,-1 0-1 0 0,-3-6 1 0 0,4 8-316 0 0,-1 1 1 0 0,1 0 0 0 0,0 0-1 0 0,-1 0 1 0 0,1 0 0 0 0,-1 0 0 0 0,0 0-1 0 0,1 0 1 0 0,-1 0 0 0 0,0 1 0 0 0,0-1-1 0 0,1 1 1 0 0,-1-1 0 0 0,0 1 0 0 0,0 0-1 0 0,0 0 1 0 0,1-1 0 0 0,-1 1-1 0 0,0 0 1 0 0,0 1 0 0 0,0-1 0 0 0,0 0-1 0 0,-2 1 1 0 0,-4 1 1 0 0,0 0 1 0 0,0 0-1 0 0,0 1 0 0 0,-8 3 1 0 0,-10 7-4 0 0,0 1 1 0 0,2 1 0 0 0,0 1-1 0 0,0 1 1 0 0,2 1-1 0 0,0 1 1 0 0,1 1 0 0 0,1 1-1 0 0,1 1 1 0 0,1 0-1 0 0,-17 28 1 0 0,29-40-37 0 0,1 1 1 0 0,0 0-1 0 0,0 0 0 0 0,-3 12 0 0 0,7-19-9 0 0,0 0-1 0 0,0-1 0 0 0,1 1 0 0 0,-1 0 0 0 0,1 0 0 0 0,0-1 0 0 0,0 1 1 0 0,0 0-1 0 0,0 0 0 0 0,1 0 0 0 0,-1-1 0 0 0,1 1 0 0 0,0 0 1 0 0,0-1-1 0 0,0 1 0 0 0,4 6 0 0 0,-4-9-2 0 0,1 1 1 0 0,-1 0-1 0 0,1 0 0 0 0,0-1 1 0 0,0 1-1 0 0,0-1 0 0 0,0 0 1 0 0,0 0-1 0 0,0 1 0 0 0,0-1 1 0 0,0 0-1 0 0,0-1 1 0 0,0 1-1 0 0,1 0 0 0 0,-1-1 1 0 0,0 1-1 0 0,0-1 0 0 0,1 1 1 0 0,-1-1-1 0 0,0 0 0 0 0,1 0 1 0 0,-1 0-1 0 0,0-1 0 0 0,1 1 1 0 0,3-1-1 0 0,2-1-9 0 0,1 0-1 0 0,-1-1 1 0 0,1 0-1 0 0,-1 0 1 0 0,13-8 0 0 0,-4 1-7 0 0,0-1 0 0 0,-1-1 1 0 0,-1 0-1 0 0,0-1 0 0 0,-1-1 0 0 0,13-16 1 0 0,-4 2-19 0 0,-1-2 0 0 0,23-43 0 0 0,7-35 1663 0 0,-50 106-1501 0 0,-2 9-119 0 0,0 0 0 0 0,-1 0 0 0 0,0-1 0 0 0,0 1 0 0 0,0 0-1 0 0,-1-1 1 0 0,1 1 0 0 0,-4 7 0 0 0,0 1-11 0 0,-2 10 37 0 0,1 1-1 0 0,-3 39 1 0 0,9-55-30 0 0,-1 1 0 0 0,1 0 0 0 0,1 0 0 0 0,-1-1 0 0 0,2 1 0 0 0,0 0 0 0 0,0-1 1 0 0,7 18-1 0 0,-8-25-5 0 0,0 0 0 0 0,1 0 1 0 0,-1 0-1 0 0,1 0 0 0 0,0 0 1 0 0,0-1-1 0 0,0 1 0 0 0,0-1 0 0 0,0 1 1 0 0,1-1-1 0 0,-1 0 0 0 0,1 0 1 0 0,-1 0-1 0 0,1 0 0 0 0,0-1 1 0 0,0 1-1 0 0,4 1 0 0 0,-3-2 2 0 0,0 0 0 0 0,0 0 0 0 0,0 0 0 0 0,1-1-1 0 0,-1 1 1 0 0,0-1 0 0 0,1 0 0 0 0,-1-1 0 0 0,0 1-1 0 0,0-1 1 0 0,8-2 0 0 0,-1 0-3 0 0,0-2 1 0 0,0 1-1 0 0,0-1 0 0 0,0-1 1 0 0,-1 0-1 0 0,0-1 0 0 0,0 0 1 0 0,14-13-1 0 0,-7 2 14 0 0,-2 0 1 0 0,0-1-1 0 0,-1-1 1 0 0,-1 0-1 0 0,-1 0 1 0 0,0-2-1 0 0,-2 1 0 0 0,-1-1 1 0 0,0-1-1 0 0,-2 1 1 0 0,0-2-1 0 0,-2 1 1 0 0,-1-1-1 0 0,0 1 1 0 0,-2-1-1 0 0,-1 0 0 0 0,-2-41 1 0 0,0 60-5 0 0,0-2-10 0 0,0 8 0 0 0,1-1 0 0 0,-1 0 0 0 0,0 0 0 0 0,1 1 0 0 0,-1-1 0 0 0,0 1-1 0 0,1-1 1 0 0,-1 0 0 0 0,1 1 0 0 0,-1-1 0 0 0,1 1 0 0 0,-1-1 0 0 0,1 1 0 0 0,-1-1 0 0 0,1 1 0 0 0,-1 0 0 0 0,1-1 0 0 0,0 1 0 0 0,-1-1 0 0 0,1 1 0 0 0,0 0 0 0 0,0-1-1 0 0,0 1 1 0 0,-1 0 0 0 0,1-1 0 0 0,0 1 0 0 0,0 0 0 0 0,0 0 0 0 0,0-1 0 0 0,0 1 0 0 0,0 1 0 0 0,2 5-1 0 0,1 1 0 0 0,-1-1 0 0 0,1 1 0 0 0,0-1 1 0 0,1 0-1 0 0,0 0 0 0 0,0 0 0 0 0,0-1 0 0 0,1 0 0 0 0,0 1 0 0 0,1-2 0 0 0,-1 1 0 0 0,1-1 1 0 0,0 1-1 0 0,0-1 0 0 0,1-1 0 0 0,-1 0 0 0 0,1 1 0 0 0,0-2 0 0 0,13 6 0 0 0,-10-5-10 0 0,1 0 1 0 0,0-1-1 0 0,0 0 0 0 0,1-1 0 0 0,-1 0 0 0 0,0-1 0 0 0,1 0 0 0 0,-1-1 0 0 0,1 0 0 0 0,-1-1 0 0 0,1 0 0 0 0,-1 0 0 0 0,0-2 0 0 0,12-3 0 0 0,-10 2 11 0 0,0-1 0 0 0,0-1 0 0 0,-1 0 0 0 0,0-1 0 0 0,0 0 0 0 0,0-1 0 0 0,-1-1 0 0 0,0 0 0 0 0,0 0 0 0 0,-1-1 0 0 0,-1 0 0 0 0,12-15 0 0 0,-21 25 1 0 0,0-1 0 0 0,0 1 0 0 0,0-1 0 0 0,0 1 0 0 0,1-1 0 0 0,-1 1 0 0 0,0 0 0 0 0,0-1 0 0 0,0 1-1 0 0,0-1 1 0 0,0 1 0 0 0,0-1 0 0 0,0 1 0 0 0,0-1 0 0 0,0 1 0 0 0,0-1 0 0 0,-1 1 0 0 0,1-1 0 0 0,0 1 0 0 0,0-1 0 0 0,0 1 0 0 0,-1 0 0 0 0,1-1 0 0 0,0 1 0 0 0,0-1 0 0 0,-1 1 0 0 0,1 0 0 0 0,0-1 0 0 0,-1 1 0 0 0,1 0 0 0 0,0-1-1 0 0,-1 1 1 0 0,1 0 0 0 0,-1 0 0 0 0,1-1 0 0 0,0 1 0 0 0,-1 0 0 0 0,1 0 0 0 0,-1 0 0 0 0,1-1 0 0 0,-1 1 0 0 0,1 0 0 0 0,-1 0 0 0 0,1 0 0 0 0,-1 0 0 0 0,1 0 0 0 0,0 0 0 0 0,-1 0 0 0 0,1 0 0 0 0,-1 0 0 0 0,1 0 0 0 0,-1 0 0 0 0,1 1-1 0 0,-1-1 1 0 0,1 0 0 0 0,-1 0 0 0 0,1 0 0 0 0,-1 1 0 0 0,-10 3 3 0 0,1 0 0 0 0,-1 1 0 0 0,1 0-1 0 0,0 1 1 0 0,0 0 0 0 0,1 1 0 0 0,0 0 0 0 0,0 0-1 0 0,0 1 1 0 0,1 0 0 0 0,-11 14 0 0 0,-1 3 12 0 0,2 1 0 0 0,1 0 0 0 0,-15 30 0 0 0,26-42 1 0 0,0-1 1 0 0,0 1-1 0 0,2 0 0 0 0,-6 27 1 0 0,8-36 5 0 0,1 1 0 0 0,1 1 0 0 0,-1-1 0 0 0,1 0 0 0 0,0 0 1 0 0,0 0-1 0 0,1 0 0 0 0,0 0 0 0 0,0 0 0 0 0,0 0 0 0 0,1 0 0 0 0,0 0 0 0 0,0-1 1 0 0,4 7-1 0 0,-4-8-9 0 0,1-1 1 0 0,0 0 0 0 0,0 0 0 0 0,0 0-1 0 0,0 0 1 0 0,1 0 0 0 0,-1-1 0 0 0,1 1 0 0 0,0-1-1 0 0,-1 0 1 0 0,1 0 0 0 0,0-1 0 0 0,0 1-1 0 0,0-1 1 0 0,1 0 0 0 0,-1 0 0 0 0,0 0-1 0 0,0-1 1 0 0,9 1 0 0 0,5-1 1 0 0,0 0 1 0 0,1-1-1 0 0,23-5 1 0 0,-1-2-20 0 0,0-2 0 0 0,-1-1 0 0 0,0-3 1 0 0,-1-1-1 0 0,-1-2 0 0 0,0-1 0 0 0,-1-2 0 0 0,-1-2 0 0 0,40-32 0 0 0,-60 41 16 0 0,-1 0 0 0 0,23-25 0 0 0,-33 32 4 0 0,-1 0-1 0 0,1 0 1 0 0,-1 0 0 0 0,0-1 0 0 0,0 1 0 0 0,-1-1 0 0 0,0 0 0 0 0,0 0-1 0 0,4-15 1 0 0,-7 21-14 0 0,0 1-1 0 0,0-1 0 0 0,0 0 1 0 0,0 1-1 0 0,0-1 0 0 0,0 0 0 0 0,0 0 1 0 0,0 1-1 0 0,0-1 0 0 0,0 0 1 0 0,-1 1-1 0 0,1-1 0 0 0,0 0 0 0 0,0 0 1 0 0,-1 1-1 0 0,1-1 0 0 0,0 1 1 0 0,-1-1-1 0 0,1 0 0 0 0,-1 1 0 0 0,1-1 1 0 0,-1 1-1 0 0,1-1 0 0 0,-1 1 1 0 0,1-1-1 0 0,-1 1 0 0 0,1-1 1 0 0,-1 1-1 0 0,0 0 0 0 0,1-1 0 0 0,-1 1 1 0 0,0 0-1 0 0,1-1 0 0 0,-1 1 1 0 0,0 0-1 0 0,0 0 0 0 0,1 0 0 0 0,-1 0 1 0 0,0 0-1 0 0,1 0 0 0 0,-1 0 1 0 0,0 0-1 0 0,0 0 0 0 0,1 0 1 0 0,-2 0-1 0 0,-32 7 17 0 0,24-4-6 0 0,1 1 0 0 0,-1 1 0 0 0,1 0 0 0 0,0 0 1 0 0,0 1-1 0 0,0 0 0 0 0,1 1 0 0 0,0 0 1 0 0,0 0-1 0 0,0 1 0 0 0,-6 8 0 0 0,9-9 8 0 0,-1 0-1 0 0,1 0 1 0 0,0 1-1 0 0,1 0 1 0 0,0 0 0 0 0,0 0-1 0 0,1 0 1 0 0,0 1-1 0 0,0-1 1 0 0,1 1 0 0 0,0 0-1 0 0,1-1 1 0 0,-1 13-1 0 0,2-16-3 0 0,0-1 0 0 0,0 1 0 0 0,1-1 0 0 0,-1 1 0 0 0,1-1 0 0 0,0 1-1 0 0,1-1 1 0 0,-1 0 0 0 0,1 0 0 0 0,0 0 0 0 0,0 0 0 0 0,0 0 0 0 0,0 0 0 0 0,1 0-1 0 0,-1-1 1 0 0,4 4 0 0 0,-1-2-123 0 0,1-1-1 0 0,-1 0 1 0 0,0 0-1 0 0,1 0 1 0 0,0 0 0 0 0,0-1-1 0 0,0 0 1 0 0,0-1-1 0 0,11 4 1 0 0,-1-2-832 0 0,1 0 1 0 0,-1-1 0 0 0,20 1-1 0 0,42-3-6830 0 0,-31-2 125 0 0</inkml:trace>
</inkml:ink>
</file>

<file path=ppt/ink/ink9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7:38.6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7 208 636 0 0,'-4'-15'5021'0'0,"3"11"-4681"0"0,0 1-1 0 0,1 0 1 0 0,0 0 0 0 0,-1-1-1 0 0,1 1 1 0 0,1 0 0 0 0,-1-1-1 0 0,0 1 1 0 0,1 0 0 0 0,-1-1-1 0 0,1 1 1 0 0,0 0 0 0 0,0 0-1 0 0,3-5 1 0 0,0 0 20 0 0,1-1 0 0 0,1 1 1 0 0,9-11-1 0 0,-6 8 115 0 0,-8 10-459 0 0,0 0-1 0 0,0 0 0 0 0,0 0 0 0 0,0 0 1 0 0,0 0-1 0 0,1 0 0 0 0,-1 0 0 0 0,0 0 1 0 0,0 1-1 0 0,1-1 0 0 0,-1 0 0 0 0,1 1 0 0 0,-1-1 1 0 0,0 1-1 0 0,1 0 0 0 0,-1-1 0 0 0,1 1 1 0 0,-1 0-1 0 0,1 0 0 0 0,-1 0 0 0 0,1 0 1 0 0,-1 0-1 0 0,1 0 0 0 0,-1 0 0 0 0,1 0 0 0 0,-1 1 1 0 0,1-1-1 0 0,-1 1 0 0 0,1-1 0 0 0,-1 1 1 0 0,0-1-1 0 0,1 1 0 0 0,-1 0 0 0 0,0 0 1 0 0,0 0-1 0 0,1-1 0 0 0,-1 1 0 0 0,0 0 0 0 0,0 1 1 0 0,1 0-1 0 0,3 3 5 0 0,0 0-1 0 0,0 1 1 0 0,-1-1 0 0 0,1 1 0 0 0,-1 0 0 0 0,-1 0-1 0 0,4 7 1 0 0,-4-4-15 0 0,0 0 0 0 0,0 0 0 0 0,-1 0-1 0 0,0 1 1 0 0,-1-1 0 0 0,0 0 0 0 0,-1 1-1 0 0,0-1 1 0 0,0 1 0 0 0,-1-1 0 0 0,-2 13 0 0 0,-1-2 410 0 0,-1-1 1 0 0,-1-1 0 0 0,0 1 0 0 0,-15 26 0 0 0,16-53-176 0 0,4 7-233 0 0,1 1 0 0 0,-1-1 0 0 0,1 0 0 0 0,-1 0 0 0 0,1 1 0 0 0,0-1 0 0 0,-1 0 0 0 0,1 0 0 0 0,0 1 0 0 0,0-1 0 0 0,-1 0 0 0 0,1 0 0 0 0,0 0 0 0 0,0 0 0 0 0,0 1 0 0 0,0-3 0 0 0,1-8 8 0 0,0-1 1 0 0,0 1-1 0 0,1 0 1 0 0,1 0-1 0 0,7-20 1 0 0,25-50-10 0 0,-30 69-11 0 0,2 1 0 0 0,-1 0 0 0 0,1 0 1 0 0,1 0-1 0 0,0 1 0 0 0,0 0 0 0 0,15-13 0 0 0,-21 21 4 0 0,1-1 0 0 0,0 1-1 0 0,-1 0 1 0 0,1 0 0 0 0,0 1 0 0 0,0-1 0 0 0,0 1 0 0 0,0-1-1 0 0,0 1 1 0 0,1 0 0 0 0,-1 0 0 0 0,0 0 0 0 0,1 0-1 0 0,-1 1 1 0 0,0 0 0 0 0,1-1 0 0 0,-1 1 0 0 0,0 0 0 0 0,1 1-1 0 0,-1-1 1 0 0,1 1 0 0 0,-1-1 0 0 0,0 1 0 0 0,0 0-1 0 0,1 0 1 0 0,-1 0 0 0 0,0 1 0 0 0,0-1 0 0 0,0 1 0 0 0,0 0-1 0 0,0 0 1 0 0,-1 0 0 0 0,4 3 0 0 0,1 1 10 0 0,-1 0-1 0 0,0 1 1 0 0,0 0 0 0 0,-1 0-1 0 0,1 1 1 0 0,-2 0 0 0 0,1-1 0 0 0,-1 1-1 0 0,0 1 1 0 0,4 13 0 0 0,1 10 63 0 0,7 51 1 0 0,-8-42-50 0 0,-8-40-4 0 0,10-19-4 0 0,-2-7-35 0 0,0 1 0 0 0,2 0 0 0 0,1 1-1 0 0,1 0 1 0 0,1 0 0 0 0,26-34-1 0 0,-30 45 17 0 0,1 1-1 0 0,0 1 0 0 0,0 0 0 0 0,1 0 1 0 0,1 1-1 0 0,0 0 0 0 0,0 1 1 0 0,0 0-1 0 0,1 1 0 0 0,0 0 1 0 0,1 1-1 0 0,0 1 0 0 0,14-4 0 0 0,-25 8 0 0 0,0 0 0 0 0,1 1 0 0 0,-1-1 0 0 0,0 1 0 0 0,0-1 0 0 0,0 1 0 0 0,1 0 0 0 0,-1 0 0 0 0,0 1 0 0 0,0-1 0 0 0,0 1 0 0 0,1 0 0 0 0,-1-1 0 0 0,0 1 0 0 0,0 1 0 0 0,0-1-1 0 0,0 0 1 0 0,-1 1 0 0 0,6 3 0 0 0,-6-3 3 0 0,0 0-1 0 0,0 0 0 0 0,0 0 1 0 0,0 1-1 0 0,-1-1 0 0 0,1 1 1 0 0,-1-1-1 0 0,1 1 0 0 0,-1 0 1 0 0,0-1-1 0 0,0 1 1 0 0,-1 0-1 0 0,1 0 0 0 0,0 0 1 0 0,-1 0-1 0 0,0 0 0 0 0,1 0 1 0 0,-1-1-1 0 0,0 1 0 0 0,-1 0 1 0 0,0 4-1 0 0,-2 12 36 0 0,-12 37 0 0 0,10-42-138 0 0,1 0 0 0 0,0 1 0 0 0,1 0 1 0 0,-2 25-1 0 0,5-37 1 0 0,0-1 0 0 0,1 0 0 0 0,-1 1 0 0 0,0-1 0 0 0,1 0 0 0 0,-1 1-1 0 0,1-1 1 0 0,0 0 0 0 0,0 0 0 0 0,0 0 0 0 0,0 0 0 0 0,0 0 0 0 0,0 0 0 0 0,1 0 0 0 0,-1 0 0 0 0,1 0-1 0 0,-1 0 1 0 0,1-1 0 0 0,0 1 0 0 0,-1 0 0 0 0,1-1 0 0 0,0 0 0 0 0,0 1 0 0 0,0-1 0 0 0,0 0 0 0 0,0 0 0 0 0,1 0-1 0 0,-1 0 1 0 0,0-1 0 0 0,0 1 0 0 0,1-1 0 0 0,2 1 0 0 0,5 1-751 0 0,-1-1 1 0 0,1-1-1 0 0,0 0 1 0 0,-1 0-1 0 0,1-1 1 0 0,15-3-1 0 0,1-1-2764 0 0</inkml:trace>
</inkml:ink>
</file>

<file path=ppt/ink/ink9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7:39.8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233 704 1892 0 0,'5'-7'1088'0'0,"-1"0"0"0"0,0 0-1 0 0,-1 0 1 0 0,1 0 0 0 0,-1-1-1 0 0,3-10 1 0 0,-5 13-819 0 0,-1 0 1 0 0,1 0-1 0 0,-1 1 0 0 0,0-1 0 0 0,0 0 1 0 0,0 0-1 0 0,-1 1 0 0 0,1-1 0 0 0,-1 0 1 0 0,-1 1-1 0 0,1-1 0 0 0,-2-5 1 0 0,2 9-238 0 0,0 0 0 0 0,1-1 1 0 0,-1 1-1 0 0,0 0 0 0 0,0 0 1 0 0,0 0-1 0 0,0-1 0 0 0,0 1 1 0 0,0 0-1 0 0,0 0 0 0 0,0 0 1 0 0,0 1-1 0 0,-1-1 1 0 0,1 0-1 0 0,0 0 0 0 0,0 1 1 0 0,-1-1-1 0 0,1 0 0 0 0,-1 1 1 0 0,1-1-1 0 0,0 1 0 0 0,-1 0 1 0 0,1 0-1 0 0,-1-1 0 0 0,1 1 1 0 0,-1 0-1 0 0,1 0 1 0 0,-1 0-1 0 0,1 1 0 0 0,-1-1 1 0 0,1 0-1 0 0,-1 0 0 0 0,-1 2 1 0 0,-3-1-2 0 0,0 1 1 0 0,0 0 0 0 0,0 1-1 0 0,1-1 1 0 0,0 1-1 0 0,-8 5 1 0 0,-1 3-10 0 0,-1 1 1 0 0,1 0-1 0 0,1 1 0 0 0,0 0 1 0 0,1 1-1 0 0,0 1 0 0 0,1 0 0 0 0,1 0 1 0 0,1 1-1 0 0,0 1 0 0 0,1-1 1 0 0,-11 32-1 0 0,18-43-15 0 0,-1 0 0 0 0,1 1-1 0 0,0-1 1 0 0,1 0 0 0 0,-1 1 0 0 0,1-1-1 0 0,0 1 1 0 0,1-1 0 0 0,-1 1 0 0 0,1-1-1 0 0,0 0 1 0 0,0 1 0 0 0,4 7 0 0 0,-4-11-5 0 0,0 0 1 0 0,0 0 0 0 0,0 0-1 0 0,1 0 1 0 0,-1 0 0 0 0,1 0 0 0 0,-1 0-1 0 0,1 0 1 0 0,0-1 0 0 0,0 1 0 0 0,0-1-1 0 0,0 1 1 0 0,0-1 0 0 0,0 0 0 0 0,0 1-1 0 0,0-1 1 0 0,0 0 0 0 0,1 0-1 0 0,-1-1 1 0 0,0 1 0 0 0,1-1 0 0 0,-1 1-1 0 0,0-1 1 0 0,1 1 0 0 0,-1-1 0 0 0,1 0-1 0 0,-1 0 1 0 0,1-1 0 0 0,-1 1 0 0 0,1 0-1 0 0,3-2 1 0 0,-1 1-4 0 0,1-1 0 0 0,-1 0 0 0 0,1-1 1 0 0,-1 1-1 0 0,0-1 0 0 0,0 0 0 0 0,-1 0 0 0 0,1 0 0 0 0,-1-1 0 0 0,1 0 1 0 0,-1 0-1 0 0,0 0 0 0 0,0 0 0 0 0,-1-1 0 0 0,1 1 0 0 0,-1-1 0 0 0,4-8 1 0 0,4-9-6 0 0,-1 0 0 0 0,13-41 1 0 0,-19 51 5 0 0,4-14 4 0 0,9-24-73 0 0,-16 49 52 0 0,-6 31-28 0 0,1-12 46 0 0,-3 9 12 0 0,2 1-1 0 0,1 0 1 0 0,0 32 0 0 0,4-54-4 0 0,0 1 0 0 0,0-1-1 0 0,1 0 1 0 0,0 1 0 0 0,0-1-1 0 0,0 0 1 0 0,1 0-1 0 0,0 1 1 0 0,0-1 0 0 0,1-1-1 0 0,-1 1 1 0 0,1 0 0 0 0,1-1-1 0 0,-1 1 1 0 0,1-1 0 0 0,0 0-1 0 0,0 0 1 0 0,0 0-1 0 0,8 6 1 0 0,-8-9-2 0 0,-1 1-1 0 0,1-1 0 0 0,0 0 1 0 0,0 0-1 0 0,0 0 1 0 0,1 0-1 0 0,-1-1 1 0 0,0 1-1 0 0,1-1 1 0 0,-1 0-1 0 0,1-1 1 0 0,-1 1-1 0 0,1-1 1 0 0,8 0-1 0 0,-6-1-5 0 0,1 0 0 0 0,-1-1 0 0 0,0 0 0 0 0,0 0 0 0 0,0 0 0 0 0,0-1 0 0 0,0 0-1 0 0,9-6 1 0 0,-1-1-7 0 0,-1 0 0 0 0,0-1 0 0 0,-1-1 0 0 0,0 0 0 0 0,-1-1-1 0 0,0 0 1 0 0,9-15 0 0 0,3-9-4 0 0,-1-1 0 0 0,-3-1 0 0 0,-1-1 0 0 0,20-59 0 0 0,35-174-33 0 0,-70 254 52 0 0,10-39 61 0 0,-2 0 0 0 0,6-117 0 0 0,-18 168-57 0 0,0 5-2 0 0,-3 4-6 0 0,0 1-5 0 0,0 0 1 0 0,0-1-1 0 0,0 1 1 0 0,1 0-1 0 0,-1 1 1 0 0,1-1-1 0 0,0 0 1 0 0,-1 1-1 0 0,2-1 1 0 0,-1 1-1 0 0,-2 7 1 0 0,-15 52-7 0 0,12-37 0 0 0,-15 51 25 0 0,-69 268 77 0 0,76-274-53 0 0,3 1 0 0 0,-4 109 0 0 0,16-172-30 0 0,0 1-1 0 0,0-1 0 0 0,1 1 0 0 0,1-1 0 0 0,-1 0 0 0 0,2 1 1 0 0,3 9-1 0 0,-5-16-4 0 0,1 0 0 0 0,-1 0 0 0 0,1 0 0 0 0,0 0 0 0 0,0 0 0 0 0,0-1 0 0 0,0 1 0 0 0,1-1 0 0 0,-1 1 0 0 0,1-1-1 0 0,-1 0 1 0 0,1 0 0 0 0,0 0 0 0 0,0-1 0 0 0,0 1 0 0 0,0 0 0 0 0,0-1 0 0 0,0 0 0 0 0,0 0 0 0 0,0 0 0 0 0,0 0 0 0 0,1 0 0 0 0,3-1 0 0 0,4 1 0 0 0,-1-1-1 0 0,1 0 0 0 0,0-1 1 0 0,0 0-1 0 0,-1 0 1 0 0,1-2-1 0 0,-1 1 1 0 0,1-1-1 0 0,-1-1 0 0 0,0 0 1 0 0,0 0-1 0 0,0-1 1 0 0,-1 0-1 0 0,11-8 1 0 0,-1 0-12 0 0,-1-1 1 0 0,0-1 0 0 0,-1 0 0 0 0,0-2-1 0 0,21-27 1 0 0,-27 30 11 0 0,-1-1-1 0 0,-1 1 1 0 0,0-2-1 0 0,-1 1 1 0 0,-1-1-1 0 0,0 0 1 0 0,-1-1-1 0 0,-1 1 1 0 0,-1-1 0 0 0,0 0-1 0 0,-1 0 1 0 0,-1-1-1 0 0,0 1 1 0 0,-2-1-1 0 0,-1-27 1 0 0,1 45-6 0 0,0-1 0 0 0,-1 0 0 0 0,1 1 0 0 0,0-1 0 0 0,0 0 0 0 0,0 1 0 0 0,-1-1 0 0 0,1 0 0 0 0,0 1 0 0 0,0-1 0 0 0,-1 0 0 0 0,1 1 0 0 0,-1-1 0 0 0,1 1 0 0 0,0-1 0 0 0,-1 1 0 0 0,1-1 0 0 0,-1 1 0 0 0,1-1 0 0 0,-1 1 0 0 0,0 0 0 0 0,1-1 0 0 0,-1 1 0 0 0,1-1 0 0 0,-1 1 0 0 0,0 0 0 0 0,1 0 0 0 0,-1 0 0 0 0,0-1 0 0 0,1 1 0 0 0,-1 0 0 0 0,0 0 0 0 0,1 0 0 0 0,-1 0 0 0 0,0 0 0 0 0,1 0 0 0 0,-1 0 0 0 0,0 0 0 0 0,1 0 0 0 0,-1 0 0 0 0,0 1 0 0 0,1-1 0 0 0,-2 0 0 0 0,-1 2-1 0 0,0-1 0 0 0,1 1-1 0 0,-1-1 1 0 0,0 1 0 0 0,1 0 0 0 0,-1 0 0 0 0,1 0 0 0 0,0 0 0 0 0,0 1 0 0 0,0-1-1 0 0,0 1 1 0 0,0-1 0 0 0,0 1 0 0 0,1 0 0 0 0,-1-1 0 0 0,1 1 0 0 0,0 0 0 0 0,0 0-1 0 0,0 0 1 0 0,0 0 0 0 0,0 0 0 0 0,1 0 0 0 0,-1 0 0 0 0,1 0 0 0 0,0 1 0 0 0,0-1-1 0 0,0 0 1 0 0,0 0 0 0 0,1 0 0 0 0,-1 0 0 0 0,1 0 0 0 0,0 0 0 0 0,-1 0 0 0 0,4 6-1 0 0,-2-5-1 0 0,-1 0 0 0 0,2 0-1 0 0,-1 0 1 0 0,0 0-1 0 0,1-1 1 0 0,0 1-1 0 0,-1-1 1 0 0,2 1-1 0 0,-1-1 1 0 0,0 0-1 0 0,0 0 1 0 0,8 4-1 0 0,-4-3-97 0 0,0 0 0 0 0,0-1 0 0 0,0 0 0 0 0,1 0 0 0 0,-1-1 0 0 0,15 3 0 0 0,-5-2-232 0 0,1-2-1 0 0,0 0 1 0 0,-1-1 0 0 0,1 0-1 0 0,32-6 1 0 0,-33 2 194 0 0,0 0-1 0 0,0-1 1 0 0,0 0-1 0 0,-1-2 1 0 0,0 0-1 0 0,18-10 0 0 0,-24 10 558 0 0,0 1-1 0 0,0-1 1 0 0,-1-1-1 0 0,0 0 1 0 0,14-16-1 0 0,-20 17 802 0 0,-11 9-936 0 0,-11 8-225 0 0,2 6 66 0 0,1 0-1 0 0,0 2 0 0 0,1 0 1 0 0,1 0-1 0 0,0 1 0 0 0,2 1 0 0 0,0 0 1 0 0,-12 30-1 0 0,19-36-78 0 0,-1 0 0 0 0,2 0-1 0 0,0 0 1 0 0,-3 21 0 0 0,6-31-43 0 0,1 1 1 0 0,-1 0-1 0 0,1-1 1 0 0,0 1-1 0 0,0 0 1 0 0,1 0-1 0 0,-1-1 1 0 0,1 1-1 0 0,0-1 1 0 0,0 1-1 0 0,1-1 1 0 0,-1 1-1 0 0,1-1 1 0 0,0 0-1 0 0,0 1 1 0 0,1-1-1 0 0,4 6 1 0 0,-5-8-137 0 0,1 0 0 0 0,0 0-1 0 0,-1-1 1 0 0,1 1 0 0 0,0-1 0 0 0,0 1 0 0 0,0-1 0 0 0,0 0 0 0 0,0 0 0 0 0,0 0 0 0 0,1-1 0 0 0,-1 1 0 0 0,0-1 0 0 0,0 1 0 0 0,1-1 0 0 0,-1 0 0 0 0,6-1 0 0 0,5-1-1253 0 0,0 0 1 0 0,23-6 0 0 0,-26 5 132 0 0,-1-1 0 0 0,0-1 0 0 0,10-5 0 0 0,5-3-2604 0 0</inkml:trace>
</inkml:ink>
</file>

<file path=ppt/ink/ink9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7:40.0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0 272 3676 0 0,'26'-45'5679'0'0,"36"-85"0"0"0,-38 77-806 0 0,-8 11-2013 0 0,-15 41-2753 0 0,-15 32 442 0 0,-5 22-176 0 0,2 0 0 0 0,-18 104 0 0 0,31-135-749 0 0,1 0 0 0 0,2 0-1 0 0,0 0 1 0 0,2 25 0 0 0,-1-46 170 0 0,0 0-1 0 0,0 0 0 0 0,1 1 0 0 0,-1-1 0 0 0,0 0 0 0 0,1 0 0 0 0,-1 1 0 0 0,1-1 1 0 0,-1 0-1 0 0,1 0 0 0 0,-1 0 0 0 0,3 2 0 0 0</inkml:trace>
</inkml:ink>
</file>

<file path=ppt/ink/ink9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7:40.3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79 2652 0 0,'10'-69'18705'0'0,"-9"67"-17844"0"0,-1 1-817 0 0,0 1 1 0 0,-1 0-1 0 0,1 0 1 0 0,0 0-1 0 0,0-1 1 0 0,0 1-1 0 0,0 0 1 0 0,0 0-1 0 0,0 0 1 0 0,0-1-1 0 0,0 1 1 0 0,0 0-1 0 0,0 0 1 0 0,0 0-1 0 0,1-1 1 0 0,-1 1-1 0 0,0 0 1 0 0,0 0-1 0 0,0 0 0 0 0,0-1 1 0 0,0 1-1 0 0,0 0 1 0 0,0 0-1 0 0,0 0 1 0 0,1-1-1 0 0,-1 1 1 0 0,0 0-1 0 0,0 0 1 0 0,0 0-1 0 0,0 0 1 0 0,1 0-1 0 0,-1 0 1 0 0,0-1-1 0 0,0 1 1 0 0,0 0-1 0 0,1 0 1 0 0,-1 0-1 0 0,0 0 1 0 0,0 0-1 0 0,1 0 1 0 0,5 5 273 0 0,0 0 1 0 0,0 1 0 0 0,0 0 0 0 0,-1 0-1 0 0,0 0 1 0 0,0 1 0 0 0,8 12 0 0 0,5 8 223 0 0,43 60 230 0 0,19 24-2953 0 0,-79-110 1891 0 0,0 0-1 0 0,0 0 1 0 0,0 0 0 0 0,0 0-1 0 0,1 0 1 0 0,-1 0-1 0 0,0 0 1 0 0,0-1 0 0 0,1 1-1 0 0,-1 0 1 0 0,0-1 0 0 0,1 1-1 0 0,-1-1 1 0 0,0 0-1 0 0,1 1 1 0 0,-1-1 0 0 0,1 0-1 0 0,-1 0 1 0 0,1 0 0 0 0,-1 0-1 0 0,0 0 1 0 0,1 0 0 0 0,1-1-1 0 0,0 0-795 0 0,1 1-1 0 0,-1-1 0 0 0,0 0 1 0 0,0-1-1 0 0,1 1 1 0 0,-1-1-1 0 0,3-2 1 0 0</inkml:trace>
</inkml:ink>
</file>

<file path=ppt/ink/ink9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7:40.5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544 72 2780 0 0,'-1'-5'892'0'0,"0"1"0"0"0,-1 0-1 0 0,0 0 1 0 0,1-1 0 0 0,-2 1 0 0 0,1 1-1 0 0,0-1 1 0 0,-1 0 0 0 0,0 0 0 0 0,0 1-1 0 0,0 0 1 0 0,0 0 0 0 0,0-1-1 0 0,-6-3 1 0 0,6 6-721 0 0,0-1-1 0 0,0 1 0 0 0,0-1 1 0 0,0 1-1 0 0,-1 0 1 0 0,1 0-1 0 0,0 1 1 0 0,0-1-1 0 0,-1 1 0 0 0,1-1 1 0 0,0 1-1 0 0,-1 0 1 0 0,1 0-1 0 0,0 1 1 0 0,0-1-1 0 0,-1 1 0 0 0,1-1 1 0 0,0 1-1 0 0,0 0 1 0 0,-6 3-1 0 0,-11 5 7 0 0,1 1-1 0 0,1 2 1 0 0,0-1-1 0 0,0 2 1 0 0,2 0 0 0 0,-1 2-1 0 0,-19 20 1 0 0,-93 125 146 0 0,114-140-253 0 0,-42 65 236 0 0,25-34-1318 0 0,-3-3-3766 0 0</inkml:trace>
</inkml:ink>
</file>

<file path=ppt/ink/ink9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7:40.8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45 108 1936 0 0,'-31'-76'13703'0'0,"24"59"-12642"0"0,0 3-875 0 0</inkml:trace>
</inkml:ink>
</file>

<file path=ppt/ink/ink9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7:41.1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433 1 1444 0 0,'-49'6'2286'0'0,"-57"9"3981"0"0,-114 31-1 0 0,170-34-5411 0 0,48-12-736 0 0,0 2 35 0 0,2-2-148 0 0,0 0-1 0 0,0 0 0 0 0,-1 0 0 0 0,1 0 0 0 0,0 0 1 0 0,0 0-1 0 0,0 0 0 0 0,0 0 0 0 0,0 0 1 0 0,-1 1-1 0 0,1-1 0 0 0,0 0 0 0 0,0 0 0 0 0,0 0 1 0 0,0 0-1 0 0,0 0 0 0 0,0 0 0 0 0,0 0 0 0 0,0 0 1 0 0,-1 0-1 0 0,1 1 0 0 0,0-1 0 0 0,0 0 0 0 0,0 0 1 0 0,0 0-1 0 0,0 0 0 0 0,0 0 0 0 0,0 0 0 0 0,0 1 1 0 0,0-1-1 0 0,0 0 0 0 0,0 0 0 0 0,0 0 1 0 0,0 0-1 0 0,0 0 0 0 0,0 1 0 0 0,0-1 0 0 0,0 0 1 0 0,0 0-1 0 0,0 0 0 0 0,0 0 0 0 0,0 0 0 0 0,0 1 1 0 0,0-1-1 0 0,0 0 0 0 0,0 0 0 0 0,0 0 0 0 0,1 0 1 0 0,-1 0-1 0 0,0 0 0 0 0,0 1 0 0 0,27 1 79 0 0,-1 0-1 0 0,1-2 0 0 0,45-5 0 0 0,-1 0-41 0 0,335 9-995 0 0,-135 10-7357 0 0,-201-10 1940 0 0</inkml:trace>
</inkml:ink>
</file>

<file path=ppt/ink/ink9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7:41.5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294 35 148 0 0,'-14'-27'15853'0'0,"13"20"-14319"0"0,-20 33-1026 0 0,-17 22-1411 0 0,-51 49-1 0 0,-4-9-6772 0 0,56-56 1520 0 0</inkml:trace>
</inkml:ink>
</file>

<file path=ppt/ink/ink9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7:45.4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3 806 996 0 0,'0'0'8591'0'0,"-3"10"-7711"0"0,4-5-790 0 0,0 0 0 0 0,0-1 0 0 0,1 1-1 0 0,0 0 1 0 0,-1-1 0 0 0,1 0 0 0 0,1 1 0 0 0,-1-1 0 0 0,1 0 0 0 0,0 0 0 0 0,0 0-1 0 0,0-1 1 0 0,0 1 0 0 0,6 4 0 0 0,-6-7-53 0 0,0 0-1 0 0,0 0 1 0 0,0-1-1 0 0,0 1 1 0 0,1-1 0 0 0,-1 0-1 0 0,0 1 1 0 0,0-2-1 0 0,1 1 1 0 0,-1 0 0 0 0,0-1-1 0 0,0 1 1 0 0,0-1-1 0 0,1 0 1 0 0,-1 0 0 0 0,4-2-1 0 0,9-4 4 0 0,-1 0 0 0 0,0-1 0 0 0,0-1 0 0 0,0-1 0 0 0,-1 0-1 0 0,-1 0 1 0 0,22-23 0 0 0,-9 6-45 0 0,-1-2 0 0 0,30-46 0 0 0,-27 30 2 0 0,-1-1 1 0 0,-3-1 0 0 0,-2-2 0 0 0,-2 0-1 0 0,-2-1 1 0 0,-2-1 0 0 0,-3-1 0 0 0,12-85-1 0 0,-22 109 12 0 0,-1 12-26 0 0,0 1 1 0 0,-1-1-1 0 0,0 0 1 0 0,-3-21-1 0 0,2 35-7 0 0,-1 3 21 0 0,0-1 0 0 0,0 1 0 0 0,0 0 0 0 0,0-1 0 0 0,0 1 0 0 0,0 0 0 0 0,0-1 0 0 0,0 1 0 0 0,1 0 0 0 0,-1 0 0 0 0,0 0 0 0 0,1 0-1 0 0,-1 0 1 0 0,0 0 0 0 0,1 0 0 0 0,-1 0 0 0 0,1 0 0 0 0,-1 1 0 0 0,-8 21-34 0 0,9-23 36 0 0,-14 46-14 0 0,1 1 0 0 0,-6 55 0 0 0,-4 97 120 0 0,19-156-87 0 0,1-4 26 0 0,2 59 1 0 0,1-83-46 0 0,2-1 0 0 0,0 1 1 0 0,0 0-1 0 0,2 0 0 0 0,-1-1 0 0 0,2 0 0 0 0,7 16 0 0 0,-10-26-26 0 0,1 1-1 0 0,0-1 0 0 0,0 0 0 0 0,0 1 0 0 0,0-1 1 0 0,1-1-1 0 0,0 1 0 0 0,-1-1 0 0 0,2 1 0 0 0,-1-1 1 0 0,0 0-1 0 0,0 0 0 0 0,1-1 0 0 0,0 1 0 0 0,-1-1 1 0 0,1 0-1 0 0,0-1 0 0 0,0 1 0 0 0,0-1 0 0 0,0 0 1 0 0,0 0-1 0 0,1 0 0 0 0,-1-1 0 0 0,0 0 0 0 0,0 0 1 0 0,0 0-1 0 0,1-1 0 0 0,7-1 0 0 0,-2 0-202 0 0,0 0 0 0 0,-1-1 0 0 0,1-1 0 0 0,-1 0-1 0 0,1 0 1 0 0,-1-1 0 0 0,0 0 0 0 0,-1-1 0 0 0,1 0 0 0 0,-1 0-1 0 0,-1-1 1 0 0,14-13 0 0 0,-8 3 92 0 0,-1 0-1 0 0,-1-1 0 0 0,-1 0 1 0 0,-1-1-1 0 0,0-1 0 0 0,-1 1 1 0 0,-1-1-1 0 0,-1-1 0 0 0,7-32 1 0 0,1-22 841 0 0,5-100 0 0 0,-19 170-633 0 0,2-93 1430 0 0,-3 95-1265 0 0,-1 5-198 0 0,-1 0-1 0 0,1 1 1 0 0,-1-1-1 0 0,1 0 1 0 0,0 0-1 0 0,0 1 1 0 0,0-1-1 0 0,-1 5 1 0 0,-82 336 903 0 0,73-274-864 0 0,-2 76 1 0 0,8-65-10 0 0,4-79-44 0 0,2 22 268 0 0,3-18-141 0 0,6-9-33 0 0,2-9-112 0 0,-1 1 1 0 0,-1-2-1 0 0,0 0 0 0 0,14-24 1 0 0,8-13-6 0 0,-29 47 0 0 0,61-81-31 0 0,-54 74 71 0 0,0 1 0 0 0,0 0 0 0 0,1 0 0 0 0,0 1 0 0 0,15-9 0 0 0,-25 17-12 0 0,0 0-1 0 0,1 0 1 0 0,-1 0 0 0 0,0 0-1 0 0,1 0 1 0 0,-1 1 0 0 0,1-1-1 0 0,-1 1 1 0 0,1-1 0 0 0,-1 1-1 0 0,1-1 1 0 0,0 1 0 0 0,-1 0-1 0 0,1 0 1 0 0,-1 0 0 0 0,1 0-1 0 0,0 0 1 0 0,-1 0-1 0 0,1 0 1 0 0,-1 1 0 0 0,1-1-1 0 0,0 0 1 0 0,-1 1 0 0 0,1-1-1 0 0,-1 1 1 0 0,0 0 0 0 0,1-1-1 0 0,-1 1 1 0 0,1 0 0 0 0,-1 0-1 0 0,0 0 1 0 0,0 0 0 0 0,1 0-1 0 0,-1 0 1 0 0,0 1 0 0 0,0-1-1 0 0,0 0 1 0 0,0 0-1 0 0,0 1 1 0 0,-1-1 0 0 0,1 1-1 0 0,0-1 1 0 0,-1 1 0 0 0,1-1-1 0 0,0 3 1 0 0,2 4 109 0 0,-1 1-1 0 0,1 0 1 0 0,-2 0-1 0 0,1 0 1 0 0,-1 0-1 0 0,-1 12 1 0 0,-3 46 164 0 0,1-46-260 0 0,1 0-1 0 0,0 0 1 0 0,6 37 0 0 0,-6-57-41 0 0,1 0 0 0 0,0 0 1 0 0,0 0-1 0 0,1 0 1 0 0,-1 0-1 0 0,0 0 0 0 0,0 0 1 0 0,0 0-1 0 0,1 0 0 0 0,-1 0 1 0 0,0 0-1 0 0,1 0 0 0 0,-1 0 1 0 0,1 0-1 0 0,-1 0 0 0 0,1 0 1 0 0,0 0-1 0 0,-1 0 0 0 0,1-1 1 0 0,0 1-1 0 0,0 0 0 0 0,-1-1 1 0 0,1 1-1 0 0,1 0 0 0 0,0 0 0 0 0,-1 0-1 0 0,0 0 1 0 0,0 0-1 0 0,1 0 1 0 0,-1 0-1 0 0,0-1 1 0 0,1 1-1 0 0,-1-1 1 0 0,1 1-1 0 0,-1-1 1 0 0,0 1-1 0 0,1-1 1 0 0,-1 0-1 0 0,1 0 0 0 0,-1 0 1 0 0,1 0-1 0 0,-1 0 1 0 0,1 0-1 0 0,0 0 1 0 0,-1 0-1 0 0,0 0 1 0 0,1-1-1 0 0,-1 1 1 0 0,3-2-1 0 0,2 0 4 0 0,4-1-39 0 0,0 0 0 0 0,0-1-1 0 0,0-1 1 0 0,-1 0-1 0 0,1 0 1 0 0,-1 0-1 0 0,0-1 1 0 0,-1-1-1 0 0,1 0 1 0 0,-2 0-1 0 0,1 0 1 0 0,-1-1 0 0 0,0 0-1 0 0,12-17 1 0 0,-7 6-20 0 0,-1 1 0 0 0,-1-2 1 0 0,-1 1-1 0 0,0-1 1 0 0,-2 0-1 0 0,8-30 0 0 0,-10 27 39 0 0,-1 0-1 0 0,-1-1 1 0 0,1-29-1 0 0,-5 49 8 0 0,-3-4 9 0 0,3 7 1 0 0,0 1 0 0 0,0 0-1 0 0,0 0 1 0 0,0 0 0 0 0,0 0 0 0 0,0 0 0 0 0,0 0-1 0 0,0 0 1 0 0,0 0 0 0 0,0 0 0 0 0,0 0 0 0 0,0 1-1 0 0,0-1 1 0 0,0 0 0 0 0,-2 1 0 0 0,-1 1 7 0 0,0 0 1 0 0,0 0-1 0 0,-1 1 1 0 0,1-1-1 0 0,1 1 1 0 0,-1 0 0 0 0,0 0-1 0 0,1 0 1 0 0,-1 0-1 0 0,-4 7 1 0 0,-27 41 74 0 0,31-44-71 0 0,-7 10 18 0 0,1 2-1 0 0,1-1 1 0 0,0 1-1 0 0,1 1 0 0 0,-4 20 1 0 0,9-32-23 0 0,1 1 1 0 0,1 0 0 0 0,0 0-1 0 0,0 0 1 0 0,1 0 0 0 0,0 0-1 0 0,0 0 1 0 0,1-1 0 0 0,0 1-1 0 0,0 0 1 0 0,1 0-1 0 0,1 0 1 0 0,-1-1 0 0 0,6 12-1 0 0,-6-18-6 0 0,-1 1-1 0 0,1 0 0 0 0,0-1 0 0 0,0 1 0 0 0,0-1 1 0 0,0 0-1 0 0,0 0 0 0 0,0 0 0 0 0,1 0 1 0 0,-1 0-1 0 0,1 0 0 0 0,-1 0 0 0 0,1-1 0 0 0,4 3 1 0 0,-1-2 1 0 0,0 0 1 0 0,0-1 0 0 0,0 1 0 0 0,0-1-1 0 0,0-1 1 0 0,12 1 0 0 0,-2-1-26 0 0,-1-2 0 0 0,0 1 0 0 0,0-2 0 0 0,0 0 1 0 0,16-6-1 0 0,-16 3-81 0 0,-1 0 1 0 0,1-1 0 0 0,-1 0-1 0 0,0-2 1 0 0,-1 1 0 0 0,0-1-1 0 0,-1-1 1 0 0,1-1 0 0 0,-2 0-1 0 0,0 0 1 0 0,0-1 0 0 0,13-19-1 0 0,1-7 76 0 0,-2-1-1 0 0,-2 0 0 0 0,18-49 1 0 0,-17 45 271 0 0,-22 41-189 0 0,1 3-50 0 0,0-1 1 0 0,-1 0-1 0 0,1 0 1 0 0,-1 0 0 0 0,1 0-1 0 0,-1 0 1 0 0,1 1-1 0 0,-1-1 1 0 0,1 0-1 0 0,-1 0 1 0 0,1 1 0 0 0,-1-1-1 0 0,0 0 1 0 0,1 1-1 0 0,-1-1 1 0 0,1 1 0 0 0,-1-1-1 0 0,0 1 1 0 0,1-1-1 0 0,-1 0 1 0 0,0 1-1 0 0,0-1 1 0 0,1 1 0 0 0,-1-1-1 0 0,0 1 1 0 0,0-1-1 0 0,0 1 1 0 0,1 0 0 0 0,2 20 95 0 0,-2-14-58 0 0,1 34 124 0 0,-1 0 1 0 0,-3 1 0 0 0,-8 55-1 0 0,7-69-39 0 0,3-26-36 0 0,-2 7 196 0 0,35-72-240 0 0,-18 34-52 0 0,1 0-1 0 0,1 1 1 0 0,1 1 0 0 0,27-31-1 0 0,-38 50 4 0 0,0 0-1 0 0,1 1 0 0 0,0-1 1 0 0,0 2-1 0 0,1-1 0 0 0,0 1 0 0 0,0 0 1 0 0,15-7-1 0 0,-23 13 33 0 0,0 0-1 0 0,0 0 0 0 0,0-1 1 0 0,0 1-1 0 0,0 0 1 0 0,0 0-1 0 0,0 0 1 0 0,0 0-1 0 0,0 0 1 0 0,0 1-1 0 0,0-1 1 0 0,0 0-1 0 0,0 0 1 0 0,0 1-1 0 0,0-1 0 0 0,-1 0 1 0 0,1 1-1 0 0,0-1 1 0 0,0 1-1 0 0,0-1 1 0 0,0 1-1 0 0,-1-1 1 0 0,1 1-1 0 0,0 0 1 0 0,-1 0-1 0 0,1-1 1 0 0,0 2-1 0 0,1 1 61 0 0,0-1 0 0 0,0 1 0 0 0,-1-1 1 0 0,1 1-1 0 0,-1 0 0 0 0,0 0 0 0 0,1 4 0 0 0,0 5 97 0 0,0 1 1 0 0,0 0-1 0 0,-2 0 0 0 0,0 0 0 0 0,-2 19 1 0 0,0 16-18 0 0,2-42-162 0 0,0-2 6 0 0,0 0 0 0 0,0 0 0 0 0,0 1-1 0 0,1-1 1 0 0,1 6 0 0 0,-2-9-9 0 0,1 1 0 0 0,-1-1 0 0 0,1 0 0 0 0,-1 0-1 0 0,1 0 1 0 0,-1 0 0 0 0,1 0 0 0 0,0 0 0 0 0,0 0 0 0 0,-1 0 0 0 0,1 0 0 0 0,0 0 0 0 0,0 0 0 0 0,0 0 0 0 0,0-1 0 0 0,0 1 0 0 0,0 0 0 0 0,0-1-1 0 0,1 1 1 0 0,-1-1 0 0 0,0 1 0 0 0,0-1 0 0 0,0 1 0 0 0,1-1 0 0 0,0 0 0 0 0,8 1-146 0 0,-1 0-1 0 0,1-1 1 0 0,-1 0-1 0 0,0-1 1 0 0,1 0 0 0 0,-1 0-1 0 0,1-1 1 0 0,14-4-1 0 0,-7 0-2039 0 0,0-1-1 0 0,-1-1 0 0 0,29-17 1 0 0,-21 10-3587 0 0</inkml:trace>
</inkml:ink>
</file>

<file path=ppt/ink/ink9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7:46.0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67 56 1124 0 0,'-3'0'1244'0'0,"-48"-8"6651"0"0,39 4-4410 0 0,15 2-3455 0 0,-1 0 0 0 0,1 1 0 0 0,0-1 0 0 0,0 0 0 0 0,0 1-1 0 0,0 0 1 0 0,0 0 0 0 0,0 0 0 0 0,5-1 0 0 0,39-6-183 0 0,-23 4-561 0 0,21-6-4607 0 0,-15 3-134 0 0</inkml:trace>
</inkml:ink>
</file>

<file path=ppt/ink/ink9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5:25.3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136 462 340 0 0,'-15'3'4423'0'0,"-24"6"-818"0"0,37-9-3244 0 0,-1 1-3 0 0,-31 9 1330 0 0,32-9-1150 0 0,-10 3 274 0 0,-16 17 1749 0 0,27-21-2416 0 0,57 6 99 0 0,-53-6-191 0 0,14-1 101 0 0,48-4-5 0 0,97-19 25 0 0,183-20-104 0 0,233 9 60 0 0,-169-8 21 0 0,-38 2-16 0 0,309-7 35 0 0,255-13-60 0 0,-786 51-105 0 0,185-15 4 0 0,315-20 115 0 0,198-7 99 0 0,-313 25-194 0 0,-190 11-34 0 0,-322 15 8 0 0,632-29 15 0 0,2 22-59 0 0,-179 12 44 0 0,147 4 59 0 0,-7 5-38 0 0,-447-9 1930 0 0,-167-4-1768 0 0,-1 0-123 0 0,6-1-57 0 0,-6 0 169 0 0,-11 1-1023 0 0,-24-2-9333 0 0</inkml:trace>
</inkml:ink>
</file>

<file path=ppt/ink/ink9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5:26.0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213 41 216 0 0,'-12'-30'8855'0'0,"12"29"-8807"0"0,0 1 0 0 0,0 0 0 0 0,0-1-1 0 0,0 1 1 0 0,0 0 0 0 0,0-1 0 0 0,0 1-1 0 0,0-1 1 0 0,-1 1 0 0 0,1 0 0 0 0,0-1-1 0 0,0 1 1 0 0,0-1 0 0 0,0 1-1 0 0,-1 0 1 0 0,1-1 0 0 0,0 1 0 0 0,0 0-1 0 0,-1 0 1 0 0,1-1 0 0 0,0 1 0 0 0,-1 0-1 0 0,1 0 1 0 0,0-1 0 0 0,-1 1 0 0 0,1 0-1 0 0,0 0 1 0 0,-1 0 0 0 0,1-1-1 0 0,0 1 1 0 0,-1 0 0 0 0,1 0 0 0 0,-1 0-1 0 0,1 0 1 0 0,0 0 0 0 0,-1 0 0 0 0,0 0-1 0 0,-6 16 470 0 0,1 34-435 0 0,6-48 7 0 0,-66 506 2101 0 0,46-404-1823 0 0,-38 122 0 0 0,51-201-678 0 0,-6 18-1057 0 0,0-18-4412 0 0</inkml:trace>
</inkml:ink>
</file>

<file path=ppt/ink/ink9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5:26.4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1 258 932 0 0,'5'-19'1106'0'0,"1"1"-1"0"0,1 0 1 0 0,0 0-1 0 0,2 1 1 0 0,16-27-1 0 0,-18 34-940 0 0,0 1 0 0 0,0 0 0 0 0,1 1-1 0 0,0 0 1 0 0,0 0 0 0 0,1 0 0 0 0,0 1 0 0 0,1 1 0 0 0,-1 0-1 0 0,20-10 1 0 0,-15 11-69 0 0,0-1 0 0 0,1 2-1 0 0,0 0 1 0 0,0 1 0 0 0,0 0-1 0 0,0 1 1 0 0,1 1 0 0 0,-1 0 0 0 0,1 1-1 0 0,-1 1 1 0 0,30 5 0 0 0,-31-3-31 0 0,-1 0 1 0 0,0 1-1 0 0,1 1 1 0 0,-2 0 0 0 0,1 1-1 0 0,-1 0 1 0 0,1 1-1 0 0,-2 0 1 0 0,1 1-1 0 0,-1 0 1 0 0,0 1-1 0 0,-1 0 1 0 0,15 16-1 0 0,-22-20 18 0 0,1-1 0 0 0,-1 1 0 0 0,0 0 0 0 0,0 0 0 0 0,0 0-1 0 0,-1 0 1 0 0,0 0 0 0 0,0 1 0 0 0,0-1 0 0 0,0 1 0 0 0,-1-1-1 0 0,0 1 1 0 0,0 0 0 0 0,-1 0 0 0 0,0 7 0 0 0,0-5 20 0 0,-2 0 1 0 0,1 1 0 0 0,-1-1-1 0 0,0 0 1 0 0,-1 0-1 0 0,0-1 1 0 0,0 1-1 0 0,0 0 1 0 0,-9 11 0 0 0,2-3 34 0 0,-2-2 1 0 0,0 1-1 0 0,0-1 1 0 0,-1-1-1 0 0,-1 0 1 0 0,0-1-1 0 0,-1-1 1 0 0,-28 17-1 0 0,22-16-44 0 0,-1-2 1 0 0,0 0-1 0 0,-1-1 0 0 0,1-1 0 0 0,-34 6 1 0 0,17-8 15 0 0,0-1 0 0 0,-65-1-1 0 0,47-6-531 0 0,54 2-22 0 0,-9 2-2997 0 0,44 11-2083 0 0,-18-9 1812 0 0</inkml:trace>
</inkml:ink>
</file>

<file path=ppt/ink/ink9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5:26.9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76 201 1348 0 0,'-3'-2'1760'0'0,"-3"1"-1090"0"0,0-2 0 0 0,1 1 0 0 0,-1 0 0 0 0,1-1 0 0 0,-1 0 0 0 0,1-1 0 0 0,0 1 1 0 0,0-1-1 0 0,1 0 0 0 0,-1 0 0 0 0,-4-5 0 0 0,8 8-639 0 0,1 0 1 0 0,-1 0-1 0 0,0 0 1 0 0,1 0-1 0 0,-1-1 1 0 0,1 1-1 0 0,0 0 1 0 0,-1 0-1 0 0,1 0 1 0 0,0 0-1 0 0,-1-1 0 0 0,1 1 1 0 0,0 0-1 0 0,0 0 1 0 0,0-1-1 0 0,0 1 1 0 0,0 0-1 0 0,1 0 1 0 0,-1 0-1 0 0,0-1 1 0 0,0 1-1 0 0,1 0 0 0 0,-1 0 1 0 0,1 0-1 0 0,-1 0 1 0 0,1 0-1 0 0,-1-1 1 0 0,1 1-1 0 0,0 0 1 0 0,0 0-1 0 0,-1 1 1 0 0,1-1-1 0 0,0 0 0 0 0,0 0 1 0 0,0 0-1 0 0,0 0 1 0 0,0 1-1 0 0,0-1 1 0 0,1 0-1 0 0,3-2-10 0 0,-1 1-1 0 0,0-1 1 0 0,1 1 0 0 0,0 0-1 0 0,0 0 1 0 0,-1 1-1 0 0,7-2 1 0 0,-5 2-5 0 0,0 1 0 0 0,-1 0 1 0 0,1 0-1 0 0,0 1 0 0 0,0-1 0 0 0,0 1 1 0 0,-1 1-1 0 0,1-1 0 0 0,0 1 0 0 0,-1 0 1 0 0,1 0-1 0 0,-1 0 0 0 0,0 1 0 0 0,0 0 1 0 0,0 0-1 0 0,0 0 0 0 0,0 1 0 0 0,4 5 1 0 0,-3-5 4 0 0,-1 1-1 0 0,0 0 1 0 0,-1 1 0 0 0,1-1 0 0 0,-1 1 0 0 0,0 0 0 0 0,0 0 0 0 0,-1 0 0 0 0,0 0 0 0 0,0 1 0 0 0,0 0 0 0 0,-1-1 0 0 0,0 1 0 0 0,1 7 0 0 0,-2-6 18 0 0,-1 0 0 0 0,0 0 0 0 0,-1-1 0 0 0,1 1 0 0 0,-1 0 1 0 0,-1 0-1 0 0,1-1 0 0 0,-1 1 0 0 0,-6 12 0 0 0,-1 0 205 0 0,-1 0-1 0 0,-13 18 1 0 0,20-33-151 0 0,3-5-76 0 0,-1 1-1 0 0,1 0 1 0 0,0-1-1 0 0,-1 1 1 0 0,1 0-1 0 0,0-1 1 0 0,-1 1-1 0 0,1-1 1 0 0,-1 1 0 0 0,1-1-1 0 0,-1 1 1 0 0,1-1-1 0 0,-1 1 1 0 0,1-1-1 0 0,-1 1 1 0 0,0-1-1 0 0,1 1 1 0 0,-1-1 0 0 0,1 0-1 0 0,-1 0 1 0 0,0 1-1 0 0,0-1 1 0 0,1 0-1 0 0,-1 0 1 0 0,0 0 0 0 0,1 0-1 0 0,-1 0 1 0 0,0 1-1 0 0,0-1 1 0 0,1-1-1 0 0,-1 1 1 0 0,0 0-1 0 0,1 0 1 0 0,-1 0 0 0 0,0 0-1 0 0,1 0 1 0 0,-1-1-1 0 0,0 1 1 0 0,1 0-1 0 0,-2-1 1 0 0,1 0-5 0 0,0 0 0 0 0,-1 0 0 0 0,1 0-1 0 0,0 0 1 0 0,0-1 0 0 0,0 1 0 0 0,0 0 0 0 0,0-1 0 0 0,1 1 0 0 0,-1 0 0 0 0,0-1 0 0 0,1 1 0 0 0,-2-3-1 0 0,2-2-6 0 0,-1 0-1 0 0,1 0 0 0 0,0-1 1 0 0,0 1-1 0 0,1 0 0 0 0,0 0 0 0 0,0 0 1 0 0,0 0-1 0 0,1 0 0 0 0,0 0 1 0 0,0 0-1 0 0,5-7 0 0 0,1-3 9 0 0,1 0-1 0 0,21-28 0 0 0,-10 18-20 0 0,1 1-1 0 0,2 0 1 0 0,0 2-1 0 0,1 1 1 0 0,2 1 0 0 0,0 0-1 0 0,38-20 1 0 0,-57 36-384 0 0,1 1 0 0 0,0 0 1 0 0,0 1-1 0 0,1 0 0 0 0,8-2 1 0 0,-15 4-511 0 0,2 2-307 0 0,0-1 665 0 0,2 0-148 0 0,3 2-2767 0 0,1 1-262 0 0</inkml:trace>
</inkml:ink>
</file>

<file path=ppt/ink/ink9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5:27.4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154 40 2320 0 0,'-4'1'1762'0'0,"-67"13"5248"0"0,68-13-6927 0 0,1 0 0 0 0,0 0-1 0 0,0 0 1 0 0,-1 0-1 0 0,1 0 1 0 0,0 0 0 0 0,0 1-1 0 0,0-1 1 0 0,0 1 0 0 0,1-1-1 0 0,-1 1 1 0 0,0 0-1 0 0,1 0 1 0 0,-1 0 0 0 0,1 0-1 0 0,-3 4 1 0 0,-14 36 783 0 0,16-35-678 0 0,-1 2-126 0 0,0 0 1 0 0,1 0-1 0 0,0 0 1 0 0,1 0 0 0 0,0 0-1 0 0,1 0 1 0 0,-1 0 0 0 0,2 1-1 0 0,-1-1 1 0 0,1 0-1 0 0,1 0 1 0 0,0 0 0 0 0,0 0-1 0 0,0 0 1 0 0,1-1-1 0 0,1 1 1 0 0,-1-1 0 0 0,2 0-1 0 0,-1 0 1 0 0,1 0 0 0 0,0 0-1 0 0,0-1 1 0 0,1 0-1 0 0,0 0 1 0 0,1 0 0 0 0,-1-1-1 0 0,1 0 1 0 0,0 0 0 0 0,1-1-1 0 0,-1 0 1 0 0,1 0-1 0 0,0-1 1 0 0,1 0 0 0 0,-1 0-1 0 0,1-1 1 0 0,-1 0 0 0 0,16 3-1 0 0,-17-5-16 0 0,1 0 1 0 0,-1 0-1 0 0,1-1 1 0 0,-1 0-1 0 0,1-1 0 0 0,-1 0 1 0 0,1 0-1 0 0,-1 0 0 0 0,0-1 1 0 0,1 0-1 0 0,-1 0 0 0 0,0-1 1 0 0,0 0-1 0 0,-1 0 0 0 0,1-1 1 0 0,8-5-1 0 0,-11 5-22 0 0,1 1-1 0 0,-1-1 1 0 0,0 0-1 0 0,0 0 1 0 0,-1-1 0 0 0,1 1-1 0 0,-1-1 1 0 0,0 0-1 0 0,0 0 1 0 0,0 0 0 0 0,-1 0-1 0 0,1 0 1 0 0,-1-1-1 0 0,-1 1 1 0 0,1-1 0 0 0,-1 1-1 0 0,0-1 1 0 0,0 1-1 0 0,0-1 1 0 0,-1 0 0 0 0,0 0-1 0 0,-1-5 1 0 0,0-2 9 0 0,-2 0 0 0 0,0 1 0 0 0,0-1 0 0 0,-1 1 0 0 0,0 0 0 0 0,-1 0 0 0 0,-1 0-1 0 0,0 1 1 0 0,0 0 0 0 0,-1 0 0 0 0,-1 0 0 0 0,0 1 0 0 0,0 0 0 0 0,-18-16 0 0 0,18 18-18 0 0,-1 1 0 0 0,0 0-1 0 0,0 1 1 0 0,-1 0 0 0 0,1 0 0 0 0,-1 1 0 0 0,-1 0 0 0 0,1 0-1 0 0,-1 2 1 0 0,1-1 0 0 0,-1 1 0 0 0,0 1 0 0 0,0 0-1 0 0,0 0 1 0 0,-1 1 0 0 0,1 1 0 0 0,-15 0 0 0 0,21 1-80 0 0,1 0 1 0 0,0 0 0 0 0,0 0-1 0 0,0 1 1 0 0,0-1 0 0 0,0 1-1 0 0,0 0 1 0 0,0 0 0 0 0,1 0-1 0 0,-1 1 1 0 0,1-1 0 0 0,-1 1-1 0 0,-4 5 1 0 0,7-7-171 0 0,0 0 1 0 0,0 1-1 0 0,0-1 0 0 0,0 0 1 0 0,0 0-1 0 0,1 1 1 0 0,-1-1-1 0 0,0 0 0 0 0,1 1 1 0 0,-1-1-1 0 0,1 1 0 0 0,-1-1 1 0 0,1 1-1 0 0,0-1 0 0 0,0 1 1 0 0,0-1-1 0 0,0 1 0 0 0,0-1 1 0 0,0 1-1 0 0,0-1 1 0 0,0 1-1 0 0,0-1 0 0 0,1 1 1 0 0,-1-1-1 0 0,0 1 0 0 0,1-1 1 0 0,0 0-1 0 0,-1 1 0 0 0,1-1 1 0 0,0 1-1 0 0,0-1 0 0 0,-1 0 1 0 0,1 0-1 0 0,0 0 1 0 0,0 1-1 0 0,1-1 0 0 0,-1 0 1 0 0,0 0-1 0 0,0-1 0 0 0,3 3 1 0 0</inkml:trace>
</inkml:ink>
</file>

<file path=ppt/ink/ink9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5:27.8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202 83 344 0 0,'-73'-83'12981'0'0,"72"83"-12960"0"0,1 0-1 0 0,0 0 0 0 0,-1 0 1 0 0,1 1-1 0 0,0-1 1 0 0,-1 0-1 0 0,1 0 0 0 0,0 0 1 0 0,-1 0-1 0 0,1 0 1 0 0,0 0-1 0 0,-1 1 0 0 0,1-1 1 0 0,0 0-1 0 0,0 0 0 0 0,-1 0 1 0 0,1 1-1 0 0,0-1 1 0 0,0 0-1 0 0,-1 0 0 0 0,1 1 1 0 0,0-1-1 0 0,0 0 1 0 0,0 1-1 0 0,-1-1 0 0 0,1 0 1 0 0,0 1-1 0 0,0-1 1 0 0,0 0-1 0 0,0 1 0 0 0,0-1 1 0 0,0 0-1 0 0,0 1 1 0 0,0 0-1 0 0,-5 12 293 0 0,5-13-306 0 0,-8 36 820 0 0,2 1 0 0 0,1 0 0 0 0,1 43 0 0 0,2-38-424 0 0,-10 406 1431 0 0,2-54-1345 0 0,-25 0-161 0 0,26-315-343 0 0,-3 18-142 0 0,0-36-4522 0 0</inkml:trace>
</inkml:ink>
</file>

<file path=ppt/ink/ink9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5:28.1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7 372 512 0 0,'-3'-24'1395'0'0,"1"0"0"0"0,1 0 0 0 0,1 0 0 0 0,1 0-1 0 0,1 1 1 0 0,9-41 0 0 0,-9 55-1279 0 0,0 0 1 0 0,1 1-1 0 0,1 0 0 0 0,-1-1 0 0 0,1 1 1 0 0,0 0-1 0 0,1 1 0 0 0,0-1 0 0 0,0 1 1 0 0,1 0-1 0 0,0 0 0 0 0,0 1 0 0 0,1 0 1 0 0,-1 0-1 0 0,1 0 0 0 0,1 1 0 0 0,-1 0 0 0 0,1 0 1 0 0,0 1-1 0 0,16-7 0 0 0,-10 7-72 0 0,1 1-1 0 0,0 0 0 0 0,0 0 1 0 0,0 2-1 0 0,0 0 1 0 0,0 1-1 0 0,0 0 1 0 0,0 1-1 0 0,0 1 0 0 0,0 0 1 0 0,0 1-1 0 0,0 1 1 0 0,-1 0-1 0 0,1 1 0 0 0,-1 1 1 0 0,-1 0-1 0 0,1 0 1 0 0,-1 2-1 0 0,0 0 1 0 0,0 0-1 0 0,-1 1 0 0 0,0 1 1 0 0,-1 0-1 0 0,13 14 1 0 0,-21-21-16 0 0,0 1 1 0 0,-1 0-1 0 0,1 0 1 0 0,-1 0 0 0 0,0 0-1 0 0,0 0 1 0 0,0 0-1 0 0,-1 0 1 0 0,1 1-1 0 0,-1-1 1 0 0,0 1 0 0 0,0-1-1 0 0,-1 1 1 0 0,1-1-1 0 0,-1 1 1 0 0,0 0 0 0 0,0-1-1 0 0,-1 1 1 0 0,1-1-1 0 0,-1 1 1 0 0,0-1 0 0 0,0 1-1 0 0,-1-1 1 0 0,1 0-1 0 0,-1 1 1 0 0,0-1-1 0 0,0 0 1 0 0,0 0 0 0 0,-1 0-1 0 0,0-1 1 0 0,-4 6-1 0 0,-1 0 23 0 0,0 0-1 0 0,-1-1 1 0 0,0 0-1 0 0,0 0 1 0 0,-1-1-1 0 0,1-1 1 0 0,-2 1-1 0 0,1-2 0 0 0,-1 1 1 0 0,0-2-1 0 0,-12 5 1 0 0,5-5-28 0 0,1 0 1 0 0,-1-2 0 0 0,1 0 0 0 0,-1 0-1 0 0,0-2 1 0 0,-19-2 0 0 0,34 2-125 0 0,1 0 0 0 0,0-1 0 0 0,-1 1 0 0 0,1-1 0 0 0,0 0 1 0 0,-1 1-1 0 0,1-1 0 0 0,0 0 0 0 0,0-1 0 0 0,0 1 0 0 0,0 0 1 0 0,-2-2-1 0 0,2 1-92 0 0,2 2 119 0 0,-1-1-1 0 0,1 1 0 0 0,0-1 0 0 0,-1 1 1 0 0,1-1-1 0 0,0 1 0 0 0,0-1 1 0 0,-1 1-1 0 0,1-1 0 0 0,0 1 0 0 0,0-1 1 0 0,0 0-1 0 0,0 1 0 0 0,0-1 1 0 0,0 1-1 0 0,0-1 0 0 0,0 1 0 0 0,0-1 1 0 0,0 0-1 0 0,0 1 0 0 0,0-1 0 0 0,0 1 1 0 0,0-1-1 0 0,1 1 0 0 0,-1-1 1 0 0,0 1-1 0 0,0-1 0 0 0,1 1 0 0 0,-1-1 1 0 0,1 0-1 0 0,10-16-2158 0 0,-10 16 1769 0 0,10-11-2411 0 0,5 0-818 0 0</inkml:trace>
</inkml:ink>
</file>

<file path=ppt/ink/ink9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5:29.4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177 786 1572 0 0,'-2'-7'11690'0'0,"3"11"-11578"0"0,1-1-1 0 0,-1 1 1 0 0,1-1 0 0 0,0 1-1 0 0,0-1 1 0 0,0 0-1 0 0,0 0 1 0 0,0 0 0 0 0,1 0-1 0 0,-1 0 1 0 0,1 0 0 0 0,5 3-1 0 0,38 26 403 0 0,-44-31-456 0 0,-2-1-54 0 0,0 1 0 0 0,0-1 0 0 0,0 0 0 0 0,0 0 0 0 0,1 0 0 0 0,-1 1 0 0 0,0-1-1 0 0,0 0 1 0 0,0 0 0 0 0,0 0 0 0 0,1 0 0 0 0,-1 0 0 0 0,0 0 0 0 0,0 1 0 0 0,1-1 0 0 0,-1 0 0 0 0,0 0 0 0 0,0 0 0 0 0,0 0 0 0 0,1 0 0 0 0,-1 0 0 0 0,0 0 0 0 0,0 0 0 0 0,1 0 0 0 0,-1 0 0 0 0,0 0 0 0 0,0 0 0 0 0,1 0 0 0 0,-1 0 0 0 0,0 0 0 0 0,0 0 0 0 0,0 0 0 0 0,1-1 0 0 0,-1 1 0 0 0,0 0 0 0 0,0 0 0 0 0,0 0 0 0 0,1 0 0 0 0,-1 0 0 0 0,0-1-1 0 0,13-4 92 0 0,-11 4-93 0 0,-1 0 2 0 0,1-1 1 0 0,-1 1-1 0 0,0 0 0 0 0,0-1 0 0 0,0 1 1 0 0,-1-1-1 0 0,1 1 0 0 0,0-1 0 0 0,0 0 1 0 0,-1 1-1 0 0,1-1 0 0 0,-1 0 0 0 0,0 1 1 0 0,1-1-1 0 0,-1 0 0 0 0,0 0 0 0 0,0 1 0 0 0,0-1 1 0 0,0-2-1 0 0,0 0 7 0 0,0 0-8 0 0,1 0 0 0 0,-1 1-1 0 0,-1-1 1 0 0,1 0 0 0 0,0 0-1 0 0,-1 1 1 0 0,0-1 0 0 0,0 0 0 0 0,0 1-1 0 0,0-1 1 0 0,0 0 0 0 0,-1 1 0 0 0,0 0-1 0 0,0-1 1 0 0,0 1 0 0 0,0 0 0 0 0,0 0-1 0 0,0 0 1 0 0,-1 0 0 0 0,0 0-1 0 0,1 1 1 0 0,-1-1 0 0 0,0 1 0 0 0,0 0-1 0 0,0 0 1 0 0,-5-3 0 0 0,4 3-3 0 0,0 0 0 0 0,-1 0 1 0 0,1 1-1 0 0,0-1 0 0 0,-1 1 1 0 0,1 0-1 0 0,-1 0 0 0 0,0 1 0 0 0,1-1 1 0 0,-1 1-1 0 0,0 0 0 0 0,1 0 0 0 0,-1 0 1 0 0,0 1-1 0 0,1 0 0 0 0,-1 0 1 0 0,1 0-1 0 0,-1 0 0 0 0,-7 4 0 0 0,2 1 6 0 0,-1 1 0 0 0,1 1 0 0 0,1-1-1 0 0,0 1 1 0 0,0 1 0 0 0,0 0 0 0 0,1 0 0 0 0,0 1-1 0 0,1 0 1 0 0,0 0 0 0 0,-5 12 0 0 0,6-12 11 0 0,1-1 0 0 0,1 1 0 0 0,0 1 0 0 0,0-1 0 0 0,1 1 0 0 0,1-1 1 0 0,0 1-1 0 0,0 0 0 0 0,1 0 0 0 0,0 0 0 0 0,1 0 0 0 0,1 19 0 0 0,0-25-5 0 0,0 0-1 0 0,0-1 1 0 0,1 1-1 0 0,-1 0 1 0 0,1-1-1 0 0,0 1 0 0 0,0-1 1 0 0,0 1-1 0 0,1-1 1 0 0,0 0-1 0 0,-1 0 1 0 0,2 0-1 0 0,-1 0 1 0 0,0-1-1 0 0,1 1 0 0 0,4 2 1 0 0,-3-2-2 0 0,1-1 1 0 0,0 0-1 0 0,0 0 1 0 0,0 0-1 0 0,0-1 1 0 0,0 0-1 0 0,1 0 0 0 0,-1 0 1 0 0,0-1-1 0 0,13 1 1 0 0,-2-2-5 0 0,-1 0-1 0 0,1-1 1 0 0,0-1 0 0 0,0 0 0 0 0,-1-2 0 0 0,0 0 0 0 0,1 0 0 0 0,24-12 0 0 0,-19 5-24 0 0,0 0 0 0 0,-1-2 0 0 0,0 0 1 0 0,-1-1-1 0 0,-1-1 0 0 0,0-1 1 0 0,-2-1-1 0 0,1 0 0 0 0,-2-2 1 0 0,15-20-1 0 0,-23 27 13 0 0,0 0 0 0 0,-1-1 1 0 0,0 0-1 0 0,-2 0 0 0 0,1-1 0 0 0,-1 1 0 0 0,-1-1 0 0 0,2-15 1 0 0,-4 19 9 0 0,-1-1 0 0 0,-1 0 0 0 0,1 0 0 0 0,-2 1 0 0 0,1-1 0 0 0,-2 0 0 0 0,1 1 0 0 0,-2-1 0 0 0,1 1 1 0 0,-1-1-1 0 0,-8-16 0 0 0,10 26-9 0 0,1-1 0 0 0,0 1 1 0 0,-1 0-1 0 0,0 0 0 0 0,1 0 1 0 0,-1-1-1 0 0,0 1 0 0 0,0 0 0 0 0,1 0 1 0 0,-1 0-1 0 0,0 0 0 0 0,0 0 0 0 0,0 0 1 0 0,0 1-1 0 0,0-1 0 0 0,0 0 1 0 0,0 0-1 0 0,-1 1 0 0 0,1-1 0 0 0,0 1 1 0 0,0-1-1 0 0,-1 1 0 0 0,1-1 1 0 0,0 1-1 0 0,-2 0 0 0 0,1 0 3 0 0,1 0 0 0 0,-1 1 0 0 0,1-1-1 0 0,-1 1 1 0 0,1 0 0 0 0,0-1 0 0 0,-1 1-1 0 0,1 0 1 0 0,0 0 0 0 0,-1 0 0 0 0,1 0 0 0 0,0 0-1 0 0,0 0 1 0 0,0 0 0 0 0,0 0 0 0 0,0 0-1 0 0,0 1 1 0 0,0-1 0 0 0,0 0 0 0 0,1 1 0 0 0,-1-1-1 0 0,0 2 1 0 0,-1 0 4 0 0,0 1-1 0 0,1-1 1 0 0,-1 1-1 0 0,1-1 0 0 0,0 1 1 0 0,0-1-1 0 0,0 1 1 0 0,1 0-1 0 0,-1-1 1 0 0,1 1-1 0 0,0 0 1 0 0,0 0-1 0 0,0-1 1 0 0,0 1-1 0 0,1 0 1 0 0,-1-1-1 0 0,1 1 1 0 0,0 0-1 0 0,0-1 1 0 0,1 1-1 0 0,-1-1 1 0 0,1 0-1 0 0,0 1 0 0 0,-1-1 1 0 0,1 0-1 0 0,4 4 1 0 0,-1-2-2 0 0,0 0-1 0 0,0 0 1 0 0,1-1 0 0 0,0 0-1 0 0,0 0 1 0 0,0 0 0 0 0,0-1-1 0 0,0 0 1 0 0,1 0 0 0 0,-1 0-1 0 0,1-1 1 0 0,0 0-1 0 0,8 1 1 0 0,4 0-244 0 0,-1 0-1 0 0,1-2 0 0 0,0 0 1 0 0,0-2-1 0 0,0 0 1 0 0,0 0-1 0 0,20-6 1 0 0,-25 4 132 0 0,-1 0-1 0 0,1-1 1 0 0,0-1 0 0 0,-1-1 0 0 0,0 1 0 0 0,0-2-1 0 0,-1 0 1 0 0,0 0 0 0 0,0-1 0 0 0,11-11 0 0 0,-20 17 119 0 0,0-1 1 0 0,0 0 0 0 0,-1-1 0 0 0,1 1-1 0 0,-1 0 1 0 0,0-1 0 0 0,0 1 0 0 0,0-1 0 0 0,3-7-1 0 0,-5 10-1 0 0,1 0-1 0 0,-1 0 1 0 0,0-1-1 0 0,0 1 1 0 0,1 0-1 0 0,-1 0 0 0 0,0-1 1 0 0,0 1-1 0 0,0 0 1 0 0,0 0-1 0 0,-1-1 1 0 0,1 1-1 0 0,0 0 1 0 0,0 0-1 0 0,-1-1 0 0 0,1 1 1 0 0,-1 0-1 0 0,1 0 1 0 0,-1 0-1 0 0,0 0 1 0 0,1 0-1 0 0,-1 0 0 0 0,0 0 1 0 0,0 0-1 0 0,1 0 1 0 0,-1 0-1 0 0,0 0 1 0 0,0 0-1 0 0,0 0 0 0 0,0 1 1 0 0,0-1-1 0 0,-1 0 1 0 0,0 0-1 0 0,0 0-2 0 0,0 1-1 0 0,0-1 1 0 0,0 1 0 0 0,-1-1-1 0 0,1 1 1 0 0,0 0-1 0 0,0 0 1 0 0,0 0 0 0 0,0 0-1 0 0,0 0 1 0 0,0 1-1 0 0,0-1 1 0 0,0 0 0 0 0,-3 2-1 0 0,-28 12 31 0 0,20-6 4 0 0,0 1 0 0 0,0 0-1 0 0,1 1 1 0 0,0 0 0 0 0,1 1-1 0 0,0 1 1 0 0,1 0 0 0 0,0 0 0 0 0,1 1-1 0 0,1 0 1 0 0,0 0 0 0 0,0 1-1 0 0,1 0 1 0 0,1 1 0 0 0,1 0 0 0 0,0-1-1 0 0,-6 32 1 0 0,10-39-20 0 0,0 0 0 0 0,1 1 1 0 0,0-1-1 0 0,0 0 0 0 0,1 1 0 0 0,0-1 0 0 0,0 0 1 0 0,1 1-1 0 0,0-1 0 0 0,0 0 0 0 0,0 0 0 0 0,1 0 1 0 0,0-1-1 0 0,1 1 0 0 0,-1-1 0 0 0,1 0 0 0 0,1 1 1 0 0,-1-2-1 0 0,1 1 0 0 0,0 0 0 0 0,0-1 0 0 0,0 0 1 0 0,1 0-1 0 0,0-1 0 0 0,0 0 0 0 0,0 0 0 0 0,1 0 1 0 0,-1-1-1 0 0,10 4 0 0 0,-4-3-155 0 0,0-1 0 0 0,0-1 0 0 0,0 0-1 0 0,0-1 1 0 0,0 0 0 0 0,0-1 0 0 0,0 0 0 0 0,23-4-1 0 0,-18 0-240 0 0,0 0-1 0 0,0-1 1 0 0,-1 0-1 0 0,1-2 0 0 0,25-13 1 0 0,-19 6-166 0 0,-1 0 0 0 0,0-2 1 0 0,-1 0-1 0 0,-1-1 0 0 0,-1-1 1 0 0,0-1-1 0 0,-2-1 0 0 0,19-25 1 0 0,-15 12 291 0 0,-1-1 1 0 0,-1-1 0 0 0,-2 0 0 0 0,-1-2 0 0 0,12-44 0 0 0,-14 32 1037 0 0,-3-1 0 0 0,-2-1 1 0 0,5-77-1 0 0,-13 91 359 0 0,-3 1 0 0 0,0-1 0 0 0,-3 1 0 0 0,-1 0 0 0 0,-18-62 0 0 0,24 97-1115 0 0,-1 0 0 0 0,1 0-1 0 0,0 1 1 0 0,0-1 0 0 0,-1 0 0 0 0,1 0-1 0 0,0 0 1 0 0,-1 0 0 0 0,1 1-1 0 0,-1-1 1 0 0,1 0 0 0 0,-1 0-1 0 0,1 1 1 0 0,-1-1 0 0 0,0 0 0 0 0,1 1-1 0 0,-1-1 1 0 0,0 0 0 0 0,-1 0-1 0 0,2 1-3 0 0,-1 0 0 0 0,0 0 0 0 0,1 0-1 0 0,-1 0 1 0 0,1 0 0 0 0,-1 1-1 0 0,1-1 1 0 0,-1 0 0 0 0,1 0 0 0 0,-1 0-1 0 0,1 1 1 0 0,0-1 0 0 0,-1 0-1 0 0,1 1 1 0 0,-1-1 0 0 0,1 0 0 0 0,0 1-1 0 0,-1-1 1 0 0,1 0 0 0 0,0 1 0 0 0,-1-1-1 0 0,1 1 1 0 0,0-1 0 0 0,-1 1-1 0 0,-1 4 187 0 0,-1-1-1 0 0,1 1 0 0 0,0 0 0 0 0,1 0 0 0 0,-3 9 0 0 0,-10 91 2673 0 0,1 189 0 0 0,12-209-2184 0 0,0-57-541 0 0,-2 49 140 0 0,4-1 0 0 0,18 139 0 0 0,-18-211-288 0 0,-1-1 0 0 0,1 1 0 0 0,0 0 0 0 0,0-1 0 0 0,1 1 0 0 0,-1-1 0 0 0,1 0 0 0 0,0 1 0 0 0,-1-1 0 0 0,1 0 0 0 0,1 0 0 0 0,-1 0 0 0 0,0 0 0 0 0,1 0 0 0 0,0-1 0 0 0,-1 1 0 0 0,1-1 0 0 0,0 1 0 0 0,0-1 0 0 0,1 0 0 0 0,-1 0 0 0 0,4 1 0 0 0,-2-1-72 0 0,1-1 0 0 0,0 0-1 0 0,-1 0 1 0 0,1 0 0 0 0,0 0 0 0 0,0-1-1 0 0,0 0 1 0 0,0 0 0 0 0,0-1 0 0 0,-1 0 0 0 0,1 0-1 0 0,0 0 1 0 0,7-3 0 0 0,7-3-1012 0 0,0-1 0 0 0,-1 0 0 0 0,1-2 1 0 0,-2 0-1 0 0,0-1 0 0 0,25-20 0 0 0,-26 17-1102 0 0,0-1 0 0 0,-2 0 0 0 0,21-25 0 0 0,-17 13-3340 0 0</inkml:trace>
</inkml:ink>
</file>

<file path=ppt/ink/ink9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5:29.6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218 71 120 0 0,'-77'-6'5576'0'0,"42"4"-424"0"0,-68-13 1 0 0,101 15-4819 0 0,16-8 337 0 0,176-20-1448 0 0,-60 18-7529 0 0,-96 8 2787 0 0</inkml:trace>
</inkml:ink>
</file>

<file path=ppt/ink/ink9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5:30.1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70 127 1696 0 0,'-7'-8'1727'0'0,"1"-2"0"0"0,1 1 0 0 0,0-1 0 0 0,0 0 0 0 0,1 0 0 0 0,0 0 0 0 0,-3-18 0 0 0,-3-4 1595 0 0,5 45-2055 0 0,-6 173 1773 0 0,11-154-2965 0 0,2 0-1 0 0,2 0 1 0 0,13 60-1 0 0,-14-82-68 0 0,0 0 0 0 0,0-1 0 0 0,7 12 0 0 0,-9-18-343 0 0,1-1 0 0 0,-1 1 0 0 0,1 0 0 0 0,0-1 0 0 0,0 1 0 0 0,1-1 0 0 0,-1 0 0 0 0,0 0 0 0 0,1 1 0 0 0,-1-2 0 0 0,1 1 0 0 0,0 0 0 0 0,3 2 0 0 0,-5-4 185 0 0,0 0 0 0 0,0 0 1 0 0,0 0-1 0 0,0 1 0 0 0,0-1 0 0 0,0 0 0 0 0,0 0 1 0 0,0 0-1 0 0,0-1 0 0 0,0 1 0 0 0,0 0 0 0 0,0 0 1 0 0,0 0-1 0 0,0-1 0 0 0,0 1 0 0 0,0-1 0 0 0,0 1 1 0 0,0 0-1 0 0,1-2 0 0 0,0 1-363 0 0,1 0-150 0 0,0 0 0 0 0,0 0-1 0 0,-1-1 1 0 0,1 0 0 0 0,0 1-1 0 0,-1-1 1 0 0,0 0 0 0 0,1 0 0 0 0,1-3-1 0 0,9-9-5471 0 0</inkml:trace>
</inkml:ink>
</file>

<file path=ppt/ink/ink9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5:30.2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83 1096 0 0,'-24'-82'9983'0'0,"24"81"-9710"0"0</inkml:trace>
</inkml:ink>
</file>

<file path=ppt/ink/ink9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5:30.7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190 157 364 0 0,'-4'15'5649'0'0,"-3"16"48"0"0,7-28-5228 0 0,-1 7 1391 0 0,1-10-1827 0 0,0 0 1 0 0,0 0-1 0 0,-1 0 0 0 0,1 0 1 0 0,0 0-1 0 0,0 0 1 0 0,0 1-1 0 0,0-1 1 0 0,0 0-1 0 0,0 0 1 0 0,0 0-1 0 0,0 0 1 0 0,0 0-1 0 0,0 0 1 0 0,0 1-1 0 0,-1-1 0 0 0,1 0 1 0 0,0 0-1 0 0,0 0 1 0 0,0 0-1 0 0,0 0 1 0 0,0 1-1 0 0,0-1 1 0 0,0 0-1 0 0,0 0 1 0 0,0 0-1 0 0,0 0 0 0 0,0 0 1 0 0,0 1-1 0 0,0-1 1 0 0,1 0-1 0 0,-1 0 1 0 0,0 0-1 0 0,0 0 1 0 0,0 0-1 0 0,0 0 1 0 0,0 1-1 0 0,0-1 1 0 0,0 0-1 0 0,0 0 0 0 0,0 0 1 0 0,0 0-1 0 0,1 0 1 0 0,-1 0-1 0 0,0 0 1 0 0,0 1-1 0 0,0-1 1 0 0,0 0-1 0 0,0 0 1 0 0,0 0-1 0 0,1 0 0 0 0,-1 0 1 0 0,0 0-1 0 0,0 0 1 0 0,0 0-1 0 0,0 0 1 0 0,0 0-1 0 0,1 0 1 0 0,-1 0-1 0 0,11-7 453 0 0,14-16-427 0 0,-20 16-41 0 0,1-1 1 0 0,-1 0-1 0 0,-1 0 0 0 0,1 0 1 0 0,-1 0-1 0 0,-1-1 1 0 0,1 1-1 0 0,-2-1 1 0 0,1 0-1 0 0,-1 0 0 0 0,0 0 1 0 0,0-16-1 0 0,-2 22-18 0 0,1 0 0 0 0,-1 1-1 0 0,0-1 0 0 0,-1 1 0 0 0,1-1 1 0 0,0 1-1 0 0,-1-1 0 0 0,1 0 1 0 0,-1 1-1 0 0,0-1 0 0 0,0 1 1 0 0,0 0-1 0 0,0-1 0 0 0,0 1 0 0 0,0 0 1 0 0,-1 0-1 0 0,1-1 0 0 0,-1 1 1 0 0,0 0-1 0 0,-2-2 0 0 0,2 2-3 0 0,1 1 0 0 0,-1 0 0 0 0,1 0 0 0 0,-1 0-1 0 0,1 0 1 0 0,-1 0 0 0 0,1 0 0 0 0,-1 0 0 0 0,0 0 0 0 0,0 1-1 0 0,1-1 1 0 0,-1 1 0 0 0,0-1 0 0 0,0 1 0 0 0,0 0 0 0 0,0-1 0 0 0,1 1-1 0 0,-5 0 1 0 0,2 1-1 0 0,0 0 0 0 0,1 0 1 0 0,-1 0-1 0 0,0 0 0 0 0,0 1 0 0 0,1-1 0 0 0,-1 1 0 0 0,-4 3 0 0 0,-5 4 11 0 0,1 1 1 0 0,0 0-1 0 0,-16 18 0 0 0,16-14 103 0 0,0 0 1 0 0,1 1-1 0 0,0 1 0 0 0,1-1 0 0 0,1 2 0 0 0,-12 28 1 0 0,18-36-52 0 0,-1 1 0 0 0,1-1 0 0 0,1 1 0 0 0,0-1 0 0 0,0 1 0 0 0,1 0 0 0 0,0 0 0 0 0,0 0 0 0 0,1 0 0 0 0,1 0 0 0 0,0 0 0 0 0,0 0 1 0 0,1 0-1 0 0,3 10 0 0 0,-3-15-32 0 0,0 1 0 0 0,0-1 0 0 0,1 0 0 0 0,0 0 1 0 0,0 0-1 0 0,0 0 0 0 0,1 0 0 0 0,0-1 0 0 0,0 1 0 0 0,0-1 0 0 0,0 0 1 0 0,1 0-1 0 0,5 3 0 0 0,-3-3-248 0 0,0 0 0 0 0,1 0-1 0 0,-1-1 1 0 0,1 0 0 0 0,0 0 0 0 0,0-1 0 0 0,0 0-1 0 0,12 1 1 0 0,-2-1-695 0 0,0-2-1 0 0,0 0 1 0 0,0-1-1 0 0,0-1 1 0 0,0-1-1 0 0,0 0 1 0 0,32-11-1 0 0,-11-1-2075 0 0,3-5-990 0 0</inkml:trace>
</inkml:ink>
</file>

<file path=ppt/ink/ink9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5:31.0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274 178 1792 0 0,'8'-8'795'0'0,"6"-6"697"0"0,0-1 0 0 0,13-17 0 0 0,-25 28-1193 0 0,1 1 1 0 0,-1-1-1 0 0,1 0 0 0 0,-1 0 1 0 0,0 0-1 0 0,-1 0 0 0 0,1 0 0 0 0,-1 0 1 0 0,1 0-1 0 0,-1-1 0 0 0,-1 1 1 0 0,1-1-1 0 0,-1 1 0 0 0,1 0 0 0 0,-2-8 1 0 0,1 10-232 0 0,0 1 1 0 0,0-1-1 0 0,-1 0 0 0 0,1 1 1 0 0,-1-1-1 0 0,1 1 1 0 0,-1-1-1 0 0,0 1 0 0 0,0-1 1 0 0,0 1-1 0 0,1-1 0 0 0,-1 1 1 0 0,0 0-1 0 0,-1-1 1 0 0,1 1-1 0 0,0 0 0 0 0,0 0 1 0 0,-1 0-1 0 0,1 0 1 0 0,0 0-1 0 0,-3-1 0 0 0,1 1 11 0 0,0 0 0 0 0,1 0-1 0 0,-1 1 1 0 0,0-1 0 0 0,0 1-1 0 0,0 0 1 0 0,0-1 0 0 0,0 1-1 0 0,0 1 1 0 0,0-1-1 0 0,-4 1 1 0 0,-2 1 76 0 0,-1 0-1 0 0,1 1 1 0 0,0 1-1 0 0,0-1 1 0 0,0 1 0 0 0,-12 8-1 0 0,14-7-87 0 0,0 0 0 0 0,1 0-1 0 0,-1 0 1 0 0,1 1 0 0 0,0 0 0 0 0,1 0-1 0 0,0 0 1 0 0,0 1 0 0 0,-6 9 0 0 0,10-13-41 0 0,-1 0 0 0 0,0 0 0 0 0,1 1 0 0 0,0-1 0 0 0,0 0 0 0 0,0 1 0 0 0,0-1 0 0 0,1 1 0 0 0,-1-1 0 0 0,1 1 0 0 0,0-1 0 0 0,0 0 0 0 0,0 1 0 0 0,1-1 0 0 0,-1 1 0 0 0,1-1 0 0 0,-1 1 0 0 0,1-1 1 0 0,1 0-1 0 0,-1 1 0 0 0,0-1 0 0 0,1 0 0 0 0,-1 0 0 0 0,4 4 0 0 0,6 7 25 0 0,0-1 0 0 0,2-1 0 0 0,-1 0 0 0 0,1-1 0 0 0,1 0 0 0 0,24 14 0 0 0,-21-13-29 0 0,1 0 0 0 0,-2 1 1 0 0,27 26-1 0 0,-42-38 21 0 0,1 0 1 0 0,-1 0-1 0 0,0 1 1 0 0,0-1-1 0 0,1 0 1 0 0,-1 1-1 0 0,0-1 1 0 0,0 1-1 0 0,-1-1 1 0 0,1 1-1 0 0,0 0 1 0 0,0-1-1 0 0,-1 1 1 0 0,1 0-1 0 0,-1-1 1 0 0,1 1-1 0 0,-1 0 1 0 0,0 0-1 0 0,0 0 1 0 0,0-1 0 0 0,0 1-1 0 0,0 0 1 0 0,0 0-1 0 0,0-1 1 0 0,-1 1-1 0 0,1 0 1 0 0,-1 2-1 0 0,-2-1 19 0 0,1 0 0 0 0,0-1 0 0 0,-1 1 0 0 0,0 0 0 0 0,1-1-1 0 0,-1 0 1 0 0,0 0 0 0 0,0 0 0 0 0,0 0 0 0 0,-1 0 0 0 0,1-1 0 0 0,-6 3 0 0 0,-13 5-63 0 0,-1-2-1 0 0,0 0 1 0 0,0-1 0 0 0,0-1 0 0 0,-45 3-1 0 0,5-9-3009 0 0,2-7-3838 0 0,29 0-49 0 0</inkml:trace>
</inkml:ink>
</file>

<file path=ppt/ink/ink9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5:32.8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247 447 756 0 0,'-8'-12'3472'0'0,"7"8"-3009"0"0,-1 1-1 0 0,0-1 1 0 0,0 1-1 0 0,0 0 0 0 0,-1 0 1 0 0,1 0-1 0 0,-1 0 0 0 0,0 0 1 0 0,0 1-1 0 0,0-1 1 0 0,-5-3-1 0 0,6 5-285 0 0,-18 4 159 0 0,11 3-319 0 0,0 1 0 0 0,0-1 1 0 0,1 1-1 0 0,-1 1 1 0 0,2 0-1 0 0,-1 0 1 0 0,1 0-1 0 0,-11 18 1 0 0,0 1 15 0 0,-25 54 1 0 0,36-67-26 0 0,1 1 0 0 0,0-1 0 0 0,1 1-1 0 0,1 0 1 0 0,-4 26 0 0 0,8-38 1 0 0,-1 1 0 0 0,1-1 0 0 0,0 1 0 0 0,0-1-1 0 0,0 1 1 0 0,0-1 0 0 0,1 1 0 0 0,-1-1 0 0 0,1 1 0 0 0,0-1 0 0 0,0 1-1 0 0,1-1 1 0 0,-1 0 0 0 0,0 0 0 0 0,1 0 0 0 0,0 0 0 0 0,0 0 0 0 0,0 0-1 0 0,0 0 1 0 0,0 0 0 0 0,1-1 0 0 0,-1 1 0 0 0,1-1 0 0 0,0 0 0 0 0,-1 0-1 0 0,1 0 1 0 0,0 0 0 0 0,0 0 0 0 0,0-1 0 0 0,7 3 0 0 0,1-1 6 0 0,0 0 0 0 0,0-1 1 0 0,0 0-1 0 0,0-1 1 0 0,0-1-1 0 0,0 1 1 0 0,0-2-1 0 0,0 0 0 0 0,0 0 1 0 0,19-5-1 0 0,-5 0-4 0 0,0-2-1 0 0,-1 0 1 0 0,36-19 0 0 0,-48 21-5 0 0,0-1 0 0 0,-1 0 0 0 0,1-1 0 0 0,-2 0 1 0 0,1-1-1 0 0,-1 0 0 0 0,0-1 0 0 0,-1 0 0 0 0,0-1 0 0 0,-1 0 1 0 0,10-15-1 0 0,-15 19 2 0 0,1 1-1 0 0,-1-1 1 0 0,0 0 0 0 0,-1 0 0 0 0,1 0 0 0 0,-1 0 0 0 0,-1-1 0 0 0,0 1-1 0 0,0 0 1 0 0,0-1 0 0 0,-1 1 0 0 0,0 0 0 0 0,0-1 0 0 0,-1 1 0 0 0,0-1-1 0 0,0 1 1 0 0,0 0 0 0 0,-1 0 0 0 0,-1 0 0 0 0,1 0 0 0 0,-1 0 0 0 0,-5-10-1 0 0,4 12-8 0 0,1-1 0 0 0,-1 1-1 0 0,0 0 1 0 0,0 0 0 0 0,0 0 0 0 0,-1 0-1 0 0,0 1 1 0 0,0 0 0 0 0,0 0-1 0 0,0 0 1 0 0,-1 0 0 0 0,1 1 0 0 0,-1 0-1 0 0,0 0 1 0 0,0 1 0 0 0,0 0-1 0 0,0 0 1 0 0,0 0 0 0 0,-1 1 0 0 0,1-1-1 0 0,-11 1 1 0 0,7 1-11 0 0,0 0 0 0 0,0 1 1 0 0,0 0-1 0 0,0 0 0 0 0,1 2 0 0 0,-1-1 0 0 0,1 1 1 0 0,-1 0-1 0 0,1 1 0 0 0,0 0 0 0 0,0 0 1 0 0,0 1-1 0 0,-11 9 0 0 0,7-5 2 0 0,1 1-1 0 0,0 1 1 0 0,0 0 0 0 0,-11 15-1 0 0,19-21 7 0 0,0 0 0 0 0,0 1 0 0 0,0 0 0 0 0,1 0 0 0 0,0 0 0 0 0,0 0-1 0 0,1 1 1 0 0,-1-1 0 0 0,1 1 0 0 0,1 0 0 0 0,-1-1 0 0 0,1 9 0 0 0,0-12 5 0 0,1 0 0 0 0,0-1 1 0 0,0 1-1 0 0,1 0 1 0 0,-1-1-1 0 0,0 1 0 0 0,1-1 1 0 0,0 1-1 0 0,-1-1 0 0 0,1 1 1 0 0,0-1-1 0 0,1 1 0 0 0,-1-1 1 0 0,0 0-1 0 0,0 1 1 0 0,1-1-1 0 0,0 0 0 0 0,2 3 1 0 0,-1-3 0 0 0,1 1 0 0 0,-1-1 0 0 0,1 1 0 0 0,-1-1 0 0 0,1 0 0 0 0,0-1 0 0 0,0 1 0 0 0,0-1 0 0 0,0 1 0 0 0,7 0 0 0 0,3 0-7 0 0,1-1-1 0 0,0 0 0 0 0,0-1 0 0 0,0-1 0 0 0,22-3 1 0 0,4-4 31 0 0,-1-2 1 0 0,-1-1-1 0 0,1-3 0 0 0,-2-1 1 0 0,0-1-1 0 0,-1-2 1 0 0,60-41-1 0 0,-75 44-19 0 0,0-1 0 0 0,-1-2 0 0 0,-1 0-1 0 0,-1-1 1 0 0,0-1 0 0 0,-2-1 0 0 0,16-24 0 0 0,-22 29-35 0 0,-1-1 1 0 0,-1-1-1 0 0,-1 0 1 0 0,-1 0-1 0 0,0-1 1 0 0,-1 0-1 0 0,-1 0 1 0 0,-1 0-1 0 0,-1 0 1 0 0,2-29-1 0 0,-4 31 19 0 0,0 10 0 0 0,-1 0 0 0 0,1-1 0 0 0,-2 1-1 0 0,1 0 1 0 0,-1-1 0 0 0,0 1 0 0 0,-3-12-1 0 0,4 19 10 0 0,0-1-1 0 0,0 1 0 0 0,-1 0 0 0 0,1-1 0 0 0,0 1 1 0 0,0 0-1 0 0,0 0 0 0 0,0-1 0 0 0,0 1 0 0 0,-1 0 1 0 0,1 0-1 0 0,0 0 0 0 0,0-1 0 0 0,0 1 1 0 0,-1 0-1 0 0,1 0 0 0 0,0 0 0 0 0,0 0 0 0 0,-1-1 1 0 0,1 1-1 0 0,0 0 0 0 0,0 0 0 0 0,-1 0 0 0 0,1 0 1 0 0,0 0-1 0 0,-1 0 0 0 0,1 0 0 0 0,0 0 0 0 0,0 0 1 0 0,-1 0-1 0 0,1 0 0 0 0,0 0 0 0 0,-1 0 1 0 0,1 0-1 0 0,0 0 0 0 0,0 0 0 0 0,-1 0 0 0 0,1 0 1 0 0,0 0-1 0 0,-1 0 0 0 0,1 0 0 0 0,0 1 0 0 0,0-1 1 0 0,-1 0-1 0 0,-8 8 7 0 0,9-8-6 0 0,-4 5 10 0 0,1-1 0 0 0,-1 1-1 0 0,1 0 1 0 0,0 0 0 0 0,1 0 0 0 0,-1 1-1 0 0,1-1 1 0 0,-2 8 0 0 0,-9 49 124 0 0,9-40-98 0 0,-20 145 18 0 0,-1 183 1 0 0,22-285 5 0 0,0 838 602 0 0,6-772-518 0 0,3 109 1396 0 0,-6-239-1500 0 0,0-1 1 0 0,0 0-1 0 0,0 1 1 0 0,-1-1-1 0 0,1 1 0 0 0,0-1 1 0 0,0 0-1 0 0,0 1 1 0 0,0-1-1 0 0,0 1 1 0 0,0-1-1 0 0,0 0 0 0 0,0 1 1 0 0,1-1-1 0 0,-1 1 1 0 0,0-1-1 0 0,0 1 1 0 0,0-1-1 0 0,0 0 0 0 0,0 1 1 0 0,1-1-1 0 0,-1 0 1 0 0,0 1-1 0 0,0-1 0 0 0,1 0 1 0 0,-1 1-1 0 0,0-1 1 0 0,1 0-1 0 0,-1 1 1 0 0,8-10 264 0 0,5-23-248 0 0,2-18-14 0 0,-3 0 0 0 0,-1-1 0 0 0,3-53 0 0 0,-13 81-53 0 0,0 0-1 0 0,-2 0 1 0 0,0 0-1 0 0,-2 0 1 0 0,-1 1-1 0 0,0-1 1 0 0,-2 1-1 0 0,0 0 1 0 0,-14-30-1 0 0,8 28-12 0 0,-1-1 0 0 0,-1 2 0 0 0,-1 0 0 0 0,-1 0 0 0 0,-1 2 0 0 0,-1 0 0 0 0,-1 1-1 0 0,0 1 1 0 0,-2 0 0 0 0,0 2 0 0 0,-1 0 0 0 0,-31-16 0 0 0,-29-10-130 0 0,49 27-45 0 0,-32-21 0 0 0,63 36-216 0 0,2-6-521 0 0,0 7 896 0 0,0 0 0 0 0,0-1 1 0 0,0 1-1 0 0,0-1 0 0 0,0 1 0 0 0,0 0 1 0 0,0-1-1 0 0,0 1 0 0 0,0-1 0 0 0,0 1 0 0 0,0 0 1 0 0,0-1-1 0 0,0 1 0 0 0,1-1 0 0 0,-1 1 0 0 0,0 0 1 0 0,0-1-1 0 0,0 1 0 0 0,1 0 0 0 0,-1-1 0 0 0,0 1 1 0 0,0 0-1 0 0,1-1 0 0 0,-1 1 0 0 0,0 0 1 0 0,1 0-1 0 0,-1-1 0 0 0,0 1 0 0 0,1 0 0 0 0,-1 0 1 0 0,0 0-1 0 0,1 0 0 0 0,-1-1 0 0 0,1 1 0 0 0,7-4-646 0 0,0 0-1 0 0,-1 1 1 0 0,1 0-1 0 0,11-3 1 0 0,6-2-1824 0 0,5-4-879 0 0</inkml:trace>
</inkml:ink>
</file>

<file path=ppt/ink/ink9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5:33.4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548 208 716 0 0,'-2'-13'1761'0'0,"-1"0"0"0"0,-1 1 0 0 0,-7-21 0 0 0,3 16-937 0 0,-1-1 1 0 0,0 1-1 0 0,-21-28 1 0 0,27 41-767 0 0,0 1 1 0 0,0 0 0 0 0,0 0 0 0 0,0 0-1 0 0,0 1 1 0 0,0-1 0 0 0,-1 1-1 0 0,1-1 1 0 0,-1 1 0 0 0,0 0 0 0 0,0 0-1 0 0,0 1 1 0 0,0-1 0 0 0,-5 0-1 0 0,3 1-22 0 0,-1 0-1 0 0,1 0 1 0 0,-1 1-1 0 0,1 0 0 0 0,0 0 1 0 0,-1 1-1 0 0,1 0 1 0 0,-11 2-1 0 0,-1 3-30 0 0,1 0 0 0 0,-1 2-1 0 0,1 0 1 0 0,0 0 0 0 0,-23 18 0 0 0,19-12-10 0 0,2 1-1 0 0,0 2 1 0 0,0-1 0 0 0,2 2-1 0 0,-22 28 1 0 0,27-31 15 0 0,2 0 0 0 0,-1 1 0 0 0,2 1 0 0 0,0 0 0 0 0,2 0 0 0 0,-1 0 0 0 0,-8 35 0 0 0,15-47-4 0 0,0 0-1 0 0,0 1 1 0 0,1-1 0 0 0,-1 1-1 0 0,1-1 1 0 0,0 1-1 0 0,1-1 1 0 0,-1 0-1 0 0,1 1 1 0 0,0-1-1 0 0,0 0 1 0 0,1 1-1 0 0,0-1 1 0 0,0 0-1 0 0,0 0 1 0 0,0 0-1 0 0,1 0 1 0 0,0-1-1 0 0,0 1 1 0 0,0-1-1 0 0,1 1 1 0 0,3 3-1 0 0,-1-3 1 0 0,1 1-1 0 0,-1-2 0 0 0,1 1 1 0 0,0-1-1 0 0,0 0 0 0 0,0 0 1 0 0,1-1-1 0 0,0 0 0 0 0,-1 0 1 0 0,1-1-1 0 0,0 0 0 0 0,0 0 0 0 0,0-1 1 0 0,10 0-1 0 0,-4 0-2 0 0,-1-1-1 0 0,1-1 1 0 0,-1 0-1 0 0,0-1 1 0 0,1 0 0 0 0,-1-1-1 0 0,0-1 1 0 0,0 0-1 0 0,-1-1 1 0 0,1 0-1 0 0,-1-1 1 0 0,0 0 0 0 0,-1-1-1 0 0,1 0 1 0 0,-1-1-1 0 0,-1 0 1 0 0,1-1-1 0 0,-1 0 1 0 0,-1-1 0 0 0,0 0-1 0 0,0 0 1 0 0,-1-1-1 0 0,0 0 1 0 0,-1 0-1 0 0,-1-1 1 0 0,1 0 0 0 0,4-14-1 0 0,-1-4 85 0 0,-2-1 0 0 0,-1 0-1 0 0,-2 0 1 0 0,0 0 0 0 0,-3 0 0 0 0,0-33 0 0 0,-2 25 133 0 0,0 37-200 0 0,-3 13-67 0 0,-3 16 42 0 0,2 2 1 0 0,0-1-1 0 0,2 0 1 0 0,2 32-1 0 0,1-39 22 0 0,1-1 0 0 0,1 1 0 0 0,1 0 0 0 0,1-1-1 0 0,0 0 1 0 0,11 25 0 0 0,-12-36-129 0 0,1 0 1 0 0,-1-1-1 0 0,2 0 0 0 0,-1 1 0 0 0,1-2 0 0 0,1 1 0 0 0,-1-1 0 0 0,13 11 0 0 0,-15-15-295 0 0,0 1-1 0 0,1-1 1 0 0,-1 0-1 0 0,1-1 1 0 0,-1 1-1 0 0,1-1 1 0 0,0 0-1 0 0,0 0 0 0 0,0 0 1 0 0,0-1-1 0 0,0 1 1 0 0,1-1-1 0 0,-1-1 1 0 0,0 1-1 0 0,1-1 1 0 0,-1 0-1 0 0,8-1 0 0 0,4-2-2354 0 0</inkml:trace>
</inkml:ink>
</file>

<file path=ppt/ink/ink9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5:33.9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43 181 1332 0 0,'-2'-58'5285'0'0,"-10"-62"0"0"0,12 118-4983 0 0,16 16-189 0 0,-12-6-77 0 0,-1-1 0 0 0,0 1 0 0 0,0 0 0 0 0,0 0 0 0 0,-1 0 0 0 0,2 13 0 0 0,4 53 244 0 0,-5-34-104 0 0,-3 44 0 0 0,-1-68-90 0 0,-1 1-1 0 0,0-1 0 0 0,-2 0 1 0 0,0 0-1 0 0,-8 21 1 0 0,12-35-77 0 0,-1-1 0 0 0,1 1-1 0 0,-1-1 1 0 0,0 0 0 0 0,1 0 0 0 0,-1 1 0 0 0,0-1 0 0 0,0 0 0 0 0,0 0-1 0 0,0 0 1 0 0,0 0 0 0 0,-2 2 0 0 0,3-3-6 0 0,-1 0-1 0 0,1 0 1 0 0,-1 1 0 0 0,1-1-1 0 0,-1 0 1 0 0,0 0 0 0 0,1 0-1 0 0,-1 0 1 0 0,1 0 0 0 0,-1 0-1 0 0,1 0 1 0 0,-1 0 0 0 0,0 0-1 0 0,1 0 1 0 0,-1 0 0 0 0,1 0-1 0 0,-1 0 1 0 0,1 0 0 0 0,-1 0-1 0 0,1-1 1 0 0,-1 1-1 0 0,0 0 1 0 0,-1-2 1 0 0,1 1 1 0 0,-1 0-1 0 0,0-1 0 0 0,1 1 1 0 0,0-1-1 0 0,-1 1 0 0 0,1-1 1 0 0,0 0-1 0 0,0 1 0 0 0,-1-1 0 0 0,1 0 1 0 0,1 0-1 0 0,-1 0 0 0 0,-1-2 1 0 0,0-5-4 0 0,0-1 1 0 0,0 1 0 0 0,1-1 0 0 0,1 0-1 0 0,-1 1 1 0 0,1-1 0 0 0,1 0 0 0 0,0 1 0 0 0,0-1-1 0 0,1 1 1 0 0,0-1 0 0 0,1 1 0 0 0,0 0-1 0 0,0 0 1 0 0,9-17 0 0 0,-3 10 4 0 0,0 0-1 0 0,2 0 1 0 0,-1 1 0 0 0,2 1 0 0 0,0 0 0 0 0,0 1-1 0 0,23-19 1 0 0,-22 22-13 0 0,0 0 0 0 0,0 2 1 0 0,1-1-1 0 0,0 2 0 0 0,1 0 0 0 0,0 0 0 0 0,0 1 0 0 0,0 1 0 0 0,0 1 0 0 0,19-3 0 0 0,-28 6 9 0 0,0 0-1 0 0,0 1 1 0 0,1-1-1 0 0,-1 2 0 0 0,0-1 1 0 0,0 0-1 0 0,1 1 1 0 0,-1 0-1 0 0,0 1 1 0 0,0 0-1 0 0,0 0 0 0 0,0 0 1 0 0,0 0-1 0 0,-1 1 1 0 0,1 0-1 0 0,-1 0 1 0 0,1 0-1 0 0,-1 1 0 0 0,0 0 1 0 0,-1 0-1 0 0,1 0 1 0 0,-1 1-1 0 0,1 0 0 0 0,-1-1 1 0 0,-1 1-1 0 0,1 1 1 0 0,-1-1-1 0 0,5 9 1 0 0,-3-1 63 0 0,0 0 1 0 0,0 0 0 0 0,-2 0 0 0 0,1 1 0 0 0,-2 0 0 0 0,3 23-1 0 0,-4 89 295 0 0,-3-68-280 0 0,2-57-88 0 0,0 1 1 0 0,0-1 0 0 0,0 0 0 0 0,0 1-1 0 0,0-1 1 0 0,1 0 0 0 0,-1 0-1 0 0,0 1 1 0 0,1-1 0 0 0,-1 0-1 0 0,1 0 1 0 0,-1 0 0 0 0,1 1 0 0 0,-1-1-1 0 0,1 0 1 0 0,0 0 0 0 0,0 0-1 0 0,0 0 1 0 0,-1 0 0 0 0,1 0 0 0 0,0 0-1 0 0,0 0 1 0 0,2 1 0 0 0,-1-2-86 0 0,0 1-1 0 0,1 0 1 0 0,-1 0 0 0 0,0-1 0 0 0,0 1 0 0 0,1-1 0 0 0,-1 0 0 0 0,0 0 0 0 0,1 0-1 0 0,-1 0 1 0 0,0 0 0 0 0,3 0 0 0 0,6-3-1257 0 0,0 1 0 0 0,-1-1 0 0 0,0 0 0 0 0,15-8 0 0 0,-2 0-3005 0 0</inkml:trace>
</inkml:ink>
</file>

<file path=ppt/ink/ink9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5:46.0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 27 1696 0 0,'-3'-10'7797'0'0,"-2"-7"-4091"0"0,1 28-2823 0 0,-4 11-191 0 0,2 0 0 0 0,1 1 0 0 0,-4 31 0 0 0,2-11-313 0 0,-32 212-316 0 0,39-245-882 0 0</inkml:trace>
</inkml:ink>
</file>

<file path=ppt/ink/ink9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5:46.3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83 84 1480 0 0,'-32'-73'13346'0'0,"33"72"-13315"0"0,-1 1 1 0 0,1-1-1 0 0,-1 0 1 0 0,1 0-1 0 0,-1 1 1 0 0,1-1-1 0 0,0 1 1 0 0,-1-1-1 0 0,1 1 0 0 0,0-1 1 0 0,-1 1-1 0 0,1-1 1 0 0,0 1-1 0 0,0-1 1 0 0,-1 1-1 0 0,1 0 1 0 0,0 0-1 0 0,0-1 0 0 0,0 1 1 0 0,0 0-1 0 0,-1 0 1 0 0,1 0-1 0 0,2 0 1 0 0,21 3 18 0 0,-15-1 38 0 0,12 1 57 0 0,0 1-1 0 0,0 1 1 0 0,-1 0 0 0 0,1 2-1 0 0,-2 1 1 0 0,1 0 0 0 0,-1 1 0 0 0,0 1-1 0 0,-1 1 1 0 0,0 1 0 0 0,-1 0 0 0 0,0 1-1 0 0,-1 1 1 0 0,-1 1 0 0 0,0 0 0 0 0,-1 1-1 0 0,0 0 1 0 0,-2 1 0 0 0,0 1 0 0 0,-1 0-1 0 0,0 0 1 0 0,9 25 0 0 0,-2 2 202 0 0,-1 0 0 0 0,-2 1 0 0 0,-3 1 0 0 0,12 80 0 0 0,-20-89-256 0 0,-2 0 0 0 0,-1 0 1 0 0,-2 1-1 0 0,-2-1 0 0 0,-1 0 0 0 0,-14 55 0 0 0,-5-11 11 0 0,-5 0-1 0 0,-2-3 1 0 0,-5 0-1 0 0,-2-2 1 0 0,-78 116-1 0 0,66-121-1500 0 0,-71 77 0 0 0,64-93-1960 0 0,14-23-2723 0 0,16-16-1305 0 0</inkml:trace>
</inkml:ink>
</file>

<file path=ppt/ink/ink9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5:47.7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280 183 912 0 0,'0'0'3520'0'0,"9"7"-723"0"0,-6 2-2472 0 0,0 1 0 0 0,-1-1 0 0 0,0 1 0 0 0,-1 0 0 0 0,0 0 0 0 0,-1 0 0 0 0,0 0 0 0 0,0 0 0 0 0,-1 0 0 0 0,0-1 0 0 0,-1 1 0 0 0,0 0 0 0 0,-6 14 0 0 0,6-18-230 0 0,-1 0-1 0 0,-1-1 0 0 0,1 1 1 0 0,-1-1-1 0 0,0 1 1 0 0,0-1-1 0 0,0-1 1 0 0,-7 6-1 0 0,7-6-27 0 0,4-3-55 0 0,-1 0 0 0 0,0 0 0 0 0,0 0-1 0 0,0 0 1 0 0,0 0 0 0 0,0 0-1 0 0,0-1 1 0 0,0 1 0 0 0,0 0-1 0 0,0-1 1 0 0,0 1 0 0 0,0-1 0 0 0,0 1-1 0 0,0-1 1 0 0,-1 1 0 0 0,1-1-1 0 0,0 0 1 0 0,0 0 0 0 0,-1 1-1 0 0,1-1 1 0 0,0 0 0 0 0,0 0 0 0 0,-1 0-1 0 0,1 0 1 0 0,0-1 0 0 0,0 1-1 0 0,-1 0 1 0 0,1-1 0 0 0,0 1-1 0 0,0 0 1 0 0,0-1 0 0 0,-1 1 0 0 0,1-1-1 0 0,0 0 1 0 0,0 1 0 0 0,0-1-1 0 0,0 0 1 0 0,0 0 0 0 0,0 0-1 0 0,0 1 1 0 0,1-1 0 0 0,-1 0 0 0 0,0 0-1 0 0,0 0 1 0 0,1-1 0 0 0,-1 1-1 0 0,0 0 1 0 0,1 0 0 0 0,0 0-1 0 0,-1 0 1 0 0,1 0 0 0 0,-1-1 0 0 0,1 1-1 0 0,0 0 1 0 0,0 0 0 0 0,0-1-1 0 0,0 1 1 0 0,0 0 0 0 0,0 0-1 0 0,0-1 1 0 0,0-1 0 0 0,3-12-13 0 0,0 0 0 0 0,1 0 0 0 0,0 1 0 0 0,1-1 0 0 0,1 1 0 0 0,0 0 0 0 0,9-13 1 0 0,61-89-35 0 0,-64 100 28 0 0,1-2-4 0 0,1 0 1 0 0,1 2 0 0 0,1 0-1 0 0,32-26 1 0 0,-47 41 9 0 0,1 1 1 0 0,-1-1-1 0 0,1 1 0 0 0,0 0 0 0 0,-1-1 0 0 0,1 1 0 0 0,0 0 0 0 0,0 0 1 0 0,-1 0-1 0 0,1 0 0 0 0,0 0 0 0 0,-1 1 0 0 0,1-1 0 0 0,0 0 0 0 0,0 1 1 0 0,-1-1-1 0 0,1 1 0 0 0,-1 0 0 0 0,1-1 0 0 0,-1 1 0 0 0,1 0 1 0 0,-1 0-1 0 0,1 0 0 0 0,-1 0 0 0 0,0 0 0 0 0,1 1 0 0 0,-1-1 0 0 0,0 0 1 0 0,0 0-1 0 0,0 1 0 0 0,0-1 0 0 0,1 2 0 0 0,3 10 83 0 0,0-1 0 0 0,-1 1 1 0 0,-1 0-1 0 0,0 0 0 0 0,0 0 0 0 0,-2 0 0 0 0,1 0 0 0 0,-2 15 0 0 0,-9 110 571 0 0,8-130-641 0 0,-57 583 1978 0 0,56-572-1946 0 0,0 2 251 0 0,0 0 0 0 0,-1-1 0 0 0,-1 1 0 0 0,-8 20 0 0 0,12-39-261 0 0,-1-1 0 0 0,1 1 0 0 0,-1-1 0 0 0,0 1 0 0 0,0-1 0 0 0,0 0 0 0 0,0 1 0 0 0,0-1 0 0 0,0 0 0 0 0,0 0 0 0 0,0 1 0 0 0,0-1 0 0 0,0 0 0 0 0,-1 0 0 0 0,1 0 0 0 0,-1 0 0 0 0,1-1 0 0 0,0 1 0 0 0,-1 0 0 0 0,1-1 0 0 0,-1 1 0 0 0,0-1 0 0 0,1 1 0 0 0,-1-1 0 0 0,1 0 0 0 0,-4 1 0 0 0,1-1-10 0 0,-1-1 0 0 0,0 1-1 0 0,1-1 1 0 0,-1 0 0 0 0,1 0 0 0 0,-1-1-1 0 0,1 1 1 0 0,-6-3 0 0 0,-88-45 127 0 0,57 27-161 0 0,-47-18-1 0 0,84 39-12 0 0,0 0 1 0 0,0 1-1 0 0,0-1 0 0 0,1 1 1 0 0,-1 0-1 0 0,0 0 1 0 0,0 0-1 0 0,0 0 0 0 0,0 1 1 0 0,0-1-1 0 0,0 1 1 0 0,0 0-1 0 0,1 0 0 0 0,-1 1 1 0 0,0-1-1 0 0,1 1 1 0 0,-1 0-1 0 0,1 0 0 0 0,-1 0 1 0 0,-4 4-1 0 0,6-5-206 0 0,0 1 0 0 0,0-1 0 0 0,1 1 0 0 0,-1-1 0 0 0,0 1 0 0 0,1 0 0 0 0,-1-1 0 0 0,1 1 0 0 0,0 0 0 0 0,0 0 0 0 0,0 0 0 0 0,0 0 0 0 0,-2 4 0 0 0,3-5 42 0 0,0 0 0 0 0,0 0 0 0 0,0 0 0 0 0,0 0 1 0 0,0 0-1 0 0,0 0 0 0 0,0 1 0 0 0,0-1 0 0 0,0 0 1 0 0,0 0-1 0 0,1 0 0 0 0,-1 0 0 0 0,0 0 1 0 0,1 0-1 0 0,-1 0 0 0 0,1 0 0 0 0,-1 0 0 0 0,1 0 1 0 0,0 0-1 0 0,-1 0 0 0 0,1 0 0 0 0,1 1 0 0 0,-1-2-18 0 0,-1 1-1 0 0,1-1 0 0 0,-1 0 0 0 0,1 1 0 0 0,-1-1 0 0 0,1 0 0 0 0,0 0 1 0 0,-1 1-1 0 0,1-1 0 0 0,0 0 0 0 0,-1 0 0 0 0,1 0 0 0 0,0 0 1 0 0,-1 0-1 0 0,1 0 0 0 0,-1 0 0 0 0,1 0 0 0 0,0 0 0 0 0,1 0 1 0 0</inkml:trace>
</inkml:ink>
</file>

<file path=ppt/ink/ink9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5:48.4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650 138 2436 0 0,'12'-118'12472'0'0,"-10"98"-10694"0"0,-3 32-1396 0 0,-62 597 4594 0 0,-14 158-3947 0 0,63-491-627 0 0,14-233-323 0 0,1 1-1 0 0,8 55 1 0 0,-9-95-70 0 0,1 0 0 0 0,0 0 0 0 0,0 0 1 0 0,0 0-1 0 0,0 0 0 0 0,0 0 0 0 0,1-1 0 0 0,0 1 1 0 0,0-1-1 0 0,0 1 0 0 0,0-1 0 0 0,0 0 0 0 0,1 1 1 0 0,-1-1-1 0 0,1 0 0 0 0,0-1 0 0 0,0 1 0 0 0,0 0 1 0 0,0-1-1 0 0,0 0 0 0 0,1 0 0 0 0,-1 0 0 0 0,1 0 0 0 0,-1 0 1 0 0,1-1-1 0 0,0 1 0 0 0,0-1 0 0 0,0 0 0 0 0,0 0 1 0 0,0-1-1 0 0,0 1 0 0 0,0-1 0 0 0,0 0 0 0 0,0 0 1 0 0,0 0-1 0 0,0 0 0 0 0,5-2 0 0 0,5 0 0 0 0,-1-1 0 0 0,1-1 1 0 0,-1 0-1 0 0,0 0 0 0 0,0-1 0 0 0,-1-1 0 0 0,1 0 0 0 0,-1-1 0 0 0,-1-1 0 0 0,1 1 0 0 0,-1-2 0 0 0,-1 0 1 0 0,1 0-1 0 0,14-18 0 0 0,-18 19-5 0 0,0 0 0 0 0,0-1 1 0 0,-1 0-1 0 0,0 0 0 0 0,-1-1 0 0 0,0 0 1 0 0,0 0-1 0 0,-1 0 0 0 0,0 0 1 0 0,-1-1-1 0 0,0 1 0 0 0,-1-1 1 0 0,0 0-1 0 0,-1 0 0 0 0,0 1 0 0 0,-1-1 1 0 0,0 0-1 0 0,-3-20 0 0 0,1 22-11 0 0,0 1 0 0 0,-1 0 0 0 0,0 0 0 0 0,0 1 0 0 0,-1-1 0 0 0,0 0 0 0 0,0 1-1 0 0,-1 0 1 0 0,-7-10 0 0 0,2 6-2 0 0,-1 1 0 0 0,0-1-1 0 0,0 2 1 0 0,-23-16 0 0 0,-3 4-8 0 0,-1 1 1 0 0,-69-25 0 0 0,-123-29 15 0 0,138 47 12 0 0,-106-45 0 0 0,191 69-22 0 0,0-1 0 0 0,0 1 0 0 0,0-1 1 0 0,0-1-1 0 0,1 1 0 0 0,-9-9 0 0 0,13 12 8 0 0,1 0-1 0 0,0-1 1 0 0,0 1-1 0 0,-1-1 0 0 0,1 0 1 0 0,0 1-1 0 0,0-1 1 0 0,0 0-1 0 0,0 0 1 0 0,1 0-1 0 0,-1 0 1 0 0,1 1-1 0 0,-1-1 0 0 0,1 0 1 0 0,-1 0-1 0 0,1 0 1 0 0,0 0-1 0 0,0 0 1 0 0,0 0-1 0 0,0 0 0 0 0,0 0 1 0 0,1 0-1 0 0,-1 0 1 0 0,0 0-1 0 0,1 0 1 0 0,0 0-1 0 0,-1 0 1 0 0,1 0-1 0 0,0 0 0 0 0,2-3 1 0 0,4-5-2 0 0,0 0-1 0 0,1 0 1 0 0,0 1 0 0 0,0 0-1 0 0,1 0 1 0 0,0 1 0 0 0,14-9-1 0 0,77-46-125 0 0,-70 46-21 0 0,45-24-1301 0 0,121-47 0 0 0,-54 36-2228 0 0,1 5-4047 0 0,-82 28 826 0 0</inkml:trace>
</inkml:ink>
</file>

<file path=ppt/ink/ink9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5:49.3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264 201 60 0 0,'-4'-14'1786'0'0,"0"0"0"0"0,0-1-1 0 0,2 1 1 0 0,-2-23 0 0 0,4 36-1312 0 0,-3-6 315 0 0,3 7-694 0 0,0 0 0 0 0,0-1-1 0 0,0 1 1 0 0,0-1 0 0 0,0 1-1 0 0,0-1 1 0 0,0 1 0 0 0,0-1-1 0 0,0 1 1 0 0,-1-1 0 0 0,1 1-1 0 0,0 0 1 0 0,0-1 0 0 0,0 1-1 0 0,-1-1 1 0 0,1 1 0 0 0,0 0-1 0 0,-1-1 1 0 0,1 1 0 0 0,0 0-1 0 0,-1-1 1 0 0,1 1 0 0 0,0 0-1 0 0,-1-1 1 0 0,-2 2-68 0 0,-1 0 0 0 0,1 0 0 0 0,0 0 0 0 0,0 1 0 0 0,0 0 1 0 0,0-1-1 0 0,0 1 0 0 0,0 0 0 0 0,1 0 0 0 0,-1 0 0 0 0,1 1 0 0 0,-1-1 0 0 0,1 1 0 0 0,-4 4 0 0 0,-31 48 245 0 0,27-40-140 0 0,-13 22 95 0 0,2 1-1 0 0,1 1 1 0 0,-19 54 0 0 0,29-64-126 0 0,2 0 0 0 0,1 0 0 0 0,1 0 0 0 0,1 1 0 0 0,-1 52-1 0 0,6-72-65 0 0,1 1 0 0 0,0-1-1 0 0,0 1 1 0 0,1-1-1 0 0,0 0 1 0 0,1 1-1 0 0,0-1 1 0 0,0-1 0 0 0,1 1-1 0 0,1 0 1 0 0,0-1-1 0 0,7 11 1 0 0,-8-14 0 0 0,1-1 0 0 0,0 1 0 0 0,0-1 0 0 0,0 0 0 0 0,1 0 0 0 0,0 0 0 0 0,0-1 0 0 0,0 0 0 0 0,0 0 0 0 0,1-1 0 0 0,0 1 0 0 0,-1-1 0 0 0,1-1 0 0 0,0 0 0 0 0,1 0 0 0 0,-1 0 0 0 0,14 1 0 0 0,-6-2 23 0 0,0 0 0 0 0,0-1 0 0 0,-1-1 0 0 0,1-1 0 0 0,0 0 0 0 0,-1-1 0 0 0,1 0 0 0 0,-1-1 0 0 0,0-1 0 0 0,0 0 0 0 0,0-1 0 0 0,-1 0 0 0 0,0-1 0 0 0,22-16 0 0 0,-20 12-10 0 0,-1-1 1 0 0,-1 0-1 0 0,0-1 0 0 0,-1 0 0 0 0,0-1 0 0 0,-1-1 1 0 0,0 0-1 0 0,-2 0 0 0 0,1-1 0 0 0,-2 0 0 0 0,11-30 1 0 0,-10 20-40 0 0,-2 0 1 0 0,-1 0 0 0 0,-1-1 0 0 0,-1 0 0 0 0,-1-1 0 0 0,-2 1 0 0 0,-4-54 0 0 0,2 63-6 0 0,-2 1 0 0 0,0 0 1 0 0,-1 0-1 0 0,0 0 0 0 0,-2 0 1 0 0,0 1-1 0 0,-1 0 0 0 0,0 0 1 0 0,-1 0-1 0 0,-1 1 1 0 0,-1 1-1 0 0,0-1 0 0 0,-18-19 1 0 0,21 28-9 0 0,1 0 0 0 0,0 1 0 0 0,-1-1 0 0 0,0 2 0 0 0,0-1 0 0 0,-1 1 0 0 0,1 0 0 0 0,-1 0 0 0 0,0 1 0 0 0,0 0 0 0 0,0 1 0 0 0,0-1 0 0 0,-1 2 0 0 0,1-1 0 0 0,0 1 0 0 0,-1 0 0 0 0,1 1 0 0 0,-13 1 0 0 0,7 0-404 0 0,1 2 0 0 0,-1 0 0 0 0,1 0 0 0 0,-1 1 0 0 0,1 1 0 0 0,0 0 0 0 0,1 1 0 0 0,-1 1-1 0 0,1 0 1 0 0,-17 13 0 0 0,-27 21-5306 0 0,30-20 787 0 0</inkml:trace>
</inkml:ink>
</file>

<file path=ppt/ink/ink9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5:50.3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12 459 504 0 0,'-4'-15'4596'0'0,"-2"-26"1030"0"0,5 40-5202 0 0,0-9 1716 0 0,7 33-1788 0 0,0-1 0 0 0,15 34 0 0 0,-18-51-334 0 0,-1 0 1 0 0,1 0 0 0 0,-1 0 0 0 0,2 0-1 0 0,-1 0 1 0 0,0-1 0 0 0,1 0-1 0 0,0 1 1 0 0,0-1 0 0 0,0 0 0 0 0,1-1-1 0 0,-1 1 1 0 0,1-1 0 0 0,0 0 0 0 0,0 0-1 0 0,7 3 1 0 0,-8-6-9 0 0,1 1 1 0 0,0-1-1 0 0,-1 0 1 0 0,1 0-1 0 0,-1-1 1 0 0,1 0-1 0 0,-1 1 1 0 0,1-1-1 0 0,-1-1 0 0 0,1 1 1 0 0,-1-1-1 0 0,0 0 1 0 0,1 0-1 0 0,3-2 1 0 0,3-4-11 0 0,0 1 1 0 0,0-1 0 0 0,-1-1-1 0 0,-1 0 1 0 0,1-1-1 0 0,-1 0 1 0 0,-1 0 0 0 0,0-1-1 0 0,0 0 1 0 0,-1 0 0 0 0,6-13-1 0 0,7-18-69 0 0,25-79 1 0 0,-30 67 4 0 0,-3 0 1 0 0,10-95 0 0 0,-22 146 17 0 0,-13 22-28 0 0,2 23 142 0 0,2 0 0 0 0,2 0 0 0 0,-3 64 0 0 0,9-103-98 0 0,-1 24 106 0 0,1 0 1 0 0,1 0-1 0 0,4 27 0 0 0,-3-47-265 0 0,-1-1 0 0 0,1 0 1 0 0,1 0-1 0 0,-1-1 0 0 0,1 1 0 0 0,0 0 0 0 0,0 0 0 0 0,1-1 1 0 0,0 1-1 0 0,0-1 0 0 0,0 0 0 0 0,1 0 0 0 0,-1 0 1 0 0,1 0-1 0 0,0-1 0 0 0,1 0 0 0 0,-1 1 0 0 0,1-2 0 0 0,9 8 1 0 0,-9-9-739 0 0,1 0 0 0 0,-1 0 0 0 0,1-1 0 0 0,10 2 0 0 0,1 1-3186 0 0</inkml:trace>
</inkml:ink>
</file>

<file path=ppt/ink/ink9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5:50.7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250 120 2140 0 0,'1'-4'370'0'0,"-1"0"-1"0"0,1 0 0 0 0,-1 0 1 0 0,1 0-1 0 0,-1 0 0 0 0,-1-1 1 0 0,1 1-1 0 0,0 0 0 0 0,-1 0 1 0 0,0 0-1 0 0,0 0 0 0 0,0 0 1 0 0,-1 0-1 0 0,1 0 0 0 0,-1 0 1 0 0,0 0-1 0 0,-2-3 0 0 0,1 3-255 0 0,0 1 0 0 0,0 0-1 0 0,0-1 1 0 0,0 1 0 0 0,-1 0-1 0 0,1 1 1 0 0,-1-1 0 0 0,0 0-1 0 0,0 1 1 0 0,0 0 0 0 0,0 0-1 0 0,0 0 1 0 0,0 1 0 0 0,-1-1-1 0 0,1 1 1 0 0,0 0 0 0 0,-1 0-1 0 0,1 1 1 0 0,-1-1 0 0 0,1 1-1 0 0,-1 0 1 0 0,1 0 0 0 0,-7 1-1 0 0,7-1-96 0 0,-1 1-1 0 0,0 0 0 0 0,1 0 0 0 0,-1 0 0 0 0,0 0 0 0 0,1 1 0 0 0,-1 0 1 0 0,1 0-1 0 0,0 0 0 0 0,0 0 0 0 0,0 1 0 0 0,0-1 0 0 0,0 1 0 0 0,0 0 1 0 0,1 0-1 0 0,-1 1 0 0 0,1-1 0 0 0,-6 9 0 0 0,8-11-9 0 0,1 1-1 0 0,-1 0 1 0 0,1 0 0 0 0,-1 0-1 0 0,1 0 1 0 0,0 0-1 0 0,0-1 1 0 0,0 1 0 0 0,0 0-1 0 0,0 0 1 0 0,0 0 0 0 0,0 0-1 0 0,1 0 1 0 0,-1 0-1 0 0,1 0 1 0 0,-1 0 0 0 0,1-1-1 0 0,0 1 1 0 0,0 0 0 0 0,-1 0-1 0 0,1-1 1 0 0,0 1-1 0 0,1-1 1 0 0,-1 1 0 0 0,0-1-1 0 0,0 1 1 0 0,1-1 0 0 0,1 2-1 0 0,5 5 15 0 0,0-1 0 0 0,0 0 0 0 0,14 8 0 0 0,32 17 212 0 0,36 25-340 0 0,-82-51 458 0 0,0 1 0 0 0,0 0 0 0 0,0 0 0 0 0,-1 1 0 0 0,0 0 0 0 0,0 1 0 0 0,8 13 0 0 0,-14-20-191 0 0,0-1 0 0 0,0 1 0 0 0,-1 0 0 0 0,1 0 0 0 0,0-1 0 0 0,-1 1 0 0 0,0 0 0 0 0,1 0 0 0 0,-1 0 0 0 0,0 0 0 0 0,0 0 0 0 0,0 0 0 0 0,0-1 0 0 0,0 1 0 0 0,0 0-1 0 0,-1 0 1 0 0,1 0 0 0 0,0 0 0 0 0,-2 3 0 0 0,0-2 3 0 0,0 0-1 0 0,0 0 0 0 0,0 0 1 0 0,0 0-1 0 0,0 0 0 0 0,-1 0 1 0 0,0 0-1 0 0,1-1 0 0 0,-6 4 1 0 0,-1 0 16 0 0,0 0 0 0 0,0 0 0 0 0,-1-1 0 0 0,0-1 1 0 0,0 0-1 0 0,-11 3 0 0 0,12-4-133 0 0,0-2 0 0 0,0 1 0 0 0,1-1 0 0 0,-1 0-1 0 0,0-1 1 0 0,0 0 0 0 0,0 0 0 0 0,0-1 0 0 0,0 0 0 0 0,0-1 0 0 0,0 0 0 0 0,1 0 0 0 0,-16-7 0 0 0,18 6-220 0 0,1 0 1 0 0,-1 0-1 0 0,1 0 1 0 0,0-1-1 0 0,0 0 1 0 0,1 0-1 0 0,-1 0 1 0 0,1 0-1 0 0,-5-6 1 0 0,6 5-387 0 0,0 0 0 0 0,0 0 1 0 0,0 0-1 0 0,1-1 0 0 0,-1 1 1 0 0,1-1-1 0 0,0 1 0 0 0,1-1 1 0 0,-1 0-1 0 0,0-8 0 0 0,1-20-5412 0 0,2 17 487 0 0</inkml:trace>
</inkml:ink>
</file>

<file path=ppt/ink/ink9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5:50.9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27 111 420 0 0,'-17'-68'9998'0'0,"11"43"-8565"0"0,2 8-529 0 0</inkml:trace>
</inkml:ink>
</file>

<file path=ppt/ink/ink9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5:52.0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385 223 792 0 0,'17'-66'5102'0'0,"-14"55"-4457"0"0,1 1-1 0 0,-1-1 1 0 0,-1 0-1 0 0,0 0 1 0 0,0 0-1 0 0,-1 0 1 0 0,-1 0-1 0 0,-1-22 0 0 0,1 32-592 0 0,-1-1 0 0 0,1 0 0 0 0,0 0-1 0 0,-1 1 1 0 0,0-1 0 0 0,1 0 0 0 0,-1 1 0 0 0,0-1-1 0 0,0 0 1 0 0,0 1 0 0 0,0-1 0 0 0,0 1-1 0 0,0 0 1 0 0,0-1 0 0 0,0 1 0 0 0,-1 0-1 0 0,1 0 1 0 0,0-1 0 0 0,-1 1 0 0 0,1 0 0 0 0,-1 1-1 0 0,0-1 1 0 0,1 0 0 0 0,-1 0 0 0 0,1 1-1 0 0,-1-1 1 0 0,0 1 0 0 0,0-1 0 0 0,1 1 0 0 0,-1 0-1 0 0,0-1 1 0 0,0 1 0 0 0,0 0 0 0 0,1 0-1 0 0,-1 0 1 0 0,0 1 0 0 0,0-1 0 0 0,0 0-1 0 0,1 1 1 0 0,-3 0 0 0 0,-5 2-12 0 0,-1 0 1 0 0,1 0-1 0 0,0 1 1 0 0,1 1-1 0 0,-1-1 1 0 0,-9 8-1 0 0,-3 4 10 0 0,0 1 0 0 0,1 1 0 0 0,1 0 0 0 0,1 2 0 0 0,1 0 0 0 0,0 1 0 0 0,-17 30 0 0 0,14-18 18 0 0,1 1 0 0 0,2 1 0 0 0,2 1 0 0 0,-15 52-1 0 0,24-68-36 0 0,1 1 0 0 0,1-1 0 0 0,-2 24 0 0 0,6-38-19 0 0,0 0 0 0 0,0 0-1 0 0,0 0 1 0 0,0 0 0 0 0,1 0-1 0 0,0 0 1 0 0,0 0 0 0 0,1 0-1 0 0,0 0 1 0 0,0 0 0 0 0,0-1-1 0 0,1 1 1 0 0,-1-1 0 0 0,1 0-1 0 0,5 6 1 0 0,-6-8-5 0 0,1 0 1 0 0,0-1-1 0 0,0 0 1 0 0,0 0-1 0 0,0 0 0 0 0,0 0 1 0 0,0 0-1 0 0,1-1 1 0 0,-1 1-1 0 0,1-1 0 0 0,-1 0 1 0 0,1 0-1 0 0,-1 0 1 0 0,1-1-1 0 0,-1 1 0 0 0,1-1 1 0 0,0 0-1 0 0,-1 0 1 0 0,1 0-1 0 0,0 0 0 0 0,-1-1 1 0 0,1 1-1 0 0,0-1 1 0 0,4-2-1 0 0,3 0-3 0 0,0 0-1 0 0,0-2 1 0 0,-1 1-1 0 0,0-1 0 0 0,0-1 1 0 0,16-11-1 0 0,-14 7-13 0 0,0 0 0 0 0,0-1 0 0 0,-1-1-1 0 0,-1 0 1 0 0,0 0 0 0 0,-1-1-1 0 0,0 0 1 0 0,9-20 0 0 0,3-11-63 0 0,20-65 0 0 0,-30 79 68 0 0,7-38-47 0 0,-17 66 51 0 0,-9 15 5 0 0,-3 14 142 0 0,2 1 0 0 0,-6 32 0 0 0,12-48-91 0 0,1 1 1 0 0,1 0 0 0 0,0-1 0 0 0,0 1-1 0 0,1 0 1 0 0,1 0 0 0 0,4 19 0 0 0,-5-28-41 0 0,1 0 0 0 0,0 0 0 0 0,1-1 0 0 0,-1 1 0 0 0,1-1 1 0 0,-1 1-1 0 0,1-1 0 0 0,0 1 0 0 0,1-1 0 0 0,-1 0 0 0 0,0 0 0 0 0,1 0 0 0 0,0 0 1 0 0,0-1-1 0 0,-1 1 0 0 0,2-1 0 0 0,3 3 0 0 0,-2-2-2 0 0,0-1-1 0 0,0 0 1 0 0,0 0 0 0 0,0-1-1 0 0,1 1 1 0 0,-1-1 0 0 0,0 0-1 0 0,1-1 1 0 0,-1 0 0 0 0,1 1-1 0 0,6-2 1 0 0,2-1-2 0 0,0 0-1 0 0,0-1 1 0 0,0 0-1 0 0,0-1 1 0 0,-1-1-1 0 0,1 0 1 0 0,-1-1 0 0 0,20-12-1 0 0,-18 7-215 0 0,1-1 0 0 0,23-24 0 0 0,4-3-3927 0 0,-25 26-982 0 0</inkml:trace>
</inkml:ink>
</file>

<file path=ppt/ink/ink10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5:53.7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49 858 112 0 0,'-8'-13'2067'0'0,"0"0"-1"0"0,1 0 1 0 0,-10-27-1 0 0,15 35-1811 0 0,1 0 0 0 0,-1 0-1 0 0,1-1 1 0 0,0 1 0 0 0,0 0 0 0 0,1-1-1 0 0,-1 1 1 0 0,1 0 0 0 0,0-1-1 0 0,1 1 1 0 0,-1-1 0 0 0,1 1 0 0 0,0 0-1 0 0,3-6 1 0 0,-4 9-218 0 0,1 0 0 0 0,0 0 0 0 0,0 0-1 0 0,0 1 1 0 0,0-1 0 0 0,0 0 0 0 0,0 1 0 0 0,1-1 0 0 0,-1 1 0 0 0,0-1-1 0 0,1 1 1 0 0,-1-1 0 0 0,1 1 0 0 0,0 0 0 0 0,-1 0 0 0 0,1 0-1 0 0,0 0 1 0 0,0 0 0 0 0,0 0 0 0 0,0 1 0 0 0,-1-1 0 0 0,1 1-1 0 0,0-1 1 0 0,0 1 0 0 0,0-1 0 0 0,0 1 0 0 0,0 0 0 0 0,0 0-1 0 0,0 0 1 0 0,0 0 0 0 0,0 1 0 0 0,0-1 0 0 0,0 0 0 0 0,0 1 0 0 0,0 0-1 0 0,0-1 1 0 0,0 1 0 0 0,0 0 0 0 0,2 1 0 0 0,3 1 122 0 0,0 1 0 0 0,0 0 0 0 0,-1 0 0 0 0,1 1 0 0 0,-1 0 0 0 0,0 0 0 0 0,0 1 0 0 0,9 10 0 0 0,-9-7-9 0 0,-1 0 0 0 0,1 0 0 0 0,-2 1 0 0 0,1-1 0 0 0,-2 1 0 0 0,1 0 0 0 0,-1 0 0 0 0,0 1 0 0 0,-1-1 0 0 0,-1 1 1 0 0,0-1-1 0 0,0 1 0 0 0,0-1 0 0 0,-3 15 0 0 0,1-8-53 0 0,-1-1 0 0 0,-1 0 0 0 0,0 0 0 0 0,-1 0 0 0 0,-1 0 0 0 0,-1-1 0 0 0,0 1 0 0 0,-14 23 0 0 0,20-38-88 0 0,-1 0 0 0 0,0 1-1 0 0,1-1 1 0 0,-1 0-1 0 0,0 0 1 0 0,0 0 0 0 0,0 0-1 0 0,1 0 1 0 0,-1 0-1 0 0,0 0 1 0 0,0 0 0 0 0,-1-1-1 0 0,1 1 1 0 0,0 0-1 0 0,0-1 1 0 0,0 1 0 0 0,0-1-1 0 0,-1 1 1 0 0,1-1-1 0 0,0 1 1 0 0,0-1 0 0 0,-1 0-1 0 0,1 0 1 0 0,0 1-1 0 0,-1-1 1 0 0,1 0 0 0 0,0 0-1 0 0,-1 0 1 0 0,-1-1-1 0 0,2 1-6 0 0,1-1 0 0 0,-1 0 0 0 0,0 1 0 0 0,0-1 0 0 0,0 0 0 0 0,1 1 0 0 0,-1-1 0 0 0,0 0 0 0 0,1 0-1 0 0,-1 0 1 0 0,1 0 0 0 0,-1 0 0 0 0,1 1 0 0 0,-1-1 0 0 0,1 0 0 0 0,0 0 0 0 0,-1 0 0 0 0,1 0 0 0 0,0 0 0 0 0,0 0 0 0 0,0 0-1 0 0,0-3 1 0 0,0-20 6 0 0,3 3-19 0 0,1 1-1 0 0,1 1 0 0 0,0-1 0 0 0,2 1 0 0 0,0 0 0 0 0,1 0 1 0 0,1 0-1 0 0,16-24 0 0 0,-12 23-3 0 0,1 1 0 0 0,1 0 0 0 0,1 1 0 0 0,1 1 0 0 0,0 0 1 0 0,36-26-1 0 0,-48 39 13 0 0,0 1 1 0 0,0 0 0 0 0,1 0-1 0 0,-1 0 1 0 0,1 1-1 0 0,0-1 1 0 0,-1 1 0 0 0,1 1-1 0 0,0-1 1 0 0,0 1 0 0 0,12-1-1 0 0,-14 2 4 0 0,-1 1 0 0 0,1-1-1 0 0,0 1 1 0 0,-1-1 0 0 0,1 1-1 0 0,0 0 1 0 0,-1 1 0 0 0,1-1 0 0 0,-1 1-1 0 0,0-1 1 0 0,1 1 0 0 0,-1 0-1 0 0,0 0 1 0 0,0 0 0 0 0,0 1 0 0 0,0-1-1 0 0,-1 1 1 0 0,1 0 0 0 0,-1-1-1 0 0,4 6 1 0 0,-1 0 6 0 0,0 0-1 0 0,-1 1 1 0 0,0 0 0 0 0,0 0 0 0 0,-1 0-1 0 0,0 1 1 0 0,0-1 0 0 0,-1 1-1 0 0,0-1 1 0 0,-1 1 0 0 0,0 0-1 0 0,-1 10 1 0 0,-1 18 41 0 0,-11 68-1 0 0,5-55-18 0 0,5-34-16 0 0,1-10 2 0 0,0-1 0 0 0,0 1 0 0 0,1 0 0 0 0,0 0 0 0 0,0 0 0 0 0,2 12 0 0 0,-2-18-13 0 0,1 0 0 0 0,-1 0 0 0 0,1 0 0 0 0,-1-1 0 0 0,1 1 0 0 0,-1 0 1 0 0,1 0-1 0 0,0-1 0 0 0,-1 1 0 0 0,1 0 0 0 0,0-1 0 0 0,-1 1 0 0 0,1-1 0 0 0,0 1 0 0 0,0-1 1 0 0,0 1-1 0 0,-1-1 0 0 0,1 0 0 0 0,0 1 0 0 0,0-1 0 0 0,0 0 0 0 0,0 0 0 0 0,0 1 0 0 0,0-1 1 0 0,0 0-1 0 0,0 0 0 0 0,0 0 0 0 0,0 0 0 0 0,0 0 0 0 0,-1-1 0 0 0,3 1 0 0 0,28-7-6 0 0,-16 0-6 0 0,0-1 0 0 0,-1 0 0 0 0,1-1 0 0 0,-2-1 0 0 0,0 0 0 0 0,0-1 0 0 0,0 0 0 0 0,16-20 0 0 0,-7 5-15 0 0,-1-1 0 0 0,-2-1 0 0 0,20-37 1 0 0,29-88-46 0 0,-64 144 69 0 0,-10 24 1 0 0,-11 27 25 0 0,3-8 18 0 0,-14 61 0 0 0,25-83-36 0 0,0 0 0 0 0,2 0 0 0 0,-1 0 1 0 0,2 0-1 0 0,-1 1 0 0 0,2-1 0 0 0,0 0 0 0 0,0 0 1 0 0,4 13-1 0 0,-4-21-1 0 0,0 1 1 0 0,1-1-1 0 0,-1 1 1 0 0,1-1 0 0 0,0 1-1 0 0,1-1 1 0 0,-1 0-1 0 0,1 0 1 0 0,0 0-1 0 0,0-1 1 0 0,0 1-1 0 0,0-1 1 0 0,1 1 0 0 0,-1-1-1 0 0,1 0 1 0 0,0 0-1 0 0,0-1 1 0 0,0 1-1 0 0,0-1 1 0 0,1 0 0 0 0,-1 0-1 0 0,0 0 1 0 0,1-1-1 0 0,0 0 1 0 0,-1 1-1 0 0,1-2 1 0 0,0 1-1 0 0,9 0 1 0 0,-6-1-16 0 0,1-1 1 0 0,-1 1-1 0 0,1-2 0 0 0,-1 1 0 0 0,1-1 1 0 0,-1 0-1 0 0,0-1 0 0 0,0 0 0 0 0,0-1 1 0 0,0 1-1 0 0,-1-1 0 0 0,1-1 0 0 0,-1 1 1 0 0,0-1-1 0 0,10-10 0 0 0,-4 1-26 0 0,0-1-1 0 0,-1 0 1 0 0,0-1-1 0 0,-1 0 1 0 0,-1-1-1 0 0,-1-1 1 0 0,0 1 0 0 0,11-36-1 0 0,-1-11-31 0 0,14-82 1 0 0,-27 116 49 0 0,-3 3 1 0 0,-3 27 15 0 0,0 0 0 0 0,0 0 0 0 0,0 0 0 0 0,0 0 0 0 0,0 0 0 0 0,0 0 0 0 0,0 0 0 0 0,0 0 0 0 0,0 0 0 0 0,0 0 0 0 0,0 0 0 0 0,-1 1 0 0 0,1-1 0 0 0,0 0 0 0 0,0 0 0 0 0,0 0 0 0 0,0 0 0 0 0,0 0 0 0 0,0 0 0 0 0,0 0 0 0 0,0 0 0 0 0,0 0 0 0 0,0 0 0 0 0,0 0 0 0 0,0 0 0 0 0,0 0 0 0 0,0 0 0 0 0,0 0 0 0 0,-1 0 0 0 0,1 0 0 0 0,0 0 0 0 0,0 0 0 0 0,0 0 0 0 0,0 0 0 0 0,0 0 0 0 0,0 0 0 0 0,0 0 0 0 0,0 0 0 0 0,0 0 0 0 0,0 0 0 0 0,0 0 0 0 0,0 0 0 0 0,-1 0 0 0 0,1 0 0 0 0,0 0 0 0 0,0 0-1 0 0,0 0 1 0 0,0 0 0 0 0,0 0 0 0 0,0 0 0 0 0,0 0 0 0 0,0 0 0 0 0,0 0 0 0 0,0 0 0 0 0,0 0 0 0 0,0 0 0 0 0,0-1 0 0 0,0 1 0 0 0,0 0 0 0 0,0 0 0 0 0,0 0 0 0 0,0 0 0 0 0,0 0 0 0 0,0 0 0 0 0,0 0 0 0 0,0 0 0 0 0,-1 0 0 0 0,-6 16 10 0 0,-15 42 71 0 0,-19 76 0 0 0,33-102-52 0 0,2 0 0 0 0,2 0 0 0 0,1 0 0 0 0,1 42 0 0 0,2-67-11 0 0,0 1-1 0 0,1-1 0 0 0,0 0 1 0 0,1 0-1 0 0,-1 0 1 0 0,1 0-1 0 0,1 0 1 0 0,-1 0-1 0 0,1 0 1 0 0,0-1-1 0 0,6 9 1 0 0,-6-12-27 0 0,-1 0 0 0 0,1 1-1 0 0,0-1 1 0 0,0 0 0 0 0,1-1 0 0 0,-1 1 0 0 0,1-1 0 0 0,-1 1 0 0 0,1-1-1 0 0,0 0 1 0 0,0 0 0 0 0,0-1 0 0 0,0 1 0 0 0,0-1 0 0 0,0 0 0 0 0,0 0 0 0 0,1 0-1 0 0,-1-1 1 0 0,0 1 0 0 0,7-1 0 0 0,0-1-136 0 0,-1 0 0 0 0,1-1 0 0 0,-1 0-1 0 0,1-1 1 0 0,-1 0 0 0 0,0 0 0 0 0,0-1 0 0 0,-1-1 0 0 0,1 1 0 0 0,-1-1 0 0 0,0-1-1 0 0,0 0 1 0 0,9-8 0 0 0,4-5-202 0 0,-1 0 0 0 0,-2-1 0 0 0,32-40 0 0 0,-18 12 199 0 0,-2-2 0 0 0,-2-1 1 0 0,-2-1-1 0 0,-3-1 1 0 0,-2-1-1 0 0,-2-1 0 0 0,-3-1 1 0 0,16-92-1 0 0,-27 118 287 0 0,-1-1 0 0 0,-2 0 1 0 0,-1 0-1 0 0,-3-56 0 0 0,1 87-134 0 0,0-1 0 0 0,0 1 1 0 0,0-1-1 0 0,-1 1 0 0 0,1-1 0 0 0,0 1 0 0 0,0-1 1 0 0,0 1-1 0 0,0-1 0 0 0,-1 1 0 0 0,1-1 0 0 0,0 1 1 0 0,0 0-1 0 0,-1-1 0 0 0,1 1 0 0 0,0 0 0 0 0,0-1 1 0 0,-1 1-1 0 0,1 0 0 0 0,-1-1 0 0 0,1 1 0 0 0,0 0 1 0 0,-1-1-1 0 0,1 1 0 0 0,-1 0 0 0 0,1 0 0 0 0,-1 0 1 0 0,1 0-1 0 0,0-1 0 0 0,-1 1 0 0 0,1 0 1 0 0,-1 0-1 0 0,1 0 0 0 0,-1 0 0 0 0,1 0 0 0 0,-1 0 1 0 0,1 0-1 0 0,-1 0 0 0 0,1 0 0 0 0,-1 0 0 0 0,1 0 1 0 0,-1 1-1 0 0,1-1 0 0 0,-1 0 0 0 0,-17 11 111 0 0,7 2-15 0 0,1 1-1 0 0,0 0 1 0 0,1 1 0 0 0,1 0 0 0 0,0 1-1 0 0,-10 30 1 0 0,7-18 68 0 0,-79 222 983 0 0,76-199-971 0 0,3 0-1 0 0,1 0 1 0 0,-2 57-1 0 0,11-88-121 0 0,0-1-1 0 0,1 1 1 0 0,2 0-1 0 0,0-1 1 0 0,6 30-1 0 0,-7-45-47 0 0,0 1 0 0 0,1-1 0 0 0,-1 0 0 0 0,1 1 0 0 0,0-1-1 0 0,0 0 1 0 0,1 0 0 0 0,-1 0 0 0 0,1-1 0 0 0,-1 1 0 0 0,1-1 0 0 0,0 1-1 0 0,1-1 1 0 0,-1 0 0 0 0,1 0 0 0 0,-1 0 0 0 0,1-1 0 0 0,0 1 0 0 0,0-1-1 0 0,0 0 1 0 0,0 0 0 0 0,0 0 0 0 0,0 0 0 0 0,1-1 0 0 0,-1 0 0 0 0,1 0-1 0 0,-1 0 1 0 0,1 0 0 0 0,5-1 0 0 0,3 0-33 0 0,1-1-1 0 0,0-1 1 0 0,-1 0 0 0 0,0 0 0 0 0,1-2-1 0 0,-1 1 1 0 0,0-2 0 0 0,0 0-1 0 0,-1 0 1 0 0,0-1 0 0 0,0-1-1 0 0,16-10 1 0 0,3-7-91 0 0,0 0-1 0 0,-1-2 1 0 0,26-30 0 0 0,-10 4 43 0 0,-1-3 1 0 0,-4-1 0 0 0,-1-1-1 0 0,-4-3 1 0 0,-2-1 0 0 0,-2-2-1 0 0,-3 0 1 0 0,30-104 0 0 0,-51 141 43 0 0,-1 0 0 0 0,3-30 1 0 0,-9 46 61 0 0,0 0-1 0 0,-1 0 1 0 0,0-1 0 0 0,0 1-1 0 0,-1 0 1 0 0,-1 0 0 0 0,0-1 0 0 0,-5-15-1 0 0,7 24-28 0 0,0 1 1 0 0,-1-1-1 0 0,0 0 0 0 0,1 1 0 0 0,-1-1 0 0 0,0 0 0 0 0,0 1 1 0 0,0-1-1 0 0,0 1 0 0 0,0 0 0 0 0,0-1 0 0 0,0 1 0 0 0,0 0 1 0 0,-1 0-1 0 0,1 0 0 0 0,-1-1 0 0 0,1 1 0 0 0,0 1 0 0 0,-1-1 1 0 0,0 0-1 0 0,1 0 0 0 0,-1 1 0 0 0,1-1 0 0 0,-1 0 0 0 0,0 1 1 0 0,0 0-1 0 0,1-1 0 0 0,-1 1 0 0 0,0 0 0 0 0,0 0 1 0 0,1 0-1 0 0,-1 0 0 0 0,0 0 0 0 0,0 0 0 0 0,1 1 0 0 0,-1-1 1 0 0,0 1-1 0 0,-3 1 0 0 0,-1 0 16 0 0,-1 2 0 0 0,0-1 0 0 0,1 1 1 0 0,0 0-1 0 0,0 1 0 0 0,0-1 0 0 0,0 1 0 0 0,-5 6 0 0 0,-6 9 195 0 0,0 1-1 0 0,1 1 1 0 0,1 0 0 0 0,2 1-1 0 0,0 0 1 0 0,-16 43-1 0 0,-42 157 1067 0 0,58-172-1045 0 0,2 1 0 0 0,-5 66-1 0 0,14-96-190 0 0,1 1 0 0 0,2-1 0 0 0,0 0-1 0 0,1 0 1 0 0,1 0 0 0 0,2 0-1 0 0,0 0 1 0 0,8 21 0 0 0,-10-35-223 0 0,1 0 1 0 0,0 0-1 0 0,0 0 0 0 0,1 0 1 0 0,0-1-1 0 0,0 0 1 0 0,1 0-1 0 0,0 0 1 0 0,0-1-1 0 0,1 0 1 0 0,-1 0-1 0 0,1 0 0 0 0,12 6 1 0 0,-12-8-822 0 0,0-1 0 0 0,0 1 0 0 0,1-1 0 0 0,-1-1 1 0 0,1 1-1 0 0,0-1 0 0 0,0-1 0 0 0,0 0 0 0 0,11 1 0 0 0,10-2-5942 0 0</inkml:trace>
</inkml:ink>
</file>

<file path=ppt/ink/ink10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5:55.0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1 116 1576 0 0,'0'-1'230'0'0,"-1"-10"908"0"0,2 0 0 0 0,0 0-1 0 0,0 0 1 0 0,4-15 0 0 0,-5 23-1074 0 0,1 1-1 0 0,0 0 0 0 0,-1 0 0 0 0,1 0 1 0 0,0-1-1 0 0,0 1 0 0 0,0 0 1 0 0,0 0-1 0 0,0 0 0 0 0,1 1 1 0 0,-1-1-1 0 0,1 0 0 0 0,-1 0 0 0 0,1 1 1 0 0,0-1-1 0 0,-1 1 0 0 0,1-1 1 0 0,0 1-1 0 0,0 0 0 0 0,0 0 1 0 0,0 0-1 0 0,0 0 0 0 0,0 0 0 0 0,1 0 1 0 0,-1 0-1 0 0,0 1 0 0 0,0-1 1 0 0,1 1-1 0 0,3 0 0 0 0,-1 0-8 0 0,1 0 0 0 0,-1 0-1 0 0,0 1 1 0 0,0 0 0 0 0,0 0-1 0 0,0 1 1 0 0,0-1 0 0 0,0 1 0 0 0,0 0-1 0 0,-1 0 1 0 0,1 1 0 0 0,0-1-1 0 0,-1 1 1 0 0,0 0 0 0 0,5 4 0 0 0,-3-1 12 0 0,-1 0 1 0 0,1 1 0 0 0,-1-1 0 0 0,0 1 0 0 0,0 0-1 0 0,-1 1 1 0 0,0-1 0 0 0,5 15 0 0 0,-3-6 52 0 0,-2 1 1 0 0,0-1-1 0 0,0 1 1 0 0,-2-1-1 0 0,0 1 1 0 0,-1 0-1 0 0,-1 0 1 0 0,0 0 0 0 0,-4 20-1 0 0,-3-6 203 0 0,-1-1-1 0 0,-2 0 1 0 0,-1 0-1 0 0,-2-1 1 0 0,-17 29 0 0 0,22-41 183 0 0,7-16-426 0 0,0 1 0 0 0,0-1 0 0 0,0 0 1 0 0,0 0-1 0 0,0 0 0 0 0,0 0 1 0 0,0 0-1 0 0,0 0 0 0 0,0 0 0 0 0,-1 0 1 0 0,-1 0-1 0 0,2 0-70 0 0,1-1 0 0 0,0 0 0 0 0,-1 0 0 0 0,1 0 0 0 0,0 0 1 0 0,-1 1-1 0 0,1-1 0 0 0,0 0 0 0 0,-1 0 0 0 0,1 0 0 0 0,0 0 0 0 0,-1 0 0 0 0,1 0 0 0 0,0 0 0 0 0,-1 0 0 0 0,1 0 1 0 0,0 0-1 0 0,-1 0 0 0 0,1 0 0 0 0,-1 0 0 0 0,1 0 0 0 0,0-1 0 0 0,-1 1 0 0 0,1 0 0 0 0,0 0 0 0 0,-1 0 0 0 0,1 0 1 0 0,0-1-1 0 0,0 1 0 0 0,-1 0 0 0 0,1 0 0 0 0,0-1 0 0 0,0 1 0 0 0,-1 0 0 0 0,1 0 0 0 0,0-1 0 0 0,0 1 0 0 0,0 0 1 0 0,-1-1-1 0 0,1 1 0 0 0,0 0 0 0 0,0-1 0 0 0,0 1 0 0 0,0 0 0 0 0,0-1 0 0 0,0 1 0 0 0,0-1 0 0 0,0 1 1 0 0,0 0-1 0 0,0-1 0 0 0,0 1 0 0 0,-1-17 14 0 0,1 1 1 0 0,1 0-1 0 0,1 0 1 0 0,1-1-1 0 0,0 1 1 0 0,0 1-1 0 0,9-21 1 0 0,-3 11-24 0 0,1 0 1 0 0,1 1 0 0 0,28-42-1 0 0,-26 47-1 0 0,1 0 0 0 0,1 0 0 0 0,34-31 0 0 0,-42 44-2 0 0,-1 1-1 0 0,1 0 1 0 0,1 0-1 0 0,-1 1 1 0 0,1 0-1 0 0,9-4 1 0 0,-12 7 0 0 0,-1-1-1 0 0,0 1 1 0 0,1 0 0 0 0,0 1 0 0 0,-1-1-1 0 0,1 1 1 0 0,-1-1 0 0 0,1 2-1 0 0,-1-1 1 0 0,1 0 0 0 0,-1 1-1 0 0,8 2 1 0 0,-7-2 2 0 0,0 1 1 0 0,-1 1-1 0 0,1-1 0 0 0,-1 1 0 0 0,0-1 1 0 0,0 1-1 0 0,0 1 0 0 0,0-1 0 0 0,0 0 1 0 0,-1 1-1 0 0,1 0 0 0 0,-1 0 0 0 0,0 0 0 0 0,0 0 1 0 0,-1 0-1 0 0,1 1 0 0 0,-1-1 0 0 0,0 1 1 0 0,0 0-1 0 0,0 0 0 0 0,-1 0 0 0 0,0-1 1 0 0,2 9-1 0 0,-1 3 19 0 0,0 0 1 0 0,-1 0 0 0 0,0 0-1 0 0,-2-1 1 0 0,0 1-1 0 0,-3 20 1 0 0,2-26 16 0 0,0-1 0 0 0,-1 0 0 0 0,0 0 0 0 0,0 0 0 0 0,-1 0 0 0 0,-7 12 1 0 0,11-20-24 0 0,-1-1-14 0 0,0 0 0 0 0,1 0 0 0 0,-1 0 0 0 0,1 0 0 0 0,-1-1 0 0 0,1 1 0 0 0,-1 0 0 0 0,1 0 0 0 0,-1 0 0 0 0,1-1 0 0 0,-1 1 0 0 0,1 0 0 0 0,-1 0 0 0 0,1-1 0 0 0,-1 1 0 0 0,1 0 0 0 0,-1-1 0 0 0,1 1 0 0 0,0-1 0 0 0,-1 1 0 0 0,1-1 0 0 0,0 1 0 0 0,-1 0 0 0 0,1-1 0 0 0,0 1 0 0 0,-1-2 0 0 0,-2-18-32 0 0,9-25-8 0 0,-5 39 42 0 0,3-11-13 0 0,0 1 0 0 0,1-1 0 0 0,1 1 0 0 0,0 0 0 0 0,1 1 0 0 0,1-1 0 0 0,19-26 0 0 0,-21 32 5 0 0,1 2 1 0 0,0-1-1 0 0,1 1 1 0 0,-1 0-1 0 0,2 1 0 0 0,-1 0 1 0 0,1 0-1 0 0,0 1 1 0 0,0 0-1 0 0,1 0 1 0 0,0 1-1 0 0,0 0 0 0 0,12-3 1 0 0,-20 7 7 0 0,1 0 1 0 0,-1 1 0 0 0,0-1-1 0 0,0 1 1 0 0,1 0 0 0 0,-1 0-1 0 0,0 0 1 0 0,1 0-1 0 0,-1 0 1 0 0,0 0 0 0 0,1 0-1 0 0,-1 1 1 0 0,0-1 0 0 0,0 1-1 0 0,0 0 1 0 0,1 0-1 0 0,-1 0 1 0 0,0 0 0 0 0,0 0-1 0 0,0 0 1 0 0,0 0 0 0 0,-1 1-1 0 0,1-1 1 0 0,0 1-1 0 0,0-1 1 0 0,-1 1 0 0 0,1 0-1 0 0,-1 0 1 0 0,1-1 0 0 0,-1 1-1 0 0,0 0 1 0 0,0 0-1 0 0,0 0 1 0 0,0 1 0 0 0,0-1-1 0 0,0 0 1 0 0,0 4 0 0 0,2 4 9 0 0,-1-1 0 0 0,0 1 1 0 0,-1 0-1 0 0,0 0 0 0 0,0 0 1 0 0,-1 0-1 0 0,-2 11 1 0 0,-4 19 81 0 0,-2 1 0 0 0,-2-1 1 0 0,-16 40-1 0 0,4-10 18 0 0,21-69-164 0 0,1 0-1 0 0,-1 0 0 0 0,1 0 0 0 0,0 0 1 0 0,-1 0-1 0 0,1 0 0 0 0,0 0 1 0 0,0 0-1 0 0,0 0 0 0 0,0 0 1 0 0,0 0-1 0 0,0 0 0 0 0,0 1 1 0 0,0-1-1 0 0,0 0 0 0 0,0 0 1 0 0,0 0-1 0 0,1 0 0 0 0,-1 0 1 0 0,0 0-1 0 0,1 0 0 0 0,-1 0 0 0 0,1 0 1 0 0,-1 0-1 0 0,1 0 0 0 0,0-1 1 0 0,-1 1-1 0 0,1 0 0 0 0,0 0 1 0 0,0 0-1 0 0,1 0 0 0 0,0 0-207 0 0,0 0 0 0 0,1 0 0 0 0,-1-1 0 0 0,0 0 0 0 0,1 1 0 0 0,-1-1-1 0 0,1 0 1 0 0,-1 0 0 0 0,0 0 0 0 0,1 0 0 0 0,-1-1 0 0 0,1 1 0 0 0,3-2-1 0 0,5-1-1318 0 0,0 0 0 0 0,16-9 0 0 0,-20 9 579 0 0,18-7-2408 0 0</inkml:trace>
</inkml:ink>
</file>

<file path=ppt/ink/ink10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5:56.5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331 767 684 0 0,'3'-4'539'0'0,"0"0"0"0"0,0 0 0 0 0,-1 0 0 0 0,0-1 0 0 0,0 1 0 0 0,0-1-1 0 0,0 0 1 0 0,-1 1 0 0 0,1-1 0 0 0,-1 0 0 0 0,0 0 0 0 0,-1 0 0 0 0,1 0 0 0 0,-1 0 0 0 0,0 1 0 0 0,0-1-1 0 0,-1 0 1 0 0,1 0 0 0 0,-1 0 0 0 0,-2-7 0 0 0,2 11-503 0 0,0 0 0 0 0,1 0 0 0 0,-1 1 0 0 0,0-1 0 0 0,1 0 0 0 0,-1 0 0 0 0,0 0 0 0 0,0 1 0 0 0,0-1 0 0 0,0 0 0 0 0,0 1 0 0 0,0-1 0 0 0,0 1 0 0 0,0-1 0 0 0,0 1 0 0 0,0-1 0 0 0,0 1 0 0 0,0 0 0 0 0,0 0 0 0 0,0-1 0 0 0,0 1 0 0 0,0 0 0 0 0,0 0 0 0 0,0 0 0 0 0,-1 0 0 0 0,1 0 0 0 0,0 1 0 0 0,-1-1 0 0 0,-3 1 36 0 0,1 0-1 0 0,0 0 1 0 0,0 0 0 0 0,0 0-1 0 0,0 1 1 0 0,-5 2 0 0 0,-16 11 67 0 0,1 1 1 0 0,1 2 0 0 0,0 0-1 0 0,1 1 1 0 0,1 2 0 0 0,1 0-1 0 0,1 1 1 0 0,1 1 0 0 0,1 0-1 0 0,1 2 1 0 0,-24 48 0 0 0,36-65-111 0 0,1 1 0 0 0,0-1 0 0 0,0 1 0 0 0,1 0 1 0 0,0 0-1 0 0,1-1 0 0 0,0 1 0 0 0,0 0 0 0 0,1 1 1 0 0,2 15-1 0 0,-2-22-20 0 0,1 1 0 0 0,0-1-1 0 0,-1 0 1 0 0,2 0 0 0 0,-1 0 0 0 0,0 0 0 0 0,0 0 0 0 0,1 0 0 0 0,0 0 0 0 0,0 0 0 0 0,0 0 0 0 0,0-1-1 0 0,0 1 1 0 0,0-1 0 0 0,0 0 0 0 0,1 1 0 0 0,-1-1 0 0 0,1 0 0 0 0,0 0 0 0 0,0-1 0 0 0,0 1 0 0 0,0-1-1 0 0,0 1 1 0 0,0-1 0 0 0,0 0 0 0 0,0 0 0 0 0,0 0 0 0 0,0-1 0 0 0,1 1 0 0 0,-1-1 0 0 0,0 1 0 0 0,4-1-1 0 0,1 0-2 0 0,0 0 0 0 0,1-1 0 0 0,-1 0 0 0 0,0 0 0 0 0,0 0 0 0 0,0-1 0 0 0,0 0 0 0 0,0-1 0 0 0,-1 0 0 0 0,12-6 0 0 0,-8 2-14 0 0,0 0 0 0 0,0 0 1 0 0,-1-1-1 0 0,0 0 0 0 0,0-1 1 0 0,8-11-1 0 0,3-6-21 0 0,-1 0 1 0 0,-2-2-1 0 0,-1 0 0 0 0,19-41 0 0 0,16-45-23 0 0,-48 106 47 0 0,-5 21 11 0 0,-7 20 9 0 0,-11 30 20 0 0,8-27 26 0 0,-10 48-1 0 0,19-73-36 0 0,1 0-1 0 0,0-1 0 0 0,1 1 0 0 0,0 0 1 0 0,0 0-1 0 0,1 0 0 0 0,0 0 1 0 0,1-1-1 0 0,4 13 0 0 0,-5-19-11 0 0,1-1 1 0 0,-1 1-1 0 0,1 0 0 0 0,0-1 1 0 0,0 1-1 0 0,0-1 0 0 0,0 0 0 0 0,1 0 1 0 0,-1 1-1 0 0,1-2 0 0 0,0 1 1 0 0,0 0-1 0 0,0 0 0 0 0,0-1 0 0 0,0 0 1 0 0,6 4-1 0 0,-3-4-8 0 0,-1 0-1 0 0,1 0 1 0 0,-1-1 0 0 0,1 1-1 0 0,0-1 1 0 0,0-1 0 0 0,-1 1-1 0 0,1-1 1 0 0,0 0 0 0 0,8-1-1 0 0,1-1-18 0 0,-1 0 0 0 0,0-2 0 0 0,0 0 0 0 0,0 0-1 0 0,0-1 1 0 0,-1-1 0 0 0,0 0 0 0 0,18-12 0 0 0,-10 2-37 0 0,0-1-1 0 0,-1-1 1 0 0,-1 0 0 0 0,-1-2 0 0 0,0 0 0 0 0,-2-1 0 0 0,0-1 0 0 0,-1 0-1 0 0,14-30 1 0 0,8-25-41 0 0,43-124-1 0 0,-49 109-28 0 0,-4-2 0 0 0,-4-1 0 0 0,-4-1 0 0 0,6-109-1 0 0,-26 183 77 0 0,1 20 38 0 0,-2 4 6 0 0,-4 6 27 0 0,0 1 1 0 0,0 0-1 0 0,1 0 0 0 0,0 1 0 0 0,-7 19 0 0 0,-14 58 133 0 0,15-46-98 0 0,-32 119 145 0 0,-40 308 0 0 0,79-430-143 0 0,1 50 0 0 0,4-70-29 0 0,0-1 0 0 0,1 1 0 0 0,1 0 0 0 0,1 0 0 0 0,6 16 0 0 0,-9-29-26 0 0,1-1 0 0 0,0 0-1 0 0,0 1 1 0 0,0-1 0 0 0,1 0 0 0 0,-1 0-1 0 0,1-1 1 0 0,0 1 0 0 0,0 0-1 0 0,0-1 1 0 0,1 0 0 0 0,-1 0 0 0 0,1 0-1 0 0,0 0 1 0 0,0 0 0 0 0,0-1 0 0 0,0 1-1 0 0,0-1 1 0 0,0 0 0 0 0,1-1 0 0 0,-1 1-1 0 0,1-1 1 0 0,-1 0 0 0 0,9 1-1 0 0,-5-1 5 0 0,1-1-1 0 0,-1 0 1 0 0,0 0-1 0 0,0-1 1 0 0,0 0-1 0 0,0-1 1 0 0,0 0-1 0 0,0 0 1 0 0,0-1-1 0 0,0 1 0 0 0,-1-2 1 0 0,1 1-1 0 0,9-7 1 0 0,-3 0-16 0 0,-1-1 0 0 0,-1 1 0 0 0,0-2 0 0 0,0 0 0 0 0,-1 0 0 0 0,0-1 0 0 0,-2-1 0 0 0,1 0 0 0 0,-2 0 0 0 0,12-24 0 0 0,-7 9-6 0 0,-1-1 0 0 0,-2 0 0 0 0,-1-1 0 0 0,8-50 0 0 0,-14 50-6 0 0,-1-37 0 0 0,-2 65 1 0 0,-2 1 13 0 0,-2-2-36 0 0,2 12 29 0 0,2-4 10 0 0,0 0 0 0 0,1-1 0 0 0,-1 1 0 0 0,1 0 0 0 0,0-1 0 0 0,0 1 0 0 0,0-1 0 0 0,1 1 0 0 0,-1-1 0 0 0,1 0 0 0 0,0 0 0 0 0,0 1 0 0 0,3 3 0 0 0,0-2 13 0 0,0 0-1 0 0,0 1 0 0 0,0-2 0 0 0,1 1 0 0 0,0-1 0 0 0,9 6 1 0 0,-4-3-91 0 0,1-2 1 0 0,0 1 0 0 0,0-2 0 0 0,0 1 0 0 0,1-2 0 0 0,-1 0 0 0 0,19 3 0 0 0,-21-6 50 0 0,0 1 0 0 0,0-1 0 0 0,-1-1-1 0 0,1 1 1 0 0,0-2 0 0 0,0 0 0 0 0,-1 0 0 0 0,1 0 0 0 0,-1-1-1 0 0,1-1 1 0 0,-1 1 0 0 0,0-2 0 0 0,-1 1 0 0 0,1-1 0 0 0,-1 0-1 0 0,0-1 1 0 0,0 0 0 0 0,0 0 0 0 0,-1-1 0 0 0,0 0 0 0 0,-1 0-1 0 0,1-1 1 0 0,-1 0 0 0 0,-1 0 0 0 0,1 0 0 0 0,5-12 0 0 0,-10 17 27 0 0,0 0 0 0 0,0 0 1 0 0,-1 0-1 0 0,1 0 1 0 0,-1 1-1 0 0,1-1 0 0 0,-1 0 1 0 0,0 0-1 0 0,0 0 1 0 0,0 0-1 0 0,0 0 0 0 0,-1 0 1 0 0,1 0-1 0 0,-2-3 1 0 0,2 4 14 0 0,-3 2-10 0 0,1 0 0 0 0,-1 1 0 0 0,1-1 0 0 0,-1 0 0 0 0,1 1 0 0 0,-1 0 0 0 0,1-1 0 0 0,0 1 0 0 0,-1 0-1 0 0,1 0 1 0 0,0 1 0 0 0,0-1 0 0 0,0 0 0 0 0,-1 1 0 0 0,1-1 0 0 0,1 1 0 0 0,-3 2 0 0 0,-32 35 286 0 0,30-30-194 0 0,-11 13 23 0 0,1 0 0 0 0,1 1 1 0 0,1 1-1 0 0,1 1 0 0 0,1 0 0 0 0,1 0 1 0 0,1 1-1 0 0,2 0 0 0 0,-8 37 1 0 0,15-52-81 0 0,-1 0 0 0 0,1 0 0 0 0,1-1 0 0 0,0 1 0 0 0,1 0 0 0 0,0 0 0 0 0,4 16 0 0 0,-4-22-53 0 0,1 0 0 0 0,-1-1-1 0 0,1 1 1 0 0,0 0 0 0 0,1-1 0 0 0,-1 0 0 0 0,1 1 0 0 0,0-1-1 0 0,0 0 1 0 0,0-1 0 0 0,0 1 0 0 0,1 0 0 0 0,0-1-1 0 0,0 0 1 0 0,0 0 0 0 0,0 0 0 0 0,0 0 0 0 0,7 3 0 0 0,-3-3-245 0 0,1 1 1 0 0,-1-1-1 0 0,1-1 1 0 0,-1 0-1 0 0,1 0 1 0 0,0 0-1 0 0,0-1 1 0 0,0-1-1 0 0,0 1 1 0 0,0-2 0 0 0,10 0-1 0 0,-6-1 24 0 0,0-1 0 0 0,0 0 0 0 0,-1-1 0 0 0,0 0 0 0 0,1-1 1 0 0,-2-1-1 0 0,13-6 0 0 0,-4-1 98 0 0,0-1 1 0 0,-2 0 0 0 0,1-1-1 0 0,-2-1 1 0 0,0-1 0 0 0,-1 0 0 0 0,-1-1-1 0 0,15-22 1 0 0,-5-4 816 0 0,-2 0 0 0 0,-1-2-1 0 0,27-87 1 0 0,-32 86 1268 0 0,-9 15-212 0 0,-8 32-1714 0 0,0 0 1 0 0,0 0-1 0 0,0 0 0 0 0,0 0 0 0 0,0 0 0 0 0,0 0 0 0 0,0 0 1 0 0,0 0-1 0 0,0 0 0 0 0,0 0 0 0 0,0 0 0 0 0,0 0 1 0 0,-1 0-1 0 0,1 0 0 0 0,0 0 0 0 0,0 0 0 0 0,0 0 0 0 0,0 0 1 0 0,0 0-1 0 0,0 0 0 0 0,0 0 47 0 0,0 0-47 0 0,0 0 0 0 0,0 0 0 0 0,0-1 0 0 0,0 1 0 0 0,0 0 1 0 0,0 0-1 0 0,-1 0 0 0 0,1 0 0 0 0,0 0 0 0 0,0 0 0 0 0,0 0 1 0 0,0 0-1 0 0,0 0 0 0 0,0 0 0 0 0,0 0 0 0 0,0 0 1 0 0,0 0-1 0 0,0-1 0 0 0,0 1 0 0 0,0 0 0 0 0,0 0 0 0 0,0 0 1 0 0,0 0-1 0 0,0 0 0 0 0,0 0 0 0 0,1 0 0 0 0,-1 0 1 0 0,0 0-1 0 0,0 0 0 0 0,0 0 0 0 0,0 0 0 0 0,0-1 0 0 0,0 1 1 0 0,-9 17 923 0 0,-56 142 2850 0 0,51-114-3522 0 0,1 0-1 0 0,2 1 1 0 0,-7 70 0 0 0,17-107-338 0 0,0-1-1 0 0,1 0 0 0 0,1 1 0 0 0,-1-1 1 0 0,1 1-1 0 0,1-1 0 0 0,-1 1 1 0 0,6 14-1 0 0,-6-20-192 0 0,1-1 1 0 0,-1 1-1 0 0,1 0 0 0 0,-1-1 1 0 0,1 1-1 0 0,0-1 0 0 0,0 1 0 0 0,0-1 1 0 0,0 0-1 0 0,0 0 0 0 0,1 0 1 0 0,-1 0-1 0 0,1 0 0 0 0,-1 0 1 0 0,1-1-1 0 0,0 1 0 0 0,0-1 1 0 0,-1 0-1 0 0,1 0 0 0 0,0 0 1 0 0,0 0-1 0 0,0 0 0 0 0,0-1 1 0 0,0 1-1 0 0,1-1 0 0 0,5 0 1 0 0,-3 0-913 0 0,0-1 1 0 0,0 1 0 0 0,0-1 0 0 0,1-1 0 0 0,-1 1 0 0 0,6-3-1 0 0,6-4-4705 0 0</inkml:trace>
</inkml:ink>
</file>

<file path=ppt/ink/ink10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5:56.7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1 109 2424 0 0,'1'-7'658'0'0,"19"-92"11118"0"0,-19 97-11191 0 0,16 13 1440 0 0,-6 6-1365 0 0,-1 1 1 0 0,0 0 0 0 0,-1 0 0 0 0,-1 1-1 0 0,10 36 1 0 0,11 27-84 0 0,-17-53-673 0 0,-5-11 293 0 0,0 0 1 0 0,16 24-1 0 0,-21-38-529 0 0,1 1 0 0 0,0-1 0 0 0,0-1 0 0 0,0 1 0 0 0,1 0 0 0 0,-1-1 0 0 0,1 0 0 0 0,0 0 0 0 0,0 0 0 0 0,0 0 1 0 0,0 0-1 0 0,0-1 0 0 0,1 0 0 0 0,7 3 0 0 0,-9-4-309 0 0,0-1 1 0 0,0 0-1 0 0,0 0 1 0 0,0 0 0 0 0,0 0-1 0 0,0 0 1 0 0,0 0-1 0 0,0-1 1 0 0,0 0-1 0 0,0 1 1 0 0,0-1 0 0 0,0 0-1 0 0,-1 0 1 0 0,6-3-1 0 0</inkml:trace>
</inkml:ink>
</file>

<file path=ppt/ink/ink10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5:56.9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480 74 1968 0 0,'-3'-6'998'0'0,"-1"-1"-1"0"0,1 1 1 0 0,-1-1-1 0 0,-1 1 1 0 0,1 0-1 0 0,-1 1 1 0 0,-10-10-1 0 0,13 13-845 0 0,-1 0 0 0 0,1 1-1 0 0,0-1 1 0 0,-1 1-1 0 0,1 0 1 0 0,-1 0-1 0 0,0 0 1 0 0,1 0-1 0 0,-1 0 1 0 0,0 0 0 0 0,1 1-1 0 0,-1-1 1 0 0,0 1-1 0 0,0 0 1 0 0,0 0-1 0 0,1 0 1 0 0,-1 0-1 0 0,0 0 1 0 0,0 1 0 0 0,1-1-1 0 0,-1 1 1 0 0,0 0-1 0 0,0 0 1 0 0,-2 1-1 0 0,-10 5 256 0 0,1 1-1 0 0,0 1 1 0 0,0 0-1 0 0,1 1 0 0 0,0 0 1 0 0,0 1-1 0 0,1 1 1 0 0,-11 14-1 0 0,-79 110 1203 0 0,92-122-1469 0 0,-10 16 43 0 0,2 1-1 0 0,1 0 1 0 0,1 1-1 0 0,-15 46 1 0 0,24-55-1059 0 0,1 0 0 0 0,-3 24 0 0 0,9-35-838 0 0</inkml:trace>
</inkml:ink>
</file>

<file path=ppt/ink/ink10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5:57.2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160 155 1276 0 0,'-73'-94'12170'0'0,"21"40"-12294"0"0,37 51-4425 0 0,-5-1-1820 0 0</inkml:trace>
</inkml:ink>
</file>

<file path=ppt/ink/ink10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5:57.4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287 1 2480 0 0,'-41'9'2133'0'0,"-185"49"7703"0"0,207-49-9076 0 0,20-8-497 0 0,-1-1-257 0 0,1 0 0 0 0,-1 1-1 0 0,0-1 1 0 0,0 0 0 0 0,0 0-1 0 0,0 1 1 0 0,0-1 0 0 0,1 0-1 0 0,-1 0 1 0 0,0 1-1 0 0,0-1 1 0 0,0 0 0 0 0,1 0-1 0 0,-1 0 1 0 0,0 1 0 0 0,0-1-1 0 0,1 0 1 0 0,-1 0 0 0 0,0 0-1 0 0,0 0 1 0 0,1 0 0 0 0,-1 0-1 0 0,0 0 1 0 0,0 1 0 0 0,1-1-1 0 0,-1 0 1 0 0,0 0 0 0 0,1 0-1 0 0,-1 0 1 0 0,0 0 0 0 0,0 0-1 0 0,1 0 1 0 0,-1 0 0 0 0,0-1-1 0 0,1 1 1 0 0,55 0 152 0 0,87-11 0 0 0,-36 1-209 0 0,37 0-835 0 0,292-21-7200 0 0,-334 22 3521 0 0</inkml:trace>
</inkml:ink>
</file>

<file path=ppt/ink/ink10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5:58.8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142 44 1760 0 0,'19'-36'6205'0'0,"-18"34"-5731"0"0,1-3 702 0 0,-7 10-952 0 0,-49 74-20 0 0,27-40-2865 0 0,-40 73 0 0 0,57-91 344 0 0</inkml:trace>
</inkml:ink>
</file>

<file path=ppt/ink/ink10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5:34.7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276 128 1348 0 0,'2'-11'1268'0'0,"2"-13"2375"0"0,2-35 1 0 0,-6 57-3602 0 0,0 1 0 0 0,0 0 0 0 0,0 0 0 0 0,0-1 0 0 0,0 1-1 0 0,0 0 1 0 0,0 0 0 0 0,-1-1 0 0 0,1 1 0 0 0,0 0 0 0 0,-1 0 0 0 0,1 0 0 0 0,-1 0 0 0 0,1-1 0 0 0,-1 1 0 0 0,0 0 0 0 0,0 0 0 0 0,1 0-1 0 0,-1 0 1 0 0,0 0 0 0 0,0 1 0 0 0,0-1 0 0 0,0 0 0 0 0,0 0 0 0 0,0 0 0 0 0,0 1 0 0 0,0-1 0 0 0,0 1 0 0 0,0-1 0 0 0,-1 1 0 0 0,1-1-1 0 0,0 1 1 0 0,0 0 0 0 0,0-1 0 0 0,-1 1 0 0 0,1 0 0 0 0,0 0 0 0 0,0 0 0 0 0,-1 0 0 0 0,1 0 0 0 0,0 0 0 0 0,0 0 0 0 0,-2 1 0 0 0,-3 0-25 0 0,0 0 0 0 0,-1 1 0 0 0,1 0 1 0 0,0 0-1 0 0,0 0 0 0 0,-9 6 0 0 0,2 0-21 0 0,0 1-1 0 0,1 0 0 0 0,0 1 1 0 0,0 0-1 0 0,2 1 0 0 0,-1 1 1 0 0,-16 23-1 0 0,12-13 4 0 0,1 2 0 0 0,0 0 0 0 0,-14 40 0 0 0,24-54 25 0 0,0 1 0 0 0,1 0-1 0 0,1-1 1 0 0,0 1 0 0 0,0 1 0 0 0,1-1 0 0 0,1 0-1 0 0,-1 0 1 0 0,2 0 0 0 0,0 0 0 0 0,3 15-1 0 0,-4-21-15 0 0,1-1 0 0 0,1 0 0 0 0,-1 0 0 0 0,1 0-1 0 0,0 0 1 0 0,-1 0 0 0 0,2 0 0 0 0,-1 0 0 0 0,0-1-1 0 0,1 1 1 0 0,0-1 0 0 0,0 1 0 0 0,0-1 0 0 0,0 0-1 0 0,0 0 1 0 0,0-1 0 0 0,1 1 0 0 0,0-1-1 0 0,-1 1 1 0 0,1-1 0 0 0,0 0 0 0 0,0-1 0 0 0,0 1-1 0 0,0-1 1 0 0,1 0 0 0 0,-1 0 0 0 0,0 0 0 0 0,0 0-1 0 0,1-1 1 0 0,-1 1 0 0 0,6-2 0 0 0,-3 1-2 0 0,0 0-1 0 0,0-1 1 0 0,-1 0 0 0 0,1 0 0 0 0,0-1 0 0 0,-1 0 0 0 0,1 0 0 0 0,-1 0-1 0 0,0-1 1 0 0,0 0 0 0 0,9-6 0 0 0,-6 3-4 0 0,-1 0 0 0 0,0-1 0 0 0,-1 0 0 0 0,1-1 0 0 0,-2 1 0 0 0,12-17 0 0 0,-5 3-13 0 0,-1 0-1 0 0,-2-1 1 0 0,0 0 0 0 0,-1 0 0 0 0,10-40-1 0 0,20-139 2118 0 0,-40 244-2226 0 0,1 3 359 0 0,8 81 0 0 0,-6-113-409 0 0,0-1 0 0 0,1 0 0 0 0,1 0 0 0 0,0 0 0 0 0,1 0 1 0 0,0-1-1 0 0,1 0 0 0 0,0 0 0 0 0,1 0 0 0 0,14 18 0 0 0,-16-24-440 0 0,0-1-1 0 0,1 1 0 0 0,0-1 1 0 0,0-1-1 0 0,0 1 1 0 0,0-1-1 0 0,1 0 0 0 0,0 0 1 0 0,0-1-1 0 0,9 3 1 0 0,6 2-3243 0 0</inkml:trace>
</inkml:ink>
</file>

<file path=ppt/ink/ink10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5:35.3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360 690 932 0 0,'5'-16'1702'0'0,"0"0"1"0"0,-1 0-1 0 0,0-1 0 0 0,1-19 1 0 0,-5 30-1399 0 0,1-1 1 0 0,-1 0-1 0 0,0 1 1 0 0,-1-1-1 0 0,0 1 1 0 0,0-1-1 0 0,0 1 1 0 0,-1 0 0 0 0,0-1-1 0 0,0 1 1 0 0,0 0-1 0 0,-1 0 1 0 0,-5-9-1 0 0,7 13-268 0 0,-1 0 0 0 0,1 1 0 0 0,-1-1 0 0 0,1 0 0 0 0,-1 1 0 0 0,0-1 0 0 0,0 1-1 0 0,0-1 1 0 0,0 1 0 0 0,0 0 0 0 0,0 0 0 0 0,0 0 0 0 0,0 0 0 0 0,0 0 0 0 0,0 0 0 0 0,-1 1 0 0 0,1-1-1 0 0,-4 0 1 0 0,1 1-13 0 0,1 0-1 0 0,-1 0 0 0 0,1 1 0 0 0,-1-1 1 0 0,1 1-1 0 0,0 0 0 0 0,-1 1 1 0 0,1-1-1 0 0,-5 3 0 0 0,-8 4-7 0 0,1 1 0 0 0,0 1-1 0 0,-24 20 1 0 0,37-27 3 0 0,-22 16 18 0 0,2 1 0 0 0,-36 40 0 0 0,50-50-21 0 0,1 1-1 0 0,0 0 1 0 0,1 0-1 0 0,0 1 1 0 0,0 0-1 0 0,1 0 1 0 0,1 0-1 0 0,-7 23 1 0 0,11-31-6 0 0,0-1 0 0 0,1 1 0 0 0,-1 0 0 0 0,1 0 0 0 0,0-1 0 0 0,-1 1 0 0 0,2 0 0 0 0,-1 0 0 0 0,0 0 0 0 0,1-1 0 0 0,0 1 0 0 0,-1 0 1 0 0,2-1-1 0 0,-1 1 0 0 0,0-1 0 0 0,1 1 0 0 0,-1-1 0 0 0,1 1 0 0 0,0-1 0 0 0,0 0 0 0 0,0 0 0 0 0,1 0 0 0 0,-1 0 0 0 0,1 0 0 0 0,0-1 0 0 0,0 1 0 0 0,5 3 0 0 0,-3-3-33 0 0,-1-1 1 0 0,1 0-1 0 0,0 0 0 0 0,0 0 0 0 0,0-1 0 0 0,0 1 1 0 0,0-1-1 0 0,0-1 0 0 0,0 1 0 0 0,0-1 1 0 0,0 1-1 0 0,0-1 0 0 0,0-1 0 0 0,0 1 1 0 0,1-1-1 0 0,-1 0 0 0 0,0 0 0 0 0,0-1 1 0 0,-1 1-1 0 0,6-3 0 0 0,0-1-123 0 0,0 0 1 0 0,0-1-1 0 0,0 0 0 0 0,-1 0 1 0 0,0-1-1 0 0,-1 0 0 0 0,1-1 0 0 0,-1 0 1 0 0,10-13-1 0 0,-8 7-3 0 0,0-1-1 0 0,-1 0 1 0 0,-1 0 0 0 0,0-1-1 0 0,8-24 1 0 0,-4-2-68 0 0,-1-1 0 0 0,-2 0 0 0 0,6-87-1 0 0,-14 68 247 0 0,-2 1 0 0 0,-19-118 0 0 0,7 83 1289 0 0,9 79-1115 0 0,-2 24-70 0 0,0 28-35 0 0,5 27 718 0 0,12 105 0 0 0,23 60-411 0 0,-26-180-309 0 0,-2-14-288 0 0,19 60-1 0 0,-22-82-526 0 0,2 0 0 0 0,-1 0-1 0 0,2 0 1 0 0,-1 0 0 0 0,1-1-1 0 0,1 0 1 0 0,0-1 0 0 0,15 17-1 0 0,-7-14-2007 0 0,3-2-671 0 0</inkml:trace>
</inkml:ink>
</file>

<file path=ppt/ink/ink10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5:35.6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299 198 120 0 0,'39'-197'19086'0'0,"-37"220"-17270"0"0,-6 89 1529 0 0,-29 183 0 0 0,-46 108-2937 0 0,41-223 256 0 0,34-161-628 0 0,-37 156 357 0 0,41-173-399 0 0,-1 0-1 0 0,0 0 0 0 0,1 0 0 0 0,-1 0 0 0 0,0 0 1 0 0,0 0-1 0 0,0 0 0 0 0,0 0 0 0 0,0 0 1 0 0,0 0-1 0 0,-1 0 0 0 0,1-1 0 0 0,-1 1 1 0 0,1-1-1 0 0,-1 1 0 0 0,0-1 0 0 0,1 1 0 0 0,-1-1 1 0 0,0 0-1 0 0,0 0 0 0 0,-2 1 0 0 0,2-2-109 0 0,0 0-1 0 0,0 0 0 0 0,0 0 0 0 0,1 0 0 0 0,-1 0 0 0 0,0-1 0 0 0,0 1 1 0 0,0 0-1 0 0,1-1 0 0 0,-1 0 0 0 0,0 1 0 0 0,1-1 0 0 0,-1 0 1 0 0,0 0-1 0 0,1 0 0 0 0,-1 0 0 0 0,1 0 0 0 0,0 0 0 0 0,-1 0 1 0 0,1-1-1 0 0,0 1 0 0 0,0-1 0 0 0,-1 1 0 0 0,1 0 0 0 0,0-1 1 0 0,0-1-1 0 0,-9-13-1675 0 0,2 1 1 0 0,0-1-1 0 0,0 0 1 0 0,2-1 0 0 0,0 0-1 0 0,1 0 1 0 0,1 0-1 0 0,-4-29 1 0 0,3-1-5592 0 0</inkml:trace>
</inkml:ink>
</file>

<file path=ppt/ink/ink10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5:35.8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1 148 1436 0 0,'0'-22'1912'0'0,"0"1"-336"0"0,0 4-331 0 0,1 2-157 0 0,-1-2-284 0 0,0 4-88 0 0,0 1-224 0 0,0 2-92 0 0,2 1 124 0 0,3-3-332 0 0,10 12-964 0 0,1 12-1536 0 0,-10-3 27 0 0,3 1-339 0 0</inkml:trace>
</inkml:ink>
</file>

<file path=ppt/ink/ink10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5:36.3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107 154 180 0 0,'0'0'13597'0'0,"0"0"-13409"0"0,-1 0-1 0 0,1-1 0 0 0,-1 1 0 0 0,0 0 0 0 0,1-1 1 0 0,-1 1-1 0 0,0 0 0 0 0,1-1 0 0 0,-1 1 1 0 0,0 0-1 0 0,1 0 0 0 0,-1 0 0 0 0,0 0 1 0 0,0 0-1 0 0,1 0 0 0 0,-1 0 0 0 0,-1 0 1 0 0,-9 17-15 0 0,1 1 1 0 0,1-1 0 0 0,0 2 0 0 0,1-1 0 0 0,1 1 0 0 0,-7 33-1 0 0,10-38-131 0 0,1 0 0 0 0,0 0-1 0 0,1 1 1 0 0,0 22 0 0 0,2-34-24 0 0,0 0 1 0 0,0 0-1 0 0,0 0 0 0 0,0 0 1 0 0,1 0-1 0 0,-1 0 1 0 0,1 0-1 0 0,0 0 0 0 0,0-1 1 0 0,0 1-1 0 0,0 0 0 0 0,0 0 1 0 0,1-1-1 0 0,-1 1 1 0 0,1-1-1 0 0,0 1 0 0 0,0-1 1 0 0,0 0-1 0 0,0 0 1 0 0,0 0-1 0 0,0 0 0 0 0,0 0 1 0 0,1 0-1 0 0,-1 0 0 0 0,1-1 1 0 0,-1 1-1 0 0,1-1 1 0 0,0 0-1 0 0,3 2 0 0 0,-1-2-1 0 0,0 0 0 0 0,0 0 0 0 0,1-1 0 0 0,-1 1 0 0 0,0-1 0 0 0,0 0 0 0 0,0-1 0 0 0,0 1 0 0 0,1-1 0 0 0,-1 0-1 0 0,0 0 1 0 0,0-1 0 0 0,7-3 0 0 0,-5 2-7 0 0,0-1-1 0 0,0 0 1 0 0,0 0-1 0 0,-1-1 1 0 0,0 0-1 0 0,0 0 1 0 0,0 0-1 0 0,7-9 1 0 0,-6 5-13 0 0,0-1 0 0 0,0 1 0 0 0,-1-1 1 0 0,-1 0-1 0 0,1 0 0 0 0,-2-1 0 0 0,1 0 1 0 0,-2 1-1 0 0,1-2 0 0 0,-2 1 1 0 0,1 0-1 0 0,0-17 0 0 0,-2 15-5 0 0,-2 0 1 0 0,0 0-1 0 0,0 1 0 0 0,-1-1 0 0 0,-1 0 0 0 0,0 0 1 0 0,-1 1-1 0 0,0 0 0 0 0,-1 0 0 0 0,-1 0 1 0 0,1 0-1 0 0,-2 1 0 0 0,0 0 0 0 0,0 0 0 0 0,-1 1 1 0 0,0-1-1 0 0,-1 2 0 0 0,0-1 0 0 0,0 2 1 0 0,-21-16-1 0 0,25 20-2 0 0,3 3 8 0 0,1 0 0 0 0,-1 0 0 0 0,1 0 0 0 0,-1 0 0 0 0,0 0 0 0 0,0 1-1 0 0,1-1 1 0 0,-1 0 0 0 0,0 1 0 0 0,0-1 0 0 0,0 1 0 0 0,0 0 0 0 0,0 0 0 0 0,0 0 0 0 0,0 0 0 0 0,0 0 0 0 0,-1 0-1 0 0,-1 0 8 0 0,0 0 0 0 0,0 0 0 0 0,0 1 0 0 0,0-1 0 0 0,0 1 0 0 0,0 0 0 0 0,0 0 0 0 0,1 0 0 0 0,-1 1 0 0 0,0-1 0 0 0,1 1 0 0 0,-1 0 0 0 0,1 0 0 0 0,0 0 0 0 0,-1 0 0 0 0,1 1 0 0 0,0-1 0 0 0,1 1 0 0 0,-1 0 0 0 0,0 0 0 0 0,1 0 0 0 0,-1 0 0 0 0,1 0 0 0 0,-2 4 0 0 0,2-3-101 0 0,0 0 0 0 0,0 0 0 0 0,1 1 0 0 0,-1-1 0 0 0,1 1 0 0 0,0-1 0 0 0,0 1 0 0 0,0-1 0 0 0,1 1 0 0 0,0-1 0 0 0,0 1 0 0 0,0 0 0 0 0,0-1 0 0 0,1 1 0 0 0,0-1-1 0 0,0 1 1 0 0,0-1 0 0 0,0 1 0 0 0,1-1 0 0 0,3 7 0 0 0,-1-3-592 0 0,1-1-1 0 0,0 1 1 0 0,0-1-1 0 0,1 0 0 0 0,0-1 1 0 0,0 1-1 0 0,1-1 1 0 0,-1-1-1 0 0,1 1 1 0 0,1-1-1 0 0,-1 0 1 0 0,1-1-1 0 0,-1 0 1 0 0,10 4-1 0 0,6-1-3887 0 0</inkml:trace>
</inkml:ink>
</file>

<file path=ppt/ink/ink10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5:36.5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 98 1976 0 0,'4'-14'3169'0'0,"-2"0"0"0"0,0 0 0 0 0,0 0-1 0 0,-2-28 1134 0 0,-13 55-3563 0 0,3 14-210 0 0,2 0 1 0 0,1 0-1 0 0,1 1 1 0 0,1 0-1 0 0,-1 46 1 0 0,4-61-459 0 0,2 0 1 0 0,0 0-1 0 0,1 0 0 0 0,0 1 1 0 0,1-1-1 0 0,0 0 0 0 0,5 14 1 0 0,-6-23-88 0 0,0 0 0 0 0,1 0 0 0 0,-1-1 0 0 0,1 1 0 0 0,0 0 0 0 0,0-1 0 0 0,1 1 0 0 0,-1-1 0 0 0,1 1 0 0 0,0-1 0 0 0,0 0 1 0 0,0 0-1 0 0,0 0 0 0 0,0-1 0 0 0,0 1 0 0 0,1-1 0 0 0,-1 0 0 0 0,1 0 0 0 0,0 0 0 0 0,0 0 0 0 0,0-1 0 0 0,0 1 0 0 0,0-1 0 0 0,0 0 0 0 0,7 1 0 0 0,-1-2-620 0 0,-1 1 0 0 0,0-2-1 0 0,0 1 1 0 0,0-1-1 0 0,0 0 1 0 0,0-1-1 0 0,0 0 1 0 0,0-1-1 0 0,12-5 1 0 0,-10 3-1265 0 0,0 0 1 0 0,-1-1-1 0 0,18-13 1 0 0,-1-4-4755 0 0</inkml:trace>
</inkml:ink>
</file>

<file path=ppt/ink/ink10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5:36.7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148 109 2124 0 0,'-14'-16'1800'0'0,"1"3"-276"0"0,-1 1-255 0 0,1 2-201 0 0,-1-2-200 0 0,2 3-152 0 0,2-1-148 0 0,0 3-144 0 0,0-1-80 0 0,3 3 124 0 0,-8-2-224 0 0,-1 7-1156 0 0</inkml:trace>
</inkml:ink>
</file>

<file path=ppt/ink/ink10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5:37.4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42 219 1396 0 0,'-5'-6'719'0'0,"0"0"0"0"0,0-1-1 0 0,0 0 1 0 0,1 0 0 0 0,0 0 0 0 0,1 0 0 0 0,-3-8-1 0 0,5 12-620 0 0,0 1 0 0 0,0-1-1 0 0,1 1 1 0 0,-1-1 0 0 0,1 1-1 0 0,0-1 1 0 0,0 0 0 0 0,0 1-1 0 0,0-1 1 0 0,0 1 0 0 0,0-1-1 0 0,1 1 1 0 0,-1-1-1 0 0,1 0 1 0 0,0 1 0 0 0,0 0-1 0 0,0-1 1 0 0,0 1 0 0 0,0 0-1 0 0,0-1 1 0 0,1 1 0 0 0,-1 0-1 0 0,1 0 1 0 0,2-3 0 0 0,-3 5-69 0 0,1-1 1 0 0,-1 0-1 0 0,0 0 1 0 0,1 1-1 0 0,-1-1 1 0 0,1 1 0 0 0,-1-1-1 0 0,1 1 1 0 0,-1 0-1 0 0,1 0 1 0 0,-1 0-1 0 0,1-1 1 0 0,-1 1 0 0 0,1 0-1 0 0,-1 1 1 0 0,1-1-1 0 0,-1 0 1 0 0,1 0-1 0 0,1 1 1 0 0,27 11 253 0 0,-18-4-236 0 0,0 1 0 0 0,-1 0 0 0 0,0 1 0 0 0,-1 0 0 0 0,0 0 0 0 0,-1 1 0 0 0,0 1 0 0 0,8 12 0 0 0,-7-8-16 0 0,-1 1 1 0 0,-1 0-1 0 0,0 1 0 0 0,-1 0 1 0 0,8 29-1 0 0,-14-41-20 0 0,0-1-1 0 0,-1 1 1 0 0,1-1 0 0 0,-1 1-1 0 0,0 0 1 0 0,0-1-1 0 0,-1 1 1 0 0,1 0 0 0 0,-1-1-1 0 0,-3 9 1 0 0,3-11 1 0 0,0-1 0 0 0,0 1 0 0 0,0 0-1 0 0,0-1 1 0 0,-1 1 0 0 0,1-1 0 0 0,-1 1 0 0 0,0-1 0 0 0,1 0-1 0 0,-1 0 1 0 0,0 0 0 0 0,0 0 0 0 0,-1 0 0 0 0,1 0 0 0 0,0-1-1 0 0,-1 1 1 0 0,1-1 0 0 0,-1 1 0 0 0,1-1 0 0 0,-1 0 0 0 0,-4 1-1 0 0,6-2 10 0 0,0 1 0 0 0,0-1-1 0 0,0 0 1 0 0,-1 0 0 0 0,1 0-1 0 0,0 0 1 0 0,0-1 0 0 0,0 1 0 0 0,0 0-1 0 0,0 0 1 0 0,-1-1 0 0 0,1 1-1 0 0,0-1 1 0 0,0 1 0 0 0,0-1-1 0 0,0 1 1 0 0,0-1 0 0 0,0 0-1 0 0,0 1 1 0 0,0-1 0 0 0,1 0-1 0 0,-1 0 1 0 0,-1-1 0 0 0,-13-23 442 0 0,13 16-379 0 0,0 1 0 0 0,0-1 0 0 0,1 0-1 0 0,0-1 1 0 0,1 1 0 0 0,0 0-1 0 0,0 0 1 0 0,1 0 0 0 0,0 0-1 0 0,1 0 1 0 0,4-16 0 0 0,1 3-47 0 0,1 1 0 0 0,1 0 0 0 0,18-32 0 0 0,-18 39-18 0 0,1 0 0 0 0,0 0 0 0 0,2 0 1 0 0,-1 1-1 0 0,1 1 0 0 0,1 0 1 0 0,0 1-1 0 0,1 0 0 0 0,22-12 0 0 0,-27 17-15 0 0,0 1 0 0 0,-1 1 0 0 0,2 0-1 0 0,-1 0 1 0 0,0 1 0 0 0,1 0 0 0 0,0 0-1 0 0,0 1 1 0 0,0 0 0 0 0,0 1-1 0 0,0 0 1 0 0,0 1 0 0 0,0 0 0 0 0,0 1-1 0 0,0 0 1 0 0,0 0 0 0 0,18 5 0 0 0,-22-3 11 0 0,1 0 0 0 0,-1-1 1 0 0,0 2-1 0 0,0-1 1 0 0,0 1-1 0 0,0 0 0 0 0,0 0 1 0 0,-1 1-1 0 0,0-1 1 0 0,0 1-1 0 0,0 0 1 0 0,-1 1-1 0 0,0-1 0 0 0,0 1 1 0 0,0 0-1 0 0,0 0 1 0 0,-1 0-1 0 0,0 0 0 0 0,4 13 1 0 0,-1 6 95 0 0,0 0-1 0 0,-2 1 1 0 0,-1-1 0 0 0,1 30 0 0 0,5 43 89 0 0,-8-94-399 0 0,0 0 0 0 0,0 0 0 0 0,0 0 1 0 0,0 0-1 0 0,1 0 0 0 0,-1 0 0 0 0,1 0 1 0 0,0-1-1 0 0,5 8 0 0 0,-5-10-63 0 0,-1 0-1 0 0,0 0 1 0 0,0 0 0 0 0,1 0-1 0 0,-1 0 1 0 0,0 0-1 0 0,1 0 1 0 0,-1 0 0 0 0,1 0-1 0 0,-1-1 1 0 0,1 1 0 0 0,0-1-1 0 0,-1 1 1 0 0,1-1 0 0 0,0 0-1 0 0,-1 1 1 0 0,1-1-1 0 0,0 0 1 0 0,-1 0 0 0 0,1 0-1 0 0,0 0 1 0 0,-1 0 0 0 0,1-1-1 0 0,0 1 1 0 0,-1-1 0 0 0,4 0-1 0 0,7-5-3146 0 0</inkml:trace>
</inkml:ink>
</file>

<file path=ppt/ink/ink10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5:37.7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1 211 700 0 0,'40'-161'10566'0'0,"-24"112"-7191"0"0,-16 51-2833 0 0,1 21 472 0 0,-2 0 0 0 0,0 0 0 0 0,-7 35 0 0 0,-1 8 262 0 0,-12 344 2528 0 0,21-404-3808 0 0,-1 13 101 0 0,1 1 0 0 0,1 0 0 0 0,1 0-1 0 0,1-1 1 0 0,6 25 0 0 0,-7-40-111 0 0,-1 0-1 0 0,1 1 1 0 0,0-1 0 0 0,0 0 0 0 0,0 0 0 0 0,1 0-1 0 0,-1 0 1 0 0,1-1 0 0 0,0 1 0 0 0,0-1-1 0 0,0 1 1 0 0,0-1 0 0 0,1 0 0 0 0,-1 0 0 0 0,1-1-1 0 0,0 1 1 0 0,0-1 0 0 0,0 1 0 0 0,0-1 0 0 0,0-1-1 0 0,1 1 1 0 0,-1-1 0 0 0,0 1 0 0 0,1-1-1 0 0,-1 0 1 0 0,1-1 0 0 0,-1 1 0 0 0,8-1 0 0 0,3 0-792 0 0,1-1 1 0 0,0 0 0 0 0,0-1 0 0 0,0-1 0 0 0,-1 0 0 0 0,1-1-1 0 0,24-11 1 0 0,-18 6-1291 0 0,0-2 0 0 0,-1-1 0 0 0,0-1 0 0 0,25-20 0 0 0,-15 8-3062 0 0</inkml:trace>
</inkml:ink>
</file>

<file path=ppt/ink/ink10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5:37.9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228 55 52 0 0,'-42'-8'3047'0'0,"-140"-31"9839"0"0,179 38-12143 0 0,5 0-482 0 0,13-1-151 0 0,-1 0 0 0 0,0 1 0 0 0,1 0 0 0 0,-1 1 0 0 0,28 4 0 0 0,6-1-141 0 0,44 1-1190 0 0,40 0-2662 0 0,-44-8-2074 0 0,-54 0 1804 0 0</inkml:trace>
</inkml:ink>
</file>

<file path=ppt/ink/ink10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5:40.3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44 892 0 0,'0'0'793'0'0,"8"20"2746"0"0,24 11 4273 0 0,-31-32-7764 0 0,-1 0 1 0 0,1-1-1 0 0,-1 1 0 0 0,1 0 1 0 0,-1-1-1 0 0,0 1 0 0 0,0 0 1 0 0,0-1-1 0 0,0 1 0 0 0,0-1 1 0 0,0 1-1 0 0,0 0 0 0 0,0-1 1 0 0,0 1-1 0 0,-1-1 1 0 0,0-1-1 0 0,0-6 59 0 0,1-39 101 0 0,0 46-187 0 0,1 2-24 0 0,-1 0 0 0 0,0 0 0 0 0,0 1 1 0 0,0-1-1 0 0,0 0 0 0 0,1 0 0 0 0,-1 1 0 0 0,0-1 0 0 0,0 0 0 0 0,1 0 1 0 0,-1 0-1 0 0,0 1 0 0 0,0-1 0 0 0,1 0 0 0 0,-1 0 0 0 0,0 0 0 0 0,0 0 1 0 0,1 0-1 0 0,-1 0 0 0 0,0 0 0 0 0,1 1 0 0 0,-1-1 0 0 0,0 0 0 0 0,1 0 1 0 0,-1 0-1 0 0,0 0 0 0 0,1 0 0 0 0,-1 0 0 0 0,0-1 0 0 0,0 1 0 0 0,1 0 1 0 0,-1 0-1 0 0,0 0 0 0 0,1 0 0 0 0,-1 0 0 0 0,0 0 0 0 0,0 0 0 0 0,1-1 1 0 0,-1 1-1 0 0,0 0 0 0 0,0 0 0 0 0,1 0 0 0 0,-1-1 0 0 0,0 1 1 0 0,0 0-1 0 0,1 0 0 0 0,-1 0 0 0 0,0-1 0 0 0,0 1 0 0 0,0 0 0 0 0,0-1 1 0 0,0 1-1 0 0,1 0 0 0 0,-1 0 0 0 0,0-1 0 0 0,0 1 0 0 0,0 0 0 0 0,0-1 1 0 0,0 1-1 0 0,0 0 0 0 0,0-1 0 0 0,0 1 0 0 0,0-1 0 0 0,11 19 0 0 0,-1 1 0 0 0,-1 0 0 0 0,0 0-1 0 0,-2 1 1 0 0,0 0 0 0 0,-1 1 0 0 0,6 37 0 0 0,-9-33 40 0 0,-1-1 1 0 0,0 1-1 0 0,-2-1 1 0 0,-1 1-1 0 0,-1-1 1 0 0,-9 39 0 0 0,-4 5 255 0 0,5-93-313 0 0,9 6 0 0 0,1 1 0 0 0,1-1 0 0 0,0 0 0 0 0,1 1 0 0 0,1-1-1 0 0,1 1 1 0 0,0 0 0 0 0,2 0 0 0 0,0 0 0 0 0,15-31 0 0 0,-13 35 12 0 0,0 0 0 0 0,0 0-1 0 0,1 1 1 0 0,1 0 0 0 0,0 1 0 0 0,1 0-1 0 0,1 0 1 0 0,-1 1 0 0 0,2 1 0 0 0,-1 0-1 0 0,1 0 1 0 0,27-13 0 0 0,-36 21-2 0 0,0 0-1 0 0,1 0 1 0 0,0 0 0 0 0,-1 1-1 0 0,1 0 1 0 0,0 0-1 0 0,0 0 1 0 0,0 0 0 0 0,0 1-1 0 0,0 0 1 0 0,0 0 0 0 0,0 0-1 0 0,0 0 1 0 0,0 1 0 0 0,-1 0-1 0 0,1 0 1 0 0,0 1-1 0 0,8 2 1 0 0,-8-1 11 0 0,0 0 0 0 0,0 0 0 0 0,-1 0-1 0 0,1 1 1 0 0,-1 0 0 0 0,0 0 0 0 0,0 0 0 0 0,0 0 0 0 0,0 1 0 0 0,-1-1-1 0 0,1 1 1 0 0,-1 0 0 0 0,-1 0 0 0 0,1 0 0 0 0,3 10 0 0 0,-2-4 6 0 0,-1 1 1 0 0,0 0 0 0 0,-1 0 0 0 0,0-1-1 0 0,-1 1 1 0 0,0 0 0 0 0,-1 17-1 0 0,-4 7 52 0 0,-8 39 0 0 0,3-23 34 0 0,-1-24 49 0 0,9-26-119 0 0,1-2-23 0 0,-1 0-1 0 0,1 0 1 0 0,-1 0 0 0 0,1-1-1 0 0,0 1 1 0 0,-1 0 0 0 0,1 0-1 0 0,0 0 1 0 0,-1 0 0 0 0,1 0-1 0 0,0 0 1 0 0,-1 0 0 0 0,1-1-1 0 0,0 1 1 0 0,0 0-1 0 0,-1 0 1 0 0,1-1 0 0 0,0 1-1 0 0,-1 0 1 0 0,1 0 0 0 0,0-1-1 0 0,0 1 1 0 0,0 0 0 0 0,-1 0-1 0 0,1-1 1 0 0,0 1 0 0 0,0 0-1 0 0,0-1 1 0 0,0 1 0 0 0,-1-1-1 0 0,3-21-15 0 0,0-1 0 0 0,1 1 0 0 0,2 0 0 0 0,0 1-1 0 0,1-1 1 0 0,1 1 0 0 0,1 0 0 0 0,1 1 0 0 0,1-1 0 0 0,0 2-1 0 0,2 0 1 0 0,0 0 0 0 0,1 1 0 0 0,1 0 0 0 0,1 1 0 0 0,0 1-1 0 0,1 1 1 0 0,1 0 0 0 0,28-19 0 0 0,-43 32 8 0 0,1 0 0 0 0,0 0 0 0 0,0 1 0 0 0,0-1 0 0 0,0 1 0 0 0,0 0 0 0 0,1 0 0 0 0,-1 0 0 0 0,0 0 0 0 0,0 1 0 0 0,1-1 0 0 0,-1 1 0 0 0,0 0 0 0 0,1 0 0 0 0,-1 0 0 0 0,0 0 0 0 0,1 0 0 0 0,-1 1 0 0 0,0 0 0 0 0,1 0 0 0 0,-1 0 0 0 0,0 0 0 0 0,3 1 0 0 0,-3 0 8 0 0,0 1-1 0 0,0-1 1 0 0,-1 0 0 0 0,1 1 0 0 0,-1-1-1 0 0,1 1 1 0 0,-1 0 0 0 0,0 0 0 0 0,0 0-1 0 0,0 0 1 0 0,0 0 0 0 0,-1 0 0 0 0,1 0-1 0 0,-1 1 1 0 0,0-1 0 0 0,0 0 0 0 0,0 1 0 0 0,-1-1-1 0 0,1 1 1 0 0,-1 0 0 0 0,1 3 0 0 0,-2 24 28 0 0,-1 0 0 0 0,-2 0 0 0 0,0-1 0 0 0,-3 0 0 0 0,-9 30 1 0 0,-3 18 32 0 0,18-74-54 0 0,0 1 18 0 0,0-1 0 0 0,0 1 0 0 0,0 0 0 0 0,0 0 0 0 0,1 0 0 0 0,0 0 0 0 0,0 0 0 0 0,0-1 0 0 0,0 1 0 0 0,2 7 0 0 0,0-11-15 0 0,-1 0 0 0 0,0 0 0 0 0,0-1-1 0 0,0 1 1 0 0,1 0 0 0 0,-1-1 0 0 0,0 1-1 0 0,1-1 1 0 0,-1 1 0 0 0,1-1 0 0 0,-1 0 0 0 0,0 1-1 0 0,1-1 1 0 0,-1 0 0 0 0,1 0 0 0 0,-1 0-1 0 0,1 0 1 0 0,-1 0 0 0 0,1 0 0 0 0,-1-1-1 0 0,0 1 1 0 0,4-1 0 0 0,14-6-557 0 0,0 1-1 0 0,-1-2 1 0 0,20-11-1 0 0,52-35-6853 0 0,-77 45 4742 0 0</inkml:trace>
</inkml:ink>
</file>

<file path=ppt/ink/ink10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5:41.6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388 636 668 0 0,'1'-3'477'0'0,"0"-1"0"0"0,1 1-1 0 0,-1-1 1 0 0,0 1 0 0 0,0-1 0 0 0,-1 1 0 0 0,1-1-1 0 0,-1 1 1 0 0,0-1 0 0 0,0 0 0 0 0,0 1 0 0 0,0-1-1 0 0,-1 0 1 0 0,1 1 0 0 0,-1-1 0 0 0,-2-5-1 0 0,1 5-250 0 0,0 0 0 0 0,0 0 0 0 0,0 1 0 0 0,-1-1 0 0 0,1 1 0 0 0,-1-1 0 0 0,0 1 0 0 0,0 0 0 0 0,0 0-1 0 0,0 0 1 0 0,-1 1 0 0 0,-5-5 0 0 0,3 4-185 0 0,-1-1 0 0 0,1 1-1 0 0,-1 1 1 0 0,0-1 0 0 0,0 1 0 0 0,0 0 0 0 0,0 1-1 0 0,0-1 1 0 0,0 1 0 0 0,0 1 0 0 0,0-1-1 0 0,0 1 1 0 0,-1 1 0 0 0,1-1 0 0 0,0 1-1 0 0,-13 4 1 0 0,9-1-43 0 0,0 1 0 0 0,0 1-1 0 0,1 0 1 0 0,-1 0 0 0 0,1 1 0 0 0,1 1 0 0 0,-1-1-1 0 0,1 1 1 0 0,0 1 0 0 0,1 0 0 0 0,0 0-1 0 0,1 1 1 0 0,-8 12 0 0 0,2-2 20 0 0,2 1 0 0 0,1 0-1 0 0,0 0 1 0 0,2 1 0 0 0,-12 45-1 0 0,17-57 7 0 0,2 1 0 0 0,-1 0-1 0 0,1 0 1 0 0,1 0-1 0 0,0 0 1 0 0,0 0-1 0 0,1 0 1 0 0,1 0-1 0 0,3 12 1 0 0,-5-20-16 0 0,1 1 1 0 0,0-1-1 0 0,0 0 0 0 0,1 0 1 0 0,-1 0-1 0 0,1 0 0 0 0,-1 0 1 0 0,1 0-1 0 0,0-1 0 0 0,0 1 0 0 0,0 0 1 0 0,0-1-1 0 0,1 0 0 0 0,-1 1 1 0 0,1-1-1 0 0,-1 0 0 0 0,1 0 1 0 0,0-1-1 0 0,0 1 0 0 0,0 0 1 0 0,0-1-1 0 0,0 0 0 0 0,0 0 0 0 0,0 0 1 0 0,0 0-1 0 0,1 0 0 0 0,-1-1 1 0 0,0 1-1 0 0,0-1 0 0 0,1 0 1 0 0,-1 0-1 0 0,0 0 0 0 0,7-1 1 0 0,-3-1-15 0 0,0 0 0 0 0,0 0 1 0 0,1 0-1 0 0,-1-1 1 0 0,-1-1-1 0 0,1 1 1 0 0,0-1-1 0 0,-1 0 0 0 0,0 0 1 0 0,0-1-1 0 0,0 0 1 0 0,-1 0-1 0 0,1 0 1 0 0,-1-1-1 0 0,0 1 0 0 0,4-8 1 0 0,9-13-55 0 0,-1-1 0 0 0,18-40 0 0 0,-34 66 59 0 0,17-36 172 0 0,-2-1 0 0 0,-2 0 0 0 0,-1-1 0 0 0,11-64 0 0 0,-21 86-108 0 0,-6 29-82 0 0,-2 16 42 0 0,-2 4 15 0 0,3 1 0 0 0,0 0 0 0 0,2 0 1 0 0,2 0-1 0 0,0 0 0 0 0,3 0 0 0 0,1 0 0 0 0,14 61 0 0 0,-15-86-20 0 0,-1 0 1 0 0,1 0-1 0 0,0 0 1 0 0,0 0-1 0 0,1-1 1 0 0,0 1-1 0 0,1-1 1 0 0,-1 0-1 0 0,1-1 1 0 0,1 1-1 0 0,-1-1 1 0 0,1 0-1 0 0,10 8 1 0 0,-12-11-55 0 0,1 0 1 0 0,0 0 0 0 0,1 0-1 0 0,-1-1 1 0 0,0 0 0 0 0,1 0-1 0 0,-1 0 1 0 0,1-1 0 0 0,0 0-1 0 0,-1 0 1 0 0,1 0 0 0 0,0-1-1 0 0,0 0 1 0 0,-1 0 0 0 0,1 0-1 0 0,0-1 1 0 0,0 1 0 0 0,-1-2-1 0 0,1 1 1 0 0,7-3 0 0 0,-1 0-103 0 0,-1-1 0 0 0,0 0 0 0 0,0 0 1 0 0,0-1-1 0 0,-1-1 0 0 0,0 0 0 0 0,0 0 1 0 0,11-11-1 0 0,-8 4-4 0 0,1-1 1 0 0,-2 0-1 0 0,0-1 0 0 0,15-26 1 0 0,-6 2-11 0 0,-2 0 0 0 0,-2-2 0 0 0,20-75 1 0 0,-22 55 151 0 0,-4 0 0 0 0,-2-1 0 0 0,-3 0 1 0 0,-2 0-1 0 0,-8-103 0 0 0,-13 23 1204 0 0,17 141-1105 0 0,-11 10-21 0 0,8-3-83 0 0,1 0 1 0 0,-1 0-1 0 0,1 1 1 0 0,0-1-1 0 0,0 1 1 0 0,1-1-1 0 0,0 1 1 0 0,0 0-1 0 0,0-1 1 0 0,0 11 0 0 0,-1 0-7 0 0,-11 136 182 0 0,8 215 0 0 0,5-317-121 0 0,8 140 87 0 0,-5-160-76 0 0,1-1 0 0 0,1 1 0 0 0,2-1 0 0 0,13 35 1 0 0,-19-60-52 0 0,1 1 1 0 0,0-1 0 0 0,0 1 0 0 0,1-1 0 0 0,-1 0 0 0 0,1 0 0 0 0,0 0-1 0 0,0 0 1 0 0,0-1 0 0 0,1 1 0 0 0,-1-1 0 0 0,1 0 0 0 0,0 0 0 0 0,0 0-1 0 0,0 0 1 0 0,0-1 0 0 0,1 1 0 0 0,-1-1 0 0 0,0 0 0 0 0,1-1 0 0 0,0 1-1 0 0,-1-1 1 0 0,1 0 0 0 0,8 1 0 0 0,-5-1-16 0 0,0-1-1 0 0,0-1 1 0 0,1 1-1 0 0,-1-1 1 0 0,0-1-1 0 0,0 0 1 0 0,0 0-1 0 0,0 0 1 0 0,-1-1-1 0 0,1 0 1 0 0,-1-1-1 0 0,1 0 1 0 0,11-8-1 0 0,-3 0-11 0 0,-2 0-1 0 0,1-1 1 0 0,-1-1-1 0 0,-1 0 1 0 0,-1-1-1 0 0,0 0 1 0 0,-1-1 0 0 0,12-22-1 0 0,-8 10-7 0 0,-2-1 1 0 0,0-1-1 0 0,-2 0 1 0 0,9-39-1 0 0,-15 48 131 0 0,4-42 0 0 0,-8 56-99 0 0,-1 0 0 0 0,0 0 0 0 0,0 1 1 0 0,-1-1-1 0 0,0 0 0 0 0,0 1 0 0 0,0-1 0 0 0,-1 1 0 0 0,0 0 0 0 0,-5-12 0 0 0,6 17-10 0 0,1 0 0 0 0,-1 0 1 0 0,0 0-1 0 0,0 0 0 0 0,0 0 0 0 0,0 1 0 0 0,1-1 0 0 0,-1 0 0 0 0,0 0 0 0 0,-1 1 0 0 0,1-1 1 0 0,0 0-1 0 0,0 1 0 0 0,0-1 0 0 0,0 1 0 0 0,0-1 0 0 0,-1 1 0 0 0,1 0 0 0 0,0-1 0 0 0,0 1 0 0 0,-1 0 1 0 0,1 0-1 0 0,0 0 0 0 0,0 0 0 0 0,-1 0 0 0 0,1 0 0 0 0,0 1 0 0 0,0-1 0 0 0,0 0 0 0 0,-1 0 1 0 0,1 1-1 0 0,0-1 0 0 0,0 1 0 0 0,0-1 0 0 0,-3 2 0 0 0,1 0-4 0 0,-1 0 0 0 0,0 1 1 0 0,1-1-1 0 0,0 1 0 0 0,-1-1 0 0 0,1 1 0 0 0,0 0 0 0 0,0 0 1 0 0,1 0-1 0 0,-3 4 0 0 0,1-2 14 0 0,2 0 0 0 0,-1 0 0 0 0,0 0 0 0 0,1 0 0 0 0,0 0 0 0 0,1 1 1 0 0,-1-1-1 0 0,1 1 0 0 0,0-1 0 0 0,0 1 0 0 0,0 0 0 0 0,1-1 0 0 0,0 1 0 0 0,1 10 0 0 0,0-11-2 0 0,1-1 0 0 0,-1 0 1 0 0,1 1-1 0 0,0-1 0 0 0,0 0 0 0 0,0 0 0 0 0,0 0 0 0 0,1 0 0 0 0,-1 0 0 0 0,1-1 0 0 0,0 1 1 0 0,0-1-1 0 0,1 0 0 0 0,-1 0 0 0 0,1 0 0 0 0,0 0 0 0 0,-1 0 0 0 0,9 3 0 0 0,2 1-35 0 0,1-1 0 0 0,-1-1 0 0 0,1 0 0 0 0,0-1 0 0 0,0-1 0 0 0,0 0 0 0 0,1-1 0 0 0,22 0 0 0 0,-4-2-201 0 0,-1-1-1 0 0,62-11 0 0 0,-74 8 174 0 0,0-1 0 0 0,0-1 0 0 0,0-1 0 0 0,-1 0-1 0 0,31-17 1 0 0,-41 19 164 0 0,-1-1-1 0 0,0 0 1 0 0,0-1 0 0 0,-1 0-1 0 0,0 0 1 0 0,0-1-1 0 0,0 0 1 0 0,-1 0 0 0 0,-1-1-1 0 0,1 0 1 0 0,-1 0-1 0 0,8-18 1 0 0,-13 25-72 0 0,0 1 1 0 0,0-1-1 0 0,0 0 1 0 0,0 0 0 0 0,-1 0-1 0 0,1 1 1 0 0,-1-1-1 0 0,1 0 1 0 0,-1 0-1 0 0,0 0 1 0 0,0 0-1 0 0,1 0 1 0 0,-1 0-1 0 0,-1 0 1 0 0,1 0-1 0 0,0 1 1 0 0,0-1-1 0 0,-2-3 1 0 0,2 5-31 0 0,-1 0 1 0 0,0 0-1 0 0,1 0 0 0 0,-1 0 0 0 0,0 0 1 0 0,0 0-1 0 0,1 0 0 0 0,-1 0 1 0 0,0 0-1 0 0,1 0 0 0 0,-1 0 0 0 0,0 0 1 0 0,1 1-1 0 0,-1-1 0 0 0,1 0 0 0 0,-1 0 1 0 0,0 1-1 0 0,1-1 0 0 0,-1 1 1 0 0,1-1-1 0 0,-1 0 0 0 0,0 1 0 0 0,-13 9 37 0 0,-7 9 17 0 0,2 1-1 0 0,0 1 1 0 0,1 1-1 0 0,1 0 1 0 0,2 1 0 0 0,0 1-1 0 0,1 0 1 0 0,1 1-1 0 0,-16 46 1 0 0,25-60-36 0 0,1 0-1 0 0,0 0 1 0 0,0 1 0 0 0,2-1 0 0 0,-1 0 0 0 0,1 1 0 0 0,1-1-1 0 0,0 1 1 0 0,0-1 0 0 0,3 13 0 0 0,-2-18-19 0 0,1 0 0 0 0,-1 0 0 0 0,1 0 0 0 0,0-1 1 0 0,1 1-1 0 0,0-1 0 0 0,0 1 0 0 0,0-1 0 0 0,0 0 0 0 0,1 0 0 0 0,-1-1 1 0 0,1 1-1 0 0,1-1 0 0 0,-1 1 0 0 0,1-2 0 0 0,-1 1 0 0 0,1 0 0 0 0,0-1 0 0 0,1 0 1 0 0,8 4-1 0 0,-2-2-350 0 0,1 0 1 0 0,0-1 0 0 0,0-1 0 0 0,0 0-1 0 0,0-1 1 0 0,1 0 0 0 0,-1-1 0 0 0,0-1-1 0 0,1 0 1 0 0,-1-1 0 0 0,1 0 0 0 0,-1-1-1 0 0,17-5 1 0 0,-13 3-241 0 0,-1-1-1 0 0,0-1 0 0 0,0-1 1 0 0,0 0-1 0 0,-1-1 1 0 0,0 0-1 0 0,0-2 1 0 0,-1 1-1 0 0,24-23 1 0 0,-12 6-731 0 0</inkml:trace>
</inkml:ink>
</file>

<file path=ppt/ink/ink10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5:41.9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15 379 3792 0 0,'11'-30'1052'0'0,"-1"1"1"0"0,-2-2-1 0 0,-1 0 0 0 0,-1 1 0 0 0,-1-2 0 0 0,-2 1 0 0 0,-2 0 0 0 0,-4-61 0 0 0,0 57-12 0 0,2 32-907 0 0,1 3-117 0 0,0 0 1 0 0,-1-1-1 0 0,1 1 0 0 0,-1 0 1 0 0,1-1-1 0 0,-1 1 0 0 0,1 0 1 0 0,-1 0-1 0 0,1-1 0 0 0,-1 1 1 0 0,1 0-1 0 0,-1 0 0 0 0,1 0 1 0 0,-1 0-1 0 0,1 0 0 0 0,-1 0 1 0 0,0 0-1 0 0,1 0 0 0 0,-1 0 1 0 0,1 0-1 0 0,-1 0 0 0 0,-4 5 169 0 0,1 1-1 0 0,1 0 1 0 0,-1 0 0 0 0,1 0-1 0 0,0 0 1 0 0,0 1-1 0 0,1-1 1 0 0,0 1-1 0 0,0-1 1 0 0,-1 11 0 0 0,-8 73 715 0 0,8 57-298 0 0,5-126-533 0 0,0 1 0 0 0,1 0 0 0 0,1-1-1 0 0,13 37 1 0 0,-15-52-288 0 0,1 1-1 0 0,0-1 0 0 0,0 0 0 0 0,1 1 0 0 0,0-2 1 0 0,0 1-1 0 0,0 0 0 0 0,1-1 0 0 0,0 0 0 0 0,8 7 1 0 0,-10-9-325 0 0,1 0-1 0 0,-1-1 1 0 0,1 0 0 0 0,0 1 0 0 0,0-2 0 0 0,0 1 0 0 0,0 0 0 0 0,1-1 0 0 0,-1 0 0 0 0,0 0 0 0 0,1 0 0 0 0,-1 0 0 0 0,0-1 0 0 0,1 0 0 0 0,-1 1 0 0 0,1-2 0 0 0,7 0 0 0 0,8-4-3512 0 0</inkml:trace>
</inkml:ink>
</file>

<file path=ppt/ink/ink10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5:42.1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85 2572 0 0,'-1'-85'13611'0'0,"18"86"-12666"0"0,-12 1-749 0 0,0 0 0 0 0,1 1 0 0 0,-1-1 0 0 0,0 1 0 0 0,-1 0 0 0 0,1 1 0 0 0,0-1 0 0 0,-1 1 0 0 0,5 4 0 0 0,0 1 43 0 0,101 89 967 0 0,32 25-701 0 0,-111-99-2047 0 0,41 23 0 0 0,-38-32-2181 0 0,-13-7-1923 0 0</inkml:trace>
</inkml:ink>
</file>

<file path=ppt/ink/ink10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5:42.3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709 101 2364 0 0,'-8'-11'1225'0'0,"-1"0"0"0"0,0 1 0 0 0,-1 1 0 0 0,0-1 0 0 0,0 1 0 0 0,-18-11 0 0 0,23 17-1057 0 0,-1 0 1 0 0,1 1 0 0 0,-1-1 0 0 0,1 1 0 0 0,-1 0 0 0 0,0 1-1 0 0,0-1 1 0 0,0 1 0 0 0,0 0 0 0 0,0 1 0 0 0,0 0-1 0 0,0 0 1 0 0,0 0 0 0 0,0 0 0 0 0,0 1 0 0 0,0 0-1 0 0,-6 2 1 0 0,-3 2 44 0 0,0 1 0 0 0,1 0 0 0 0,-1 1 0 0 0,1 0 0 0 0,1 1 0 0 0,0 1 0 0 0,-21 16 0 0 0,4 2 169 0 0,-48 55 0 0 0,23-17 41 0 0,-83 130 0 0 0,72-74-4913 0 0,52-96-1233 0 0</inkml:trace>
</inkml:ink>
</file>

<file path=ppt/ink/ink10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5:42.5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113 123 2452 0 0,'-55'-57'6623'0'0,"4"-1"-3423"0"0,50 56-3513 0 0,-2 0-354 0 0,1-1-407 0 0</inkml:trace>
</inkml:ink>
</file>

<file path=ppt/ink/ink10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5:42.8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222 1 3084 0 0,'-79'7'4841'0'0,"-45"8"636"0"0,123-15-5422 0 0,0 0 0 0 0,0 0 0 0 0,0 0 1 0 0,0 1-1 0 0,0-1 0 0 0,0 0 0 0 0,0 1 1 0 0,0-1-1 0 0,0 1 0 0 0,0-1 0 0 0,0 1 0 0 0,0-1 1 0 0,0 1-1 0 0,0 0 0 0 0,-1 1 0 0 0,2-2-38 0 0,-1 1 1 0 0,1-1-1 0 0,0 0 0 0 0,0 1 0 0 0,0-1 1 0 0,0 1-1 0 0,0-1 0 0 0,0 0 0 0 0,0 1 1 0 0,0-1-1 0 0,0 1 0 0 0,0-1 0 0 0,0 0 1 0 0,0 1-1 0 0,0-1 0 0 0,0 1 0 0 0,1-1 1 0 0,-1 0-1 0 0,0 1 0 0 0,0-1 0 0 0,0 0 0 0 0,1 1 1 0 0,-1-1-1 0 0,0 0 0 0 0,0 1 0 0 0,1-1 1 0 0,-1 1-1 0 0,3 1 27 0 0,0 1 0 0 0,0-1 1 0 0,0 0-1 0 0,0 0 0 0 0,1 0 1 0 0,-1 0-1 0 0,5 1 0 0 0,21 7 86 0 0,-1-2 0 0 0,1-1 0 0 0,47 5 0 0 0,92-1 31 0 0,-105-9-109 0 0,528 14-2577 0 0,-326-11-1345 0 0,-149-3 812 0 0,3-1-940 0 0</inkml:trace>
</inkml:ink>
</file>

<file path=ppt/ink/ink10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5:28.4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1 282 260 0 0,'0'0'9205'0'0,"4"-18"-7453"0"0,-3 17-1734 0 0,0 0 1 0 0,0 0-1 0 0,1 0 0 0 0,-1 0 0 0 0,0 0 1 0 0,1 0-1 0 0,-1 0 0 0 0,0 1 0 0 0,1-1 1 0 0,-1 0-1 0 0,1 1 0 0 0,-1-1 0 0 0,1 1 1 0 0,-1 0-1 0 0,1-1 0 0 0,-1 1 0 0 0,3 0 1 0 0,26 1 185 0 0,-27-1-184 0 0,83 6 633 0 0,152-11 0 0 0,-150 1-510 0 0,529-26 10 0 0,-418 20-43 0 0,516 5-125 0 0,-97 1 91 0 0,-183-1-193 0 0,423-17 355 0 0,-671 15-301 0 0,1151-51 467 0 0,166-4-137 0 0,-922 54-246 0 0,-201 4 18 0 0,48 7 29 0 0,-322-1-62 0 0,1993-6 328 0 0,-1447-21-305 0 0,-49 15-62 0 0,-505 10 40 0 0,330 20 56 0 0,-178-5-79 0 0,-24-11 47 0 0,-225-4-38 0 0,2 0 14 0 0,9 0-41 0 0,-9 0 35 0 0,14 0-10 0 0,14 0 45 0 0,1-2-44 0 0,-30 2 26 0 0,0 0 2 0 0,8 0-22 0 0,-8 0 15 0 0,0 0 14 0 0,7-1 16 0 0,-8 1 34 0 0,-35-5-3445 0 0,15 4-10 0 0</inkml:trace>
</inkml:ink>
</file>

<file path=ppt/ink/ink10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5:37.049"/>
    </inkml:context>
    <inkml:brush xml:id="br0">
      <inkml:brushProperty name="width" value="0.2" units="cm"/>
      <inkml:brushProperty name="height" value="0.4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1 386 996 0 0,'0'0'5986'0'0,"21"5"-2806"0"0,-18-1-3182 0 0,-2-3 85 0 0,1 1-49 0 0,-1-1 0 0 0,0 1 0 0 0,1-1 0 0 0,-1 0 0 0 0,1 0 0 0 0,0 1 1 0 0,-1-1-1 0 0,1 0 0 0 0,0 0 0 0 0,0-1 0 0 0,0 1 0 0 0,0 0 0 0 0,2 0 0 0 0,1 1 116 0 0,13 5 100 0 0,1-1 0 0 0,-1-1 0 0 0,1-1 0 0 0,0 0 0 0 0,39 1 0 0 0,-23-4-19 0 0,0-2 0 0 0,52-7 0 0 0,491-70 205 0 0,78 34-439 0 0,27 59-15 0 0,-585-12 11 0 0,322 19 3 0 0,-25-4-170 0 0,-156-12 230 0 0,863 18-48 0 0,-894-23 195 0 0,556-16-168 0 0,-188-32 115 0 0,67 9-197 0 0,-619 37 53 0 0,1039-41-19 0 0,-503 27 5 0 0,-50 2-15 0 0,343-5 81 0 0,-635 11-61 0 0,293-3 1 0 0,-342 9 19 0 0,267 5-9 0 0,-102-2 41 0 0,-171-4-32 0 0,357-16 56 0 0,-450 14-72 0 0,130-4-34 0 0,-164 4 1019 0 0,-33 4-660 0 0,0 0-7 0 0,27-3 965 0 0,-28 3-843 0 0,1 0-279 0 0,2-1 90 0 0,1 0 0 0 0,-1 1 1 0 0,0 0-1 0 0,0 0 0 0 0,1 1 1 0 0,-1-1-1 0 0,0 1 0 0 0,0 0 0 0 0,1 0 1 0 0,4 3-1 0 0,-8-3 32 0 0,12 1 340 0 0,16 7-407 0 0,1-2 0 0 0,0-1 0 0 0,0-2 0 0 0,41 2 0 0 0,372-5-158 0 0,-39 4-79 0 0,-182-6 53 0 0,213 2 42 0 0,-99 3-108 0 0,357 26 277 0 0,-600-27-310 0 0,148-16-1 0 0,62-8 45 0 0,-75 7 43 0 0,162-16-35 0 0,-137 5 42 0 0,-105 8 70 0 0,268-18-101 0 0,-27 8-9 0 0,-231 18 27 0 0,294-13 109 0 0,-292 15-129 0 0,245-6-129 0 0,67 6 226 0 0,-193 2-152 0 0,169 3-59 0 0,-231 2 167 0 0,47 2 19 0 0,287 30-180 0 0,-122-10-15 0 0,-321-22 165 0 0,-57-1-40 0 0,169-8-223 0 0,-190 11-55 0 0,34 5 1 0 0,-36-3 189 0 0,-26-3 76 0 0,-1-1 17 0 0,26 1-21 0 0,-24-1 35 0 0,15 0-45 0 0,19-14-4224 0 0</inkml:trace>
</inkml:ink>
</file>

<file path=ppt/ink/ink10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5:56.981"/>
    </inkml:context>
    <inkml:brush xml:id="br0">
      <inkml:brushProperty name="width" value="0.2" units="cm"/>
      <inkml:brushProperty name="height" value="0.4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0 27 496 0 0,'0'0'480'0'0,"20"-5"152"0"0,-6 0-256 0 0,1 0-240 0 0,1 0-336 0 0,2-2-856 0 0</inkml:trace>
</inkml:ink>
</file>

<file path=ppt/ink/ink10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5:58.617"/>
    </inkml:context>
    <inkml:brush xml:id="br0">
      <inkml:brushProperty name="width" value="0.2" units="cm"/>
      <inkml:brushProperty name="height" value="0.4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0 5 256 0 0,'17'-1'888'0'0,"-3"-1"-136"0"0,4 2-600 0 0,-2-2-416 0 0</inkml:trace>
</inkml:ink>
</file>

<file path=ppt/ink/ink10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6:17.6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 0 140 0 0,'0'0'275'0'0,"-13"4"889"0"0,7 2-1142 0 0,4-4-10 0 0,1-1 0 0 0,-1 1-1 0 0,0-1 1 0 0,1 1 0 0 0,-1-1 0 0 0,0 0 0 0 0,0 0-1 0 0,0 0 1 0 0,0 0 0 0 0,-4 2 0 0 0</inkml:trace>
</inkml:ink>
</file>

<file path=ppt/ink/ink10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6:18.4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8 572 0 0,'0'0'2400'0'0,"7"-7"-4024"0"0</inkml:trace>
</inkml:ink>
</file>

<file path=ppt/ink/ink10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6:19.9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 0 172 0 0,'-11'3'6217'0'0,"3"0"-7274"0"0</inkml:trace>
</inkml:ink>
</file>

<file path=ppt/ink/ink10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7:47.7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376 135 1288 0 0,'0'0'1504'0'0,"-6"-26"3772"0"0,-5 2-3466 0 0,6 13-770 0 0,0 1-1 0 0,-10-17 1 0 0,12 24-901 0 0,1 0 0 0 0,-1-1 1 0 0,0 1-1 0 0,0 0 0 0 0,0 1 0 0 0,0-1 1 0 0,0 1-1 0 0,-1-1 0 0 0,1 1 0 0 0,-1 0 1 0 0,-5-2-1 0 0,6 3-117 0 0,0 0 1 0 0,1 1-1 0 0,-1-1 1 0 0,0 1-1 0 0,0 0 0 0 0,0 0 1 0 0,1 0-1 0 0,-1 1 1 0 0,0-1-1 0 0,0 0 0 0 0,1 1 1 0 0,-1 0-1 0 0,0 0 1 0 0,-4 1-1 0 0,-31 19 95 0 0,21-10-101 0 0,0 2 0 0 0,1-1 0 0 0,1 2 0 0 0,0 0 0 0 0,1 1 0 0 0,1 0 0 0 0,0 1 0 0 0,1 0 0 0 0,1 1 0 0 0,0 1 0 0 0,1 0 0 0 0,1 0 0 0 0,1 1 0 0 0,1 0 0 0 0,-8 31 0 0 0,14-46-17 0 0,0-1 0 0 0,0 1 1 0 0,1 0-1 0 0,0 0 1 0 0,0 0-1 0 0,0 0 0 0 0,0-1 1 0 0,1 1-1 0 0,-1 0 1 0 0,1 0-1 0 0,0-1 0 0 0,0 1 1 0 0,0 0-1 0 0,1-1 0 0 0,-1 1 1 0 0,1-1-1 0 0,0 0 1 0 0,3 5-1 0 0,-3-5 2 0 0,1-1-1 0 0,-1 0 1 0 0,1 0 0 0 0,-1 1 0 0 0,1-2 0 0 0,0 1-1 0 0,0 0 1 0 0,-1 0 0 0 0,1-1 0 0 0,1 0-1 0 0,-1 0 1 0 0,0 0 0 0 0,0 0 0 0 0,0 0 0 0 0,0 0-1 0 0,1-1 1 0 0,-1 0 0 0 0,0 1 0 0 0,1-1 0 0 0,-1 0-1 0 0,5-1 1 0 0,4-1 1 0 0,0 0 0 0 0,0-1 1 0 0,-1 0-1 0 0,1-1 0 0 0,-1 0 0 0 0,0-1 0 0 0,0 0 1 0 0,0-1-1 0 0,-1 0 0 0 0,0-1 0 0 0,0 0 0 0 0,-1 0 1 0 0,1-1-1 0 0,-2-1 0 0 0,1 1 0 0 0,7-11 0 0 0,2-5-11 0 0,-1-2 0 0 0,0 1 0 0 0,-2-2 0 0 0,-2 0 0 0 0,13-34 0 0 0,-17 39-3 0 0,-7 14 35 0 0,1-3-157 0 0,-3 22 74 0 0,-2 2-221 0 0,-1 6 470 0 0,1 1 0 0 0,1-1 0 0 0,2 33 0 0 0,0-46-321 0 0,0 0 0 0 0,0 0 0 0 0,1 0 0 0 0,-1 0-1 0 0,2 0 1 0 0,4 10 0 0 0,-5-13-230 0 0,0 1 0 0 0,0-1 0 0 0,1 0 0 0 0,0 1 0 0 0,-1-1 0 0 0,1 0 0 0 0,0-1 0 0 0,1 1 0 0 0,-1 0 0 0 0,0-1 0 0 0,5 3 0 0 0</inkml:trace>
</inkml:ink>
</file>

<file path=ppt/ink/ink10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7:48.2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314 475 1700 0 0,'0'-10'1401'0'0,"0"0"1"0"0,-1-1-1 0 0,0 1 0 0 0,-1 0 0 0 0,-5-19 1 0 0,6 24-1241 0 0,-1 1 1 0 0,0 0 0 0 0,0 0 0 0 0,0 0 0 0 0,-1 0 0 0 0,1 1 0 0 0,-1-1 0 0 0,0 1 0 0 0,0-1 0 0 0,0 1 0 0 0,-1 0 0 0 0,1 0 0 0 0,-1 1 0 0 0,1-1 0 0 0,-1 1 0 0 0,0-1 0 0 0,-5-1 0 0 0,6 3-103 0 0,-1 0 1 0 0,1 0 0 0 0,-1 0-1 0 0,1 0 1 0 0,-1 0 0 0 0,0 1-1 0 0,1 0 1 0 0,-1-1 0 0 0,0 2 0 0 0,0-1-1 0 0,1 0 1 0 0,-1 1 0 0 0,0-1-1 0 0,-5 3 1 0 0,2-1-14 0 0,0 1 0 0 0,1 0 0 0 0,-1 0 0 0 0,0 1 0 0 0,1 0 0 0 0,0 0-1 0 0,-7 6 1 0 0,1 0-14 0 0,0 2-1 0 0,1 0 1 0 0,0 0-1 0 0,1 1 0 0 0,0 0 1 0 0,1 0-1 0 0,0 1 1 0 0,-8 20-1 0 0,13-24-23 0 0,-1 0 0 0 0,2 0 0 0 0,0 0 1 0 0,0 0-1 0 0,1 1 0 0 0,0 0 0 0 0,0-1 0 0 0,1 1 0 0 0,1 0 0 0 0,0 0 1 0 0,0-1-1 0 0,1 1 0 0 0,4 17 0 0 0,-4-26-5 0 0,0 1-1 0 0,-1 0 1 0 0,1 0-1 0 0,0-1 1 0 0,1 1 0 0 0,-1-1-1 0 0,0 1 1 0 0,1-1-1 0 0,0 1 1 0 0,-1-1 0 0 0,1 0-1 0 0,0 0 1 0 0,0 1-1 0 0,0-2 1 0 0,1 1 0 0 0,-1 0-1 0 0,0 0 1 0 0,1-1 0 0 0,2 2-1 0 0,-1-1 0 0 0,0-1-1 0 0,0 0 0 0 0,0 0 1 0 0,0 0-1 0 0,1-1 1 0 0,-1 1-1 0 0,0-1 1 0 0,0 0-1 0 0,0 0 0 0 0,1-1 1 0 0,7-1-1 0 0,-1-1-3 0 0,1 0 0 0 0,-1-1 0 0 0,0-1 0 0 0,0 1 0 0 0,0-2-1 0 0,-1 0 1 0 0,0 0 0 0 0,14-11 0 0 0,-9 3-10 0 0,-1 0-1 0 0,-1-1 1 0 0,-1 0 0 0 0,0-1 0 0 0,-1 0-1 0 0,0-1 1 0 0,-1 0 0 0 0,-1-1-1 0 0,-1 0 1 0 0,7-22 0 0 0,5-26-22 0 0,19-104 0 0 0,-38 160 42 0 0,36-199 2 0 0,-37 208-21 0 0,-1 2-1 0 0,0-1 10 0 0,0 1 0 0 0,0 0 0 0 0,1 0-1 0 0,-1 0 1 0 0,0 0 0 0 0,0 0 0 0 0,0 0-1 0 0,1 0 1 0 0,-1 0 0 0 0,0 0-1 0 0,1 0 1 0 0,-1 0 0 0 0,1 1 0 0 0,0-1-1 0 0,-1 0 1 0 0,1 0 0 0 0,-1 2 0 0 0,-5 23-38 0 0,6-25 40 0 0,-11 55 68 0 0,-7 100 0 0 0,17-127-45 0 0,1 1-1 0 0,2-1 1 0 0,0 0 0 0 0,2 0 0 0 0,10 37 0 0 0,-11-57-278 0 0,-1 0 0 0 0,2-1 0 0 0,-1 1 1 0 0,1-1-1 0 0,6 11 0 0 0,-7-16-550 0 0,0 1 0 0 0,0 0 0 0 0,0-1 0 0 0,0 0 0 0 0,1 0 1 0 0,-1 0-1 0 0,7 4 0 0 0</inkml:trace>
</inkml:ink>
</file>

<file path=ppt/ink/ink10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7:48.6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509 84 1976 0 0,'1'-3'1757'0'0,"7"-42"4963"0"0,-6 23-4029 0 0,-1 20-2067 0 0,-3-9 3280 0 0,-3 25-3618 0 0,0 0 0 0 0,1 0 1 0 0,0 1-1 0 0,1-1 0 0 0,0 1 1 0 0,1 16-1 0 0,-3 1-90 0 0,-18 150 1337 0 0,7-51-287 0 0,-46 184 1 0 0,58-301-1068 0 0,0 2 472 0 0,-1 1 0 0 0,0-1 0 0 0,-1-1 1 0 0,-9 17-1 0 0,12-28-531 0 0,1 0 1 0 0,-1 0 0 0 0,1-1 0 0 0,-1 1-1 0 0,0-1 1 0 0,-1 1 0 0 0,1-1 0 0 0,0 0-1 0 0,-1 0 1 0 0,0-1 0 0 0,0 1 0 0 0,0-1-1 0 0,0 0 1 0 0,0 0 0 0 0,0 0-1 0 0,0 0 1 0 0,-1-1 0 0 0,1 0 0 0 0,-10 2-1 0 0,1-2-94 0 0,1-1-1 0 0,-1 0 1 0 0,0-1-1 0 0,0-1 1 0 0,0 0-1 0 0,0 0 1 0 0,1-1-1 0 0,-1-1 1 0 0,-13-6-1 0 0,16 6-532 0 0,0 0 0 0 0,1-1 0 0 0,0-1 0 0 0,0 1 0 0 0,0-1 0 0 0,-15-14-1 0 0,20 15-204 0 0,-1 0 0 0 0,1 0-1 0 0,0 0 1 0 0,1-1-1 0 0,-1 1 1 0 0,1-1-1 0 0,0 0 1 0 0,1 0-1 0 0,-4-12 1 0 0,4 9-1488 0 0,0-1 1 0 0,0 1 0 0 0,0-15-1 0 0,2-3-5926 0 0</inkml:trace>
</inkml:ink>
</file>

<file path=ppt/ink/ink10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7:48.8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1 123 1608 0 0,'18'-87'11527'0'0,"-16"69"-12937"0"0,-2 1-3668 0 0</inkml:trace>
</inkml:ink>
</file>

<file path=ppt/ink/ink10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7:50.5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15 822 92 0 0,'0'0'1762'0'0,"-15"36"12872"0"0,26-61-14024 0 0,-5 12-494 0 0,36-93 101 0 0,111-255-171 0 0,-118 287-69 0 0,-7 14 8 0 0,2 1-1 0 0,59-88 1 0 0,-88 146 9 0 0,-1 0 1 0 0,1 1 0 0 0,-1-1-1 0 0,1 0 1 0 0,0 0-1 0 0,-1 0 1 0 0,1 1 0 0 0,0-1-1 0 0,0 0 1 0 0,-1 1 0 0 0,1-1-1 0 0,0 1 1 0 0,0-1 0 0 0,0 1-1 0 0,0-1 1 0 0,0 1 0 0 0,0 0-1 0 0,-1-1 1 0 0,1 1 0 0 0,0 0-1 0 0,0 0 1 0 0,0-1 0 0 0,0 1-1 0 0,0 0 1 0 0,0 0-1 0 0,0 0 1 0 0,0 0 0 0 0,0 0-1 0 0,0 1 1 0 0,0-1 0 0 0,0 0-1 0 0,0 0 1 0 0,0 1 0 0 0,0-1-1 0 0,0 1 1 0 0,0-1 0 0 0,0 0-1 0 0,0 1 1 0 0,0 0 0 0 0,-1-1-1 0 0,1 1 1 0 0,0 0-1 0 0,0-1 1 0 0,-1 1 0 0 0,1 0-1 0 0,0 1 1 0 0,3 2-12 0 0,-1 0 1 0 0,0 1-1 0 0,0 0 1 0 0,0-1-1 0 0,-1 1 0 0 0,4 10 1 0 0,0 6-2 0 0,-1 1 1 0 0,-1 0 0 0 0,0 0-1 0 0,-2 0 1 0 0,-1 1 0 0 0,-1 24 0 0 0,-20 135 317 0 0,15-142-184 0 0,-8 41 66 0 0,6-42-105 0 0,1 0 1 0 0,2 0-1 0 0,2 67 1 0 0,2-103-110 0 0,0-2-22 0 0,-1 1 1 0 0,1 0 0 0 0,0 0 0 0 0,1-1 0 0 0,-1 1 0 0 0,0 0 0 0 0,0 0 0 0 0,1-1 0 0 0,-1 1 0 0 0,1 0 0 0 0,-1-1 0 0 0,1 1 0 0 0,0-1 0 0 0,0 1 0 0 0,-1 0 0 0 0,1-1 0 0 0,0 0 0 0 0,1 1 0 0 0,-1-1 0 0 0,0 1 0 0 0,0-1 0 0 0,0 0 0 0 0,1 0 0 0 0,-1 0 0 0 0,2 1 0 0 0,0-2-432 0 0,-1 1 0 0 0,0-1 0 0 0,0 0 0 0 0,0-1 0 0 0,0 1 0 0 0,0 0-1 0 0,1 0 1 0 0,-1-1 0 0 0,0 0 0 0 0,0 1 0 0 0,0-1 0 0 0,0 0 0 0 0,0 0 0 0 0,0 0 0 0 0,0 0 0 0 0,1-2-1 0 0</inkml:trace>
</inkml:ink>
</file>

<file path=ppt/ink/ink10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7:50.7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113 138 2464 0 0,'-99'-27'14328'0'0,"96"27"-13888"0"0,-1-2 24 0 0,4 2-447 0 0,0 0 1 0 0,-1 0-1 0 0,1 0 0 0 0,0 0 0 0 0,-1 0 0 0 0,1 0 1 0 0,0 0-1 0 0,0 0 0 0 0,-1-1 0 0 0,1 1 1 0 0,0 0-1 0 0,0 0 0 0 0,-1 0 0 0 0,1 0 1 0 0,0 0-1 0 0,0-1 0 0 0,-1 1 0 0 0,1 0 0 0 0,0 0 1 0 0,0 0-1 0 0,0-1 0 0 0,-1 1 0 0 0,1 0 1 0 0,0 0-1 0 0,0 0 0 0 0,0-1 0 0 0,0 1 1 0 0,0 0-1 0 0,-1-1 0 0 0,3-1 6 0 0,-1 1-1 0 0,0-1 1 0 0,1 1-1 0 0,-1-1 1 0 0,1 1-1 0 0,-1-1 1 0 0,1 1-1 0 0,0 0 1 0 0,0 0-1 0 0,-1 0 1 0 0,1 0-1 0 0,0 0 1 0 0,4-1-1 0 0,34-10-381 0 0,-15 6-314 0 0,18-8-1061 0 0,69-26-6379 0 0,-85 28 2868 0 0</inkml:trace>
</inkml:ink>
</file>

<file path=ppt/ink/ink10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7:50.9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 88 2180 0 0,'1'-9'2146'0'0,"-2"-1"-1"0"0,1 1 1 0 0,-1 0 0 0 0,0-1-1 0 0,-1 1 1 0 0,0 0-1 0 0,-5-13 1 0 0,7 21-1837 0 0,-4 14 3 0 0,-1 23-103 0 0,0 64 0 0 0,4-59-151 0 0,-1 18-2114 0 0,-3 68-7673 0 0,3-106 3476 0 0</inkml:trace>
</inkml:ink>
</file>

<file path=ppt/ink/ink10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7:51.8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 19 1368 0 0,'-3'0'1994'0'0,"-19"-1"5793"0"0,3-5-302 0 0,9 4-4056 0 0,151-3-3949 0 0,-68 2-2950 0 0,-3 1-5956 0 0</inkml:trace>
</inkml:ink>
</file>

<file path=ppt/ink/ink10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7:52.0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81 56 2380 0 0,'-73'58'16029'0'0,"72"-58"-15979"0"0,1 0 1 0 0,0 1-1 0 0,-1-1 0 0 0,1 0 1 0 0,0 0-1 0 0,-1 0 1 0 0,1 0-1 0 0,0 1 0 0 0,-1-1 1 0 0,1 0-1 0 0,0 0 0 0 0,0 0 1 0 0,-1 1-1 0 0,1-1 0 0 0,0 0 1 0 0,-1 1-1 0 0,1-1 1 0 0,0 0-1 0 0,0 0 0 0 0,0 1 1 0 0,0-1-1 0 0,-1 0 0 0 0,1 1 1 0 0,0-1-1 0 0,0 1 0 0 0,0-1 1 0 0,0 0-1 0 0,0 1 1 0 0,0-1-1 0 0,0 0 0 0 0,0 1 1 0 0,0-1-1 0 0,0 0 0 0 0,0 1 1 0 0,0-1-1 0 0,0 1 0 0 0,0-1 1 0 0,0 1-1 0 0,17 0 451 0 0,29-9-573 0 0,-44 8 177 0 0,178-38-462 0 0,7-1-3290 0 0,-64 9-3844 0 0,-78 18 483 0 0</inkml:trace>
</inkml:ink>
</file>

<file path=ppt/ink/ink10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8:04.5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59 524 0 0,'15'-21'15740'0'0,"-11"18"-15669"0"0,1 0 1 0 0,-1 0-1 0 0,1 0 0 0 0,0 1 1 0 0,0 0-1 0 0,0 0 0 0 0,0 0 0 0 0,0 0 1 0 0,0 1-1 0 0,1 0 0 0 0,-1 0 1 0 0,10 0-1 0 0,-3 1-55 0 0,0 1 0 0 0,-1 0 1 0 0,1 1-1 0 0,20 5 0 0 0,-15-1-9 0 0,-1 0 0 0 0,0 1 0 0 0,0 1 0 0 0,23 15 0 0 0,-19-11 13 0 0,30 13-1 0 0,-38-20 164 0 0,0 0 0 0 0,0-1 0 0 0,19 4 0 0 0,-27-8-104 0 0,0 1-1 0 0,0-1 0 0 0,0 0 0 0 0,0 0 1 0 0,0 0-1 0 0,1-1 0 0 0,-1 1 1 0 0,0-1-1 0 0,0 0 0 0 0,0 0 1 0 0,0 0-1 0 0,-1-1 0 0 0,8-3 0 0 0,-8 3-34 0 0,8-4 40 0 0,0 0 1 0 0,0 0-1 0 0,-1-2 0 0 0,0 1 0 0 0,0-1 1 0 0,13-14-1 0 0,-19 17-244 0 0,0 1 0 0 0,-1-1 1 0 0,1 0-1 0 0,4-10 0 0 0,-7 13-421 0 0,-1-3-830 0 0,0-10-5072 0 0</inkml:trace>
</inkml:ink>
</file>

<file path=ppt/ink/ink10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6:41.6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 1200 0 0,'0'0'3469'0'0,"3"0"-3094"0"0,-2 0-894 0 0,-1 0 622 0 0,0 0-1 0 0,1-1 1 0 0,-1 1 0 0 0,0 0 0 0 0,1 0 0 0 0,-1 0 0 0 0,0 0-1 0 0,1 0 1 0 0,-1 0 0 0 0,0 0 0 0 0,1 0 0 0 0,-1 0 0 0 0,0 0-1 0 0,1 0 1 0 0,-1 0 0 0 0,0 0 0 0 0,1 0 0 0 0,-1 0 0 0 0,0 0-1 0 0,1 0 1 0 0,-1 1 0 0 0,0-1 0 0 0,1 0 0 0 0,-1 0 0 0 0,0 0-1 0 0,0 0 1 0 0,1 1 0 0 0,-1-1 0 0 0,0 0 0 0 0,0 0 0 0 0,1 1-1 0 0,-1-1 1 0 0,0 0 0 0 0,0 0 0 0 0,0 1 0 0 0,1-1 0 0 0,-1 0 0 0 0,0 1-1 0 0,0-1 1 0 0,0 0 0 0 0,0 1 0 0 0,0-1 0 0 0,0 0 0 0 0,0 1-1 0 0,0-1 1 0 0,0 0 0 0 0,0 1 0 0 0,0 1-75 0 0,-11 10 426 0 0,7-6-249 0 0,11-8-399 0 0,-5 1 94 0 0,10-3-1195 0 0,37-5-4612 0 0,-46 9 5659 0 0</inkml:trace>
</inkml:ink>
</file>

<file path=ppt/ink/ink10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6:51.6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10 580 0 0,'0'0'2488'0'0,"7"-6"-868"0"0,3 2-1180 0 0</inkml:trace>
</inkml:ink>
</file>

<file path=ppt/ink/ink10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6:52.6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1 1040 0 0,'0'0'7980'0'0,"-1"12"-6795"0"0,0-11-1343 0 0</inkml:trace>
</inkml:ink>
</file>

<file path=ppt/ink/ink10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7:52.8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516 48 404 0 0,'-1'-5'1086'0'0,"-1"-1"-1"0"0,1 1 1 0 0,-1 0-1 0 0,0 0 1 0 0,-1 0 0 0 0,1 0-1 0 0,-4-5 1 0 0,5 9-638 0 0,-2 1-139 0 0,-3 3-211 0 0,0-1 1 0 0,1 1-1 0 0,-1 0 0 0 0,1 1 0 0 0,0-1 0 0 0,0 1 0 0 0,0 0 1 0 0,0 0-1 0 0,1 0 0 0 0,0 1 0 0 0,0 0 0 0 0,-4 5 0 0 0,-10 16 344 0 0,-17 30-1 0 0,27-42-231 0 0,-79 151 1356 0 0,-87 230-1 0 0,148-330-1054 0 0,-34 131-1 0 0,55-173-441 0 0,0 0 0 0 0,2 0-1 0 0,1 1 1 0 0,1-1 0 0 0,1 1 0 0 0,1 0 0 0 0,0-1-1 0 0,2 1 1 0 0,10 35 0 0 0,-9-47-130 0 0,0 0 1 0 0,1-1-1 0 0,0 1 0 0 0,1-1 1 0 0,0 0-1 0 0,1-1 0 0 0,0 0 1 0 0,1 0-1 0 0,0 0 0 0 0,0-1 1 0 0,1 0-1 0 0,1-1 0 0 0,12 10 1 0 0,-10-10-933 0 0,1 0 0 0 0,-1-1 0 0 0,1-1 1 0 0,0 0-1 0 0,1-1 0 0 0,-1 0 1 0 0,15 2-1 0 0,5-1-4867 0 0</inkml:trace>
</inkml:ink>
</file>

<file path=ppt/ink/ink10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7:53.3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381 173 2400 0 0,'-4'-15'1988'0'0,"-1"-9"1728"0"0,-13-30 0 0 0,16 48-3286 0 0,-1 0 0 0 0,1 0-1 0 0,-1 0 1 0 0,-1 1-1 0 0,1 0 1 0 0,-1-1 0 0 0,0 1-1 0 0,0 1 1 0 0,0-1 0 0 0,-7-5-1 0 0,8 8-317 0 0,0 0-1 0 0,1 0 1 0 0,-1 1-1 0 0,0-1 1 0 0,0 1 0 0 0,0 0-1 0 0,0 0 1 0 0,0 0-1 0 0,0 0 1 0 0,-1 0-1 0 0,1 1 1 0 0,0 0 0 0 0,0-1-1 0 0,0 1 1 0 0,-1 0-1 0 0,-3 1 1 0 0,1 0-48 0 0,0 1 1 0 0,0-1-1 0 0,0 1 0 0 0,0 0 1 0 0,1 1-1 0 0,-1-1 0 0 0,1 1 1 0 0,-6 5-1 0 0,-5 3-35 0 0,1 1 0 0 0,1 1-1 0 0,0 1 1 0 0,-17 21 0 0 0,18-19-16 0 0,1-1 0 0 0,1 2 0 0 0,1 0 0 0 0,0 0 0 0 0,1 0 0 0 0,1 1 0 0 0,0 1 1 0 0,2-1-1 0 0,0 1 0 0 0,-6 39 0 0 0,11-55-30 0 0,1 1 0 0 0,-1-1 0 0 0,1 1 0 0 0,0 0 0 0 0,0-1 0 0 0,1 1 0 0 0,-1-1 1 0 0,1 1-1 0 0,-1-1 0 0 0,1 1 0 0 0,0-1 0 0 0,0 1 0 0 0,1-1 0 0 0,-1 0 0 0 0,1 0 0 0 0,0 1 0 0 0,0-1 0 0 0,0 0 1 0 0,0-1-1 0 0,0 1 0 0 0,1 0 0 0 0,-1-1 0 0 0,1 1 0 0 0,-1-1 0 0 0,1 0 0 0 0,0 0 0 0 0,0 0 0 0 0,0 0 0 0 0,5 2 1 0 0,-3-2-16 0 0,0-1 1 0 0,1 1-1 0 0,-1-1 1 0 0,1 0 0 0 0,-1-1-1 0 0,1 1 1 0 0,-1-1 0 0 0,1 0-1 0 0,0-1 1 0 0,-1 1-1 0 0,1-1 1 0 0,-1 0 0 0 0,1 0-1 0 0,-1-1 1 0 0,0 0-1 0 0,1 1 1 0 0,-1-2 0 0 0,6-2-1 0 0,0-2-48 0 0,1-1 0 0 0,-2 0 1 0 0,1 0-1 0 0,-1-1 0 0 0,0 0 0 0 0,-1-1 0 0 0,0 0 0 0 0,15-22 0 0 0,0-8 9 0 0,25-56-1 0 0,-26 49 71 0 0,-20 41 0 0 0,10-16-162 0 0,-12 24 162 0 0,0 1 0 0 0,0-1 0 0 0,0 1 1 0 0,-1-1-1 0 0,1 1 0 0 0,-1-1 0 0 0,1 1 0 0 0,-1 0 0 0 0,0-1 0 0 0,0 1 1 0 0,0 0-1 0 0,0-1 0 0 0,-1 1 0 0 0,0 3 0 0 0,-1 6 1 0 0,1 29-69 0 0,0-23-85 0 0,1-1 0 0 0,0 1 1 0 0,1-1-1 0 0,5 23 1 0 0,-5-35-301 0 0,0 0 0 0 0,1 0 1 0 0,0 0-1 0 0,0-1 0 0 0,0 1 1 0 0,0 0-1 0 0,1-1 1 0 0,0 1-1 0 0,0-1 0 0 0,0 0 1 0 0,0 0-1 0 0,1 0 0 0 0,0-1 1 0 0,0 1-1 0 0,0-1 1 0 0,0 0-1 0 0,0 0 0 0 0,1 0 1 0 0,4 2-1 0 0,6 2-4398 0 0</inkml:trace>
</inkml:ink>
</file>

<file path=ppt/ink/ink10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7:53.9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279 587 1600 0 0,'2'-7'1032'0'0,"-1"-1"0"0"0,1 1 0 0 0,-2-1 0 0 0,1 1 1 0 0,-1-1-1 0 0,-1-9 0 0 0,1 14-793 0 0,0-1 0 0 0,-1 1 1 0 0,1 0-1 0 0,-1-1 0 0 0,0 1 1 0 0,0 0-1 0 0,0 0 1 0 0,0 0-1 0 0,-1 0 0 0 0,1 0 1 0 0,-1 0-1 0 0,0 0 0 0 0,0 1 1 0 0,0-1-1 0 0,0 0 0 0 0,-3-2 1 0 0,3 4-159 0 0,0-1 1 0 0,-1 1-1 0 0,1 0 1 0 0,0 0-1 0 0,0 1 1 0 0,-1-1-1 0 0,1 0 1 0 0,-1 1-1 0 0,1-1 1 0 0,0 1 0 0 0,-1 0-1 0 0,1 0 1 0 0,-1 0-1 0 0,1 0 1 0 0,-1 0-1 0 0,1 0 1 0 0,-1 1-1 0 0,1-1 1 0 0,0 1-1 0 0,-1 0 1 0 0,-3 2-1 0 0,-2 0 35 0 0,0 1-1 0 0,0 0 1 0 0,1 1 0 0 0,0 0-1 0 0,-7 6 1 0 0,-1 2-15 0 0,1 2 1 0 0,0 0 0 0 0,0 1-1 0 0,-10 17 1 0 0,11-15-51 0 0,2 0-1 0 0,-18 37 1 0 0,26-47-41 0 0,0 0 0 0 0,0 0 0 0 0,1 0 0 0 0,0 0 0 0 0,0 1 0 0 0,1-1 0 0 0,0 1 0 0 0,1-1 0 0 0,0 1 0 0 0,1 10 0 0 0,-1-17-17 0 0,0 0-1 0 0,1 1 1 0 0,0-1-1 0 0,-1 0 0 0 0,1 0 1 0 0,0 0-1 0 0,0 0 0 0 0,0 0 1 0 0,0 0-1 0 0,0 0 0 0 0,1 0 1 0 0,-1 0-1 0 0,1 0 0 0 0,-1-1 1 0 0,1 1-1 0 0,0-1 0 0 0,-1 1 1 0 0,1-1-1 0 0,0 1 1 0 0,0-1-1 0 0,0 0 0 0 0,0 0 1 0 0,0 0-1 0 0,0 0 0 0 0,0-1 1 0 0,1 1-1 0 0,-1 0 0 0 0,0-1 1 0 0,0 1-1 0 0,1-1 0 0 0,-1 0 1 0 0,0 0-1 0 0,5 0 0 0 0,1-2-117 0 0,0 1-1 0 0,-1-1 0 0 0,1-1 0 0 0,0 1 0 0 0,-1-1 0 0 0,0 0 0 0 0,1-1 0 0 0,-2 0 0 0 0,1 0 1 0 0,7-6-1 0 0,-2 0-88 0 0,-1 0-1 0 0,0 0 1 0 0,-1-1 0 0 0,17-24 0 0 0,-7 3-54 0 0,-1 0 0 0 0,-2-1 0 0 0,21-58 0 0 0,-11 18 302 0 0,-4-1 1 0 0,-3-1-1 0 0,18-137 1 0 0,-32 129 1574 0 0,-6 80-1509 0 0,0-3-19 0 0,0 7-79 0 0,0-1 1 0 0,0 0-1 0 0,0 0 1 0 0,0 0-1 0 0,0 0 1 0 0,0 0-1 0 0,-1 0 1 0 0,1 0-1 0 0,0 0 1 0 0,0 0-1 0 0,0 0 1 0 0,0 0-1 0 0,0 0 1 0 0,0 0-1 0 0,0 0 0 0 0,0 0 1 0 0,0 0-1 0 0,0 0 1 0 0,0-1-1 0 0,0 1 1 0 0,0 0-1 0 0,-1 0 1 0 0,1 0-1 0 0,0 0 1 0 0,0 0-1 0 0,0 0 1 0 0,0 0-1 0 0,0 0 1 0 0,0 0-1 0 0,0 0 1 0 0,0 0-1 0 0,0 0 0 0 0,0 0 1 0 0,0 0-1 0 0,0 0 1 0 0,0 0-1 0 0,0 0 1 0 0,0 0-1 0 0,0-1 1 0 0,0 1-1 0 0,0 0 1 0 0,0 0-1 0 0,0 0 1 0 0,0 0-1 0 0,0 0 1 0 0,0 0-1 0 0,0 0 0 0 0,0 0 1 0 0,0 0-1 0 0,0 0 1 0 0,0 0-1 0 0,0 0 1 0 0,0-1-1 0 0,0 1 1 0 0,0 0-1 0 0,0 0 1 0 0,0 0-1 0 0,0 0 1 0 0,0 0-1 0 0,0 0 1 0 0,0 0-1 0 0,0 0 1 0 0,0 0-1 0 0,-5 8 64 0 0,1 0 1 0 0,0 1-1 0 0,0 0 1 0 0,1 0-1 0 0,0 0 0 0 0,-2 13 1 0 0,-9 60 151 0 0,7-26-217 0 0,2 1-1 0 0,3 0 1 0 0,3-1-1 0 0,2 1 1 0 0,2 0-1 0 0,24 99 1 0 0,-25-139-843 0 0,1 0 0 0 0,10 20 1 0 0,-11-29-673 0 0,0 0 1 0 0,1 0-1 0 0,8 11 0 0 0,-1-6-2639 0 0</inkml:trace>
</inkml:ink>
</file>

<file path=ppt/ink/ink10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7:54.8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242 57 1368 0 0,'8'-44'7737'0'0,"-7"42"-7064"0"0,1-8 2617 0 0,-4 101 2814 0 0,1-13-4627 0 0,6 165 767 0 0,-3 45-236 0 0,-3-281-1921 0 0,-10 130 1474 0 0,7-111-1152 0 0,0-1 0 0 0,-2 0 0 0 0,-12 32 0 0 0,17-54-360 0 0,0 0 0 0 0,0 0 0 0 0,-1 0 0 0 0,1 0-1 0 0,-1-1 1 0 0,0 1 0 0 0,0 0 0 0 0,0-1 0 0 0,0 0 0 0 0,0 1-1 0 0,0-1 1 0 0,-1 0 0 0 0,1 0 0 0 0,-1-1 0 0 0,1 1 0 0 0,-1 0-1 0 0,0-1 1 0 0,-3 2 0 0 0,2-2-33 0 0,0 0 0 0 0,0 0 0 0 0,0 0 0 0 0,0-1 0 0 0,0 1 0 0 0,0-1 0 0 0,0 0 0 0 0,0-1 0 0 0,-1 1 0 0 0,1-1 0 0 0,0 1 0 0 0,-5-3 0 0 0,2 1-297 0 0,0 0 0 0 0,0-1 0 0 0,1 0 0 0 0,0 0 0 0 0,-1-1 0 0 0,1 0 0 0 0,0 0 0 0 0,1 0-1 0 0,-1 0 1 0 0,1-1 0 0 0,0 0 0 0 0,0-1 0 0 0,0 1 0 0 0,1-1 0 0 0,-6-9 0 0 0,7 9-363 0 0,0 0 1 0 0,1 0 0 0 0,0-1 0 0 0,0 1 0 0 0,1-1 0 0 0,0 1 0 0 0,0-1 0 0 0,1 1-1 0 0,-1-1 1 0 0,2-11 0 0 0,10-37-7068 0 0,-3 24 77 0 0</inkml:trace>
</inkml:ink>
</file>

<file path=ppt/ink/ink10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7:55.0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1 114 1956 0 0,'8'-33'4269'0'0,"-4"22"-2795"0"0,-1 0 0 0 0,-1-1 0 0 0,0 0 0 0 0,1-16 0 0 0,-1 22-796 0 0</inkml:trace>
</inkml:ink>
</file>

<file path=ppt/ink/ink10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7:55.6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189 101 1100 0 0,'-9'-20'13027'0'0,"6"34"-12883"0"0,-22 110 2671 0 0,-44 128-1 0 0,58-212-2734 0 0,-57 184 3365 0 0,67-226-3392 0 0,0 0-1 0 0,1-1 0 0 0,-1 1 1 0 0,1 0-1 0 0,0-1 1 0 0,0 1-1 0 0,0-1 0 0 0,0 1 1 0 0,0-1-1 0 0,0 1 0 0 0,1-1 1 0 0,0-2-1 0 0,11-35 37 0 0,-7 24-25 0 0,21-69-94 0 0,4 1 1 0 0,3 2-1 0 0,84-147 1 0 0,-39 113-47 0 0,-64 96 25 0 0,-7 9-94 0 0,-7 10 131 0 0,0 0 0 0 0,1 0 0 0 0,-1 0-1 0 0,1 0 1 0 0,-1 0 0 0 0,1 1 0 0 0,-1-1-1 0 0,1 0 1 0 0,0 0 0 0 0,-1 0 0 0 0,1 1-1 0 0,0-1 1 0 0,0 0 0 0 0,0 1 0 0 0,-1-1-1 0 0,1 0 1 0 0,0 1 0 0 0,0-1-1 0 0,0 1 1 0 0,0 0 0 0 0,0-1 0 0 0,0 1-1 0 0,0 0 1 0 0,0-1 0 0 0,0 1 0 0 0,0 0-1 0 0,0 0 1 0 0,0 0 0 0 0,0 0 0 0 0,2 0-1 0 0,-2 0 11 0 0,0 1 0 0 0,-1-1-1 0 0,1 1 1 0 0,0-1 0 0 0,-1 1-1 0 0,1-1 1 0 0,0 1 0 0 0,-1-1-1 0 0,1 1 1 0 0,-1 0 0 0 0,1-1-1 0 0,-1 1 1 0 0,1 0 0 0 0,-1 0-1 0 0,1-1 1 0 0,-1 1 0 0 0,0 0-1 0 0,1 0 1 0 0,-1 1-1 0 0,6 18 30 0 0,-6-16-30 0 0,8 38 22 0 0,-2 1 0 0 0,-2 0 0 0 0,-1 48 0 0 0,-2-31 0 0 0,-1-54-114 0 0,4 124-1663 0 0,-3-87-2647 0 0,0 0-4287 0 0</inkml:trace>
</inkml:ink>
</file>

<file path=ppt/ink/ink10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7:55.8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149 166 704 0 0,'-68'-49'11462'0'0,"-8"-7"-1167"0"0,74 54-9971 0 0,1-1-29 0 0,1 2-288 0 0,0 1-1 0 0,0 0 0 0 0,-1 0 0 0 0,1 0 1 0 0,0 0-1 0 0,0 0 0 0 0,0-1 1 0 0,0 1-1 0 0,0 0 0 0 0,0 0 1 0 0,-1 0-1 0 0,1-1 0 0 0,0 1 0 0 0,0 0 1 0 0,0 0-1 0 0,0 0 0 0 0,0-1 1 0 0,0 1-1 0 0,0 0 0 0 0,0 0 1 0 0,0 0-1 0 0,0-1 0 0 0,0 1 0 0 0,0 0 1 0 0,0 0-1 0 0,0 0 0 0 0,0-1 1 0 0,0 1-1 0 0,0 0 0 0 0,0 0 0 0 0,1 0 1 0 0,-1-1-1 0 0,0 1 0 0 0,0 0 1 0 0,0 0-1 0 0,0 0 0 0 0,0 0 1 0 0,0 0-1 0 0,1-1 0 0 0,15-6-1037 0 0,1 1-1 0 0,-1 1 1 0 0,2 0 0 0 0,-1 1-1 0 0,0 1 1 0 0,26-2 0 0 0,6-2-5320 0 0,-19 1-1007 0 0</inkml:trace>
</inkml:ink>
</file>

<file path=ppt/ink/ink10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7:56.1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237 63 2392 0 0,'-8'-42'11174'0'0,"4"21"-6562"0"0,9 31-4202 0 0,11 34 452 0 0,-3 1 0 0 0,-1 1 0 0 0,8 73 1 0 0,-13-47-385 0 0,-4 120 0 0 0,-5-153-417 0 0,-1 0 0 0 0,-2 0 0 0 0,-2 0 0 0 0,-1-1 0 0 0,-16 44 0 0 0,15-60-164 0 0,0-1-1 0 0,-1 0 0 0 0,-1-1 1 0 0,-1 0-1 0 0,0-1 0 0 0,-2 0 0 0 0,0-1 1 0 0,-1 0-1 0 0,-1-1 0 0 0,-21 17 1 0 0,-17 5-2686 0 0,48-35 385 0 0,-1-1-1 0 0,1 0 1 0 0,-14 5 0 0 0</inkml:trace>
</inkml:ink>
</file>

<file path=ppt/ink/ink10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8:02.4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70 932 0 0,'0'0'6007'0'0,"-9"3"-2356"0"0,281-54-2635 0 0,-219 35-2218 0 0,-38 11-1792 0 0</inkml:trace>
</inkml:ink>
</file>

<file path=ppt/ink/ink10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8:03.1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134 29 452 0 0,'5'-17'6413'0'0,"10"6"-2762"0"0,-15 11-3606 0 0,0 0 0 0 0,0 0-1 0 0,1 0 1 0 0,-1 0 0 0 0,0 0-1 0 0,0 0 1 0 0,0 0-1 0 0,1 0 1 0 0,-1 0 0 0 0,0 0-1 0 0,0 0 1 0 0,0 0 0 0 0,0 0-1 0 0,1 1 1 0 0,-1-1-1 0 0,0 0 1 0 0,0 0 0 0 0,0 0-1 0 0,0 0 1 0 0,0 0 0 0 0,1 1-1 0 0,-1-1 1 0 0,0 0-1 0 0,0 0 1 0 0,0 0 0 0 0,0 0-1 0 0,0 1 1 0 0,0-1 0 0 0,0 0-1 0 0,0 0 1 0 0,0 0-1 0 0,0 1 1 0 0,0-1 0 0 0,0 0-1 0 0,0 0 1 0 0,0 0 0 0 0,0 1-1 0 0,0-1 1 0 0,0 0-1 0 0,0 0 1 0 0,0 1 0 0 0,-9 35 978 0 0,6-24-768 0 0,-6 15 37 0 0,-2 0 1 0 0,-1 0-1 0 0,-23 38 0 0 0,-10 21-72 0 0,23-33-1556 0 0,10-17-5105 0 0</inkml:trace>
</inkml:ink>
</file>

<file path=ppt/ink/ink10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6:44.3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0 80 0 0,'0'0'2692'0'0,"-12"4"406"0"0,9-4-3168 0 0,-6 2-2455 0 0</inkml:trace>
</inkml:ink>
</file>

<file path=ppt/ink/ink10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6:46.2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 4 40 0 0,'0'0'2873'0'0,"-2"0"-2787"0"0,-8-3 1569 0 0,-9 21-425 0 0,15-7 232 0 0</inkml:trace>
</inkml:ink>
</file>

<file path=ppt/ink/ink10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6:55.9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32 1204 0 0,'0'0'2440'0'0,"0"-11"-75"0"0,2 0-2049 0 0,4 5-864 0 0,6 2-2825 0 0</inkml:trace>
</inkml:ink>
</file>

<file path=ppt/ink/ink10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6:56.9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1 452 0 0,'0'0'2704'0'0,"11"13"-64"0"0,-11-12-2729 0 0,0-1 0 0 0,0 1 0 0 0,0-1 0 0 0,-1 1 0 0 0,1-1 0 0 0,0 1 0 0 0,0-1 0 0 0,-1 1 0 0 0,1-1 0 0 0,0 1 0 0 0,-1-1 0 0 0,1 0 0 0 0,0 1 0 0 0,-1-1 0 0 0,1 1 0 0 0,-1-1 0 0 0,1 0 0 0 0,-1 1 0 0 0,1-1-1 0 0,-1 0 1 0 0,1 0 0 0 0,-1 1 0 0 0,1-1 0 0 0,-1 0 0 0 0,1 0 0 0 0,-1 0 0 0 0,1 0 0 0 0,-1 0 0 0 0,1 0 0 0 0,-2 1 0 0 0</inkml:trace>
</inkml:ink>
</file>

<file path=ppt/ink/ink10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8:07.0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67 63 2172 0 0,'-15'-46'11085'0'0,"11"38"-9389"0"0,1-1 202 0 0,2 9-1870 0 0,1 0 0 0 0,-1 1 1 0 0,1-1-1 0 0,0 0 0 0 0,0 0 0 0 0,-1 0 0 0 0,1 1 0 0 0,0-1 0 0 0,-1 0 1 0 0,1 1-1 0 0,0-1 0 0 0,0 0 0 0 0,-1 0 0 0 0,1 1 0 0 0,0-1 0 0 0,0 0 0 0 0,0 1 1 0 0,-1-1-1 0 0,1 1 0 0 0,0-1 0 0 0,0 0 0 0 0,0 1 0 0 0,0-1 0 0 0,0 0 1 0 0,0 1-1 0 0,0-1 0 0 0,0 1 0 0 0,0-1 0 0 0,0 0 0 0 0,0 1 0 0 0,0 0 1 0 0,-7 42 1004 0 0,2 0 0 0 0,1 50 0 0 0,-3 28-611 0 0,2-81-639 0 0,-5 67 493 0 0,10-93-1592 0 0,0-1 1 0 0,1 1 0 0 0,3 13 0 0 0</inkml:trace>
</inkml:ink>
</file>

<file path=ppt/ink/ink10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8:07.4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1 149 2888 0 0,'1'-16'6409'0'0,"-1"14"-5798"0"0,0 0 0 0 0,1 0 0 0 0,-1 0 0 0 0,0 0 1 0 0,0 0-1 0 0,1 0 0 0 0,-1 0 0 0 0,1 0 0 0 0,0 0 0 0 0,-1 1 0 0 0,4-5 711 0 0,-4 6-1243 0 0,0 0 0 0 0,0 0 0 0 0,1 0 0 0 0,-1 0 0 0 0,0 0 0 0 0,0 0 0 0 0,0 0 0 0 0,1 0 0 0 0,-1 0 0 0 0,0 0 0 0 0,0 0 0 0 0,0 0 0 0 0,1 0 0 0 0,-1 0 0 0 0,0 0 0 0 0,0 0-1 0 0,1 0 1 0 0,-1 0 0 0 0,0 0 0 0 0,0 0 0 0 0,0 0 0 0 0,1 0 0 0 0,-1 0 0 0 0,0 0 0 0 0,0 0 0 0 0,0 0 0 0 0,1 1 0 0 0,9 14 688 0 0,106 231 1397 0 0,-104-221-1908 0 0,22 33 0 0 0,-33-57-62 0 0,16-19-18 0 0,-10-6-140 0 0,-1 0 0 0 0,-1-1 0 0 0,0 1 0 0 0,-2-1-1 0 0,0-36 1 0 0,-1 22 36 0 0,2-10-96 0 0,3-96-1884 0 0,-6 128-897 0 0</inkml:trace>
</inkml:ink>
</file>

<file path=ppt/ink/ink10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8:07.7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62 616 0 0,'-10'-52'11067'0'0,"9"50"-10459"0"0,1 2-558 0 0,0 0 1 0 0,0-1-1 0 0,0 1 0 0 0,0 0 1 0 0,0-1-1 0 0,0 1 0 0 0,0 0 0 0 0,0 0 1 0 0,0-1-1 0 0,0 1 0 0 0,1 0 0 0 0,-1-1 1 0 0,0 1-1 0 0,0 0 0 0 0,0-1 1 0 0,0 1-1 0 0,0 0 0 0 0,0 0 0 0 0,1-1 1 0 0,-1 1-1 0 0,0 0 0 0 0,0 0 1 0 0,0 0-1 0 0,1-1 0 0 0,-1 1 0 0 0,0 0 1 0 0,0 0-1 0 0,1-1 0 0 0,6 4 321 0 0,0 0 0 0 0,0 0 0 0 0,-1 1 0 0 0,0 0 0 0 0,1 0 0 0 0,-1 0 0 0 0,10 10 0 0 0,39 43 871 0 0,-48-50-1074 0 0,14 19 23 0 0,0 1-1 0 0,-1 0 1 0 0,-2 1-1 0 0,-1 1 1 0 0,-1 1 0 0 0,-2 0-1 0 0,-1 1 1 0 0,-1 1-1 0 0,-1 0 1 0 0,-2 0 0 0 0,-2 1-1 0 0,4 36 1 0 0,-6-21-300 0 0,-3 0 0 0 0,-2 0 0 0 0,-2 0 1 0 0,-2 0-1 0 0,-2 0 0 0 0,-2-1 0 0 0,-27 87 0 0 0,-22 13-3501 0 0,10-54-3737 0 0,27-58 974 0 0</inkml:trace>
</inkml:ink>
</file>

<file path=ppt/ink/ink10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8:09.5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463 102 1404 0 0,'4'11'4467'0'0,"-3"-6"-4088"0"0,0 0 0 0 0,-1 0 0 0 0,0 1 0 0 0,1-1 0 0 0,-2 0 0 0 0,1 0 1 0 0,-1 0-1 0 0,1 1 0 0 0,-2-1 0 0 0,1 0 0 0 0,0 0 0 0 0,-1 0 0 0 0,0 0 1 0 0,0-1-1 0 0,0 1 0 0 0,-6 7 0 0 0,3-4-214 0 0,0-1 0 0 0,-1 0 0 0 0,0-1 0 0 0,0 1 0 0 0,-1-1 0 0 0,0 0 0 0 0,0-1 0 0 0,-14 9 0 0 0,19-13-129 0 0,0 0-1 0 0,-1 0 1 0 0,1 0-1 0 0,-1-1 0 0 0,1 0 1 0 0,-1 1-1 0 0,1-1 1 0 0,-1 0-1 0 0,1 0 1 0 0,-1 0-1 0 0,0 0 0 0 0,1-1 1 0 0,-1 1-1 0 0,1-1 1 0 0,-1 0-1 0 0,1 1 1 0 0,0-1-1 0 0,-1 0 0 0 0,1 0 1 0 0,0-1-1 0 0,-3-1 1 0 0,1-1-24 0 0,1 0 0 0 0,0-1 0 0 0,0 0 1 0 0,0 0-1 0 0,1 0 0 0 0,0 0 0 0 0,0 0 1 0 0,0-1-1 0 0,0 1 0 0 0,1-1 0 0 0,0 1 1 0 0,0-1-1 0 0,0 1 0 0 0,1-1 0 0 0,0 1 1 0 0,0-1-1 0 0,0 0 0 0 0,1 1 0 0 0,2-10 1 0 0,0-3-24 0 0,2 0-1 0 0,0 0 1 0 0,1 1 0 0 0,15-31 0 0 0,-20 45 8 0 0,0 1-1 0 0,1 0 1 0 0,-1 0-1 0 0,1 0 1 0 0,-1 0-1 0 0,1 0 1 0 0,0 0-1 0 0,0 0 1 0 0,0 0-1 0 0,0 1 1 0 0,4-4-1 0 0,-5 4 4 0 0,1 1 0 0 0,-1-1 0 0 0,1 0 1 0 0,-1 1-1 0 0,1-1 0 0 0,-1 1 0 0 0,1 0 0 0 0,-1-1 0 0 0,1 1 1 0 0,0 0-1 0 0,-1 0 0 0 0,1 0 0 0 0,-1 0 0 0 0,1 0 0 0 0,-1 0 1 0 0,1 1-1 0 0,0-1 0 0 0,-1 0 0 0 0,1 1 0 0 0,-1-1 0 0 0,1 1 1 0 0,-1 0-1 0 0,0-1 0 0 0,1 1 0 0 0,1 1 0 0 0,0 1 4 0 0,-1-1 1 0 0,1 1-1 0 0,-1 0 0 0 0,1 0 1 0 0,-1 0-1 0 0,0 0 0 0 0,2 3 0 0 0,-3-4 0 0 0,7 14 11 0 0,-1 1 0 0 0,0-1 0 0 0,-1 1 0 0 0,-1 0 0 0 0,0 0 0 0 0,-1 1 0 0 0,2 31 0 0 0,-2 126 736 0 0,-7-105-50 0 0,-17 110 0 0 0,14-148-417 0 0,-1-1 1 0 0,-2 0 0 0 0,-1 0-1 0 0,-1-1 1 0 0,-27 50-1 0 0,34-73-188 0 0,0 0 0 0 0,0-1 0 0 0,-1 1 0 0 0,0-1 0 0 0,0 0 0 0 0,-1 0 0 0 0,0-1 0 0 0,0 0 0 0 0,0 0 0 0 0,-1 0 0 0 0,1-1 0 0 0,-13 6 0 0 0,13-7-65 0 0,0-1 1 0 0,0 0-1 0 0,-1 0 1 0 0,1-1-1 0 0,-1 0 1 0 0,0 0-1 0 0,1-1 1 0 0,-1 1-1 0 0,1-1 1 0 0,-1-1-1 0 0,0 1 1 0 0,1-1-1 0 0,-1-1 1 0 0,1 1-1 0 0,-11-4 1 0 0,-57-24 29 0 0,65 25-57 0 0,0 0-1 0 0,1-1 1 0 0,-1 0-1 0 0,1-1 0 0 0,-14-11 1 0 0,-11-5-960 0 0,31 21 514 0 0,2-3-989 0 0,0 4 1286 0 0,0-1 1 0 0,1 0 0 0 0,-1 1-1 0 0,0-1 1 0 0,0 1 0 0 0,0-1-1 0 0,1 1 1 0 0,-1-1 0 0 0,0 1-1 0 0,0-1 1 0 0,1 1-1 0 0,0-1 1 0 0,26-10-7200 0 0</inkml:trace>
</inkml:ink>
</file>

<file path=ppt/ink/ink10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8:10.1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302 82 948 0 0,'7'-57'8897'0'0,"-5"32"-2960"0"0,-3 29-4422 0 0,-18 310 2183 0 0,13-173-3200 0 0,-3 8-97 0 0,-9 291-6 0 0,18-294-340 0 0,19 147-1 0 0,-17-274-78 0 0,9 57 39 0 0,-9-70-5 0 0,-1-1 0 0 0,1 1 0 0 0,0-1-1 0 0,0 1 1 0 0,0-1 0 0 0,1 0 0 0 0,0 1-1 0 0,0-2 1 0 0,0 1 0 0 0,5 6 0 0 0,-7-11-9 0 0,-1 1 0 0 0,1-1 0 0 0,-1 0 0 0 0,1 1 0 0 0,0-1 0 0 0,-1 1 0 0 0,1-1 0 0 0,0 0 0 0 0,0 0 0 0 0,-1 1 1 0 0,1-1-1 0 0,0 0 0 0 0,0 0 0 0 0,-1 0 0 0 0,1 0 0 0 0,0 0 0 0 0,0 0 0 0 0,-1 0 0 0 0,1 0 0 0 0,0 0 0 0 0,0 0 0 0 0,0 0 0 0 0,2-1 0 0 0,0 0 0 0 0,1 0-1 0 0,-1 0 1 0 0,0-1-1 0 0,-1 1 1 0 0,1-1 0 0 0,0 1-1 0 0,0-1 1 0 0,-1 0-1 0 0,1 0 1 0 0,-1 0 0 0 0,1 0-1 0 0,-1-1 1 0 0,0 1-1 0 0,0 0 1 0 0,0-1 0 0 0,0 0-1 0 0,0 0 1 0 0,-1 1-1 0 0,1-1 1 0 0,-1 0 0 0 0,0 0-1 0 0,0 0 1 0 0,0 0-1 0 0,0-1 1 0 0,0 1 0 0 0,0-5-1 0 0,0 0 10 0 0,1-1-10 0 0,-1 1 0 0 0,0 0 0 0 0,-1-1 0 0 0,0 0 0 0 0,-1 1 0 0 0,1 0 0 0 0,-1-1 0 0 0,-1 1 0 0 0,0-1 0 0 0,0 1 0 0 0,-1 0 0 0 0,-4-10 0 0 0,-4-7 0 0 0,-1 1 0 0 0,-24-34 0 0 0,17 31 20 0 0,-1 1 0 0 0,-43-44 1 0 0,-57-37 52 0 0,89 79-157 0 0,24 23 90 0 0,-1-2-45 0 0,0 0-1 0 0,0 0 0 0 0,1-1 0 0 0,-1 0 1 0 0,-6-12-1 0 0,12 17-55 0 0,0 0-1 0 0,1 0 1 0 0,-1 0-1 0 0,1-1 1 0 0,0 1 0 0 0,0-1-1 0 0,1 1 1 0 0,-1 0 0 0 0,1-1-1 0 0,-1 0 1 0 0,1 1 0 0 0,0-1-1 0 0,0 1 1 0 0,1-1-1 0 0,-1 1 1 0 0,1-1 0 0 0,0 1-1 0 0,0 0 1 0 0,0-1 0 0 0,2-3-1 0 0,3-6-418 0 0,1-1 0 0 0,0 2 0 0 0,1-1 0 0 0,0 1 0 0 0,1 0 0 0 0,18-17 0 0 0,69-60-3378 0 0,-85 80 3295 0 0,32-27-3368 0 0,3 1-1942 0 0</inkml:trace>
</inkml:ink>
</file>

<file path=ppt/ink/ink10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8:10.9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205 685 1084 0 0,'-24'28'6942'0'0,"-8"9"-1615"0"0,4 4-986 0 0,29-52-3777 0 0,6-17-555 0 0,56-185 338 0 0,-33 106-310 0 0,-16 58-19 0 0,9-36-31 0 0,4 1 0 0 0,46-96 0 0 0,-72 178 5 0 0,0-1 0 0 0,1 1-1 0 0,-1-1 1 0 0,1 1-1 0 0,-1 0 1 0 0,1-1-1 0 0,0 1 1 0 0,0 0 0 0 0,0 0-1 0 0,0 0 1 0 0,0 1-1 0 0,0-1 1 0 0,1 0-1 0 0,2-1 1 0 0,-4 3 4 0 0,1 0-1 0 0,-1-1 1 0 0,1 1 0 0 0,-1 0 0 0 0,1 0-1 0 0,-1 0 1 0 0,0 0 0 0 0,1 0 0 0 0,-1 1-1 0 0,1-1 1 0 0,-1 0 0 0 0,1 1 0 0 0,-1-1-1 0 0,0 1 1 0 0,1-1 0 0 0,-1 1 0 0 0,0 0-1 0 0,1-1 1 0 0,-1 1 0 0 0,0 0-1 0 0,0 0 1 0 0,0 0 0 0 0,1 0 0 0 0,-1 0-1 0 0,0 0 1 0 0,-1 0 0 0 0,1 0 0 0 0,1 3-1 0 0,3 2 5 0 0,-1 0-1 0 0,0 1 0 0 0,0 0 0 0 0,-1 0 0 0 0,1 0 0 0 0,3 14 1 0 0,9 48 36 0 0,-14-59-32 0 0,6 39 22 0 0,-2 0 0 0 0,-1 65 0 0 0,-12 101 100 0 0,2-113-61 0 0,5-64-33 0 0,0-16 83 0 0,-1 0 0 0 0,-1-1 0 0 0,-4 23 0 0 0,5-43-107 0 0,2-1-4 0 0,-1 0-1 0 0,0 0 1 0 0,0 1-1 0 0,0-1 0 0 0,0 0 1 0 0,-1 1-1 0 0,1-1 0 0 0,0 0 1 0 0,0 1-1 0 0,0-1 0 0 0,0 0 1 0 0,0 0-1 0 0,0 1 0 0 0,0-1 1 0 0,0 0-1 0 0,-1 0 0 0 0,1 1 1 0 0,0-1-1 0 0,0 0 1 0 0,0 0-1 0 0,-1 1 0 0 0,1-1 1 0 0,0 0-1 0 0,0 0 0 0 0,-1 0 1 0 0,1 1-1 0 0,0-1 0 0 0,0 0 1 0 0,-1 0-1 0 0,1 0 0 0 0,0 0 1 0 0,0 0-1 0 0,-1 0 0 0 0,0 1 1 0 0,0-2-3 0 0,0 1 0 0 0,0 0 1 0 0,0 0-1 0 0,0 0 0 0 0,0-1 1 0 0,0 1-1 0 0,0-1 0 0 0,0 1 0 0 0,0-1 1 0 0,0 1-1 0 0,1-1 0 0 0,-1 1 1 0 0,0-1-1 0 0,0 0 0 0 0,0 1 0 0 0,1-1 1 0 0,-1 0-1 0 0,0 0 0 0 0,1 0 1 0 0,-1 1-1 0 0,0-1 0 0 0,1 0 0 0 0,-1 0 1 0 0,1 0-1 0 0,0 0 0 0 0,-1 0 1 0 0,1 0-1 0 0,0 0 0 0 0,-1-2 0 0 0,0-2 1 0 0,-30-59-22 0 0,13 24-16 0 0,-2 2 1 0 0,-1 0-1 0 0,-46-61 1 0 0,56 85 25 0 0,-1 1 0 0 0,0 0 0 0 0,-1 1 0 0 0,0 0 1 0 0,-21-13-1 0 0,25 20-8 0 0,-1 0 1 0 0,1 0 0 0 0,-1 1-1 0 0,0 0 1 0 0,0 1 0 0 0,-1 0-1 0 0,1 0 1 0 0,-1 1 0 0 0,1 1-1 0 0,-1 0 1 0 0,-12 0-1 0 0,20 1 12 0 0,0 0 0 0 0,0 0 0 0 0,0 0-1 0 0,0 0 1 0 0,1 1 0 0 0,-1-1 0 0 0,0 1 0 0 0,0 0-1 0 0,0 0 1 0 0,1 0 0 0 0,-1 0 0 0 0,0 0-1 0 0,1 1 1 0 0,-1-1 0 0 0,1 1 0 0 0,0 0-1 0 0,-1 0 1 0 0,1 0 0 0 0,-4 4 0 0 0,6-3 3 0 0,0-2-10 0 0,1 1 0 0 0,0-1 0 0 0,0 0 0 0 0,0 1 1 0 0,0-1-1 0 0,0 0 0 0 0,0 1 0 0 0,0-1 0 0 0,0 0 0 0 0,0 0 0 0 0,1 0 0 0 0,-1 0 0 0 0,1 0 1 0 0,-1 0-1 0 0,0 0 0 0 0,1-1 0 0 0,-1 1 0 0 0,1-1 0 0 0,0 1 0 0 0,1 0 0 0 0,30 2-654 0 0,-26-3 399 0 0,23-1-1741 0 0,0-1-1 0 0,0-1 1 0 0,0-1 0 0 0,37-12 0 0 0,-24 5-3120 0 0</inkml:trace>
</inkml:ink>
</file>

<file path=ppt/ink/ink10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8:11.4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108 97 8 0 0,'-14'-48'9941'0'0,"9"18"-6811"0"0,5 29-3033 0 0,1 0 0 0 0,-1 0 0 0 0,0 0 0 0 0,-1 0-1 0 0,1 0 1 0 0,0 0 0 0 0,0 0 0 0 0,0 0 0 0 0,0 0 0 0 0,-1 0 0 0 0,1 1-1 0 0,-1-1 1 0 0,1 0 0 0 0,0 0 0 0 0,-1 0 0 0 0,0 0 0 0 0,1 0 0 0 0,-2-1-1 0 0,2 3-37 0 0,-1-1 1 0 0,0 1-1 0 0,1-1 0 0 0,-1 1 0 0 0,1-1 0 0 0,-1 1 0 0 0,1-1 0 0 0,0 1 0 0 0,-1 0 1 0 0,1-1-1 0 0,-1 1 0 0 0,1 0 0 0 0,0-1 0 0 0,0 1 0 0 0,-1 0 0 0 0,1-1 0 0 0,0 2 0 0 0,-10 42 571 0 0,10-44-630 0 0,-30 132 545 0 0,-3 19-1030 0 0,33-151 351 0 0,-1 1-1 0 0,1-1 1 0 0,0 1 0 0 0,0-1 0 0 0,0 1-1 0 0,-1-1 1 0 0,1 1 0 0 0,0-1 0 0 0,0 1-1 0 0,0-1 1 0 0,0 1 0 0 0,0-1 0 0 0,0 1-1 0 0,0-1 1 0 0,0 1 0 0 0,0-1 0 0 0,0 1-1 0 0,0-1 1 0 0,0 1 0 0 0,1-1 0 0 0,-1 1-1 0 0,0-1 1 0 0,0 1 0 0 0,0-1 0 0 0,1 1 0 0 0,-1-1-1 0 0,0 1 1 0 0,1-1 0 0 0,-1 0 0 0 0,0 1-1 0 0,1-1 1 0 0,-1 1 0 0 0,0-1 0 0 0,1 0-1 0 0,-1 0 1 0 0,1 1 0 0 0,-1-1 0 0 0,1 0-1 0 0,-1 0 1 0 0,0 1 0 0 0,1-1 0 0 0,-1 0-1 0 0,1 0 1 0 0,-1 0 0 0 0,1 0 0 0 0,0 0-1 0 0,-1 0 1 0 0,1 0 0 0 0,-1 0 0 0 0,1 0-1 0 0,-1 0 1 0 0,1 0 0 0 0,-1 0 0 0 0,1 0-1 0 0,-1 0 1 0 0,1 0 0 0 0,-1 0 0 0 0,1-1-1 0 0,-1 1 1 0 0,0 0 0 0 0,1 0 0 0 0,-1-1-1 0 0,1 1 1 0 0,-1 0 0 0 0,1-1 0 0 0,-1 1 0 0 0,0 0-1 0 0,1-1 1 0 0</inkml:trace>
</inkml:ink>
</file>

<file path=ppt/ink/ink10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8:11.9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240 78 1768 0 0,'49'-78'14297'0'0,"-98"118"-13010"0"0,26-15-1164 0 0,2 1-1 0 0,0 0 1 0 0,-18 33-1 0 0,39-58-122 0 0,-1 0 0 0 0,0 0 0 0 0,1 0 0 0 0,-1 0 0 0 0,1 0 0 0 0,-1 0 0 0 0,1 0 0 0 0,0 1 0 0 0,-1-1 0 0 0,1 0 0 0 0,0 0 0 0 0,0 0 0 0 0,0 0 0 0 0,0 1 0 0 0,0-1 0 0 0,0 0 0 0 0,0 0 0 0 0,0 0 0 0 0,0 1 0 0 0,0-1 0 0 0,1 0 0 0 0,-1 0 0 0 0,1 0 0 0 0,-1 0 0 0 0,1 0 0 0 0,-1 0 0 0 0,1 0-1 0 0,-1 0 1 0 0,1 0 0 0 0,0 0 0 0 0,0 0 0 0 0,-1 0 0 0 0,1 0 0 0 0,0 0 0 0 0,0-1 0 0 0,1 2 0 0 0,4 2-1 0 0,1 0 0 0 0,-1-1 0 0 0,1 0 0 0 0,13 5 0 0 0,-5-2 0 0 0,-9-3 88 0 0,0-1 1 0 0,0 2-1 0 0,0-1 0 0 0,-1 1 1 0 0,1 0-1 0 0,-1 0 0 0 0,0 0 1 0 0,0 1-1 0 0,0 0 0 0 0,0 0 1 0 0,-1 0-1 0 0,0 0 0 0 0,5 9 1 0 0,-7-10 104 0 0,0 1 1 0 0,0 1 0 0 0,0-1-1 0 0,0 0 1 0 0,-1 0 0 0 0,0 1 0 0 0,0-1-1 0 0,0 1 1 0 0,-1-1 0 0 0,0 1-1 0 0,0-1 1 0 0,0 1 0 0 0,-2 8-1 0 0,0-7-18 0 0,0-1 0 0 0,0 1 0 0 0,0 0-1 0 0,-1-1 1 0 0,0 1 0 0 0,0-1 0 0 0,-1 0-1 0 0,0 0 1 0 0,0 0 0 0 0,0 0 0 0 0,0-1-1 0 0,-1 0 1 0 0,0 0 0 0 0,0 0 0 0 0,-1 0-1 0 0,1-1 1 0 0,-1 0 0 0 0,0 0 0 0 0,0-1-1 0 0,-1 1 1 0 0,1-1 0 0 0,-12 3 0 0 0,12-4-166 0 0,0-1 0 0 0,1 0 0 0 0,-1 0 0 0 0,0-1 0 0 0,0 0 0 0 0,0 0 0 0 0,0 0 0 0 0,0 0 0 0 0,1-1 0 0 0,-1 0 0 0 0,0-1 0 0 0,1 1 0 0 0,-1-1 0 0 0,1 0 0 0 0,-1 0-1 0 0,1-1 1 0 0,0 0 0 0 0,0 0 0 0 0,0 0 0 0 0,0 0 0 0 0,0-1 0 0 0,-4-4 0 0 0,4 3-389 0 0,1 0 0 0 0,-1 0-1 0 0,1-1 1 0 0,0 1-1 0 0,0-1 1 0 0,0 0-1 0 0,-5-13 1 0 0,7 13-373 0 0,0 0 0 0 0,0 0 0 0 0,1-1 0 0 0,0 1 0 0 0,0 0 1 0 0,0-1-1 0 0,1 1 0 0 0,0-13 0 0 0,5-20-6249 0 0,-2 17 311 0 0</inkml:trace>
</inkml:ink>
</file>

<file path=ppt/ink/ink10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8:12.1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 73 32 0 0,'-6'-10'2268'0'0,"-1"2"-508"0"0,3-1-307 0 0,-1 3 683 0 0,-3-6-744 0 0,-1 2-548 0 0,3-1-460 0 0,0 5-396 0 0</inkml:trace>
</inkml:ink>
</file>

<file path=ppt/ink/ink10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8:13.0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202 86 1600 0 0,'1'-2'1805'0'0,"22"-49"7470"0"0,-23 44-8339 0 0,0 6-856 0 0,1 0 0 0 0,-1 1 0 0 0,0-1 0 0 0,0 0-1 0 0,0 0 1 0 0,0 1 0 0 0,0-1 0 0 0,0 0 0 0 0,0 0-1 0 0,0 1 1 0 0,0-1 0 0 0,0 0 0 0 0,0 1 0 0 0,0-1-1 0 0,-1 0 1 0 0,1 0 0 0 0,-1-1 0 0 0,1 2-63 0 0,-1-1-1 0 0,1 0 1 0 0,-1 0 0 0 0,1 1 0 0 0,-1-1 0 0 0,0 0-1 0 0,1 1 1 0 0,-1-1 0 0 0,0 1 0 0 0,1-1 0 0 0,-1 1-1 0 0,0-1 1 0 0,0 1 0 0 0,1-1 0 0 0,-1 1 0 0 0,0-1-1 0 0,0 1 1 0 0,0 0 0 0 0,0 0 0 0 0,0-1 0 0 0,1 1-1 0 0,-1 0 1 0 0,0 0 0 0 0,0 0 0 0 0,-1 0 0 0 0,-1 1-2 0 0,1-1 0 0 0,0 1 1 0 0,-1 0-1 0 0,1-1 1 0 0,0 1-1 0 0,0 0 0 0 0,0 0 1 0 0,0 1-1 0 0,-4 1 1 0 0,-1 3-6 0 0,0 0 0 0 0,1 0 0 0 0,-1 0-1 0 0,-7 12 1 0 0,-5 11-17 0 0,1 1 0 0 0,1 1 0 0 0,2 0 0 0 0,1 1 0 0 0,2 1 0 0 0,1 0 0 0 0,-12 57 0 0 0,20-73 9 0 0,0 1 1 0 0,2 0 0 0 0,-1 22-1 0 0,2-35 3 0 0,0-1-1 0 0,0 1 0 0 0,1 0 1 0 0,0 0-1 0 0,-1 0 1 0 0,1-1-1 0 0,1 1 0 0 0,-1-1 1 0 0,1 1-1 0 0,0-1 0 0 0,0 1 1 0 0,0-1-1 0 0,0 0 0 0 0,1 0 1 0 0,0 0-1 0 0,6 7 0 0 0,-8-10-2 0 0,1 0 0 0 0,0 1 0 0 0,0-1 0 0 0,-1 0 0 0 0,1 0-1 0 0,0 0 1 0 0,0 0 0 0 0,0-1 0 0 0,0 1 0 0 0,1 0 0 0 0,-1-1-1 0 0,0 0 1 0 0,0 1 0 0 0,0-1 0 0 0,0 0 0 0 0,0 0 0 0 0,1 0-1 0 0,-1 0 1 0 0,2-1 0 0 0,0 0 2 0 0,0 0 0 0 0,0-1-1 0 0,0 1 1 0 0,-1-1 0 0 0,1 0 0 0 0,-1 0-1 0 0,1 0 1 0 0,-1 0 0 0 0,5-5 0 0 0,1-2 5 0 0,-1 1 0 0 0,0-2 1 0 0,-1 1-1 0 0,0-1 0 0 0,0 0 0 0 0,5-11 1 0 0,3-13 8 0 0,-2 0 0 0 0,19-68 0 0 0,4-74 31 0 0,-36 173-49 0 0,7-20-67 0 0,-1 17 19 0 0,-1 16 23 0 0,10 65-42 0 0,-9-36 78 0 0,2-1 0 0 0,25 71 0 0 0,-30-103-131 0 0,-1-1 0 0 0,1 0 0 0 0,0 0 0 0 0,1 0 0 0 0,0 0-1 0 0,-1 0 1 0 0,1-1 0 0 0,1 1 0 0 0,-1-1 0 0 0,1 0 0 0 0,0-1 0 0 0,-1 1 0 0 0,2-1 0 0 0,9 6 0 0 0,-2-4-1113 0 0,-1-1 0 0 0,0 0 1 0 0,1 0-1 0 0,0-1 1 0 0,24 2-1 0 0,-2-2-2956 0 0</inkml:trace>
</inkml:ink>
</file>

<file path=ppt/ink/ink10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8:13.6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0 475 284 0 0,'0'0'18832'0'0,"11"-7"-18526"0"0,231-317 37 0 0,-161 216-396 0 0,-72 85-105 0 0,-8 23 155 0 0,-1-1 0 0 0,0 1 0 0 0,0 0 1 0 0,0-1-1 0 0,0 1 0 0 0,0 0 0 0 0,0-1 0 0 0,0 1 1 0 0,1 0-1 0 0,-1-1 0 0 0,0 1 0 0 0,0 0 0 0 0,0-1 1 0 0,0 1-1 0 0,-1-1 0 0 0,1 1 0 0 0,0 0 0 0 0,0-1 1 0 0,0 1-1 0 0,0 0 0 0 0,0-1 0 0 0,0 1 0 0 0,0 0 1 0 0,-1-1-1 0 0,1 1 0 0 0,0 0 0 0 0,0 0 0 0 0,0-1 1 0 0,-1 1-1 0 0,1 0 0 0 0,0-1 0 0 0,0 1 0 0 0,-1 0 1 0 0,1 0-1 0 0,0 0 0 0 0,-1-1 0 0 0,1 1 0 0 0,0 0 0 0 0,-1 0 1 0 0,1 0-1 0 0,0 0 0 0 0,-1 0 0 0 0,1 0 0 0 0,0-1 1 0 0,-1 1-1 0 0,1 0 0 0 0,-1 0 0 0 0,1 0 0 0 0,0 0 1 0 0,-1 0-1 0 0,1 0 0 0 0,0 1 0 0 0,-1-1 0 0 0,1 0 1 0 0,0 0-1 0 0,-1 0 0 0 0,1 0 0 0 0,0 0 0 0 0,-1 0 1 0 0,1 1-1 0 0,0-1 0 0 0,-1 0 0 0 0,1 0 0 0 0,0 0 1 0 0,0 1-1 0 0,-1-1 0 0 0,1 0 0 0 0,0 1 0 0 0,-14 6-3 0 0,0 1-1 0 0,0 1 1 0 0,1 0-1 0 0,1 0 1 0 0,-23 23 0 0 0,17-12-49 0 0,0 0 1 0 0,-28 42 0 0 0,44-58 48 0 0,0-1 0 0 0,0 1 0 0 0,0-1 0 0 0,0 1 0 0 0,1 0 0 0 0,-1 0 0 0 0,1 0 0 0 0,0 0 0 0 0,0 0 0 0 0,0 0 0 0 0,1 0 0 0 0,0 0 0 0 0,-1 0-1 0 0,2 8 1 0 0,1-8 6 0 0,0 0-1 0 0,1 1 0 0 0,-1-1 1 0 0,1 0-1 0 0,0 0 0 0 0,0-1 0 0 0,1 1 1 0 0,-1-1-1 0 0,1 1 0 0 0,6 3 0 0 0,-10-6 1 0 0,44 32-15 0 0,21 20-32 0 0,-57-47 44 0 0,-2 1 0 0 0,1 0-1 0 0,-1 1 1 0 0,0-1 0 0 0,0 1-1 0 0,5 11 1 0 0,-9-16 52 0 0,-1 0 0 0 0,0 0 1 0 0,0 0-1 0 0,0-1 0 0 0,0 1 0 0 0,0 0 1 0 0,-1 0-1 0 0,0 0 0 0 0,1 0 0 0 0,-1 0 0 0 0,0 1 1 0 0,0-1-1 0 0,-1 0 0 0 0,1 0 0 0 0,-1 0 0 0 0,1 0 1 0 0,-1-1-1 0 0,0 1 0 0 0,0 0 0 0 0,0 0 1 0 0,0 0-1 0 0,-1 0 0 0 0,1-1 0 0 0,-1 1 0 0 0,0-1 1 0 0,0 1-1 0 0,0-1 0 0 0,0 0 0 0 0,0 0 0 0 0,0 0 1 0 0,0 0-1 0 0,-1 0 0 0 0,1 0 0 0 0,-5 2 0 0 0,-1 0 61 0 0,1 0-1 0 0,-1 0 0 0 0,1-1 0 0 0,-1 1 1 0 0,0-2-1 0 0,-1 1 0 0 0,1-2 0 0 0,0 1 0 0 0,-1-1 1 0 0,1 0-1 0 0,0 0 0 0 0,-9-1 0 0 0,-5-2-58 0 0,10 2-118 0 0,0-1 0 0 0,0 0 0 0 0,0-1 0 0 0,-18-5 0 0 0,28 6-481 0 0,-1 0-235 0 0,2 1 631 0 0,1 0 0 0 0,0 0 0 0 0,-1 0 0 0 0,1 0-1 0 0,-1 0 1 0 0,1 0 0 0 0,0-1 0 0 0,-1 1-1 0 0,1 0 1 0 0,0 0 0 0 0,-1 0 0 0 0,1 0 0 0 0</inkml:trace>
</inkml:ink>
</file>

<file path=ppt/ink/ink10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8:14.3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256 72 2436 0 0,'-4'-21'5966'0'0,"2"16"-4620"0"0,1 0 1 0 0,0-1-1 0 0,0 0 1 0 0,0 1-1 0 0,1-10 1 0 0,-2 33-1233 0 0,1-1 0 0 0,1 1 1 0 0,1 0-1 0 0,1-1 0 0 0,0 1 0 0 0,1-1 1 0 0,1 1-1 0 0,0-1 0 0 0,9 20 0 0 0,-10-28-101 0 0,1 0 1 0 0,0 0-1 0 0,1-1 0 0 0,0 1 0 0 0,0-1 0 0 0,0 0 0 0 0,1-1 0 0 0,1 1 1 0 0,-1-1-1 0 0,1 0 0 0 0,0-1 0 0 0,1 1 0 0 0,-1-1 0 0 0,1-1 0 0 0,0 0 1 0 0,1 0-1 0 0,-1 0 0 0 0,13 4 0 0 0,-17-8-19 0 0,1 0 0 0 0,-1 1-1 0 0,1-2 1 0 0,-1 1 0 0 0,1 0 0 0 0,-1-1 0 0 0,1 0-1 0 0,0 0 1 0 0,-1 0 0 0 0,1-1 0 0 0,-1 1-1 0 0,1-1 1 0 0,-1 0 0 0 0,1-1 0 0 0,-1 1 0 0 0,0-1-1 0 0,6-2 1 0 0,-4 0-3 0 0,-1 0-1 0 0,0 0 0 0 0,0 0 1 0 0,0 0-1 0 0,0-1 1 0 0,-1 0-1 0 0,0 0 0 0 0,0 0 1 0 0,0-1-1 0 0,6-10 0 0 0,-2-3-3 0 0,0-1-1 0 0,-1 1 0 0 0,0-1 0 0 0,-2-1 0 0 0,-1 1 0 0 0,4-33 0 0 0,-3-45 1066 0 0,-5 95-897 0 0,-1 6-142 0 0,0 0-1 0 0,-1 0 1 0 0,1 0-1 0 0,0 0 1 0 0,1 0-1 0 0,-1 0 1 0 0,0 4-1 0 0,0-3 0 0 0,-27 180 873 0 0,8-44-156 0 0,-65 311 1013 0 0,66-350-1533 0 0,-43 194 488 0 0,-22-11 750 0 0,73-256-1018 0 0,0-1 0 0 0,-22 35 0 0 0,28-53-275 0 0,0 0-1 0 0,-1-1 0 0 0,-1 1 1 0 0,0-2-1 0 0,0 1 1 0 0,0-1-1 0 0,-1 0 1 0 0,0 0-1 0 0,0-1 1 0 0,-10 6-1 0 0,16-11-128 0 0,0 0-1 0 0,0 0 1 0 0,0 0-1 0 0,0 0 1 0 0,0-1 0 0 0,-1 1-1 0 0,1-1 1 0 0,0 0-1 0 0,0 1 1 0 0,0-1-1 0 0,0 0 1 0 0,-1 0 0 0 0,1 0-1 0 0,0-1 1 0 0,0 1-1 0 0,0 0 1 0 0,-1-1-1 0 0,-1 0 1 0 0,1-1-3 0 0,-1 0 0 0 0,1 1 0 0 0,-1-1 0 0 0,1-1 0 0 0,0 1 0 0 0,0 0 0 0 0,0-1 0 0 0,1 0 0 0 0,-5-4 0 0 0,0-3-6 0 0,0 1 0 0 0,1-1-1 0 0,1 0 1 0 0,-1 0-1 0 0,-6-21 1 0 0,4 6-17 0 0,1-1 0 0 0,2 0 0 0 0,0 0 0 0 0,1-1 0 0 0,2 1 0 0 0,2-53 0 0 0,3 44-50 0 0,2 1-1 0 0,1-1 1 0 0,2 1 0 0 0,21-60-1 0 0,-9 46-578 0 0,2 1 0 0 0,1 1 0 0 0,3 2 0 0 0,2 0 0 0 0,1 2 0 0 0,3 1 0 0 0,46-47-1 0 0,60-36-4863 0 0,-39 49-2282 0 0,-82 61 5683 0 0,12-7-3177 0 0</inkml:trace>
</inkml:ink>
</file>

<file path=ppt/ink/ink10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8:15.0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103 82 956 0 0,'-5'-11'2297'0'0,"0"1"0"0"0,-1 0-1 0 0,0 0 1 0 0,-1 0 0 0 0,0 1 0 0 0,-12-12 600 0 0,19 21-2873 0 0,-1 0 1 0 0,0 0-1 0 0,0 1 0 0 0,1-1 0 0 0,-1 1 0 0 0,0-1 1 0 0,1 0-1 0 0,-1 1 0 0 0,0 0 0 0 0,1-1 0 0 0,-1 1 1 0 0,1-1-1 0 0,-1 1 0 0 0,1 0 0 0 0,-1-1 0 0 0,1 1 1 0 0,-1 0-1 0 0,1-1 0 0 0,0 1 0 0 0,-1 0 0 0 0,1 0 0 0 0,0-1 1 0 0,0 2-1 0 0,-7 21 260 0 0,7-22-278 0 0,-10 67 925 0 0,-1 121 0 0 0,8-108-785 0 0,-1 2 235 0 0,4-81-319 0 0,0-5-89 0 0,2-27-69 0 0,2 0 0 0 0,1 0-1 0 0,1 0 1 0 0,2 1 0 0 0,1 0-1 0 0,21-47 1 0 0,-29 73 91 0 0,1-1-7 0 0,-1 0 0 0 0,1-1-1 0 0,0 1 1 0 0,0 0-1 0 0,0 0 1 0 0,0 0-1 0 0,1 1 1 0 0,0-1 0 0 0,0 1-1 0 0,0-1 1 0 0,0 1-1 0 0,0 0 1 0 0,1 0 0 0 0,-1 0-1 0 0,1 0 1 0 0,0 1-1 0 0,-1 0 1 0 0,6-3-1 0 0,14 1-18 0 0,-16 8 24 0 0,-4-3-4 0 0,0 1 3 0 0,0 0 0 0 0,0 0 0 0 0,0 0 0 0 0,0 1-1 0 0,0-1 1 0 0,-1 0 0 0 0,1 1 0 0 0,-1 0 0 0 0,0 0 0 0 0,1 0 0 0 0,-1 0-1 0 0,3 5 1 0 0,15 41 1 0 0,-16-36-2 0 0,0 1 0 0 0,-1 0 0 0 0,-1 0 0 0 0,0-1 0 0 0,-1 2 0 0 0,0-1 0 0 0,-1 0 1 0 0,-1 0-1 0 0,0 0 0 0 0,-1 0 0 0 0,-1-1 0 0 0,0 1 0 0 0,-6 16 0 0 0,9-30-23 0 0,0 0 0 0 0,0 1 1 0 0,0-1-1 0 0,0 0 0 0 0,0 1 0 0 0,0-1 0 0 0,0 0 0 0 0,-1 1 0 0 0,1-1 0 0 0,0 0 1 0 0,0 1-1 0 0,0-1 0 0 0,0 0 0 0 0,-1 0 0 0 0,1 1 0 0 0,0-1 0 0 0,0 0 0 0 0,0 1 1 0 0,-1-1-1 0 0,1 0 0 0 0,0 0 0 0 0,-1 0 0 0 0,1 1 0 0 0,0-1 0 0 0,0 0 1 0 0,-1 0-1 0 0,1 0 0 0 0,0 0 0 0 0,-1 0 0 0 0,1 1 0 0 0,0-1 0 0 0,-1 0 0 0 0,1 0 1 0 0,0 0-1 0 0,-1 0 0 0 0,-5-12-619 0 0,1-20-2 0 0,7 9 535 0 0,1 1 1 0 0,1 0-1 0 0,1 1 0 0 0,0-1 0 0 0,2 1 0 0 0,1 0 1 0 0,0 0-1 0 0,1 1 0 0 0,14-21 0 0 0,-14 26 78 0 0,0 1 0 0 0,21-24-1 0 0,-25 32 34 0 0,1 0-1 0 0,0 0 1 0 0,0 1-1 0 0,0 0 0 0 0,1 0 1 0 0,-1 1-1 0 0,1 0 0 0 0,10-5 1 0 0,-13 8 1 0 0,0-1 0 0 0,0 1 0 0 0,0-1 1 0 0,0 1-1 0 0,0 1 0 0 0,1-1 0 0 0,-1 0 1 0 0,0 1-1 0 0,1 0 0 0 0,4 1 0 0 0,-6-1 8 0 0,0 1-1 0 0,0 0 1 0 0,-1 0-1 0 0,1 0 1 0 0,0 0-1 0 0,-1 0 1 0 0,1 0-1 0 0,-1 1 1 0 0,0-1-1 0 0,1 1 1 0 0,3 3-1 0 0,-1 0 51 0 0,0 1-1 0 0,-1-1 0 0 0,1 1 0 0 0,-1 0 0 0 0,0 0 0 0 0,-1 1 0 0 0,0-1 0 0 0,0 1 1 0 0,0 0-1 0 0,0-1 0 0 0,-1 1 0 0 0,0 1 0 0 0,-1-1 0 0 0,1 10 0 0 0,1 12 146 0 0,-2 0-1 0 0,-4 39 1 0 0,1-9-231 0 0,1-52-343 0 0,2 19-1585 0 0</inkml:trace>
</inkml:ink>
</file>

<file path=ppt/ink/ink10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8:15.7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78 54 2048 0 0,'21'-54'14880'0'0,"-19"66"-14035"0"0,-3 17-186 0 0,-41 197 2219 0 0,16-93-2399 0 0,21-103-401 0 0,2-12 97 0 0,0 0-1 0 0,-10 30 1 0 0,7-39 53 0 0,4-17-196 0 0,4-18-176 0 0,9-21-164 0 0,28-74 0 0 0,-29 96 221 0 0,2 0 1 0 0,0 1 0 0 0,2 0 0 0 0,22-30-1 0 0,-35 52 79 0 0,1 0-1 0 0,-1 0 0 0 0,1 0 0 0 0,-1 0 0 0 0,1 0 1 0 0,0 1-1 0 0,0-1 0 0 0,-1 1 0 0 0,1-1 0 0 0,1 1 1 0 0,-1 0-1 0 0,0 0 0 0 0,0 0 0 0 0,0 0 1 0 0,0 0-1 0 0,1 0 0 0 0,-1 1 0 0 0,0-1 0 0 0,1 1 1 0 0,-1 0-1 0 0,1-1 0 0 0,-1 1 0 0 0,0 0 1 0 0,1 0-1 0 0,-1 1 0 0 0,0-1 0 0 0,1 0 0 0 0,-1 1 1 0 0,1 0-1 0 0,-1-1 0 0 0,0 1 0 0 0,0 0 0 0 0,0 0 1 0 0,1 0-1 0 0,-1 0 0 0 0,0 1 0 0 0,0-1 1 0 0,0 1-1 0 0,-1-1 0 0 0,1 1 0 0 0,0-1 0 0 0,-1 1 1 0 0,1 0-1 0 0,-1 0 0 0 0,1 0 0 0 0,-1 0 1 0 0,0 0-1 0 0,0 0 0 0 0,0 0 0 0 0,0 1 0 0 0,1 2 1 0 0,2 6-7 0 0,0 1 0 0 0,-1 0 0 0 0,-1 0-1 0 0,0 0 1 0 0,-1 0 0 0 0,0 1 0 0 0,-1 16 0 0 0,-13 87 10 0 0,12-110 7 0 0,-2 9 34 0 0,-1 0-1 0 0,0-1 1 0 0,-1 0 0 0 0,-8 16-1 0 0,10-26-27 0 0,-2 2 5 0 0,5-6-13 0 0,0 0 0 0 0,-1 0 1 0 0,1 0-1 0 0,0 0 0 0 0,0 0 1 0 0,0 0-1 0 0,0 1 0 0 0,0-1 0 0 0,0 0 1 0 0,0 0-1 0 0,-1 0 0 0 0,1 0 1 0 0,0 0-1 0 0,0 0 0 0 0,0 0 0 0 0,0 0 1 0 0,0 0-1 0 0,-1 0 0 0 0,1 0 1 0 0,0 0-1 0 0,0 0 0 0 0,0 0 0 0 0,0 0 1 0 0,-1 0-1 0 0,1 0 0 0 0,0 0 0 0 0,0 0 1 0 0,0 0-1 0 0,0 0 0 0 0,-1 0 1 0 0,1 0-1 0 0,0 0 0 0 0,0 0 0 0 0,0 0 1 0 0,0 0-1 0 0,0 0 0 0 0,-1 0 1 0 0,1 0-1 0 0,0 0 0 0 0,0-1 0 0 0,0 1 1 0 0,0 0-1 0 0,0 0 0 0 0,-1 0 1 0 0,-2-10-25 0 0,1-10-82 0 0,11-23-66 0 0,2 0 0 0 0,2 1 0 0 0,21-47 0 0 0,-26 71 153 0 0,1 1 1 0 0,0-1-1 0 0,2 1 1 0 0,0 1-1 0 0,0 0 1 0 0,2 1-1 0 0,0 0 1 0 0,1 0-1 0 0,22-17 1 0 0,-34 30 21 0 0,0 1 0 0 0,1-1-1 0 0,-1 1 1 0 0,0-1 0 0 0,1 1 0 0 0,-1 0 0 0 0,1 0 0 0 0,-1 0 0 0 0,1 0-1 0 0,0 0 1 0 0,-1 1 0 0 0,1-1 0 0 0,0 1 0 0 0,0 0 0 0 0,0 0 0 0 0,-1 0-1 0 0,1 0 1 0 0,0 0 0 0 0,0 0 0 0 0,-1 1 0 0 0,1 0 0 0 0,0-1 0 0 0,-1 1-1 0 0,1 0 1 0 0,-1 0 0 0 0,1 0 0 0 0,-1 1 0 0 0,1-1 0 0 0,-1 1 0 0 0,0-1-1 0 0,1 1 1 0 0,-1 0 0 0 0,0 0 0 0 0,0 0 0 0 0,-1 0 0 0 0,1 0 0 0 0,0 0-1 0 0,-1 0 1 0 0,1 1 0 0 0,-1-1 0 0 0,1 0 0 0 0,-1 1 0 0 0,0 0 0 0 0,0-1-1 0 0,0 1 1 0 0,-1-1 0 0 0,1 1 0 0 0,0 4 0 0 0,1 11 138 0 0,-1-1 1 0 0,0 1-1 0 0,-1 0 1 0 0,-1 0-1 0 0,-1-1 1 0 0,-8 34-1 0 0,5-25-208 0 0,1 0-1 0 0,0 32 1 0 0,9-26-948 0 0,-5-31 755 0 0,0 0 0 0 0,0 1 0 0 0,1-1 0 0 0,-1 0 0 0 0,1 0 0 0 0,-1 0 0 0 0,1 1 0 0 0,-1-1 0 0 0,1 0 0 0 0,0 0 0 0 0,0 0 0 0 0,-1 0 0 0 0,1 0 0 0 0,0 0 0 0 0,0-1 0 0 0,0 1 0 0 0,0 0 0 0 0,0 0 0 0 0,0-1 0 0 0,0 1 0 0 0,0 0 0 0 0,1-1 0 0 0,-1 1 0 0 0,0-1 0 0 0,0 1 0 0 0,2-1 0 0 0,15 1-4020 0 0,-1-4-2017 0 0</inkml:trace>
</inkml:ink>
</file>

<file path=ppt/ink/ink10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8:17.0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295 822 592 0 0,'-1'-3'2934'0'0,"1"2"-2320"0"0,-1-1-1 0 0,1 0 1 0 0,-1 1-1 0 0,0-1 1 0 0,0 0-1 0 0,-6-6 3068 0 0,3 5-3067 0 0,3 2-443 0 0,0 1 0 0 0,0-1 1 0 0,1 1-1 0 0,-1 0 1 0 0,0 0-1 0 0,0 0 1 0 0,0-1-1 0 0,0 1 0 0 0,0 0 1 0 0,0 0-1 0 0,1 0 1 0 0,-1 0-1 0 0,0 0 1 0 0,0 1-1 0 0,0-1 0 0 0,0 0 1 0 0,0 0-1 0 0,0 0 1 0 0,0 1-1 0 0,1-1 1 0 0,-1 1-1 0 0,0-1 0 0 0,0 0 1 0 0,1 1-1 0 0,-1-1 1 0 0,0 1-1 0 0,-1 1 0 0 0,0 1-23 0 0,0-1 0 0 0,0 1 0 0 0,0 0 0 0 0,0 1-1 0 0,1-1 1 0 0,-1 0 0 0 0,1 0 0 0 0,0 1-1 0 0,-1-1 1 0 0,0 7 0 0 0,-2 3 116 0 0,3-8-191 0 0,1 0 0 0 0,-1 0 1 0 0,1 1-1 0 0,0-1 0 0 0,0 0 0 0 0,0 1 0 0 0,1-1 1 0 0,0 0-1 0 0,2 6 0 0 0,-3-10-64 0 0,0 0-1 0 0,0 0 1 0 0,1 0-1 0 0,-1-1 1 0 0,1 1-1 0 0,-1 0 1 0 0,1 0-1 0 0,-1-1 1 0 0,1 1-1 0 0,-1 0 1 0 0,1-1-1 0 0,-1 1 1 0 0,1-1-1 0 0,0 1 1 0 0,-1 0-1 0 0,1-1 1 0 0,0 1-1 0 0,0-1 1 0 0,0 0-1 0 0,-1 1 1 0 0,1-1-1 0 0,0 0 1 0 0,0 1-1 0 0,0-1 1 0 0,0 0-1 0 0,-1 0 1 0 0,1 0-1 0 0,0 0 1 0 0,0 0-1 0 0,0 0 1 0 0,0 0-1 0 0,0 0 1 0 0,-1 0 0 0 0,1 0-1 0 0,0 0 1 0 0,0-1-1 0 0,0 1 1 0 0,0 0-1 0 0,0-1 1 0 0,-1 1-1 0 0,1 0 1 0 0,1-1-1 0 0,2-1 7 0 0,1 0 1 0 0,-1-1-1 0 0,0 1 0 0 0,0-1 1 0 0,0 0-1 0 0,5-4 0 0 0,-4 1-19 0 0,1-1-1 0 0,-1 0 1 0 0,-1 0-1 0 0,1-1 1 0 0,-1 1-1 0 0,0-1 1 0 0,-1 0 0 0 0,0 0-1 0 0,0 0 1 0 0,-1 0-1 0 0,2-10 1 0 0,-2 10-13 0 0,-1 0 1 0 0,0 1-1 0 0,-1-1 0 0 0,1 0 1 0 0,-1 0-1 0 0,-1 0 1 0 0,0 1-1 0 0,0-1 1 0 0,0 0-1 0 0,-1 1 1 0 0,0-1-1 0 0,-5-10 1 0 0,6 16 7 0 0,0 0 0 0 0,0 0-1 0 0,0 0 1 0 0,0 0 0 0 0,-1 0 0 0 0,1 0 0 0 0,-1 1 0 0 0,1-1 0 0 0,-1 0 0 0 0,1 1-1 0 0,-1-1 1 0 0,0 1 0 0 0,0 0 0 0 0,0-1 0 0 0,0 1 0 0 0,0 0 0 0 0,0 0 0 0 0,0 0-1 0 0,-4 0 1 0 0,2 0 6 0 0,1 1 0 0 0,0 0-1 0 0,0 0 1 0 0,0 0 0 0 0,0 1 0 0 0,0-1-1 0 0,0 1 1 0 0,0-1 0 0 0,0 1-1 0 0,0 0 1 0 0,0 0 0 0 0,-5 3-1 0 0,-3 3 12 0 0,1-1-1 0 0,0 2 1 0 0,0-1-1 0 0,1 1 1 0 0,0 1-1 0 0,-10 12 0 0 0,-6 9 73 0 0,1 1 0 0 0,1 2 0 0 0,-20 40 0 0 0,33-53-34 0 0,0 0-1 0 0,2 1 0 0 0,0 0 0 0 0,1 1 1 0 0,1 0-1 0 0,1 0 0 0 0,-1 23 0 0 0,5-41-33 0 0,0-1 0 0 0,1 1 0 0 0,0 0 0 0 0,0 0 0 0 0,0 0 0 0 0,1 0 0 0 0,-1 0-1 0 0,1 0 1 0 0,0 0 0 0 0,0 0 0 0 0,0-1 0 0 0,0 1 0 0 0,1 0 0 0 0,0-1 0 0 0,0 1-1 0 0,0-1 1 0 0,0 1 0 0 0,0-1 0 0 0,1 0 0 0 0,-1 0 0 0 0,1 0 0 0 0,0 0 0 0 0,0-1-1 0 0,0 1 1 0 0,0-1 0 0 0,0 0 0 0 0,0 1 0 0 0,1-2 0 0 0,-1 1 0 0 0,1 0 0 0 0,0-1-1 0 0,-1 1 1 0 0,1-1 0 0 0,0 0 0 0 0,0 0 0 0 0,6 0 0 0 0,5 0-81 0 0,0 0 0 0 0,-1-1 1 0 0,1-1-1 0 0,-1 0 0 0 0,1-1 0 0 0,-1-1 1 0 0,1 0-1 0 0,-1-1 0 0 0,0 0 0 0 0,0-1 1 0 0,22-12-1 0 0,-7 1-467 0 0,-1 0 1 0 0,-1-2-1 0 0,-1-1 0 0 0,30-27 1 0 0,-15 7-244 0 0,-2-2 1 0 0,-1-1-1 0 0,-2-3 0 0 0,-3 0 1 0 0,-1-2-1 0 0,47-95 0 0 0,-49 77 1052 0 0,-3-2 0 0 0,-3-1-1 0 0,-3-2 1 0 0,24-138 0 0 0,-38 160 1875 0 0,1-65 0 0 0,-8 113-2133 0 0,0-1 1 0 0,0 1 0 0 0,0 0-1 0 0,0-1 1 0 0,0 1 0 0 0,0 0 0 0 0,0-1-1 0 0,0 1 1 0 0,0 0 0 0 0,0-1-1 0 0,0 1 1 0 0,0 0 0 0 0,0 0-1 0 0,0-1 1 0 0,0 1 0 0 0,0 0 0 0 0,0-1-1 0 0,-1 1 1 0 0,1 0 0 0 0,0 0-1 0 0,0-1 1 0 0,0 1 0 0 0,0 0 0 0 0,-1 0-1 0 0,1-1 1 0 0,0 1 0 0 0,0 0-1 0 0,0 0 1 0 0,-1-1 0 0 0,1 1 0 0 0,-7 6 137 0 0,-4 16-103 0 0,-9 31 750 0 0,2 2 1 0 0,-19 104 0 0 0,34-146-695 0 0,-119 709 2324 0 0,120-705-2401 0 0,0-1 0 0 0,1 0 0 0 0,1 1 0 0 0,3 26-1 0 0,-2-39-22 0 0,0 0-1 0 0,0 0 1 0 0,0 0-1 0 0,0 0 1 0 0,0 0-1 0 0,1 0 0 0 0,0 0 1 0 0,0 0-1 0 0,0-1 1 0 0,0 1-1 0 0,0-1 1 0 0,1 0-1 0 0,0 0 0 0 0,-1 0 1 0 0,1 0-1 0 0,0 0 1 0 0,1 0-1 0 0,-1-1 1 0 0,0 1-1 0 0,1-1 0 0 0,-1 0 1 0 0,1 0-1 0 0,7 2 1 0 0,2 0-86 0 0,0-1-1 0 0,0 0 1 0 0,0-1 0 0 0,0 0 0 0 0,0-1 0 0 0,1-1 0 0 0,-1 0 0 0 0,0-1 0 0 0,0 0 0 0 0,0-1-1 0 0,0-1 1 0 0,0 0 0 0 0,0-1 0 0 0,0 0 0 0 0,19-10 0 0 0,-15 6-39 0 0,-1 0-1 0 0,-1-2 1 0 0,0 0 0 0 0,0-1 0 0 0,-1 0 0 0 0,0-1 0 0 0,-1 0-1 0 0,0-2 1 0 0,-1 1 0 0 0,19-30 0 0 0,-20 26 94 0 0,-2-1-1 0 0,0-1 1 0 0,-1 0 0 0 0,0 0-1 0 0,-2-1 1 0 0,7-29 0 0 0,-10 33 47 0 0,-1 1 1 0 0,-1-1-1 0 0,0 0 1 0 0,-1 0-1 0 0,0 1 0 0 0,-1-1 1 0 0,-1 0-1 0 0,-1 1 1 0 0,-5-19-1 0 0,7 31-6 0 0,-1-1-1 0 0,1 0 1 0 0,-1 1 0 0 0,0 0-1 0 0,0-1 1 0 0,0 1-1 0 0,-1 0 1 0 0,1 0 0 0 0,-1 0-1 0 0,0 1 1 0 0,0-1-1 0 0,0 0 1 0 0,0 1-1 0 0,0 0 1 0 0,0 0 0 0 0,-5-2-1 0 0,7 3-11 0 0,-1 0 0 0 0,0 1 0 0 0,1-1 0 0 0,-1 1 0 0 0,0-1 0 0 0,0 1 0 0 0,0 0-1 0 0,1 0 1 0 0,-1 0 0 0 0,0 0 0 0 0,0 0 0 0 0,0 0 0 0 0,0 0 0 0 0,1 0 0 0 0,-1 1 0 0 0,0-1 0 0 0,0 1-1 0 0,1-1 1 0 0,-1 1 0 0 0,0 0 0 0 0,1 0 0 0 0,-1 0 0 0 0,1 0 0 0 0,-1 0 0 0 0,1 0 0 0 0,-1 0 0 0 0,1 0-1 0 0,0 1 1 0 0,-1-1 0 0 0,1 0 0 0 0,0 1 0 0 0,0-1 0 0 0,0 1 0 0 0,0 0 0 0 0,0-1 0 0 0,1 1 0 0 0,-2 2 0 0 0,1-1-9 0 0,-1 0 1 0 0,1 0 0 0 0,0 0 0 0 0,0 0 0 0 0,1 0 0 0 0,-1 0 0 0 0,1 1 0 0 0,-1-1 0 0 0,1 0 0 0 0,0 1 0 0 0,0-1 0 0 0,1 0 0 0 0,-1 0 0 0 0,1 1 0 0 0,-1-1 0 0 0,1 0 0 0 0,0 0-1 0 0,0 0 1 0 0,1 0 0 0 0,-1 0 0 0 0,1 0 0 0 0,-1 0 0 0 0,1 0 0 0 0,0 0 0 0 0,0-1 0 0 0,0 1 0 0 0,0-1 0 0 0,0 0 0 0 0,1 1 0 0 0,-1-1 0 0 0,6 3 0 0 0,-2 0-90 0 0,1-1 0 0 0,0 0 0 0 0,0 0 0 0 0,0 0 0 0 0,0-1 0 0 0,0 0 0 0 0,1 0 0 0 0,0-1 0 0 0,-1 0 0 0 0,1-1 0 0 0,0 1 0 0 0,8-1 0 0 0,0-2-86 0 0,-1 0 0 0 0,0-1 0 0 0,0-1 0 0 0,0 0 0 0 0,-1-2 0 0 0,1 1 0 0 0,23-12 0 0 0,-14 4 12 0 0,-1-1-1 0 0,0-1 1 0 0,34-27 0 0 0,-53 38 196 0 0,0 0 0 0 0,0 0 0 0 0,-1 0 0 0 0,1-1 0 0 0,-1 1 0 0 0,0-1 0 0 0,0 0 0 0 0,0 0 0 0 0,0 0 0 0 0,-1 0 0 0 0,4-8 0 0 0,-6 10 56 0 0,-5 0 146 0 0,5 1-217 0 0,-1 1 1 0 0,1 0-1 0 0,0 0 1 0 0,-1-1-1 0 0,1 1 1 0 0,-1 0-1 0 0,1 0 1 0 0,0 0 0 0 0,-1 0-1 0 0,1-1 1 0 0,-1 1-1 0 0,1 0 1 0 0,0 0-1 0 0,-1 0 1 0 0,1 0 0 0 0,-1 0-1 0 0,1 0 1 0 0,-1 0-1 0 0,1 0 1 0 0,0 0-1 0 0,-1 0 1 0 0,1 0-1 0 0,-1 0 1 0 0,1 1 0 0 0,-1-1-1 0 0,1 0 1 0 0,0 0-1 0 0,-1 0 1 0 0,1 0-1 0 0,0 1 1 0 0,-1-1-1 0 0,1 0 1 0 0,0 0 0 0 0,-1 1-1 0 0,1-1 1 0 0,-12 8 256 0 0,0-1 1 0 0,1 1 0 0 0,0 1 0 0 0,1 0-1 0 0,0 0 1 0 0,1 1 0 0 0,-1 0 0 0 0,2 1-1 0 0,0 0 1 0 0,-10 17 0 0 0,1 2 101 0 0,0 2-1 0 0,-22 65 1 0 0,37-92-353 0 0,-6 19 106 0 0,-7 31 0 0 0,13-49-108 0 0,1 0 0 0 0,0 0-1 0 0,1 0 1 0 0,0 1 0 0 0,0-1-1 0 0,0 0 1 0 0,0 0-1 0 0,1 0 1 0 0,0 0 0 0 0,0 0-1 0 0,3 7 1 0 0,-2-9-56 0 0,0-1-1 0 0,1 1 1 0 0,-1-1-1 0 0,1 0 1 0 0,0 1-1 0 0,0-1 1 0 0,0-1-1 0 0,0 1 1 0 0,0 0-1 0 0,1-1 1 0 0,-1 1-1 0 0,1-1 1 0 0,0 0-1 0 0,0-1 1 0 0,0 1-1 0 0,0-1 1 0 0,0 1-1 0 0,0-1 1 0 0,0 0-1 0 0,0 0 1 0 0,6 0-1 0 0,5 0-724 0 0,0 0-1 0 0,0 0 0 0 0,0-2 0 0 0,26-3 0 0 0,-27 1-333 0 0,0-1-1 0 0,-1 0 1 0 0,0-1-1 0 0,0 0 1 0 0,0-1-1 0 0,0 0 1 0 0,-1-1 0 0 0,0-1-1 0 0,17-14 1 0 0,-1-1-3609 0 0</inkml:trace>
</inkml:ink>
</file>

<file path=ppt/ink/ink10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8:17.2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16 263 4972 0 0,'11'-21'1384'0'0,"-1"-1"-1"0"0,0 0 0 0 0,-2 0 1 0 0,6-27-1 0 0,4-44 6118 0 0,-11 60-4313 0 0,-9 51-2571 0 0,-45 216 5063 0 0,6-37-5467 0 0,40-193-708 0 0,0 1 0 0 0,1 0 0 0 0,-1-1 0 0 0,1 1 0 0 0,0 0 0 0 0,0 0 0 0 0,0-1 0 0 0,1 1 0 0 0,-1 0 0 0 0,1 0 0 0 0,2 6-1 0 0,-2-10 223 0 0,0 0-1 0 0,-1 0 1 0 0,1 0 0 0 0,0-1-1 0 0,0 1 1 0 0,-1 0-1 0 0,1 0 1 0 0,0-1-1 0 0,0 1 1 0 0,0-1-1 0 0,0 1 1 0 0,0 0-1 0 0,0-1 1 0 0,0 0-1 0 0,0 1 1 0 0,0-1-1 0 0,0 0 1 0 0,0 1-1 0 0,0-1 1 0 0,0 0-1 0 0,0 0 1 0 0,0 0-1 0 0,1 0 1 0 0,1 0-1 0 0,26-5-6583 0 0,-9-1-192 0 0</inkml:trace>
</inkml:ink>
</file>

<file path=ppt/ink/ink10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8:17.5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275 156 2000 0 0,'1'-10'1716'0'0,"-1"1"-1"0"0,0-1 1 0 0,-1 0 0 0 0,0 1-1 0 0,-1-1 1 0 0,0 0-1 0 0,-3-9 1 0 0,4 15-1359 0 0,0 0-1 0 0,0 0 1 0 0,-1 1 0 0 0,0-1-1 0 0,0 0 1 0 0,0 1 0 0 0,0-1 0 0 0,0 1-1 0 0,0 0 1 0 0,-1 0 0 0 0,0 0 0 0 0,0 0-1 0 0,1 0 1 0 0,-2 1 0 0 0,1-1 0 0 0,0 1-1 0 0,0 0 1 0 0,-1 0 0 0 0,-4-2-1 0 0,5 3-211 0 0,-1 0-1 0 0,1 0 1 0 0,-1 0-1 0 0,0 1 1 0 0,1-1-1 0 0,-1 1 1 0 0,1 0-1 0 0,-1 0 1 0 0,0 0-1 0 0,1 1 1 0 0,-1-1-1 0 0,0 1 1 0 0,1 0-1 0 0,-1 0 1 0 0,-4 2-1 0 0,2 0 14 0 0,1 0 0 0 0,0 1-1 0 0,-1-1 1 0 0,1 1 0 0 0,1 0-1 0 0,-1 0 1 0 0,0 1 0 0 0,-4 6-1 0 0,-2 2 158 0 0,2 2 0 0 0,0-1-1 0 0,0 1 1 0 0,1 1 0 0 0,-8 23 0 0 0,8-18-125 0 0,1 0 0 0 0,1 1 0 0 0,1-1 0 0 0,1 2 0 0 0,0-1 0 0 0,2 0 0 0 0,1 0 0 0 0,0 1 0 0 0,5 33 0 0 0,-4-53-180 0 0,1-1-1 0 0,-1 1 0 0 0,1 0 0 0 0,0-1 0 0 0,-1 1 0 0 0,1 0 0 0 0,1-1 0 0 0,-1 1 0 0 0,0-1 0 0 0,1 1 0 0 0,-1-1 0 0 0,1 0 0 0 0,-1 0 0 0 0,1 0 0 0 0,0 0 0 0 0,0 0 0 0 0,0 0 0 0 0,4 2 1 0 0,-3-2-128 0 0,1 0 1 0 0,-1-1 0 0 0,0 0 0 0 0,1 0 0 0 0,-1 0 0 0 0,1 0 0 0 0,0-1 0 0 0,-1 1-1 0 0,1-1 1 0 0,-1 0 0 0 0,1 0 0 0 0,5 0 0 0 0,5-3-761 0 0,0 0-1 0 0,1 0 1 0 0,-2-2 0 0 0,1 0-1 0 0,25-12 1 0 0,-17 5-1190 0 0,1-1 0 0 0,21-17 0 0 0,-32 21-628 0 0,-1 0 0 0 0,17-19 1 0 0,-5 1-4369 0 0</inkml:trace>
</inkml:ink>
</file>

<file path=ppt/ink/ink10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8:17.7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230 115 804 0 0,'-167'-80'14672'0'0,"133"63"-12045"0"0,14 5-650 0 0,11 7-3508 0 0</inkml:trace>
</inkml:ink>
</file>

<file path=ppt/ink/ink10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8: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194 0 2376 0 0,'-173'46'15006'0'0,"152"-38"-12437"0"0,25-7-2191 0 0,12 2-238 0 0,1-1-1 0 0,0 0 1 0 0,1-2-1 0 0,-1 0 1 0 0,24-3-1 0 0,9 0 8 0 0,52 0-1037 0 0,286-13-9852 0 0,-320 11 3465 0 0</inkml:trace>
</inkml:ink>
</file>

<file path=ppt/ink/ink10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8:19.7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46 113 212 0 0,'5'-20'3452'0'0,"-1"3"-507"0"0,0 1 0 0 0,11-27 0 0 0,-13 40-2613 0 0,6-11 743 0 0,-5 31-751 0 0,-2 5 179 0 0,-1 1 0 0 0,-1-1 1 0 0,-6 34-1 0 0,-19 67 31 0 0,18-90-399 0 0,-3 17 10 0 0,5-16 253 0 0,-22 61 0 0 0,28-94 203 0 0,1-23-516 0 0,1 1 0 0 0,1-1 0 0 0,1 1 0 0 0,9-32 1 0 0,36-82-121 0 0,-43 120 29 0 0,-1 2-18 0 0,-3 5 2 0 0,1 1-1 0 0,0 0 1 0 0,0 0 0 0 0,7-9 0 0 0,-10 15 20 0 0,0 1 1 0 0,0-1 0 0 0,1 1 0 0 0,-1-1-1 0 0,1 0 1 0 0,-1 1 0 0 0,0-1 0 0 0,1 1-1 0 0,-1-1 1 0 0,1 1 0 0 0,0-1 0 0 0,-1 1-1 0 0,1 0 1 0 0,-1-1 0 0 0,1 1 0 0 0,-1 0-1 0 0,1-1 1 0 0,0 1 0 0 0,-1 0 0 0 0,1 0-1 0 0,0-1 1 0 0,-1 1 0 0 0,1 0-1 0 0,0 0 1 0 0,0 0 0 0 0,-1 0 0 0 0,2 0-1 0 0,-1 0 0 0 0,0 0 4 0 0,0 0 0 0 0,1 0 0 0 0,-1-1 0 0 0,0 1 0 0 0,0 0-1 0 0,0 0 1 0 0,0 1 0 0 0,1-1 0 0 0,-1 0 0 0 0,0 0 0 0 0,0 0-1 0 0,0 1 1 0 0,0-1 0 0 0,0 1 0 0 0,0-1 0 0 0,0 1 0 0 0,0-1-1 0 0,0 1 1 0 0,0 0 0 0 0,0-1 0 0 0,2 2 0 0 0,15 18 17 0 0,-10-10-23 0 0,-1 1-1 0 0,-1-1 1 0 0,0 1-1 0 0,0 1 0 0 0,-1-1 1 0 0,4 16-1 0 0,16 72 167 0 0,-25-97-104 0 0,1-14-47 0 0,1 1-1 0 0,0-1 1 0 0,0 1 0 0 0,1 0 0 0 0,1 0 0 0 0,5-12-1 0 0,2-7-18 0 0,-3 9-29 0 0,2 0-1 0 0,0 1 1 0 0,1 0 0 0 0,1 0-1 0 0,1 2 1 0 0,0-1 0 0 0,2 1-1 0 0,20-19 1 0 0,-33 35 31 0 0,0 0-1 0 0,0 0 1 0 0,0 1-1 0 0,0-1 1 0 0,0 0 0 0 0,0 1-1 0 0,1 0 1 0 0,-1 0 0 0 0,1-1-1 0 0,-1 1 1 0 0,1 1-1 0 0,-1-1 1 0 0,1 0 0 0 0,-1 1-1 0 0,1-1 1 0 0,0 1-1 0 0,-1 0 1 0 0,1-1 0 0 0,0 1-1 0 0,-1 1 1 0 0,1-1-1 0 0,0 0 1 0 0,-1 1 0 0 0,1-1-1 0 0,-1 1 1 0 0,1 0-1 0 0,4 2 1 0 0,-2-1 11 0 0,-1 1 0 0 0,0 0 0 0 0,0-1 0 0 0,0 2 0 0 0,0-1 0 0 0,-1 0 0 0 0,1 1 0 0 0,-1-1 0 0 0,0 1 0 0 0,0 0 0 0 0,0 1 0 0 0,0-1 0 0 0,-1 0 0 0 0,3 6 0 0 0,-2-2 0 0 0,0 0 1 0 0,-1-1-1 0 0,0 1 0 0 0,-1 1 0 0 0,0-1 0 0 0,0 0 1 0 0,-1 0-1 0 0,0 0 0 0 0,0 1 0 0 0,-2 8 1 0 0,-2 11 4 0 0,-14 44 1 0 0,-1 4-1819 0 0,20-54-829 0 0,-1-21 2364 0 0,0 0-1 0 0,0 0 1 0 0,1-1-1 0 0,-1 1 1 0 0,0 0-1 0 0,1 0 1 0 0,-1-1-1 0 0,0 1 1 0 0,1 0-1 0 0,-1-1 1 0 0,1 1-1 0 0,-1 0 1 0 0,6 4-2462 0 0,-5-5 2461 0 0,0 0 0 0 0,1 1 1 0 0,15 2-4387 0 0</inkml:trace>
</inkml:ink>
</file>

<file path=ppt/ink/ink10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8:21.3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315 702 76 0 0,'1'-8'1359'0'0,"-1"0"0"0"0,1 0-1 0 0,-1 0 1 0 0,-1 0 0 0 0,0 1 0 0 0,-1-10-1 0 0,0 12-961 0 0,1 1 0 0 0,0 0 0 0 0,-1 0 0 0 0,0-1 0 0 0,0 1 0 0 0,0 1 0 0 0,-4-6 0 0 0,5 8-358 0 0,0 0 0 0 0,0 0 0 0 0,0 0 0 0 0,0 1 0 0 0,0-1 0 0 0,0 0 0 0 0,0 1 0 0 0,-1-1 0 0 0,1 1 0 0 0,0-1-1 0 0,0 1 1 0 0,-1 0 0 0 0,1-1 0 0 0,0 1 0 0 0,0 0 0 0 0,-1 0 0 0 0,1 0 0 0 0,0 0 0 0 0,-1 0 0 0 0,1 0 0 0 0,0 0 0 0 0,-2 1 0 0 0,-28 9 245 0 0,17-2-234 0 0,0 1 0 0 0,1 0-1 0 0,0 1 1 0 0,1 0 0 0 0,0 1-1 0 0,0 0 1 0 0,1 1 0 0 0,-9 14-1 0 0,1-1-24 0 0,2 1 0 0 0,1 1-1 0 0,-16 35 1 0 0,26-48-8 0 0,0 1 0 0 0,-7 27 0 0 0,12-37-4 0 0,0 0-1 0 0,0 0 1 0 0,0 0-1 0 0,1 0 1 0 0,0 0-1 0 0,0 0 1 0 0,0 0-1 0 0,1 1 1 0 0,-1-1-1 0 0,1 0 1 0 0,0 0-1 0 0,3 7 1 0 0,-3-11-6 0 0,0 1-1 0 0,-1 0 1 0 0,1-1 0 0 0,0 1 0 0 0,0-1 0 0 0,1 1-1 0 0,-1-1 1 0 0,0 1 0 0 0,0-1 0 0 0,1 1 0 0 0,-1-1 0 0 0,1 0-1 0 0,-1 0 1 0 0,1 0 0 0 0,0 0 0 0 0,-1 0 0 0 0,1 0 0 0 0,0-1-1 0 0,-1 1 1 0 0,3 0 0 0 0,-1 0-1 0 0,0-1 0 0 0,1 0 1 0 0,-1 0-1 0 0,0 0 0 0 0,0 0 0 0 0,0 0 0 0 0,0-1 1 0 0,0 0-1 0 0,0 1 0 0 0,0-1 0 0 0,4-2 0 0 0,2-1 4 0 0,-1 0-1 0 0,0 0 0 0 0,0-1 1 0 0,0 0-1 0 0,-1-1 0 0 0,1 0 0 0 0,7-9 1 0 0,2-4-3 0 0,-1-1 1 0 0,-1 0 0 0 0,23-44 0 0 0,25-70 91 0 0,-63 134-97 0 0,0 0 0 0 0,0 0 0 0 0,0 1-1 0 0,0-1 1 0 0,0 0 0 0 0,0 0 0 0 0,0 0-1 0 0,0 0 1 0 0,0 0 0 0 0,0 0 0 0 0,0 0-1 0 0,0 0 1 0 0,0 0 0 0 0,0 0 0 0 0,0 0-1 0 0,0 0 1 0 0,0 0 0 0 0,0 0 0 0 0,1 0-1 0 0,-1 0 1 0 0,0 0 0 0 0,0 0 0 0 0,0 0-1 0 0,0 0 1 0 0,0 0 0 0 0,0 0 0 0 0,0 0-1 0 0,0 0 1 0 0,0 0 0 0 0,0 0 0 0 0,0 0-1 0 0,-2 17 97 0 0,-5 21 334 0 0,6-34-387 0 0,-29 124 899 0 0,28-114-897 0 0,0 0 0 0 0,1 0 0 0 0,0 0-1 0 0,2 0 1 0 0,-1 0 0 0 0,2 0 0 0 0,4 19 0 0 0,-6-31-40 0 0,1 1 0 0 0,-1-1 0 0 0,1 0 1 0 0,0 1-1 0 0,0-1 0 0 0,0 0 0 0 0,0 0 0 0 0,1 0 1 0 0,-1 0-1 0 0,0 0 0 0 0,1 0 0 0 0,-1 0 0 0 0,1-1 1 0 0,0 1-1 0 0,0 0 0 0 0,-1-1 0 0 0,1 1 0 0 0,0-1 1 0 0,0 0-1 0 0,1 0 0 0 0,-1 0 0 0 0,0 0 0 0 0,0 0 1 0 0,0 0-1 0 0,1 0 0 0 0,-1-1 0 0 0,0 1 0 0 0,1-1 1 0 0,-1 0-1 0 0,1 0 0 0 0,-1 0 0 0 0,0 0 0 0 0,1 0 1 0 0,-1 0-1 0 0,1 0 0 0 0,-1-1 0 0 0,4-1 0 0 0,4 0-11 0 0,-1-1-1 0 0,1-1 1 0 0,-1 0-1 0 0,0 0 0 0 0,-1-1 1 0 0,1 0-1 0 0,-1 0 1 0 0,8-7-1 0 0,9-11-72 0 0,0-1 0 0 0,-2 0 0 0 0,-1-2-1 0 0,-1-1 1 0 0,-2 0 0 0 0,0-2 0 0 0,-2 0 0 0 0,-1-1 0 0 0,13-33 0 0 0,1-16-66 0 0,-3-1 1 0 0,24-118 0 0 0,5-151 483 0 0,-57 334-303 0 0,-4 19-22 0 0,-7 25-6 0 0,11-27-8 0 0,-136 432 1542 0 0,91-235-904 0 0,39-162-561 0 0,3 0-1 0 0,1 0 1 0 0,2 56 0 0 0,2-82-53 0 0,0-1-1 0 0,0 1 1 0 0,1-1 0 0 0,0 1-1 0 0,1-1 1 0 0,5 13 0 0 0,-7-21-21 0 0,0 1 1 0 0,1-1 0 0 0,-1 1 0 0 0,0-1-1 0 0,1 0 1 0 0,0 0 0 0 0,-1 0 0 0 0,1 0 0 0 0,0 0-1 0 0,0 0 1 0 0,0 0 0 0 0,1-1 0 0 0,-1 1 0 0 0,0-1-1 0 0,1 1 1 0 0,-1-1 0 0 0,0 0 0 0 0,1 0 0 0 0,0 0-1 0 0,-1 0 1 0 0,1-1 0 0 0,-1 1 0 0 0,1-1 0 0 0,0 1-1 0 0,0-1 1 0 0,-1 0 0 0 0,1 0 0 0 0,0 0 0 0 0,4-1-1 0 0,8-2-16 0 0,-1-1 0 0 0,0 0-1 0 0,1-1 1 0 0,-2-1-1 0 0,1 0 1 0 0,-1 0 0 0 0,0-1-1 0 0,0-1 1 0 0,-1-1-1 0 0,0 1 1 0 0,-1-2 0 0 0,15-14-1 0 0,1-4-92 0 0,-1-2 0 0 0,-1 0 0 0 0,30-49 0 0 0,-41 56 50 0 0,-1-1 1 0 0,17-43 0 0 0,-24 53 37 0 0,-1-1 1 0 0,-1 0 0 0 0,-1 0-1 0 0,0 0 1 0 0,-1-1 0 0 0,0-16-1 0 0,-2 29 14 0 0,0 2 0 0 0,0 0-1 0 0,1 0 1 0 0,-2 0 0 0 0,1 0-1 0 0,0 0 1 0 0,0 0 0 0 0,0 0-1 0 0,0 0 1 0 0,0 0 0 0 0,-1 0-1 0 0,1 0 1 0 0,0 0 0 0 0,-1 0 0 0 0,1 0-1 0 0,-1 1 1 0 0,1-1 0 0 0,-2-1-1 0 0,-8-4 5 0 0,6 6 0 0 0,0 0 1 0 0,0 0-1 0 0,0 1 0 0 0,0 0 0 0 0,1 0 0 0 0,-1 0 0 0 0,0 0 0 0 0,0 0 0 0 0,1 1 1 0 0,-1 0-1 0 0,0 0 0 0 0,1 0 0 0 0,0 0 0 0 0,-1 0 0 0 0,1 1 0 0 0,0-1 0 0 0,-4 6 1 0 0,-2 0 3 0 0,0 1 1 0 0,1 0 0 0 0,1 0 0 0 0,-13 21-1 0 0,16-23 1 0 0,0 1-1 0 0,0 0 1 0 0,1-1-1 0 0,1 1 0 0 0,-1 0 1 0 0,1 1-1 0 0,0-1 1 0 0,1 0-1 0 0,0 1 0 0 0,0-1 1 0 0,1 13-1 0 0,1-18-6 0 0,-1 1-1 0 0,1-1 0 0 0,0 1 1 0 0,0-1-1 0 0,0 1 1 0 0,0-1-1 0 0,0 0 1 0 0,1 1-1 0 0,0-1 0 0 0,0 0 1 0 0,-1 0-1 0 0,2 0 1 0 0,-1 0-1 0 0,0-1 0 0 0,1 1 1 0 0,-1 0-1 0 0,1-1 1 0 0,0 0-1 0 0,-1 0 1 0 0,1 0-1 0 0,0 0 0 0 0,1 0 1 0 0,-1 0-1 0 0,0-1 1 0 0,0 1-1 0 0,1-1 0 0 0,-1 0 1 0 0,1 0-1 0 0,3 0 1 0 0,4 1-58 0 0,0-1 0 0 0,0 0 1 0 0,0-1-1 0 0,1 0 0 0 0,-1-1 1 0 0,16-2-1 0 0,65-19-628 0 0,-67 15 411 0 0,-1-1 0 0 0,0-2 0 0 0,28-15 0 0 0,-40 19 256 0 0,0-1-1 0 0,0-1 1 0 0,-1 0 0 0 0,0-1 0 0 0,-1 0 0 0 0,0 0-1 0 0,14-17 1 0 0,-23 25 89 0 0,13-20 477 0 0,-11 15-313 0 0,-11 11-60 0 0,-12 14 164 0 0,1 1 0 0 0,1 1 1 0 0,0 0-1 0 0,2 2 0 0 0,-21 35 0 0 0,10-6 109 0 0,-34 86-1 0 0,55-121-402 0 0,0 0-1 0 0,2 1 1 0 0,-3 18-1 0 0,6-30-24 0 0,0 1-1 0 0,0 0 1 0 0,1 0 0 0 0,0 0-1 0 0,0 0 1 0 0,1 0 0 0 0,0-1 0 0 0,0 1-1 0 0,0 0 1 0 0,1-1 0 0 0,3 9-1 0 0,-4-13-52 0 0,0 0 0 0 0,0 0-1 0 0,1 0 1 0 0,-1 0 0 0 0,0 0-1 0 0,1-1 1 0 0,-1 1 0 0 0,1 0-1 0 0,0-1 1 0 0,0 1 0 0 0,0-1 0 0 0,-1 1-1 0 0,1-1 1 0 0,0 0 0 0 0,1 0-1 0 0,-1 0 1 0 0,0 0 0 0 0,0 0-1 0 0,3 0 1 0 0,-1 0-67 0 0,0-1 0 0 0,0 0 1 0 0,0 1-1 0 0,0-2 0 0 0,1 1 0 0 0,-1 0 1 0 0,0-1-1 0 0,0 0 0 0 0,0 0 0 0 0,4-1 0 0 0,6-4-427 0 0,1 0-1 0 0,-2-1 0 0 0,1 0 1 0 0,21-16-1 0 0,-11 5-110 0 0,-1-2 0 0 0,-1 0 0 0 0,0-1 0 0 0,-2-1 1 0 0,0-1-1 0 0,27-43 0 0 0,-27 33 1286 0 0,-2 0-1 0 0,-1-2 1 0 0,-1 0-1 0 0,20-69 1 0 0,-13 12 3921 0 0,-22 91-4420 0 0,-2 2-77 0 0,0 0 0 0 0,0-1 0 0 0,0 1 0 0 0,0 1 0 0 0,0-1 0 0 0,1 0 0 0 0,-1 0 0 0 0,0 0 0 0 0,1 0 0 0 0,-1 0 0 0 0,0 1 0 0 0,1-1 0 0 0,0 0 0 0 0,-1 1 0 0 0,1 1 0 0 0,-1-2-38 0 0,-55 163 3466 0 0,-8 88-2370 0 0,63-244-1119 0 0,-8 51-463 0 0,8-54 187 0 0,1 0 1 0 0,0 0-1 0 0,0 0 1 0 0,0 0-1 0 0,1 0 1 0 0,0 0-1 0 0,0 0 1 0 0,0-1-1 0 0,3 8 1 0 0,-3-10 94 0 0,0-1-1 0 0,0 1 1 0 0,0-1 0 0 0,1 0 0 0 0,-1 0 0 0 0,1 0 0 0 0,-1 1-1 0 0,1-1 1 0 0,-1-1 0 0 0,1 1 0 0 0,0 0 0 0 0,-1 0 0 0 0,1 0 0 0 0,0-1-1 0 0,-1 1 1 0 0,1-1 0 0 0,0 0 0 0 0,0 1 0 0 0,0-1 0 0 0,0 0-1 0 0,-1 0 1 0 0,1 0 0 0 0,0 0 0 0 0,3-1 0 0 0,5 0-1263 0 0,1-1 1 0 0,17-4-1 0 0,-26 5 1155 0 0,28-8-4190 0 0,5-5-2164 0 0</inkml:trace>
</inkml:ink>
</file>

<file path=ppt/ink/ink10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8:21.5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 97 2188 0 0,'-4'-11'3533'0'0,"0"0"0"0"0,-4-21 0 0 0,-3-10 3941 0 0,12 45-7248 0 0,1 1 1 0 0,0-1 0 0 0,0 0 0 0 0,0 1 0 0 0,0-1 0 0 0,5 6 0 0 0,2 3 265 0 0,227 372 5122 0 0,-227-370-6085 0 0,-1-1 0 0 0,1 0 0 0 0,12 12-1 0 0,-12-23-3332 0 0,-8-2 3636 0 0,0 0 0 0 0,0 0 1 0 0,-1 0-1 0 0,1 0 0 0 0,0-1 0 0 0,0 1 1 0 0,-1 0-1 0 0,1 0 0 0 0,0 0 0 0 0,1-1 1 0 0,2-4-1485 0 0,0 1 1 0 0,-1-1 0 0 0,1 0-1 0 0,-1 0 1 0 0,0 0 0 0 0,3-9-1 0 0,1-3-4805 0 0</inkml:trace>
</inkml:ink>
</file>

<file path=ppt/ink/ink10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8:21.8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602 53 1260 0 0,'-3'-4'602'0'0,"0"0"0"0"0,0 0 0 0 0,-1 0 0 0 0,1 0 0 0 0,-1 1 0 0 0,0-1 0 0 0,0 1 0 0 0,0 0 0 0 0,0 0 0 0 0,-1 1 0 0 0,1-1 0 0 0,-1 1 0 0 0,0 0 0 0 0,1 0 0 0 0,-11-2 0 0 0,8 3-189 0 0,1 1 1 0 0,-1-1 0 0 0,0 1 0 0 0,0 1-1 0 0,1-1 1 0 0,-1 1 0 0 0,0 0 0 0 0,1 1-1 0 0,-1 0 1 0 0,-11 4 0 0 0,0 3 112 0 0,0 0 0 0 0,0 2 0 0 0,1 0 1 0 0,0 1-1 0 0,1 1 0 0 0,-28 27 0 0 0,8-2 12 0 0,2 1-1 0 0,1 2 0 0 0,-50 84 0 0 0,56-76-1269 0 0,-34 85-1 0 0,50-112-1257 0 0,2-1-5848 0 0</inkml:trace>
</inkml:ink>
</file>

<file path=ppt/ink/ink10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8:22.0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130 196 1648 0 0,'-40'-58'8104'0'0,"18"27"-3163"0"0,-22-43 0 0 0,42 70-4875 0 0,-1-1 0 0 0,0 1-1 0 0,0-1 1 0 0,0 1-1 0 0,-6-7 1 0 0</inkml:trace>
</inkml:ink>
</file>

<file path=ppt/ink/ink10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8:22.2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236 0 956 0 0,'-190'63'16702'0'0,"172"-58"-15202"0"0,16-5-1295 0 0,-1 1 1 0 0,1-1-1 0 0,-1 1 1 0 0,1 0-1 0 0,-1 0 0 0 0,1 0 1 0 0,-1 0-1 0 0,-3 4 1 0 0,4-4 50 0 0,18 1-139 0 0,-1-1 0 0 0,1 0 0 0 0,-1-1 1 0 0,1 0-1 0 0,0-2 0 0 0,19-3 1 0 0,9-1-72 0 0,272-13-2980 0 0,-103 13-6404 0 0,-211 6 9201 0 0,64-2-7180 0 0</inkml:trace>
</inkml:ink>
</file>

<file path=ppt/ink/ink10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8:22.6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210 14 2012 0 0,'10'-13'9512'0'0,"-10"17"-9425"0"0,1-1 0 0 0,0 1 0 0 0,-1 0 0 0 0,0 0 0 0 0,0 0 0 0 0,0 1 0 0 0,0-1 0 0 0,-1-1 0 0 0,0 1 0 0 0,-1 7 0 0 0,-17 42 202 0 0,14-42-228 0 0,-12 31-93 0 0,-3-1 0 0 0,-31 49 1 0 0,-25 15-5583 0 0,46-69 896 0 0</inkml:trace>
</inkml:ink>
</file>

<file path=ppt/ink/ink10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8:23.9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50 794 2212 0 0,'-6'-18'2810'0'0,"-11"-23"2928"0"0,17 39-5378 0 0,-3-4 145 0 0,-2 12-29 0 0,-2 11 15 0 0,3 4-219 0 0,1 0 0 0 0,0 0 0 0 0,2 1-1 0 0,1-1 1 0 0,2 24 0 0 0,-1-41-242 0 0,-1 1 1 0 0,1-1-1 0 0,0 1 1 0 0,0-1-1 0 0,1 1 1 0 0,-1-1-1 0 0,1 0 1 0 0,0 1 0 0 0,0-1-1 0 0,0 0 1 0 0,1 0-1 0 0,0-1 1 0 0,-1 1-1 0 0,1-1 1 0 0,4 5-1 0 0,-5-7-23 0 0,-1-1 1 0 0,1 1-1 0 0,0 0 0 0 0,0 0 0 0 0,0-1 0 0 0,-1 1 0 0 0,1-1 0 0 0,0 1 0 0 0,0-1 0 0 0,0 0 0 0 0,0 0 0 0 0,0 0 0 0 0,0 0 0 0 0,0 0 1 0 0,0 0-1 0 0,0 0 0 0 0,-1-1 0 0 0,3 0 0 0 0,31-10 48 0 0,-17 2-39 0 0,-1-1 0 0 0,0 0 0 0 0,0-1-1 0 0,-1-1 1 0 0,-1 0 0 0 0,0-1 0 0 0,-1-1-1 0 0,0-1 1 0 0,21-29 0 0 0,-9 7-35 0 0,-2-1 0 0 0,-2 0 0 0 0,23-55 0 0 0,-27 48 3 0 0,-2-1-1 0 0,-2-1 0 0 0,-2 0 0 0 0,7-63 0 0 0,-9 13-76 0 0,-2-111 0 0 0,-8 208 90 0 0,0 0 0 0 0,0 0 1 0 0,0 0-1 0 0,0-1 0 0 0,0 1 1 0 0,0 0-1 0 0,0 0 1 0 0,0 0-1 0 0,0-1 0 0 0,1 1 1 0 0,-1 0-1 0 0,0 0 0 0 0,0 0 1 0 0,0-1-1 0 0,0 1 0 0 0,0 0 1 0 0,0 0-1 0 0,0 0 0 0 0,0-1 1 0 0,0 1-1 0 0,-1 0 1 0 0,1 0-1 0 0,0 0 0 0 0,0-1 1 0 0,0 1-1 0 0,0 0 0 0 0,0 0 1 0 0,0 0-1 0 0,0-1 0 0 0,0 1 1 0 0,0 0-1 0 0,-1 0 0 0 0,1 0 1 0 0,0 0-1 0 0,0 0 0 0 0,0-1 1 0 0,0 1-1 0 0,-1 0 1 0 0,1 0-1 0 0,0 0 0 0 0,0 0 1 0 0,0 0-1 0 0,-1 0 0 0 0,-4 10-31 0 0,-5 20 11 0 0,-6 50 46 0 0,3 1-1 0 0,-5 154 0 0 0,17-203 82 0 0,2 1 0 0 0,1-1 0 0 0,11 60 0 0 0,-10-81-325 0 0,0 0-1 0 0,1 0 1 0 0,0 0-1 0 0,1 0 1 0 0,0-1-1 0 0,8 12 1 0 0,-9-17-315 0 0,0 1 0 0 0,0-1-1 0 0,0 0 1 0 0,1-1 0 0 0,0 1 0 0 0,0-1 0 0 0,0 0 0 0 0,0 0-1 0 0,1-1 1 0 0,-1 1 0 0 0,13 4 0 0 0,1-2-4098 0 0</inkml:trace>
</inkml:ink>
</file>

<file path=ppt/ink/ink10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8:24.4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107 196 1036 0 0,'10'-93'6224'0'0,"2"-8"-1134"0"0,-12 100-4541 0 0,-1 13-438 0 0,0 1 1 0 0,-1-1-1 0 0,-5 18 0 0 0,1-8 10 0 0,-50 279 1909 0 0,16-71-1266 0 0,25-145 720 0 0,15-83-780 0 0,6-28-499 0 0,7-2-192 0 0,0 0 0 0 0,1 1 0 0 0,33-45 0 0 0,-42 65-27 0 0,1-1 0 0 0,0 1 0 0 0,1 0 0 0 0,0 0 0 0 0,0 1 0 0 0,0 0 0 0 0,1 0 0 0 0,0 1 0 0 0,0-1 0 0 0,0 2 0 0 0,1-1 0 0 0,-1 1 0 0 0,1 1 0 0 0,0 0 0 0 0,0 0 0 0 0,12-2 0 0 0,-18 5 6 0 0,0-1 1 0 0,1 1 0 0 0,-1 0 0 0 0,0 0-1 0 0,1 0 1 0 0,-1 0 0 0 0,1 1 0 0 0,-1-1 0 0 0,0 1-1 0 0,0 0 1 0 0,1 0 0 0 0,-1 0 0 0 0,0 0-1 0 0,0 1 1 0 0,0-1 0 0 0,0 1 0 0 0,0 0-1 0 0,3 2 1 0 0,-3 0 11 0 0,0-1-1 0 0,0 0 1 0 0,-1 0-1 0 0,0 1 1 0 0,1 0-1 0 0,-1-1 1 0 0,0 1-1 0 0,-1 0 1 0 0,1 0-1 0 0,-1 0 1 0 0,0 0-1 0 0,2 7 1 0 0,-1 5 32 0 0,-1 0 0 0 0,-1 0 0 0 0,0 0 0 0 0,-1 0 0 0 0,0 0 0 0 0,-5 20 0 0 0,-1-4-19 0 0,1-8-54 0 0,2 1 0 0 0,-3 38 0 0 0,7-61-69 0 0,0-1 0 0 0,0 0 0 0 0,0 0 1 0 0,0 0-1 0 0,0 0 0 0 0,0 0 0 0 0,0 0 0 0 0,0 0 0 0 0,0 0 0 0 0,1 0 0 0 0,-1 0 0 0 0,0 0 0 0 0,1 0 0 0 0,-1 0 0 0 0,1 0 0 0 0,-1 0 0 0 0,1 0 0 0 0,0 0 0 0 0,-1 0 0 0 0,1-1 0 0 0,0 1 0 0 0,-1 0 0 0 0,1 0 0 0 0,0-1 0 0 0,0 1 0 0 0,0 0 0 0 0,0-1 0 0 0,0 1 0 0 0,0-1 0 0 0,0 0 0 0 0,0 1 1 0 0,0-1-1 0 0,0 1 0 0 0,1-1 0 0 0,2 0-599 0 0,-1 0 0 0 0,0 0 0 0 0,0 0 0 0 0,1 0 1 0 0,-1-1-1 0 0,0 0 0 0 0,0 0 0 0 0,1 1 0 0 0,4-4 0 0 0,10-4-4666 0 0</inkml:trace>
</inkml:ink>
</file>

<file path=ppt/ink/ink10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8:25.4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157 212 2460 0 0,'13'-14'11554'0'0,"-12"14"-11487"0"0,0 1 1 0 0,0 0-1 0 0,0 0 1 0 0,-1 0-1 0 0,1 0 0 0 0,0 0 1 0 0,0-1-1 0 0,-1 2 1 0 0,1-1-1 0 0,-1 0 0 0 0,1 0 1 0 0,0 2-1 0 0,-1-2-37 0 0,1 0-1 0 0,-1 0 1 0 0,1 0 0 0 0,0 0-1 0 0,-1 1 1 0 0,1-1-1 0 0,0 0 1 0 0,0 0-1 0 0,-1 0 1 0 0,1 0 0 0 0,0-1-1 0 0,2 3 1 0 0,-1-3 46 0 0,14 3 164 0 0,-13-3-224 0 0,0-1-1 0 0,0 0 1 0 0,1 0 0 0 0,-1 0 0 0 0,0 0-1 0 0,0-1 1 0 0,-1 1 0 0 0,1-1 0 0 0,0 0 0 0 0,-1 0-1 0 0,1 0 1 0 0,-1 0 0 0 0,1 0 0 0 0,2-4-1 0 0,-1 0-14 0 0,0 0-1 0 0,-1 0 0 0 0,0 0 1 0 0,0 0-1 0 0,0-1 0 0 0,-1 0 0 0 0,0 1 1 0 0,0-1-1 0 0,0 0 0 0 0,-1 0 1 0 0,0 0-1 0 0,-1 0 0 0 0,0 0 1 0 0,0 0-1 0 0,0 0 0 0 0,-1 0 0 0 0,0 0 1 0 0,0 0-1 0 0,0 0 0 0 0,-1 0 1 0 0,0 1-1 0 0,-5-10 0 0 0,2 8-5 0 0,-9-8-15 0 0,8 15 20 0 0,5 1-3 0 0,-1 0 2 0 0,0 0 1 0 0,0 0-1 0 0,0 0 1 0 0,0 0-1 0 0,0 0 0 0 0,0 0 1 0 0,0 0-1 0 0,0 1 1 0 0,0-1-1 0 0,0 1 0 0 0,0-1 1 0 0,0 1-1 0 0,1 0 1 0 0,-1-1-1 0 0,-3 3 0 0 0,-22 16 36 0 0,9-3 109 0 0,0 1-1 0 0,1 0 0 0 0,1 2 1 0 0,0 0-1 0 0,-21 35 0 0 0,28-39-83 0 0,1 0-1 0 0,1 0 0 0 0,0 1 0 0 0,1 0 0 0 0,1 0 0 0 0,0 0 0 0 0,1 1 1 0 0,1 0-1 0 0,-2 18 0 0 0,5-31-46 0 0,0 0 0 0 0,0 0 0 0 0,0 0 0 0 0,0 0 0 0 0,1 1 0 0 0,0-1 0 0 0,0 0 0 0 0,0 0 0 0 0,0 0 1 0 0,0-1-1 0 0,1 1 0 0 0,0 0 0 0 0,0 0 0 0 0,0-1 0 0 0,0 1 0 0 0,1-1 0 0 0,-1 0 0 0 0,1 1 0 0 0,0-1 0 0 0,0 0 0 0 0,0-1 0 0 0,3 4 0 0 0,0-3-26 0 0,0 1 0 0 0,0-1 0 0 0,1-1 0 0 0,-1 1 0 0 0,1-1 0 0 0,-1 0 0 0 0,1 0 0 0 0,0-1 0 0 0,-1 0 0 0 0,1 0 0 0 0,0-1 0 0 0,12 0 0 0 0,-2-1-383 0 0,1-1 0 0 0,-1 0 0 0 0,0-2 0 0 0,0 0 0 0 0,0-1 0 0 0,0 0 0 0 0,-1-1 1 0 0,0-1-1 0 0,0-1 0 0 0,-1 0 0 0 0,0-1 0 0 0,0-1 0 0 0,19-17 0 0 0,-18 13 254 0 0,0-1 0 0 0,-2-1 1 0 0,0 0-1 0 0,-1-1 0 0 0,0 0 0 0 0,-2-1 0 0 0,0-1 0 0 0,-1 0 0 0 0,-1 0 0 0 0,12-35 0 0 0,-11 24 537 0 0,-1 3 864 0 0,8-38 0 0 0,-8 38-599 0 0,-9 25-394 0 0,0 5-215 0 0,-62 320 2385 0 0,39-202-1049 0 0,22-118-826 0 0,1-4-552 0 0,-1 1 0 0 0,1 0 0 0 0,0-1 0 0 0,-1 1 0 0 0,1 0 0 0 0,0-1 0 0 0,-1 1 0 0 0,1 0 0 0 0,0-1 0 0 0,0 1 0 0 0,-1-1 0 0 0,1 1 0 0 0,0-1 0 0 0,0 1 0 0 0,0 0 0 0 0,0-1 0 0 0,-1 1 0 0 0,1-1 0 0 0,0 1 0 0 0,0-1 0 0 0,0 1 0 0 0,0-1 0 0 0,0 1 0 0 0,0-1 0 0 0,0 1 0 0 0,0-1 0 0 0,1 1 0 0 0,-1 0 0 0 0,0-1 0 0 0,0 1 0 0 0,0-1 0 0 0,4-17 67 0 0,-4 17-65 0 0,7-23-17 0 0,1 0 0 0 0,2 0 0 0 0,0 1 0 0 0,1 0 0 0 0,1 1 0 0 0,1 0 0 0 0,2 1 0 0 0,0 0 1 0 0,1 1-1 0 0,0 1 0 0 0,2 1 0 0 0,39-33 0 0 0,-54 49-4 0 0,1 0 0 0 0,-1-1 0 0 0,0 1 0 0 0,1 0 0 0 0,-1 1 0 0 0,1-1 0 0 0,0 1 0 0 0,-1-1 0 0 0,1 1 0 0 0,0 0 0 0 0,0 1 0 0 0,0-1 0 0 0,0 1 0 0 0,0-1 0 0 0,0 1 0 0 0,0 0 0 0 0,0 1 0 0 0,0-1 0 0 0,4 2 0 0 0,-5-1 14 0 0,0 0-1 0 0,-1 0 1 0 0,1 0 0 0 0,0 1 0 0 0,0-1 0 0 0,-1 1-1 0 0,1 0 1 0 0,-1 0 0 0 0,1 0 0 0 0,-1 0 0 0 0,0 0 0 0 0,0 0-1 0 0,0 1 1 0 0,0-1 0 0 0,0 1 0 0 0,-1-1 0 0 0,1 1-1 0 0,-1 0 1 0 0,1 0 0 0 0,-1 0 0 0 0,0 0 0 0 0,0-1-1 0 0,0 2 1 0 0,0 4 0 0 0,2 18 161 0 0,-2 0 0 0 0,0 0 1 0 0,-2 0-1 0 0,-4 31 0 0 0,3-34-120 0 0,1-13-42 0 0,0-2 47 0 0,0-1 0 0 0,1 1 0 0 0,0 0 0 0 0,1 9 0 0 0,-1-17-42 0 0,0 1 0 0 0,1 0 0 0 0,-1 0 0 0 0,0 0-1 0 0,1-1 1 0 0,-1 1 0 0 0,1 0 0 0 0,-1-1 0 0 0,1 1 0 0 0,-1 0-1 0 0,1-1 1 0 0,-1 1 0 0 0,1 0 0 0 0,0-1 0 0 0,-1 1 0 0 0,1-1-1 0 0,0 1 1 0 0,0-1 0 0 0,-1 0 0 0 0,1 1 0 0 0,0-1 0 0 0,0 0 0 0 0,0 1-1 0 0,-1-1 1 0 0,1 0 0 0 0,0 0 0 0 0,0 0 0 0 0,0 0 0 0 0,0 0-1 0 0,-1 0 1 0 0,1 0 0 0 0,0 0 0 0 0,0 0 0 0 0,0 0 0 0 0,1-1-1 0 0,27-7 74 0 0,-28 8-80 0 0,9-4-271 0 0,1-1 0 0 0,-1-1 0 0 0,0 0 0 0 0,0 0 0 0 0,-1-1-1 0 0,0 0 1 0 0,0 0 0 0 0,7-9 0 0 0,-1-1-2140 0 0,-1 0 1 0 0,0 0-1 0 0,12-23 0 0 0,-11 15-3381 0 0</inkml:trace>
</inkml:ink>
</file>

<file path=ppt/ink/ink10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8:25.6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105 85 3344 0 0,'-105'-5'13717'0'0,"106"4"-13673"0"0,0 0 0 0 0,0 0-1 0 0,0 0 1 0 0,-1 0 0 0 0,1 0 0 0 0,0 0 0 0 0,0 1 0 0 0,0-1 0 0 0,0 0 0 0 0,1 1-1 0 0,-1-1 1 0 0,0 0 0 0 0,0 1 0 0 0,0-1 0 0 0,0 1 0 0 0,1 0 0 0 0,-1-1-1 0 0,0 1 1 0 0,1 0 0 0 0,-1 0 0 0 0,2 0 0 0 0,0-1 40 0 0,267-40-3239 0 0,-143 25-3475 0 0,-59 8 709 0 0</inkml:trace>
</inkml:ink>
</file>

<file path=ppt/ink/ink10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8:26.7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248 102 216 0 0,'5'-5'2373'0'0,"1"-1"-1009"0"0,0 1 1 0 0,0-1-1 0 0,-1 0 1 0 0,0-1 0 0 0,-1 1-1 0 0,1-1 1 0 0,3-8-1 0 0,-7 14-1273 0 0,-1-1 0 0 0,1 0 1 0 0,-1 1-1 0 0,1-1 0 0 0,-1 1 0 0 0,0-1 0 0 0,0 0 0 0 0,0 0 0 0 0,0 1 0 0 0,0-1 0 0 0,0 0 0 0 0,0 1 1 0 0,0-1-1 0 0,-1 0 0 0 0,1 1 0 0 0,-1-1 0 0 0,1 1 0 0 0,-1-1 0 0 0,0 1 0 0 0,1-1 0 0 0,-3-1 0 0 0,3 1-27 0 0,-4 2-57 0 0,1 0-2 0 0,0 0 1 0 0,1 0-1 0 0,-1 0 1 0 0,0 0-1 0 0,1 1 1 0 0,-1-1-1 0 0,0 1 1 0 0,1-1-1 0 0,-1 1 1 0 0,1 0-1 0 0,-1 0 1 0 0,1 0 0 0 0,-1 1-1 0 0,1-1 1 0 0,-4 3-1 0 0,-18 15 9 0 0,0 1 0 0 0,1 2 0 0 0,1 0-1 0 0,1 1 1 0 0,1 2 0 0 0,1 0 0 0 0,2 1 0 0 0,0 0-1 0 0,-22 48 1 0 0,36-66-6 0 0,0 0 0 0 0,0 0-1 0 0,1 0 1 0 0,-1 0 0 0 0,2 1-1 0 0,-1-1 1 0 0,1 0 0 0 0,0 13-1 0 0,1-18-3 0 0,0-1-1 0 0,1 1 1 0 0,-1 0-1 0 0,0-1 1 0 0,1 1-1 0 0,0-1 1 0 0,0 1-1 0 0,-1-1 1 0 0,1 1-1 0 0,1-1 1 0 0,-1 1-1 0 0,0-1 1 0 0,0 0 0 0 0,1 0-1 0 0,0 0 1 0 0,-1 1-1 0 0,1-2 1 0 0,0 1-1 0 0,0 0 1 0 0,0 0-1 0 0,0 0 1 0 0,0-1-1 0 0,0 0 1 0 0,1 1-1 0 0,-1-1 1 0 0,0 0-1 0 0,1 0 1 0 0,-1 0-1 0 0,1 0 1 0 0,3 0-1 0 0,1 0 2 0 0,0 0 0 0 0,0 0 0 0 0,0-1 0 0 0,0 0-1 0 0,0-1 1 0 0,1 0 0 0 0,-1 0 0 0 0,0 0 0 0 0,0-1 0 0 0,-1 0 0 0 0,1 0-1 0 0,0-1 1 0 0,-1 1 0 0 0,1-2 0 0 0,-1 1 0 0 0,11-8 0 0 0,-2 0-11 0 0,0-1 1 0 0,-1 0-1 0 0,0-1 1 0 0,-1-1 0 0 0,14-19-1 0 0,9-18-7 0 0,37-72-1 0 0,-29 46-18 0 0,-43 76 0 0 0,3 3-16 0 0,-4-2 47 0 0,0 0 0 0 0,1 0 1 0 0,-1 0-1 0 0,0 0 1 0 0,0 0-1 0 0,1 0 0 0 0,-1 0 1 0 0,0 0-1 0 0,0 0 1 0 0,1 0-1 0 0,-1 0 1 0 0,0 0-1 0 0,0 1 0 0 0,0-1 1 0 0,1 0-1 0 0,-1 0 1 0 0,0 0-1 0 0,0 0 0 0 0,0 0 1 0 0,1 1-1 0 0,-1-1 1 0 0,0 0-1 0 0,0 0 0 0 0,0 0 1 0 0,0 0-1 0 0,1 1 1 0 0,-1-1-1 0 0,0 0 1 0 0,0 0-1 0 0,0 0 0 0 0,0 1 1 0 0,0-1-1 0 0,0 0 1 0 0,0 0-1 0 0,0 1 0 0 0,0-1 1 0 0,-1 28 34 0 0,-10 50 0 0 0,7-60-136 0 0,1 1 0 0 0,0 0 0 0 0,2 0 0 0 0,0 0 0 0 0,1 0 0 0 0,5 35 0 0 0,-4-51-78 0 0,0 1 1 0 0,0 0-1 0 0,1-1 1 0 0,-1 1-1 0 0,1-1 1 0 0,0 0-1 0 0,0 1 0 0 0,0-1 1 0 0,0 0-1 0 0,1 0 1 0 0,0-1-1 0 0,-1 1 1 0 0,1 0-1 0 0,5 3 1 0 0,-3-3-501 0 0,0 1-1 0 0,1-1 1 0 0,-1 0 0 0 0,1-1 0 0 0,0 1 0 0 0,0-1 0 0 0,0 0 0 0 0,7 1 0 0 0,10 0-3329 0 0</inkml:trace>
</inkml:ink>
</file>

<file path=ppt/ink/ink10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8:27.3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319 701 2484 0 0,'6'-19'1878'0'0,"1"-1"1517"0"0,9-39 0 0 0,-15 53-2969 0 0,-1 0 0 0 0,1-1 0 0 0,-1 1-1 0 0,0 0 1 0 0,0-1 0 0 0,-1 1 0 0 0,1 0 0 0 0,-1 0 0 0 0,-1 0 0 0 0,-3-11 0 0 0,5 17-396 0 0,-1-1-1 0 0,1 0 0 0 0,-1 0 1 0 0,1 1-1 0 0,-1-1 0 0 0,0 0 0 0 0,1 1 1 0 0,-1-1-1 0 0,0 0 0 0 0,0 1 0 0 0,0-1 1 0 0,1 1-1 0 0,-1-1 0 0 0,0 1 1 0 0,0 0-1 0 0,0-1 0 0 0,0 1 0 0 0,0 0 1 0 0,0 0-1 0 0,1 0 0 0 0,-1-1 0 0 0,0 1 1 0 0,0 0-1 0 0,-1 0 0 0 0,-23 4 191 0 0,15 0-175 0 0,-1 1 1 0 0,1 0-1 0 0,1 0 1 0 0,-1 1-1 0 0,1 0 0 0 0,0 1 1 0 0,-12 11-1 0 0,-53 61 101 0 0,67-70-130 0 0,-13 14 29 0 0,1 2 1 0 0,-19 31 0 0 0,30-42-33 0 0,1-1 0 0 0,0 1 0 0 0,1 0 0 0 0,1 1 0 0 0,0-1 0 0 0,-4 22 0 0 0,9-33-7 0 0,-1 0 0 0 0,1 0 0 0 0,0 0 0 0 0,-1 0 0 0 0,1-1 0 0 0,1 1 0 0 0,-1 0 0 0 0,0 0 0 0 0,1 0 0 0 0,-1 0 0 0 0,1-1 0 0 0,0 1 0 0 0,0 0 0 0 0,0-1 0 0 0,0 1 0 0 0,0-1 0 0 0,1 1 0 0 0,-1-1 0 0 0,1 1 0 0 0,0-1 0 0 0,-1 0 0 0 0,1 0 1 0 0,0 0-1 0 0,3 3 0 0 0,-1-3-5 0 0,-1 0 0 0 0,0-1 0 0 0,1 1 0 0 0,-1-1 0 0 0,1 0 1 0 0,0 0-1 0 0,-1 0 0 0 0,1 0 0 0 0,0-1 0 0 0,0 1 1 0 0,-1-1-1 0 0,1 0 0 0 0,0 0 0 0 0,0 0 0 0 0,-1-1 0 0 0,1 0 1 0 0,0 1-1 0 0,4-3 0 0 0,5-1-85 0 0,1-2 0 0 0,-1 0 0 0 0,-1 0 0 0 0,1-1 0 0 0,-1-1 0 0 0,0 0 0 0 0,-1 0 0 0 0,0-2 0 0 0,0 1 0 0 0,-1-1 0 0 0,0-1 0 0 0,-1 1 0 0 0,11-18 0 0 0,4-8-221 0 0,-2 0 1 0 0,-1-2 0 0 0,18-47-1 0 0,-7 6 140 0 0,-3-1 0 0 0,-4-1 0 0 0,-3-1 0 0 0,11-86 0 0 0,-15 26 946 0 0,-17 140-740 0 0,-8 11-18 0 0,1 4-14 0 0,0 1 0 0 0,1 0 0 0 0,0 0 0 0 0,1 1 0 0 0,1-1 0 0 0,-2 20-1 0 0,0-8 17 0 0,5-25-24 0 0,-37 213 143 0 0,28-147-31 0 0,1 82 0 0 0,8-132-123 0 0,1-1-1 0 0,1 1 1 0 0,0-1-1 0 0,1 0 0 0 0,1 1 1 0 0,0-1-1 0 0,2-1 1 0 0,0 1-1 0 0,7 14 0 0 0,-8-22-302 0 0,0 1 0 0 0,1-1 0 0 0,0 0 0 0 0,0 0 0 0 0,1-1 0 0 0,-1 0 0 0 0,9 7 1 0 0,-9-10-405 0 0,0 1 1 0 0,1-1 0 0 0,-1 0-1 0 0,1 0 1 0 0,0-1 0 0 0,0 0-1 0 0,1 0 1 0 0,-1-1 0 0 0,14 3 0 0 0,-2-2-2907 0 0</inkml:trace>
</inkml:ink>
</file>

<file path=ppt/ink/ink10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8:27.6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524 133 1012 0 0,'30'-130'15097'0'0,"-29"128"-14807"0"0,-20 74 3258 0 0,-37 158 541 0 0,-16 155-1266 0 0,42-218-2279 0 0,-54 157 2634 0 0,83-322-3107 0 0,1 0-1 0 0,-1 0 0 0 0,0 0 1 0 0,1 0-1 0 0,-1 0 0 0 0,0 0 0 0 0,0 0 1 0 0,-1-1-1 0 0,1 1 0 0 0,0 0 1 0 0,0-1-1 0 0,-1 1 0 0 0,1-1 0 0 0,-1 1 1 0 0,0-1-1 0 0,1 0 0 0 0,-1 1 1 0 0,0-1-1 0 0,0 0 0 0 0,-2 1 0 0 0,2-2-21 0 0,-1 1 0 0 0,0-1 0 0 0,1 1 0 0 0,-1-1 0 0 0,0 0 0 0 0,0 0 0 0 0,1 0 0 0 0,-1-1-1 0 0,0 1 1 0 0,1 0 0 0 0,-1-1 0 0 0,0 0 0 0 0,-3-1 0 0 0,-4-3-153 0 0,-1 0 0 0 0,1 0 0 0 0,1-1 0 0 0,-1 0 0 0 0,1-1 0 0 0,-10-10 0 0 0,5 4-681 0 0,1-1-1 0 0,1 0 1 0 0,0-1-1 0 0,1 0 0 0 0,0-1 1 0 0,1-1-1 0 0,1 1 1 0 0,1-1-1 0 0,-7-21 0 0 0,8 17-1766 0 0,1 0-1 0 0,1 0 1 0 0,1 0-1 0 0,-3-35 1 0 0,5 10-6440 0 0</inkml:trace>
</inkml:ink>
</file>

<file path=ppt/ink/ink10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8:27.8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1 175 2252 0 0,'17'-30'5470'0'0,"19"-48"0"0"0,-18 36-2725 0 0,-4 19-2333 0 0,-14 22-458 0 0,0 1 0 0 0,1 0 0 0 0,-1 0 0 0 0,0 0 0 0 0,0 0 0 0 0,0 0 0 0 0,0 0 0 0 0,1 0 1 0 0,-1-1-1 0 0,0 1 0 0 0,0 0 0 0 0,1 0 0 0 0,-1 0 0 0 0,0 0 0 0 0,0 0 0 0 0,0 0 0 0 0,1 0 0 0 0,-1 0 0 0 0,0 0 0 0 0,0 0 0 0 0,1 0 1 0 0,-1 0-1 0 0,0 0 0 0 0,0 0 0 0 0,0 0 0 0 0,1 1 0 0 0,-1-1 0 0 0,0 0 0 0 0,0 0 0 0 0,0 0 0 0 0,1 0 0 0 0,-1 0 0 0 0,7 14-1796 0 0,-1 10-3616 0 0,-2-10 329 0 0</inkml:trace>
</inkml:ink>
</file>

<file path=ppt/ink/ink10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8:28.3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2 845 464 0 0,'0'12'2640'0'0,"-1"-5"-1728"0"0,1 0 1 0 0,0 0 0 0 0,0 0-1 0 0,1-1 1 0 0,0 1 0 0 0,0 0 0 0 0,0 0-1 0 0,1-1 1 0 0,0 1 0 0 0,3 6-1 0 0,-3-12-778 0 0,-1 0 1 0 0,0 0-1 0 0,0-1 0 0 0,0 1 0 0 0,1-1 0 0 0,-1 1 1 0 0,0-1-1 0 0,1 1 0 0 0,-1-1 0 0 0,0 0 0 0 0,1 0 1 0 0,-1 0-1 0 0,1 0 0 0 0,-1 0 0 0 0,0 0 0 0 0,1 0 1 0 0,-1 0-1 0 0,0 0 0 0 0,1-1 0 0 0,-1 1 0 0 0,2-1 0 0 0,7-4 16 0 0,0 0-1 0 0,-1-1 1 0 0,0 0-1 0 0,0 0 0 0 0,0-1 1 0 0,-1 0-1 0 0,0-1 1 0 0,0 0-1 0 0,7-11 0 0 0,60-89-26 0 0,-61 87-89 0 0,164-303 45 0 0,-7 11-90 0 0,-155 286 24 0 0,-13 20-26 0 0,0 1 0 0 0,0 0 0 0 0,1 0 0 0 0,0 0 0 0 0,0 1 0 0 0,0-1 0 0 0,1 1 0 0 0,0 0 0 0 0,0 0-1 0 0,0 1 1 0 0,10-7 0 0 0,-14 11 10 0 0,0 0-1 0 0,1 1 0 0 0,-1-1 1 0 0,0 1-1 0 0,0-1 0 0 0,1 1 1 0 0,-1-1-1 0 0,0 1 1 0 0,0 0-1 0 0,0-1 0 0 0,0 1 1 0 0,0 0-1 0 0,0 0 0 0 0,0 0 1 0 0,0 0-1 0 0,0 0 1 0 0,0 0-1 0 0,-1 0 0 0 0,2 2 1 0 0,1 2-4 0 0,0-1 1 0 0,-1 1 0 0 0,0 0 0 0 0,0 0 0 0 0,0 0 0 0 0,0 0-1 0 0,-1 1 1 0 0,0-1 0 0 0,1 10 0 0 0,-1 53-15 0 0,-1-43 19 0 0,-7 110 118 0 0,-46 256 1 0 0,53-387-338 0 0,-1 1 0 0 0,0-1 0 0 0,0 1 0 0 0,0-1 0 0 0,0 1 0 0 0,-1-1 0 0 0,1 0 0 0 0,-1 0 1 0 0,0 0-1 0 0,-1 0 0 0 0,1 0 0 0 0,-5 5 0 0 0,3-8-1012 0 0,1-1 757 0 0,-1-1 0 0 0,1 0 0 0 0,0 0 1 0 0,0 0-1 0 0,0-1 0 0 0,0 1 0 0 0,0-1 1 0 0,0 1-1 0 0,1-1 0 0 0,-1 0 0 0 0,0 0 0 0 0,1 0 1 0 0,0 0-1 0 0,-1-1 0 0 0,1 1 0 0 0,-3-5 1 0 0,-6-6-2674 0 0</inkml:trace>
</inkml:ink>
</file>

<file path=ppt/ink/ink10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8:28.5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253 169 2360 0 0,'-158'-69'8670'0'0,"74"35"-4085"0"0,82 33-4437 0 0,-6-5 272 0 0,26 1-388 0 0,0 0-1 0 0,0 1 0 0 0,1 0 0 0 0,32-1 0 0 0,9-2-1257 0 0,0-4-1084 0 0,3-1-3332 0 0,-30 7 885 0 0</inkml:trace>
</inkml:ink>
</file>

<file path=ppt/ink/ink10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8:28.8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141 31 1844 0 0,'4'-10'5892'0'0,"5"-10"2525"0"0,-9 21-8293 0 0,0 0 0 0 0,1 0 1 0 0,-1 0-1 0 0,0 0 0 0 0,0 0 1 0 0,0 0-1 0 0,0 0 1 0 0,0 0-1 0 0,0 0 0 0 0,0 0 1 0 0,0 0-1 0 0,0 0 0 0 0,-1 0 1 0 0,1 0-1 0 0,0 0 1 0 0,-1 0-1 0 0,1 0 0 0 0,-1 1 1 0 0,-7 23-6 0 0,0-1 0 0 0,-20 39 1 0 0,3-6-21 0 0,-5 11 34 0 0,-6 16-1496 0 0,19-27-4413 0 0</inkml:trace>
</inkml:ink>
</file>

<file path=ppt/ink/ink10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8:29.3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160 89 1576 0 0,'18'-30'4697'0'0,"-9"15"-513"0"0,13-27-1 0 0,-22 41-3622 0 0,-3 1-508 0 0,0 0 1 0 0,-1 1 0 0 0,1 0 0 0 0,0 0-1 0 0,0 0 1 0 0,0 0 0 0 0,0 1-1 0 0,0-1 1 0 0,0 1 0 0 0,0 0-1 0 0,0-1 1 0 0,0 1 0 0 0,1 1 0 0 0,-3 1-1 0 0,-37 41 119 0 0,22-22-93 0 0,18-22-75 0 0,1 1 0 0 0,-1-1 1 0 0,1 1-1 0 0,0 0 0 0 0,-1 0 0 0 0,1-1 0 0 0,0 1 1 0 0,0 0-1 0 0,0 0 0 0 0,0 0 0 0 0,0 0 1 0 0,1 0-1 0 0,-1 0 0 0 0,0 0 0 0 0,1 1 1 0 0,0-1-1 0 0,-1 0 0 0 0,1 0 0 0 0,0 0 0 0 0,0 0 1 0 0,0 1-1 0 0,1-1 0 0 0,-1 0 0 0 0,0 0 1 0 0,1 0-1 0 0,0 0 0 0 0,-1 0 0 0 0,1 0 1 0 0,0 0-1 0 0,0 0 0 0 0,0 0 0 0 0,0 0 0 0 0,0 0 1 0 0,1 0-1 0 0,-1-1 0 0 0,0 1 0 0 0,1 0 1 0 0,-1-1-1 0 0,1 1 0 0 0,0-1 0 0 0,0 0 1 0 0,-1 0-1 0 0,1 1 0 0 0,0-1 0 0 0,3 1 1 0 0,45 28-14 0 0,-44-26 135 0 0,1 0 1 0 0,0 0 0 0 0,-1 1-1 0 0,0 0 1 0 0,0 0-1 0 0,-1 1 1 0 0,1-1-1 0 0,-1 1 1 0 0,-1 1 0 0 0,1-1-1 0 0,-1 0 1 0 0,0 1-1 0 0,0 0 1 0 0,-1 0-1 0 0,0 0 1 0 0,0 1-1 0 0,2 8 1 0 0,-5-12-31 0 0,0-1 0 0 0,0 1 0 0 0,0-1 0 0 0,0 1 0 0 0,-1-1 0 0 0,1 1 0 0 0,-1-1 0 0 0,0 0-1 0 0,0 1 1 0 0,0-1 0 0 0,-1 0 0 0 0,1 0 0 0 0,-1 1 0 0 0,0-1 0 0 0,0-1 0 0 0,0 1 0 0 0,0 0 0 0 0,0 0 0 0 0,-3 2 0 0 0,-1 1 4 0 0,0 0 1 0 0,0-1 0 0 0,0 0-1 0 0,-1 0 1 0 0,0 0-1 0 0,-13 6 1 0 0,16-9-87 0 0,0 0 0 0 0,0-1 0 0 0,0 1 0 0 0,0-1 0 0 0,0 0 0 0 0,-1 0 0 0 0,1 0 0 0 0,0-1 0 0 0,-1 1 0 0 0,1-1-1 0 0,-1 0 1 0 0,1-1 0 0 0,0 1 0 0 0,-1-1 0 0 0,1 0 0 0 0,-7-2 0 0 0,6 1-288 0 0,1 0 0 0 0,0 0 0 0 0,0-1-1 0 0,-1 0 1 0 0,2 0 0 0 0,-1 0 0 0 0,0 0-1 0 0,1-1 1 0 0,-1 1 0 0 0,1-1 0 0 0,0 0-1 0 0,0 0 1 0 0,0 0 0 0 0,-3-8 0 0 0,-1-2-2656 0 0,0 0 0 0 0,-4-16 1 0 0,4 4-3346 0 0</inkml:trace>
</inkml:ink>
</file>

<file path=ppt/ink/ink10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8:29.5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16 109 684 0 0,'-1'-19'7559'0'0,"-7"-30"0"0"0,4 26-5788 0 0,4 21-1573 0 0,-3-13 30 0 0</inkml:trace>
</inkml:ink>
</file>

<file path=ppt/ink/ink10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8:31.3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374 619 340 0 0,'2'-7'1062'0'0,"1"1"0"0"0,-1-1 1 0 0,0 0-1 0 0,0 0 0 0 0,-1 0 0 0 0,0-1 0 0 0,0-9 1 0 0,-1 12-851 0 0,0 1 0 0 0,-1-1 1 0 0,1 0-1 0 0,-1 1 0 0 0,0-1 1 0 0,-1 1-1 0 0,1-1 0 0 0,-1 1 0 0 0,0 0 1 0 0,0 0-1 0 0,0-1 0 0 0,-4-4 1 0 0,4 8-190 0 0,0-1 1 0 0,-1 0-1 0 0,1 1 0 0 0,-1-1 1 0 0,1 1-1 0 0,-1 0 1 0 0,1 0-1 0 0,-1 0 0 0 0,0 0 1 0 0,0 0-1 0 0,1 0 1 0 0,-1 1-1 0 0,0 0 0 0 0,0-1 1 0 0,0 1-1 0 0,0 0 1 0 0,0 0-1 0 0,1 1 0 0 0,-5 0 1 0 0,0 0-9 0 0,-1 1 0 0 0,1 0 0 0 0,0 0 1 0 0,-1 1-1 0 0,1 0 0 0 0,1 1 0 0 0,-1-1 1 0 0,-7 6-1 0 0,-46 37 204 0 0,56-42-211 0 0,-20 17 84 0 0,2 0 0 0 0,-39 48 0 0 0,52-58-75 0 0,0 2 0 0 0,1-1 0 0 0,1 1 0 0 0,0 1 0 0 0,1-1 0 0 0,0 1 0 0 0,1 0 0 0 0,-4 18 0 0 0,8-31-11 0 0,1 1 1 0 0,-1 0 0 0 0,1-1-1 0 0,0 1 1 0 0,0 0 0 0 0,-1-1-1 0 0,1 1 1 0 0,0 0 0 0 0,1 0-1 0 0,-1-1 1 0 0,0 1 0 0 0,0 0-1 0 0,1-1 1 0 0,-1 1 0 0 0,1-1-1 0 0,0 1 1 0 0,-1 0 0 0 0,1-1-1 0 0,0 1 1 0 0,0-1 0 0 0,1 2 0 0 0,0-1 0 0 0,-1-1 0 0 0,1 0 0 0 0,0-1 0 0 0,-1 1 0 0 0,1 0 0 0 0,0 0 0 0 0,-1-1 0 0 0,1 1 0 0 0,0-1 0 0 0,0 1 0 0 0,-1-1 0 0 0,1 0 1 0 0,0 0-1 0 0,0 0 0 0 0,0 0 0 0 0,3 0 0 0 0,2-1-1 0 0,1 0 0 0 0,0-1 0 0 0,0 0 0 0 0,-1-1 0 0 0,1 1 0 0 0,-1-1 0 0 0,0-1 0 0 0,8-4 0 0 0,-3 0-23 0 0,-1-1-1 0 0,1 0 1 0 0,-1-1 0 0 0,-1-1 0 0 0,18-23 0 0 0,40-67-184 0 0,-33 46 190 0 0,-31 47-2 0 0,5-5-65 0 0,-9 13 75 0 0,0-1 0 0 0,0 1 1 0 0,0 0-1 0 0,0 0 0 0 0,1 0 0 0 0,-1 0 0 0 0,0-1 0 0 0,0 1 0 0 0,0 0 0 0 0,0 0 0 0 0,1 0 0 0 0,-1 0 0 0 0,0 0 0 0 0,0 0 0 0 0,0 0 0 0 0,1-1 0 0 0,-1 1 1 0 0,0 0-1 0 0,0 0 0 0 0,0 0 0 0 0,1 0 0 0 0,-1 0 0 0 0,0 0 0 0 0,0 0 0 0 0,0 0 0 0 0,1 0 0 0 0,-1 0 0 0 0,0 0 0 0 0,0 0 0 0 0,0 0 0 0 0,1 0 0 0 0,-1 0 1 0 0,0 1-1 0 0,0-1 0 0 0,0 0 0 0 0,1 0 0 0 0,-1 0 0 0 0,0 0 0 0 0,0 0 0 0 0,0 0 0 0 0,0 0 0 0 0,1 1 0 0 0,-1-1 0 0 0,0 0 0 0 0,0 0 0 0 0,0 1 0 0 0,1 0 10 0 0,-1 1 0 0 0,0 0-1 0 0,0 0 1 0 0,0 0-1 0 0,0 0 1 0 0,0 0-1 0 0,0 0 1 0 0,-1 0-1 0 0,1 0 1 0 0,0-1-1 0 0,-2 4 1 0 0,0 3 53 0 0,-4 37 73 0 0,3-24-45 0 0,-2 39-1 0 0,5-55-74 0 0,1 0 0 0 0,-1 1 0 0 0,1-1 0 0 0,-1 0 0 0 0,2 1 0 0 0,-1-1 0 0 0,0 0 0 0 0,1 0 0 0 0,0 0-1 0 0,0 0 1 0 0,1 0 0 0 0,3 5 0 0 0,-4-7-8 0 0,1 0-1 0 0,0-1 0 0 0,0 1 1 0 0,0-1-1 0 0,0 0 1 0 0,1 1-1 0 0,-1-1 0 0 0,0-1 1 0 0,1 1-1 0 0,0 0 0 0 0,-1-1 1 0 0,1 0-1 0 0,0 0 1 0 0,-1 0-1 0 0,1 0 0 0 0,0-1 1 0 0,0 1-1 0 0,0-1 1 0 0,0 0-1 0 0,0 0 0 0 0,0-1 1 0 0,0 1-1 0 0,6-2 0 0 0,2-1-74 0 0,-1 1 0 0 0,0-2 0 0 0,1 0-1 0 0,-1 0 1 0 0,0-1 0 0 0,16-10 0 0 0,-12 5-27 0 0,-1-1 1 0 0,0-1-1 0 0,-1 0 1 0 0,0-1-1 0 0,-1-1 1 0 0,-1 0 0 0 0,0 0-1 0 0,0-1 1 0 0,-2 0-1 0 0,0-1 1 0 0,11-26 0 0 0,4-20 2 0 0,29-114 1 0 0,-46 146 68 0 0,14-53 722 0 0,14-114 1 0 0,-25 149-316 0 0,-10 46-366 0 0,-2 6-67 0 0,0 0 45 0 0,0-1 1 0 0,0 1-1 0 0,0 0 1 0 0,1 0 0 0 0,-1 1-1 0 0,1-1 1 0 0,0 0-1 0 0,1 0 1 0 0,-1 5-1 0 0,-2 4 18 0 0,-15 71 132 0 0,-12 52 927 0 0,-20 208 0 0 0,49-328-1011 0 0,0 1 1 0 0,1-1-1 0 0,1 1 1 0 0,0-1 0 0 0,6 25-1 0 0,-6-38-49 0 0,-1 0-1 0 0,1 0 0 0 0,0 0 1 0 0,0 0-1 0 0,0-1 0 0 0,1 1 1 0 0,-1 0-1 0 0,1-1 0 0 0,-1 1 1 0 0,1-1-1 0 0,0 1 1 0 0,0-1-1 0 0,0 0 0 0 0,0 0 1 0 0,1 0-1 0 0,-1 0 0 0 0,0 0 1 0 0,1 0-1 0 0,0-1 1 0 0,-1 1-1 0 0,1-1 0 0 0,0 0 1 0 0,0 1-1 0 0,-1-1 0 0 0,1-1 1 0 0,0 1-1 0 0,0 0 0 0 0,0-1 1 0 0,0 1-1 0 0,0-1 1 0 0,0 0-1 0 0,0 0 0 0 0,0 0 1 0 0,0-1-1 0 0,0 1 0 0 0,0-1 1 0 0,6-1-1 0 0,5-2-11 0 0,0-1 0 0 0,0-1-1 0 0,-1 0 1 0 0,0-1 0 0 0,0 0-1 0 0,-1-1 1 0 0,1 0 0 0 0,-2-1-1 0 0,1 0 1 0 0,-1-1 0 0 0,-1-1 0 0 0,0 1-1 0 0,12-18 1 0 0,-1 0-22 0 0,-2-1 0 0 0,-1 0 1 0 0,-2-1-1 0 0,22-54 0 0 0,-35 77 15 0 0,2-6-14 0 0,0 1 1 0 0,0-1-1 0 0,-1 0 1 0 0,-1 0-1 0 0,3-26 1 0 0,-6 37 2 0 0,-1 2 14 0 0,1-1-1 0 0,-1 1 0 0 0,1-1 1 0 0,-1 1-1 0 0,0 0 1 0 0,1-1-1 0 0,-1 1 0 0 0,0 0 1 0 0,1 0-1 0 0,-1-1 1 0 0,0 1-1 0 0,1 0 0 0 0,-1 0 1 0 0,0 0-1 0 0,1 0 1 0 0,-1 0-1 0 0,-1 0 0 0 0,-1 1 2 0 0,1 1-1 0 0,-1 0 1 0 0,0-1-1 0 0,0 1 1 0 0,1 0-1 0 0,-1 0 1 0 0,1 1-1 0 0,-1-1 1 0 0,1 0-1 0 0,0 1 1 0 0,0-1-1 0 0,0 1 1 0 0,0 0-1 0 0,0 0 1 0 0,1 0-1 0 0,-1 0 1 0 0,1 0-1 0 0,-1 3 1 0 0,1-1 2 0 0,0 0 0 0 0,1 0 0 0 0,-1 0 0 0 0,1 0 0 0 0,0 0 0 0 0,1 0 0 0 0,-1 0 0 0 0,1-1 0 0 0,0 1 0 0 0,0 0 0 0 0,2 4 0 0 0,4 7 8 0 0,0 0 0 0 0,0 0 0 0 0,2-1 0 0 0,0-1 0 0 0,21 27 0 0 0,63 80 111 0 0,-92-120-75 0 0,0 1-1 0 0,-1-1 0 0 0,1 0 1 0 0,0 0-1 0 0,-1 1 0 0 0,1-1 1 0 0,-1 0-1 0 0,1 1 0 0 0,-1-1 0 0 0,0 0 1 0 0,1 1-1 0 0,-1-1 0 0 0,0 1 1 0 0,0-1-1 0 0,0 0 0 0 0,0 1 1 0 0,0-1-1 0 0,0 1 0 0 0,-1-1 1 0 0,1 0-1 0 0,0 1 0 0 0,-1-1 0 0 0,1 0 1 0 0,-1 1-1 0 0,1-1 0 0 0,-1 0 1 0 0,0 1-1 0 0,0-1 0 0 0,1 0 1 0 0,-1 0-1 0 0,0 0 0 0 0,-2 2 0 0 0,0-1 65 0 0,1 1-1 0 0,-1-1 0 0 0,0 0 0 0 0,1 0 1 0 0,-1 0-1 0 0,0-1 0 0 0,0 1 0 0 0,-1-1 1 0 0,1 0-1 0 0,0 1 0 0 0,0-1 0 0 0,-1-1 0 0 0,-4 2 1 0 0,-8-1-3 0 0,1-1 0 0 0,0-1 0 0 0,0 0 1 0 0,-21-4-1 0 0,-5-7-2577 0 0,45-10-6068 0 0</inkml:trace>
</inkml:ink>
</file>

<file path=ppt/ink/ink10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8:31.7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77 101 1000 0 0,'8'-13'5856'0'0,"-7"11"-4685"0"0,1-1 0 0 0,5-18 6761 0 0,-8 21-7883 0 0,-1 1-1 0 0,0 0 0 0 0,1 0 1 0 0,-1-1-1 0 0,1 1 0 0 0,-1 0 0 0 0,1 0 1 0 0,0 0-1 0 0,-1 1 0 0 0,1-1 1 0 0,0 0-1 0 0,0 0 0 0 0,0 1 1 0 0,0-1-1 0 0,-2 4 0 0 0,-16 25 483 0 0,18-27-453 0 0,-8 13 123 0 0,1 0 0 0 0,1 1-1 0 0,1 0 1 0 0,0 0 0 0 0,-4 24 0 0 0,8-35-170 0 0,1 0 0 0 0,0 1 1 0 0,0 0-1 0 0,1-1 0 0 0,0 1 1 0 0,0-1-1 0 0,0 1 0 0 0,1 0 1 0 0,0-1-1 0 0,1 1 0 0 0,-1-1 1 0 0,1 0-1 0 0,0 1 0 0 0,1-1 1 0 0,-1 0-1 0 0,1 0 0 0 0,7 9 1 0 0,-8-12-21 0 0,1 0 1 0 0,-1-1-1 0 0,1 1 1 0 0,0-1-1 0 0,0 0 1 0 0,0 0-1 0 0,0 0 1 0 0,0 0-1 0 0,0 0 1 0 0,0-1-1 0 0,1 0 1 0 0,-1 1-1 0 0,1-1 1 0 0,-1 0-1 0 0,1-1 1 0 0,-1 1 0 0 0,1-1-1 0 0,-1 1 1 0 0,1-1-1 0 0,0 0 1 0 0,-1-1-1 0 0,1 1 1 0 0,-1 0-1 0 0,1-1 1 0 0,-1 0-1 0 0,1 0 1 0 0,-1 0-1 0 0,1 0 1 0 0,4-3-1 0 0,-1 0 8 0 0,0 1-1 0 0,0-1 1 0 0,0-1-1 0 0,-1 1 1 0 0,1-1-1 0 0,-1 0 0 0 0,-1 0 1 0 0,1-1-1 0 0,-1 0 1 0 0,0 0-1 0 0,0 0 0 0 0,6-12 1 0 0,-3 4-5 0 0,-2-2 0 0 0,0 1 0 0 0,-1-1 0 0 0,0 0 0 0 0,4-31 0 0 0,-8 36-14 0 0,0 1-1 0 0,0-1 1 0 0,-1 1 0 0 0,-1-1-1 0 0,0 0 1 0 0,0 1-1 0 0,-1 0 1 0 0,0-1 0 0 0,-1 1-1 0 0,-5-15 1 0 0,6 22-53 0 0,0-1-1 0 0,0 1 1 0 0,0-1 0 0 0,-1 1-1 0 0,1 0 1 0 0,-1 0 0 0 0,1 0-1 0 0,-1 1 1 0 0,0-1 0 0 0,0 1 0 0 0,-1-1-1 0 0,1 1 1 0 0,0 0 0 0 0,-1 0-1 0 0,1 0 1 0 0,-1 1 0 0 0,0-1-1 0 0,0 1 1 0 0,1 0 0 0 0,-9-1-1 0 0,7 1-700 0 0,-1 1 0 0 0,0-1-1 0 0,1 1 1 0 0,-1 0 0 0 0,1 1-1 0 0,-1 0 1 0 0,1 0 0 0 0,-11 3-1 0 0</inkml:trace>
</inkml:ink>
</file>

<file path=ppt/ink/ink1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8:33.7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119 392 836 0 0,'-96'43'9740'0'0,"94"-42"-9374"0"0,-18 8 3101 0 0,21-12-3447 0 0,0 0 1 0 0,0 1-1 0 0,0-1 1 0 0,1 1-1 0 0,-1-1 1 0 0,1 1-1 0 0,-1 0 0 0 0,1 0 1 0 0,0-1-1 0 0,0 1 1 0 0,3-2-1 0 0,30-26 31 0 0,-16 16-21 0 0,32-31-51 0 0,12-8-15 0 0,-2-3 0 0 0,87-103-1 0 0,-130 132 18 0 0,-18 26 11 0 0,1-1 1 0 0,0 1-1 0 0,0-1 1 0 0,-1 1 0 0 0,1-1-1 0 0,-1 1 1 0 0,0-1-1 0 0,1 0 1 0 0,-1 1 0 0 0,0-1-1 0 0,0 1 1 0 0,0-1 0 0 0,0 0-1 0 0,0 1 1 0 0,-1-4-1 0 0,1 3-10 0 0,-6 3 8 0 0,0 0 1 0 0,0 0 0 0 0,1 0 0 0 0,-1 1-1 0 0,0 0 1 0 0,1 0 0 0 0,-1 0 0 0 0,1 0-1 0 0,0 1 1 0 0,0 0 0 0 0,0 0-1 0 0,0 1 1 0 0,-6 5 0 0 0,-2 3 14 0 0,0 0 0 0 0,1 1 1 0 0,-14 18-1 0 0,25-29-5 0 0,-1 1-1 0 0,0-1 1 0 0,1 0-1 0 0,0 1 1 0 0,0-1 0 0 0,-1 1-1 0 0,1-1 1 0 0,1 1-1 0 0,-1-1 1 0 0,0 1-1 0 0,1 0 1 0 0,-1-1 0 0 0,1 1-1 0 0,0 0 1 0 0,0-1-1 0 0,0 1 1 0 0,0 0 0 0 0,0-1-1 0 0,0 1 1 0 0,1 0-1 0 0,0 0 1 0 0,-1-1-1 0 0,1 1 1 0 0,0-1 0 0 0,0 1-1 0 0,2 2 1 0 0,3 5-11 0 0,1-1 1 0 0,0 1-1 0 0,1-1 0 0 0,0-1 1 0 0,9 9-1 0 0,-6-8-27 0 0,-2 1 1 0 0,11 13-1 0 0,-17-18 45 0 0,1 0 1 0 0,-1 0-1 0 0,-1 0 1 0 0,1 0-1 0 0,-1 1 1 0 0,0-1-1 0 0,0 1 0 0 0,2 7 1 0 0,-4-10 19 0 0,0 0 1 0 0,0-1-1 0 0,1 1 1 0 0,-2 0-1 0 0,1 0 1 0 0,0 0-1 0 0,-1 0 1 0 0,1-1-1 0 0,-1 1 0 0 0,0 0 1 0 0,0 0-1 0 0,0-1 1 0 0,0 1-1 0 0,0-1 1 0 0,-1 1-1 0 0,1-1 1 0 0,-1 1-1 0 0,1-1 1 0 0,-4 3-1 0 0,-1 1 65 0 0,-1 0-1 0 0,1 0 1 0 0,-1-1-1 0 0,-1 1 1 0 0,1-2-1 0 0,-1 1 1 0 0,1-1 0 0 0,-1 0-1 0 0,-1-1 1 0 0,1 0-1 0 0,0 0 1 0 0,-1-1 0 0 0,0 0-1 0 0,1 0 1 0 0,-1-1-1 0 0,0 0 1 0 0,0-1-1 0 0,0 0 1 0 0,-16-2 0 0 0,24 2-170 0 0,0 0 1 0 0,0 0 0 0 0,0 0-1 0 0,0 0 1 0 0,0 0 0 0 0,0 0 0 0 0,0 0-1 0 0,0 0 1 0 0,-1-1 0 0 0,1 1 0 0 0,0-1-1 0 0,0 1 1 0 0,1 0 0 0 0,-1-1 0 0 0,0 0-1 0 0,0 1 1 0 0,0-1 0 0 0,0 0 0 0 0,0 1-1 0 0,0-1 1 0 0,1 0 0 0 0,-1 0-1 0 0,0 1 1 0 0,1-1 0 0 0,-1 0 0 0 0,1 0-1 0 0,-1 0 1 0 0,1 0 0 0 0,-1 0 0 0 0,0-2-1 0 0,1 1-447 0 0,0 0-1 0 0,1 0 1 0 0,-1 0-1 0 0,0-1 1 0 0,1 1-1 0 0,-1 0 1 0 0,1 0-1 0 0,0 0 0 0 0,-1 0 1 0 0,1 0-1 0 0,0 0 1 0 0,0 1-1 0 0,3-4 1 0 0,3-5-3918 0 0</inkml:trace>
</inkml:ink>
</file>

<file path=ppt/ink/ink1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8:34.3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219 14 1836 0 0,'7'-9'5485'0'0,"-7"8"-5427"0"0,0 1 0 0 0,0 0 0 0 0,0 0-1 0 0,0 0 1 0 0,0-1 0 0 0,0 1-1 0 0,0 0 1 0 0,0 0 0 0 0,0 0 0 0 0,0 0-1 0 0,0-1 1 0 0,1 1 0 0 0,-1 0 0 0 0,0 0-1 0 0,0 0 1 0 0,0 0 0 0 0,0 0 0 0 0,0 0-1 0 0,1-1 1 0 0,-1 1 0 0 0,0 0 0 0 0,0 0-1 0 0,0 0 1 0 0,0 0 0 0 0,1 0-1 0 0,-1 0 1 0 0,0 0 0 0 0,0 0 0 0 0,0 0-1 0 0,0 0 1 0 0,1 0 0 0 0,-1 0 0 0 0,0 0-1 0 0,0 0 1 0 0,0 0 0 0 0,1 0 0 0 0,-1 0-1 0 0,0 0 1 0 0,0 0 0 0 0,0 0 0 0 0,0 0-1 0 0,1 0 1 0 0,-1 0 0 0 0,0 0-1 0 0,0 0 1 0 0,0 0 0 0 0,0 0 0 0 0,1 1-1 0 0,-1-1 1 0 0,0 0 0 0 0,0 0 0 0 0,2 14 1056 0 0,-5 24-515 0 0,2-35-347 0 0,-1 18 150 0 0,0 1-1 0 0,2 26 0 0 0,0-40-328 0 0,1 1-1 0 0,0-1 1 0 0,1 0-1 0 0,0 1 0 0 0,0-1 1 0 0,1 0-1 0 0,0 0 0 0 0,6 12 1 0 0,-7-17-59 0 0,-1-1 1 0 0,1 0-1 0 0,-1 1 0 0 0,1-1 1 0 0,0 0-1 0 0,0 0 1 0 0,0 0-1 0 0,0 0 1 0 0,0-1-1 0 0,0 1 1 0 0,1 0-1 0 0,-1-1 1 0 0,1 0-1 0 0,-1 1 1 0 0,1-1-1 0 0,-1 0 1 0 0,1 0-1 0 0,0-1 0 0 0,-1 1 1 0 0,1 0-1 0 0,0-1 1 0 0,0 0-1 0 0,0 1 1 0 0,-1-1-1 0 0,1 0 1 0 0,0-1-1 0 0,0 1 1 0 0,-1 0-1 0 0,1-1 1 0 0,0 0-1 0 0,0 1 0 0 0,-1-1 1 0 0,5-2-1 0 0,0 0-8 0 0,0-1 0 0 0,0 0-1 0 0,0 0 1 0 0,-1 0 0 0 0,1-1-1 0 0,-1 0 1 0 0,0 0 0 0 0,0 0-1 0 0,-1-1 1 0 0,9-11 0 0 0,1-10 86 0 0,0 0 0 0 0,-2-1 1 0 0,-2-1-1 0 0,16-55 1 0 0,-26 82-36 0 0,-8 28 3 0 0,-91 336 1533 0 0,-95 305-432 0 0,183-638-1131 0 0,3-3 245 0 0,-2-1-1 0 0,-1 0 0 0 0,-1-1 1 0 0,0 0-1 0 0,-18 25 0 0 0,28-47-242 0 0,0-1 0 0 0,0 1 0 0 0,0-1 0 0 0,0 1 0 0 0,0-1-1 0 0,-1 0 1 0 0,1 0 0 0 0,0 1 0 0 0,-1-1 0 0 0,1 0-1 0 0,0 0 1 0 0,-1 0 0 0 0,0 0 0 0 0,1-1 0 0 0,-1 1-1 0 0,1 0 1 0 0,-1-1 0 0 0,0 1 0 0 0,0-1 0 0 0,1 1-1 0 0,-1-1 1 0 0,0 0 0 0 0,0 0 0 0 0,1 0 0 0 0,-1 0-1 0 0,0 0 1 0 0,0 0 0 0 0,1 0 0 0 0,-1-1 0 0 0,0 1 0 0 0,0-1-1 0 0,1 1 1 0 0,-1-1 0 0 0,-1 0 0 0 0,-1-2 5 0 0,1 1 0 0 0,0 0 0 0 0,0-1-1 0 0,0 0 1 0 0,0 0 0 0 0,0 0 0 0 0,0 0 0 0 0,1 0 0 0 0,0 0 0 0 0,-1-1 0 0 0,1 1 0 0 0,0-1 0 0 0,-2-6 0 0 0,0-4-21 0 0,0 1 1 0 0,2-1-1 0 0,-1 1 1 0 0,2-1-1 0 0,0 0 1 0 0,0 0 0 0 0,1 1-1 0 0,1-1 1 0 0,0 0-1 0 0,1 0 1 0 0,1 1-1 0 0,7-25 1 0 0,1 4-185 0 0,2 1 0 0 0,2 0 0 0 0,32-55 1 0 0,-11 32-1665 0 0,64-78 0 0 0,6 16-7636 0 0,-86 96 4121 0 0</inkml:trace>
</inkml:ink>
</file>

<file path=ppt/ink/ink1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8:35.0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99 62 2340 0 0,'0'-3'1804'0'0,"-9"-55"6977"0"0,1 79-8237 0 0,-30 137 338 0 0,13-46-562 0 0,7-42 1042 0 0,18-69-767 0 0,1-18-547 0 0,1 1-1 0 0,1-1 1 0 0,0 1-1 0 0,1-1 0 0 0,1 1 1 0 0,0 0-1 0 0,2 0 1 0 0,0 1-1 0 0,0 0 1 0 0,1 0-1 0 0,1 1 0 0 0,12-16 1 0 0,-19 28-48 0 0,0-1 0 0 0,1 1 0 0 0,-1 0 0 0 0,0 0 0 0 0,1 0 0 0 0,-1 0 0 0 0,1 0 1 0 0,-1 0-1 0 0,1 1 0 0 0,0-1 0 0 0,0 1 0 0 0,0 0 0 0 0,0-1 0 0 0,0 2 0 0 0,0-1 0 0 0,4-1 0 0 0,-4 2-3 0 0,-1 0 0 0 0,0 0 0 0 0,1 1 1 0 0,-1-1-1 0 0,0 1 0 0 0,0-1 0 0 0,0 1 0 0 0,1-1 0 0 0,-1 1 0 0 0,0 0 0 0 0,0 0 0 0 0,0 0 0 0 0,0 0 0 0 0,0 1 0 0 0,0-1 1 0 0,-1 0-1 0 0,1 1 0 0 0,0 0 0 0 0,-1-1 0 0 0,1 1 0 0 0,-1 0 0 0 0,1 0 0 0 0,0 2 0 0 0,2 3-19 0 0,0-1 0 0 0,-1 1 0 0 0,0 0 1 0 0,-1 0-1 0 0,0 1 0 0 0,0-1 0 0 0,0 1 0 0 0,-1-1 0 0 0,0 1 0 0 0,-1-1 0 0 0,1 1 0 0 0,-1-1 0 0 0,-1 1 0 0 0,0 0 0 0 0,-1 7 1 0 0,-4 3 65 0 0,6-18-43 0 0,0 1 0 0 0,0-1 0 0 0,-1 0-1 0 0,1 0 1 0 0,0 1 0 0 0,0-1 0 0 0,0 0 0 0 0,-1 0 0 0 0,1 0 0 0 0,0 0 0 0 0,-1 1 0 0 0,1-1 0 0 0,0 0-1 0 0,0 0 1 0 0,-1 0 0 0 0,1 0 0 0 0,0 0 0 0 0,-1 0 0 0 0,1 0 0 0 0,0 0 0 0 0,-1 0 0 0 0,1 0 0 0 0,0 0-1 0 0,-1 0 1 0 0,1 0 0 0 0,0 0 0 0 0,-1 0 0 0 0,1 0 0 0 0,0 0 0 0 0,-1 0 0 0 0,1 0 0 0 0,-1-1 0 0 0,1 1-3 0 0,0-1 0 0 0,-1 1 0 0 0,1-1 0 0 0,0 1 1 0 0,0-1-1 0 0,-1 0 0 0 0,1 1 0 0 0,0-1 1 0 0,0 1-1 0 0,0-1 0 0 0,0 0 0 0 0,0 1 1 0 0,0-1-1 0 0,0 1 0 0 0,0-1 0 0 0,0 0 1 0 0,0 1-1 0 0,0-1 0 0 0,0 0 0 0 0,0 1 1 0 0,0-1-1 0 0,0 1 0 0 0,1-2 0 0 0,4-16 42 0 0,-3 15 2 0 0,2-14-67 0 0,2 1 0 0 0,0 1-1 0 0,1-1 1 0 0,1 1 0 0 0,0 0 0 0 0,1 1 0 0 0,0 0 0 0 0,1 0-1 0 0,1 1 1 0 0,24-23 0 0 0,-32 34 9 0 0,0-1 0 0 0,0 1 0 0 0,0 0 0 0 0,0 0-1 0 0,0 0 1 0 0,1 1 0 0 0,-1-1 0 0 0,1 1 0 0 0,-1 0 0 0 0,1 0-1 0 0,0 0 1 0 0,-1 0 0 0 0,1 1 0 0 0,0-1 0 0 0,4 1 0 0 0,-6 0 9 0 0,0 1 1 0 0,0-1 0 0 0,0 1 0 0 0,0 0 0 0 0,1 0 0 0 0,-1 0 0 0 0,0 0 0 0 0,0 0 0 0 0,0 0 0 0 0,-1 0 0 0 0,1 1 0 0 0,0-1 0 0 0,0 1 0 0 0,-1-1 0 0 0,1 1-1 0 0,-1 0 1 0 0,1-1 0 0 0,-1 1 0 0 0,0 0 0 0 0,0 0 0 0 0,0 0 0 0 0,0 0 0 0 0,0 0 0 0 0,0 0 0 0 0,0 3 0 0 0,2 2 3 0 0,-1 0 1 0 0,0 1 0 0 0,0-1-1 0 0,-1 1 1 0 0,1-1-1 0 0,-1 8 1 0 0,-7 60 170 0 0,0-8-5219 0 0</inkml:trace>
</inkml:ink>
</file>

<file path=ppt/ink/ink1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8:35.7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112 73 580 0 0,'1'-3'2142'0'0,"7"-44"8192"0"0,-12 60-9751 0 0,-11 31 737 0 0,-71 196 984 0 0,71-198-1775 0 0,14-40-383 0 0,5-25 693 0 0,8-20-775 0 0,-8 32-46 0 0,51-116 40 0 0,-49 114-103 0 0,2 0-1 0 0,-1 1 1 0 0,2 0-1 0 0,0 1 1 0 0,0-1 0 0 0,1 2-1 0 0,15-14 1 0 0,-24 23 39 0 0,0 0 1 0 0,0 0 0 0 0,1 0-1 0 0,-1 0 1 0 0,0 0 0 0 0,0 0-1 0 0,1 0 1 0 0,-1 1 0 0 0,1-1-1 0 0,-1 0 1 0 0,0 1 0 0 0,1-1-1 0 0,-1 1 1 0 0,1 0-1 0 0,-1 0 1 0 0,1-1 0 0 0,0 1-1 0 0,-1 0 1 0 0,1 0 0 0 0,-1 0-1 0 0,1 1 1 0 0,-1-1 0 0 0,1 0-1 0 0,-1 0 1 0 0,1 1 0 0 0,-1-1-1 0 0,1 1 1 0 0,-1 0 0 0 0,0-1-1 0 0,1 1 1 0 0,-1 0 0 0 0,0 0-1 0 0,1-1 1 0 0,-1 1-1 0 0,0 0 1 0 0,0 1 0 0 0,0-1-1 0 0,0 0 1 0 0,0 0 0 0 0,0 0-1 0 0,0 1 1 0 0,0-1 0 0 0,-1 0-1 0 0,1 1 1 0 0,1 1 0 0 0,1 5-3 0 0,1 0 1 0 0,-1 0 0 0 0,-1 0-1 0 0,0 0 1 0 0,0 0 0 0 0,0 0-1 0 0,0 10 1 0 0,-1-9 29 0 0,-1 1 0 0 0,0 0 0 0 0,0-1 0 0 0,-1 1 0 0 0,0 0 0 0 0,-1-1 0 0 0,0 0-1 0 0,-1 1 1 0 0,-6 16 0 0 0,5-28-43 0 0,3 2 20 0 0,1 0 1 0 0,0 0 0 0 0,0 0-1 0 0,0 0 1 0 0,-1 0 0 0 0,1 0-1 0 0,0 0 1 0 0,0 0 0 0 0,0 0 0 0 0,-1 0-1 0 0,1 0 1 0 0,0 0 0 0 0,0 0-1 0 0,0 0 1 0 0,-1 0 0 0 0,1 0-1 0 0,0 0 1 0 0,0 0 0 0 0,0-1-1 0 0,-1 1 1 0 0,1 0 0 0 0,0 0-1 0 0,0 0 1 0 0,0 0 0 0 0,0 0-1 0 0,0-1 1 0 0,-1 1 0 0 0,1 0 0 0 0,0 0-1 0 0,0 0 1 0 0,0 0 0 0 0,0-1-1 0 0,0 1 1 0 0,0 0 0 0 0,0 0-1 0 0,0 0 1 0 0,0-1 0 0 0,0 1-1 0 0,1-12-71 0 0,0 0-1 0 0,1 0 0 0 0,0 0 1 0 0,1 0-1 0 0,1 1 1 0 0,0 0-1 0 0,0-1 0 0 0,1 1 1 0 0,12-19-1 0 0,-11 20 17 0 0,0 0 0 0 0,1 1 0 0 0,0-1 0 0 0,1 2 0 0 0,0-1 0 0 0,0 1 0 0 0,1 0 0 0 0,0 1 0 0 0,1 0 0 0 0,13-8 0 0 0,-21 14 34 0 0,1-1 0 0 0,-1 1 0 0 0,1 0 1 0 0,0 0-1 0 0,0 1 0 0 0,-1-1 0 0 0,1 0 0 0 0,0 1 0 0 0,0 0 0 0 0,0 0 0 0 0,-1 0 0 0 0,1 0 0 0 0,0 0 0 0 0,3 1 0 0 0,-5-1 22 0 0,0 1 0 0 0,1-1 0 0 0,-1 1-1 0 0,0-1 1 0 0,0 1 0 0 0,1 0 0 0 0,-1 0 0 0 0,0 0-1 0 0,0-1 1 0 0,0 1 0 0 0,0 0 0 0 0,0 0 0 0 0,0 1-1 0 0,-1-1 1 0 0,1 0 0 0 0,0 0 0 0 0,0 0 0 0 0,-1 0-1 0 0,1 1 1 0 0,-1-1 0 0 0,1 0 0 0 0,-1 1 0 0 0,0-1-1 0 0,1 0 1 0 0,-1 1 0 0 0,0-1 0 0 0,0 0-1 0 0,0 1 1 0 0,0-1 0 0 0,0 3 0 0 0,-1 12 98 0 0,0 1 1 0 0,-2-1 0 0 0,1 0-1 0 0,-7 19 1 0 0,-24 64-64 0 0,33-98-36 0 0,-1 0-255 0 0,-6 23-1032 0 0,6-10-1244 0 0</inkml:trace>
</inkml:ink>
</file>

<file path=ppt/ink/ink1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8:36.2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98 201 1572 0 0,'6'-10'6743'0'0,"2"-7"-1368"0"0,10 32-4966 0 0,-2-7-168 0 0,-15-7-166 0 0,2-1 5 0 0,0 0-52 0 0,0 0 0 0 0,0-1-1 0 0,0 1 1 0 0,0-1 0 0 0,0 1-1 0 0,0-1 1 0 0,0 0-1 0 0,0 0 1 0 0,0-1 0 0 0,-1 1-1 0 0,1-1 1 0 0,0 1 0 0 0,-1-1-1 0 0,4-3 1 0 0,-1 1-6 0 0,-1 0 0 0 0,0-1 0 0 0,0 0 0 0 0,0 0 0 0 0,-1 0 0 0 0,6-10 0 0 0,-2-1 0 0 0,0 0 0 0 0,-2-1 0 0 0,1 0 0 0 0,2-19-1 0 0,-8 35-20 0 0,1-1 0 0 0,-1 1-1 0 0,0 0 1 0 0,1-1 0 0 0,-1 1 0 0 0,0 0-1 0 0,0 0 1 0 0,0-1 0 0 0,0 1-1 0 0,0 0 1 0 0,0-1 0 0 0,-1 1-1 0 0,1 0 1 0 0,0 0 0 0 0,-1-1-1 0 0,1 1 1 0 0,-1 0 0 0 0,1 0 0 0 0,-1 0-1 0 0,1-1 1 0 0,-1 1 0 0 0,-1-1-1 0 0,1 1-1 0 0,0 1-1 0 0,0-1 1 0 0,0 0-1 0 0,-1 1 0 0 0,1 0 1 0 0,0-1-1 0 0,0 1 1 0 0,-1 0-1 0 0,1-1 0 0 0,0 1 1 0 0,0 0-1 0 0,-1 0 1 0 0,1 0-1 0 0,0 0 1 0 0,0 0-1 0 0,-1 1 0 0 0,1-1 1 0 0,-2 1-1 0 0,-4 1-2 0 0,0 0 0 0 0,0 1-1 0 0,0 0 1 0 0,1 0 0 0 0,-1 0 0 0 0,-5 5-1 0 0,-5 5-14 0 0,1 0-1 0 0,1 0 0 0 0,0 2 1 0 0,1 0-1 0 0,-24 33 0 0 0,29-35 5 0 0,1 0-1 0 0,0 1 0 0 0,1 0 0 0 0,1 0 0 0 0,0 1 0 0 0,1-1 0 0 0,1 1 1 0 0,-5 25-1 0 0,9-38 12 0 0,-1 1 1 0 0,1-1 0 0 0,0 1 0 0 0,0-1-1 0 0,0 0 1 0 0,0 1 0 0 0,1-1-1 0 0,-1 1 1 0 0,0-1 0 0 0,1 0 0 0 0,0 1-1 0 0,0-1 1 0 0,0 0 0 0 0,0 0 0 0 0,0 0-1 0 0,0 0 1 0 0,0 0 0 0 0,1 0-1 0 0,-1 0 1 0 0,1 0 0 0 0,-1 0 0 0 0,1 0-1 0 0,0-1 1 0 0,-1 1 0 0 0,5 2-1 0 0,-3-2-146 0 0,0-1 0 0 0,0 0 0 0 0,0 0 0 0 0,0 0-1 0 0,0 0 1 0 0,1 0 0 0 0,-1-1 0 0 0,0 1-1 0 0,0-1 1 0 0,0 0 0 0 0,1 0 0 0 0,-1 0 0 0 0,0-1-1 0 0,0 1 1 0 0,0-1 0 0 0,0 1 0 0 0,1-1 0 0 0,-1 0-1 0 0,3-2 1 0 0,4-1-1241 0 0,-1 0-1 0 0,0-1 1 0 0,16-11-1 0 0,-7 0-2417 0 0</inkml:trace>
</inkml:ink>
</file>

<file path=ppt/ink/ink1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8:36.5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236 142 520 0 0,'6'-53'5487'0'0,"2"-33"2599"0"0,-8 84-7461 0 0,-2 4-479 0 0,-4 4-23 0 0,1 1 1 0 0,1-1-1 0 0,-1 1 0 0 0,1 0 0 0 0,1 1 1 0 0,-1-1-1 0 0,1 1 0 0 0,-3 10 1 0 0,-16 71 1465 0 0,19-75-1355 0 0,-140 631 6567 0 0,135-610-6893 0 0,-3 6-521 0 0,-8 71 0 0 0,17-75-3129 0 0,25-43-6352 0 0,-21 5 9677 0 0,-1 0-1 0 0,0-1 0 0 0,0 1 1 0 0,2-3-1 0 0</inkml:trace>
</inkml:ink>
</file>

<file path=ppt/ink/ink1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8:37.1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61 912 0 0,'33'-54'11306'0'0,"-32"53"-10951"0"0,1-1 24 0 0,-2 2-369 0 0,0-1 0 0 0,0 1 0 0 0,0 0 0 0 0,0 0 1 0 0,1 0-1 0 0,-1 0 0 0 0,0-1 0 0 0,0 1 0 0 0,0 0 0 0 0,0 0 0 0 0,0 0 0 0 0,0 0 0 0 0,0 0 0 0 0,1-1 0 0 0,-1 1 0 0 0,0 0 0 0 0,0 0 0 0 0,0 0 0 0 0,0 0 0 0 0,1 0 0 0 0,-1 0 0 0 0,0 0 1 0 0,0 0-1 0 0,0 0 0 0 0,0-1 0 0 0,1 1 0 0 0,-1 0 0 0 0,0 0 0 0 0,0 0 0 0 0,0 0 0 0 0,1 0 0 0 0,-1 0 0 0 0,0 0 0 0 0,0 0 0 0 0,0 0 0 0 0,1 1 0 0 0,-1-1 0 0 0,0 0 0 0 0,0 0 0 0 0,0 0 1 0 0,1 0-1 0 0,3 3 147 0 0,-1 1 1 0 0,1 0 0 0 0,0 0 0 0 0,-1 0-1 0 0,0 0 1 0 0,0 1 0 0 0,0-1 0 0 0,-1 1-1 0 0,1 0 1 0 0,-1 0 0 0 0,0 0 0 0 0,-1 0-1 0 0,1 0 1 0 0,0 5 0 0 0,4 16 902 0 0,3 37 1 0 0,-8-51-755 0 0,0 0 0 0 0,-1 0 0 0 0,0-1 0 0 0,-1 1 0 0 0,0 0 0 0 0,-1-1 0 0 0,0 1 0 0 0,-1-1 0 0 0,0 0 1 0 0,-6 12-1 0 0,9-22-290 0 0,0-1 1 0 0,0 1 0 0 0,-1 0 0 0 0,1-1 0 0 0,0 1 0 0 0,-1-1 0 0 0,1 0-1 0 0,0 1 1 0 0,-1-1 0 0 0,1 1 0 0 0,-1-1 0 0 0,1 1 0 0 0,-1-1-1 0 0,1 0 1 0 0,-1 1 0 0 0,1-1 0 0 0,-1 0 0 0 0,1 0 0 0 0,-1 1-1 0 0,1-1 1 0 0,-1 0 0 0 0,1 0 0 0 0,-1 0 0 0 0,0 0 0 0 0,1 0-1 0 0,-1 1 1 0 0,1-1 0 0 0,-1 0 0 0 0,1 0 0 0 0,-1-1 0 0 0,0 1 0 0 0,1 0-1 0 0,-1 0 1 0 0,1 0 0 0 0,-1 0 0 0 0,1 0 0 0 0,-1-1 0 0 0,0 1-1 0 0,1 0 1 0 0,-1 0 0 0 0,1-1 0 0 0,-1 1 0 0 0,1 0 0 0 0,-1-1-1 0 0,0 0-15 0 0,0 0 0 0 0,0 0-1 0 0,0 0 1 0 0,0 0 0 0 0,0 0-1 0 0,0 0 1 0 0,1 0-1 0 0,-1 0 1 0 0,0-1 0 0 0,1 1-1 0 0,-1 0 1 0 0,1 0-1 0 0,-1-1 1 0 0,1 1 0 0 0,-1 0-1 0 0,1 0 1 0 0,0-1 0 0 0,0 1-1 0 0,0 0 1 0 0,0-3-1 0 0,1-2-189 0 0,1 0 0 0 0,0-1 0 0 0,0 1-1 0 0,1 0 1 0 0,0 0 0 0 0,0 0-1 0 0,0 0 1 0 0,1 1 0 0 0,0-1 0 0 0,0 1-1 0 0,0 0 1 0 0,1 0 0 0 0,6-5 0 0 0,12-10-1806 0 0,40-27 1 0 0,-45 34 1211 0 0,46-35-823 0 0,-20 14 4645 0 0,-43 33-2607 0 0,3-3 243 0 0,8-5 471 0 0,-7 10-773 0 0,-4 8-278 0 0,-6 21 940 0 0,-17 53 1 0 0,13-51-746 0 0,-7 39 0 0 0,12-57-341 0 0,-2 11-131 0 0,9-13-3049 0 0</inkml:trace>
</inkml:ink>
</file>

<file path=ppt/ink/ink1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8:37.2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73 1668 0 0,'0'-10'3744'0'0,"1"-7"-1095"0"0,-1 4-865 0 0,2 1-708 0 0,-2 1-696 0 0,0 1-728 0 0</inkml:trace>
</inkml:ink>
</file>

<file path=ppt/ink/ink1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8:37.6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173 28 1316 0 0,'21'-27'20472'0'0,"-28"27"-20683"0"0,2 2 207 0 0,1 0 0 0 0,-1 0-1 0 0,0 1 1 0 0,1 0 0 0 0,-1 0 0 0 0,1 0 0 0 0,0 0 0 0 0,0 1 0 0 0,0-1 0 0 0,-6 9 0 0 0,1-2-32 0 0,-7 4 62 0 0,1 2 1 0 0,0 0-1 0 0,2 1 1 0 0,0 0-1 0 0,0 1 1 0 0,-17 36-1 0 0,29-52-17 0 0,-1 1 0 0 0,1-1 0 0 0,0 0 0 0 0,0 1 0 0 0,1-1 0 0 0,-1 1 0 0 0,1 0 0 0 0,-1-1 0 0 0,1 1 0 0 0,0-1 0 0 0,0 1 1 0 0,0 0-1 0 0,0-1 0 0 0,0 1 0 0 0,0-1 0 0 0,1 1 0 0 0,-1 0 0 0 0,1-1 0 0 0,0 1 0 0 0,0-1 0 0 0,0 0 0 0 0,2 3 0 0 0,-1-3-139 0 0,0-1 0 0 0,1 0 1 0 0,-1 1-1 0 0,1-1 0 0 0,-1 0 1 0 0,1-1-1 0 0,-1 1 0 0 0,1 0 1 0 0,0-1-1 0 0,-1 0 0 0 0,1 1 1 0 0,5-1-1 0 0,-1-1-827 0 0,0 1 1 0 0,1-1-1 0 0,-1 0 0 0 0,0 0 0 0 0,1-1 1 0 0,-1 0-1 0 0,0 0 0 0 0,0-1 0 0 0,0 0 1 0 0,-1 0-1 0 0,1-1 0 0 0,11-8 0 0 0,1-2-4404 0 0</inkml:trace>
</inkml:ink>
</file>

<file path=ppt/ink/ink1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8:38.0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128 25 496 0 0,'-101'-7'15301'0'0,"99"7"-14377"0"0,-17-2 1754 0 0,13 1-1989 0 0,9-1-267 0 0,18-1-143 0 0,31-1-295 0 0,108 0-4460 0 0,-80 3-2703 0 0,-34 1 465 0 0</inkml:trace>
</inkml:ink>
</file>

<file path=ppt/ink/ink1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8:38.9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 16 0 0,'16'-2'16413'0'0,"-9"0"-16000"0"0</inkml:trace>
</inkml:ink>
</file>

<file path=ppt/ink/ink1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8:47.7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31 268 0 0,'0'0'2726'0'0,"1"-3"-3004"0"0,2-18 5618 0 0,-2 15-8171 0 0</inkml:trace>
</inkml:ink>
</file>

<file path=ppt/ink/ink1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8:48.3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0 277 36 0 0,'6'-46'6477'0'0,"-3"-23"-1635"0"0,-3 60-4426 0 0,1-10 62 0 0,-1 19-477 0 0,0-1 0 0 0,0 1 0 0 0,1 0 0 0 0,-1 0 0 0 0,0-1 0 0 0,1 1 0 0 0,-1 0 0 0 0,0 0 0 0 0,1 0 0 0 0,-1-1 0 0 0,0 1 0 0 0,1 0 0 0 0,-1 0 0 0 0,1 0 0 0 0,-1 0 0 0 0,0 0 0 0 0,1 0 0 0 0,-1 0 0 0 0,0 0 0 0 0,1 0 0 0 0,-1 0 0 0 0,1 0 0 0 0,-1 0 0 0 0,0 0 0 0 0,1 0 0 0 0,-1 0 0 0 0,1 0 0 0 0,-1 0 0 0 0,0 0 0 0 0,1 1 0 0 0,-1-1 0 0 0,0 0 0 0 0,1 0 0 0 0,-1 0 0 0 0,0 1 0 0 0,1-1 0 0 0,-1 0 0 0 0,0 1 0 0 0,0-1 0 0 0,1 0 0 0 0,-1 0 0 0 0,0 1 0 0 0,0-1 0 0 0,1 1 0 0 0,111 99-227 0 0,6 5 237 0 0,-84-77-14 0 0,-25-19 672 0 0,2 0-1 0 0,-1-1 1 0 0,21 12 0 0 0,-30-19-355 0 0,14-5 318 0 0,-7-7-528 0 0,0 0 0 0 0,-1-1 0 0 0,0 0 1 0 0,-1 0-1 0 0,0 0 0 0 0,5-20 0 0 0,20-87 24 0 0,-14 48-47 0 0,-12 48 97 0 0,11-30-3170 0 0,3 18-4788 0 0,-12 26 4143 0 0</inkml:trace>
</inkml:ink>
</file>

<file path=ppt/ink/ink1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8:48.6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42 2268 0 0,'-2'-16'5085'0'0,"0"5"-2833"0"0,0-4 905 0 0,6 16-2363 0 0,5 7-791 0 0,4 9 118 0 0,0 0 0 0 0,-1 1-1 0 0,-1 0 1 0 0,0 0 0 0 0,-2 1 0 0 0,13 34-1 0 0,-11-20-48 0 0,-1 1 0 0 0,-2 0 0 0 0,5 45-1 0 0,-9-35-1 0 0,-3 1 0 0 0,-6 84 0 0 0,-26 88 36 0 0,4-34-3009 0 0,23-131-2152 0 0,4-31 410 0 0</inkml:trace>
</inkml:ink>
</file>

<file path=ppt/ink/ink1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8:49.2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46 154 1516 0 0,'-30'-18'8022'0'0,"28"16"-8024"0"0,-9-4 1789 0 0,9 6-896 0 0,5 4-757 0 0,-1-3 164 0 0,21-1 312 0 0,1 0 1 0 0,0-2-1 0 0,44-10 1 0 0,92-38-1 0 0,-108 32-522 0 0,0 2 0 0 0,103-18 0 0 0,-150 34-91 0 0,1-1 1 0 0,-1 1-1 0 0,0 0 0 0 0,0 1 0 0 0,1-1 1 0 0,-1 1-1 0 0,0 0 0 0 0,0 0 1 0 0,0 1-1 0 0,0-1 0 0 0,0 1 0 0 0,0 0 1 0 0,7 5-1 0 0,-10-6-206 0 0,0 1 0 0 0,0 0 0 0 0,0-1 1 0 0,0 1-1 0 0,-1 0 0 0 0,1 0 0 0 0,0 0 0 0 0,-1 0 0 0 0,0 0 1 0 0,1 0-1 0 0,-1 1 0 0 0,0-1 0 0 0,0 0 0 0 0,0 1 0 0 0,0-1 1 0 0,-1 1-1 0 0,1-1 0 0 0,-1 1 0 0 0,1-1 0 0 0,-1 1 0 0 0,0-1 1 0 0,0 1-1 0 0,0-1 0 0 0,0 1 0 0 0,0-1 0 0 0,-1 1 0 0 0,1-1 1 0 0,-1 1-1 0 0,-1 3 0 0 0,-3 8-2907 0 0,2-1-1023 0 0</inkml:trace>
</inkml:ink>
</file>

<file path=ppt/ink/ink1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8:49.6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66 52 1588 0 0,'-9'-20'7362'0'0,"-4"-11"-747"0"0,13 31-6592 0 0,-1 0-1 0 0,1 1 0 0 0,0-1 0 0 0,0 0 0 0 0,-1 1 0 0 0,1-1 0 0 0,0 1 0 0 0,0-1 1 0 0,0 0-1 0 0,-1 1 0 0 0,1-1 0 0 0,0 1 0 0 0,0-1 0 0 0,0 1 0 0 0,0-1 1 0 0,0 1-1 0 0,0-1 0 0 0,0 0 0 0 0,0 1 0 0 0,0-1 0 0 0,0 1 0 0 0,0-1 0 0 0,0 1 1 0 0,0-1-1 0 0,0 1 0 0 0,1-1 0 0 0,1 13 250 0 0,-2-12-266 0 0,8 38 1307 0 0,-3 2 1 0 0,2 64-1 0 0,-12 81 655 0 0,-36 207-557 0 0,24-303-3531 0 0</inkml:trace>
</inkml:ink>
</file>

<file path=ppt/ink/ink1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8:50.4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1 110 1532 0 0,'7'-32'4381'0'0,"-3"18"-1779"0"0,-1 0 0 0 0,0 0 0 0 0,0-22 0 0 0,9 70-1705 0 0,-5 30 427 0 0,-2 0 1 0 0,-7 114 0 0 0,0-124-1057 0 0,-11 178 414 0 0,9-205-220 0 0,4-22 31 0 0,4-22-377 0 0,6-28-60 0 0,25-69-1 0 0,-26 92-94 0 0,1 0-1 0 0,1 1 1 0 0,0 0-1 0 0,28-36 1 0 0,-36 53 22 0 0,-1 1-1 0 0,1 0 1 0 0,-1 0 0 0 0,1 0 0 0 0,0 0 0 0 0,0 0 0 0 0,0 0 0 0 0,1 1-1 0 0,-1 0 1 0 0,1 0 0 0 0,-1 0 0 0 0,1 0 0 0 0,0 0 0 0 0,-1 1-1 0 0,1-1 1 0 0,0 1 0 0 0,0 0 0 0 0,0 0 0 0 0,0 1 0 0 0,0-1 0 0 0,7 1-1 0 0,-9 0 15 0 0,0 1 0 0 0,0 0 0 0 0,0 0 0 0 0,0-1 0 0 0,0 1 0 0 0,0 0 0 0 0,0 0 0 0 0,-1 1 0 0 0,1-1 0 0 0,0 0 0 0 0,-1 1 0 0 0,1-1 0 0 0,-1 1 0 0 0,1-1 0 0 0,-1 1 0 0 0,0-1 0 0 0,0 1 0 0 0,2 3 0 0 0,15 33-30 0 0,-12-17 16 0 0,-1 1 0 0 0,-1 1 0 0 0,0-1 0 0 0,-2 1 0 0 0,0 22 0 0 0,3 28-8 0 0,-3-56 9 0 0,-2-12 12 0 0,0 1 0 0 0,0-1 0 0 0,1 0 0 0 0,0 0 0 0 0,0 0 0 0 0,0 0 0 0 0,1 0 1 0 0,0 0-1 0 0,0-1 0 0 0,0 1 0 0 0,0 0 0 0 0,4 4 0 0 0,-5-8-4 0 0,0 0 0 0 0,0 0 0 0 0,1 0 0 0 0,-1 0 1 0 0,0 0-1 0 0,0 0 0 0 0,0-1 0 0 0,1 1 0 0 0,-1-1 0 0 0,0 1 1 0 0,1-1-1 0 0,-1 1 0 0 0,0-1 0 0 0,1 0 0 0 0,-1 0 0 0 0,1 1 1 0 0,-1-1-1 0 0,0 0 0 0 0,1 0 0 0 0,1-1 0 0 0,26-4-97 0 0,-19 1 71 0 0,0 0 1 0 0,0-1-1 0 0,0 0 1 0 0,-1-1-1 0 0,0 0 1 0 0,0 0 0 0 0,0-1-1 0 0,8-8 1 0 0,2-4-53 0 0,33-42 0 0 0,-47 55 76 0 0,54-76-74 0 0,-53 72 80 0 0,0 0-1 0 0,-1-1 1 0 0,0 0 0 0 0,-1 0 0 0 0,0 0 0 0 0,4-16 0 0 0,-8 5-49 0 0,0 21 49 0 0,-1 1 1 0 0,1 0-1 0 0,0-1 0 0 0,0 1 0 0 0,0 0 1 0 0,0-1-1 0 0,-1 1 0 0 0,1-1 1 0 0,0 1-1 0 0,0 0 0 0 0,-1-1 0 0 0,1 1 1 0 0,0 0-1 0 0,0 0 0 0 0,-1-1 1 0 0,1 1-1 0 0,0 0 0 0 0,-1 0 1 0 0,1-1-1 0 0,-1 1 0 0 0,1 0 0 0 0,0 0 1 0 0,-1 0-1 0 0,1 0 0 0 0,-1 0 1 0 0,1 0-1 0 0,-1-1 0 0 0,-1 2-1 0 0,1-1 0 0 0,-1 1 0 0 0,0-1-1 0 0,1 1 1 0 0,-1 0 0 0 0,0 0 0 0 0,1 0 0 0 0,-1 0-1 0 0,1 0 1 0 0,-1 0 0 0 0,1 0 0 0 0,-1 0 0 0 0,1 0-1 0 0,0 1 1 0 0,0-1 0 0 0,0 0 0 0 0,0 1-1 0 0,-1 1 1 0 0,-13 16-1 0 0,2 1 0 0 0,1 0 0 0 0,0 1 0 0 0,1 0 0 0 0,1 0 0 0 0,2 1 0 0 0,-13 45 0 0 0,21-65 12 0 0,-1 1 0 0 0,1-1 1 0 0,-1 1-1 0 0,1-1 0 0 0,0 0 1 0 0,0 1-1 0 0,0-1 1 0 0,0 1-1 0 0,0-1 0 0 0,1 1 1 0 0,-1-1-1 0 0,1 0 0 0 0,0 1 1 0 0,-1-1-1 0 0,1 0 1 0 0,0 1-1 0 0,0-1 0 0 0,1 0 1 0 0,-1 0-1 0 0,0 0 0 0 0,1 0 1 0 0,-1 0-1 0 0,1 0 1 0 0,0-1-1 0 0,1 3 0 0 0,1-2 2 0 0,1 0-1 0 0,-1 0 1 0 0,0 0-1 0 0,1 0 1 0 0,-1-1-1 0 0,1 1 1 0 0,0-1-1 0 0,-1-1 0 0 0,1 1 1 0 0,0-1-1 0 0,-1 1 1 0 0,7-2-1 0 0,42 0-606 0 0,0-4 0 0 0,0-1 0 0 0,92-24 0 0 0,49-35-10284 0 0,-154 49 5009 0 0</inkml:trace>
</inkml:ink>
</file>

<file path=ppt/ink/ink1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8:51.2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103 665 652 0 0,'-14'-2'3285'0'0,"11"2"-2135"0"0,-8 0-177 0 0,8 0-163 0 0,-12 5 1166 0 0,11-2-1705 0 0,0 1-1 0 0,1-1 1 0 0,-1 1 0 0 0,1 0-1 0 0,0 0 1 0 0,0 0-1 0 0,0 0 1 0 0,0 0 0 0 0,-3 10-1 0 0,1-3 144 0 0,1 1 0 0 0,0 0 0 0 0,-3 14 1 0 0,7-24-189 0 0,2 5 1604 0 0,6-12-1262 0 0,0-1-488 0 0,0-1 1 0 0,0-1-1 0 0,-1 1 0 0 0,0-1 0 0 0,-1 0 0 0 0,0-1 0 0 0,10-17 0 0 0,-9 14-32 0 0,25-44 47 0 0,-3 0 0 0 0,-2-2 0 0 0,22-70 0 0 0,36-190-13 0 0,-69 247-296 0 0,-15 69 166 0 0,1 8-24 0 0,-1 0 69 0 0,0 0 0 0 0,0 0 0 0 0,0 0 0 0 0,0 1 0 0 0,-1-1-1 0 0,-1 0 1 0 0,0 7 0 0 0,1 10-20 0 0,5 314 151 0 0,-40 364 0 0 0,27-621-71 0 0,-41 289 94 0 0,44-345-118 0 0,1-8-10 0 0,1-1 0 0 0,-1 24 0 0 0,4-39-103 0 0,0 0 0 0 0,0 1 1 0 0,0-1-1 0 0,0 0 1 0 0,0 1-1 0 0,0-1 0 0 0,0 0 1 0 0,0 0-1 0 0,0 1 1 0 0,0-1-1 0 0,0 0 1 0 0,0 0-1 0 0,0 1 0 0 0,0-1 1 0 0,0 0-1 0 0,0 0 1 0 0,-1 1-1 0 0,1-1 0 0 0,0 0 1 0 0,0 0-1 0 0,0 1 1 0 0,0-1-1 0 0,-1 0 0 0 0,1 0 1 0 0,0 0-1 0 0,0 1 1 0 0,0-1-1 0 0,0 0 1 0 0,-1 0-1 0 0,1 0 0 0 0,0 0 1 0 0,0 1-1 0 0,-1-1 1 0 0,1 0-1 0 0,0 0 0 0 0,0 0 1 0 0,-1 0-1 0 0,1 0 1 0 0,0 0-1 0 0,-1 0 0 0 0,1 0 1 0 0,0 0-1 0 0,0 0 1 0 0,-1 0-1 0 0,1 0 1 0 0,0 0-1 0 0,0 0 0 0 0,-1 0 1 0 0,1 0-1 0 0,0 0 1 0 0,0 0-1 0 0,-1 0 0 0 0,1-1 1 0 0</inkml:trace>
</inkml:ink>
</file>

<file path=ppt/ink/ink1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8:51.6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79 2148 0 0,'0'-5'675'0'0,"2"-34"4573"0"0,-2 37-5095 0 0,0 0 0 0 0,1 0 1 0 0,-1 0-1 0 0,1 0 0 0 0,-1 0 1 0 0,1 1-1 0 0,-1-1 1 0 0,1 0-1 0 0,0 0 0 0 0,0 1 1 0 0,0-1-1 0 0,0 0 0 0 0,0 1 1 0 0,1-1-1 0 0,1-1 0 0 0,-1 2-82 0 0,1 0-1 0 0,-1 1 0 0 0,1-1 0 0 0,-1 1 1 0 0,1-1-1 0 0,-1 1 0 0 0,1 0 1 0 0,0 0-1 0 0,-1 0 0 0 0,1 0 0 0 0,-1 0 1 0 0,1 1-1 0 0,0-1 0 0 0,-1 1 1 0 0,1 0-1 0 0,3 1 0 0 0,2 1-34 0 0,1 1 0 0 0,-1 0-1 0 0,0 0 1 0 0,-1 0 0 0 0,1 1-1 0 0,-1 0 1 0 0,0 1 0 0 0,0 0 0 0 0,-1 0-1 0 0,1 0 1 0 0,-1 1 0 0 0,-1 0-1 0 0,1 0 1 0 0,-1 0 0 0 0,0 1 0 0 0,5 12-1 0 0,-7-14 29 0 0,-1 0 1 0 0,1 0-1 0 0,-1 0 0 0 0,-1 1 0 0 0,1-1 0 0 0,-1 0 0 0 0,0 1 1 0 0,-1-1-1 0 0,0 1 0 0 0,0-1 0 0 0,0 1 0 0 0,-1-1 0 0 0,1 1 0 0 0,-2-1 1 0 0,1 1-1 0 0,-1-1 0 0 0,0 0 0 0 0,0 0 0 0 0,0 0 0 0 0,-1 0 0 0 0,0 0 1 0 0,-1 0-1 0 0,-3 5 0 0 0,-4 2-127 0 0,0-1 0 0 0,0-1 0 0 0,-1 0 0 0 0,-15 11 0 0 0,19-15-590 0 0</inkml:trace>
</inkml:ink>
</file>

<file path=ppt/ink/ink1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8:52.3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38 1716 0 0,'5'-4'1159'0'0,"0"-1"0"0"0,0 2 0 0 0,0-1 0 0 0,1 0 0 0 0,0 1 0 0 0,-1 0 0 0 0,11-3 0 0 0,-12 5-1020 0 0,0 0 0 0 0,-1 1 0 0 0,1-1 0 0 0,-1 1 0 0 0,1 0 0 0 0,0 0 0 0 0,-1 1 0 0 0,1-1 1 0 0,-1 1-1 0 0,1-1 0 0 0,-1 1 0 0 0,1 0 0 0 0,-1 1 0 0 0,1-1 0 0 0,4 3 0 0 0,0 1-43 0 0,0-1 1 0 0,0 1-1 0 0,0 1 0 0 0,-1 0 0 0 0,0 0 0 0 0,0 0 1 0 0,0 1-1 0 0,-1 0 0 0 0,0 0 0 0 0,0 0 0 0 0,-1 1 0 0 0,0 0 1 0 0,-1 0-1 0 0,1 0 0 0 0,-1 1 0 0 0,-1-1 0 0 0,0 1 1 0 0,0 0-1 0 0,-1 0 0 0 0,0 0 0 0 0,0 1 0 0 0,-1-1 1 0 0,0 0-1 0 0,-1 0 0 0 0,0 1 0 0 0,0-1 0 0 0,-1 0 1 0 0,0 1-1 0 0,-1-1 0 0 0,0 0 0 0 0,-1 0 0 0 0,-3 9 0 0 0,-1 3 510 0 0,-2-1-1 0 0,0 0 0 0 0,-1-1 0 0 0,-1 0 0 0 0,-14 18 1 0 0,23-35-264 0 0,2-2-336 0 0,0-1 0 0 0,0 1 0 0 0,0 0 0 0 0,0 0 0 0 0,-1 0 0 0 0,1-1 0 0 0,0 1 0 0 0,0 0 0 0 0,0 0 0 0 0,-1 0 1 0 0,1 0-1 0 0,0 0 0 0 0,0 0 0 0 0,0-1 0 0 0,-1 1 0 0 0,1 0 0 0 0,0 0 0 0 0,0 0 0 0 0,-1 0 0 0 0,1 0 0 0 0,0 0 0 0 0,0 0 0 0 0,-1 0 0 0 0,1 0 0 0 0,0 0 0 0 0,0 0 0 0 0,-1 0 0 0 0,1 0 0 0 0,-1 0 0 0 0,1 1-2 0 0,0-1-1 0 0,-1 0 1 0 0,1 0 0 0 0,0 0-1 0 0,-1 0 1 0 0,1 0-1 0 0,0 0 1 0 0,-1 0 0 0 0,1 0-1 0 0,0 0 1 0 0,-1 0-1 0 0,1 0 1 0 0,-1 0 0 0 0,1-1-1 0 0,0 1 1 0 0,-1 0 0 0 0,1 0-1 0 0,0 0 1 0 0,0 0-1 0 0,-1 0 1 0 0,1-1 0 0 0,0 1-1 0 0,-1 0 1 0 0,1 0-1 0 0,0-1 1 0 0,0 1 0 0 0,-1 0-1 0 0,1 0 1 0 0,0-1-1 0 0,0 1 1 0 0,0 0 0 0 0,-1-1-1 0 0,1 1 1 0 0,0-1 0 0 0,-1-7 9 0 0,0-1 0 0 0,1 0 1 0 0,0 1-1 0 0,1-1 1 0 0,-1 0-1 0 0,2 1 0 0 0,-1-1 1 0 0,1 1-1 0 0,1-1 0 0 0,-1 1 1 0 0,1 0-1 0 0,1 0 1 0 0,0 0-1 0 0,0 1 0 0 0,0-1 1 0 0,6-7-1 0 0,-1 2-24 0 0,1 1-1 0 0,0-1 1 0 0,1 1 0 0 0,0 1-1 0 0,1 0 1 0 0,0 1 0 0 0,1 0-1 0 0,14-8 1 0 0,-19 13-11 0 0,0 1-1 0 0,0 0 1 0 0,0 0-1 0 0,1 1 1 0 0,-1 0 0 0 0,1 1-1 0 0,0 0 1 0 0,11-2 0 0 0,-18 4 16 0 0,0 0 0 0 0,0 1 1 0 0,0-1-1 0 0,1 0 1 0 0,-1 1-1 0 0,0-1 1 0 0,0 1-1 0 0,0-1 1 0 0,0 1-1 0 0,1 0 0 0 0,-1 0 1 0 0,0 0-1 0 0,-1 0 1 0 0,1 1-1 0 0,0-1 1 0 0,0 0-1 0 0,0 1 1 0 0,-1-1-1 0 0,1 1 1 0 0,-1 0-1 0 0,1-1 0 0 0,-1 1 1 0 0,0 0-1 0 0,0 0 1 0 0,1 0-1 0 0,-1 0 1 0 0,0 0-1 0 0,0 2 1 0 0,3 7-8 0 0,0 1 0 0 0,-1-1 0 0 0,4 24 0 0 0,-5-23-8 0 0,1 4 11 0 0,-3-9 8 0 0,1 0 0 0 0,0 0 0 0 0,1 1 0 0 0,0-1 0 0 0,0 0 1 0 0,0-1-1 0 0,1 1 0 0 0,0 0 0 0 0,1-1 0 0 0,7 12 1 0 0,-9-16 1 0 0,0 0 0 0 0,0-1 0 0 0,0 1 0 0 0,0-1 0 0 0,1 1 0 0 0,-1-1 0 0 0,0 0 0 0 0,1 0 0 0 0,-1 0 0 0 0,1 0 0 0 0,0-1 0 0 0,-1 1 0 0 0,1-1 0 0 0,-1 1 0 0 0,1-1 0 0 0,0 0 0 0 0,-1 0 0 0 0,1 0 0 0 0,0 0 0 0 0,-1-1 0 0 0,1 1 0 0 0,3-2 1 0 0,-5 2 0 0 0,6-2 1 0 0,0 0 0 0 0,-1 0 0 0 0,1-1-1 0 0,-1 0 1 0 0,1-1 0 0 0,-1 1 0 0 0,0-1-1 0 0,0 0 1 0 0,-1-1 0 0 0,1 1 0 0 0,-1-1 0 0 0,0 0-1 0 0,0 0 1 0 0,-1-1 0 0 0,1 0 0 0 0,-1 0 0 0 0,4-7-1 0 0,1-3 2 0 0,-1-1 0 0 0,-1 1-1 0 0,0-1 1 0 0,-1 0 0 0 0,5-28-1 0 0,-9 37-4 0 0,-1 0 0 0 0,0 0-1 0 0,-1-1 1 0 0,0 1 0 0 0,0 0-1 0 0,-1-1 1 0 0,0 1 0 0 0,0 0-1 0 0,-3-10 1 0 0,3 15-4 0 0,0 0 0 0 0,0 0-1 0 0,0 0 1 0 0,-1 0 0 0 0,1 0 0 0 0,-1 0 0 0 0,1 0-1 0 0,-1 0 1 0 0,0 1 0 0 0,0-1 0 0 0,-1 1-1 0 0,1 0 1 0 0,0-1 0 0 0,-1 1 0 0 0,1 0-1 0 0,-1 0 1 0 0,0 0 0 0 0,0 1 0 0 0,0-1-1 0 0,1 1 1 0 0,-2 0 0 0 0,1-1 0 0 0,0 1 0 0 0,0 1-1 0 0,0-1 1 0 0,-7-1 0 0 0,3 2-29 0 0,-1 1 0 0 0,1-1 0 0 0,-1 1 0 0 0,0 0 0 0 0,1 1 0 0 0,0 0 0 0 0,-1 0 0 0 0,1 1 0 0 0,0-1 0 0 0,0 2 0 0 0,-11 6 0 0 0,13-7-362 0 0,0 0-1 0 0,0 1 1 0 0,1 0-1 0 0,-1 0 1 0 0,1 0-1 0 0,0 0 0 0 0,-4 7 1 0 0,6-8-344 0 0,0 1 0 0 0,0-1 0 0 0,0 1 0 0 0,0-1 0 0 0,1 1 0 0 0,0 0 0 0 0,0-1 0 0 0,0 1 1 0 0,0 0-1 0 0,0 0 0 0 0,1 7 0 0 0</inkml:trace>
</inkml:ink>
</file>

<file path=ppt/ink/ink1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8:53.3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341 479 2180 0 0,'1'-16'4903'0'0,"-1"14"-4637"0"0,0 0 1 0 0,0 0-1 0 0,-1 1 1 0 0,1-1-1 0 0,-1 0 1 0 0,1 1 0 0 0,-1-1-1 0 0,1 0 1 0 0,-1 1-1 0 0,0-1 1 0 0,0 1-1 0 0,0-1 1 0 0,0 1-1 0 0,0 0 1 0 0,-2-3-1 0 0,-1 2-5 0 0,1 0-1 0 0,0-1 0 0 0,-1 2 0 0 0,1-1 0 0 0,-1 0 0 0 0,-4-1 1 0 0,5 3-193 0 0,0-1 1 0 0,0 1 0 0 0,0 0 0 0 0,0 0 0 0 0,0 0 0 0 0,0 0 0 0 0,0 1 0 0 0,1-1-1 0 0,-1 1 1 0 0,0 0 0 0 0,0 0 0 0 0,0 0 0 0 0,-2 1 0 0 0,-34 17 415 0 0,39-19-482 0 0,-18 10 63 0 0,2 2 0 0 0,-1-1 0 0 0,1 2 0 0 0,1 0 0 0 0,0 1 0 0 0,1 1 0 0 0,1 0 0 0 0,0 1 0 0 0,1 0 0 0 0,1 1 0 0 0,0 0 0 0 0,1 0 0 0 0,1 2 0 0 0,1-1 0 0 0,-9 29 0 0 0,16-44-45 0 0,0 1 0 0 0,1-1-1 0 0,-1 1 1 0 0,1 0 0 0 0,0-1 0 0 0,-1 1 0 0 0,2-1 0 0 0,-1 1 0 0 0,0 0 0 0 0,1-1 0 0 0,0 1 0 0 0,-1-1 0 0 0,4 6-1 0 0,-3-7-6 0 0,0 0 0 0 0,0 0 0 0 0,0-1 0 0 0,0 1 0 0 0,1-1 0 0 0,-1 1-1 0 0,0-1 1 0 0,1 1 0 0 0,-1-1 0 0 0,1 0 0 0 0,0 0 0 0 0,-1 0-1 0 0,1 0 1 0 0,0 0 0 0 0,0 0 0 0 0,0 0 0 0 0,0-1 0 0 0,0 1 0 0 0,-1-1-1 0 0,1 1 1 0 0,0-1 0 0 0,0 0 0 0 0,0 0 0 0 0,0 0 0 0 0,3 0-1 0 0,1 0-2 0 0,1-1-1 0 0,0-1 0 0 0,-1 1 0 0 0,1-1 1 0 0,-1 0-1 0 0,0 0 0 0 0,1-1 1 0 0,-1 0-1 0 0,0 0 0 0 0,-1 0 0 0 0,12-9 1 0 0,-1-1-79 0 0,1 0 1 0 0,19-23-1 0 0,-6 2-300 0 0,-2-2 0 0 0,-1-1-1 0 0,-2 0 1 0 0,-2-2-1 0 0,30-65 1 0 0,-26 39 461 0 0,-3-1 1 0 0,28-129 0 0 0,-48 178 288 0 0,-1 3 18 0 0,0 0 0 0 0,1-24 0 0 0,-4 36-343 0 0,-15 26 116 0 0,-3 21-69 0 0,1 2 0 0 0,3-1 0 0 0,-10 58 0 0 0,18-75-70 0 0,3 1 0 0 0,0 0-1 0 0,2 0 1 0 0,1 0 0 0 0,1 0 0 0 0,8 43 0 0 0,-7-65-22 0 0,0 1 0 0 0,1-1 0 0 0,0 0 0 0 0,0 0 0 0 0,0 0 1 0 0,1-1-1 0 0,1 1 0 0 0,-1-1 0 0 0,1 0 0 0 0,0 0 0 0 0,1 0 0 0 0,0-1 0 0 0,9 8 0 0 0,-12-11-70 0 0,0-1-1 0 0,1 1 0 0 0,-1-1 1 0 0,1 0-1 0 0,-1 0 0 0 0,1-1 1 0 0,0 1-1 0 0,0-1 1 0 0,0 0-1 0 0,0 0 0 0 0,0 0 1 0 0,0 0-1 0 0,0-1 0 0 0,0 1 1 0 0,0-1-1 0 0,0 0 0 0 0,0 0 1 0 0,0-1-1 0 0,0 1 0 0 0,0-1 1 0 0,0 0-1 0 0,0 0 0 0 0,0 0 1 0 0,0-1-1 0 0,0 0 0 0 0,0 1 1 0 0,-1-1-1 0 0,1 0 0 0 0,5-5 1 0 0,2-2-106 0 0,0 0 0 0 0,-1-1 0 0 0,0 0 1 0 0,0 0-1 0 0,-1-1 0 0 0,-1 0 0 0 0,12-22 0 0 0,41-92 344 0 0,-45 87 225 0 0,-4 9 482 0 0,11-22 510 0 0,-22 49-1191 0 0,-1 32 514 0 0,-6 2 90 0 0,0 2-233 0 0,-3 42 0 0 0,8-67-534 0 0,1 0-1 0 0,1 1 1 0 0,-1-1 0 0 0,1 0-1 0 0,1 1 1 0 0,0-1 0 0 0,0 0-1 0 0,1 0 1 0 0,5 13-1 0 0,-7-19-70 0 0,1 0 0 0 0,0 1 0 0 0,0-1 0 0 0,0 0 0 0 0,0 0 0 0 0,0 0 0 0 0,1 0 0 0 0,-1-1 0 0 0,1 1 0 0 0,0-1 0 0 0,0 1 0 0 0,0-1 0 0 0,0 0 0 0 0,0 0 0 0 0,0 0 0 0 0,0-1 0 0 0,1 1 0 0 0,-1-1 0 0 0,1 0 0 0 0,-1 0 0 0 0,1 0 0 0 0,-1 0 0 0 0,7 0 0 0 0,-3-2-233 0 0,1 0 0 0 0,0 0 0 0 0,-1-1 0 0 0,1 0 0 0 0,-1 0 0 0 0,1-1 0 0 0,-1 0 0 0 0,0 0 0 0 0,0-1 0 0 0,0 0 0 0 0,-1 0 0 0 0,1 0 0 0 0,-1-1 0 0 0,0 0 0 0 0,0 0 0 0 0,-1-1 0 0 0,0 0 0 0 0,0 0 0 0 0,0 0 0 0 0,0 0 0 0 0,3-8 0 0 0,1-3 27 0 0,-1 0-1 0 0,-1 0 1 0 0,-1-1-1 0 0,8-34 1 0 0,1-31 2229 0 0,-11 62-822 0 0,0-4-306 0 0,-3 17-210 0 0,-1 20 185 0 0,0 1-297 0 0,-5 68 1285 0 0,0 21-826 0 0,6-92-1319 0 0,-1 0 0 0 0,2 0 0 0 0,-1 0 0 0 0,1 0 0 0 0,1 0 0 0 0,0-1 0 0 0,7 17 0 0 0,-9-23 11 0 0,1-1 1 0 0,-1 1-1 0 0,1-1 1 0 0,0 0-1 0 0,0 1 1 0 0,0-1 0 0 0,0 0-1 0 0,1 0 1 0 0,-1 0-1 0 0,0-1 1 0 0,1 1-1 0 0,-1-1 1 0 0,1 1-1 0 0,4 1 1 0 0,26 5-5884 0 0,-12-5 707 0 0</inkml:trace>
</inkml:ink>
</file>

<file path=ppt/ink/ink1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8:53.6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211 58 2580 0 0,'2'-6'2128'0'0,"0"-1"1"0"0,-1 0-1 0 0,0 0 0 0 0,1-13 0 0 0,-2 20-2024 0 0,0-1-1 0 0,0 0 1 0 0,0 1 0 0 0,-1-1-1 0 0,1 1 1 0 0,0-1-1 0 0,0 1 1 0 0,-1-1 0 0 0,1 1-1 0 0,0-1 1 0 0,-1 1-1 0 0,1 0 1 0 0,-1-1 0 0 0,1 1-1 0 0,0-1 1 0 0,-1 1-1 0 0,1 0 1 0 0,-1-1 0 0 0,1 1-1 0 0,-1 0 1 0 0,1-1-1 0 0,-1 1 1 0 0,1 0 0 0 0,-1 0-1 0 0,1 0 1 0 0,-1 0-1 0 0,0-1 1 0 0,1 1 0 0 0,-1 0-1 0 0,1 0 1 0 0,-1 0-1 0 0,1 0 1 0 0,-1 0 0 0 0,0 0-1 0 0,1 0 1 0 0,-1 1-1 0 0,1-1 1 0 0,-1 0 0 0 0,1 0-1 0 0,-1 0 1 0 0,1 0-1 0 0,-1 1 1 0 0,1-1 0 0 0,-1 1-1 0 0,-1-1-242 0 0,-3 2 363 0 0,0 0 0 0 0,0 1 1 0 0,0 0-1 0 0,1 0 0 0 0,-1 0 0 0 0,1 1 1 0 0,-1-1-1 0 0,1 1 0 0 0,0 0 1 0 0,0 0-1 0 0,-4 7 0 0 0,-3 2 249 0 0,-4 3-153 0 0,1 1 1 0 0,1 1 0 0 0,1 0-1 0 0,1 1 1 0 0,-14 30-1 0 0,18-33-231 0 0,0 0 0 0 0,2 1 0 0 0,0 0 0 0 0,1 0 0 0 0,0 0 0 0 0,2 0 0 0 0,-2 25 0 0 0,4-37-73 0 0,0-1 0 0 0,1 0 1 0 0,-1 0-1 0 0,1 1 0 0 0,0-1 0 0 0,0 0 1 0 0,0 0-1 0 0,0 0 0 0 0,1 0 0 0 0,0 0 1 0 0,-1 0-1 0 0,1 0 0 0 0,1-1 0 0 0,3 6 1 0 0,-5-7-77 0 0,2 0 0 0 0,-1-1 1 0 0,0 1-1 0 0,0 0 1 0 0,1-1-1 0 0,-1 1 0 0 0,1-1 1 0 0,-1 1-1 0 0,1-1 1 0 0,-1 0-1 0 0,1 0 1 0 0,0-1-1 0 0,0 1 0 0 0,-1 0 1 0 0,1-1-1 0 0,0 0 1 0 0,0 1-1 0 0,0-1 0 0 0,0 0 1 0 0,-1-1-1 0 0,1 1 1 0 0,5-1-1 0 0,3-2-536 0 0,0 0-1 0 0,1-1 1 0 0,-1 0 0 0 0,-1-1-1 0 0,1 0 1 0 0,-1-1 0 0 0,0 0-1 0 0,0 0 1 0 0,15-14 0 0 0,-4 1-2204 0 0,-1 0 1 0 0,34-44-1 0 0,-23 21-2850 0 0</inkml:trace>
</inkml:ink>
</file>

<file path=ppt/ink/ink1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8:53.9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159 170 2216 0 0,'2'-18'2095'0'0,"-1"0"-1"0"0,-1 0 0 0 0,-4-27 0 0 0,0-14 2440 0 0,4 59-4496 0 0,1 0 1 0 0,-1-1 0 0 0,0 1 0 0 0,0 0-1 0 0,0-1 1 0 0,0 1 0 0 0,0-1 0 0 0,0 1-1 0 0,0 0 1 0 0,0-1 0 0 0,0 1 0 0 0,0 0-1 0 0,0-1 1 0 0,0 1 0 0 0,-1 0 0 0 0,1-1-1 0 0,0 1 1 0 0,0-1 0 0 0,0 1 0 0 0,0 0-1 0 0,-1 0 1 0 0,1-1 0 0 0,0 1 0 0 0,0 0-1 0 0,0-1 1 0 0,-1 1 0 0 0,1 0 0 0 0,0 0-1 0 0,-1-1 1 0 0,1 1 0 0 0,0 0 0 0 0,-1 0-1 0 0,1 0 1 0 0,0-1 0 0 0,-1 1 0 0 0,1 0-1 0 0,0 0 1 0 0,-1 0 0 0 0,1 0 0 0 0,0 0 0 0 0,-1 0-1 0 0,1 0 1 0 0,0 0 0 0 0,-1 0 0 0 0,1 0-1 0 0,-1 0 1 0 0,1 0 0 0 0,0 0 0 0 0,-1 0-1 0 0,1 0 1 0 0,0 0 0 0 0,-1 0 0 0 0,1 1-1 0 0,-1-1 1 0 0,-1 1 92 0 0,1 0-1 0 0,-1 0 1 0 0,1 0-1 0 0,-1 0 1 0 0,1 0-1 0 0,-1 0 1 0 0,1 0-1 0 0,0 1 1 0 0,-1-1-1 0 0,0 2 1 0 0,-9 16 1036 0 0,0 0-1 0 0,2 1 1 0 0,0 0 0 0 0,1 0 0 0 0,-9 41 0 0 0,-13 112 1922 0 0,26-142-2682 0 0,-8 44-1 0 0,3 1-1 0 0,4 0 0 0 0,5 88 1 0 0,0-162-541 0 0,0-1 0 0 0,0 0 0 0 0,0 1-1 0 0,0-1 1 0 0,0 1 0 0 0,1-1 0 0 0,-1 0 0 0 0,0 1 0 0 0,1-1 0 0 0,-1 0 0 0 0,1 0 0 0 0,-1 1 0 0 0,1-1 0 0 0,0 0-1 0 0,-1 0 1 0 0,1 0 0 0 0,0 1 0 0 0,0-1 0 0 0,0 0 0 0 0,0 0 0 0 0,0-1 0 0 0,0 1 0 0 0,0 0 0 0 0,0 0-1 0 0,2 1 1 0 0,-1-2-120 0 0,-1 0 0 0 0,1 0 0 0 0,0 0-1 0 0,0 0 1 0 0,0 0 0 0 0,0 0 0 0 0,-1 0-1 0 0,1-1 1 0 0,0 1 0 0 0,0-1 0 0 0,-1 1-1 0 0,1-1 1 0 0,0 0 0 0 0,-1 1 0 0 0,1-1-1 0 0,1-2 1 0 0,7-3-2317 0 0,0-2 0 0 0,-1 1-1 0 0,0-1 1 0 0,12-14 0 0 0,-6 4-5124 0 0</inkml:trace>
</inkml:ink>
</file>

<file path=ppt/ink/ink1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8:54.1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86 116 684 0 0,'-74'-15'20185'0'0,"63"11"-16234"0"0,33-2-3490 0 0,1 1 0 0 0,42-4 0 0 0,12-1-942 0 0,-39 3-611 0 0,78-20-2112 0 0,-80 13-1416 0 0,-1-4-3583 0 0</inkml:trace>
</inkml:ink>
</file>

<file path=ppt/ink/ink1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8:55.3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288 310 304 0 0,'-22'-26'9776'0'0,"20"24"-9363"0"0,0 0 0 0 0,0 0 1 0 0,-1 0-1 0 0,1 0 0 0 0,-1 1 0 0 0,1-1 0 0 0,-1 1 0 0 0,-4-2 0 0 0,6 3-367 0 0,0 0 0 0 0,-1 0 0 0 0,1 0-1 0 0,0 0 1 0 0,0 0 0 0 0,-1 0 0 0 0,1 0 0 0 0,0 1 0 0 0,0-1 0 0 0,-1 1 0 0 0,1-1 0 0 0,0 1 0 0 0,0-1-1 0 0,0 1 1 0 0,0 0 0 0 0,0-1 0 0 0,0 1 0 0 0,0 0 0 0 0,-2 1 0 0 0,-18 19 404 0 0,20-19-359 0 0,-15 17 233 0 0,1 1 1 0 0,1 0 0 0 0,1 1 0 0 0,1 0-1 0 0,0 1 1 0 0,2 0 0 0 0,1 1-1 0 0,1 0 1 0 0,-10 41 0 0 0,17-58-293 0 0,0-1 1 0 0,1 0-1 0 0,0 0 1 0 0,-1 0-1 0 0,2 0 1 0 0,-1 1-1 0 0,0-1 1 0 0,1 0-1 0 0,0 0 1 0 0,0 0-1 0 0,1 0 1 0 0,0 0-1 0 0,2 5 1 0 0,-3-8-19 0 0,0 0 0 0 0,1 1 0 0 0,0-1 0 0 0,-1 0 0 0 0,1 0 1 0 0,0-1-1 0 0,0 1 0 0 0,0 0 0 0 0,0-1 0 0 0,0 1 0 0 0,0-1 0 0 0,1 1 0 0 0,-1-1 0 0 0,0 0 0 0 0,1 0 1 0 0,-1 0-1 0 0,1 0 0 0 0,-1-1 0 0 0,1 1 0 0 0,0-1 0 0 0,-1 1 0 0 0,1-1 0 0 0,-1 0 0 0 0,1 0 0 0 0,0 0 1 0 0,-1 0-1 0 0,4-1 0 0 0,3-1 6 0 0,0 0 0 0 0,0 0 1 0 0,-1-1-1 0 0,1 0 0 0 0,-1-1 0 0 0,0 0 1 0 0,0 0-1 0 0,0-1 0 0 0,0 0 0 0 0,-1 0 1 0 0,0 0-1 0 0,0-1 0 0 0,0 0 1 0 0,-1-1-1 0 0,1 0 0 0 0,-2 0 0 0 0,1 0 1 0 0,-1 0-1 0 0,0-1 0 0 0,-1 0 0 0 0,6-12 1 0 0,-6 11-15 0 0,0-1 0 0 0,0 1 1 0 0,-1-1-1 0 0,-1 0 0 0 0,1 0 1 0 0,-2 0-1 0 0,1-1 0 0 0,-1 1 1 0 0,-1 0-1 0 0,0 0 0 0 0,0-1 1 0 0,-1 1-1 0 0,0 0 0 0 0,-1 0 1 0 0,0 0-1 0 0,-1 0 0 0 0,0 0 0 0 0,-8-16 1 0 0,10 24-13 0 0,0-1-1 0 0,-1 0 1 0 0,1 1 0 0 0,-1 0 0 0 0,0-1-1 0 0,1 1 1 0 0,-1 0 0 0 0,0 0 0 0 0,-1 0 0 0 0,1 0-1 0 0,0 1 1 0 0,0-1 0 0 0,-1 0 0 0 0,1 1-1 0 0,-1 0 1 0 0,0-1 0 0 0,1 1 0 0 0,-6-1 0 0 0,4 1 0 0 0,1 1 1 0 0,-1 0 0 0 0,0 0-1 0 0,0 0 1 0 0,0 0 0 0 0,0 1-1 0 0,1 0 1 0 0,-1-1-1 0 0,0 1 1 0 0,1 0 0 0 0,-1 1-1 0 0,-5 2 1 0 0,-1 1-11 0 0,-1 2 0 0 0,1-1 0 0 0,0 1 1 0 0,0 1-1 0 0,1 0 0 0 0,0 0 0 0 0,-13 16 0 0 0,15-15 5 0 0,0 0 0 0 0,1 1 0 0 0,0 0 0 0 0,1 0 0 0 0,0 1 0 0 0,0-1-1 0 0,1 1 1 0 0,-3 13 0 0 0,6-21 11 0 0,0 1 0 0 0,1-1 0 0 0,0 1 0 0 0,-1 0 0 0 0,1-1 0 0 0,1 1 0 0 0,-1 0-1 0 0,0-1 1 0 0,1 1 0 0 0,0-1 0 0 0,0 1 0 0 0,2 5 0 0 0,-2-6 4 0 0,1-1 1 0 0,-1 0-1 0 0,1 1 1 0 0,0-1 0 0 0,-1 0-1 0 0,1 0 1 0 0,0 0-1 0 0,1 0 1 0 0,-1 0-1 0 0,0-1 1 0 0,0 1-1 0 0,1-1 1 0 0,-1 1-1 0 0,1-1 1 0 0,0 0-1 0 0,-1 0 1 0 0,1 0-1 0 0,4 1 1 0 0,7 1 5 0 0,1-1 1 0 0,0 0-1 0 0,0-1 1 0 0,0 0-1 0 0,0-2 1 0 0,0 0-1 0 0,0 0 1 0 0,24-6-1 0 0,-2-3-4 0 0,0-1-1 0 0,42-18 1 0 0,-50 17 2 0 0,0-2-1 0 0,-1-1 1 0 0,-1-1 0 0 0,-1-1 0 0 0,43-36-1 0 0,-53 38-5 0 0,0-1 1 0 0,-2 0-1 0 0,1-1 0 0 0,-2-1 0 0 0,0 0 0 0 0,-1-1 1 0 0,-1 0-1 0 0,-1 0 0 0 0,8-22 0 0 0,-9 18-22 0 0,-1 0 0 0 0,-1 0 0 0 0,-1-1 0 0 0,-1 0 0 0 0,2-34-1 0 0,-7 58 15 0 0,1-1 0 0 0,-1 1 0 0 0,0 0 0 0 0,0-1 0 0 0,0 1 0 0 0,0-1 0 0 0,0 1 0 0 0,0-1 0 0 0,0 1-1 0 0,0 0 1 0 0,0-1 0 0 0,0 1 0 0 0,-1-1 0 0 0,1 1 0 0 0,0-1 0 0 0,0 1 0 0 0,0 0 0 0 0,0-1 0 0 0,-1 1-1 0 0,1-1 1 0 0,0 1 0 0 0,0 0 0 0 0,-1-1 0 0 0,1 1 0 0 0,0 0 0 0 0,-1 0 0 0 0,1-1 0 0 0,0 1 0 0 0,-1-1-1 0 0,-9 8-42 0 0,-10 20 46 0 0,9-6 6 0 0,1 1 0 0 0,1 0 0 0 0,-12 45-1 0 0,-10 73 6 0 0,-6 148 267 0 0,19 5 362 0 0,8-114-313 0 0,3-54-116 0 0,-16 184 250 0 0,15-258-51 0 0,-1 0 1 0 0,-3-1-1 0 0,-35 94 0 0 0,43-131-142 0 0,-2-1 0 0 0,0 0-1 0 0,-1 0 1 0 0,0-1-1 0 0,0 0 1 0 0,-1-1-1 0 0,-1 1 1 0 0,1-1 0 0 0,-16 12-1 0 0,18-17-150 0 0,0-1 0 0 0,0 0 0 0 0,0 0 0 0 0,-1-1 0 0 0,0 0 0 0 0,1 0-1 0 0,-1 0 1 0 0,0-1 0 0 0,0 0 0 0 0,-1 0 0 0 0,1-1 0 0 0,0 0 0 0 0,-1 0 0 0 0,1-1 0 0 0,0 0 0 0 0,-1 0-1 0 0,1-1 1 0 0,-11-2 0 0 0,3 0 1 0 0,0-1-1 0 0,1-1 1 0 0,0 0 0 0 0,0-1-1 0 0,0-1 1 0 0,1 0-1 0 0,0-1 1 0 0,1 0-1 0 0,-1-1 1 0 0,1 0 0 0 0,1-1-1 0 0,0-1 1 0 0,1 1-1 0 0,-1-2 1 0 0,2 1 0 0 0,-11-17-1 0 0,10 12-84 0 0,1 0-1 0 0,0 0 0 0 0,2-1 1 0 0,-1 0-1 0 0,2 0 1 0 0,0-1-1 0 0,2 0 1 0 0,0 0-1 0 0,0 0 1 0 0,2-1-1 0 0,0 1 1 0 0,1-1-1 0 0,2-19 0 0 0,3 7-4 0 0,1 0-1 0 0,2 0 0 0 0,1 0 0 0 0,2 1 0 0 0,0 1 0 0 0,2-1 1 0 0,2 2-1 0 0,0 0 0 0 0,2 0 0 0 0,1 1 0 0 0,30-36 1 0 0,-5 13-232 0 0,3 2 0 0 0,1 2 0 0 0,3 3 0 0 0,85-61 0 0 0,-89 74-800 0 0,2 1-1 0 0,1 3 0 0 0,65-27 0 0 0,-75 39-1965 0 0,1 1 0 0 0,68-13-1 0 0,-73 22-4813 0 0</inkml:trace>
</inkml:ink>
</file>

<file path=ppt/ink/ink1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8:56.0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329 116 1976 0 0,'4'-6'941'0'0,"1"0"241"0"0,0 0 0 0 0,-1-1 0 0 0,0 0 0 0 0,0 0 0 0 0,0 0 1 0 0,-1-1-1 0 0,0 1 0 0 0,-1-1 0 0 0,1 1 0 0 0,-2-1 0 0 0,3-15 0 0 0,-4 22-1165 0 0,0 1 0 0 0,0-1 0 0 0,0 1 0 0 0,-1 0 0 0 0,1-1 0 0 0,0 1-1 0 0,0-1 1 0 0,0 1 0 0 0,-1 0 0 0 0,1-1 0 0 0,0 1 0 0 0,0 0 0 0 0,-1-1 0 0 0,1 1 0 0 0,0 0 0 0 0,-1-1-1 0 0,1 1 1 0 0,0 0 0 0 0,-1 0 0 0 0,1-1 0 0 0,0 1 0 0 0,-1 0 0 0 0,1 0 0 0 0,-1 0 0 0 0,1 0-1 0 0,-1-1 1 0 0,1 1 0 0 0,0 0 0 0 0,-1 0 0 0 0,1 0 0 0 0,-1 0 0 0 0,1 0 0 0 0,-1 0 0 0 0,1 0-1 0 0,0 0 1 0 0,-1 0 0 0 0,1 0 0 0 0,-1 0 0 0 0,1 1 0 0 0,-1-1 0 0 0,1 0 0 0 0,-1 0 0 0 0,-18 7 162 0 0,7-1-112 0 0,0 2 0 0 0,0 0 0 0 0,1 0-1 0 0,-20 20 1 0 0,-36 45 26 0 0,59-65-78 0 0,-101 129 78 0 0,97-119-72 0 0,1-1 1 0 0,1 2-1 0 0,0 0 0 0 0,1 0 0 0 0,1 1 0 0 0,-6 25 1 0 0,12-39 3 0 0,1 0 1 0 0,0 0 0 0 0,1 0-1 0 0,-1 0 1 0 0,1 1 0 0 0,2 8-1 0 0,-2-13-17 0 0,0-1 0 0 0,0 1 0 0 0,0-1 0 0 0,1 0-1 0 0,-1 1 1 0 0,0-1 0 0 0,1 0 0 0 0,-1 1 0 0 0,1-1 0 0 0,0 0-1 0 0,-1 0 1 0 0,1 0 0 0 0,0 1 0 0 0,0-1 0 0 0,0 0 0 0 0,0 0-1 0 0,0 0 1 0 0,0 0 0 0 0,0 0 0 0 0,0-1 0 0 0,0 1 0 0 0,0 0 0 0 0,1 0-1 0 0,-1-1 1 0 0,0 1 0 0 0,0-1 0 0 0,1 1 0 0 0,-1-1 0 0 0,1 1-1 0 0,-1-1 1 0 0,0 0 0 0 0,1 0 0 0 0,-1 0 0 0 0,0 0 0 0 0,1 0-1 0 0,-1 0 1 0 0,3 0 0 0 0,6-2 5 0 0,0 0-1 0 0,-1-1 1 0 0,1 0-1 0 0,-1-1 1 0 0,0 1 0 0 0,0-2-1 0 0,0 1 1 0 0,0-1-1 0 0,-1-1 1 0 0,0 0 0 0 0,0 0-1 0 0,-1 0 1 0 0,1-1-1 0 0,-1 0 1 0 0,7-10-1 0 0,10-15 10 0 0,-1-1-1 0 0,29-55 1 0 0,-24 39 19 0 0,-21 36-110 0 0,1 0-1 0 0,18-20 0 0 0,-25 31 20 0 0,3 40-75 0 0,-5-31 126 0 0,-2 18 39 0 0,-1 41 1 0 0,4-60-15 0 0,0 0 1 0 0,1 0-1 0 0,-1 0 0 0 0,1 0 1 0 0,0 0-1 0 0,1-1 0 0 0,0 1 1 0 0,-1 0-1 0 0,2-1 1 0 0,-1 0-1 0 0,1 1 0 0 0,-1-1 1 0 0,5 5-1 0 0,-4-7-10 0 0,-1-1 1 0 0,1 0-1 0 0,0 1 0 0 0,0-1 0 0 0,1 0 1 0 0,-1 0-1 0 0,0-1 0 0 0,1 1 0 0 0,-1-1 0 0 0,1 0 1 0 0,-1 1-1 0 0,1-2 0 0 0,0 1 0 0 0,0 0 1 0 0,-1-1-1 0 0,1 1 0 0 0,0-1 0 0 0,0 0 1 0 0,-1-1-1 0 0,1 1 0 0 0,0-1 0 0 0,0 1 1 0 0,6-3-1 0 0,5-2-33 0 0,0 1 1 0 0,0-2-1 0 0,0 0 0 0 0,17-11 1 0 0,7-7-1490 0 0,64-50 1 0 0,-16 0-7713 0 0,-68 57 4001 0 0</inkml:trace>
</inkml:ink>
</file>

<file path=ppt/ink/ink1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9:01.5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340 254 1308 0 0,'7'-12'1861'0'0,"-2"0"0"0"0,1 0 0 0 0,5-21 0 0 0,-9 24-1417 0 0,0 1 0 0 0,0-1 0 0 0,-1 1 1 0 0,0-1-1 0 0,-1 0 0 0 0,0 1 0 0 0,0-1 0 0 0,-1 0 0 0 0,0 0 0 0 0,-1 1 0 0 0,-2-9 0 0 0,1 8-106 0 0,2 3-119 0 0,-1 0 1 0 0,0 0-1 0 0,0 0 0 0 0,-1 0 1 0 0,-5-8-1 0 0,7 12-198 0 0,-1 0 0 0 0,1 1 0 0 0,0-1 0 0 0,-1 1-1 0 0,1 0 1 0 0,-1 0 0 0 0,0-1 0 0 0,1 1 0 0 0,-1 0 0 0 0,0 0-1 0 0,0 1 1 0 0,1-1 0 0 0,-1 0 0 0 0,0 1 0 0 0,0-1-1 0 0,0 1 1 0 0,0-1 0 0 0,0 1 0 0 0,0 0 0 0 0,0 0 0 0 0,0 0-1 0 0,-3 0 1 0 0,-1 1-9 0 0,-1 0 0 0 0,0 1 0 0 0,1 0 0 0 0,-1 0 0 0 0,1 0 0 0 0,0 1-1 0 0,0 0 1 0 0,0 0 0 0 0,0 0 0 0 0,0 1 0 0 0,-8 7 0 0 0,-4 4 10 0 0,-30 32 0 0 0,26-22-10 0 0,2 0 0 0 0,0 2 0 0 0,-20 36 0 0 0,32-49-14 0 0,0 1-1 0 0,1 0 1 0 0,1 1-1 0 0,0 0 1 0 0,1 0-1 0 0,1 0 0 0 0,1 0 1 0 0,-3 22-1 0 0,6-34 4 0 0,0 0 0 0 0,0 0 0 0 0,0 0 0 0 0,0 0 0 0 0,1 0 0 0 0,0 0 0 0 0,0 0 0 0 0,0 0 0 0 0,0 0 1 0 0,0 0-1 0 0,1 0 0 0 0,3 5 0 0 0,-4-7 0 0 0,1 0 0 0 0,-1 0 1 0 0,1-1-1 0 0,0 1 0 0 0,-1 0 1 0 0,1-1-1 0 0,0 1 0 0 0,0-1 1 0 0,0 0-1 0 0,0 0 0 0 0,0 0 1 0 0,1 0-1 0 0,-1 0 0 0 0,0 0 1 0 0,0 0-1 0 0,1-1 0 0 0,-1 1 1 0 0,1-1-1 0 0,-1 1 0 0 0,0-1 1 0 0,5 0-1 0 0,-1-1-1 0 0,0 0 1 0 0,1 0 0 0 0,-1 0-1 0 0,0-1 1 0 0,0 0-1 0 0,0 0 1 0 0,0 0 0 0 0,0-1-1 0 0,0 0 1 0 0,0 0-1 0 0,-1-1 1 0 0,8-5-1 0 0,2-3 21 0 0,-1-1 0 0 0,24-27-1 0 0,-3-5-5 0 0,-2-2 1 0 0,46-85-1 0 0,-29 43 608 0 0,-39 77-541 0 0,-11 12-81 0 0,0 0 0 0 0,1 0 0 0 0,-1-1 0 0 0,0 1 0 0 0,0 0 0 0 0,0 0-1 0 0,0 0 1 0 0,1 0 0 0 0,-1 0 0 0 0,0 0 0 0 0,0 0 0 0 0,0 0 0 0 0,0 0 0 0 0,1 0-1 0 0,-1 0 1 0 0,0 0 0 0 0,0 0 0 0 0,0 1 0 0 0,0-1 0 0 0,1 0 0 0 0,-1 0 0 0 0,0 0-1 0 0,0 0 1 0 0,0 0 0 0 0,0 0 0 0 0,0 0 0 0 0,1 0 0 0 0,-1 0 0 0 0,0 1 0 0 0,0-1-1 0 0,0 0 1 0 0,0 0 0 0 0,0 0 0 0 0,0 0 0 0 0,0 0 0 0 0,0 1 0 0 0,1-1 0 0 0,-1 0-1 0 0,0 0 1 0 0,0 0 0 0 0,0 0 0 0 0,0 1 0 0 0,0 2 7 0 0,1 0 1 0 0,-1 1-1 0 0,1-1 0 0 0,-1 0 1 0 0,0 1-1 0 0,-1-1 0 0 0,0 4 1 0 0,-9 61-15 0 0,2-21 96 0 0,-1 52 0 0 0,8-86-190 0 0,1-1 0 0 0,1 1 0 0 0,0 0 0 0 0,1-1 0 0 0,0 0 0 0 0,1 1 0 0 0,0-1 0 0 0,1 0 0 0 0,6 13 0 0 0,-9-22-185 0 0,1 0 0 0 0,0 1 0 0 0,0-2 0 0 0,0 1 0 0 0,0 0 1 0 0,0 0-1 0 0,0-1 0 0 0,1 1 0 0 0,-1-1 0 0 0,1 1 0 0 0,0-1 0 0 0,0 0 0 0 0,0 0 0 0 0,0-1 0 0 0,0 1 0 0 0,0-1 0 0 0,0 1 0 0 0,0-1 0 0 0,1 0 0 0 0,-1 0 0 0 0,1 0 0 0 0,-1-1 1 0 0,1 1-1 0 0,-1-1 0 0 0,1 0 0 0 0,-1 0 0 0 0,1 0 0 0 0,-1 0 0 0 0,1-1 0 0 0,-1 1 0 0 0,0-1 0 0 0,1 0 0 0 0,-1 0 0 0 0,0 0 0 0 0,1 0 0 0 0,-1-1 0 0 0,0 1 0 0 0,0-1 0 0 0,5-4 0 0 0,6-5-2481 0 0</inkml:trace>
</inkml:ink>
</file>

<file path=ppt/ink/ink1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9:01.9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1 264 2868 0 0,'76'-161'7582'0'0,"-48"105"-5375"0"0,-28 57-2199 0 0,0-1-1 0 0,0 0 1 0 0,0 0-1 0 0,0 1 1 0 0,1-1 0 0 0,-1 0-1 0 0,0 0 1 0 0,0 1-1 0 0,0-1 1 0 0,0 0 0 0 0,1 0-1 0 0,-1 1 1 0 0,0-1-1 0 0,0 0 1 0 0,0 0 0 0 0,1 0-1 0 0,-1 1 1 0 0,0-1-1 0 0,0 0 1 0 0,1 0-1 0 0,-1 0 1 0 0,0 0 0 0 0,0 0-1 0 0,1 0 1 0 0,-1 0-1 0 0,0 1 1 0 0,1-1 0 0 0,-1 0-1 0 0,0 0 1 0 0,0 0-1 0 0,1 0 1 0 0,-1 0-1 0 0,0 0 1 0 0,1 0 0 0 0,-1 0-1 0 0,0-1 1 0 0,0 1-1 0 0,1 0 1 0 0,-1 0 0 0 0,0 0-1 0 0,1 0 1 0 0,-1 0-1 0 0,0 0 1 0 0,0 0-1 0 0,1-1 1 0 0,-1 1 0 0 0,0 0-1 0 0,0 0 1 0 0,0 0-1 0 0,1-1 1 0 0,-1 1 0 0 0,0 0-1 0 0,0 0 1 0 0,0-1-1 0 0,0 1 1 0 0,1 0-1 0 0,-1 0 1 0 0,0-1 0 0 0,0 1-1 0 0,0 0 1 0 0,0 0-1 0 0,0-1 1 0 0,0 1 0 0 0,0 0-1 0 0,0-1 1 0 0,0 1-1 0 0,0 0 1 0 0,0-1 0 0 0,0 1-1 0 0,8 18 190 0 0,-6-1-46 0 0,0 0 0 0 0,-1 0 0 0 0,0 0 0 0 0,-1 0 1 0 0,-4 25-1 0 0,0 2 150 0 0,-5 25-146 0 0,6-49 1169 0 0,0 0-1 0 0,0 19 1 0 0,15-58-814 0 0,7-19-377 0 0,2 1-1 0 0,48-65 1 0 0,-63 93-119 0 0,14-18-8 0 0,38-41 0 0 0,-47 57-14 0 0,0 1 1 0 0,1 0-1 0 0,0 1 1 0 0,0 0-1 0 0,1 1 0 0 0,14-7 1 0 0,-24 13 1 0 0,0 1 0 0 0,-1 0 0 0 0,1 0 0 0 0,0 0-1 0 0,0 0 1 0 0,0 0 0 0 0,0 1 0 0 0,0-1 0 0 0,0 1 0 0 0,1 0 0 0 0,-1 0 0 0 0,0 0 0 0 0,0 0 0 0 0,0 1 0 0 0,0-1 0 0 0,0 1 0 0 0,0 0 0 0 0,0 0 0 0 0,0 0 0 0 0,0 0 0 0 0,-1 0-1 0 0,1 1 1 0 0,0-1 0 0 0,2 3 0 0 0,-1-1-3 0 0,-1 0-1 0 0,1 1 1 0 0,-1 0-1 0 0,0-1 1 0 0,0 1-1 0 0,0 0 1 0 0,-1 0-1 0 0,1 1 1 0 0,-1-1-1 0 0,0 1 1 0 0,0-1-1 0 0,-1 1 1 0 0,1-1-1 0 0,0 9 1 0 0,0 3-256 0 0,-1 0 0 0 0,-1 1 0 0 0,0-1 0 0 0,-1 0 0 0 0,-6 30 0 0 0,3-22-407 0 0,-1 37 0 0 0,10-27-2073 0 0,5-14-2817 0 0</inkml:trace>
</inkml:ink>
</file>

<file path=ppt/ink/ink1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9:02.4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230 652 1644 0 0,'10'-21'2800'0'0,"0"-1"-1"0"0,-1 0 1 0 0,-1 0 0 0 0,9-44-1 0 0,-17 65-2722 0 0,1 0-1 0 0,-1-1 1 0 0,0 1-1 0 0,1 0 1 0 0,-1 0-1 0 0,0-1 1 0 0,0 1-1 0 0,0 0 1 0 0,0 0-1 0 0,0 0 1 0 0,0-1-1 0 0,0 1 1 0 0,0 0-1 0 0,-1 0 1 0 0,1-1-1 0 0,0 1 1 0 0,-1 0-1 0 0,1 0 1 0 0,-1 0-1 0 0,1 0 1 0 0,-1 0-1 0 0,0 0 1 0 0,-1-2-1 0 0,1 3-48 0 0,0-1 0 0 0,0 1 0 0 0,0-1-1 0 0,0 1 1 0 0,0 0 0 0 0,0 0 0 0 0,-1 0 0 0 0,1 0 0 0 0,0 0 0 0 0,0 0-1 0 0,0 0 1 0 0,0 0 0 0 0,-1 0 0 0 0,1 0 0 0 0,0 1 0 0 0,0-1-1 0 0,0 0 1 0 0,0 1 0 0 0,-2 0 0 0 0,-5 3 0 0 0,-1 0-1 0 0,1 1 1 0 0,0 0 0 0 0,-12 10 0 0 0,-4 7 34 0 0,0 1 0 0 0,-41 51-1 0 0,51-57-52 0 0,2 1-1 0 0,1 1 1 0 0,0 0-1 0 0,1 1 0 0 0,-11 30 1 0 0,19-43 10 0 0,0-1 0 0 0,0 0 0 0 0,1 1 0 0 0,-1 11 0 0 0,2-16-7 0 0,0 1 0 0 0,0-1 0 0 0,0 0 0 0 0,0 0 0 0 0,1 0 0 0 0,-1 0 0 0 0,1 0 0 0 0,-1 0 0 0 0,1 0 0 0 0,0 0 0 0 0,0 0 0 0 0,0 0 0 0 0,0 0 0 0 0,0 0 0 0 0,0-1 0 0 0,0 1 0 0 0,1 0 0 0 0,1 2 0 0 0,0-3-1 0 0,0 1-1 0 0,-1-1 0 0 0,1 0 1 0 0,0 0-1 0 0,0 0 1 0 0,0 0-1 0 0,0 0 1 0 0,0 0-1 0 0,0-1 1 0 0,0 0-1 0 0,0 1 0 0 0,1-1 1 0 0,-1 0-1 0 0,0-1 1 0 0,0 1-1 0 0,0 0 1 0 0,0-1-1 0 0,0 0 1 0 0,3-1-1 0 0,6-1 11 0 0,0-1-1 0 0,-1-1 1 0 0,19-9-1 0 0,1-5-14 0 0,-1-1-1 0 0,-1-2 1 0 0,-1-1-1 0 0,-1-1 0 0 0,-1-1 1 0 0,-1-1-1 0 0,-1-2 1 0 0,-2 0-1 0 0,29-48 0 0 0,-19 22-8 0 0,-3-2-1 0 0,-2 0 0 0 0,-2-2 0 0 0,28-102 1 0 0,-46 134 114 0 0,-1 1 0 0 0,0-1 1 0 0,2-42-1 0 0,-10 64-106 0 0,2 3-5 0 0,-1 1 1 0 0,1-1-1 0 0,-1 1 0 0 0,1 0 0 0 0,0-1 0 0 0,-1 1 0 0 0,0 0 0 0 0,1 0 0 0 0,-1-1 0 0 0,1 1 0 0 0,-1 0 0 0 0,1 0 0 0 0,-1 0 0 0 0,1-1 0 0 0,-1 1 0 0 0,0 0 0 0 0,1 0 0 0 0,-1 0 0 0 0,1 0 0 0 0,-1 0 0 0 0,0 0 0 0 0,1 0 0 0 0,-1 1 0 0 0,1-1 0 0 0,-1 0 0 0 0,1 0 0 0 0,-1 0 0 0 0,0 0 0 0 0,1 1 0 0 0,-1-1 0 0 0,1 0 0 0 0,-1 1 0 0 0,1-1 0 0 0,-1 0 0 0 0,1 1 0 0 0,0-1 0 0 0,-1 1 0 0 0,0 0 0 0 0,0-1 0 0 0,-5 6 0 0 0,-1-1-1 0 0,1 1 0 0 0,0 0 1 0 0,0 0-1 0 0,1 0 0 0 0,-8 12 1 0 0,-25 47 69 0 0,27-45-9 0 0,-9 18 235 0 0,1 1 0 0 0,2 0 0 0 0,-16 59 1 0 0,26-73-202 0 0,1 0 1 0 0,1 1 0 0 0,2 0 0 0 0,0 0 0 0 0,2 0 0 0 0,4 50 0 0 0,-2-64-174 0 0,2-1 1 0 0,0 1 0 0 0,0 0 0 0 0,1-1-1 0 0,0 0 1 0 0,1 0 0 0 0,0 0 0 0 0,1 0-1 0 0,0-1 1 0 0,1 0 0 0 0,0 0 0 0 0,0-1-1 0 0,15 14 1 0 0,-11-13-682 0 0,0 0 0 0 0,1-1 0 0 0,0-1 1 0 0,18 11-1 0 0,-16-12-1258 0 0,0-1 0 0 0,1 0 0 0 0,30 8-1 0 0,-5-5-4090 0 0</inkml:trace>
</inkml:ink>
</file>

<file path=ppt/ink/ink1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9:03.2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33 407 80 0 0,'0'0'2542'0'0,"-20"24"5987"0"0,9 14-6320 0 0,11-35-2075 0 0,-1-1-1 0 0,1 1 0 0 0,-1 0 1 0 0,1-1-1 0 0,0 1 0 0 0,0-1 1 0 0,1 1-1 0 0,-1 0 0 0 0,0-1 0 0 0,1 1 1 0 0,-1-1-1 0 0,3 5 0 0 0,-2-6-75 0 0,0 0 0 0 0,0 0 0 0 0,1 0-1 0 0,-1-1 1 0 0,0 1 0 0 0,1-1-1 0 0,-1 1 1 0 0,1-1 0 0 0,-1 1 0 0 0,0-1-1 0 0,1 0 1 0 0,-1 1 0 0 0,1-1-1 0 0,-1 0 1 0 0,1 0 0 0 0,-1 0 0 0 0,1 0-1 0 0,-1 0 1 0 0,1-1 0 0 0,-1 1-1 0 0,1 0 1 0 0,0-1 0 0 0,12-2 18 0 0,0-1 0 0 0,-1 0 0 0 0,1-1 0 0 0,-1 0 1 0 0,-1-1-1 0 0,1 0 0 0 0,-1-1 0 0 0,0-1 0 0 0,0 0 0 0 0,-1 0 0 0 0,0-1 1 0 0,-1-1-1 0 0,17-19 0 0 0,1-9-54 0 0,-1-1 1 0 0,33-68-1 0 0,29-93-113 0 0,-84 184-173 0 0,-16 38 95 0 0,-1-1 163 0 0,-9 20 172 0 0,1 1 1 0 0,2 1-1 0 0,-17 62 0 0 0,32-96-131 0 0,1 0-1 0 0,0 0 1 0 0,0 0 0 0 0,1 1 0 0 0,0-1 0 0 0,1 11-1 0 0,0-18-24 0 0,0 1 0 0 0,0-1 0 0 0,1 1 0 0 0,-1-1 0 0 0,1 1 0 0 0,0-1 0 0 0,0 1 0 0 0,0-1 0 0 0,0 1 0 0 0,0-1-1 0 0,0 0 1 0 0,1 0 0 0 0,-1 0 0 0 0,1 0 0 0 0,-1 0 0 0 0,1 0 0 0 0,0 0 0 0 0,0 0 0 0 0,0 0 0 0 0,0-1 0 0 0,0 1 0 0 0,0-1 0 0 0,0 1 0 0 0,1-1-1 0 0,-1 0 1 0 0,4 1 0 0 0,0 0-182 0 0,1 0 0 0 0,0 0 0 0 0,0-1 0 0 0,0 0 0 0 0,-1-1 0 0 0,1 1 0 0 0,0-1 0 0 0,0-1 0 0 0,0 1 0 0 0,0-1 1 0 0,0 0-1 0 0,0-1 0 0 0,9-2 0 0 0,-9 1-900 0 0,1 0 1 0 0,-1-1-1 0 0,0 0 1 0 0,0 0 0 0 0,0 0-1 0 0,11-10 1 0 0,3-6-4818 0 0</inkml:trace>
</inkml:ink>
</file>

<file path=ppt/ink/ink1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9:03.4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138 59 804 0 0,'-3'-3'753'0'0,"-5"-3"311"0"0,0-1 0 0 0,0 1 0 0 0,-1 1 0 0 0,0-1 0 0 0,0 1 0 0 0,0 1 1 0 0,-1 0-1 0 0,1 0 0 0 0,-19-4 0 0 0,27 8-1054 0 0,0 0 0 0 0,0 0 0 0 0,0 0 0 0 0,0 0-1 0 0,0 0 1 0 0,0 0 0 0 0,0 0 0 0 0,1 0 0 0 0,-1 0 0 0 0,0 1 0 0 0,0-1 0 0 0,0 0 0 0 0,0 1 0 0 0,0-1 0 0 0,0 0 0 0 0,0 1 0 0 0,0-1 0 0 0,0 1 0 0 0,1-1-1 0 0,-1 1 1 0 0,0 0 0 0 0,0-1 0 0 0,1 1 0 0 0,-1 0 0 0 0,0 0 0 0 0,1-1 0 0 0,-1 1 0 0 0,1 0 0 0 0,-1 0 0 0 0,1 0 0 0 0,0 0 0 0 0,-1 0 0 0 0,1 0 0 0 0,0 0 0 0 0,-1 0-1 0 0,1 1 1 0 0,0 0-189 0 0,-1 1 0 0 0,1-1-1 0 0,0 0 1 0 0,0 0 0 0 0,0 1-1 0 0,1-1 1 0 0,-1 0-1 0 0,0 0 1 0 0,1 0 0 0 0,0 1-1 0 0,-1-1 1 0 0,1 0 0 0 0,0 0-1 0 0,2 3 1 0 0,12 12-4129 0 0,-3-9 1145 0 0</inkml:trace>
</inkml:ink>
</file>

<file path=ppt/ink/ink1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9:03.6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131 44 2744 0 0,'19'-26'9919'0'0,"-13"15"-5651"0"0,1 5-1822 0 0,-10 41-710 0 0,-1-1-1 0 0,-2 1 1 0 0,-13 47-1 0 0,7-34-564 0 0,-28 97 448 0 0,-18 98-853 0 0,46-173-3366 0 0,4-24-2332 0 0</inkml:trace>
</inkml:ink>
</file>

<file path=ppt/ink/ink1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9:04.1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267 62 2504 0 0,'11'-17'7614'0'0,"13"-28"-1"0"0,-41 48-7094 0 0,10-1-412 0 0,1 1 0 0 0,-1 0-1 0 0,1 1 1 0 0,0 0 0 0 0,0 0 0 0 0,0 0 0 0 0,-10 10 0 0 0,2-2 34 0 0,-2 0-42 0 0,1 1 0 0 0,1 1 0 0 0,0 1 0 0 0,-14 19-1 0 0,27-33-91 0 0,1 0 0 0 0,-1 0 0 0 0,0-1 0 0 0,1 1-1 0 0,-1 0 1 0 0,1 0 0 0 0,0 0 0 0 0,-1 0-1 0 0,1 0 1 0 0,0 1 0 0 0,-1-1 0 0 0,1 0 0 0 0,0 0-1 0 0,0 0 1 0 0,0 0 0 0 0,0 0 0 0 0,0 0-1 0 0,0 0 1 0 0,0 0 0 0 0,0 0 0 0 0,1 0-1 0 0,-1 0 1 0 0,0 1 0 0 0,1-1 0 0 0,-1 0 0 0 0,1 0-1 0 0,-1 0 1 0 0,1-1 0 0 0,-1 1 0 0 0,1 0-1 0 0,-1 0 1 0 0,1 0 0 0 0,0 0 0 0 0,1 1 0 0 0,3 2 3 0 0,-1-1 0 0 0,1 0 0 0 0,0 1 0 0 0,0-2 1 0 0,7 4-1 0 0,-7-3-10 0 0,37 15-11 0 0,-28-13 20 0 0,0 1-1 0 0,0 1 1 0 0,-1 0 0 0 0,0 0-1 0 0,12 11 1 0 0,-23-17 122 0 0,-1 0 0 0 0,0 0 1 0 0,1 0-1 0 0,-1 0 0 0 0,0 0 0 0 0,0 0 1 0 0,0 0-1 0 0,0 0 0 0 0,0 1 0 0 0,0-1 1 0 0,0 0-1 0 0,0 1 0 0 0,-1-1 0 0 0,1 1 1 0 0,0-1-1 0 0,-1 1 0 0 0,1-1 0 0 0,-1 1 1 0 0,0-1-1 0 0,1 1 0 0 0,-1 0 0 0 0,0-1 1 0 0,0 1-1 0 0,0-1 0 0 0,0 1 0 0 0,0 0 1 0 0,-1-1-1 0 0,1 1 0 0 0,0-1 0 0 0,-1 1 1 0 0,1-1-1 0 0,-1 1 0 0 0,1-1 0 0 0,-1 1 1 0 0,0-1-1 0 0,0 1 0 0 0,0-1 0 0 0,0 0 1 0 0,0 0-1 0 0,0 1 0 0 0,0-1 0 0 0,0 0 0 0 0,-2 1 1 0 0,-2 3 160 0 0,0 0 1 0 0,0-1-1 0 0,-1 0 1 0 0,0 0-1 0 0,0 0 1 0 0,0-1-1 0 0,0 0 1 0 0,-10 4-1 0 0,5-4-171 0 0,1 0 0 0 0,-1-1 0 0 0,1 0 0 0 0,-1 0-1 0 0,0-1 1 0 0,0-1 0 0 0,-21-1 0 0 0,26 0-499 0 0,-1 0 0 0 0,1-1 0 0 0,-1 0 1 0 0,1 0-1 0 0,0 0 0 0 0,-1-1 0 0 0,1 0 0 0 0,1 0 1 0 0,-1 0-1 0 0,0-1 0 0 0,1 0 0 0 0,0 0 0 0 0,0-1 1 0 0,-6-6-1 0 0,6 6-691 0 0,0-1 1 0 0,1 1 0 0 0,0-2-1 0 0,0 1 1 0 0,-4-8-1 0 0,-3-20-7270 0 0,8 17 1706 0 0</inkml:trace>
</inkml:ink>
</file>

<file path=ppt/ink/ink1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9:04.3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 99 1476 0 0,'-41'-17'22477'0'0,"41"17"-22433"0"0,13-3-187 0 0,161-14 594 0 0,-17 3-2337 0 0,-113 8-1988 0 0,66-18 0 0 0,-81 13-2762 0 0,-15 4 1005 0 0</inkml:trace>
</inkml:ink>
</file>

<file path=ppt/ink/ink1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9:05.2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357 101 2272 0 0,'1'-3'1850'0'0,"14"-46"6419"0"0,-14 47-8069 0 0,-1 0-1 0 0,1 0 1 0 0,-1 0 0 0 0,0 1-1 0 0,1-1 1 0 0,-1 0-1 0 0,0 0 1 0 0,0 0-1 0 0,0 1 1 0 0,-1-1 0 0 0,1 0-1 0 0,0 0 1 0 0,-1 0-1 0 0,1 1 1 0 0,-1-1 0 0 0,1 0-1 0 0,-2-2 1 0 0,1 3-126 0 0,0 0 1 0 0,0 0-1 0 0,0 0 1 0 0,-1 0-1 0 0,1 0 1 0 0,0 0-1 0 0,0 0 1 0 0,0 1-1 0 0,-1-1 1 0 0,1 0-1 0 0,0 1 1 0 0,-1-1-1 0 0,1 1 1 0 0,0-1-1 0 0,-1 1 1 0 0,1 0-1 0 0,-2-1 1 0 0,-3 1-40 0 0,1 0 1 0 0,0 0-1 0 0,-1 0 1 0 0,1 1-1 0 0,0 0 1 0 0,0 0-1 0 0,-1 0 1 0 0,1 0-1 0 0,0 1 1 0 0,-5 3-1 0 0,-14 7 6 0 0,1 2-1 0 0,0 1 1 0 0,1 1 0 0 0,1 0-1 0 0,1 2 1 0 0,0 0 0 0 0,1 2-1 0 0,1 0 1 0 0,-24 34 0 0 0,35-43-25 0 0,0 0 0 0 0,1 0 0 0 0,0 1 1 0 0,1 0-1 0 0,0 0 0 0 0,1 1 0 0 0,-5 19 1 0 0,8-28-9 0 0,1 0 0 0 0,-1-1 1 0 0,1 1-1 0 0,0 0 1 0 0,0 0-1 0 0,0-1 0 0 0,0 1 1 0 0,1 0-1 0 0,0 0 1 0 0,0-1-1 0 0,0 1 0 0 0,0-1 1 0 0,0 1-1 0 0,1-1 0 0 0,-1 1 1 0 0,1-1-1 0 0,0 0 1 0 0,0 0-1 0 0,0 0 0 0 0,1 0 1 0 0,-1 0-1 0 0,1 0 1 0 0,-1-1-1 0 0,1 1 0 0 0,0-1 1 0 0,0 1-1 0 0,0-1 0 0 0,0 0 1 0 0,1-1-1 0 0,5 4 1 0 0,-1-2-10 0 0,1 0 1 0 0,0 0 0 0 0,0-1-1 0 0,0 0 1 0 0,1 0 0 0 0,-1-1-1 0 0,0 0 1 0 0,1-1-1 0 0,-1 0 1 0 0,0 0 0 0 0,1-1-1 0 0,-1-1 1 0 0,0 1 0 0 0,0-1-1 0 0,1-1 1 0 0,-2 0 0 0 0,1 0-1 0 0,0-1 1 0 0,-1 0-1 0 0,1 0 1 0 0,-1-1 0 0 0,0 0-1 0 0,-1 0 1 0 0,1-1 0 0 0,-1 0-1 0 0,0-1 1 0 0,-1 1 0 0 0,0-1-1 0 0,0-1 1 0 0,0 1-1 0 0,-1-1 1 0 0,8-14 0 0 0,1-8-26 0 0,-1-2 0 0 0,10-39 1 0 0,6-15 165 0 0,-28 84-128 0 0,-6 70-276 0 0,3-46 379 0 0,0 0 0 0 0,1 0 1 0 0,1-1-1 0 0,4 24 0 0 0,-3-38-464 0 0,0-1 0 0 0,1 0 0 0 0,0 0 0 0 0,0 0 0 0 0,1 0 0 0 0,-1 0 0 0 0,7 8 0 0 0,-6-10-303 0 0,0 0 1 0 0,0 0-1 0 0,1 0 1 0 0,0 0-1 0 0,-1-1 0 0 0,1 1 1 0 0,1-1-1 0 0,-1 0 1 0 0,0 0-1 0 0,8 2 0 0 0,8 4-5871 0 0</inkml:trace>
</inkml:ink>
</file>

<file path=ppt/ink/ink1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9:05.6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400 629 1456 0 0,'8'-14'1871'0'0,"-5"9"-1080"0"0,0 0-1 0 0,0 0 1 0 0,-1 0 0 0 0,1 0 0 0 0,-1-1 0 0 0,0 1 0 0 0,-1-1 0 0 0,1 1 0 0 0,-1-1 0 0 0,0 1 0 0 0,0-1 0 0 0,-1 0 0 0 0,0 0 0 0 0,-1-8 0 0 0,1 13-751 0 0,-1 0 0 0 0,1 1-1 0 0,-1-1 1 0 0,1 0 0 0 0,-1 1 0 0 0,1-1 0 0 0,-1 1 0 0 0,0-1 0 0 0,1 1 0 0 0,-1-1 0 0 0,0 1 0 0 0,0-1 0 0 0,1 1 0 0 0,-1 0 0 0 0,0-1-1 0 0,0 1 1 0 0,0 0 0 0 0,1 0 0 0 0,-1-1 0 0 0,0 1 0 0 0,0 0 0 0 0,0 0 0 0 0,0 0 0 0 0,1 0 0 0 0,-1 0 0 0 0,0 0 0 0 0,0 0 0 0 0,0 1-1 0 0,-1-1 1 0 0,-25 6 324 0 0,5 2-130 0 0,0 1 0 0 0,1 1 0 0 0,0 1 0 0 0,1 0 0 0 0,-25 20 0 0 0,11-5 176 0 0,-62 62-1 0 0,80-70-320 0 0,1 0 0 0 0,-17 25-1 0 0,27-35-59 0 0,0-1-1 0 0,1 1 0 0 0,0 0 1 0 0,0 0-1 0 0,1 1 1 0 0,0-1-1 0 0,0 1 0 0 0,1 0 1 0 0,-2 10-1 0 0,4-17-20 0 0,0-1 0 0 0,0 1 0 0 0,0-1 0 0 0,0 0 1 0 0,0 1-1 0 0,1-1 0 0 0,-1 1 0 0 0,0-1 0 0 0,0 1 0 0 0,1-1 0 0 0,-1 0 0 0 0,1 1 0 0 0,0-1 0 0 0,-1 0 1 0 0,1 0-1 0 0,0 1 0 0 0,0-1 0 0 0,0 0 0 0 0,-1 0 0 0 0,1 0 0 0 0,0 0 0 0 0,3 2 0 0 0,-2-2 0 0 0,1 1 0 0 0,-1-1 0 0 0,1 0 0 0 0,-1 0 0 0 0,1 0 0 0 0,0 0 1 0 0,0-1-1 0 0,0 1 0 0 0,-1-1 0 0 0,7 1 0 0 0,0-1-7 0 0,0-1 1 0 0,0 0 0 0 0,0 0 0 0 0,0-1 0 0 0,0 0 0 0 0,12-4-1 0 0,-4-1-89 0 0,0-1 0 0 0,-1-1-1 0 0,0 0 1 0 0,-1-1-1 0 0,0-1 1 0 0,0 0-1 0 0,-1-1 1 0 0,12-14-1 0 0,-7 6-131 0 0,-2-2 0 0 0,-1 0 1 0 0,0 0-1 0 0,21-43 0 0 0,-9 1-133 0 0,-3-1 1 0 0,-2-1-1 0 0,17-90 1 0 0,18-145 1377 0 0,-58 291-886 0 0,-6 18-95 0 0,-6 20 20 0 0,-8 43 798 0 0,-14 87-1 0 0,2 77-164 0 0,26-189-510 0 0,2 54 0 0 0,4-84-446 0 0,1 0 0 0 0,0 0 1 0 0,2 0-1 0 0,0 0 1 0 0,0 0-1 0 0,12 30 0 0 0,-12-41-254 0 0,0 1-1 0 0,0 0 0 0 0,1-1 0 0 0,-1 0 1 0 0,1 0-1 0 0,0 0 0 0 0,8 7 0 0 0,-8-9-457 0 0,-1 0-1 0 0,1 0 1 0 0,0 0-1 0 0,0-1 1 0 0,1 1 0 0 0,5 1-1 0 0,9 2-4476 0 0</inkml:trace>
</inkml:ink>
</file>

<file path=ppt/ink/ink1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9:06.0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513 92 1840 0 0,'7'-19'6269'0'0,"8"-33"-1"0"0,-6 32-456 0 0,-9 20-5780 0 0,-2 14 951 0 0,-51 196 7011 0 0,1-2-4942 0 0,30-107-2878 0 0,-92 393 169 0 0,114-492-343 0 0,-1 0 0 0 0,0 1 0 0 0,0-1 0 0 0,0 0 0 0 0,0 0 0 0 0,0 1 0 0 0,0-1 0 0 0,0 0 0 0 0,-1 0 0 0 0,-2 3 0 0 0,-6 2 0 0 0,-7-2 0 0 0,10-4 0 0 0,1-1 0 0 0,-1 0 0 0 0,1 0 0 0 0,0-1 0 0 0,-1 0 0 0 0,1 0 0 0 0,0-1 0 0 0,-1 0 0 0 0,1 0 0 0 0,0 0 0 0 0,0-1 0 0 0,1 0 0 0 0,-9-4 0 0 0,-2-4 0 0 0,1 1 0 0 0,0-2 0 0 0,-18-17 0 0 0,25 21-632 0 0,0-1 1 0 0,1 0-1 0 0,0 0 1 0 0,0 0-1 0 0,-8-17 1 0 0,9 14-755 0 0,1-2 1 0 0,0 1 0 0 0,0-1-1 0 0,2 1 1 0 0,0-1-1 0 0,0 0 1 0 0,2-1 0 0 0,-1 1-1 0 0,2 0 1 0 0,0 0-1 0 0,1 0 1 0 0,2-18 0 0 0,5-11-7179 0 0</inkml:trace>
</inkml:ink>
</file>

<file path=ppt/ink/ink1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9:06.1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0 101 2820 0 0,'14'-17'2072'0'0,"-2"3"-495"0"0,-4 3-337 0 0,2 2-200 0 0,-5-1-280 0 0,4 1-72 0 0,-2 1 256 0 0,3-6-292 0 0,-3 6-364 0 0,1 15-2752 0 0</inkml:trace>
</inkml:ink>
</file>

<file path=ppt/ink/ink1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9:06.6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 78 2676 0 0,'0'3'2020'0'0,"-4"20"1276"0"0,-1 0-1 0 0,-10 28 0 0 0,7-27-2358 0 0,2 0 0 0 0,-5 29 0 0 0,9-40-720 0 0,-1 36 459 0 0,3-47-620 0 0,1 1 0 0 0,-1 0-1 0 0,0-1 1 0 0,1 1 0 0 0,0 0 0 0 0,0-1-1 0 0,0 1 1 0 0,0-1 0 0 0,0 1 0 0 0,0-1-1 0 0,0 1 1 0 0,1-1 0 0 0,0 0 0 0 0,2 4-1 0 0,-2-4-15 0 0,0-1 0 0 0,0 0 0 0 0,0 0 0 0 0,0 1-1 0 0,0-1 1 0 0,0 0 0 0 0,1-1 0 0 0,-1 1 0 0 0,0 0-1 0 0,0 0 1 0 0,1-1 0 0 0,-1 0 0 0 0,0 1 0 0 0,1-1 0 0 0,-1 0-1 0 0,4-1 1 0 0,4 0-11 0 0,-1-1 0 0 0,0-1 1 0 0,0 1-1 0 0,0-2 0 0 0,-1 1 0 0 0,1-1 0 0 0,-1-1 0 0 0,0 1 0 0 0,0-1 0 0 0,0-1 1 0 0,-1 1-1 0 0,0-2 0 0 0,0 1 0 0 0,0-1 0 0 0,-1 1 0 0 0,0-2 0 0 0,0 1 0 0 0,-1-1 1 0 0,0 0-1 0 0,0 0 0 0 0,6-16 0 0 0,-1 1 27 0 0,-1 1 0 0 0,-1-1 0 0 0,6-30 0 0 0,-13 47-51 0 0,1 1-1 0 0,-1-1 1 0 0,-1 0-1 0 0,1 0 0 0 0,-1 0 1 0 0,0 0-1 0 0,-1 0 0 0 0,1 0 1 0 0,-1 0-1 0 0,0 0 1 0 0,-1 1-1 0 0,1-1 0 0 0,-1 0 1 0 0,0 1-1 0 0,-1-1 0 0 0,1 1 1 0 0,-1 0-1 0 0,0 0 1 0 0,-5-6-1 0 0,6 9-14 0 0,-1 0 0 0 0,0 0 0 0 0,0 0 0 0 0,0 0 1 0 0,0 0-1 0 0,0 1 0 0 0,0 0 0 0 0,0-1 0 0 0,0 1 0 0 0,0 0 0 0 0,-1 0 0 0 0,1 1 1 0 0,0-1-1 0 0,-1 1 0 0 0,1 0 0 0 0,0 0 0 0 0,-1 0 0 0 0,1 0 0 0 0,0 0 0 0 0,-1 1 1 0 0,1 0-1 0 0,0-1 0 0 0,-1 1 0 0 0,1 0 0 0 0,-4 2 0 0 0,2-1-332 0 0,0 0 0 0 0,0 0 0 0 0,0 1 0 0 0,0 0 0 0 0,0-1 1 0 0,1 2-1 0 0,-1-1 0 0 0,1 0 0 0 0,0 1 0 0 0,0 0 0 0 0,0 0 0 0 0,1 0 0 0 0,-1 0 0 0 0,-5 10 0 0 0,8-11-411 0 0,-3 8-693 0 0</inkml:trace>
</inkml:ink>
</file>

<file path=ppt/ink/ink1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9:06.9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65 33 872 0 0,'26'-32'15720'0'0,"-23"56"-12309"0"0,-44 116 3466 0 0,13-46-4936 0 0,18-58-1349 0 0,-4 42 0 0 0,14-77-639 0 0,0-1 1 0 0,0 1-1 0 0,0-1 1 0 0,0 1-1 0 0,0-1 1 0 0,0 1 0 0 0,0-1-1 0 0,0 1 1 0 0,0-1-1 0 0,0 1 1 0 0,0-1-1 0 0,1 1 1 0 0,-1-1-1 0 0,0 1 1 0 0,0-1 0 0 0,1 1-1 0 0,-1-1 1 0 0,0 1-1 0 0,0-1 1 0 0,1 1-1 0 0,-1-1 1 0 0,1 1-1 0 0,-1-1 1 0 0,0 0 0 0 0,1 1-1 0 0,-1-1 1 0 0,1 0-1 0 0,-1 1 1 0 0,1-1-1 0 0,-1 0 1 0 0,1 0-1 0 0,-1 0 1 0 0,1 1-1 0 0,-1-1 1 0 0,1 0 0 0 0,-1 0-1 0 0,1 0 1 0 0,-1 0-1 0 0,1 0 1 0 0,-1 0-1 0 0,1 0 1 0 0,0 0-1 0 0,-1 0 1 0 0,1 0 0 0 0,-1 0-1 0 0,1 0 1 0 0,-1 0-1 0 0,1-1 1 0 0,-1 1-1 0 0,1 0 1 0 0,-1 0-1 0 0,1 0 1 0 0,0-1-1 0 0,27-11-2697 0 0,-19 6 1206 0 0,0 0 0 0 0,0-1 1 0 0,7-8-1 0 0,9-11-5431 0 0,-7 4-2259 0 0</inkml:trace>
</inkml:ink>
</file>

<file path=ppt/ink/ink1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9:07.0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82 48 1404 0 0,'-24'-46'8514'0'0,"23"44"-8042"0"0,-21 7 563 0 0,19-1-1154 0 0,0-1 0 0 0,0 0 0 0 0,1 1-1 0 0,-1 0 1 0 0,1 0 0 0 0,0 0 0 0 0,-3 7 0 0 0,-3 19-4760 0 0,5-19 1690 0 0</inkml:trace>
</inkml:ink>
</file>

<file path=ppt/ink/ink1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9:07.5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42 908 0 0,'0'0'2406'0'0,"8"23"4430"0"0,0 0-5115 0 0,0 0 0 0 0,-1 1-1 0 0,5 38 1 0 0,-10-49-1331 0 0,-1 0 0 0 0,0 1-1 0 0,-1-1 1 0 0,0 0-1 0 0,-1 1 1 0 0,-1-1 0 0 0,0 0-1 0 0,-6 17 1 0 0,6-24-203 0 0,0-1 1 0 0,0 1-1 0 0,0-1 0 0 0,-6 9 1 0 0,7-13 20 0 0,-5-3-101 0 0,6 2-104 0 0,-1 0 0 0 0,1 0 0 0 0,-1 0 0 0 0,1 0 0 0 0,-1 0 1 0 0,1 0-1 0 0,-1 0 0 0 0,1 0 0 0 0,-1 0 0 0 0,1-1 0 0 0,-1 1 0 0 0,1 0 1 0 0,0 0-1 0 0,-1 0 0 0 0,1-1 0 0 0,-1 1 0 0 0,1 0 0 0 0,0-1 1 0 0,-1 1-1 0 0,1 0 0 0 0,-1-1 0 0 0,1 1 0 0 0,-1-1 0 0 0,-1-6-7 0 0,0 1-1 0 0,0-1 0 0 0,0 0 1 0 0,1 0-1 0 0,0 0 0 0 0,0-1 0 0 0,1 1 1 0 0,0 0-1 0 0,0 0 0 0 0,1 0 1 0 0,0 0-1 0 0,0 0 0 0 0,0 0 1 0 0,1 0-1 0 0,0 0 0 0 0,1 0 0 0 0,2-6 1 0 0,2-1-40 0 0,0 0-1 0 0,0 0 1 0 0,1 0 0 0 0,1 1 0 0 0,0 0 0 0 0,20-21-1 0 0,-14 20 11 0 0,0 1-1 0 0,0 0 1 0 0,1 1-1 0 0,1 1 1 0 0,31-16 0 0 0,-39 22 11 0 0,-1 2 0 0 0,1-1 0 0 0,0 1 0 0 0,0 1 0 0 0,0-1 1 0 0,0 1-1 0 0,0 1 0 0 0,1 0 0 0 0,-1 0 0 0 0,0 1 0 0 0,1 0 0 0 0,-1 1 1 0 0,0 0-1 0 0,15 3 0 0 0,-19-2 22 0 0,-1 0 1 0 0,1 0-1 0 0,0 0 1 0 0,-1 0-1 0 0,0 1 0 0 0,1 0 1 0 0,-1-1-1 0 0,0 2 1 0 0,0-1-1 0 0,-1 0 0 0 0,1 1 1 0 0,-1 0-1 0 0,0 0 1 0 0,0 0-1 0 0,0 0 0 0 0,0 0 1 0 0,-1 1-1 0 0,1-1 1 0 0,-1 1-1 0 0,0 0 1 0 0,-1-1-1 0 0,1 1 0 0 0,-1 0 1 0 0,1 9-1 0 0,1 8-570 0 0,-2-1 0 0 0,0 1 0 0 0,-1 0 0 0 0,-4 27 0 0 0,3-43 125 0 0,2 8-1573 0 0</inkml:trace>
</inkml:ink>
</file>

<file path=ppt/ink/ink1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9:07.8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161 114 108 0 0,'11'-29'8422'0'0,"12"-56"977"0"0,-31 117-7842 0 0,2-11-628 0 0,-44 183 6011 0 0,32-134-5278 0 0,-11 39 186 0 0,-47 219-127 0 0,73-314-1664 0 0,-2 24 66 0 0,6-22-122 0 0,4-1-1 0 0,-5-14-59 0 0,1 0 0 0 0,0 0 0 0 0,-1 0-1 0 0,1 0 1 0 0,0 0 0 0 0,0 0 0 0 0,0 0 0 0 0,0-1 0 0 0,0 1 0 0 0,0 0-1 0 0,0-1 1 0 0,0 1 0 0 0,0 0 0 0 0,0-1 0 0 0,0 1 0 0 0,0-1 0 0 0,1 0 0 0 0,-1 1-1 0 0,2-1 1 0 0,1 1-329 0 0,0-1 1 0 0,-1 0-1 0 0,1 0 0 0 0,0-1 0 0 0,-1 1 0 0 0,8-2 0 0 0,-2-1-617 0 0,1 0 0 0 0,-1 0 0 0 0,0-1 0 0 0,13-8 0 0 0,-22 12 988 0 0,37-24-5141 0 0,-14 6-1495 0 0</inkml:trace>
</inkml:ink>
</file>

<file path=ppt/ink/ink1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9:08.0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124 96 580 0 0,'-16'-3'2213'0'0,"-12"0"5759"0"0,-44-13-1 0 0,71 16-7942 0 0,1 0-1 0 0,0 0 0 0 0,0 0 0 0 0,-1 0 1 0 0,1 0-1 0 0,0 0 0 0 0,0 0 0 0 0,-1 0 1 0 0,1 0-1 0 0,0 0 0 0 0,-1 0 1 0 0,1 0-1 0 0,0 0 0 0 0,0 0 0 0 0,0 0 1 0 0,-1 0-1 0 0,1-1 0 0 0,0 1 0 0 0,0 0 1 0 0,-1 0-1 0 0,1 0 0 0 0,0 0 0 0 0,0-1 1 0 0,0 1-1 0 0,0 0 0 0 0,-1 0 1 0 0,1-1-1 0 0,0 1 0 0 0,0 0 0 0 0,0 0 1 0 0,0-1-1 0 0,0 1 0 0 0,0 0 0 0 0,0 0 1 0 0,0-1-1 0 0,0 1 0 0 0,-1 0 0 0 0,1 0 1 0 0,0-1-1 0 0,0 1 0 0 0,0 0 0 0 0,1 0 1 0 0,-1-1-1 0 0,0 1 0 0 0,0 0 1 0 0,0 0-1 0 0,0-1 0 0 0,0 1 0 0 0,0 0 1 0 0,0 0-1 0 0,0-1 0 0 0,0 1 0 0 0,1 0 1 0 0,-1 0-1 0 0,0-1 0 0 0,0 1 0 0 0,0 0 1 0 0,0 0-1 0 0,1 0 0 0 0,-1 0 1 0 0,0-1-1 0 0,0 1 0 0 0,0 0 0 0 0,1 0 1 0 0,-1 0-1 0 0,0 0 0 0 0,1 0 0 0 0,15-8 423 0 0,49-6-2796 0 0,95-8 0 0 0,-45 8-6461 0 0,-81 10 3597 0 0</inkml:trace>
</inkml:ink>
</file>

<file path=ppt/ink/ink1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9:08.7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169 57 2268 0 0,'1'-28'5745'0'0,"0"-1"593"0"0,-2 31-5769 0 0,-3 16-505 0 0,-12 46 2310 0 0,-32 85 0 0 0,7-46-2240 0 0,-2-2-4239 0 0,25-61 772 0 0</inkml:trace>
</inkml:ink>
</file>

<file path=ppt/ink/ink1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9:09.1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170 110 492 0 0,'127'-102'15125'0'0,"-122"95"-13418"0"0,-14 6-1330 0 0,-13 6-364 0 0,-11 11 72 0 0,1 1-1 0 0,1 2 1 0 0,0 1-1 0 0,-45 39 0 0 0,76-59-74 0 0,-1 1 0 0 0,0-1 0 0 0,1 0-1 0 0,-1 1 1 0 0,0-1 0 0 0,1 1 0 0 0,-1-1 0 0 0,1 1-1 0 0,-1-1 1 0 0,1 1 0 0 0,-1 0 0 0 0,1-1-1 0 0,0 1 1 0 0,-1-1 0 0 0,1 1 0 0 0,0 0 0 0 0,-1 0-1 0 0,1-1 1 0 0,0 1 0 0 0,0 0 0 0 0,-1-1-1 0 0,1 1 1 0 0,0 0 0 0 0,0 0 0 0 0,0-1 0 0 0,0 1-1 0 0,0 0 1 0 0,0 0 0 0 0,0-1 0 0 0,1 1-1 0 0,-1 0 1 0 0,0 0 0 0 0,0-1 0 0 0,0 1 0 0 0,1 0-1 0 0,-1 0 1 0 0,0-1 0 0 0,1 1 0 0 0,-1-1-1 0 0,1 1 1 0 0,-1 0 0 0 0,1-1 0 0 0,-1 1 0 0 0,1-1-1 0 0,-1 1 1 0 0,1-1 0 0 0,-1 1 0 0 0,1-1-1 0 0,0 1 1 0 0,-1-1 0 0 0,1 0 0 0 0,1 1 0 0 0,4 2 24 0 0,0 0 0 0 0,0-1 1 0 0,0 1-1 0 0,9 1 0 0 0,-11-3-19 0 0,8 3-13 0 0,1 1-1 0 0,-1 0 1 0 0,0 0 0 0 0,22 15 0 0 0,-30-17 79 0 0,1 0 0 0 0,-1 1 1 0 0,0-1-1 0 0,0 1 1 0 0,0 0-1 0 0,0 1 0 0 0,-1-1 1 0 0,0 1-1 0 0,0-1 1 0 0,0 1-1 0 0,0 0 0 0 0,-1 0 1 0 0,0 0-1 0 0,2 6 0 0 0,-3-7 68 0 0,0 0 0 0 0,-1 0-1 0 0,0 0 1 0 0,0 0-1 0 0,0 0 1 0 0,0 0-1 0 0,0 0 1 0 0,-1 0 0 0 0,0 0-1 0 0,0 0 1 0 0,0-1-1 0 0,0 1 1 0 0,0 0-1 0 0,-1 0 1 0 0,0-1 0 0 0,0 1-1 0 0,0-1 1 0 0,0 0-1 0 0,0 0 1 0 0,-1 1-1 0 0,1-1 1 0 0,-1-1 0 0 0,0 1-1 0 0,0 0 1 0 0,0-1-1 0 0,-7 5 1 0 0,3-2-45 0 0,-2 0 0 0 0,1 0 0 0 0,-1-1 1 0 0,1 0-1 0 0,-1 0 0 0 0,0-1 0 0 0,0 0 0 0 0,-1-1 0 0 0,-16 3 1 0 0,22-5-283 0 0,1 0-1 0 0,-1 0 1 0 0,1 0 0 0 0,0 0 0 0 0,-1-1 0 0 0,1 1 0 0 0,-1-1 0 0 0,1 0 0 0 0,0 0-1 0 0,-1 0 1 0 0,1 0 0 0 0,0-1 0 0 0,0 0 0 0 0,0 1 0 0 0,0-1 0 0 0,0 0 0 0 0,1 0-1 0 0,-1 0 1 0 0,-3-4 0 0 0,1 0-1639 0 0,1 0-1 0 0,-1-1 1 0 0,1 1 0 0 0,0-1-1 0 0,1 0 1 0 0,-6-13-1 0 0</inkml:trace>
</inkml:ink>
</file>

<file path=ppt/ink/ink1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9:09.3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97 2648 0 0,'-5'-48'9184'0'0,"1"1"-5267"0"0,4 45-4013 0 0</inkml:trace>
</inkml:ink>
</file>

<file path=ppt/ink/ink1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9:10.3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341 175 652 0 0,'-2'-1'2010'0'0,"-4"-3"-611"0"0,-1 0 0 0 0,1 0 0 0 0,-1 0-1 0 0,0 1 1 0 0,-9-3 0 0 0,14 5-924 0 0,-12 12 574 0 0,13-10-639 0 0,4 2 117 0 0,-2-2-485 0 0,-1 0 0 0 0,1 0 1 0 0,-1-1-1 0 0,1 1 0 0 0,0 0 0 0 0,-1 0 1 0 0,1-1-1 0 0,0 1 0 0 0,-1-1 0 0 0,1 1 1 0 0,0-1-1 0 0,0 1 0 0 0,0-1 0 0 0,0 1 1 0 0,-1-1-1 0 0,1 0 0 0 0,0 1 0 0 0,1-1 1 0 0,4 1 39 0 0,-1-1 1 0 0,1 0 0 0 0,-1 0 0 0 0,1-1 0 0 0,-1 1-1 0 0,0-1 1 0 0,1 0 0 0 0,-1-1 0 0 0,0 1-1 0 0,0-1 1 0 0,8-4 0 0 0,-10 4-58 0 0,0 0 0 0 0,0 0-1 0 0,0 0 1 0 0,0-1 0 0 0,0 1 0 0 0,-1-1 0 0 0,1 0-1 0 0,-1 0 1 0 0,0 0 0 0 0,0 0 0 0 0,0 0 0 0 0,0 0-1 0 0,0 0 1 0 0,-1-1 0 0 0,1 1 0 0 0,-1-1 0 0 0,0 1 0 0 0,0-1-1 0 0,0-5 1 0 0,0 2-9 0 0,0 0-1 0 0,0 0 1 0 0,-1 0-1 0 0,0 0 0 0 0,-1 0 1 0 0,-1-10-1 0 0,2 15-20 0 0,-1 0-1 0 0,1 0 0 0 0,0 1 0 0 0,-1-1 0 0 0,0 0 0 0 0,1 0 0 0 0,-1 1 0 0 0,0-1 0 0 0,0 1 1 0 0,0-1-1 0 0,0 1 0 0 0,0-1 0 0 0,0 1 0 0 0,0 0 0 0 0,0-1 0 0 0,-1 1 0 0 0,1 0 0 0 0,-1 0 0 0 0,1 0 1 0 0,0 0-1 0 0,-1 0 0 0 0,0 0 0 0 0,1 0 0 0 0,-1 1 0 0 0,0-1 0 0 0,1 1 0 0 0,-1-1 0 0 0,0 1 1 0 0,0-1-1 0 0,1 1 0 0 0,-1 0 0 0 0,0 0 0 0 0,-3 0 0 0 0,-8 2-3 0 0,-1 1 1 0 0,1 0-1 0 0,0 0 0 0 0,0 2 0 0 0,1 0 1 0 0,-1 0-1 0 0,1 1 0 0 0,0 0 0 0 0,-20 15 1 0 0,1 1 11 0 0,1 2 1 0 0,-35 37 0 0 0,52-48 12 0 0,0 1 0 0 0,1 1 0 0 0,-12 17 0 0 0,21-27 36 0 0,0 1-1 0 0,0-1 1 0 0,0 0-1 0 0,1 1 0 0 0,0-1 1 0 0,0 1-1 0 0,0 0 0 0 0,0 0 1 0 0,1-1-1 0 0,0 1 0 0 0,0 0 1 0 0,1 0-1 0 0,0 11 1 0 0,1-14 3 0 0,0 1 1 0 0,0-1-1 0 0,0 0 1 0 0,1 1-1 0 0,0-1 1 0 0,-1 0-1 0 0,1 0 1 0 0,0 0-1 0 0,0 0 1 0 0,0 0 0 0 0,1-1-1 0 0,-1 1 1 0 0,1-1-1 0 0,-1 1 1 0 0,1-1-1 0 0,0 0 1 0 0,0 0-1 0 0,0 0 1 0 0,0-1 0 0 0,0 1-1 0 0,1-1 1 0 0,-1 1-1 0 0,7 1 1 0 0,6 1 52 0 0,0 0 1 0 0,1-1-1 0 0,26 2 0 0 0,-17-4-57 0 0,1 0-1 0 0,-1-2 1 0 0,1-1-1 0 0,40-8 0 0 0,-51 5-2170 0 0</inkml:trace>
</inkml:ink>
</file>

<file path=ppt/ink/ink1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9:10.8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363 110 1648 0 0,'5'-22'6074'0'0,"5"-42"1"0"0,-9 50-5139 0 0,0 14-910 0 0,-1 0 0 0 0,0 0 0 0 0,0-1 0 0 0,0 1 1 0 0,0 0-1 0 0,0-1 0 0 0,0 1 0 0 0,0 0 0 0 0,0-1 0 0 0,0 1 1 0 0,-1 0-1 0 0,1-1 0 0 0,0 1 0 0 0,0 0 0 0 0,0-1 0 0 0,0 1 1 0 0,0 0-1 0 0,0-1 0 0 0,-1 1 0 0 0,1 0 0 0 0,0 0 1 0 0,0-1-1 0 0,0 1 0 0 0,-1 0 0 0 0,1 0 0 0 0,0-1 0 0 0,0 1 1 0 0,-1 0-1 0 0,1 0 0 0 0,0 0 0 0 0,-1-1 0 0 0,1 1 0 0 0,0 0 1 0 0,-1 0-1 0 0,1 0 0 0 0,0 0 0 0 0,-1 0 0 0 0,1 0 1 0 0,0 0-1 0 0,-1 0 0 0 0,1 0 0 0 0,0 0 0 0 0,-1 0 0 0 0,1 0 1 0 0,-1 0-1 0 0,-11 3 228 0 0,11-3-265 0 0,-7 4 83 0 0,0 1-1 0 0,0 0 1 0 0,0 0 0 0 0,1 1-1 0 0,0 0 1 0 0,0 1 0 0 0,0-1-1 0 0,-10 15 1 0 0,3-5 67 0 0,-2 1-6 0 0,-32 35 157 0 0,-21 33-16 0 0,58-70-227 0 0,0 1 0 0 0,2-1 1 0 0,0 2-1 0 0,1-1 0 0 0,0 1 0 0 0,1 1 0 0 0,-7 27 0 0 0,13-41-36 0 0,1 0-1 0 0,-1 0 1 0 0,0 0 0 0 0,1 0-1 0 0,0 0 1 0 0,0 0-1 0 0,0 0 1 0 0,0 0-1 0 0,1 0 1 0 0,0 0 0 0 0,0 0-1 0 0,0 0 1 0 0,0-1-1 0 0,0 1 1 0 0,1 0-1 0 0,0 0 1 0 0,-1-1 0 0 0,1 1-1 0 0,1-1 1 0 0,-1 0-1 0 0,0 0 1 0 0,1 0-1 0 0,0 0 1 0 0,0 0 0 0 0,0 0-1 0 0,0 0 1 0 0,0-1-1 0 0,0 0 1 0 0,1 0-1 0 0,-1 0 1 0 0,1 0 0 0 0,-1 0-1 0 0,6 1 1 0 0,-7-2-11 0 0,0 0 1 0 0,-1-1 0 0 0,1 1 0 0 0,1 0 0 0 0,-1-1-1 0 0,0 0 1 0 0,0 1 0 0 0,0-1 0 0 0,0 0 0 0 0,0 0-1 0 0,0 0 1 0 0,0-1 0 0 0,4 0 0 0 0,0 0-3 0 0,1 0 0 0 0,0-1 1 0 0,0 1-1 0 0,0-1 1 0 0,0 0-1 0 0,-1-1 1 0 0,1 0-1 0 0,-1 0 1 0 0,0 0-1 0 0,0-1 1 0 0,0 0-1 0 0,0 0 1 0 0,-1 0-1 0 0,1-1 0 0 0,-1 0 1 0 0,8-9-1 0 0,2-5-1 0 0,-1 0-1 0 0,-1-1 0 0 0,13-25 0 0 0,29-70 34 0 0,-17 33 435 0 0,-37 80-478 0 0,-1 4-18 0 0,0 0 30 0 0,0 0 0 0 0,0 0 0 0 0,0 0 1 0 0,-1 0-1 0 0,1 0 0 0 0,-1 0 0 0 0,1-1 0 0 0,-2 4 1 0 0,2-4 1 0 0,-239 687 6043 0 0,231-668-5962 0 0,-124 323 608 0 0,99-265-1875 0 0,26-61-1130 0 0,18-39-7315 0 0,-4 10 6011 0 0,4-10-2856 0 0</inkml:trace>
</inkml:ink>
</file>

<file path=ppt/ink/ink1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9:11.3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0 203 740 0 0,'42'-182'15534'0'0,"-41"179"-14694"0"0,-5 25-362 0 0,-4 27-194 0 0,-10 72-84 0 0,17-107-160 0 0,0 0-1 0 0,2 1 0 0 0,0-1 0 0 0,0 0 0 0 0,1 0 0 0 0,6 21 0 0 0,-7-31-41 0 0,0-1 0 0 0,1 1 0 0 0,-1-1-1 0 0,1 1 1 0 0,-1-1 0 0 0,1 0 0 0 0,0 0-1 0 0,0 0 1 0 0,0 0 0 0 0,1 0 0 0 0,-1 0-1 0 0,1 0 1 0 0,-1-1 0 0 0,1 1 0 0 0,0-1-1 0 0,0 0 1 0 0,0 0 0 0 0,1 0 0 0 0,-1 0-1 0 0,0-1 1 0 0,1 1 0 0 0,-1-1 0 0 0,1 0-1 0 0,-1 0 1 0 0,1 0 0 0 0,0 0 0 0 0,-1-1-1 0 0,1 1 1 0 0,0-1 0 0 0,-1 0 0 0 0,1 0-1 0 0,0 0 1 0 0,-1-1 0 0 0,6-1 0 0 0,0 0-42 0 0,0 0 0 0 0,0-1 1 0 0,0 0-1 0 0,-1 0 0 0 0,1-1 0 0 0,-1-1 1 0 0,0 1-1 0 0,0-1 0 0 0,0-1 1 0 0,-1 1-1 0 0,0-1 0 0 0,12-13 1 0 0,-2-1-17 0 0,-2-1 0 0 0,0-1 0 0 0,20-39 0 0 0,25-75 308 0 0,-46 101 53 0 0,-5 15-66 0 0,-5 9-88 0 0,-12 27-136 0 0,-57 124 286 0 0,56-116-538 0 0,1 0 0 0 0,1 1 1 0 0,1 0-1 0 0,-3 26 1 0 0,8-47-170 0 0,1 1 0 0 0,0-1 0 0 0,0 1 0 0 0,0-1 0 0 0,1 1 0 0 0,-1-1 0 0 0,1 1 1 0 0,2 5-1 0 0,-2-8-75 0 0,-1-1 0 0 0,1 1 0 0 0,0 0 0 0 0,0-1 1 0 0,0 1-1 0 0,0-1 0 0 0,0 1 0 0 0,0-1 0 0 0,0 1 1 0 0,1-1-1 0 0,-1 0 0 0 0,1 1 0 0 0,1 0 0 0 0</inkml:trace>
</inkml:ink>
</file>

<file path=ppt/ink/ink1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9:12.1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175 739 64 0 0,'3'-6'975'0'0,"11"-20"1923"0"0,-1-2 1 0 0,-1 1-1 0 0,-2-1 0 0 0,12-46 1 0 0,-22 73-2815 0 0,0 0 1 0 0,1 0-1 0 0,-1 0 1 0 0,0 0-1 0 0,0 0 1 0 0,1 0-1 0 0,-1 0 1 0 0,0 0-1 0 0,0 0 1 0 0,0 0 0 0 0,0 0-1 0 0,-1 0 1 0 0,1 0-1 0 0,0 0 1 0 0,0 0-1 0 0,-1 0 1 0 0,1 0-1 0 0,0 0 1 0 0,-1 0-1 0 0,0-1 1 0 0,0 2-70 0 0,0 0 0 0 0,0 0 0 0 0,1 0 0 0 0,-1 0 0 0 0,0 0 0 0 0,0 0 0 0 0,0 0 0 0 0,0 1 1 0 0,0-1-1 0 0,0 0 0 0 0,0 0 0 0 0,1 1 0 0 0,-1-1 0 0 0,0 1 0 0 0,0-1 0 0 0,0 1 0 0 0,1-1 0 0 0,-1 1 0 0 0,0-1 0 0 0,1 1 1 0 0,-2 0-1 0 0,-17 15 79 0 0,0 1 0 0 0,1 0 0 0 0,-31 39 0 0 0,-35 66-40 0 0,77-110-36 0 0,1 0 0 0 0,0 1 0 0 0,-6 18 0 0 0,10-26 6 0 0,1-1 1 0 0,0 1-1 0 0,-1-1 1 0 0,2 1-1 0 0,-1-1 0 0 0,1 1 1 0 0,-1-1-1 0 0,1 1 1 0 0,0 0-1 0 0,1-1 0 0 0,-1 1 1 0 0,1-1-1 0 0,2 10 1 0 0,-2-12-15 0 0,1-1-1 0 0,-1 1 1 0 0,0 0 0 0 0,0 0 0 0 0,1-1 0 0 0,-1 1-1 0 0,1-1 1 0 0,-1 1 0 0 0,1-1 0 0 0,0 0 0 0 0,0 1-1 0 0,-1-1 1 0 0,1 0 0 0 0,0 0 0 0 0,0 0 0 0 0,0-1 0 0 0,0 1-1 0 0,0 0 1 0 0,0-1 0 0 0,4 1 0 0 0,-1 0 2 0 0,0-1-1 0 0,0 1 1 0 0,0-1 0 0 0,0-1 0 0 0,0 1 0 0 0,0-1 0 0 0,10-2-1 0 0,1-2 0 0 0,-1-1-1 0 0,0-1 0 0 0,0-1 0 0 0,0 0 1 0 0,-1-1-1 0 0,-1 0 0 0 0,1-1 0 0 0,-1-1 1 0 0,-1 0-1 0 0,0-1 0 0 0,-1 0 0 0 0,18-25 0 0 0,1-6-18 0 0,-2-1-1 0 0,39-84 1 0 0,-33 57-130 0 0,-33 69 55 0 0,-12 23-29 0 0,2 0 112 0 0,0 1 0 0 0,1 0 0 0 0,-9 35 0 0 0,14-43 43 0 0,1 0 0 0 0,0-1 1 0 0,1 1-1 0 0,0 0 0 0 0,1 0 1 0 0,1-1-1 0 0,3 21 0 0 0,-4-31-27 0 0,1-1 0 0 0,0 1 0 0 0,0 0 0 0 0,0 0 0 0 0,0 0 0 0 0,0-1 0 0 0,1 1 0 0 0,-1 0 0 0 0,1-1 0 0 0,-1 1 0 0 0,1-1 0 0 0,0 0 0 0 0,0 1 0 0 0,0-1 0 0 0,1 0 1 0 0,-1 0-1 0 0,5 2 0 0 0,-3-2-2 0 0,0 0 0 0 0,0 0 0 0 0,0-1 0 0 0,1 1 0 0 0,-1-1 0 0 0,1 0 0 0 0,-1-1 0 0 0,1 1 0 0 0,0-1 0 0 0,-1 0 0 0 0,6 0 0 0 0,7-2 3 0 0,0-1-1 0 0,0 0 1 0 0,0-1 0 0 0,0-1 0 0 0,-1 0-1 0 0,1-2 1 0 0,-1 0 0 0 0,-1 0 0 0 0,0-2 0 0 0,0 1-1 0 0,0-2 1 0 0,13-11 0 0 0,3-5-7 0 0,-1-2 1 0 0,-2 0-1 0 0,-1-2 0 0 0,24-34 1 0 0,-11 10-52 0 0,-3-1 0 0 0,39-80 0 0 0,-59 99 43 0 0,-1-1 1 0 0,-2-1-1 0 0,-1 0 1 0 0,-2 0-1 0 0,6-46 1 0 0,-16 81-12 0 0,-1 1 1 0 0,1 0-1 0 0,-1-1 1 0 0,0 1-1 0 0,0 0 0 0 0,0 0 1 0 0,0-1-1 0 0,0 1 1 0 0,0 0-1 0 0,-1-1 1 0 0,1 1-1 0 0,-1 0 1 0 0,0 0-1 0 0,1 0 1 0 0,-1-1-1 0 0,-2-3 0 0 0,-3 6 17 0 0,-4 1-15 0 0,-1 1-1 0 0,1 1 0 0 0,0 0 1 0 0,0 1-1 0 0,0 0 0 0 0,0 0 1 0 0,0 1-1 0 0,1 0 0 0 0,0 1 1 0 0,0 0-1 0 0,1 0 0 0 0,-15 13 1 0 0,-2 5 406 0 0,2 1 1 0 0,-37 49 0 0 0,39-46 45 0 0,2 2 1 0 0,1 0-1 0 0,2 1 0 0 0,1 1 1 0 0,1 0-1 0 0,-18 67 1 0 0,27-80-247 0 0,2 1 0 0 0,0 0 0 0 0,1 0 0 0 0,1-1 0 0 0,3 38-1 0 0,0-43-152 0 0,0-1 0 0 0,1 0 0 0 0,0 0 0 0 0,1 0 0 0 0,1 0 0 0 0,0 0 0 0 0,1-1 0 0 0,0 0-1 0 0,11 16 1 0 0,-8-16-411 0 0,0 0-1 0 0,1-1 1 0 0,0 0-1 0 0,1-1 1 0 0,0 0-1 0 0,1-1 1 0 0,0 0-1 0 0,1-1 1 0 0,24 13-1 0 0,18 0-4360 0 0,3-10-3308 0 0,-34-10 1599 0 0</inkml:trace>
</inkml:ink>
</file>

<file path=ppt/ink/ink1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9:15.7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45 765 2072 0 0,'-2'0'2993'0'0,"0"-1"-2722"0"0,1 1 0 0 0,-1 0 0 0 0,1 0 0 0 0,-1-1 0 0 0,0 1 0 0 0,1 0 0 0 0,-1 0 0 0 0,1 1 0 0 0,-1-1 0 0 0,1 0 0 0 0,-1 0 0 0 0,1 1 0 0 0,-1-1 0 0 0,1 1 0 0 0,-1-1 0 0 0,1 1 0 0 0,0 0 0 0 0,-1-1 0 0 0,1 1 0 0 0,0 0 0 0 0,-3 2 0 0 0,3-1-215 0 0,0 1 0 0 0,0 0 1 0 0,0-1-1 0 0,0 1 0 0 0,0 0 0 0 0,1 0 0 0 0,-1-1 0 0 0,1 1 0 0 0,0 0 1 0 0,0 0-1 0 0,0 0 0 0 0,0 3 0 0 0,0 5 90 0 0,0 0 0 0 0,1 0 1 0 0,0 1-1 0 0,0-1 0 0 0,1 0 0 0 0,1-1 0 0 0,7 20 1 0 0,-10-29-129 0 0,1 0 1 0 0,0 0 0 0 0,-1 0-1 0 0,1 0 1 0 0,0 0 0 0 0,0-1-1 0 0,-1 1 1 0 0,1 0 0 0 0,0 0-1 0 0,0-1 1 0 0,0 1 0 0 0,0-1 0 0 0,0 1-1 0 0,0-1 1 0 0,0 1 0 0 0,0-1-1 0 0,0 1 1 0 0,0-1 0 0 0,0 0-1 0 0,1 0 1 0 0,-1 0 0 0 0,0 1-1 0 0,0-1 1 0 0,0 0 0 0 0,0 0 0 0 0,0-1-1 0 0,0 1 1 0 0,0 0 0 0 0,1 0-1 0 0,-1 0 1 0 0,0-1 0 0 0,0 1-1 0 0,0-1 1 0 0,1 0 0 0 0,6-2 12 0 0,0 0 0 0 0,-1 0-1 0 0,10-7 1 0 0,-14 8-7 0 0,14-9 6 0 0,0-1 0 0 0,-1-1 0 0 0,-1-1 0 0 0,0 0 0 0 0,0-1 0 0 0,18-26 0 0 0,0-4-5 0 0,31-59 0 0 0,-30 43-30 0 0,-2-2 1 0 0,-4-1-1 0 0,-2-2 0 0 0,-3 0 1 0 0,-3-2-1 0 0,13-82 0 0 0,-30 133-55 0 0,-1-1-1 0 0,0 1 0 0 0,-2-25 1 0 0,0 41 58 0 0,0 1 0 0 0,0 0 0 0 0,0 0 0 0 0,0-1 0 0 0,0 1 0 0 0,0 0 0 0 0,0 0 0 0 0,0 0 0 0 0,0-1 0 0 0,0 1 0 0 0,0 0 0 0 0,0 0 0 0 0,0 0 0 0 0,0-1 0 0 0,0 1 0 0 0,-1 0 0 0 0,1 0 0 0 0,0 0 0 0 0,0 0 0 0 0,0-1 0 0 0,0 1 0 0 0,0 0 0 0 0,-1 0 0 0 0,1 0 0 0 0,0 0 0 0 0,0 0 0 0 0,0-1 0 0 0,-1 1 0 0 0,1 0 0 0 0,0 0 0 0 0,0 0 0 0 0,0 0 0 0 0,-1 0 0 0 0,1 0 0 0 0,0 0 0 0 0,0 0 0 0 0,0 0 0 0 0,-1 0 0 0 0,1 0 0 0 0,0 0 0 0 0,-11 6-22 0 0,-6 11 58 0 0,2 4-39 0 0,2 1 0 0 0,0 1-1 0 0,1 0 1 0 0,-10 32 0 0 0,-30 103-97 0 0,46-136 100 0 0,-47 199-51 0 0,48-188 70 0 0,1 0 0 0 0,2 0 0 0 0,1 0 0 0 0,7 61 0 0 0,-5-87-9 0 0,0 0-1 0 0,0 0 1 0 0,1-1 0 0 0,0 1 0 0 0,0 0 0 0 0,1-1 0 0 0,0 0 0 0 0,0 1 0 0 0,0-1 0 0 0,1-1 0 0 0,-1 1 0 0 0,2 0 0 0 0,5 6 0 0 0,-6-9-7 0 0,0 0 1 0 0,0 0 0 0 0,1 0-1 0 0,-1 0 1 0 0,1 0 0 0 0,-1-1-1 0 0,1 0 1 0 0,0 0 0 0 0,0-1-1 0 0,0 1 1 0 0,0-1 0 0 0,0 0-1 0 0,1 0 1 0 0,-1-1 0 0 0,0 1-1 0 0,0-1 1 0 0,0 0 0 0 0,6-2-1 0 0,-1 1-28 0 0,-1 0 0 0 0,0-1 0 0 0,1 0 0 0 0,-1-1 0 0 0,0 0-1 0 0,0-1 1 0 0,-1 0 0 0 0,1 0 0 0 0,9-7 0 0 0,-6 3-33 0 0,0-2 0 0 0,0 1 0 0 0,-1-2 1 0 0,0 1-1 0 0,11-15 0 0 0,-2-3-6 0 0,-1 1 0 0 0,-1-2 0 0 0,-2-1 0 0 0,19-46 0 0 0,15-48-64 0 0,-49 123 108 0 0,-11 30-73 0 0,5-11 52 0 0,-4 17 23 0 0,-7 58 1 0 0,15-83 46 0 0,0 0 1 0 0,1 0-1 0 0,0 0 1 0 0,1 1-1 0 0,0-1 1 0 0,0 0-1 0 0,1-1 1 0 0,1 1-1 0 0,0 0 1 0 0,6 16-1 0 0,-7-23-10 0 0,0 0 0 0 0,0 0 0 0 0,0 1-1 0 0,0-2 1 0 0,0 1 0 0 0,1 0-1 0 0,-1 0 1 0 0,1-1 0 0 0,0 1-1 0 0,0-1 1 0 0,0 0 0 0 0,0 0-1 0 0,0 0 1 0 0,0 0 0 0 0,1-1-1 0 0,-1 1 1 0 0,0-1 0 0 0,1 0-1 0 0,-1 0 1 0 0,7 1 0 0 0,-8-2-10 0 0,0 0 0 0 0,0 0 0 0 0,0 0 0 0 0,0 0 0 0 0,0 0 0 0 0,0-1 0 0 0,-1 1 1 0 0,1-1-1 0 0,0 1 0 0 0,0-1 0 0 0,0 0 0 0 0,0 0 0 0 0,-1 0 0 0 0,1 0 1 0 0,2-2-1 0 0,19-18 62 0 0,-16 13-45 0 0,-1-1-1 0 0,-1 0 1 0 0,0 0 0 0 0,0 0-1 0 0,0 0 1 0 0,-1-1 0 0 0,-1 0 0 0 0,0 0-1 0 0,0 0 1 0 0,-1 0 0 0 0,0 0-1 0 0,0 0 1 0 0,-1-20 0 0 0,-1 22-7 0 0,0 0 0 0 0,-1-1 0 0 0,0 1 0 0 0,-1 0 0 0 0,0 0 0 0 0,0 0 1 0 0,-1 0-1 0 0,0 0 0 0 0,0 1 0 0 0,-1-1 0 0 0,0 1 0 0 0,0 0 0 0 0,0 0 0 0 0,-1 0 1 0 0,0 1-1 0 0,-1-1 0 0 0,-9-8 0 0 0,6 8-416 0 0,1 1-1 0 0,-1-1 1 0 0,0 2-1 0 0,-17-9 1 0 0,-20-3-5721 0 0,31 14 2769 0 0</inkml:trace>
</inkml:ink>
</file>

<file path=ppt/ink/ink1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9:15.9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95 136 1428 0 0,'-86'-31'13759'0'0,"85"31"-13702"0"0,1 0 1 0 0,-1 0-1 0 0,1-1 0 0 0,-1 1 1 0 0,1 0-1 0 0,0 0 1 0 0,-1 0-1 0 0,1-1 1 0 0,0 1-1 0 0,-1 0 0 0 0,1-1 1 0 0,-1 1-1 0 0,1 0 1 0 0,0-1-1 0 0,0 1 1 0 0,-1 0-1 0 0,1-1 1 0 0,0 1-1 0 0,0 0 0 0 0,-1-1 1 0 0,1 1-1 0 0,0-1 1 0 0,0 1-1 0 0,0-1 1 0 0,0 1-1 0 0,0 0 0 0 0,-1-1 1 0 0,1 1-1 0 0,0-1 1 0 0,0 1-1 0 0,0-2 1 0 0,11-9 511 0 0,22-5-314 0 0,10 2-446 0 0,1 2 1 0 0,0 1-1 0 0,79-7 0 0 0,9 9-2810 0 0,-2 7-3655 0 0,-94 2 1631 0 0</inkml:trace>
</inkml:ink>
</file>

<file path=ppt/ink/ink1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9:16.8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0 141 1332 0 0,'4'-14'1108'0'0,"1"1"0"0"0,0-1 0 0 0,1 1 1 0 0,1 0-1 0 0,0 0 0 0 0,1 1 0 0 0,0 0 0 0 0,14-16 0 0 0,-21 27-1076 0 0,-1 0 0 0 0,1 1 0 0 0,0-1 0 0 0,0 0 1 0 0,-1 1-1 0 0,1-1 0 0 0,0 1 0 0 0,0-1 0 0 0,0 1 0 0 0,0-1 0 0 0,0 1 0 0 0,0 0 0 0 0,0-1 0 0 0,0 1 1 0 0,0 0-1 0 0,0 0 0 0 0,0 0 0 0 0,0 0 0 0 0,0 0 0 0 0,0 0 0 0 0,0 0 0 0 0,0 0 0 0 0,0 0 1 0 0,0 0-1 0 0,0 1 0 0 0,0-1 0 0 0,1 1 0 0 0,0 0 9 0 0,1 0 0 0 0,-1 0 0 0 0,0 0 0 0 0,0 0 0 0 0,0 1 1 0 0,0-1-1 0 0,1 1 0 0 0,1 2 0 0 0,0 0-1 0 0,-1 1-1 0 0,0 0 1 0 0,0 0 0 0 0,0 0-1 0 0,0 0 1 0 0,-1 1 0 0 0,0-1 0 0 0,0 1-1 0 0,0-1 1 0 0,1 12 0 0 0,0 5 68 0 0,0 34 0 0 0,-2-38-46 0 0,-6 96 177 0 0,2-81-150 0 0,2-1-1 0 0,5 65 0 0 0,-4-95-68 0 0,0 1 0 0 0,1 0 0 0 0,-1-1 0 0 0,1 1-1 0 0,0 0 1 0 0,0-1 0 0 0,0 1 0 0 0,0-1 0 0 0,1 1 0 0 0,-1-1-1 0 0,0 0 1 0 0,1 0 0 0 0,0 1 0 0 0,-1-1 0 0 0,1 0 0 0 0,0 0-1 0 0,0-1 1 0 0,0 1 0 0 0,1 0 0 0 0,-1-1 0 0 0,3 3 0 0 0,-1-3-12 0 0,-1 0 1 0 0,0 0 0 0 0,0 0 0 0 0,1-1 0 0 0,-1 1 0 0 0,0-1-1 0 0,0 0 1 0 0,1 0 0 0 0,-1 0 0 0 0,0 0 0 0 0,1-1 0 0 0,-1 1-1 0 0,0-1 1 0 0,1 0 0 0 0,-1 0 0 0 0,0 0 0 0 0,0 0-1 0 0,3-3 1 0 0,4-1-4 0 0,-1 0-1 0 0,0-1 0 0 0,0 0 0 0 0,0-1 0 0 0,-1 0 1 0 0,0 0-1 0 0,-1-1 0 0 0,0 0 0 0 0,0 0 0 0 0,0-1 1 0 0,-1 0-1 0 0,0 0 0 0 0,-1 0 0 0 0,8-19 0 0 0,-1-5 46 0 0,-1-1-1 0 0,-2 0 1 0 0,7-41-1 0 0,-13 54 799 0 0,2-35 1 0 0,-5 54-726 0 0,-8 19-87 0 0,1 8 5 0 0,1 0 1 0 0,1 0 0 0 0,1 0-1 0 0,-1 32 1 0 0,5-43-276 0 0,1 0 0 0 0,0 0 0 0 0,0 0 0 0 0,2 0 0 0 0,-1 0 0 0 0,2 0 0 0 0,0 0-1 0 0,1-1 1 0 0,7 15 0 0 0,6-2-2171 0 0,-1-13-2421 0 0,-6-7 80 0 0</inkml:trace>
</inkml:ink>
</file>

<file path=ppt/ink/ink1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9:17.5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 87 1600 0 0,'-2'-18'2762'0'0,"-4"-22"3750"0"0,5 39-5935 0 0,-1-8 368 0 0,1 8-556 0 0,-1 10 13 0 0,-10 287 1496 0 0,6-262 2220 0 0,7-55-3767 0 0,2 1-322 0 0,0 0-1 0 0,1 1 0 0 0,1-1 1 0 0,1 1-1 0 0,1 0 0 0 0,0 1 1 0 0,16-28-1 0 0,-15 32-48 0 0,0 1 0 0 0,1 0 0 0 0,0 0 0 0 0,1 1 0 0 0,1 0 0 0 0,0 1 1 0 0,0 0-1 0 0,1 1 0 0 0,0 0 0 0 0,20-11 0 0 0,-29 19 9 0 0,0 0 0 0 0,1 0 0 0 0,-1 1 0 0 0,0-1-1 0 0,1 1 1 0 0,-1 0 0 0 0,0 0 0 0 0,1 0 0 0 0,0 1 0 0 0,-1-1 0 0 0,1 1 0 0 0,-1 0 0 0 0,1 0 0 0 0,0 0 0 0 0,-1 0 0 0 0,1 1 0 0 0,-1 0 0 0 0,1-1 0 0 0,-1 1 0 0 0,1 0-1 0 0,-1 1 1 0 0,0-1 0 0 0,1 1 0 0 0,-1-1 0 0 0,0 1 0 0 0,0 0 0 0 0,0 0 0 0 0,0 0 0 0 0,-1 1 0 0 0,5 3 0 0 0,-2 0 1 0 0,-1-1 1 0 0,0 1-1 0 0,0 0 0 0 0,-1 0 1 0 0,1 0-1 0 0,-1 0 0 0 0,0 1 1 0 0,-1-1-1 0 0,0 1 1 0 0,0 0-1 0 0,0 0 0 0 0,-1 0 1 0 0,0 0-1 0 0,0 12 0 0 0,-4 41 4 0 0,-19 104 0 0 0,20-152 10 0 0,2-11-21 0 0,-1 1 0 0 0,1 0 0 0 0,0-1 0 0 0,0 1 0 0 0,0 0 0 0 0,-1 0 0 0 0,2-1 0 0 0,-1 1 0 0 0,0 0 0 0 0,0-1 0 0 0,0 1 0 0 0,1 0 0 0 0,-1-1 0 0 0,1 1 0 0 0,-1 0 0 0 0,1-1 0 0 0,0 1 0 0 0,0-1 0 0 0,0 1 0 0 0,0-1 0 0 0,0 0 0 0 0,0 1 0 0 0,0-1 0 0 0,0 0 0 0 0,0 1 0 0 0,0-1 0 0 0,1 0 0 0 0,2 2 0 0 0,-2-3-107 0 0,0 1 0 0 0,1 0 0 0 0,-1-1 0 0 0,0 1 0 0 0,1-1 0 0 0,-1 0 0 0 0,0 0-1 0 0,1 0 1 0 0,-1 0 0 0 0,1 0 0 0 0,-1 0 0 0 0,0-1 0 0 0,1 1 0 0 0,-1-1 0 0 0,0 1 0 0 0,0-1 0 0 0,1 0 0 0 0,-1 0 0 0 0,4-3-1 0 0,7-4-312 0 0,0 0 0 0 0,-1-2 0 0 0,0 1-1 0 0,-1-2 1 0 0,0 0 0 0 0,0 0-1 0 0,-1 0 1 0 0,-1-2 0 0 0,0 1-1 0 0,11-20 1 0 0,-6 5 1242 0 0,-1-1 0 0 0,-2-1 0 0 0,0 0 0 0 0,7-35 0 0 0,-13 46-42 0 0,-6 26-273 0 0,-6 31-52 0 0,7-38-422 0 0,-5 27 167 0 0,2 0 0 0 0,1 0 0 0 0,1 0 0 0 0,1 0 0 0 0,1 0 0 0 0,2 0 0 0 0,8 37 0 0 0,-11-64-211 0 0,0 0 1 0 0,0 1-1 0 0,0-1 0 0 0,1 0 1 0 0,-1 0-1 0 0,0 0 1 0 0,1 1-1 0 0,-1-1 0 0 0,1 0 1 0 0,0 0-1 0 0,-1 0 0 0 0,1 0 1 0 0,0 0-1 0 0,0 0 1 0 0,-1 0-1 0 0,1 0 0 0 0,0 0 1 0 0,0 0-1 0 0,0-1 0 0 0,0 1 1 0 0,0 0-1 0 0,2 0 0 0 0,-2-1-82 0 0,0 0 0 0 0,0 0 0 0 0,1 0 0 0 0,-1 0 0 0 0,0 0 0 0 0,0 0-1 0 0,0 0 1 0 0,0-1 0 0 0,0 1 0 0 0,0-1 0 0 0,0 1 0 0 0,0 0 0 0 0,0-1-1 0 0,0 0 1 0 0,0 1 0 0 0,0-1 0 0 0,0 0 0 0 0,0 1 0 0 0,1-2 0 0 0,3-3-1036 0 0,0-1 0 0 0,0 1 0 0 0,0-1 0 0 0,-1 0 0 0 0,0 0 0 0 0,4-9 0 0 0,2-8-4067 0 0</inkml:trace>
</inkml:ink>
</file>

<file path=ppt/ink/ink1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9:17.7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83 89 744 0 0,'-58'-83'12269'0'0,"57"83"-12331"0"0,1-1 0 0 0,0 1 1 0 0,-1-1-1 0 0,1 1 1 0 0,-1 0-1 0 0,1-1 0 0 0,-1 1 1 0 0,1 0-1 0 0,0-1 1 0 0,-1 1-1 0 0,0 0 0 0 0,1-1 1 0 0,-1 1-1 0 0,1 0 1 0 0,-1 0-1 0 0,1 0 1 0 0,-1 0-1 0 0,1-1 0 0 0,-1 1 1 0 0,0 0-1 0 0,1 0 1 0 0,-1 0-1 0 0,1 0 0 0 0,-1 0 1 0 0,0 0-1 0 0,1 1 1 0 0,-1-1-1 0 0,1 0 0 0 0,-1 0 1 0 0,1 0-1 0 0,-1 0 1 0 0,1 1-1 0 0,-1-1 1 0 0,1 0-1 0 0,-1 1 0 0 0,1-1 1 0 0,-1 0-1 0 0,1 1 1 0 0,-1-1-1 0 0,1 1 0 0 0,-1-1 1 0 0,1 0-1 0 0,0 1 1 0 0,-1-1-1 0 0,1 1 0 0 0,0-1 1 0 0,-1 1-1 0 0,1-1 1 0 0,0 1-1 0 0,0 0 1 0 0,0-1-1 0 0,-1 1 0 0 0,1-1 1 0 0,0 1-1 0 0,0-1 1 0 0,0 1-1 0 0,0 0 0 0 0,0 0 1 0 0,1 7-2887 0 0</inkml:trace>
</inkml:ink>
</file>

<file path=ppt/ink/ink1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9:18.1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32 2820 0 0,'25'-25'10183'0'0,"-13"19"-5742"0"0,-11 6-4320 0 0,0 1 1 0 0,1 0-1 0 0,-1 0 0 0 0,0 0 0 0 0,-1 0 0 0 0,1 0 1 0 0,0 0-1 0 0,0 0 0 0 0,0 0 0 0 0,-1 0 0 0 0,1 0 0 0 0,0 1 1 0 0,-1-1-1 0 0,1 0 0 0 0,-1 0 0 0 0,1 1 0 0 0,-1-1 1 0 0,0 0-1 0 0,0 1 0 0 0,0-1 0 0 0,1 0 0 0 0,-1 3 0 0 0,0 40 1899 0 0,0-32-1466 0 0,-12 264 4974 0 0,0-63-4088 0 0,16 20-628 0 0,-4-232-792 0 0,0 0 0 0 0,0 1-1 0 0,-1-1 1 0 0,2 0 0 0 0,-1 0-1 0 0,0 1 1 0 0,0-1 0 0 0,0 0-1 0 0,0 0 1 0 0,1 0 0 0 0,-1 0-1 0 0,1 1 1 0 0,-1-1 0 0 0,1 0 0 0 0,-1 0-1 0 0,1 0 1 0 0,0 0 0 0 0,-1 0-1 0 0,1 0 1 0 0,0 0 0 0 0,0 0-1 0 0,1 1 1 0 0,-1-2-20 0 0,0 0 0 0 0,0 1 1 0 0,1-1-1 0 0,-1 0 0 0 0,0 0 0 0 0,0 1 1 0 0,0-1-1 0 0,1 0 0 0 0,-1 0 0 0 0,0-1 1 0 0,0 1-1 0 0,0 0 0 0 0,0 0 1 0 0,1 0-1 0 0,-1-1 0 0 0,0 1 0 0 0,0-1 1 0 0,1 0-1 0 0,7-3-406 0 0,-1-1-1 0 0,0 0 1 0 0,-1 0 0 0 0,9-8 0 0 0,-15 12 357 0 0,18-16-2248 0 0,-1 0 0 0 0,0-2 1 0 0,29-41-1 0 0,-29 33-2784 0 0,17-33 0 0 0,-18 26-2129 0 0</inkml:trace>
</inkml:ink>
</file>

<file path=ppt/ink/ink1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9:18.3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131 109 2116 0 0,'-131'-12'19490'0'0,"142"1"-19036"0"0,-5 8-410 0 0,1 0-1 0 0,-1 1 1 0 0,1-1-1 0 0,0 1 1 0 0,0 1 0 0 0,0-1-1 0 0,9 0 1 0 0,7-1-62 0 0,186-36-3455 0 0,-97 20-5551 0 0,-77 12 1534 0 0</inkml:trace>
</inkml:ink>
</file>

<file path=ppt/ink/ink1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9:30.1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 61 2156 0 0,'7'-61'10651'0'0,"-4"72"-9856"0"0,-2 8-108 0 0,0 1 1 0 0,-1 0-1 0 0,-4 25 0 0 0,1-9-140 0 0,-35 376 1436 0 0,29-354-786 0 0,9-56-658 0 0,-7-13-337 0 0,6 8-186 0 0,0 0 0 0 0,0 0 0 0 0,1-1 0 0 0,-1 1 0 0 0,1-1 1 0 0,0 1-1 0 0,0 0 0 0 0,1-1 0 0 0,-1 1 0 0 0,2-7 1 0 0,11-32 25 0 0,-7 27-48 0 0,1 0 0 0 0,0 0-1 0 0,2 1 1 0 0,-1 0-1 0 0,2 0 1 0 0,0 1 0 0 0,0 0-1 0 0,15-12 1 0 0,-18 18-6 0 0,0 0 1 0 0,1 1-1 0 0,-1 1 1 0 0,1-1-1 0 0,1 1 0 0 0,-1 0 1 0 0,1 1-1 0 0,0 0 1 0 0,0 1-1 0 0,0-1 0 0 0,0 2 1 0 0,0-1-1 0 0,1 1 1 0 0,-1 1-1 0 0,15-1 1 0 0,-19 2 8 0 0,0 1 1 0 0,0-1-1 0 0,0 1 1 0 0,0 0 0 0 0,0 0-1 0 0,0 1 1 0 0,0-1 0 0 0,-1 1-1 0 0,1 0 1 0 0,0 0-1 0 0,-1 1 1 0 0,1-1 0 0 0,-1 1-1 0 0,0 0 1 0 0,0 1 0 0 0,0-1-1 0 0,0 1 1 0 0,-1-1 0 0 0,1 1-1 0 0,-1 0 1 0 0,0 0-1 0 0,0 0 1 0 0,-1 1 0 0 0,1-1-1 0 0,-1 1 1 0 0,0 0 0 0 0,0-1-1 0 0,2 9 1 0 0,-1-3 7 0 0,-1 0 1 0 0,0 0 0 0 0,0 0-1 0 0,-1 0 1 0 0,-1 1-1 0 0,1-1 1 0 0,-2 0-1 0 0,1 1 1 0 0,-1-1 0 0 0,-1 0-1 0 0,0 0 1 0 0,0 0-1 0 0,-6 14 1 0 0,1-10 37 0 0,0 0 0 0 0,0 0 0 0 0,-2 0 0 0 0,0-1-1 0 0,0-1 1 0 0,-1 1 0 0 0,-12 11 0 0 0,15-18 12 0 0,0 1-1 0 0,0-1 1 0 0,-1 0 0 0 0,0-1 0 0 0,0 0-1 0 0,0 0 1 0 0,-1 0 0 0 0,0-1-1 0 0,1-1 1 0 0,-1 1 0 0 0,-1-2-1 0 0,-14 4 1 0 0,18-5-26 0 0,1-1 0 0 0,0 0-1 0 0,0 0 1 0 0,0 0 0 0 0,0 0 0 0 0,-1-1 0 0 0,1 0-1 0 0,0 0 1 0 0,0 0 0 0 0,0-1 0 0 0,0 0 0 0 0,1 0-1 0 0,-1 0 1 0 0,0 0 0 0 0,-6-6 0 0 0,5 3-339 0 0,0 0-1 0 0,0 0 1 0 0,1-1 0 0 0,0 1 0 0 0,0-1-1 0 0,0-1 1 0 0,1 1 0 0 0,0-1 0 0 0,-4-7-1 0 0,8 12-53 0 0,0 1 0 0 0,-1 0 0 0 0,1-1-1 0 0,0 1 1 0 0,0-1 0 0 0,0 1 0 0 0,0-1-1 0 0,0 1 1 0 0,0-1 0 0 0,0 1 0 0 0,0-1 0 0 0,1 1-1 0 0,-1 0 1 0 0,1-1 0 0 0,-1 1 0 0 0,1-1-1 0 0,-1 1 1 0 0,1 0 0 0 0,0 0 0 0 0,0-1-1 0 0,-1 1 1 0 0,1 0 0 0 0,0 0 0 0 0,0 0-1 0 0,0 0 1 0 0,0 0 0 0 0,0 0 0 0 0,1 0-1 0 0,-1 0 1 0 0,0 0 0 0 0,2 0 0 0 0</inkml:trace>
</inkml:ink>
</file>

<file path=ppt/ink/ink1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9:30.7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225 105 2700 0 0,'35'-39'12289'0'0,"-35"39"-12253"0"0,1 0 0 0 0,-1 0 0 0 0,0 0-1 0 0,0 0 1 0 0,0-1 0 0 0,0 1 0 0 0,1 0-1 0 0,-1 0 1 0 0,0 0 0 0 0,0 0 0 0 0,0 0-1 0 0,0 0 1 0 0,1 0 0 0 0,-1-1 0 0 0,0 1-1 0 0,0 0 1 0 0,0 0 0 0 0,1 0 0 0 0,-1 0-1 0 0,0 0 1 0 0,0 0 0 0 0,1 0 0 0 0,-1 0-1 0 0,0 0 1 0 0,0 0 0 0 0,0 0 0 0 0,1 0-1 0 0,-1 0 1 0 0,0 0 0 0 0,0 1 0 0 0,0-1-1 0 0,1 0 1 0 0,-1 0 0 0 0,0 0 0 0 0,0 0-1 0 0,0 0 1 0 0,1 0 0 0 0,-1 0 0 0 0,0 1-1 0 0,6 9 1061 0 0,-2 11-157 0 0,-2-10-825 0 0,0-1 1 0 0,0 0-1 0 0,1 0 1 0 0,1-1 0 0 0,-1 1-1 0 0,2-1 1 0 0,-1 1-1 0 0,1-1 1 0 0,0-1-1 0 0,1 1 1 0 0,0-1 0 0 0,1 0-1 0 0,0 0 1 0 0,0-1-1 0 0,0 0 1 0 0,17 12-1 0 0,-17-14-100 0 0,0 0 0 0 0,0-1 0 0 0,1 0 0 0 0,0 0 0 0 0,0-1 0 0 0,0 0 0 0 0,0-1 0 0 0,0 1 0 0 0,1-2 0 0 0,-1 1 0 0 0,1-1 0 0 0,-1 0 0 0 0,1-1 0 0 0,-1 0 0 0 0,1 0 0 0 0,-1-1 0 0 0,1 0 0 0 0,-1-1 0 0 0,1 0 0 0 0,13-4 0 0 0,-14 2-12 0 0,1 0-1 0 0,-1-1 1 0 0,0 0 0 0 0,0 0 0 0 0,0-1 0 0 0,-1 0 0 0 0,0 0 0 0 0,0 0 0 0 0,-1-1 0 0 0,0 0 0 0 0,0 0 0 0 0,0-1 0 0 0,7-13 0 0 0,2-9-4 0 0,0 0-1 0 0,14-48 1 0 0,-19 51-6 0 0,-4 9-42 0 0,-7 13-3 0 0,-4 11 41 0 0,-13 26 463 0 0,0 1 0 0 0,2 1 0 0 0,-17 55 0 0 0,16-43 40 0 0,-321 888 3476 0 0,318-875-3819 0 0,-2 10 417 0 0,-42 87 1 0 0,63-154-524 0 0,1 0 1 0 0,-1-1-1 0 0,0 1 0 0 0,0-1 0 0 0,0 1 0 0 0,-1-1 1 0 0,1 1-1 0 0,0-1 0 0 0,0 1 0 0 0,-1-1 0 0 0,1 0 0 0 0,-1 0 1 0 0,1 0-1 0 0,-1 0 0 0 0,0 0 0 0 0,1 0 0 0 0,-1 0 1 0 0,0-1-1 0 0,0 1 0 0 0,1 0 0 0 0,-1-1 0 0 0,0 0 1 0 0,0 1-1 0 0,0-1 0 0 0,0 0 0 0 0,0 0 0 0 0,0 0 0 0 0,1 0 1 0 0,-1 0-1 0 0,0-1 0 0 0,0 1 0 0 0,0 0 0 0 0,0-1 1 0 0,1 1-1 0 0,-1-1 0 0 0,0 0 0 0 0,0 0 0 0 0,1 0 1 0 0,-4-1-1 0 0,-2-3-10 0 0,-1 0 1 0 0,1 0-1 0 0,0 0 0 0 0,0-1 1 0 0,1 0-1 0 0,0-1 1 0 0,-7-7-1 0 0,5 4-14 0 0,1-1 0 0 0,0 0 1 0 0,0-1-1 0 0,1 0 0 0 0,1 0 0 0 0,0 0 0 0 0,1 0 0 0 0,0-1 0 0 0,0 1 0 0 0,-2-25 1 0 0,5 19-6 0 0,0 0 1 0 0,1 0 0 0 0,1 0 0 0 0,1 0 0 0 0,1 0 0 0 0,0 0 0 0 0,7-19-1 0 0,2 1-292 0 0,2 1-1 0 0,2 1 1 0 0,1 0-1 0 0,1 1 0 0 0,2 1 1 0 0,46-57-1 0 0,-23 40-1125 0 0,3 2-1 0 0,1 2 0 0 0,67-50 1 0 0,-21 28-3428 0 0,3 6-3899 0 0,-65 42 1890 0 0</inkml:trace>
</inkml:ink>
</file>

<file path=ppt/ink/ink1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9:32.1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12 718 1116 0 0,'-4'15'5327'0'0,"-4"31"4201"0"0,28-48-8978 0 0,-1-6-489 0 0,-1-1-1 0 0,0-1 1 0 0,-1 0 0 0 0,0-2 0 0 0,-1 0 0 0 0,0-1-1 0 0,-1 0 1 0 0,0-1 0 0 0,-1-1 0 0 0,-1 0 0 0 0,14-21 0 0 0,-2 0-45 0 0,-1-2 0 0 0,-2 0 0 0 0,-2-2 0 0 0,18-48 0 0 0,-24 47-53 0 0,-1 0 1 0 0,-3-1-1 0 0,-1 0 1 0 0,6-74-1 0 0,-16 94-130 0 0,0 23 163 0 0,1-1 1 0 0,0 0-1 0 0,-1 0 0 0 0,1 0 0 0 0,0 0 0 0 0,-1 1 0 0 0,1-1 1 0 0,-1 0-1 0 0,1 0 0 0 0,0 1 0 0 0,0-1 0 0 0,-1 0 1 0 0,1 1-1 0 0,0-1 0 0 0,0 0 0 0 0,-1 1 0 0 0,1-1 0 0 0,0 0 1 0 0,0 1-1 0 0,0-1 0 0 0,-1 1 0 0 0,1-1 0 0 0,0 0 1 0 0,0 1-1 0 0,0 0 0 0 0,-17 46-42 0 0,15-39 56 0 0,-18 54 10 0 0,-20 111-1 0 0,35-142-25 0 0,1 0 0 0 0,2 0 1 0 0,2 0-1 0 0,0 0 0 0 0,9 56 0 0 0,-7-76 6 0 0,1-1 0 0 0,-1 1 0 0 0,2-1 0 0 0,0 1-1 0 0,0-1 1 0 0,1 0 0 0 0,5 9 0 0 0,-6-14 1 0 0,-1 0 1 0 0,1-1 0 0 0,0 1-1 0 0,0-1 1 0 0,1 0 0 0 0,-1 0-1 0 0,1 0 1 0 0,0 0-1 0 0,0-1 1 0 0,0 0 0 0 0,0 0-1 0 0,0 0 1 0 0,10 3 0 0 0,-12-6-5 0 0,0 1 0 0 0,-1-1 0 0 0,1 0 0 0 0,0 0 0 0 0,0 0 0 0 0,-1 0 0 0 0,1-1 0 0 0,0 1 0 0 0,-1-1 0 0 0,1 1 0 0 0,0-1 0 0 0,-1 0 0 0 0,5-2 0 0 0,-2 1-15 0 0,3-2-39 0 0,0 0 1 0 0,0-1-1 0 0,-1 1 0 0 0,0-2 0 0 0,0 1 0 0 0,0-1 1 0 0,0 0-1 0 0,-1 0 0 0 0,0-1 0 0 0,8-11 0 0 0,4-7-292 0 0,24-47 0 0 0,-22 30 117 0 0,-1-1 0 0 0,-3-1 0 0 0,22-87 0 0 0,5-143-148 0 0,-42 266 363 0 0,0 3-4 0 0,0 0 1 0 0,-1 0-1 0 0,0 0 0 0 0,0 0 1 0 0,-1-6-1 0 0,1 9 4 0 0,-2 5 16 0 0,0-1 0 0 0,0 0 1 0 0,1 0-1 0 0,-1 1 0 0 0,1-1 0 0 0,0 1 0 0 0,-1-1 0 0 0,0 4 0 0 0,2-5 1 0 0,-24 60 203 0 0,4 2 1 0 0,2 0-1 0 0,2 1 1 0 0,-9 97-1 0 0,16-91-43 0 0,3 0 0 0 0,4 93-1 0 0,2-162-141 0 0,0 0 0 0 0,0 1-1 0 0,0-1 1 0 0,0 1 0 0 0,0-1-1 0 0,1 0 1 0 0,-1 0-1 0 0,1 1 1 0 0,-1-1 0 0 0,1 0-1 0 0,-1 0 1 0 0,1 1 0 0 0,1 0-1 0 0,-2-2-11 0 0,0 1 0 0 0,1-1 0 0 0,-1 0 0 0 0,0 0 0 0 0,1 1-1 0 0,-1-1 1 0 0,1 0 0 0 0,-1 0 0 0 0,0 0 0 0 0,1 1 0 0 0,-1-1 0 0 0,1 0 0 0 0,-1 0-1 0 0,1 0 1 0 0,-1 0 0 0 0,0 0 0 0 0,1 0 0 0 0,-1 0 0 0 0,1 0 0 0 0,-1 0 0 0 0,1 0-1 0 0,-1 0 1 0 0,1 0 0 0 0,-1 0 0 0 0,1-1 0 0 0,2 0 0 0 0,0-1 0 0 0,0 0 1 0 0,-1 0-1 0 0,1 0 0 0 0,-1 0 0 0 0,1 0 1 0 0,-1 0-1 0 0,0-1 0 0 0,3-3 0 0 0,24-31 64 0 0,32-31-1 0 0,-47 54-71 0 0,0 1 0 0 0,1 1 1 0 0,0 1-1 0 0,1 0 0 0 0,20-11 0 0 0,-33 21-4 0 0,-1 0 0 0 0,1-1 0 0 0,-1 1 0 0 0,1 1 0 0 0,0-1 0 0 0,0 0 0 0 0,-1 1 0 0 0,1-1 0 0 0,0 1 0 0 0,0 0 0 0 0,0 0 0 0 0,-1 0 0 0 0,1 0 0 0 0,0 1 0 0 0,0-1 0 0 0,-1 1 0 0 0,1-1 0 0 0,0 1 0 0 0,-1 0 0 0 0,1 0 0 0 0,0 1 0 0 0,-1-1 0 0 0,1 0 0 0 0,1 2 0 0 0,0 0 0 0 0,-1 0 0 0 0,0 0 0 0 0,0 0 0 0 0,0 0 0 0 0,0 1-1 0 0,-1-1 1 0 0,0 1 0 0 0,1 0 0 0 0,-1-1 0 0 0,0 1 0 0 0,-1 0-1 0 0,1 0 1 0 0,-1 0 0 0 0,1 0 0 0 0,0 7 0 0 0,4 30-32 0 0,-5-25 51 0 0,1 0 0 0 0,1-1 0 0 0,0 1 1 0 0,2-1-1 0 0,-1 0 0 0 0,2 0 0 0 0,8 17 0 0 0,-13-30-3 0 0,1 0 1 0 0,0 1-1 0 0,0-1 0 0 0,0 0 1 0 0,0 0-1 0 0,0 0 0 0 0,0-1 1 0 0,0 1-1 0 0,1 0 0 0 0,-1-1 1 0 0,0 1-1 0 0,1-1 0 0 0,0 0 1 0 0,-1 0-1 0 0,6 2 0 0 0,-2-2 3 0 0,-1-1-1 0 0,0 1 1 0 0,1-1-1 0 0,-1 0 1 0 0,0 0 0 0 0,1 0-1 0 0,10-3 1 0 0,-4 0 0 0 0,1-1 0 0 0,-1 0 1 0 0,0-1-1 0 0,0 0 1 0 0,-1-1-1 0 0,15-9 0 0 0,-6 0 0 0 0,0 0-1 0 0,0-2 1 0 0,-2-1 0 0 0,0 0-1 0 0,28-40 1 0 0,-24 27 8 0 0,-1-1 1 0 0,-3-1 0 0 0,20-46 0 0 0,-10 10-76 0 0,-28 68 29 0 0,0 1 25 0 0,0-1-1 0 0,0 1 1 0 0,0 0-1 0 0,0 0 0 0 0,1 0 1 0 0,-1-1-1 0 0,0 1 1 0 0,0 0-1 0 0,0 0 0 0 0,0-1 1 0 0,0 1-1 0 0,0 0 0 0 0,-1 0 1 0 0,1-1-1 0 0,0 1 1 0 0,0 0-1 0 0,0 0 0 0 0,0 0 1 0 0,0-1-1 0 0,0 1 0 0 0,0 0 1 0 0,0 0-1 0 0,0 0 1 0 0,-1-1-1 0 0,1 1 0 0 0,0 0 1 0 0,0 0-1 0 0,0 0 1 0 0,0 0-1 0 0,-1 0 0 0 0,1-1 1 0 0,0 1-1 0 0,0 0 0 0 0,0 0 1 0 0,-1 0-1 0 0,1 0 1 0 0,0 0-1 0 0,0 0 0 0 0,0 0 1 0 0,-1 0-1 0 0,1 0 0 0 0,0 0 1 0 0,0 0-1 0 0,-1-1 1 0 0,1 1-1 0 0,0 1 0 0 0,0-1 1 0 0,0 0-1 0 0,-1 0 1 0 0,1 0-1 0 0,0 0 0 0 0,-15 10 24 0 0,-11 19 167 0 0,15-13-39 0 0,1 0 0 0 0,1 1-1 0 0,1 0 1 0 0,-12 34 0 0 0,17-41-97 0 0,0-1 0 0 0,0 1 0 0 0,2 0 0 0 0,-1 0-1 0 0,1 0 1 0 0,0 0 0 0 0,1 0 0 0 0,1 0 0 0 0,-1 0 0 0 0,5 19 0 0 0,-3-23-30 0 0,0-1 0 0 0,0 0-1 0 0,1 0 1 0 0,-1 0 0 0 0,1 0 0 0 0,0 0-1 0 0,1-1 1 0 0,-1 1 0 0 0,1-1 0 0 0,0 0 0 0 0,0 0-1 0 0,0 0 1 0 0,1-1 0 0 0,-1 1 0 0 0,1-1-1 0 0,0 0 1 0 0,0-1 0 0 0,0 1 0 0 0,0-1 0 0 0,0 0-1 0 0,1 0 1 0 0,-1 0 0 0 0,1-1 0 0 0,-1 0-1 0 0,10 1 1 0 0,-4-1-412 0 0,0 0 0 0 0,1-1-1 0 0,-1 0 1 0 0,0-1 0 0 0,14-2 0 0 0,-15 1-895 0 0,0 0 0 0 0,0-1 1 0 0,0 0-1 0 0,0-1 0 0 0,12-6 0 0 0,4-5-4796 0 0</inkml:trace>
</inkml:ink>
</file>

<file path=ppt/ink/ink1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9:32.3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226 52 1884 0 0,'-225'6'14401'0'0,"230"-6"-14280"0"0,1-1-1 0 0,-1 0 1 0 0,1 0-1 0 0,7-4 1 0 0,12-2 24 0 0,199-21-910 0 0,-73 19-5302 0 0,-118 7 3638 0 0,14-1-2939 0 0</inkml:trace>
</inkml:ink>
</file>

<file path=ppt/ink/ink1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9:40.4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 4708 0 0,'3'0'4824'0'0,"30"0"497"0"0,5-1-3104 0 0,-36 1-2105 0 0,1 0-1026 0 0,7 0-317 0 0</inkml:trace>
</inkml:ink>
</file>

<file path=ppt/ink/ink1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9:55.3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417 82 1308 0 0,'1'-2'605'0'0,"1"0"0"0"0,-1-1 0 0 0,0 1-1 0 0,0-1 1 0 0,0 1 0 0 0,0-1 0 0 0,0 0 0 0 0,-1 1 0 0 0,1-1-1 0 0,-1 0 1 0 0,0-3 0 0 0,0 4-499 0 0,0 0-1 0 0,0 0 0 0 0,0 0 1 0 0,0 1-1 0 0,-1-1 1 0 0,1 0-1 0 0,-1 0 1 0 0,1 0-1 0 0,-1 1 1 0 0,0-1-1 0 0,1 0 1 0 0,-1 1-1 0 0,0-1 1 0 0,0 1-1 0 0,0-1 0 0 0,-1 1 1 0 0,1-1-1 0 0,0 1 1 0 0,0 0-1 0 0,-1-1 1 0 0,1 1-1 0 0,-1 0 1 0 0,1 0-1 0 0,-1 0 1 0 0,0 0-1 0 0,1 0 0 0 0,-1 1 1 0 0,-2-2-1 0 0,0 1-58 0 0,0 0-1 0 0,0 0 1 0 0,-1 1-1 0 0,1-1 1 0 0,0 1-1 0 0,-1 0 1 0 0,1 0-1 0 0,0 0 0 0 0,0 1 1 0 0,-1-1-1 0 0,1 1 1 0 0,0 0-1 0 0,-5 2 1 0 0,0 1 25 0 0,0 0 1 0 0,1 0 0 0 0,0 0 0 0 0,0 1 0 0 0,-13 10-1 0 0,-2 6 139 0 0,1 0-1 0 0,-32 41 0 0 0,29-30-18 0 0,1 1 0 0 0,-38 69 0 0 0,52-82-173 0 0,1 0 1 0 0,0 1-1 0 0,2 0 0 0 0,0 0 0 0 0,2 1 0 0 0,-6 43 0 0 0,10-57 0 0 0,1 0-1 0 0,0 0 1 0 0,0 0-1 0 0,1-1 1 0 0,0 1-1 0 0,1 0 1 0 0,-1-1 0 0 0,1 1-1 0 0,6 13 1 0 0,-7-18-8 0 0,1-1 0 0 0,-1 1 0 0 0,1 0 0 0 0,0-1 0 0 0,0 0 1 0 0,0 1-1 0 0,0-1 0 0 0,0 0 0 0 0,0 0 0 0 0,1 0 0 0 0,-1 0 1 0 0,1-1-1 0 0,-1 1 0 0 0,1 0 0 0 0,0-1 0 0 0,-1 0 0 0 0,1 0 0 0 0,0 0 1 0 0,0 0-1 0 0,0 0 0 0 0,0-1 0 0 0,0 1 0 0 0,0-1 0 0 0,0 0 1 0 0,0 1-1 0 0,0-1 0 0 0,6-1 0 0 0,3-1 9 0 0,-1-1 0 0 0,1 0 0 0 0,-1 0 0 0 0,0-1 0 0 0,0-1 0 0 0,-1 0 0 0 0,1 0 0 0 0,-1-1 0 0 0,0 0 0 0 0,0-1 1 0 0,-1 0-1 0 0,0-1 0 0 0,0 1 0 0 0,10-14 0 0 0,10-12 15 0 0,-2-2 0 0 0,32-53 0 0 0,-56 84-34 0 0,91-156-81 0 0,-93 159 62 0 0,2 0 6 0 0,6-1 4 0 0,-7 5 6 0 0,1-1-1 0 0,-1 0 1 0 0,0 1 0 0 0,0 0 0 0 0,0-1 0 0 0,0 1 0 0 0,-1 0-1 0 0,1 0 1 0 0,-1 0 0 0 0,0 0 0 0 0,2 6 0 0 0,7 41 21 0 0,-2-7-10 0 0,-2-22-201 0 0,-1-4 241 0 0,0 1 0 0 0,1-1-1 0 0,12 24 1 0 0,-15-36-364 0 0,0 0 0 0 0,0-1 0 0 0,1 1 0 0 0,0-1 0 0 0,0 1 0 0 0,5 3 0 0 0,-6-5-282 0 0,1 0 0 0 0,-1-1 0 0 0,1 0 1 0 0,0 0-1 0 0,0 0 0 0 0,0 0 0 0 0,0 0 0 0 0,0-1 0 0 0,6 2 0 0 0,6-1-3669 0 0</inkml:trace>
</inkml:ink>
</file>

<file path=ppt/ink/ink1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9:55.8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268 531 700 0 0,'8'-14'1821'0'0,"-2"0"0"0"0,1 0 0 0 0,4-16 0 0 0,-10 25-1452 0 0,1 0-1 0 0,-1 0 1 0 0,0 0 0 0 0,-1 0 0 0 0,1 0 0 0 0,-1-1 0 0 0,0 1 0 0 0,-1 0 0 0 0,1 0 0 0 0,-1 0-1 0 0,0 0 1 0 0,-3-9 0 0 0,4 14-337 0 0,-1-1-1 0 0,1 0 0 0 0,-1 1 1 0 0,1-1-1 0 0,-1 0 1 0 0,1 1-1 0 0,-1-1 0 0 0,1 1 1 0 0,-1-1-1 0 0,0 1 1 0 0,1-1-1 0 0,-1 1 0 0 0,0 0 1 0 0,0-1-1 0 0,1 1 1 0 0,-1 0-1 0 0,0-1 1 0 0,0 1-1 0 0,1 0 0 0 0,-1 0 1 0 0,0 0-1 0 0,0 0 1 0 0,0 0-1 0 0,1 0 0 0 0,-1 0 1 0 0,0 0-1 0 0,0 0 1 0 0,0 0-1 0 0,0 1 0 0 0,-23 5 401 0 0,11 1-269 0 0,0 1 1 0 0,0 0-1 0 0,1 1 1 0 0,0 1-1 0 0,1-1 0 0 0,-19 22 1 0 0,8-5 73 0 0,-36 54 0 0 0,44-59-173 0 0,2 1-1 0 0,-17 37 0 0 0,26-53-47 0 0,1 0 1 0 0,0 0 0 0 0,0 1 0 0 0,1-1-1 0 0,-1 0 1 0 0,1 1 0 0 0,0-1-1 0 0,1 1 1 0 0,0-1 0 0 0,0 1 0 0 0,0-1-1 0 0,1 0 1 0 0,0 1 0 0 0,0-1-1 0 0,4 10 1 0 0,-5-14-6 0 0,1 0 0 0 0,0 0-1 0 0,0-1 1 0 0,0 1 0 0 0,0 0-1 0 0,0-1 1 0 0,0 1 0 0 0,0-1-1 0 0,1 1 1 0 0,-1-1 0 0 0,1 0-1 0 0,-1 1 1 0 0,1-1 0 0 0,-1 0-1 0 0,1 0 1 0 0,0 0 0 0 0,-1 0-1 0 0,1-1 1 0 0,3 2 0 0 0,-2-1-1 0 0,0-1 0 0 0,0 1 1 0 0,0-1-1 0 0,0 0 0 0 0,1 0 0 0 0,-1-1 1 0 0,0 1-1 0 0,0 0 0 0 0,0-1 0 0 0,0 0 0 0 0,4-1 1 0 0,3-2 6 0 0,0-1 0 0 0,-1 0 1 0 0,1-1-1 0 0,-1 1 0 0 0,0-2 0 0 0,8-6 1 0 0,-1-3-189 0 0,-1 0 1 0 0,-1 0 0 0 0,0-1 0 0 0,-1-1-1 0 0,-1 0 1 0 0,-1-1 0 0 0,0 0 0 0 0,13-35-1 0 0,1-16-568 0 0,20-86-1 0 0,-39 132 723 0 0,46-240-358 0 0,-44 215 484 0 0,-7 43 66 0 0,1 7 3 0 0,0 18 178 0 0,-1 31 290 0 0,-5 38-118 0 0,-2 111 480 0 0,7-168-1323 0 0,1-1 1 0 0,2 0-1 0 0,1 0 1 0 0,13 42-1 0 0,-15-61-531 0 0,0-2 0 0 0,2 1 0 0 0,9 18 0 0 0,-11-24 128 0 0,0 0-1 0 0,0 0 1 0 0,0 0 0 0 0,1-1 0 0 0,-1 1-1 0 0,6 3 1 0 0,7 4-3175 0 0</inkml:trace>
</inkml:ink>
</file>

<file path=ppt/ink/ink1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9:56.1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398 34 1668 0 0,'11'-16'4928'0'0,"-10"15"-4557"0"0,0-1 0 0 0,0 1-1 0 0,0-1 1 0 0,0 1-1 0 0,0-1 1 0 0,0 1 0 0 0,1 0-1 0 0,-1 0 1 0 0,0-1-1 0 0,1 1 1 0 0,3-2 817 0 0,6 38 2309 0 0,-6 4-1814 0 0,-2 2 1 0 0,-2-1-1 0 0,-5 59 0 0 0,1-54-901 0 0,-1 45 924 0 0,-5 0 0 0 0,-23 102 0 0 0,31-188-1612 0 0,0 0 0 0 0,-1 0 0 0 0,1 0 1 0 0,-1 0-1 0 0,0 0 0 0 0,0 0 1 0 0,0-1-1 0 0,0 1 0 0 0,0-1 0 0 0,-1 1 1 0 0,0-1-1 0 0,0 0 0 0 0,0 0 1 0 0,0 0-1 0 0,0 0 0 0 0,0-1 0 0 0,-6 4 1 0 0,3-3-16 0 0,0 0 1 0 0,-1-1-1 0 0,1 0 0 0 0,-1 0 1 0 0,1 0-1 0 0,-1-1 0 0 0,1 0 1 0 0,-1 0-1 0 0,0 0 1 0 0,-8-1-1 0 0,1-1-334 0 0,-1-1 1 0 0,1 0-1 0 0,0 0 1 0 0,-1-2-1 0 0,1 0 1 0 0,0 0-1 0 0,1-1 1 0 0,-1-1-1 0 0,-20-12 1 0 0,26 12-316 0 0,1 1-1 0 0,-1-1 1 0 0,2-1-1 0 0,-1 1 1 0 0,0-1 0 0 0,1-1-1 0 0,1 1 1 0 0,-1-1-1 0 0,1 0 1 0 0,0 0 0 0 0,1 0-1 0 0,-6-16 1 0 0,5 8-1184 0 0,0 0 0 0 0,1-1 0 0 0,1 1-1 0 0,0-1 1 0 0,1 0 0 0 0,1-21 0 0 0,2 3-4164 0 0</inkml:trace>
</inkml:ink>
</file>

<file path=ppt/ink/ink1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9:56.3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1 120 872 0 0,'10'-17'1896'0'0,"-5"2"-500"0"0,0 3-176 0 0,0 0-367 0 0,0-1-57 0 0,-5 4-256 0 0,2-1 0 0 0,1 2 140 0 0,-3-6-228 0 0,0 4-280 0 0</inkml:trace>
</inkml:ink>
</file>

<file path=ppt/ink/ink1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0:03.0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384 9 1348 0 0,'-5'-8'4480'0'0,"4"8"-4301"0"0,-2 0-30 0 0,0 1-1 0 0,0 0 1 0 0,1 0-1 0 0,-1 0 1 0 0,1 0 0 0 0,-1 0-1 0 0,1 0 1 0 0,-1 1-1 0 0,1-1 1 0 0,-1 1-1 0 0,1-1 1 0 0,0 1-1 0 0,0 0 1 0 0,0 0-1 0 0,0 0 1 0 0,0 0 0 0 0,-2 4-1 0 0,-31 48 699 0 0,30-45-723 0 0,-46 83 272 0 0,5 2-1 0 0,3 1 1 0 0,5 3 0 0 0,-40 159-1 0 0,67-210-380 0 0,1 0 0 0 0,3 0-1 0 0,2 1 1 0 0,2 0 0 0 0,5 82 0 0 0,0-110-41 0 0,0 1 0 0 0,2-1 1 0 0,0 0-1 0 0,2 0 1 0 0,0 0-1 0 0,1-1 0 0 0,1 0 1 0 0,1 0-1 0 0,0-1 1 0 0,2 0-1 0 0,0-1 0 0 0,0 0 1 0 0,2-1-1 0 0,0 0 1 0 0,29 26-1 0 0,-21-26-455 0 0,0-1 0 0 0,0-2 0 0 0,2 0 0 0 0,0-1 1 0 0,0-1-1 0 0,1-1 0 0 0,0-2 0 0 0,0 0 0 0 0,1-1 0 0 0,50 6 0 0 0,27-3-3134 0 0</inkml:trace>
</inkml:ink>
</file>

<file path=ppt/ink/ink1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9:56.9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1 669 2936 0 0,'-1'11'7393'0'0,"1"-6"-7066"0"0,1 0-1 0 0,-1 0 1 0 0,1 0 0 0 0,0 0 0 0 0,0 0-1 0 0,0 0 1 0 0,1 0 0 0 0,0-1 0 0 0,0 1-1 0 0,0-1 1 0 0,5 8 0 0 0,-6-10-168 0 0,6 15 5792 0 0,-5-19-5837 0 0,1 0 0 0 0,-1 0 0 0 0,0 0 1 0 0,0-1-1 0 0,0 1 0 0 0,0-1 0 0 0,0 1 0 0 0,0-1 0 0 0,-1 0 1 0 0,3-5-1 0 0,15-40 183 0 0,-12 31-182 0 0,48-116 251 0 0,47-110-222 0 0,18 9-217 0 0,-115 227 55 0 0,0 0 0 0 0,1 0 0 0 0,0 1-1 0 0,0 0 1 0 0,0 0 0 0 0,9-7-1 0 0,-13 12 14 0 0,-1 1-1 0 0,0-1 1 0 0,1 1-1 0 0,-1-1 1 0 0,1 1-1 0 0,-1 0 1 0 0,0-1-1 0 0,1 1 1 0 0,-1 0-1 0 0,1 0 1 0 0,-1 0-1 0 0,1 0 1 0 0,-1 0-1 0 0,1 0 1 0 0,-1 0-1 0 0,1 1 1 0 0,-1-1-1 0 0,1 0 1 0 0,-1 1-1 0 0,2 0 1 0 0,26 15-42 0 0,-21-9 54 0 0,-1 0-1 0 0,0 0 1 0 0,-1 1 0 0 0,0-1-1 0 0,0 2 1 0 0,0-1-1 0 0,-1 1 1 0 0,-1 0-1 0 0,1 0 1 0 0,3 14-1 0 0,2 4 26 0 0,-3 1 0 0 0,7 39 0 0 0,-5 6 88 0 0,-4 1-1 0 0,-5 84 0 0 0,-1-68-26 0 0,1-65-74 0 0,1 6-157 0 0,0-30-227 0 0</inkml:trace>
</inkml:ink>
</file>

<file path=ppt/ink/ink1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9:57.2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154 91 196 0 0,'-90'0'10251'0'0,"26"0"-445"0"0,74-1-9441 0 0,1-1 1 0 0,-1 1 0 0 0,18-7 0 0 0,-1 1-191 0 0,50-9-101 0 0,90-18-343 0 0,-55 18-6246 0 0,-81 11-70 0 0</inkml:trace>
</inkml:ink>
</file>

<file path=ppt/ink/ink1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0:02.0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478 72 1500 0 0,'-5'-71'9526'0'0,"18"77"-8836"0"0,-4 3-474 0 0,-1 0-1 0 0,-1 0 1 0 0,1 0 0 0 0,-2 1 0 0 0,1 1-1 0 0,-1-1 1 0 0,5 13 0 0 0,-4-10-23 0 0,22 42 328 0 0,-3 1 1 0 0,21 62 0 0 0,-39-93-441 0 0,-2 1 0 0 0,0-1-1 0 0,-2 1 1 0 0,-1 0 0 0 0,-1 0 0 0 0,-1 0-1 0 0,-4 44 1 0 0,-3-26-26 0 0,-2-1-1 0 0,-2 0 1 0 0,-2-1-1 0 0,-2 0 0 0 0,-27 58 1 0 0,13-44-412 0 0,-3 0 0 0 0,-2-2 0 0 0,-48 61 0 0 0,52-82-676 0 0,0 0 1 0 0,-2-2-1 0 0,-1-2 1 0 0,-2-1 0 0 0,-1-1-1 0 0,-1-2 1 0 0,-71 38-1 0 0,20-22-3048 0 0</inkml:trace>
</inkml:ink>
</file>

<file path=ppt/ink/ink1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0:03.9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128 369 872 0 0,'3'-6'7574'0'0,"-2"6"-7453"0"0,1 6 139 0 0,0 1-1 0 0,0-1 0 0 0,-1 1 1 0 0,0 0-1 0 0,0 0 0 0 0,-1-1 0 0 0,0 1 1 0 0,0 0-1 0 0,-2 10 0 0 0,-14 65 600 0 0,12-66-682 0 0,-19 75 904 0 0,-48 126 0 0 0,71-217-1044 0 0,0 1 1 0 0,0-1-1 0 0,0 1 1 0 0,0-1-1 0 0,0 1 1 0 0,0-1-1 0 0,0 0 1 0 0,-1 1-1 0 0,1-1 1 0 0,0 1-1 0 0,0-1 1 0 0,0 0-1 0 0,0 1 1 0 0,-1-1-1 0 0,1 1 1 0 0,0-1-1 0 0,-1 0 1 0 0,1 1-1 0 0,0-1 1 0 0,-1 0-1 0 0,1 0 1 0 0,0 1-1 0 0,-1-1 1 0 0,1 0-1 0 0,0 0 1 0 0,-1 1-1 0 0,1-1 1 0 0,-1 0-1 0 0,1 0 1 0 0,0 0-1 0 0,-1 0 0 0 0,1 1 1 0 0,-1-1-1 0 0,1 0 1 0 0,-1 0-1 0 0,1 0 1 0 0,-1 0-1 0 0,1 0 1 0 0,0 0-1 0 0,-1 0 1 0 0,1-1-1 0 0,-1 1 1 0 0,0 0-1 0 0,0-1-8 0 0,1 1-1 0 0,-1-1 1 0 0,0 0-1 0 0,1 0 1 0 0,-1 0 0 0 0,0 0-1 0 0,1 0 1 0 0,-1 0-1 0 0,1 1 1 0 0,0-1-1 0 0,-1 0 1 0 0,1 0-1 0 0,0-1 1 0 0,-1 1 0 0 0,1-2-1 0 0,-2-24 47 0 0,1 0 0 0 0,2 0-1 0 0,6-48 1 0 0,24-78-79 0 0,-27 133 17 0 0,14-55 15 0 0,38-105 0 0 0,-44 151-30 0 0,0 1 1 0 0,2 1-1 0 0,1 0 1 0 0,1 1-1 0 0,1 0 0 0 0,33-37 1 0 0,-48 60-5 0 0,0 1-1 0 0,1 0 1 0 0,-1-1 0 0 0,0 1-1 0 0,1 0 1 0 0,0 0 0 0 0,-1 1-1 0 0,1-1 1 0 0,0 0 0 0 0,0 1-1 0 0,0 0 1 0 0,0-1 0 0 0,0 1-1 0 0,0 1 1 0 0,0-1 0 0 0,1 0-1 0 0,-1 1 1 0 0,0-1 0 0 0,0 1-1 0 0,1 0 1 0 0,4 1 0 0 0,-4 0-2 0 0,0 0 0 0 0,0 1 0 0 0,0-1 0 0 0,0 1 1 0 0,0 0-1 0 0,0 1 0 0 0,0-1 0 0 0,-1 0 0 0 0,1 1 1 0 0,-1 0-1 0 0,0 0 0 0 0,0 0 0 0 0,0 0 0 0 0,0 1 1 0 0,4 6-1 0 0,5 10-3 0 0,0-1-1 0 0,-2 2 1 0 0,0 0 0 0 0,-2 0 0 0 0,10 35 0 0 0,19 117-57 0 0,-32-145 66 0 0,32 270 78 0 0,-28-200-62 0 0,-2-62-99 0 0,-1-6-2306 0 0,-4-11-4565 0 0</inkml:trace>
</inkml:ink>
</file>

<file path=ppt/ink/ink1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0:04.2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73 66 344 0 0,'-4'0'2181'0'0,"-49"2"3625"0"0,51-2-4994 0 0,-1 0-156 0 0,-8-1 507 0 0,27 0 476 0 0,13-2-1384 0 0,206-31-728 0 0,-71 12-6051 0 0,-118 15 3069 0 0</inkml:trace>
</inkml:ink>
</file>

<file path=ppt/ink/ink1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0:04.4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2332 0 0,'2'1'3137'0'0,"21"5"2810"0"0,-11 0-4445 0 0,-6-3-1379 0 0,0 0 1 0 0,0 0 0 0 0,1-1-1 0 0,-1 0 1 0 0,1 0-1 0 0,0-1 1 0 0,-1 0-1 0 0,1 0 1 0 0,12 0 0 0 0,65-4-1442 0 0,-82 3 1251 0 0,72-7-5755 0 0,-48 4 1279 0 0</inkml:trace>
</inkml:ink>
</file>

<file path=ppt/ink/ink1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0:04.6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94 32 520 0 0,'-88'52'13210'0'0,"86"-51"-12832"0"0,2-1-342 0 0,0 0 1 0 0,0 0-1 0 0,0 0 1 0 0,-1 1-1 0 0,1-1 1 0 0,0 0-1 0 0,0 0 0 0 0,-1 0 1 0 0,1 0-1 0 0,0 0 1 0 0,0 1-1 0 0,0-1 1 0 0,0 0-1 0 0,-1 0 1 0 0,1 0-1 0 0,0 1 0 0 0,0-1 1 0 0,0 0-1 0 0,0 0 1 0 0,0 1-1 0 0,0-1 1 0 0,0 0-1 0 0,0 0 1 0 0,-1 1-1 0 0,1-1 0 0 0,0 0 1 0 0,0 0-1 0 0,0 1 1 0 0,0-1-1 0 0,0 0 1 0 0,1 1-1 0 0,16-2-160 0 0,1-1-1 0 0,-1-1 1 0 0,0 0-1 0 0,0-1 1 0 0,19-7-1 0 0,85-39-7421 0 0,-84 32 2969 0 0</inkml:trace>
</inkml:ink>
</file>

<file path=ppt/ink/ink1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0:06.7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7 619 564 0 0,'0'0'4172'0'0,"2"10"-1738"0"0,0-4-2073 0 0,-1-1-1 0 0,-1 1 1 0 0,1 0 0 0 0,-1-1 0 0 0,0 10-1 0 0,-1-2-86 0 0,-6 28 5324 0 0,2-4-639 0 0,19-46-4581 0 0,84-108-219 0 0,-5-5 0 0 0,89-153 0 0 0,-47 65-256 0 0,-132 207 91 0 0,-2 0-3 0 0,1 1 0 0 0,-1 0 0 0 0,1 0 0 0 0,-1 0 0 0 0,1 0-1 0 0,0 1 1 0 0,0-1 0 0 0,0 0 0 0 0,0 1 0 0 0,0-1 0 0 0,0 1 0 0 0,0 0-1 0 0,3-2 1 0 0,-3 3-28 0 0,7 7-12 0 0,-7-6 45 0 0,-1-1 1 0 0,0 1 0 0 0,0 0 0 0 0,0 0 0 0 0,0 0-1 0 0,0 0 1 0 0,0 0 0 0 0,0 0 0 0 0,0 0 0 0 0,0 1-1 0 0,0-1 1 0 0,-1 0 0 0 0,2 3 0 0 0,6 18-19 0 0,-1 1 0 0 0,-1-1 0 0 0,-2 1 0 0 0,0 1 0 0 0,1 34 0 0 0,25 345 189 0 0,-23-291-1790 0 0</inkml:trace>
</inkml:ink>
</file>

<file path=ppt/ink/ink1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0:06.9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70 0 328 0 0,'-51'17'10891'0'0,"49"-16"-10275"0"0,1 0 0 0 0,-1-1 0 0 0,0 1 1 0 0,0 0-1 0 0,1 0 0 0 0,-1 0 0 0 0,1 0 0 0 0,-1 0 0 0 0,-1 2 0 0 0,15 0-400 0 0,1 0-1 0 0,-1-1 0 0 0,1-1 0 0 0,-1 0 1 0 0,1-1-1 0 0,23-2 0 0 0,2 0-826 0 0,43 0-3450 0 0,-28-4-2017 0 0,-23 1 345 0 0</inkml:trace>
</inkml:ink>
</file>

<file path=ppt/ink/ink1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0:07.2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69 2736 0 0,'0'-10'3109'0'0,"1"0"1"0"0,0 0-1 0 0,1 0 0 0 0,6-18 2236 0 0,13 139 4098 0 0,-3 60-7219 0 0,-13-124-1667 0 0,16 313-450 0 0,-27-205-4963 0 0,5-147 3668 0 0,0 1 0 0 0,0-1 1 0 0,-1 1-1 0 0,-3 11 0 0 0,3-17 178 0 0,1 0-1 0 0,0 0 0 0 0,-1 0 1 0 0,1 0-1 0 0,-1-1 0 0 0,0 1 1 0 0,0-1-1 0 0,0 1 0 0 0,-4 2 1 0 0</inkml:trace>
</inkml:ink>
</file>

<file path=ppt/ink/ink1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0:07.7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166 141 464 0 0,'-4'-7'971'0'0,"0"0"-1"0"0,1 0 0 0 0,0-1 1 0 0,0 1-1 0 0,1-1 1 0 0,0 0-1 0 0,0 0 1 0 0,1 0-1 0 0,0 0 1 0 0,1-14-1 0 0,-8-20 4881 0 0,8 42-5806 0 0,-4 15 1014 0 0,-4 21-137 0 0,-38 214 2237 0 0,11-73-2206 0 0,17-68-737 0 0,5 1 1 0 0,5 0-1 0 0,8 168 1 0 0,3-223-1163 0 0,9 86-2450 0 0,-8-113-1281 0 0,10 35 0 0 0,-6-37-3217 0 0</inkml:trace>
</inkml:ink>
</file>

<file path=ppt/ink/ink1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0:08.7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2 150 1216 0 0,'-1'-27'11743'0'0,"5"18"-9987"0"0,-4 7-1510 0 0,35-4 408 0 0,270-30-100 0 0,-273 33-535 0 0,-29 3-22 0 0,13-2 16 0 0,5-1-26 0 0,-19 3-10 0 0,2-2-747 0 0,14-41 5294 0 0,-9 36-3352 0 0,2-2 848 0 0,-11 9-1990 0 0,1 0 0 0 0,-1 0-1 0 0,0 0 1 0 0,1 0 0 0 0,-1 0 0 0 0,1 0-1 0 0,-1 0 1 0 0,0 0 0 0 0,1 0-1 0 0,-1 0 1 0 0,0 0 0 0 0,1 1 0 0 0,-1-1-1 0 0,1 0 1 0 0,-1 0 0 0 0,0 0 0 0 0,0 1-1 0 0,1-1 1 0 0,-1 0 0 0 0,0 0-1 0 0,1 1 1 0 0,-1-1 0 0 0,0 0 0 0 0,0 1-1 0 0,1-1 1 0 0,-1 0 0 0 0,0 1-1 0 0,0-1 1 0 0,0 0 0 0 0,0 1 0 0 0,0-1-1 0 0,1 1 1 0 0,-1-1 0 0 0,0 0-1 0 0,0 2 1 0 0,13 41-1691 0 0,-1 0 1 0 0,6 52-1 0 0,1 5-1740 0 0,-13-81-1841 0 0</inkml:trace>
</inkml:ink>
</file>

<file path=ppt/ink/ink1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30:10.2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131 109 1408 0 0,'-2'-2'1573'0'0,"-6"-5"258"0"0,0 0 0 0 0,0 0-1 0 0,-12-6 1 0 0,18 12-1457 0 0,0-2 177 0 0,-1 0 0 0 0,1 1 1 0 0,-1-1-1 0 0,0 1 0 0 0,0 0 0 0 0,0 0 0 0 0,-1 0 0 0 0,-5-3 2141 0 0,8 3-2312 0 0,1 2-347 0 0,0 0 0 0 0,0 0 1 0 0,-1 0-1 0 0,1 0 0 0 0,0 0 1 0 0,0 0-1 0 0,0 0 0 0 0,0 0 0 0 0,0 0 1 0 0,0 0-1 0 0,-1-1 0 0 0,1 1 1 0 0,0 0-1 0 0,0 0 0 0 0,0 0 1 0 0,0 0-1 0 0,0 0 0 0 0,0 0 1 0 0,0-1-1 0 0,0 1 0 0 0,0 0 1 0 0,0 0-1 0 0,0 0 0 0 0,0 0 1 0 0,0 0-1 0 0,0-1 0 0 0,0 1 1 0 0,0 0-1 0 0,0 0 0 0 0,0 0 0 0 0,0 0 1 0 0,0 0-1 0 0,0-1 0 0 0,0 1 1 0 0,0 0-1 0 0,0 0 0 0 0,0 0 1 0 0,0 0-1 0 0,0 0 0 0 0,0-1 1 0 0,0 1-1 0 0,0 0 0 0 0,0 0 1 0 0,0 0-1 0 0,0 0 0 0 0,0 0 1 0 0,1 0-1 0 0,-1-1 0 0 0,19-2 24 0 0,0 0 0 0 0,0 1 0 0 0,25 0 0 0 0,-2 0-25 0 0,56-3 11 0 0,71-7-1070 0 0,-167 12 358 0 0,-17-7-5083 0 0,-154 4 2139 0 0,141 3 4092 0 0,25 0-224 0 0,-16 0 789 0 0,1 1-277 0 0,18-1-755 0 0,0 0 0 0 0,-1 0 0 0 0,1 0 0 0 0,0 0 0 0 0,0 0 0 0 0,0 0 0 0 0,0 0 0 0 0,0-1 0 0 0,0 1 0 0 0,-1 0 0 0 0,1 0 0 0 0,0 0 0 0 0,0 0 0 0 0,0 0 0 0 0,0 0-1 0 0,0 0 1 0 0,-1 0 0 0 0,1 0 0 0 0,0 0 0 0 0,0 0 0 0 0,0 0 0 0 0,0 0 0 0 0,0 0 0 0 0,-1 0 0 0 0,1 0 0 0 0,0 0 0 0 0,0 0 0 0 0,0 0 0 0 0,0 0 0 0 0,0 1 0 0 0,-1-1 0 0 0,1 0 0 0 0,0 0 0 0 0,0 0 0 0 0,0 0 0 0 0,0 0 0 0 0,0 0 0 0 0,0 0 0 0 0,0 0 0 0 0,-1 1 0 0 0,1-1 0 0 0,0 0 0 0 0,0 0 0 0 0,0 0 0 0 0,0 0 0 0 0,0 0 0 0 0,0 0 0 0 0,0 1 0 0 0,0-1 0 0 0,0 0 0 0 0,0 0 0 0 0,0 0 0 0 0,0 0 0 0 0,-6 11 777 0 0,5-9-705 0 0,0 2 186 0 0,1 1 0 0 0,0-1-1 0 0,0 0 1 0 0,0 1 0 0 0,1-1 0 0 0,-1 0 0 0 0,1 0 0 0 0,2 7 0 0 0,1 8 704 0 0,-1 9-29 0 0,6 34 132 0 0,-3 0 1 0 0,-4 117-1 0 0,-26 19-839 0 0,11-116-2528 0 0,13-80 2193 0 0,-1 0 1 0 0,1 0 0 0 0,-1 0 0 0 0,0 0-1 0 0,0 0 1 0 0,0 0 0 0 0,0 0-1 0 0,0-1 1 0 0,0 1 0 0 0,0 0-1 0 0,0-1 1 0 0,-1 1 0 0 0,1 0 0 0 0,-1-1-1 0 0,1 0 1 0 0,-1 1 0 0 0,1-1-1 0 0,-1 0 1 0 0,0 0 0 0 0,0 0 0 0 0,0 0-1 0 0,1 0 1 0 0,-4 1 0 0 0,-5 0 98 0 0,1 1 0 0 0,-1-1 1 0 0,-18 1-1 0 0,-5 1-15 0 0,-21 7 3403 0 0,45-7-2434 0 0,31 0-825 0 0,0-1-1 0 0,1-1 0 0 0,-1-1 1 0 0,1-1-1 0 0,25-4 0 0 0,-5 2-81 0 0,266-19-332 0 0,-306 20 13 0 0,-1 1-160 0 0,14-6-2260 0 0,-16 6 2605 0 0,0 0 1 0 0,0 0-1 0 0,1 0 0 0 0,-1 0 1 0 0,0 0-1 0 0,1-1 1 0 0,-1 1-1 0 0,0 0 1 0 0,0 0-1 0 0,1 0 0 0 0,-1 0 1 0 0,0 0-1 0 0,0-1 1 0 0,0 1-1 0 0,1 0 0 0 0,-1 0 1 0 0,0 0-1 0 0,0-1 1 0 0,0 1-1 0 0,1 0 1 0 0,-1 0-1 0 0,0-1 0 0 0,0 1 1 0 0,0 0-1 0 0,0 0 1 0 0,0-1-1 0 0,0 1 0 0 0,0 0 1 0 0,0-1-1 0 0,0 1 1 0 0,0 0-1 0 0,0 0 0 0 0,0-1 1 0 0,0 1-1 0 0,0 0 1 0 0,0-1-1 0 0,0 1 1 0 0,0 0-1 0 0,0 0 0 0 0,0-1 1 0 0,0 1-1 0 0,0 0 1 0 0,0 0-1 0 0,0-1 0 0 0,0 1 1 0 0,-1 0-1 0 0,1 0 1 0 0,0-1-1 0 0,0 1 0 0 0,0 0 1 0 0,0 0-1 0 0,-1 0 1 0 0,1-1-1 0 0,0 1 1 0 0,0 0-1 0 0,-1 0 0 0 0,1 0 1 0 0,0 0-1 0 0,0-1 1 0 0,-1 1-1 0 0,1 0 0 0 0,0 0 1 0 0,0 0-1 0 0,-1 0 1 0 0,1 0-1 0 0,0 0 0 0 0,-1 0 1 0 0,1 0-1 0 0,-1 0 1 0 0,-1-1-529 0 0,-2-1-184 0 0,-15-4-7283 0 0</inkml:trace>
</inkml:ink>
</file>

<file path=ppt/ink/ink1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7:15.5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300 61 1360 0 0,'0'0'10522'0'0,"-11"18"-9131"0"0,-92 240 993 0 0,37-105-2106 0 0,-25 59-28 0 0,70-176-150 0 0,20-35-70 0 0,0-4-31 0 0,-1-1 0 0 0,1 1-1 0 0,1-1 1 0 0,-1 0 0 0 0,0 1-1 0 0,1-1 1 0 0,0 0-1 0 0,0 0 1 0 0,0 1 0 0 0,0-1-1 0 0,1 0 1 0 0,1-4-1 0 0,14-52-17 0 0,-7 32 0 0 0,8-28 23 0 0,40-90 0 0 0,38-45-6 0 0,-68 144-16 0 0,2 1 1 0 0,39-48-1 0 0,-67 94 15 0 0,11-14-18 0 0,-11 14 22 0 0,-1-1 0 0 0,1 1 0 0 0,-1-1 1 0 0,1 1-1 0 0,-1 0 0 0 0,1-1 0 0 0,-1 1 0 0 0,1 0 0 0 0,-1 0 0 0 0,1 0 0 0 0,0-1 0 0 0,-1 1 0 0 0,1 0 0 0 0,-1 0 0 0 0,1 0 0 0 0,0 0 0 0 0,-1 0 0 0 0,1 0 0 0 0,-1 0 0 0 0,1 0 1 0 0,0 0-1 0 0,-1 0 0 0 0,1 0 0 0 0,-1 1 0 0 0,1-1 0 0 0,-1 0 0 0 0,1 0 0 0 0,0 0 0 0 0,-1 1 0 0 0,1-1 0 0 0,-1 0 0 0 0,1 1 0 0 0,-1-1 0 0 0,1 1 0 0 0,-1-1 0 0 0,1 1 0 0 0,2 3 56 0 0,-1 0 0 0 0,1 0-1 0 0,-1 0 1 0 0,0 0-1 0 0,0 1 1 0 0,0-1 0 0 0,-1 1-1 0 0,1-1 1 0 0,-1 1 0 0 0,0 0-1 0 0,0 7 1 0 0,1 58 797 0 0,-2-48-620 0 0,-12 226 1427 0 0,4-115-1236 0 0,6-66-313 0 0,10 86 0 0 0,-8-152-105 0 0,0 0-1 0 0,0 0 0 0 0,0 1 1 0 0,0-1-1 0 0,1 0 1 0 0,-1 0-1 0 0,0 0 0 0 0,1 1 1 0 0,-1-1-1 0 0,1 0 1 0 0,-1 0-1 0 0,1 0 0 0 0,0 0 1 0 0,-1 0-1 0 0,1 0 1 0 0,0 0-1 0 0,0 0 0 0 0,0 0 1 0 0,1 1-1 0 0,0-1-41 0 0,0-1 0 0 0,0 1 0 0 0,0-1 0 0 0,0 0 0 0 0,0 0 0 0 0,0 0 0 0 0,0 0 0 0 0,1 0 0 0 0,-1-1 0 0 0,0 1 0 0 0,0-1 0 0 0,0 1 0 0 0,-1-1 0 0 0,1 1 0 0 0,0-1 0 0 0,0 0 0 0 0,0 0 0 0 0,0 0 0 0 0,-1 0 0 0 0,1-1 0 0 0,0 1 0 0 0,-1 0 0 0 0,1-1 0 0 0,1-2 0 0 0,3-1-502 0 0,0 0-229 0 0,-1 0 0 0 0,-1 0 0 0 0,1 0 1 0 0,-1-1-1 0 0,0 0 0 0 0,4-7 0 0 0,7-21-6289 0 0,-11 22 2854 0 0</inkml:trace>
</inkml:ink>
</file>

<file path=ppt/ink/ink1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7:15.7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62 89 860 0 0,'-3'1'2140'0'0,"-12"3"447"0"0,-29 6 7853 0 0,72-20-10398 0 0,-20 7-52 0 0,98-37-447 0 0,-37 8-5019 0 0,-55 24 2218 0 0,1-2-1206 0 0</inkml:trace>
</inkml:ink>
</file>

<file path=ppt/ink/ink1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7:16.2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114 43 1428 0 0,'0'0'1880'0'0,"-5"-21"5523"0"0,13 4-4603 0 0,-2 12-852 0 0,-6 9-1664 0 0,1 0-1 0 0,-1 1 1 0 0,1-1-1 0 0,-1 0 1 0 0,0 0-1 0 0,-1 1 1 0 0,1-1-1 0 0,-1 0 1 0 0,-1 4-1 0 0,-10 41 484 0 0,6-28-569 0 0,-66 197 593 0 0,49-153-886 0 0,15-38-5155 0 0</inkml:trace>
</inkml:ink>
</file>

<file path=ppt/ink/ink1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7:16.5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 66 1012 0 0,'-41'48'18049'0'0,"48"-50"-17969"0"0,1 1 0 0 0,-1-1 0 0 0,0-1 0 0 0,0 1 1 0 0,0-1-1 0 0,0 0 0 0 0,0-1 0 0 0,7-4 0 0 0,13-7-4 0 0,31-12 31 0 0,1 0-1449 0 0,-20 11-4642 0 0</inkml:trace>
</inkml:ink>
</file>

<file path=ppt/ink/ink1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7:16.7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 65 32 0 0,'-45'39'13957'0'0,"45"-39"-13856"0"0,0 1 0 0 0,-1-1 1 0 0,1 0-1 0 0,0 1 1 0 0,-1-1-1 0 0,1 0 0 0 0,0 1 1 0 0,-1-1-1 0 0,1 0 1 0 0,0 1-1 0 0,-1-1 0 0 0,1 1 1 0 0,0-1-1 0 0,0 1 1 0 0,0-1-1 0 0,0 1 1 0 0,-1-1-1 0 0,1 0 0 0 0,0 1 1 0 0,0-1-1 0 0,0 1 1 0 0,0-1-1 0 0,0 1 0 0 0,0-1 1 0 0,0 1-1 0 0,0-1 1 0 0,0 1-1 0 0,0-1 0 0 0,0 1 1 0 0,1-1-1 0 0,-1 1 1 0 0,0-1-1 0 0,0 1 0 0 0,0-1 1 0 0,1 0-1 0 0,-1 1 1 0 0,0-1-1 0 0,0 1 0 0 0,1-1 1 0 0,-1 0-1 0 0,0 1 1 0 0,1 0-1 0 0,43-9 324 0 0,83-28-1 0 0,-52 14-2094 0 0,5-2-2247 0 0,-28 5-1521 0 0,-15 6-331 0 0</inkml:trace>
</inkml:ink>
</file>

<file path=ppt/ink/ink1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7:17.5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253 219 2572 0 0,'-5'-9'9748'0'0,"5"8"-9619"0"0,0 1 1 0 0,0 0-1 0 0,-1-1 0 0 0,1 1 1 0 0,0 0-1 0 0,-1-1 1 0 0,1 1-1 0 0,0 0 1 0 0,-1 0-1 0 0,1-1 0 0 0,0 1 1 0 0,-1 0-1 0 0,1 0 1 0 0,0 0-1 0 0,-1-1 1 0 0,1 1-1 0 0,0 0 0 0 0,-1 0 1 0 0,1 0-1 0 0,-1 0 1 0 0,1 0-1 0 0,-1 0 1 0 0,1 0-1 0 0,0 0 0 0 0,-1 0 1 0 0,1 0-1 0 0,-1 0 1 0 0,1 0-1 0 0,0 0 1 0 0,-1 0-1 0 0,1 0 0 0 0,-1 1 1 0 0,-11 11 1671 0 0,-8 29-1009 0 0,17-33-254 0 0,-95 265 2133 0 0,40-100-2213 0 0,43-130-357 0 0,9-23 65 0 0,-14 30-1 0 0,20-48 22 0 0,-1-4-180 0 0,0-1 0 0 0,1 0 0 0 0,-1 1 0 0 0,1-1 0 0 0,0 1 0 0 0,0-1 0 0 0,0 0 0 0 0,1-3 0 0 0,9-49-1 0 0,2 1 0 0 0,26-71 0 0 0,-24 79-10 0 0,11-29 15 0 0,4 0 0 0 0,2 2 0 0 0,76-128 0 0 0,-97 187-20 0 0,0 0-1 0 0,1 0 1 0 0,1 1 0 0 0,23-22 0 0 0,-34 35 7 0 0,-1-1 0 0 0,1 0 0 0 0,0 1 0 0 0,0-1-1 0 0,0 1 1 0 0,-1-1 0 0 0,1 1 0 0 0,0-1 0 0 0,0 1 0 0 0,0-1 0 0 0,0 1 0 0 0,0 0 0 0 0,0 0 0 0 0,0-1 0 0 0,0 1 0 0 0,0 0 0 0 0,0 0-1 0 0,0 0 1 0 0,0 0 0 0 0,0 0 0 0 0,0 0 0 0 0,0 0 0 0 0,-1 1 0 0 0,1-1 0 0 0,0 0 0 0 0,0 0 0 0 0,0 1 0 0 0,0-1 0 0 0,0 1 0 0 0,0-1 0 0 0,0 1-1 0 0,-1-1 1 0 0,1 1 0 0 0,0-1 0 0 0,0 1 0 0 0,-1 0 0 0 0,1-1 0 0 0,0 1 0 0 0,-1 0 0 0 0,1 0 0 0 0,0 0 0 0 0,-1-1 0 0 0,1 1 0 0 0,-1 0-1 0 0,0 0 1 0 0,1 0 0 0 0,-1 0 0 0 0,1 1 0 0 0,1 4-6 0 0,0-1-1 0 0,0 1 0 0 0,0 0 1 0 0,-1 1-1 0 0,2 11 0 0 0,-1 47 56 0 0,-9 80 0 0 0,0 3 114 0 0,17 47-27 0 0,-6-171-1 0 0,-4-24-130 0 0,0 1 0 0 0,0-1 0 0 0,0 0 1 0 0,0 1-1 0 0,0-1 0 0 0,0 0 0 0 0,0 1 0 0 0,0-1 0 0 0,0 0 0 0 0,0 1 0 0 0,0-1 1 0 0,1 0-1 0 0,-1 1 0 0 0,0-1 0 0 0,0 0 0 0 0,0 1 0 0 0,1-1 0 0 0,-1 0 0 0 0,0 0 1 0 0,0 1-1 0 0,1-1 0 0 0,-1 0 0 0 0,0 0 0 0 0,0 1 0 0 0,1-1 0 0 0,-1 0 0 0 0,0 0 1 0 0,1 0-1 0 0,-1 0 0 0 0,0 1 0 0 0,1-1 0 0 0,-1 0 0 0 0,1 0 0 0 0,-1 0 0 0 0,0 0 1 0 0,1 0-1 0 0,-1 0 0 0 0,0 0 0 0 0,1 0 0 0 0,-1 0 0 0 0,0 0 0 0 0,1 0 0 0 0,-1 0 1 0 0,1 0-1 0 0,-1-1 0 0 0,0 1 0 0 0,1 0 0 0 0,-1 0 0 0 0,0 0 0 0 0,1 0 1 0 0,-1-1-1 0 0,0 1 0 0 0,0 0 0 0 0,1 0 0 0 0,-1-1 0 0 0,0 1 0 0 0,0 0 0 0 0,1-1 1 0 0,13-13-724 0 0,-1-1 0 0 0,22-31 0 0 0,-12 2-3972 0 0,-20 36 2367 0 0,0-1 1 0 0,-1 1 0 0 0,3-15 0 0 0</inkml:trace>
</inkml:ink>
</file>

<file path=ppt/ink/ink1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7:17.8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52 102 272 0 0,'-51'27'15609'0'0,"51"-27"-15574"0"0,8-1 87 0 0,1 0 0 0 0,0-1 0 0 0,-1 0-1 0 0,1 0 1 0 0,-1-1 0 0 0,1 0 0 0 0,-1 0 0 0 0,11-7-1 0 0,17-6-24 0 0,63-26-2441 0 0,-34 12-4198 0 0,-38 16 723 0 0</inkml:trace>
</inkml:ink>
</file>

<file path=ppt/ink/ink1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7:26.0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387 51 320 0 0,'0'0'3037'0'0,"5"-22"4508"0"0,-4 15-6696 0 0,-3 5-811 0 0,0 0-1 0 0,0 0 0 0 0,0 1 1 0 0,0-1-1 0 0,-1 1 1 0 0,1-1-1 0 0,0 1 1 0 0,-1-1-1 0 0,1 1 1 0 0,-1 0-1 0 0,1 0 1 0 0,-1 0-1 0 0,1 1 1 0 0,-1-1-1 0 0,0 1 0 0 0,1-1 1 0 0,-1 1-1 0 0,0 0 1 0 0,0 0-1 0 0,-4 1 1 0 0,-1-1-7 0 0,0 2 0 0 0,0-1 0 0 0,0 1 0 0 0,0 0 1 0 0,1 1-1 0 0,-10 3 0 0 0,5 1 74 0 0,0 0 1 0 0,1 0-1 0 0,-1 1 1 0 0,2 0-1 0 0,-1 1 1 0 0,-10 11-1 0 0,-52 65 579 0 0,51-58-523 0 0,6-8-27 0 0,1 1-1 0 0,-16 29 0 0 0,27-42-116 0 0,1 0 0 0 0,-1 0 1 0 0,1 0-1 0 0,0 1 0 0 0,1-1 0 0 0,0 1 0 0 0,0 0 1 0 0,1-1-1 0 0,0 1 0 0 0,0 0 0 0 0,1 10 0 0 0,0-16-9 0 0,0 0-1 0 0,1 0 0 0 0,-1 0 0 0 0,1 0 1 0 0,0 0-1 0 0,-1 0 0 0 0,1 0 0 0 0,0 0 0 0 0,0-1 1 0 0,0 1-1 0 0,0 0 0 0 0,1-1 0 0 0,-1 1 1 0 0,0-1-1 0 0,1 1 0 0 0,-1-1 0 0 0,1 1 1 0 0,-1-1-1 0 0,1 0 0 0 0,0 0 0 0 0,0 0 1 0 0,-1 0-1 0 0,1 0 0 0 0,0-1 0 0 0,0 1 1 0 0,0 0-1 0 0,0-1 0 0 0,0 1 0 0 0,0-1 0 0 0,2 0 1 0 0,2 1 5 0 0,1 0 0 0 0,-1-1 0 0 0,0 0 0 0 0,1 0 0 0 0,-1-1 1 0 0,0 0-1 0 0,1 0 0 0 0,8-3 0 0 0,2-3-8 0 0,-1 0-1 0 0,0-1 1 0 0,0-1 0 0 0,-1 0-1 0 0,0-1 1 0 0,14-12-1 0 0,75-74 19 0 0,-101 93-27 0 0,5-7 0 0 0,23-21-54 0 0,-29 29 47 0 0,-1 38 388 0 0,-4-14 672 0 0,-12 39 0 0 0,2-9-302 0 0,-1 28-386 0 0,14-78-334 0 0,1 10 163 0 0,-1-11-185 0 0,1 0-1 0 0,0-1 0 0 0,0 1 1 0 0,0 0-1 0 0,-1 0 0 0 0,1-1 1 0 0,0 1-1 0 0,0-1 0 0 0,0 1 1 0 0,0-1-1 0 0,0 1 0 0 0,0-1 1 0 0,0 0-1 0 0,0 1 0 0 0,0-1 1 0 0,0 0-1 0 0,0 0 0 0 0,0 1 1 0 0,0-1-1 0 0,1 0 0 0 0,-1 0 1 0 0,1-1-1 0 0,30-5-792 0 0,-17 3-136 0 0,27-8-3408 0 0,-15 1-1293 0 0,-11 4 532 0 0</inkml:trace>
</inkml:ink>
</file>

<file path=ppt/ink/ink1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7:26.8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301 256 1168 0 0,'8'-10'1896'0'0,"-5"8"-1086"0"0,-1-1-1 0 0,0 1 0 0 0,0-1 1 0 0,0 0-1 0 0,0 1 0 0 0,-1-1 1 0 0,1 0-1 0 0,2-7 671 0 0,-7-5 53 0 0,1 13-1351 0 0,-1 0-1 0 0,1 0 0 0 0,-1 1 0 0 0,1-1 0 0 0,-1 0 0 0 0,1 1 0 0 0,-1 0 0 0 0,0 0 0 0 0,-5-2 0 0 0,1 0-65 0 0,5 2 8 0 0,-13 1 84 0 0,10 1-175 0 0,0-1 1 0 0,0 1-1 0 0,0 0 1 0 0,0 0-1 0 0,1 1 1 0 0,-1-1-1 0 0,0 1 1 0 0,1 0-1 0 0,-1 0 1 0 0,-4 4-1 0 0,-38 28 167 0 0,41-29-164 0 0,-11 9 65 0 0,1 0 0 0 0,0 1 0 0 0,2 1 0 0 0,0 0 0 0 0,0 1 0 0 0,2 1 0 0 0,0 0 0 0 0,1 0 0 0 0,0 1 0 0 0,-9 27 0 0 0,19-45-88 0 0,1 1 1 0 0,-1-1 0 0 0,1 0-1 0 0,-1 1 1 0 0,1-1 0 0 0,0 0 0 0 0,-1 1-1 0 0,1-1 1 0 0,0 1 0 0 0,0-1-1 0 0,0 0 1 0 0,0 1 0 0 0,0-1 0 0 0,0 1-1 0 0,1-1 1 0 0,-1 0 0 0 0,0 1-1 0 0,1-1 1 0 0,-1 0 0 0 0,1 1 0 0 0,1 1-1 0 0,-1-2-2 0 0,0 0-1 0 0,0-1 0 0 0,0 1 0 0 0,0 0 1 0 0,0-1-1 0 0,0 1 0 0 0,0-1 1 0 0,0 1-1 0 0,1-1 0 0 0,-1 0 0 0 0,0 0 1 0 0,0 1-1 0 0,1-1 0 0 0,-1 0 0 0 0,0 0 1 0 0,0 0-1 0 0,1 0 0 0 0,-1 0 1 0 0,1-1-1 0 0,6 0 17 0 0,0-1 0 0 0,0 0 1 0 0,0-1-1 0 0,-1 1 0 0 0,14-8 0 0 0,5-6-19 0 0,-2 0-1 0 0,0-1 0 0 0,-1-2 1 0 0,33-33-1 0 0,-13 6-47 0 0,39-56 0 0 0,-56 67 27 0 0,-1-1 0 0 0,38-74 0 0 0,-57 93-70 0 0,-13 24 28 0 0,-14 26 195 0 0,0 10 815 0 0,-31 88 1 0 0,47-114-915 0 0,1 1 0 0 0,0-1 1 0 0,1 1-1 0 0,1 0 0 0 0,0 0 0 0 0,2 0 0 0 0,0 0 1 0 0,3 26-1 0 0,-3-40-25 0 0,1-1 0 0 0,-1 1 0 0 0,1 0 0 0 0,-1-1-1 0 0,1 1 1 0 0,1 0 0 0 0,-1-1 0 0 0,0 1 0 0 0,1-1 0 0 0,-1 1 0 0 0,1-1 0 0 0,0 0 0 0 0,0 0 0 0 0,1 0 0 0 0,-1 0 0 0 0,1 0 0 0 0,-1 0 0 0 0,1-1 0 0 0,4 4-1 0 0,-4-4-141 0 0,0 1 0 0 0,1-1 0 0 0,-1-1 0 0 0,0 1 0 0 0,1 0 0 0 0,-1-1 0 0 0,1 1 0 0 0,-1-1 0 0 0,1 0 0 0 0,0 0 0 0 0,-1-1 0 0 0,1 1 0 0 0,0-1 0 0 0,0 0 0 0 0,-1 0 0 0 0,1 0 0 0 0,0 0 0 0 0,0-1 0 0 0,-1 1 0 0 0,1-1 0 0 0,0 0 0 0 0,4-2 0 0 0,-4 2-898 0 0,-1-1 1 0 0,0 1-1 0 0,0-1 1 0 0,1 0 0 0 0,-1 0-1 0 0,0 0 1 0 0,-1 0 0 0 0,6-5-1 0 0,-5 5 328 0 0</inkml:trace>
</inkml:ink>
</file>

<file path=ppt/ink/ink1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7:27.4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460 14 1276 0 0,'8'-14'25758'0'0,"-18"37"-25665"0"0,-8 28-1 0 0,-2 8-107 0 0,12-37 309 0 0,-7 34-1 0 0,-1 3 609 0 0,-7 10 123 0 0,-30 86 657 0 0,39-121-1312 0 0,-1 0-1 0 0,-28 45 0 0 0,39-72-230 0 0,3-4-129 0 0,-1 0-1 0 0,1-1 0 0 0,-1 1 1 0 0,0 0-1 0 0,0-1 1 0 0,0 0-1 0 0,-1 1 1 0 0,1-1-1 0 0,0 0 0 0 0,-1 0 1 0 0,-3 2-1 0 0,-6 3-2 0 0,-3-3-7 0 0,1-3 0 0 0,-1-1 0 0 0,9 0-158 0 0,-1-1 1 0 0,1 0-1 0 0,0 0 0 0 0,-1 0 1 0 0,1-1-1 0 0,0 0 0 0 0,0 0 1 0 0,1-1-1 0 0,-1 0 0 0 0,0 0 0 0 0,1 0 1 0 0,-1 0-1 0 0,1-1 0 0 0,0 0 1 0 0,0 0-1 0 0,1 0 0 0 0,-6-7 1 0 0,4 4-49 0 0,3 4-359 0 0,0 0-1 0 0,0-1 0 0 0,0 0 0 0 0,1 0 0 0 0,0 0 0 0 0,0 0 1 0 0,0 0-1 0 0,0 0 0 0 0,1 0 0 0 0,-1-1 0 0 0,0-7 1 0 0,0-1-2532 0 0,1 1 1 0 0,0 0 0 0 0,1-15 0 0 0,2 4-5049 0 0</inkml:trace>
</inkml:ink>
</file>

<file path=ppt/ink/ink1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7:27.6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72 600 0 0,'4'-22'11490'0'0,"2"-17"-4777"0"0,-6 38-6404 0 0,1-2-220 0 0,-1 3-160 0 0,0 0 0 0 0,0-1 1 0 0,0 1-1 0 0,0 0 0 0 0,0 0 0 0 0,0 0 0 0 0,0-1 0 0 0,0 1 1 0 0,0 0-1 0 0,0 0 0 0 0,0 0 0 0 0,0-1 0 0 0,0 1 1 0 0,0 0-1 0 0,0 0 0 0 0,0 0 0 0 0,0-1 0 0 0,0 1 0 0 0,0 0 1 0 0,0 0-1 0 0,0 0 0 0 0,1 0 0 0 0,1-2-779 0 0,0 2 250 0 0,2-1-4 0 0</inkml:trace>
</inkml:ink>
</file>

<file path=ppt/ink/ink1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7:28.7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196 89 1212 0 0,'22'-20'15346'0'0,"-27"38"-14722"0"0,-1-1 0 0 0,-13 25 0 0 0,-77 155 851 0 0,58-111-459 0 0,28-61-682 0 0,-23 44 1 0 0,27-58 46 0 0,3-6 1696 0 0,1-12-1390 0 0,2 3-648 0 0,1 1 0 0 0,0-1-1 0 0,-1 1 1 0 0,1 0 0 0 0,1-1 0 0 0,-1 1 0 0 0,0 0-1 0 0,1 0 1 0 0,-1 0 0 0 0,4-4 0 0 0,-3 3 19 0 0,57-95 87 0 0,4 3 0 0 0,86-100-1 0 0,-135 179-175 0 0,1 1 0 0 0,0 0 1 0 0,1 1-1 0 0,22-16 0 0 0,-36 30-13 0 0,1 1 44 0 0,-1 0-6 0 0,0 1 0 0 0,-1-1 0 0 0,1 1 0 0 0,0 0 0 0 0,0-1 0 0 0,0 1 1 0 0,-1 0-1 0 0,1 0 0 0 0,0 0 0 0 0,-1 0 0 0 0,1 0 0 0 0,-1 0 0 0 0,1 1 1 0 0,-1-1-1 0 0,1 1 0 0 0,-1-1 0 0 0,0 1 0 0 0,0-1 0 0 0,0 1 0 0 0,0-1 0 0 0,0 1 1 0 0,0 0-1 0 0,0 0 0 0 0,0 2 0 0 0,4 16-10 0 0,-1 0 1 0 0,-2 0-1 0 0,0 0 0 0 0,-1 1 0 0 0,-2 36 1 0 0,-23 101 324 0 0,13-93-51 0 0,-21 63 114 0 0,28-114 67 0 0,0 2-2665 0 0,16-25-1916 0 0,-5 1 2916 0 0,22-26-8798 0 0</inkml:trace>
</inkml:ink>
</file>

<file path=ppt/ink/ink1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7:29.1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60 99 1624 0 0,'-3'0'1662'0'0,"-53"4"11316"0"0,88-16-12595 0 0,54-12 1 0 0,2 0-2336 0 0,-1-8-5615 0 0,-57 22 2459 0 0</inkml:trace>
</inkml:ink>
</file>

<file path=ppt/ink/ink1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7:29.4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562 32 1812 0 0,'-5'-20'11705'0'0,"4"9"-9364"0"0,4 11-2258 0 0,-1 0 0 0 0,0 0 0 0 0,0 0 1 0 0,0 1-1 0 0,0-1 0 0 0,0 1 0 0 0,0-1 0 0 0,0 1 0 0 0,0 0 0 0 0,0 0 0 0 0,0 0 0 0 0,0 0 0 0 0,0 0 1 0 0,0 0-1 0 0,-1 1 0 0 0,1-1 0 0 0,-1 1 0 0 0,1-1 0 0 0,-1 1 0 0 0,1 0 0 0 0,1 3 0 0 0,31 41 779 0 0,-19-22-625 0 0,-2 1-1 0 0,-1 0 0 0 0,-1 1 1 0 0,0 0-1 0 0,-3 1 0 0 0,0 0 1 0 0,-1 0-1 0 0,-2 1 0 0 0,-1-1 0 0 0,-1 1 1 0 0,-1 44-1 0 0,-3-47-193 0 0,-1 0 0 0 0,-2 0 1 0 0,0 0-1 0 0,-2-1 0 0 0,-1 0 0 0 0,-1 0 0 0 0,0 0 0 0 0,-2-1 0 0 0,-1 0 0 0 0,-1-1 1 0 0,-1 0-1 0 0,0-1 0 0 0,-19 21 0 0 0,9-15-203 0 0,-1-2-1 0 0,-1-1 1 0 0,-2-1-1 0 0,0-1 1 0 0,-2-1-1 0 0,-56 32 1 0 0,45-33-1718 0 0,-64 23 1 0 0,58-27-2247 0 0,-57 10-1 0 0,35-13-2332 0 0</inkml:trace>
</inkml:ink>
</file>

<file path=ppt/ink/ink1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7:29.9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327 14 1668 0 0,'10'-14'12700'0'0,"-21"27"-12214"0"0,-1-1 0 0 0,2 2 0 0 0,-1 0 0 0 0,2 0 0 0 0,-9 17 0 0 0,1-2-4 0 0,-115 195 1645 0 0,107-178-1809 0 0,3 2 0 0 0,-31 96 0 0 0,49-127-278 0 0,0-1 0 0 0,1 1 0 0 0,1 0-1 0 0,0 0 1 0 0,1 0 0 0 0,1 0 0 0 0,0 0-1 0 0,6 30 1 0 0,-4-36-18 0 0,1 0 0 0 0,1 0-1 0 0,0 0 1 0 0,0 0 0 0 0,1 0-1 0 0,0-1 1 0 0,1 0 0 0 0,0 0 0 0 0,1-1-1 0 0,0 0 1 0 0,0 0 0 0 0,1 0 0 0 0,14 12-1 0 0,-4-7-67 0 0,1-1 0 0 0,0-1-1 0 0,1-1 1 0 0,0 0-1 0 0,0-2 1 0 0,1 0 0 0 0,1-1-1 0 0,27 6 1 0 0,-1-4-1132 0 0,0-2-1 0 0,87 5 1 0 0,42-18-6525 0 0,-81-1 253 0 0</inkml:trace>
</inkml:ink>
</file>

<file path=ppt/ink/ink1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7:31.7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174 4 504 0 0,'-3'-4'17939'0'0,"-15"34"-17991"0"0,17-29 43 0 0,1 0 18 0 0,-3 3-10 0 0,-6 16-13 0 0,-10 29 216 0 0,-28 46 0 0 0,21-46-98 0 0,-10 16 830 0 0,35-63-389 0 0,-9 15 2086 0 0</inkml:trace>
</inkml:ink>
</file>

<file path=ppt/ink/ink1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7:34.3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41 468 0 0,'-24'5'12929'0'0,"77"-11"-12391"0"0,47-13-14 0 0,-24 5-2591 0 0,-26 8-4688 0 0</inkml:trace>
</inkml:ink>
</file>

<file path=ppt/ink/ink1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7:34.7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71 9 84 0 0,'-53'28'10486'0'0,"51"-27"-9904"0"0,0 0 0 0 0,1 0 0 0 0,-1 0 1 0 0,0 0-1 0 0,0 1 0 0 0,0-1 1 0 0,1 0-1 0 0,-2 3 0 0 0,4-3-520 0 0,1 0 0 0 0,0 0 0 0 0,-1 0 0 0 0,1 0 0 0 0,0 0 0 0 0,0-1-1 0 0,0 1 1 0 0,0 0 0 0 0,0-1 0 0 0,0 0 0 0 0,0 1 0 0 0,0-1 0 0 0,0 0 0 0 0,-1 0 0 0 0,1 0 0 0 0,0 0-1 0 0,0-1 1 0 0,3 1 0 0 0,48-8 170 0 0,-43 7-148 0 0,119-24-651 0 0,-86 15-2606 0 0,0-1-3846 0 0,-30 9 2880 0 0</inkml:trace>
</inkml:ink>
</file>

<file path=ppt/ink/ink1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7:35.5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383 162 224 0 0,'4'-6'1465'0'0,"-1"0"0"0"0,0 0 0 0 0,0 0-1 0 0,0 0 1 0 0,2-9 0 0 0,-4 10-912 0 0,0 0 0 0 0,0 0 0 0 0,-1 0 0 0 0,1 0 0 0 0,-1 0 0 0 0,0 0 0 0 0,-1-6 0 0 0,1 8-438 0 0,-1-1 0 0 0,0 1 0 0 0,0 0-1 0 0,0-1 1 0 0,0 1 0 0 0,0 0 0 0 0,-1 0 0 0 0,1 0 0 0 0,-1 0 0 0 0,0 0 0 0 0,0 0 0 0 0,0 0 0 0 0,-1 1 0 0 0,1-1 0 0 0,0 1 0 0 0,-1 0 0 0 0,0-1 0 0 0,0 1 0 0 0,1 0 0 0 0,-1 1 0 0 0,0-1 0 0 0,0 0 0 0 0,-1 1 0 0 0,1 0 0 0 0,-6-2 0 0 0,3 2-85 0 0,-1 0 1 0 0,1 0-1 0 0,-1 1 1 0 0,1-1-1 0 0,-1 1 1 0 0,0 1-1 0 0,1 0 1 0 0,-1 0-1 0 0,1 0 1 0 0,0 0 0 0 0,-1 1-1 0 0,1 0 1 0 0,0 1-1 0 0,0-1 1 0 0,0 1-1 0 0,0 0 1 0 0,-8 7-1 0 0,-7 4-3 0 0,0 2 0 0 0,2 0 1 0 0,-21 22-1 0 0,22-19 0 0 0,0 0 1 0 0,2 1 0 0 0,-18 28 0 0 0,29-41-23 0 0,0 1 1 0 0,1 1-1 0 0,0-1 1 0 0,0 1-1 0 0,1 0 1 0 0,0 0-1 0 0,0 0 1 0 0,1 0-1 0 0,0 0 1 0 0,1 0-1 0 0,0 1 1 0 0,0 11-1 0 0,1-19 5 0 0,1 1-1 0 0,-1-1 1 0 0,1 1-1 0 0,0-1 1 0 0,-1 0-1 0 0,1 1 1 0 0,0-1 0 0 0,0 0-1 0 0,2 3 1 0 0,-3-5-8 0 0,1 1 0 0 0,-1 0 1 0 0,0 0-1 0 0,1 0 1 0 0,-1-1-1 0 0,1 1 1 0 0,-1 0-1 0 0,1 0 0 0 0,-1-1 1 0 0,1 1-1 0 0,0-1 1 0 0,-1 1-1 0 0,1 0 0 0 0,0-1 1 0 0,0 1-1 0 0,-1-1 1 0 0,1 0-1 0 0,0 1 1 0 0,0-1-1 0 0,0 1 0 0 0,-1-1 1 0 0,1 0-1 0 0,2 1 1 0 0,-1-1 4 0 0,1 1 0 0 0,0 0 0 0 0,0 0 0 0 0,0-1 0 0 0,0 1 0 0 0,0-1 0 0 0,0 1-1 0 0,0-1 1 0 0,0 0 0 0 0,0 0 0 0 0,0-1 0 0 0,0 1 0 0 0,6-2 0 0 0,35-11 37 0 0,-27 6-43 0 0,-1-2-1 0 0,1 1 1 0 0,-1-2 0 0 0,-1 0-1 0 0,0-1 1 0 0,0-1-1 0 0,19-20 1 0 0,-9 5-16 0 0,-2 0 1 0 0,38-59-1 0 0,-29 28-85 0 0,-32 57 99 0 0,-2 15 58 0 0,-7 27 77 0 0,0-9-65 0 0,2 1-1 0 0,2 0 1 0 0,0 0 0 0 0,1 60 0 0 0,4-92-71 0 0,5 24 171 0 0,-5-24-177 0 0,0-1 1 0 0,0 1 0 0 0,0 0 0 0 0,0 0-1 0 0,1-1 1 0 0,-1 1 0 0 0,0 0 0 0 0,1-1-1 0 0,-1 1 1 0 0,1 0 0 0 0,-1-1 0 0 0,1 1-1 0 0,-1-1 1 0 0,1 1 0 0 0,-1 0 0 0 0,1-1-1 0 0,-1 1 1 0 0,1-1 0 0 0,0 0-1 0 0,-1 1 1 0 0,1-1 0 0 0,0 0 0 0 0,-1 1-1 0 0,1-1 1 0 0,0 0 0 0 0,0 1 0 0 0,-1-1-1 0 0,1 0 1 0 0,0 0 0 0 0,0 0 0 0 0,0 0-1 0 0,5-1-582 0 0,0 0 0 0 0,0 0 0 0 0,-1-1 0 0 0,1 1 0 0 0,0-1 0 0 0,5-3 0 0 0,19-12-5489 0 0,-12 5 802 0 0</inkml:trace>
</inkml:ink>
</file>

<file path=ppt/ink/ink1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7:36.2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281 364 312 0 0,'6'-8'3139'0'0,"-3"5"-1846"0"0,0-2 1 0 0,0 1-1 0 0,0 0 1 0 0,0-1-1 0 0,-1 1 1 0 0,1-1-1 0 0,-1 0 1 0 0,2-8 730 0 0,-3-2 361 0 0,-2 14-2359 0 0,1 0 1 0 0,-1 0-1 0 0,0 1 1 0 0,1-1-1 0 0,-1 0 1 0 0,0 1-1 0 0,0-1 1 0 0,0 0-1 0 0,0 1 1 0 0,0-1 0 0 0,1 1-1 0 0,-1 0 1 0 0,0-1-1 0 0,0 1 1 0 0,0 0-1 0 0,0-1 1 0 0,0 1-1 0 0,0 0 1 0 0,0 0-1 0 0,0 0 1 0 0,0 0-1 0 0,0 0 1 0 0,0 0-1 0 0,0 0 1 0 0,0 0 0 0 0,0 1-1 0 0,0-1 1 0 0,0 0-1 0 0,0 0 1 0 0,0 1-1 0 0,0-1 1 0 0,0 1-1 0 0,0-1 1 0 0,-1 1-1 0 0,-36 21 88 0 0,37-21-103 0 0,-24 16 8 0 0,0 1 1 0 0,1 2-1 0 0,1 0 0 0 0,1 2 0 0 0,1 0 0 0 0,1 1 1 0 0,1 1-1 0 0,1 1 0 0 0,-17 33 0 0 0,34-56-11 0 0,0-1 0 0 0,0 1-1 0 0,0 0 1 0 0,0 0 0 0 0,0 0 0 0 0,0 0 0 0 0,1 0-1 0 0,-1 0 1 0 0,1 0 0 0 0,-1 0 0 0 0,1 0-1 0 0,0 0 1 0 0,0 0 0 0 0,0 0 0 0 0,0 0 0 0 0,0 0-1 0 0,1 4 1 0 0,0-5-5 0 0,-1-1 0 0 0,1 1 0 0 0,0-1-1 0 0,-1 1 1 0 0,1 0 0 0 0,0-1 0 0 0,-1 1-1 0 0,1-1 1 0 0,0 0 0 0 0,0 1 0 0 0,-1-1 0 0 0,1 0-1 0 0,0 1 1 0 0,0-1 0 0 0,0 0 0 0 0,0 0 0 0 0,-1 0-1 0 0,1 1 1 0 0,0-1 0 0 0,0 0 0 0 0,0 0 0 0 0,0 0-1 0 0,0-1 1 0 0,-1 1 0 0 0,1 0 0 0 0,0 0 0 0 0,1-1-1 0 0,24-5 17 0 0,-3-4-112 0 0,0-1-1 0 0,0 0 1 0 0,-1-2-1 0 0,0-1 1 0 0,-1 0-1 0 0,-1-2 1 0 0,20-18-1 0 0,-6 0-255 0 0,-1 0 0 0 0,52-73 0 0 0,-55 60 260 0 0,-3 0 0 0 0,-2-2 0 0 0,28-74 1 0 0,-40 89 182 0 0,-31 95 92 0 0,-15 98 0 0 0,24-114-40 0 0,-8 73 121 0 0,15-101-233 0 0,2-1 0 0 0,0 0-1 0 0,1 0 1 0 0,0 0 0 0 0,6 21 0 0 0,-7-34-226 0 0,1 0 0 0 0,0 1 0 0 0,1-1 0 0 0,-1 0 1 0 0,0 0-1 0 0,1 1 0 0 0,0-1 0 0 0,-1 0 0 0 0,1-1 0 0 0,1 1 1 0 0,-1 0-1 0 0,0-1 0 0 0,1 1 0 0 0,-1-1 0 0 0,1 1 0 0 0,4 2 1 0 0,-4-4-461 0 0,0 1 0 0 0,0-1 0 0 0,0 0 0 0 0,0 0 0 0 0,0 0 0 0 0,0 0 0 0 0,1-1 0 0 0,-1 1 0 0 0,0-1 0 0 0,0 0 0 0 0,5 0 0 0 0,9-1-4481 0 0</inkml:trace>
</inkml:ink>
</file>

<file path=ppt/ink/ink1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7:36.5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369 6 932 0 0,'7'-5'9774'0'0,"-6"7"-9468"0"0,0 0 0 0 0,0 0 0 0 0,0 1 0 0 0,-1-1 0 0 0,1 1 0 0 0,-1-1 0 0 0,0 0 0 0 0,0 1 0 0 0,0-1 0 0 0,0 1 0 0 0,0-1 0 0 0,-1 3 0 0 0,-7 36 2657 0 0,3-14-1041 0 0,-25 122 4905 0 0,-40 69-1842 0 0,62-197-4812 0 0,-1-1 0 0 0,-1 0 1 0 0,-1-1-1 0 0,0 0 0 0 0,-2 0 0 0 0,0-1 1 0 0,-28 28-1 0 0,38-42-173 0 0,-1-1 0 0 0,0 0 0 0 0,0-1 0 0 0,0 1 0 0 0,-7 3 0 0 0,9-5-43 0 0,0 0-1 0 0,0-1 1 0 0,-1 1-1 0 0,1 0 1 0 0,0-1-1 0 0,-1 0 1 0 0,1 0-1 0 0,0 1 1 0 0,-1-1-1 0 0,1-1 1 0 0,0 1-1 0 0,0 0 1 0 0,-1 0-1 0 0,1-1 1 0 0,0 0-1 0 0,0 1 1 0 0,-1-1-1 0 0,1 0 1 0 0,0 0-1 0 0,0 0 1 0 0,0 0-1 0 0,0 0 1 0 0,-3-4-1 0 0,0 2-208 0 0,1-1 0 0 0,0-1-1 0 0,1 1 1 0 0,-1 0 0 0 0,1-1-1 0 0,-5-9 1 0 0,2 2-946 0 0,1 0 1 0 0,0 0 0 0 0,1-1-1 0 0,0 0 1 0 0,1 0-1 0 0,1 0 1 0 0,-1-19 0 0 0,1 8-3935 0 0,4-35 1 0 0,2 24-2580 0 0</inkml:trace>
</inkml:ink>
</file>

<file path=ppt/ink/ink1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7:36.7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77 2748 0 0,'35'-58'12943'0'0,"-34"57"-12499"0"0,-1 1-433 0 0,0-1 0 0 0,0 1 0 0 0,0 0 0 0 0,0 0 0 0 0,0 0 0 0 0,0 0 0 0 0,-1 0 0 0 0,1 0 0 0 0,0 0 0 0 0,0 0 0 0 0,0 0 0 0 0,0 0 0 0 0,0 0 0 0 0,0-1 0 0 0,0 1 0 0 0,0 0 0 0 0,0 0 0 0 0,0 0 0 0 0,0 0 0 0 0,0 0 0 0 0,0 0 0 0 0,0 0 0 0 0,0 0 0 0 0,0 0 0 0 0,0-1 0 0 0,0 1 0 0 0,0 0 0 0 0,0 0 0 0 0,0 0 0 0 0,0 0 0 0 0,0 0 0 0 0,0 0 0 0 0,0 0 0 0 0,0 0 0 0 0,0 0 0 0 0,1-1 0 0 0,-1 1 0 0 0,0 0 0 0 0,0 0 0 0 0,0 0 0 0 0,0 0 0 0 0,0 0 0 0 0,0 0 0 0 0,0 0 0 0 0,0 0 0 0 0,0 0 0 0 0,0 0 0 0 0,0 0 0 0 0,1 0 0 0 0,-1 0 0 0 0,0 0 0 0 0,0 0 0 0 0,0 0 0 0 0,0 0 0 0 0,0 0 0 0 0,0 0 0 0 0,0 0 0 0 0,1-1-95 0 0,-1 1 0 0 0,1 0 0 0 0,-1 0 0 0 0,1 0 0 0 0,-1 0 0 0 0,0-1 0 0 0,1 1 0 0 0,-1 0-1 0 0,0 0 1 0 0,1-1 0 0 0,-1 1 0 0 0,0 0 0 0 0,1-1 0 0 0,-1 1 0 0 0,0 0 0 0 0,0-1 0 0 0,1 1 0 0 0,-1-1 0 0 0,0 1 0 0 0,0 0 0 0 0,0-1 0 0 0,1 1-1 0 0,-1-1 1 0 0,0 1 0 0 0,0 0 0 0 0,0-1 0 0 0,0 1 0 0 0,0-1 0 0 0,0 1 0 0 0,0-1 0 0 0,0 1 0 0 0,0-1 0 0 0,0 1 0 0 0,0 0 0 0 0,0-1 0 0 0,21 2-5876 0 0,-7 1 577 0 0</inkml:trace>
</inkml:ink>
</file>

<file path=ppt/ink/ink1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7:37.5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190 242 1904 0 0,'2'-1'3690'0'0,"18"-1"4465"0"0,-16 1-7214 0 0,-1 1-130 0 0,0 11 401 0 0,-4 1-526 0 0,0-1 1 0 0,-1 1-1 0 0,0-1 1 0 0,-1 1-1 0 0,-7 18 0 0 0,-28 58 1572 0 0,24-56-1409 0 0,-65 122 1714 0 0,27-56-1857 0 0,38-78 756 0 0,14-20-1435 0 0,0 0 1 0 0,0 0 0 0 0,0 0 0 0 0,0 0-1 0 0,-1 0 1 0 0,1 0 0 0 0,0 0-1 0 0,0 0 1 0 0,0 0 0 0 0,-1 0-1 0 0,1 0 1 0 0,0 0 0 0 0,0-1 0 0 0,0 1-1 0 0,0 0 1 0 0,-1 0 0 0 0,1 0-1 0 0,0 0 1 0 0,0 0 0 0 0,0 0 0 0 0,0 0-1 0 0,-1 0 1 0 0,1 0 0 0 0,0-1-1 0 0,0 1 1 0 0,0 0 0 0 0,0 0-1 0 0,0 0 1 0 0,0 0 0 0 0,0 0 0 0 0,-1-1-1 0 0,1 1 1 0 0,0 0 0 0 0,0 0-1 0 0,0 0 1 0 0,0-1 0 0 0,0 1-1 0 0,0 0 1 0 0,0 0 0 0 0,0 0 0 0 0,0 0-1 0 0,0-1 1 0 0,0 1 0 0 0,0 0-1 0 0,0 0 1 0 0,0 0 0 0 0,0-1 0 0 0,0 1-1 0 0,0 0 1 0 0,0-5 81 0 0,0 1-1 0 0,1 0 1 0 0,-1-1-1 0 0,1 1 1 0 0,-1-1 0 0 0,2 1-1 0 0,0-4 1 0 0,25-56-39 0 0,42-73-1 0 0,45-57-563 0 0,-80 138 408 0 0,68-89-84 0 0,-53 79 102 0 0,-48 64 44 0 0,1-1 1 0 0,0 1-1 0 0,-1 0 1 0 0,1 1-1 0 0,0-1 0 0 0,0 0 1 0 0,0 0-1 0 0,4-2 0 0 0,-5 4 17 0 0,-1-1-1 0 0,1 1 1 0 0,0 0-1 0 0,-1 0 1 0 0,1-1-1 0 0,0 1 1 0 0,0 0-1 0 0,-1 0 1 0 0,1 0-1 0 0,0 0 1 0 0,-1 0-1 0 0,1 0 1 0 0,0 0-1 0 0,0 0 1 0 0,-1 0-1 0 0,1 0 1 0 0,0 1-1 0 0,-1-1 1 0 0,1 0-1 0 0,0 0 1 0 0,0 1-1 0 0,2 1 6 0 0,-1 1-1 0 0,1-1 1 0 0,-1 1 0 0 0,0-1 0 0 0,0 1-1 0 0,0 0 1 0 0,0 0 0 0 0,0 0-1 0 0,-1 0 1 0 0,2 5 0 0 0,1 1 23 0 0,-1 0 0 0 0,0 0 0 0 0,-1 1 0 0 0,0-1-1 0 0,0 1 1 0 0,0 18 0 0 0,-5 58 37 0 0,-6-6 146 0 0,-38 148 0 0 0,32-167-315 0 0,-21 69 266 0 0,35-128-121 0 0,0 4 177 0 0,-1 5-570 0 0,5-9-185 0 0,4-7-272 0 0,19-16-2887 0 0,27-24-4764 0 0,-20 12-516 0 0,-23 20 3517 0 0</inkml:trace>
</inkml:ink>
</file>

<file path=ppt/ink/ink1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7:37.7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110 33 232 0 0,'-72'5'11928'0'0,"70"-5"-10827"0"0,-31 2 3217 0 0,30-2-3527 0 0,38-2-875 0 0,-1-1 0 0 0,38-9 0 0 0,-20 3-2879 0 0,-11 3-2027 0 0,3-1-2771 0 0</inkml:trace>
</inkml:ink>
</file>

<file path=ppt/ink/ink1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7:42.3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0 356 0 0,'-6'9'10452'0'0,"6"-8"-10372"0"0,0 1 0 0 0,0 0 0 0 0,0 0 0 0 0,0-1 0 0 0,0 1 0 0 0,0 0 0 0 0,0-1-1 0 0,0 1 1 0 0,1 0 0 0 0,-1 0 0 0 0,1-1 0 0 0,-1 1 0 0 0,1-1 0 0 0,-1 1 0 0 0,1 0 0 0 0,0-1-1 0 0,0 1 1 0 0,0-1 0 0 0,0 0 0 0 0,0 1 0 0 0,0-1 0 0 0,0 0 0 0 0,1 1 0 0 0,-1-1 0 0 0,0 0-1 0 0,1 0 1 0 0,-1 0 0 0 0,1 0 0 0 0,-1-1 0 0 0,1 1 0 0 0,-1 0 0 0 0,1-1 0 0 0,0 1 0 0 0,-1-1 0 0 0,1 1-1 0 0,0-1 1 0 0,0 0 0 0 0,-1 1 0 0 0,4-1 0 0 0,29 3 147 0 0,58 0 0 0 0,-38-3-2100 0 0,-2 3-3905 0 0</inkml:trace>
</inkml:ink>
</file>

<file path=ppt/ink/ink1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7:42.5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 36 2480 0 0,'-31'30'15037'0'0,"116"-51"-14556"0"0,23-4-4326 0 0,-47 13-2182 0 0,-29 4 305 0 0</inkml:trace>
</inkml:ink>
</file>

<file path=ppt/ink/ink1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7:43.4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300 108 1220 0 0,'4'-3'1224'0'0,"0"-1"-1"0"0,0-1 1 0 0,0 1 0 0 0,0-1-1 0 0,4-7 1 0 0,9-26 2239 0 0,-17 37-3432 0 0,0 0 0 0 0,0 0-1 0 0,0 0 1 0 0,0 0 0 0 0,0 0-1 0 0,0 0 1 0 0,0 0 0 0 0,0 0 0 0 0,0 0-1 0 0,0 0 1 0 0,0 0 0 0 0,-1 0-1 0 0,1 0 1 0 0,0 0 0 0 0,-1 0 0 0 0,1 1-1 0 0,-1-1 1 0 0,1 0 0 0 0,-1 0-1 0 0,0 0 1 0 0,1 0 0 0 0,-1 1 0 0 0,0-1-1 0 0,1 0 1 0 0,-1 1 0 0 0,0-1 0 0 0,0 0-1 0 0,0 1 1 0 0,-1-1 0 0 0,0-1-12 0 0,-1 1-1 0 0,0-1 1 0 0,1 1 0 0 0,-1 0 0 0 0,0 0 0 0 0,0 0 0 0 0,0 1 0 0 0,0-1 0 0 0,0 1 0 0 0,-5-1 0 0 0,-1 2-14 0 0,0 0 0 0 0,1 1 0 0 0,-1 0 1 0 0,0 0-1 0 0,1 1 0 0 0,-1 0 0 0 0,1 1 0 0 0,0 0 1 0 0,0 0-1 0 0,0 1 0 0 0,1 0 0 0 0,-1 0 1 0 0,1 0-1 0 0,1 1 0 0 0,-1 0 0 0 0,-6 8 1 0 0,-7 9 3 0 0,1 1 0 0 0,0 0 0 0 0,-22 41 0 0 0,29-44 22 0 0,-17 40 0 0 0,26-54-13 0 0,0 0 0 0 0,1 0 0 0 0,0 1 0 0 0,1-1 0 0 0,-1 1 0 0 0,1-1 0 0 0,1 1 0 0 0,0 0 0 0 0,1 13 1 0 0,-1-18-9 0 0,0-1 0 0 0,1 0 1 0 0,-1 0-1 0 0,1 0 0 0 0,-1 0 1 0 0,1 0-1 0 0,0 0 0 0 0,0 0 1 0 0,0 0-1 0 0,0 0 1 0 0,0 0-1 0 0,0 0 0 0 0,1-1 1 0 0,-1 1-1 0 0,0 0 0 0 0,1-1 1 0 0,0 1-1 0 0,-1-1 0 0 0,1 1 1 0 0,0-1-1 0 0,0 0 1 0 0,-1 0-1 0 0,1 0 0 0 0,0 0 1 0 0,0 0-1 0 0,0 0 0 0 0,1-1 1 0 0,-1 1-1 0 0,0-1 0 0 0,0 1 1 0 0,0-1-1 0 0,0 0 1 0 0,3 0-1 0 0,0 0 2 0 0,0 0 1 0 0,0-1 0 0 0,0 0-1 0 0,0 0 1 0 0,0 0-1 0 0,0-1 1 0 0,0 1-1 0 0,0-1 1 0 0,0 0-1 0 0,-1-1 1 0 0,1 1 0 0 0,-1-1-1 0 0,7-5 1 0 0,1-3-7 0 0,-1 0 1 0 0,0-1 0 0 0,-1-1 0 0 0,0 1 0 0 0,-1-2-1 0 0,0 1 1 0 0,9-22 0 0 0,41-106 11 0 0,-22 36 927 0 0,-37 103-869 0 0,5 54-30 0 0,0 128 85 0 0,-4-166-82 0 0,0 0-1 0 0,6 21 1 0 0,-6-31-24 0 0,0 0 0 0 0,0 0 0 0 0,1 0-1 0 0,0 0 1 0 0,0 0 0 0 0,0 0-1 0 0,0-1 1 0 0,1 1 0 0 0,-1-1 0 0 0,1 1-1 0 0,0-1 1 0 0,3 3 0 0 0,-4-5-98 0 0,0 0 1 0 0,0 0-1 0 0,0 0 1 0 0,0-1-1 0 0,0 1 1 0 0,0-1-1 0 0,0 1 0 0 0,0-1 1 0 0,0 1-1 0 0,0-1 1 0 0,0 0-1 0 0,1 0 1 0 0,-1 0-1 0 0,4-1 1 0 0,29-6-2515 0 0,-3-6-2546 0 0,-15 5 556 0 0</inkml:trace>
</inkml:ink>
</file>

<file path=ppt/ink/ink1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7:44.1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372 416 740 0 0,'7'-10'4837'0'0,"-4"7"-4312"0"0,-1 0 0 0 0,0 0 1 0 0,0-1-1 0 0,0 1 1 0 0,-1 0-1 0 0,1-1 0 0 0,-1 1 1 0 0,0-1-1 0 0,0 0 1 0 0,1-5-1 0 0,-2 7-460 0 0,0 1 0 0 0,0-1 0 0 0,0 0 0 0 0,0 1 0 0 0,0-1 0 0 0,0 0 0 0 0,0 1 0 0 0,-1-1 0 0 0,1 0 0 0 0,-1 1 0 0 0,1-1-1 0 0,-1 1 1 0 0,0-1 0 0 0,1 1 0 0 0,-1-1 0 0 0,0 1 0 0 0,0-1 0 0 0,0 1 0 0 0,0 0 0 0 0,0-1 0 0 0,-1 1 0 0 0,1 0 0 0 0,0 0 0 0 0,-1 0 0 0 0,1 0 0 0 0,-2-1 0 0 0,0 0-39 0 0,-1 0 0 0 0,0 1 0 0 0,1 0-1 0 0,-1-1 1 0 0,0 1 0 0 0,1 0 0 0 0,-1 1 0 0 0,0-1 0 0 0,0 1 0 0 0,0 0 0 0 0,0 0 0 0 0,0 0 0 0 0,-4 1 0 0 0,0 0-10 0 0,1 1 1 0 0,-1 0-1 0 0,1 0 1 0 0,-1 1 0 0 0,1 0-1 0 0,-8 5 1 0 0,-5 4-10 0 0,0 1 0 0 0,1 1 0 0 0,-25 24 0 0 0,26-21 18 0 0,0 1 1 0 0,0 0-1 0 0,2 2 1 0 0,1 0 0 0 0,0 0-1 0 0,1 2 1 0 0,-19 41-1 0 0,31-58-3 0 0,0 0 0 0 0,1-1 0 0 0,-1 1 0 0 0,1 0 0 0 0,0 0 0 0 0,1 0 0 0 0,-1 9 0 0 0,1-12-5 0 0,0 0-1 0 0,0 0 1 0 0,1 0 0 0 0,-1 0-1 0 0,1 0 1 0 0,-1 0 0 0 0,1 0 0 0 0,0 0-1 0 0,0 0 1 0 0,0 0 0 0 0,0-1 0 0 0,0 1-1 0 0,0 0 1 0 0,0-1 0 0 0,1 1-1 0 0,-1-1 1 0 0,0 1 0 0 0,4 2 0 0 0,-4-4-15 0 0,0 1 1 0 0,0-1-1 0 0,0 1 1 0 0,0-1 0 0 0,0 1-1 0 0,0-1 1 0 0,0 0-1 0 0,0 0 1 0 0,0 1 0 0 0,0-1-1 0 0,0 0 1 0 0,1 0-1 0 0,-1 0 1 0 0,0 0-1 0 0,0 0 1 0 0,0 0 0 0 0,2-1-1 0 0,1 1 5 0 0,4-1-2 0 0,0 0 1 0 0,0 0-1 0 0,0 0 1 0 0,0-1-1 0 0,0 0 1 0 0,0-1-1 0 0,0 0 1 0 0,8-4-1 0 0,3-4-6 0 0,33-22 0 0 0,-27 14-24 0 0,-2 0 0 0 0,0-2 0 0 0,-1-1 1 0 0,-2-1-1 0 0,0 0 0 0 0,-1-2 0 0 0,-1 0 1 0 0,17-34-1 0 0,-13 17-17 0 0,-2-2 0 0 0,-2-1 0 0 0,-1 0-1 0 0,16-75 1 0 0,-22 23 178 0 0,-11 94-135 0 0,-9 13-55 0 0,0 18 10 0 0,1 0 0 0 0,-7 58-1 0 0,2 64 58 0 0,10-99 3 0 0,1-29 61 0 0,2 0 1 0 0,1 1-1 0 0,5 39 1 0 0,-4-54-295 0 0,-1 0 1 0 0,1-1-1 0 0,0 1 1 0 0,1 0-1 0 0,0-1 1 0 0,0 0-1 0 0,1 1 1 0 0,-1-1-1 0 0,2 0 1 0 0,-1-1-1 0 0,1 1 1 0 0,0-1 0 0 0,11 11-1 0 0,-13-15-371 0 0,0 0 0 0 0,0 0 0 0 0,0-1 0 0 0,0 1 1 0 0,0-1-1 0 0,1 1 0 0 0,3 0 0 0 0,8 2-3544 0 0</inkml:trace>
</inkml:ink>
</file>

<file path=ppt/ink/ink1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7:44.4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392 36 1572 0 0,'2'-5'1816'0'0,"-1"2"-1033"0"0,0 0 0 0 0,0 0-1 0 0,0 0 1 0 0,1 0 0 0 0,0 0-1 0 0,-1 0 1 0 0,1 1 0 0 0,4-5-1 0 0,-5 6-364 0 0,-3 32 2216 0 0,-1 0 1 0 0,-13 53-1 0 0,0 3 295 0 0,5 1-354 0 0,-15 96 861 0 0,20-154-2872 0 0,-1-1-1 0 0,-2 0 1 0 0,-1 0 0 0 0,-15 29-1 0 0,21-50-418 0 0,-1 1 0 0 0,0-1 0 0 0,0 0 0 0 0,-1 0 0 0 0,-8 8 0 0 0,11-13-101 0 0,-1 0 0 0 0,1 0 0 0 0,0 0 0 0 0,-1-1 0 0 0,1 1 0 0 0,-1-1 0 0 0,0 0 0 0 0,0 0 0 0 0,0 0 0 0 0,0-1 0 0 0,0 1 0 0 0,0-1 0 0 0,-6 1 0 0 0,5-2-77 0 0,0 0 0 0 0,0 0 1 0 0,0 0-1 0 0,0-1 0 0 0,0 0 0 0 0,1 0 0 0 0,-1 0 1 0 0,0 0-1 0 0,1-1 0 0 0,-1 0 0 0 0,1 0 1 0 0,-1 0-1 0 0,1 0 0 0 0,-5-4 0 0 0,1 0-508 0 0,1 0 0 0 0,-1 0 0 0 0,1 0 0 0 0,1-1 0 0 0,-12-14 0 0 0,11 11-636 0 0,1 0-1 0 0,1-1 0 0 0,-1 1 0 0 0,2-1 1 0 0,-1 0-1 0 0,-4-19 0 0 0,-2-36-8466 0 0,9 39 1677 0 0</inkml:trace>
</inkml:ink>
</file>

<file path=ppt/ink/ink1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7:44.6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80 1632 0 0,'12'-17'3121'0'0,"0"0"951"0"0,24-27 0 0 0,-35 43-4013 0 0,7 1-1136 0 0,3 0-1014 0 0,-3 4-999 0 0</inkml:trace>
</inkml:ink>
</file>

<file path=ppt/ink/ink1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7:45.1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92 12 788 0 0,'2'1'3180'0'0,"1"0"-2845"0"0,-1 1 0 0 0,0-1-1 0 0,0 1 1 0 0,-1-1-1 0 0,1 1 1 0 0,0-1-1 0 0,0 1 1 0 0,-1 0 0 0 0,1 0-1 0 0,-1 0 1 0 0,0 0-1 0 0,1 0 1 0 0,-1 0 0 0 0,0 0-1 0 0,0 1 1 0 0,0-1-1 0 0,-1 0 1 0 0,1 0-1 0 0,0 1 1 0 0,-1-1 0 0 0,0 1-1 0 0,1-1 1 0 0,-1 0-1 0 0,0 4 1 0 0,0 11 825 0 0,-1 0-1 0 0,-3 25 1 0 0,2-24-74 0 0,-12 96 1187 0 0,-5-1 1 0 0,-35 114-1 0 0,50-214-2262 0 0,3-6 619 0 0,-1-1 0 0 0,0 0 0 0 0,0 0 0 0 0,-6 11 714 0 0,-2-36-668 0 0,11-3-543 0 0,0 0-1 0 0,2 0 1 0 0,10-38 0 0 0,26-62-324 0 0,-36 114 189 0 0,13-40-122 0 0,3 1 1 0 0,2 1 0 0 0,1 1 0 0 0,3 1-1 0 0,2 1 1 0 0,44-55 0 0 0,-69 96 115 0 0,-1 0 0 0 0,1 0 0 0 0,0 1 1 0 0,-1-1-1 0 0,1 0 0 0 0,0 1 0 0 0,0 0 0 0 0,0-1 0 0 0,1 1 0 0 0,-1 0 1 0 0,0 0-1 0 0,0 0 0 0 0,1 0 0 0 0,-1 1 0 0 0,0-1 0 0 0,1 1 1 0 0,-1-1-1 0 0,0 1 0 0 0,1 0 0 0 0,-1 0 0 0 0,1 0 0 0 0,-1 0 1 0 0,1 0-1 0 0,-1 0 0 0 0,1 1 0 0 0,-1-1 0 0 0,0 1 0 0 0,1 0 0 0 0,-1 0 1 0 0,0 0-1 0 0,0 0 0 0 0,0 0 0 0 0,1 0 0 0 0,-1 0 0 0 0,0 1 1 0 0,0-1-1 0 0,-1 1 0 0 0,1 0 0 0 0,0-1 0 0 0,0 1 0 0 0,2 4 1 0 0,4 8 3 0 0,0 1 1 0 0,0-1-1 0 0,-1 2 1 0 0,-1-1 0 0 0,-1 1-1 0 0,0 0 1 0 0,5 32-1 0 0,-4-5 23 0 0,-1 80 0 0 0,-19 63 93 0 0,13-176 357 0 0</inkml:trace>
</inkml:ink>
</file>

<file path=ppt/ink/ink1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7:45.4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62 180 2504 0 0,'-2'0'2336'0'0,"-7"-1"-671"0"0,-22-1 10346 0 0,22 2-9992 0 0,-2-5-678 0 0,42-8-1031 0 0,48-15 1 0 0,18-7-1807 0 0,-10-7-2977 0 0,-30 8-2636 0 0,-27 14 94 0 0</inkml:trace>
</inkml:ink>
</file>

<file path=ppt/ink/ink1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7:45.7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191 36 1500 0 0,'17'-36'19083'0'0,"-15"43"-19013"0"0,-2-7-64 0 0,1 1 0 0 0,-1-1 0 0 0,0 1 0 0 0,0-1 0 0 0,0 0 0 0 0,1 1 1 0 0,-1-1-1 0 0,0 1 0 0 0,0-1 0 0 0,0 1 0 0 0,0-1 0 0 0,0 1 0 0 0,0-1 0 0 0,0 1 0 0 0,0-1 0 0 0,0 1 0 0 0,0-1 0 0 0,0 1 0 0 0,0-1 0 0 0,0 0 0 0 0,0 1 1 0 0,-18 66 357 0 0,-89 189-1449 0 0,41-105-9313 0 0,46-104 3134 0 0</inkml:trace>
</inkml:ink>
</file>

<file path=ppt/ink/ink1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7:47.3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 37 1080 0 0,'0'0'5933'0'0,"-6"-8"-5198"0"0,3 6-770 0 0,-1-1-1 0 0,1 0 1 0 0,0 0-1 0 0,1 0 1 0 0,-1 0-1 0 0,-2-3 1 0 0,4 5 52 0 0,-2-3 54 0 0</inkml:trace>
</inkml:ink>
</file>

<file path=ppt/ink/ink1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8:56.9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4 139 2120 0 0,'-2'-9'1691'0'0,"1"-1"1"0"0,0 1-1 0 0,1 0 0 0 0,0-1 0 0 0,3-15 1 0 0,-2 20-1449 0 0,0 0 1 0 0,0 1 0 0 0,0-1 0 0 0,1 1 0 0 0,0-1 0 0 0,0 1-1 0 0,0-1 1 0 0,1 1 0 0 0,-1 0 0 0 0,1 0 0 0 0,0 0 0 0 0,3-3-1 0 0,-5 6-232 0 0,0 0 0 0 0,0 1 0 0 0,0-1 0 0 0,0 1 0 0 0,0-1 0 0 0,0 1-1 0 0,0-1 1 0 0,0 1 0 0 0,0 0 0 0 0,0-1 0 0 0,0 1 0 0 0,0 0 0 0 0,0 0-1 0 0,0 0 1 0 0,0 0 0 0 0,0 0 0 0 0,0 0 0 0 0,0 0 0 0 0,0 0 0 0 0,0 0-1 0 0,0 0 1 0 0,0 1 0 0 0,0-1 0 0 0,0 0 0 0 0,0 1 0 0 0,0-1 0 0 0,0 1-1 0 0,0-1 1 0 0,0 1 0 0 0,0 0 0 0 0,0 0 0 0 0,2 1-4 0 0,0 0 1 0 0,-1 0-1 0 0,1 0 0 0 0,-1 0 1 0 0,0 1-1 0 0,0-1 1 0 0,0 1-1 0 0,3 4 0 0 0,0 4 7 0 0,-1 0 0 0 0,-1 0 0 0 0,1 1 0 0 0,-2-1 0 0 0,0 1 0 0 0,0 0 0 0 0,-1-1-1 0 0,0 1 1 0 0,-1 0 0 0 0,-1 0 0 0 0,-3 22 0 0 0,-1-3 260 0 0,-2-1 1 0 0,-2-1-1 0 0,-15 39 1 0 0,24-68-255 0 0,0 1 0 0 0,0-1 0 0 0,0 1 0 0 0,0-1 0 0 0,-1 0 0 0 0,1 1 0 0 0,0-1 0 0 0,0 1 0 0 0,0-1 0 0 0,0 0 0 0 0,-1 1 0 0 0,1-1 0 0 0,0 0 0 0 0,0 1 0 0 0,0-1 0 0 0,-1 0 0 0 0,1 1 0 0 0,0-1 0 0 0,-1 0 0 0 0,1 0 0 0 0,0 1 0 0 0,-1-1 0 0 0,1 0 0 0 0,0 0 0 0 0,-1 1 0 0 0,1-1 0 0 0,0 0 0 0 0,-1 0 0 0 0,1 0 0 0 0,-1 0 0 0 0,1 0 0 0 0,0 0 0 0 0,-1 0 0 0 0,1 0 0 0 0,-1 0 0 0 0,1 0 0 0 0,0 0 0 0 0,-1 0 0 0 0,1 0 0 0 0,-1 0 1 0 0,1 0-1 0 0,0 0 0 0 0,-1 0 0 0 0,1 0 0 0 0,-1 0 0 0 0,1-1 0 0 0,0 1 0 0 0,-1 0 0 0 0,1 0 0 0 0,0 0 0 0 0,-1-1 0 0 0,-1 0-78 0 0,2 0 63 0 0,0 0 1 0 0,-1 1-1 0 0,1-1 1 0 0,0 0-1 0 0,0 0 1 0 0,0 0-1 0 0,0 0 0 0 0,-1 0 1 0 0,1 1-1 0 0,0-1 1 0 0,0 0-1 0 0,0 0 1 0 0,1 0-1 0 0,-1 0 0 0 0,0 0 1 0 0,0 1-1 0 0,0-1 1 0 0,1-1-1 0 0,-1 1 5 0 0,3-11 3 0 0,0-1 1 0 0,1 1-1 0 0,0 0 0 0 0,1 0 0 0 0,1 0 0 0 0,-1 1 1 0 0,2 0-1 0 0,0 0 0 0 0,0 0 0 0 0,1 1 0 0 0,0 0 0 0 0,1 1 1 0 0,0 0-1 0 0,0 0 0 0 0,11-8 0 0 0,-14 13-22 0 0,0 0 0 0 0,0 0-1 0 0,1 1 1 0 0,-1 0 0 0 0,1 0 0 0 0,-1 0 0 0 0,1 1 0 0 0,0 0-1 0 0,0 0 1 0 0,0 1 0 0 0,0 0 0 0 0,0 0 0 0 0,0 1 0 0 0,0 0-1 0 0,1 0 1 0 0,11 2 0 0 0,-13-1 2 0 0,0 1 0 0 0,0 0-1 0 0,0 0 1 0 0,-1 0 0 0 0,1 1 0 0 0,-1 0-1 0 0,0 0 1 0 0,0 0 0 0 0,0 1 0 0 0,0-1-1 0 0,0 1 1 0 0,-1 0 0 0 0,0 1 0 0 0,0-1-1 0 0,0 1 1 0 0,0 0 0 0 0,-1 0 0 0 0,1 0-1 0 0,-1 0 1 0 0,2 7 0 0 0,-1-5 22 0 0,-1 1 0 0 0,-1-1 0 0 0,1 1-1 0 0,-1 0 1 0 0,-1 0 0 0 0,1 0 0 0 0,-1 0 0 0 0,-1 0 0 0 0,1 0-1 0 0,-1 0 1 0 0,-1 0 0 0 0,0 0 0 0 0,0 1 0 0 0,-3 8 0 0 0,4-15 98 0 0,-1-2-111 0 0,0 0 0 0 0,1 0 0 0 0,-1-1 0 0 0,0 1-1 0 0,1 0 1 0 0,-1 0 0 0 0,0-1 0 0 0,1 1 0 0 0,-1 0 0 0 0,1-1 0 0 0,-1 1 0 0 0,1-1 0 0 0,-1 1 0 0 0,1-1-1 0 0,-1 1 1 0 0,1-1 0 0 0,-1 1 0 0 0,0-2 0 0 0,2-7 3 0 0,0-1 1 0 0,1 1-1 0 0,0 0 1 0 0,0 0-1 0 0,1 0 0 0 0,0 0 1 0 0,1 0-1 0 0,6-10 0 0 0,2-4 28 0 0,29-39-1 0 0,-29 47-26 0 0,1 0-1 0 0,0 0 1 0 0,21-17-1 0 0,-26 25-17 0 0,0 1 0 0 0,1 1 0 0 0,-1-1-1 0 0,1 1 1 0 0,0 1 0 0 0,0 0 0 0 0,1 0 0 0 0,11-3-1 0 0,-19 6 6 0 0,1 1-1 0 0,0-1 0 0 0,0 0 0 0 0,0 1 1 0 0,0 0-1 0 0,0-1 0 0 0,0 1 0 0 0,0 1 1 0 0,0-1-1 0 0,0 0 0 0 0,0 1 0 0 0,0-1 1 0 0,0 1-1 0 0,0 0 0 0 0,-1 0 0 0 0,1 0 0 0 0,0 0 1 0 0,0 1-1 0 0,-1-1 0 0 0,1 1 0 0 0,-1 0 1 0 0,1-1-1 0 0,-1 1 0 0 0,0 0 0 0 0,0 0 1 0 0,0 1-1 0 0,0-1 0 0 0,0 0 0 0 0,0 1 1 0 0,-1-1-1 0 0,2 4 0 0 0,0-1 16 0 0,0 1 0 0 0,-1 0-1 0 0,0 0 1 0 0,-1 0 0 0 0,0 1 0 0 0,1-1-1 0 0,-2 0 1 0 0,1 1 0 0 0,-1-1-1 0 0,0 0 1 0 0,0 1 0 0 0,-1-1 0 0 0,-2 10-1 0 0,-9 30 21 0 0,-6 20 59 0 0,17-59-310 0 0,0-1 1 0 0,0 1-1 0 0,1 0 1 0 0,-1 0-1 0 0,2 0 1 0 0,-1 0-1 0 0,2 8 1 0 0,-1-12-104 0 0,0-1-1 0 0,0 0 1 0 0,0 1 0 0 0,0-1 0 0 0,0 0 0 0 0,1 0-1 0 0,-1 0 1 0 0,1 0 0 0 0,-1 0 0 0 0,1 0-1 0 0,0 0 1 0 0,0 0 0 0 0,0-1 0 0 0,0 1 0 0 0,0-1-1 0 0,0 0 1 0 0,0 1 0 0 0,0-1 0 0 0,1 0 0 0 0,-1 0-1 0 0,1 0 1 0 0,-1 0 0 0 0,0-1 0 0 0,1 1-1 0 0,-1-1 1 0 0,1 0 0 0 0,-1 1 0 0 0,1-1 0 0 0,0 0-1 0 0,-1 0 1 0 0,5-1 0 0 0,5-2-3538 0 0</inkml:trace>
</inkml:ink>
</file>

<file path=ppt/ink/ink1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8:58.4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184 693 2032 0 0,'19'-23'3452'0'0,"19"-32"0"0"0,-32 45-2439 0 0,0-1-1 0 0,-1 1 1 0 0,0-1 0 0 0,0 0-1 0 0,4-22 1 0 0,-8 32-975 0 0,-1 0 0 0 0,0 0 0 0 0,1 1 0 0 0,-1-1 0 0 0,0 0 0 0 0,0 0 0 0 0,0 0 0 0 0,0 0 1 0 0,0 0-1 0 0,0 1 0 0 0,0-1 0 0 0,0 0 0 0 0,0 0 0 0 0,0 0 0 0 0,0 0 0 0 0,0 1 0 0 0,-1-1 0 0 0,1 0 0 0 0,0 0 0 0 0,-1 0 0 0 0,1 1 0 0 0,0-1 0 0 0,-1 0 0 0 0,1 0 0 0 0,-1 1 0 0 0,1-1 0 0 0,-1 0 1 0 0,0 1-1 0 0,1-1 0 0 0,-1 1 0 0 0,0-1 0 0 0,1 1 0 0 0,-1-1 0 0 0,0 1 0 0 0,1-1 0 0 0,-1 1 0 0 0,0 0 0 0 0,0-1 0 0 0,0 1 0 0 0,1 0 0 0 0,-1 0 0 0 0,0 0 0 0 0,-1-1 0 0 0,-1 1-5 0 0,0 0 0 0 0,0 1-1 0 0,0-1 1 0 0,0 1 0 0 0,0-1-1 0 0,1 1 1 0 0,-1 0 0 0 0,0 0-1 0 0,0 0 1 0 0,1 0 0 0 0,-5 3-1 0 0,-15 10 92 0 0,1 2 0 0 0,0 0 1 0 0,1 2-1 0 0,-28 30 0 0 0,37-35-95 0 0,0 0 0 0 0,1 1 0 0 0,0 0 0 0 0,1 1 0 0 0,1 0 1 0 0,0 0-1 0 0,1 1 0 0 0,-5 19 0 0 0,11-30-11 0 0,-1 1 0 0 0,1-1 0 0 0,1 0 0 0 0,-1 1 0 0 0,1-1 0 0 0,0 0 0 0 0,0 1 0 0 0,1-1 0 0 0,0 0-1 0 0,0 1 1 0 0,0-1 0 0 0,0 0 0 0 0,3 6 0 0 0,-3-9-16 0 0,1 1 0 0 0,-1 0 0 0 0,1-1 0 0 0,-1 1 0 0 0,1-1 0 0 0,0 0 0 0 0,0 0 0 0 0,0 0-1 0 0,0 0 1 0 0,0 0 0 0 0,1 0 0 0 0,-1 0 0 0 0,0 0 0 0 0,1-1 0 0 0,0 0 0 0 0,-1 1 0 0 0,1-1 0 0 0,0 0 0 0 0,-1 0-1 0 0,1 0 1 0 0,0-1 0 0 0,0 1 0 0 0,0-1 0 0 0,0 1 0 0 0,0-1 0 0 0,0 0 0 0 0,4-1 0 0 0,1 1-67 0 0,0-1 0 0 0,0-1 0 0 0,-1 1 0 0 0,1-1 0 0 0,-1-1 0 0 0,0 1 1 0 0,0-1-1 0 0,1 0 0 0 0,-2-1 0 0 0,1 0 0 0 0,8-5 0 0 0,-5 0-38 0 0,1 0 1 0 0,-1 0-1 0 0,0-1 0 0 0,-1 0 0 0 0,14-21 0 0 0,-3-2-2 0 0,-1 0-1 0 0,-2-2 0 0 0,22-61 0 0 0,-4-9 959 0 0,-34 102-785 0 0,-2 11-36 0 0,0-1 1 0 0,0 0-1 0 0,-1 0 1 0 0,0 0-1 0 0,-4 8 1 0 0,1-2 125 0 0,-6 23 181 0 0,1 2-1 0 0,2-1 1 0 0,1 1-1 0 0,-1 47 1 0 0,7-78-303 0 0,1-1 0 0 0,0 1 0 0 0,1-1-1 0 0,-1 0 1 0 0,1 0 0 0 0,0 1 0 0 0,1-1 0 0 0,-1 0 0 0 0,5 11 0 0 0,-4-15-26 0 0,-1 0 0 0 0,1 1 1 0 0,0-1-1 0 0,-1 0 0 0 0,1 0 1 0 0,0 0-1 0 0,0 0 0 0 0,0 0 1 0 0,0-1-1 0 0,1 1 0 0 0,-1 0 1 0 0,0-1-1 0 0,1 0 0 0 0,-1 1 0 0 0,1-1 1 0 0,-1 0-1 0 0,1-1 0 0 0,0 1 1 0 0,-1 0-1 0 0,1-1 0 0 0,0 1 1 0 0,0-1-1 0 0,-1 0 0 0 0,6 0 0 0 0,3-1-45 0 0,1 0 0 0 0,-1-1-1 0 0,0-1 1 0 0,0 1 0 0 0,0-2-1 0 0,0 0 1 0 0,-1 0-1 0 0,1-1 1 0 0,-1 0 0 0 0,0-1-1 0 0,0 0 1 0 0,-1 0-1 0 0,0-1 1 0 0,0 0 0 0 0,9-10-1 0 0,7-8-262 0 0,-2-2 0 0 0,0 0 0 0 0,30-48 0 0 0,-21 19 161 0 0,-1-2 1 0 0,-4-1-1 0 0,-1 0 1 0 0,-4-2 0 0 0,-2-1-1 0 0,20-106 1 0 0,-34 139 474 0 0,-2 8 85 0 0,0 0 1 0 0,1-32-1 0 0,-21 67-370 0 0,1 10-33 0 0,2 1 0 0 0,1 1 0 0 0,1 0 0 0 0,0 0 0 0 0,-6 30 0 0 0,7-22 15 0 0,-7 20 48 0 0,3 2-1 0 0,2-1 1 0 0,3 2 0 0 0,2-1-1 0 0,1 60 1 0 0,6-103-56 0 0,0-1-1 0 0,1 0 1 0 0,1 1-1 0 0,-1-1 1 0 0,2 0 0 0 0,5 17-1 0 0,-6-25-19 0 0,-1 0 0 0 0,1 0-1 0 0,1 0 1 0 0,-1 0 0 0 0,0 0 0 0 0,1-1-1 0 0,0 1 1 0 0,0-1 0 0 0,0 1 0 0 0,0-1 0 0 0,1 0-1 0 0,-1 0 1 0 0,1-1 0 0 0,0 1 0 0 0,-1-1-1 0 0,1 0 1 0 0,0 0 0 0 0,1 0 0 0 0,-1 0-1 0 0,8 1 1 0 0,-5-1-38 0 0,1 0-1 0 0,-1-1 0 0 0,1 0 1 0 0,0 0-1 0 0,0-1 0 0 0,-1 0 1 0 0,1 0-1 0 0,0-1 0 0 0,-1 0 1 0 0,1 0-1 0 0,0-1 0 0 0,-1 0 1 0 0,0 0-1 0 0,10-5 0 0 0,-7 2-23 0 0,-1-1-1 0 0,0 0 0 0 0,0 0 1 0 0,-1 0-1 0 0,0-1 0 0 0,0-1 1 0 0,0 1-1 0 0,-1-1 0 0 0,9-13 0 0 0,-2 0 30 0 0,-2-1-1 0 0,0 0 0 0 0,-1-1 0 0 0,-1-1 0 0 0,-1 1 1 0 0,-1-2-1 0 0,-1 1 0 0 0,3-28 0 0 0,-6 31 282 0 0,-2 1 0 0 0,0-22 0 0 0,-2 42-254 0 0,0-1 0 0 0,0 1 1 0 0,0 0-1 0 0,0-1 0 0 0,0 1 0 0 0,0 0 0 0 0,0 0 0 0 0,0-1 0 0 0,0 1 1 0 0,-1 0-1 0 0,1 0 0 0 0,0-1 0 0 0,0 1 0 0 0,0 0 0 0 0,0 0 0 0 0,-1 0 1 0 0,1-1-1 0 0,0 1 0 0 0,0 0 0 0 0,0 0 0 0 0,-1 0 0 0 0,1 0 0 0 0,0-1 1 0 0,0 1-1 0 0,-1 0 0 0 0,1 0 0 0 0,0 0 0 0 0,-1 0 0 0 0,1 0 1 0 0,0 0-1 0 0,0 0 0 0 0,-1 0 0 0 0,1 0 0 0 0,0 0 0 0 0,-1 0 0 0 0,1 0 1 0 0,0 0-1 0 0,0 0 0 0 0,-1 0 0 0 0,1 0 0 0 0,0 0 0 0 0,-1 0 0 0 0,1 0 1 0 0,0 0-1 0 0,0 1 0 0 0,-1-1 0 0 0,1 0 0 0 0,0 0 0 0 0,0 0 0 0 0,0 0 1 0 0,-1 1-1 0 0,1-1 0 0 0,0 0 0 0 0,-2 1 3 0 0,1 0-1 0 0,0-1 1 0 0,0 1 0 0 0,0 0-1 0 0,0 0 1 0 0,0-1-1 0 0,0 1 1 0 0,0 0 0 0 0,0 0-1 0 0,0 0 1 0 0,1 1 0 0 0,-1-1-1 0 0,-1 2 1 0 0,1 2-14 0 0,0 0 1 0 0,0 1-1 0 0,0-1 1 0 0,1 1-1 0 0,-1-1 0 0 0,2 0 1 0 0,-1 1-1 0 0,0-1 1 0 0,1 1-1 0 0,0-1 1 0 0,0 0-1 0 0,1 0 1 0 0,-1 0-1 0 0,1 1 1 0 0,0-1-1 0 0,1-1 0 0 0,-1 1 1 0 0,1 0-1 0 0,0-1 1 0 0,0 1-1 0 0,0-1 1 0 0,1 0-1 0 0,0 0 1 0 0,-1 0-1 0 0,2 0 0 0 0,-1-1 1 0 0,0 0-1 0 0,0 0 1 0 0,1 0-1 0 0,0 0 1 0 0,0-1-1 0 0,0 1 1 0 0,0-1-1 0 0,0 0 1 0 0,0-1-1 0 0,10 2 0 0 0,2 1-63 0 0,-1-2 0 0 0,1 0-1 0 0,-1 0 1 0 0,1-2-1 0 0,0 0 1 0 0,0-1-1 0 0,-1-1 1 0 0,1 0-1 0 0,-1-1 1 0 0,1-1-1 0 0,-1-1 1 0 0,0 0-1 0 0,-1-1 1 0 0,1-1 0 0 0,-1 0-1 0 0,27-18 1 0 0,-39 22 106 0 0,0 1-1 0 0,0-1 1 0 0,0 0 0 0 0,0 0 0 0 0,-1 0 0 0 0,1-1 0 0 0,-1 1 0 0 0,0 0 0 0 0,0-1 0 0 0,0 0 0 0 0,-1 1 0 0 0,1-1 0 0 0,-1 0-1 0 0,0 0 1 0 0,0 0 0 0 0,0 0 0 0 0,-1 0 0 0 0,1-5 0 0 0,-1 9-24 0 0,0-1 0 0 0,0 0 0 0 0,0 1 0 0 0,0-1 0 0 0,0 0 0 0 0,-1 0 0 0 0,1 1 1 0 0,0-1-1 0 0,0 0 0 0 0,-1 1 0 0 0,1-1 0 0 0,0 0 0 0 0,-1 1 0 0 0,1-1 0 0 0,-1 1 0 0 0,1-1 0 0 0,-1 1 0 0 0,1-1 0 0 0,-1 1 0 0 0,1-1 0 0 0,-1 1 0 0 0,0-1 0 0 0,1 1 1 0 0,-1 0-1 0 0,1-1 0 0 0,-1 1 0 0 0,0 0 0 0 0,1-1 0 0 0,-1 1 0 0 0,0 0 0 0 0,0 0 0 0 0,1 0 0 0 0,-1 0 0 0 0,0 0 0 0 0,1 0 0 0 0,-1 0 0 0 0,0 0 0 0 0,0 0 0 0 0,1 0 1 0 0,-1 0-1 0 0,0 0 0 0 0,0 0 0 0 0,1 1 0 0 0,-2-1 0 0 0,-2 1 20 0 0,1 0 1 0 0,-1 0-1 0 0,1 0 1 0 0,-1 1 0 0 0,1-1-1 0 0,0 1 1 0 0,-5 3-1 0 0,-3 5 115 0 0,0 1 1 0 0,0 0-1 0 0,2 1 1 0 0,-1 0-1 0 0,1 1 0 0 0,1 0 1 0 0,-7 14-1 0 0,-1 7 206 0 0,-21 61-1 0 0,29-70-209 0 0,-10 49 0 0 0,17-65-124 0 0,0 0 1 0 0,0 0 0 0 0,1 0 0 0 0,0 0 0 0 0,0 0-1 0 0,1 0 1 0 0,0 0 0 0 0,1 0 0 0 0,3 11 0 0 0,-4-17-73 0 0,1 0-1 0 0,-1 0 1 0 0,1 0 0 0 0,0-1 0 0 0,0 1 0 0 0,0 0 0 0 0,1-1 0 0 0,-1 0-1 0 0,1 1 1 0 0,-1-1 0 0 0,1 0 0 0 0,0 0 0 0 0,0 0 0 0 0,-1-1 0 0 0,1 1 0 0 0,1-1-1 0 0,-1 1 1 0 0,0-1 0 0 0,0 0 0 0 0,0 0 0 0 0,1 0 0 0 0,5 0 0 0 0,2 0-386 0 0,0 0 0 0 0,1-1 1 0 0,-1 0-1 0 0,0 0 1 0 0,19-4-1 0 0,-12-1-129 0 0,1 0 0 0 0,-1-1 0 0 0,-1 0 0 0 0,1-2 0 0 0,-1 0-1 0 0,0-1 1 0 0,-1 0 0 0 0,0-2 0 0 0,-1 0 0 0 0,0-1 0 0 0,0 0-1 0 0,19-22 1 0 0,-6 1 1008 0 0,0-2-1 0 0,-2 0 0 0 0,-2-2 0 0 0,26-53 0 0 0,14-47 6870 0 0,-64 135-6980 0 0,0 26 470 0 0,-28 200 1812 0 0,22-126-3209 0 0,6-66-2215 0 0,2-2-3283 0 0</inkml:trace>
</inkml:ink>
</file>

<file path=ppt/ink/ink1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8:58.6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51 120 0 0,'6'-21'8255'0'0,"4"-9"-1017"0"0,-9 31-7030 0 0,0-1 1 0 0,1 0-1 0 0,-1 1 1 0 0,0-1-1 0 0,1 1 0 0 0,-1-1 1 0 0,0 1-1 0 0,0 0 1 0 0,0-1-1 0 0,0 1 1 0 0,0 0-1 0 0,1 0 1 0 0,-1 0-1 0 0,-1 0 0 0 0,1 0 1 0 0,0 0-1 0 0,0 0 1 0 0,1 2-1 0 0,15 25 1154 0 0,-12-18-705 0 0,64 123 2430 0 0,-41-76-4137 0 0,1-3-4508 0 0,-23-44 1813 0 0</inkml:trace>
</inkml:ink>
</file>

<file path=ppt/ink/ink1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8:58.9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467 46 1296 0 0,'-2'-3'678'0'0,"1"0"0"0"0,-1 1 0 0 0,1-1 0 0 0,-1 0 0 0 0,0 0 0 0 0,0 1 0 0 0,-1-1 0 0 0,1 1 0 0 0,0-1 0 0 0,-1 1 0 0 0,1 0 0 0 0,-1 0 0 0 0,0 0 0 0 0,0 1 0 0 0,0-1 0 0 0,0 0 0 0 0,0 1 0 0 0,0 0 0 0 0,0 0 0 0 0,-6-1 0 0 0,4 1-331 0 0,0 1 0 0 0,0 0 0 0 0,0 0 0 0 0,0 1 0 0 0,0 0 0 0 0,0 0 0 0 0,0 0 0 0 0,0 0-1 0 0,0 1 1 0 0,1 0 0 0 0,-1 0 0 0 0,0 0 0 0 0,-6 5 0 0 0,-11 7 333 0 0,2 1 0 0 0,0 1 0 0 0,0 0 1 0 0,2 2-1 0 0,-18 21 0 0 0,-75 104 771 0 0,102-130-1385 0 0,-7 9-36 0 0,4-7-330 0 0,1 0 0 0 0,1 0 0 0 0,-12 25 1 0 0,15-29-587 0 0</inkml:trace>
</inkml:ink>
</file>

<file path=ppt/ink/ink1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8:59.1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37 119 2024 0 0,'-28'-90'12686'0'0,"22"73"-12146"0"0,6 15-812 0 0,-3-8-986 0 0</inkml:trace>
</inkml:ink>
</file>

<file path=ppt/ink/ink1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8:59.3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143 1 1700 0 0,'-141'40'14613'0'0,"139"-39"-14302"0"0,4 0-65 0 0,11 3-155 0 0,-1-1 0 0 0,1-1 1 0 0,0 1-1 0 0,0-2 0 0 0,0 0 0 0 0,0 0 0 0 0,17-2 0 0 0,11 1-46 0 0,153 2-2814 0 0,-65-6-4129 0 0,-79 2 1325 0 0</inkml:trace>
</inkml:ink>
</file>

<file path=ppt/ink/ink1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9:00.2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36 863 1812 0 0,'-19'10'6961'0'0,"18"-9"-6715"0"0,0 0 0 0 0,-1 0 0 0 0,1 0 0 0 0,0 0 0 0 0,0 0 0 0 0,0 0 0 0 0,0 0 0 0 0,0 0 0 0 0,0 1 0 0 0,0-1 0 0 0,0 0 0 0 0,1 0 0 0 0,-1 1 0 0 0,0-1 0 0 0,1 1 0 0 0,-1 3 904 0 0,1-2-332 0 0,0-3-751 0 0,0 0-1 0 0,0 1 1 0 0,0-1 0 0 0,0 0-1 0 0,0 1 1 0 0,0-1 0 0 0,0 0-1 0 0,0 1 1 0 0,0-1 0 0 0,0 0-1 0 0,0 0 1 0 0,0 1 0 0 0,0-1 0 0 0,1 0-1 0 0,-1 1 1 0 0,0-1 0 0 0,0 0-1 0 0,0 0 1 0 0,0 1 0 0 0,0-1-1 0 0,1 0 1 0 0,-1 1 0 0 0,0-1-1 0 0,0 0 1 0 0,1 0 0 0 0,-1 1 0 0 0,4 0 157 0 0,0-1 1 0 0,0 1 0 0 0,0-1-1 0 0,0 1 1 0 0,0-1 0 0 0,0 0 0 0 0,0-1-1 0 0,-1 1 1 0 0,1-1 0 0 0,0 1 0 0 0,0-1-1 0 0,0 0 1 0 0,0-1 0 0 0,-1 1 0 0 0,1-1-1 0 0,-1 0 1 0 0,1 1 0 0 0,-1-1 0 0 0,0-1-1 0 0,6-4 1 0 0,6-4-31 0 0,-2 0 0 0 0,1-2 0 0 0,14-17 0 0 0,36-49-64 0 0,-5-3 0 0 0,-3-2 0 0 0,75-150 0 0 0,-12-32-152 0 0,-91 201-104 0 0,-28 64 121 0 0,0 1 0 0 0,1-1 0 0 0,-1 1 0 0 0,0-1 0 0 0,0 1 0 0 0,0-1 0 0 0,1 1 0 0 0,-1-1 0 0 0,0 1 0 0 0,1-1-1 0 0,-1 1 1 0 0,1-1 0 0 0,-1 1 0 0 0,0-1 0 0 0,1 1 0 0 0,-1 0 0 0 0,1-1 0 0 0,-1 1 0 0 0,1 0 0 0 0,-1-1 0 0 0,1 1-1 0 0,-1 0 1 0 0,1-1 0 0 0,0 1 0 0 0,-1 0 0 0 0,1 0 0 0 0,0 0 0 0 0,0 0 1 0 0,0 0 0 0 0,0 1 0 0 0,0-1 0 0 0,0 0 1 0 0,0 1-1 0 0,0-1 0 0 0,-1 1 0 0 0,1-1 0 0 0,0 1 0 0 0,0 0 0 0 0,-1-1 0 0 0,1 1 1 0 0,0 0-1 0 0,-1-1 0 0 0,1 2 0 0 0,16 29-76 0 0,-5 5 37 0 0,-2 0 0 0 0,-2 1 0 0 0,-1 1 0 0 0,-2-1 0 0 0,1 61 0 0 0,-20 192 313 0 0,6-197-205 0 0,4-18-26 0 0,4-73-323 0 0</inkml:trace>
</inkml:ink>
</file>

<file path=ppt/ink/ink1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9:00.4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71 65 2832 0 0,'-60'-22'16882'0'0,"60"22"-16708"0"0,-1 0 0 0 0,0 0 0 0 0,1-1 0 0 0,-1 1 1 0 0,1 0-1 0 0,-1 0 0 0 0,1 0 0 0 0,-1-1 0 0 0,0 1 0 0 0,1 0 0 0 0,-1-1 1 0 0,1 1-1 0 0,-1 0 0 0 0,1-1 0 0 0,0 1 0 0 0,-1-1 0 0 0,1 1 0 0 0,-1-1 1 0 0,0 0-1 0 0,3-1-142 0 0,0 1 0 0 0,0-1 0 0 0,0 1 1 0 0,0 0-1 0 0,0-1 0 0 0,0 1 0 0 0,0 0 0 0 0,1 0 0 0 0,-1 0 1 0 0,0 0-1 0 0,1 1 0 0 0,-1-1 0 0 0,0 1 0 0 0,5-1 1 0 0,44-4 95 0 0,-34 4-78 0 0,228-6-1924 0 0,-135 6-2236 0 0,-1-4-5161 0 0,-84 5 3072 0 0</inkml:trace>
</inkml:ink>
</file>

<file path=ppt/ink/ink1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7:56.2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87 876 0 0,'0'0'1213'0'0,"-3"-12"2337"0"0,8-30 957 0 0,-5 40-4089 0 0,0-10 1265 0 0,0-5-214 0 0,0 15-942 0 0,29 17 789 0 0,-1-1-1214 0 0,0 2 0 0 0,-1 1 0 0 0,45 36 0 0 0,-54-39-72 0 0,71 51 20 0 0,9 8-28 0 0,-36-21-26 0 0,29 31 23 0 0,-51-47 150 0 0,-39-34-131 0 0,6 5 191 0 0,-2-4 757 0 0</inkml:trace>
</inkml:ink>
</file>

<file path=ppt/ink/ink1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7:56.6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746 18 1588 0 0,'0'0'3399'0'0,"0"-1"-2999"0"0,0 0 0 0 0,0 0 0 0 0,0 0 0 0 0,0 0-1 0 0,0 0 1 0 0,0 0 0 0 0,0-1 0 0 0,0 1 0 0 0,-1 0 0 0 0,1 0 0 0 0,0 0 0 0 0,-1 0-1 0 0,1 0 1 0 0,-1 0 0 0 0,0-1 0 0 0,-10 7-202 0 0,0 0-1 0 0,0 1 1 0 0,1 0-1 0 0,-1 0 1 0 0,1 1-1 0 0,-15 15 1 0 0,-3-1-53 0 0,-97 73 85 0 0,4 5 0 0 0,-154 163 0 0 0,181-163-123 0 0,84-79-612 0 0</inkml:trace>
</inkml:ink>
</file>

<file path=ppt/ink/ink1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7:57.2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0 444 0 0,'0'0'1452'0'0,"2"9"460"0"0,8-4-3172 0 0</inkml:trace>
</inkml:ink>
</file>

<file path=ppt/ink/ink1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7:58.7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66 296 0 0,'0'0'3216'0'0,"-7"-8"-963"0"0,7 7-2161 0 0,0 1 0 0 0,0 0 1 0 0,0-1-1 0 0,0 1 0 0 0,0-1 0 0 0,0 1 0 0 0,0 0 0 0 0,0-1 0 0 0,0 1 0 0 0,1 0 0 0 0,-1-1 0 0 0,0 1 1 0 0,0-1-1 0 0,0 1 0 0 0,0 0 0 0 0,1 0 0 0 0,-1-1 0 0 0,0 1 0 0 0,0 0 0 0 0,1-1 0 0 0,-1 1 1 0 0,0 0-1 0 0,0 0 0 0 0,1-1 0 0 0,-1 1 0 0 0,0 0 0 0 0,1 0 0 0 0,-1 0 0 0 0,0-1 0 0 0,1 1 0 0 0,-1 0 1 0 0,0 0-1 0 0,1 0 0 0 0,-1 0 0 0 0,1 0 0 0 0,-1 0 0 0 0,0 0 0 0 0,1 0 0 0 0,-1 0 0 0 0,1 0 1 0 0,1 0-75 0 0,28-20 14 0 0,-27 17-302 0 0,0 1-1 0 0,1-1 1 0 0,-2 0-1 0 0,1 0 1 0 0,0-1-1 0 0,4-6 1 0 0</inkml:trace>
</inkml:ink>
</file>

<file path=ppt/ink/ink1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9:19.3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75 106 1380 0 0,'-8'-7'1699'0'0,"1"-1"1"0"0,-1 1-1 0 0,1-1 0 0 0,1-1 0 0 0,-1 1 0 0 0,-7-15 1 0 0,14 22-1397 0 0,-7-6 567 0 0,12 23-817 0 0,-1 0 0 0 0,-1 0 0 0 0,0 1 0 0 0,-1-1 0 0 0,-1 1 0 0 0,-2 23 0 0 0,-16 100 2107 0 0,15-130-751 0 0,-1-13-1192 0 0,3 3-213 0 0,-1 0 0 0 0,1 0 0 0 0,0 0 0 0 0,0 0 0 0 0,-1 0 0 0 0,1 0 0 0 0,0 0 1 0 0,0 0-1 0 0,0-1 0 0 0,-1 1 0 0 0,1 0 0 0 0,0 0 0 0 0,0 0 0 0 0,-1 0 0 0 0,1 0 0 0 0,0-1 1 0 0,0 1-1 0 0,0 0 0 0 0,0 0 0 0 0,-1 0 0 0 0,1-1 0 0 0,0 1 0 0 0,0 0 0 0 0,0 0 1 0 0,0 0-1 0 0,0-1 0 0 0,0 1 0 0 0,0 0 0 0 0,0 0 0 0 0,0-1 0 0 0,0 1 0 0 0,0 0 0 0 0,-1 0 1 0 0,1-1-1 0 0,1 1 0 0 0,-1 0 0 0 0,0-1 0 0 0,0-15 35 0 0,1 0-1 0 0,1 0 1 0 0,1 0 0 0 0,0 1-1 0 0,1-1 1 0 0,1 1 0 0 0,12-28-1 0 0,-12 32-48 0 0,0 1 0 0 0,1 0 0 0 0,0 1 0 0 0,1-1 0 0 0,0 1 0 0 0,0 0 0 0 0,1 1 0 0 0,0 0 0 0 0,0 0 0 0 0,1 1 0 0 0,0 0 0 0 0,11-6 0 0 0,-15 10-1 0 0,0 1 0 0 0,-1 0 1 0 0,1 0-1 0 0,0 0 0 0 0,0 1 1 0 0,0-1-1 0 0,0 1 0 0 0,0 1 1 0 0,0-1-1 0 0,0 1 0 0 0,1 0 1 0 0,-1 0-1 0 0,0 0 0 0 0,0 1 1 0 0,7 1-1 0 0,-5 0 1 0 0,0 0 0 0 0,0 1 0 0 0,0 0 0 0 0,0 0 0 0 0,0 1 0 0 0,-1 0 0 0 0,0 0 0 0 0,1 0 0 0 0,9 10 0 0 0,-8-6 5 0 0,-1 0 1 0 0,1 0-1 0 0,-1 1 0 0 0,-1 0 0 0 0,1 1 1 0 0,-2-1-1 0 0,1 1 0 0 0,-1 0 1 0 0,-1 0-1 0 0,0 1 0 0 0,0-1 0 0 0,-1 1 1 0 0,0 0-1 0 0,1 14 0 0 0,1 48 169 0 0,-5-72-126 0 0,-3 6 107 0 0,1-13-145 0 0,1 1-1 0 0,0-1 1 0 0,0 0-1 0 0,1 1 0 0 0,-1-1 1 0 0,1 0-1 0 0,0 0 1 0 0,1 1-1 0 0,-1-1 1 0 0,1 0-1 0 0,1 1 1 0 0,2-12-1 0 0,1 2-8 0 0,1 0 0 0 0,0 0-1 0 0,14-22 1 0 0,-12 24-3 0 0,0 1-1 0 0,1 0 1 0 0,1 1 0 0 0,0 0-1 0 0,19-16 1 0 0,-22 21-3 0 0,1 0 0 0 0,-1 1 1 0 0,1 0-1 0 0,0 1 0 0 0,0 0 0 0 0,0 0 0 0 0,1 0 0 0 0,-1 1 0 0 0,1 0 1 0 0,10-1-1 0 0,-14 3 8 0 0,0 0 1 0 0,-1 1-1 0 0,1 0 0 0 0,0 0 1 0 0,0 0-1 0 0,-1 1 1 0 0,1-1-1 0 0,0 1 0 0 0,-1 0 1 0 0,1 0-1 0 0,-1 1 1 0 0,1 0-1 0 0,-1-1 0 0 0,0 1 1 0 0,0 1-1 0 0,0-1 1 0 0,0 1-1 0 0,0-1 0 0 0,0 1 1 0 0,-1 0-1 0 0,7 6 1 0 0,-6-2 0 0 0,1-1 1 0 0,-1 1-1 0 0,0 0 1 0 0,0 0 0 0 0,0 0-1 0 0,-1 1 1 0 0,0-1-1 0 0,-1 1 1 0 0,0 0-1 0 0,0-1 1 0 0,1 16 0 0 0,2 49-467 0 0,2 9-3715 0 0,-7-78 3572 0 0,1 1 1 0 0,0-1 0 0 0,0 0-1 0 0,0 1 1 0 0,0-1 0 0 0,0 0 0 0 0,1 0-1 0 0,-1 1 1 0 0,1-1 0 0 0,0 0 0 0 0,3 4-1 0 0</inkml:trace>
</inkml:ink>
</file>

<file path=ppt/ink/ink1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9:19.8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265 129 1904 0 0,'4'-9'1081'0'0,"-1"0"1"0"0,0-1-1 0 0,-1 0 0 0 0,0 1 1 0 0,-1-1-1 0 0,0 0 0 0 0,-1 0 1 0 0,0 0-1 0 0,-2-18 0 0 0,2 27-1046 0 0,0 0 0 0 0,-1 0 0 0 0,1 1 0 0 0,-1-1 0 0 0,1 0 0 0 0,-1 1 0 0 0,1-1 0 0 0,-1 0 0 0 0,1 1 0 0 0,-1-1 0 0 0,0 0 0 0 0,1 1 0 0 0,-1-1 0 0 0,0 1 0 0 0,0-1 0 0 0,1 1 0 0 0,-1 0 0 0 0,0-1 0 0 0,0 1 0 0 0,0 0 0 0 0,1-1 0 0 0,-1 1 0 0 0,0 0 0 0 0,0 0 0 0 0,-1 0 0 0 0,-22 0 280 0 0,17 2-278 0 0,0 0 0 0 0,-1 0 0 0 0,1 1 0 0 0,0 0 0 0 0,0 0 1 0 0,0 1-1 0 0,1 0 0 0 0,-1 0 0 0 0,1 1 0 0 0,-9 7 0 0 0,2 1-10 0 0,-1 0-1 0 0,2 1 1 0 0,-12 17-1 0 0,9-10 0 0 0,0 1 0 0 0,2 0 0 0 0,-12 29 0 0 0,21-43-7 0 0,1 0-1 0 0,-1 1 0 0 0,2 0 0 0 0,0 0 1 0 0,0 0-1 0 0,0 0 0 0 0,1 0 1 0 0,0 0-1 0 0,1 0 0 0 0,0 0 0 0 0,1 0 1 0 0,2 15-1 0 0,5-2 83 0 0,-8-21-96 0 0,1 0-1 0 0,-1 0 1 0 0,1 0-1 0 0,0 1 1 0 0,-1-1 0 0 0,1 0-1 0 0,0 0 1 0 0,0 0 0 0 0,0 0-1 0 0,0-1 1 0 0,0 1 0 0 0,0 0-1 0 0,0 0 1 0 0,0-1 0 0 0,0 1-1 0 0,0 0 1 0 0,3 0 0 0 0,0 0-2 0 0,1 0 0 0 0,-1-1-1 0 0,0 0 1 0 0,1 0 0 0 0,-1 0 0 0 0,0 0 0 0 0,1-1 0 0 0,-1 0 0 0 0,0 0 0 0 0,0 0 0 0 0,1 0 0 0 0,-1-1 0 0 0,0 1 0 0 0,0-1 0 0 0,0 0-1 0 0,-1 0 1 0 0,1-1 0 0 0,0 1 0 0 0,-1-1 0 0 0,0 0 0 0 0,1 0 0 0 0,-1 0 0 0 0,0 0 0 0 0,0 0 0 0 0,3-6 0 0 0,-3 5-1 0 0,18-22 8 0 0,-1-1 1 0 0,-1-2 0 0 0,-2 0 0 0 0,26-58 0 0 0,-10 20 63 0 0,-33 66-75 0 0,0 1 0 0 0,0-1-1 0 0,0 1 1 0 0,0 0 0 0 0,0-1-1 0 0,0 1 1 0 0,1 0 0 0 0,-1-1-1 0 0,0 1 1 0 0,0 0 0 0 0,0-1-1 0 0,1 1 1 0 0,-1 0-1 0 0,0 0 1 0 0,0-1 0 0 0,1 1-1 0 0,-1 0 1 0 0,0 0 0 0 0,0-1-1 0 0,1 1 1 0 0,-1 0 0 0 0,0 0-1 0 0,1 0 1 0 0,-1 0 0 0 0,0-1-1 0 0,1 1 1 0 0,-1 0 0 0 0,0 0-1 0 0,1 0 1 0 0,-1 0 0 0 0,1 0-1 0 0,4 10-15 0 0,-1 16-6 0 0,-5 40 24 0 0,1 53 77 0 0,1-100-53 0 0,1 0 0 0 0,1 0 0 0 0,1 0 1 0 0,6 20-1 0 0,-10-37-95 0 0,1 1 0 0 0,0-1 1 0 0,0 0-1 0 0,1 1 0 0 0,-1-1 0 0 0,0 0 1 0 0,1 0-1 0 0,-1 0 0 0 0,1 0 0 0 0,0 0 1 0 0,-1 0-1 0 0,1 0 0 0 0,0 0 1 0 0,0-1-1 0 0,1 1 0 0 0,-1-1 0 0 0,0 0 1 0 0,3 2-1 0 0,-3-2-97 0 0,0-1 0 0 0,1 1 0 0 0,-1-1 0 0 0,0 0 1 0 0,0 1-1 0 0,0-1 0 0 0,0 0 0 0 0,0-1 0 0 0,0 1 0 0 0,0 0 0 0 0,0 0 0 0 0,1-1 1 0 0,-1 1-1 0 0,0-1 0 0 0,0 0 0 0 0,0 0 0 0 0,-1 0 0 0 0,1 1 0 0 0,0-2 0 0 0,0 1 1 0 0,0 0-1 0 0,-1 0 0 0 0,3-3 0 0 0,21-23-4022 0 0,-12 6 801 0 0</inkml:trace>
</inkml:ink>
</file>

<file path=ppt/ink/ink1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9:20.1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29 201 996 0 0,'15'-200'13769'0'0,"-15"227"-11970"0"0,-15 259 5180 0 0,3-105-5712 0 0,5-59-842 0 0,-1 16-392 0 0,6-48-3948 0 0,6-74 1650 0 0,-2-10-323 0 0</inkml:trace>
</inkml:ink>
</file>

<file path=ppt/ink/ink1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9:20.9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89 144 1088 0 0,'-15'-8'3328'0'0,"0"-1"0"0"0,1-1 1 0 0,0 0-1 0 0,-14-14 0 0 0,27 23-2921 0 0,1 0-371 0 0,0 1 0 0 0,-1-1 0 0 0,1 1-1 0 0,0-1 1 0 0,0 1 0 0 0,0-1-1 0 0,0 1 1 0 0,0-1 0 0 0,0 1 0 0 0,0-1-1 0 0,0 1 1 0 0,0-1 0 0 0,0 1 0 0 0,0-1-1 0 0,0 0 1 0 0,0 1 0 0 0,0-1-1 0 0,0 1 1 0 0,1-1 0 0 0,-1 1 0 0 0,0-1-1 0 0,8-4 43 0 0,0 1 0 0 0,0 0 1 0 0,1 0-1 0 0,-1 0 0 0 0,1 1 0 0 0,10-2 0 0 0,60-10 60 0 0,-59 11-109 0 0,147-16 68 0 0,-146 19-112 0 0,0 1 0 0 0,0 1 0 0 0,0 0 0 0 0,0 2 0 0 0,39 10 0 0 0,-56-12 10 0 0,1 1 0 0 0,0 0 0 0 0,-1 0 0 0 0,1 0 1 0 0,-1 1-1 0 0,0 0 0 0 0,0 0 0 0 0,0 0 0 0 0,0 0 0 0 0,0 1 0 0 0,-1-1 0 0 0,0 1 0 0 0,4 4 0 0 0,-3-1 2 0 0,0 0-1 0 0,0 0 0 0 0,0 1 1 0 0,-1-1-1 0 0,0 1 0 0 0,0 0 1 0 0,1 10-1 0 0,0 4 236 0 0,-1 0 0 0 0,-2 0-1 0 0,0 1 1 0 0,-4 42 0 0 0,1-46 374 0 0,-1 0 0 0 0,0 0-1 0 0,-10 29 1 0 0,11-41-272 0 0,-1 0 0 0 0,0-1 0 0 0,0 1 0 0 0,-1-1 0 0 0,0 1 0 0 0,0-1 0 0 0,0 0 0 0 0,-1-1 0 0 0,0 1 0 0 0,0-1 0 0 0,0 0 0 0 0,-8 6 0 0 0,11-10-216 0 0,-2 3 147 0 0,-1-1 0 0 0,0 0 0 0 0,0 0 1 0 0,0-1-1 0 0,0 1 0 0 0,0-1 0 0 0,-6 2 1 0 0,9-4-80 0 0,-1 0-25 0 0,-15-2 183 0 0,17 1-337 0 0,0 1 0 0 0,1 0 0 0 0,-1 0-1 0 0,0-1 1 0 0,1 1 0 0 0,-1 0 0 0 0,0-1-1 0 0,1 1 1 0 0,-1-1 0 0 0,1 1 0 0 0,-1-1-1 0 0,0 1 1 0 0,1-1 0 0 0,-1 0 0 0 0,1 1-1 0 0,0-1 1 0 0,-1 1 0 0 0,1-1 0 0 0,-1 0-1 0 0,1 0 1 0 0,0 1 0 0 0,0-1 0 0 0,-1 0-1 0 0,1 1 1 0 0,0-1 0 0 0,0 0 0 0 0,0 0-1 0 0,0-1 1 0 0,1-7-205 0 0,0-1 0 0 0,0 1 0 0 0,2 0 0 0 0,-1-1 1 0 0,1 1-1 0 0,0 0 0 0 0,1 0 0 0 0,0 1 0 0 0,0-1 0 0 0,1 1 0 0 0,11-15 0 0 0,-1 4-839 0 0,0 0 1 0 0,2 1-1 0 0,30-26 0 0 0,-23 26-427 0 0,47-28 0 0 0,-46 32 793 0 0,42-34 0 0 0,-63 46 643 0 0,1-1 140 0 0,0 0 1 0 0,0 0 0 0 0,0 0-1 0 0,-1-1 1 0 0,1 0-1 0 0,3-4 1 0 0,-4 4 197 0 0,-3 3-18 0 0,4-1-220 0 0,-5 2-62 0 0,0 0 0 0 0,0 0 0 0 0,1 0-1 0 0,-1-1 1 0 0,0 1 0 0 0,0 0 0 0 0,1 0-1 0 0,-1 0 1 0 0,0 0 0 0 0,1-1 0 0 0,-1 1-1 0 0,0 0 1 0 0,0 0 0 0 0,1 0 0 0 0,-1 0 0 0 0,0 0-1 0 0,1 0 1 0 0,-1 0 0 0 0,0 0 0 0 0,1 0-1 0 0,-1 0 1 0 0,0 0 0 0 0,1 0 0 0 0,-1 0-1 0 0,0 0 1 0 0,1 0 0 0 0,-1 0 0 0 0,0 1 0 0 0,0-1-1 0 0,1 0 1 0 0,-1 0 0 0 0,0 0 0 0 0,1 0-1 0 0,-1 1 1 0 0,0-1 0 0 0,0 0 0 0 0,1 0-1 0 0,-1 0 1 0 0,0 1 0 0 0,0-1 0 0 0,0 0-1 0 0,1 0 1 0 0,-1 1 0 0 0,0-1 0 0 0,0 0 0 0 0,0 1-1 0 0,0-1 1 0 0,0 0 0 0 0,0 1 0 0 0,0-1-1 0 0,1 0 1 0 0,-1 1 0 0 0,0-1 0 0 0,0 0-1 0 0,0 1 1 0 0,0-1 0 0 0,0 0 0 0 0,0 0 0 0 0,-1 1-1 0 0,1-1 1 0 0,0 27 1062 0 0,-3 129 2384 0 0,-3-79-3111 0 0,-3 33 236 0 0,7-36-5242 0 0,16-77 1039 0 0,-13 3 3074 0 0,0-1-1 0 0,1 0 1 0 0,9-13-4938 0 0</inkml:trace>
</inkml:ink>
</file>

<file path=ppt/ink/ink1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9:21.1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44 121 1332 0 0,'-22'-61'9828'0'0,"1"3"-4524"0"0,20 57-5521 0 0,12 36-9108 0 0</inkml:trace>
</inkml:ink>
</file>

<file path=ppt/ink/ink1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9:21.4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86 2400 0 0,'-3'-16'5559'0'0,"-2"-32"3284"0"0,5 36-7699 0 0,0 12-1094 0 0,0 0 0 0 0,0-1 0 0 0,0 1 0 0 0,0 0-1 0 0,0-1 1 0 0,0 1 0 0 0,0-1 0 0 0,0 1-1 0 0,0 0 1 0 0,0-1 0 0 0,0 1 0 0 0,0 0 0 0 0,1-1-1 0 0,-1 1 1 0 0,0 0 0 0 0,0-1 0 0 0,0 1 0 0 0,1 0-1 0 0,-1-1 1 0 0,0 1 0 0 0,0 0 0 0 0,1 0-1 0 0,-1-1 1 0 0,0 1 0 0 0,1 0 0 0 0,-1 0 0 0 0,0-1-1 0 0,0 1 1 0 0,1 0 0 0 0,-1 0 0 0 0,1 0 0 0 0,-1 0-1 0 0,0 0 1 0 0,1 0 0 0 0,-1-1 0 0 0,1 1-1 0 0,11 4 277 0 0,0-1 0 0 0,0 1-1 0 0,0 1 1 0 0,0 0 0 0 0,-1 1-1 0 0,0 0 1 0 0,20 16 0 0 0,70 62 664 0 0,-93-76-926 0 0,35 34-19 0 0,72 92 0 0 0,-56-54-5426 0 0,-56-75 4323 0 0,3 3-1363 0 0</inkml:trace>
</inkml:ink>
</file>

<file path=ppt/ink/ink1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9:21.6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637 103 2532 0 0,'-2'-18'2575'0'0,"2"10"-1448"0"0,-1-1 0 0 0,0 1 1 0 0,0 0-1 0 0,0 1 0 0 0,-4-9 0 0 0,5 14-1004 0 0,-1 0 0 0 0,0 1 1 0 0,0-1-1 0 0,0 1 0 0 0,0-1 1 0 0,0 1-1 0 0,0-1 0 0 0,0 1 0 0 0,0-1 1 0 0,0 1-1 0 0,-1 0 0 0 0,1 0 0 0 0,0 0 1 0 0,-1 0-1 0 0,1 0 0 0 0,-1 0 0 0 0,1 0 1 0 0,-1 0-1 0 0,0 0 0 0 0,1 1 1 0 0,-1-1-1 0 0,0 1 0 0 0,0-1 0 0 0,1 1 1 0 0,-1 0-1 0 0,0-1 0 0 0,-3 1 0 0 0,-8 1 209 0 0,0 1 0 0 0,0 0 0 0 0,0 0 0 0 0,0 1 0 0 0,1 1 0 0 0,-25 10-1 0 0,7 0 28 0 0,-44 28 0 0 0,44-22-213 0 0,1 1 1 0 0,1 2-1 0 0,1 1 0 0 0,1 1 0 0 0,-30 37 0 0 0,-22 45-1193 0 0,11 7-3934 0 0,48-79-721 0 0,13-21 597 0 0</inkml:trace>
</inkml:ink>
</file>

<file path=ppt/ink/ink1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9:26.2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3 719 1976 0 0,'0'-3'1849'0'0,"-1"-27"2869"0"0,0 16-3432 0 0,0-1 0 0 0,1 0 0 0 0,3-15 0 0 0,-3 28-1195 0 0,16 0 76 0 0,-9 5-169 0 0,0 1-1 0 0,0 0 1 0 0,-1 0 0 0 0,1 1-1 0 0,-1 0 1 0 0,0 0 0 0 0,-1 1-1 0 0,1-1 1 0 0,-1 1-1 0 0,0 0 1 0 0,0 1 0 0 0,-1-1-1 0 0,0 1 1 0 0,0 0-1 0 0,0 0 1 0 0,-1 0 0 0 0,3 10-1 0 0,-1-3 3 0 0,-1 2 1 0 0,0-1-1 0 0,0 0 0 0 0,-2 1 0 0 0,0 0 1 0 0,0-1-1 0 0,-3 30 0 0 0,1-39 22 0 0,-1-1-1 0 0,0 0 1 0 0,-1 0-1 0 0,1 0 1 0 0,-1 0 0 0 0,0 0-1 0 0,0 0 1 0 0,-5 7-1 0 0,0 2 76 0 0,5-14-82 0 0,-6 4 26 0 0,8-4-40 0 0,0 0 0 0 0,-1 0 1 0 0,1 0-1 0 0,0 0 0 0 0,-1 0 1 0 0,1 0-1 0 0,0 0 1 0 0,-1 0-1 0 0,1 0 0 0 0,0 0 1 0 0,-1 0-1 0 0,1 0 0 0 0,0 0 1 0 0,0 0-1 0 0,-1 0 1 0 0,1 0-1 0 0,0 0 0 0 0,-1 0 1 0 0,1 0-1 0 0,0-1 0 0 0,-1 1 1 0 0,1 0-1 0 0,0 0 0 0 0,0 0 1 0 0,-1-1-1 0 0,1 1 1 0 0,0 0-1 0 0,0 0 0 0 0,-1 0 1 0 0,1-1-1 0 0,0 1 0 0 0,0-1 1 0 0,-6-13 33 0 0,2-14 9 0 0,5 14-39 0 0,0 1 1 0 0,0-1-1 0 0,1 0 1 0 0,1 1-1 0 0,0 0 1 0 0,1-1 0 0 0,0 1-1 0 0,1 0 1 0 0,1 1-1 0 0,0 0 1 0 0,0-1-1 0 0,2 2 1 0 0,-1-1-1 0 0,1 1 1 0 0,1 0 0 0 0,0 1-1 0 0,0 0 1 0 0,1 1-1 0 0,1-1 1 0 0,-1 2-1 0 0,2 0 1 0 0,-1 0-1 0 0,17-8 1 0 0,-26 15-15 0 0,2-1 0 0 0,-1 1 0 0 0,0 0 0 0 0,0 0 0 0 0,0 0 0 0 0,0 0 0 0 0,1 0 0 0 0,-1 1 0 0 0,0-1 0 0 0,1 1 0 0 0,-1 0 0 0 0,0 0 0 0 0,1 1 0 0 0,-1-1 0 0 0,0 0 0 0 0,1 1 0 0 0,-1 0 0 0 0,0 0 0 0 0,0 0 0 0 0,1 0 0 0 0,-1 1 0 0 0,0-1-1 0 0,0 1 1 0 0,-1 0 0 0 0,1-1 0 0 0,0 1 0 0 0,-1 1 0 0 0,1-1 0 0 0,-1 0 0 0 0,1 1 0 0 0,-1-1 0 0 0,0 1 0 0 0,0-1 0 0 0,2 4 0 0 0,1 3-3 0 0,-1-1 0 0 0,0 1 0 0 0,0 0 0 0 0,0 0 0 0 0,-1 0 0 0 0,-1 1 0 0 0,0-1 0 0 0,0 1 0 0 0,0-1 0 0 0,-1 18 0 0 0,-1 77 115 0 0,-1-94 5 0 0,-3-14-69 0 0,-2-13-18 0 0,7 0-5 0 0,1 0-1 0 0,0 0 0 0 0,1 1 1 0 0,1 0-1 0 0,1-1 0 0 0,0 1 1 0 0,1 1-1 0 0,1-1 0 0 0,0 1 1 0 0,1 0-1 0 0,1 1 0 0 0,0 0 1 0 0,1 0-1 0 0,0 1 0 0 0,1 0 1 0 0,15-12-1 0 0,-23 22-20 0 0,0 0 0 0 0,1 1 1 0 0,-1-1-1 0 0,1 1 0 0 0,-1 0 0 0 0,1 0 0 0 0,0 0 1 0 0,0 1-1 0 0,0-1 0 0 0,0 1 0 0 0,0 0 0 0 0,0 0 1 0 0,0 0-1 0 0,1 1 0 0 0,-1 0 0 0 0,0-1 0 0 0,0 2 1 0 0,0-1-1 0 0,1 0 0 0 0,-1 1 0 0 0,0-1 0 0 0,6 3 0 0 0,-6-1-5 0 0,0 0-1 0 0,0 0 1 0 0,-1 0-1 0 0,1 1 0 0 0,-1-1 1 0 0,1 1-1 0 0,-1 0 1 0 0,0 0-1 0 0,0 0 0 0 0,0 0 1 0 0,0 1-1 0 0,-1-1 0 0 0,0 1 1 0 0,1-1-1 0 0,-1 1 1 0 0,0 0-1 0 0,-1 0 0 0 0,1 0 1 0 0,-1 0-1 0 0,1 0 1 0 0,-1 1-1 0 0,0 3 0 0 0,2 17-7 0 0,-1-1 0 0 0,-2 1-1 0 0,0-1 1 0 0,-2 1 0 0 0,0-1 0 0 0,-7 26-1 0 0,-3 43 6 0 0,11-91-21 0 0,1 0-1 0 0,0-1 1 0 0,0 1 0 0 0,0 0 0 0 0,0-1-1 0 0,0 1 1 0 0,0 0 0 0 0,0-1 0 0 0,0 1-1 0 0,1-1 1 0 0,-1 1 0 0 0,0 0 0 0 0,1-1-1 0 0,0 1 1 0 0,-1-1 0 0 0,1 1 0 0 0,0-1-1 0 0,0 1 1 0 0,0-1 0 0 0,0 0 0 0 0,0 1-1 0 0,0-1 1 0 0,0 0 0 0 0,0 0 0 0 0,0 0-1 0 0,1 0 1 0 0,-1 0 0 0 0,0 0 0 0 0,1 0-1 0 0,-1 0 1 0 0,1 0 0 0 0,-1-1 0 0 0,1 1-1 0 0,2 0 1 0 0,1 0-100 0 0,-1-1-1 0 0,0 0 1 0 0,1 0 0 0 0,-1 0-1 0 0,0-1 1 0 0,0 1 0 0 0,1-1-1 0 0,-1 0 1 0 0,0 0 0 0 0,0-1-1 0 0,0 1 1 0 0,0-1 0 0 0,4-2-1 0 0,6-4-55 0 0,-1-1-1 0 0,0-1 1 0 0,-1 0 0 0 0,0 0-1 0 0,-1-1 1 0 0,0 0-1 0 0,-1-1 1 0 0,0-1-1 0 0,-1 1 1 0 0,0-2-1 0 0,11-21 1 0 0,-2-3 982 0 0,-1-1-1 0 0,-2-1 1 0 0,11-45 0 0 0,-15 51-6 0 0,-10 32-539 0 0,-2 4-204 0 0,-12 29 48 0 0,1 0-1 0 0,1 1 1 0 0,2 0 0 0 0,1 1 0 0 0,-4 42 0 0 0,11-67-69 0 0,0 1 0 0 0,1 0 0 0 0,0-1 0 0 0,1 1 0 0 0,-1 0 0 0 0,2-1 0 0 0,2 12 0 0 0,-3-17-10 0 0,0 0-1 0 0,0 0 1 0 0,0 0 0 0 0,1 0 0 0 0,-1 0-1 0 0,1-1 1 0 0,0 1 0 0 0,-1-1 0 0 0,1 1-1 0 0,1-1 1 0 0,-1 0 0 0 0,0 1 0 0 0,0-1-1 0 0,1 0 1 0 0,-1-1 0 0 0,1 1 0 0 0,0 0-1 0 0,-1-1 1 0 0,1 1 0 0 0,0-1 0 0 0,0 0 0 0 0,3 1-1 0 0,-3-1-11 0 0,0-1-1 0 0,0 0 0 0 0,-1 0 1 0 0,1 0-1 0 0,0 0 0 0 0,0 0 0 0 0,-1 0 1 0 0,1-1-1 0 0,0 0 0 0 0,-1 1 1 0 0,1-1-1 0 0,0 0 0 0 0,-1 0 1 0 0,1 0-1 0 0,3-3 0 0 0,31-23-118 0 0,-34 25 111 0 0,8-8-6 0 0,0-2 1 0 0,0 1 0 0 0,-1-1 0 0 0,0-1-1 0 0,-1 1 1 0 0,-1-2 0 0 0,8-14 0 0 0,40-106-90 0 0,-39 90 93 0 0,-7 19-13 0 0,-1-1 0 0 0,7-37 0 0 0,-15 62 27 0 0,-3 2 0 0 0,0 0 0 0 0,0 0 0 0 0,1 0 0 0 0,-1 0 0 0 0,0 0 0 0 0,1 1 0 0 0,0-1 0 0 0,-1 1 0 0 0,1-1 0 0 0,0 1 0 0 0,0-1 0 0 0,-1 1 0 0 0,1 0 0 0 0,1 0 0 0 0,-1 0 0 0 0,0-1 0 0 0,-1 5 0 0 0,1-3 5 0 0,-65 156 499 0 0,59-139-472 0 0,2-1 0 0 0,0 1 0 0 0,1 0 0 0 0,1 1 0 0 0,1-1-1 0 0,1 30 1 0 0,1-45-20 0 0,1-1-1 0 0,-1 1 0 0 0,1-1 0 0 0,0 1 0 0 0,0-1 0 0 0,0 0 1 0 0,1 1-1 0 0,0-1 0 0 0,-1 0 0 0 0,1 0 0 0 0,1 0 0 0 0,-1 0 1 0 0,1 0-1 0 0,-1-1 0 0 0,1 1 0 0 0,0-1 0 0 0,0 0 0 0 0,1 0 1 0 0,-1 0-1 0 0,1 0 0 0 0,-1 0 0 0 0,1-1 0 0 0,6 4 1 0 0,-3-3-6 0 0,0-1 0 0 0,0 0 0 0 0,1 0 0 0 0,-1 0 1 0 0,0-1-1 0 0,1 0 0 0 0,-1 0 0 0 0,1-1 1 0 0,-1 0-1 0 0,0 0 0 0 0,1 0 0 0 0,-1-1 0 0 0,13-4 1 0 0,-5 1-33 0 0,0-1 0 0 0,-1-1 0 0 0,0-1 0 0 0,0 0 0 0 0,-1-1 0 0 0,0 0 0 0 0,0-1 0 0 0,-1 0 0 0 0,0-1 0 0 0,-1 0 0 0 0,0-1 0 0 0,13-16-1 0 0,0-5-205 0 0,-1 0-1 0 0,-1-2 0 0 0,26-56 0 0 0,-28 48 95 0 0,-3-1 0 0 0,-1-1 0 0 0,-3-1-1 0 0,-1 1 1 0 0,-2-2 0 0 0,-2 0 0 0 0,-2 0 0 0 0,-3 0-1 0 0,-3-78 1 0 0,-1 101 229 0 0,-1 1 0 0 0,-1 0 0 0 0,-8-29-1 0 0,11 50-91 0 0,0 1 0 0 0,-1 0 0 0 0,1-1 0 0 0,0 1 0 0 0,0 0 0 0 0,-1-1-1 0 0,1 1 1 0 0,0-1 0 0 0,-1 1 0 0 0,1 0 0 0 0,0 0 0 0 0,-1-1 0 0 0,1 1-1 0 0,0 0 1 0 0,-1 0 0 0 0,1-1 0 0 0,0 1 0 0 0,-1 0 0 0 0,1 0-1 0 0,-1 0 1 0 0,1 0 0 0 0,-1 0 0 0 0,1-1 0 0 0,0 1 0 0 0,-1 0 0 0 0,1 0-1 0 0,-1 0 1 0 0,1 0 0 0 0,-1 0 0 0 0,1 0 0 0 0,-1 1 0 0 0,1-1-1 0 0,0 0 1 0 0,-1 0 0 0 0,1 0 0 0 0,-1 0 0 0 0,1 0 0 0 0,0 1 0 0 0,-1-1-1 0 0,1 0 1 0 0,-1 0 0 0 0,1 1 0 0 0,0-1 0 0 0,-1 0 0 0 0,1 0-1 0 0,0 1 1 0 0,-1 0 0 0 0,-16 15 124 0 0,6 3 101 0 0,1 0 1 0 0,0 1-1 0 0,1 0 1 0 0,-10 38-1 0 0,-15 88 933 0 0,31-132-1067 0 0,-32 226 773 0 0,32-194-764 0 0,3-1 0 0 0,1 1 0 0 0,9 58 0 0 0,-9-93-70 0 0,1-1 1 0 0,1 0 0 0 0,0 0 0 0 0,0 0 0 0 0,1 0 0 0 0,0 0-1 0 0,1-1 1 0 0,11 18 0 0 0,-13-22-37 0 0,1-1-1 0 0,-1 0 1 0 0,1 0-1 0 0,1 0 1 0 0,-1-1 0 0 0,0 1-1 0 0,1-1 1 0 0,0 0-1 0 0,0 0 1 0 0,0-1 0 0 0,0 1-1 0 0,0-1 1 0 0,0 0 0 0 0,0-1-1 0 0,1 1 1 0 0,-1-1-1 0 0,1 0 1 0 0,8 0 0 0 0,-6 0-192 0 0,0-1 0 0 0,0-1 0 0 0,-1 1 0 0 0,1-1 1 0 0,0-1-1 0 0,0 1 0 0 0,-1-1 0 0 0,1-1 0 0 0,-1 1 1 0 0,14-8-1 0 0,-10 4-103 0 0,-1-1 0 0 0,0 0 1 0 0,0 0-1 0 0,-1-1 0 0 0,0 0 1 0 0,11-13-1 0 0,1-6-289 0 0,-2-1 0 0 0,0-1 0 0 0,-2-1 0 0 0,14-32 0 0 0,-10 15 244 0 0,-2 0 0 0 0,-2-2 1 0 0,17-84-1 0 0,-20 56 1684 0 0,6-135-1 0 0,-19 191-961 0 0,0 14-221 0 0,-1 0-1 0 0,1 0 1 0 0,-1-1 0 0 0,-1 1 0 0 0,1 0 0 0 0,-4-12 0 0 0,4 17-50 0 0,-2 4-56 0 0,0 1 0 0 0,0-1-1 0 0,0 1 1 0 0,1 0 0 0 0,-1 0-1 0 0,-1 5 1 0 0,-8 27 583 0 0,1 0-1 0 0,2 1 1 0 0,-6 53 0 0 0,5-27-131 0 0,-22 278 777 0 0,30-316-1236 0 0,-2 14 51 0 0,2 0 0 0 0,1-1 0 0 0,2 1 0 0 0,10 51 0 0 0,-11-85-90 0 0,0 1-1 0 0,0 0 1 0 0,1-1-1 0 0,0 1 1 0 0,0-1 0 0 0,0 0-1 0 0,1 1 1 0 0,-1-1-1 0 0,6 6 1 0 0,-6-9-82 0 0,-1 1 1 0 0,1 0-1 0 0,0-1 1 0 0,0 0-1 0 0,0 1 0 0 0,0-1 1 0 0,0 0-1 0 0,0 0 1 0 0,1 0-1 0 0,-1 0 1 0 0,0-1-1 0 0,0 1 0 0 0,1 0 1 0 0,-1-1-1 0 0,0 0 1 0 0,1 1-1 0 0,-1-1 0 0 0,1 0 1 0 0,-1 0-1 0 0,0-1 1 0 0,3 1-1 0 0,5-2-726 0 0,-1 0-1 0 0,0-1 0 0 0,0 1 1 0 0,0-2-1 0 0,0 1 0 0 0,-1-1 1 0 0,1-1-1 0 0,-1 0 1 0 0,0 0-1 0 0,7-6 0 0 0,6-6-4214 0 0</inkml:trace>
</inkml:ink>
</file>

<file path=ppt/ink/ink1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9:26.5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86 70 684 0 0,'-50'3'8421'0'0,"47"-3"-7218"0"0,-16 0 3129 0 0,8-1-3967 0 0,9 0-69 0 0,4 0-57 0 0,35-9-135 0 0,-1 0-1 0 0,1 3 1 0 0,1 1 0 0 0,38-1-1 0 0,9-2-3116 0 0,-2-6-4005 0 0,-63 9 3395 0 0</inkml:trace>
</inkml:ink>
</file>

<file path=ppt/ink/ink1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9:26.7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102 0 1596 0 0,'0'0'7852'0'0,"0"13"-5746"0"0,-12 16-36 0 0,0 0-1 0 0,-15 59 0 0 0,-5 67 233 0 0,29-135-2110 0 0,1-12-144 0 0,-10 78 447 0 0,11-78-455 0 0,1 1 1 0 0,0-1-1 0 0,0 1 0 0 0,1-1 1 0 0,0 0-1 0 0,1 1 0 0 0,0-1 1 0 0,3 8-1 0 0,-5-15-105 0 0,0-1 0 0 0,1 1-1 0 0,-1 0 1 0 0,1-1 0 0 0,-1 1 0 0 0,1 0-1 0 0,-1-1 1 0 0,1 1 0 0 0,-1-1 0 0 0,1 1 0 0 0,0-1-1 0 0,-1 1 1 0 0,1-1 0 0 0,0 0 0 0 0,-1 1 0 0 0,1-1-1 0 0,0 0 1 0 0,0 1 0 0 0,-1-1 0 0 0,1 0 0 0 0,0 0-1 0 0,0 0 1 0 0,0 0 0 0 0,-1 0 0 0 0,1 0 0 0 0,0 0-1 0 0,0 0 1 0 0,-1 0 0 0 0,1 0 0 0 0,1-1 0 0 0,21-7-2763 0 0,-18 4 1462 0 0,0 1-1 0 0,-1-1 1 0 0,1 0 0 0 0,5-7 0 0 0,5-8-5712 0 0</inkml:trace>
</inkml:ink>
</file>

<file path=ppt/ink/ink1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9:26.9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89 80 1760 0 0,'-10'-13'1900'0'0,"1"1"-288"0"0,-1 2-475 0 0,1 0-89 0 0,1 3-320 0 0,-1-2-36 0 0,3 3-272 0 0,-1-1 224 0 0,-5 2-268 0 0,4 8-816 0 0,8 12-1464 0 0,5 2-3665 0 0</inkml:trace>
</inkml:ink>
</file>

<file path=ppt/ink/ink1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9:27.2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261 20 1244 0 0,'-15'-15'13806'0'0,"9"11"-12080"0"0,4 5-1589 0 0,1 1 1 0 0,-1 0 0 0 0,1-1 0 0 0,0 1 0 0 0,-1 0 0 0 0,1 0 0 0 0,0-1 0 0 0,0 1-1 0 0,0 0 1 0 0,0 0 0 0 0,1 1 0 0 0,-1-1 0 0 0,0 0 0 0 0,0 4 0 0 0,-6 42 1407 0 0,5-26-883 0 0,-76 389 4982 0 0,-3 20-3997 0 0,66-313-1298 0 0,0-6-1777 0 0,2-38-3894 0 0,13-73 5164 0 0,0-1-1 0 0,0 1 1 0 0,0-1-1 0 0,0 1 1 0 0,0-1-1 0 0,-1 1 0 0 0,1-1 1 0 0,0 0-1 0 0,0 1 1 0 0,0-1-1 0 0,0 1 1 0 0,-1-1-1 0 0,1 0 1 0 0,0 1-1 0 0,-7 3-2695 0 0,7-4 2696 0 0,0 0-1 0 0,-1 0 0 0 0,1 0 1 0 0,-1 0-1 0 0</inkml:trace>
</inkml:ink>
</file>

<file path=ppt/ink/ink1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9:27.6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17 414 2056 0 0,'-3'-20'910'0'0,"-3"-26"1948"0"0,-1-67-1 0 0,7 100-2539 0 0,1-1-1 0 0,0 1 0 0 0,1 0 0 0 0,0-1 0 0 0,1 1 0 0 0,1 0 1 0 0,0 0-1 0 0,0 1 0 0 0,11-20 0 0 0,-10 25-243 0 0,-1 1-1 0 0,1 0 1 0 0,1 0-1 0 0,-1 0 1 0 0,1 1 0 0 0,0-1-1 0 0,0 1 1 0 0,0 1-1 0 0,1-1 1 0 0,-1 1-1 0 0,1 1 1 0 0,0-1 0 0 0,1 1-1 0 0,-1 0 1 0 0,1 1-1 0 0,-1-1 1 0 0,1 2-1 0 0,0-1 1 0 0,-1 1 0 0 0,13-1-1 0 0,-7 2-31 0 0,0-1-1 0 0,0 2 1 0 0,0 0-1 0 0,-1 0 1 0 0,1 1-1 0 0,0 1 1 0 0,-1 0-1 0 0,1 1 0 0 0,-1 0 1 0 0,0 1-1 0 0,20 11 1 0 0,-24-12 60 0 0,-1 1 0 0 0,0 1 0 0 0,1-1 1 0 0,-2 1-1 0 0,1 0 0 0 0,-1 0 0 0 0,0 1 0 0 0,0 0 1 0 0,-1 0-1 0 0,0 1 0 0 0,0-1 0 0 0,0 1 0 0 0,-1 0 1 0 0,-1 0-1 0 0,1 0 0 0 0,-1 1 0 0 0,-1-1 0 0 0,1 1 0 0 0,-2 0 1 0 0,1 0-1 0 0,-1 0 0 0 0,0 0 0 0 0,-1 0 0 0 0,0-1 1 0 0,-1 1-1 0 0,1 0 0 0 0,-2 0 0 0 0,1 0 0 0 0,-1 0 0 0 0,-1-1 1 0 0,1 1-1 0 0,-2-1 0 0 0,1 1 0 0 0,-1-1 0 0 0,0 0 1 0 0,-1-1-1 0 0,-9 14 0 0 0,1-7 58 0 0,0 0-1 0 0,0-1 1 0 0,-1-1-1 0 0,-1 0 1 0 0,0-1 0 0 0,-27 15-1 0 0,41-25-181 0 0,0-1-1 0 0,1 1 1 0 0,-1-1-1 0 0,1 0 1 0 0,-1 1-1 0 0,0-1 0 0 0,0 0 1 0 0,1 0-1 0 0,-1 1 1 0 0,0-1-1 0 0,1 0 1 0 0,-1 0-1 0 0,0 0 1 0 0,0 0-1 0 0,1 0 0 0 0,-1 0 1 0 0,0 0-1 0 0,-1 0 1 0 0,2 0-2 0 0,0 0 1 0 0,-1-1 0 0 0,1 1 0 0 0,0 0-1 0 0,0-1 1 0 0,0 1 0 0 0,-1 0-1 0 0,1 0 1 0 0,0-1 0 0 0,0 1-1 0 0,0 0 1 0 0,0-1 0 0 0,0 1 0 0 0,0 0-1 0 0,0-1 1 0 0,0 1 0 0 0,0-1-1 0 0,0 1 1 0 0,0 0 0 0 0,0-1-1 0 0,0 1 1 0 0,0 0 0 0 0,0-1 0 0 0,0 1-1 0 0,0 0 1 0 0,0-1 0 0 0,12-24-1324 0 0,93-104-4288 0 0,-48 62 1227 0 0,-25 28 363 0 0</inkml:trace>
</inkml:ink>
</file>

<file path=ppt/ink/ink1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9:28.1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97 168 268 0 0,'1'-27'2345'0'0,"-2"0"0"0"0,0 1 0 0 0,-7-39 0 0 0,8 63-2265 0 0,0 1-1 0 0,-1 0 1 0 0,1-1-1 0 0,0 1 1 0 0,-1 0-1 0 0,1-1 1 0 0,-1 1-1 0 0,1 0 1 0 0,-1 0-1 0 0,1-1 1 0 0,-1 1-1 0 0,0 0 1 0 0,0 0-1 0 0,-1-2 1 0 0,2 3-45 0 0,-1 0-1 0 0,1-1 1 0 0,-1 1 0 0 0,1 0 0 0 0,-1 0-1 0 0,1 0 1 0 0,0 0 0 0 0,-1 0-1 0 0,1 0 1 0 0,-1 0 0 0 0,1 0 0 0 0,-1 0-1 0 0,1 0 1 0 0,-1 0 0 0 0,1 0-1 0 0,0 0 1 0 0,-1 0 0 0 0,1 0-1 0 0,-1 0 1 0 0,1 0 0 0 0,-1 1 0 0 0,1-1-1 0 0,0 0 1 0 0,-1 0 0 0 0,1 0-1 0 0,0 1 1 0 0,-1-1 0 0 0,0 1 0 0 0,-1 1 102 0 0,-1 1 0 0 0,1 0 0 0 0,0 0 0 0 0,-1 0 0 0 0,1 0 0 0 0,1 0 0 0 0,-1 0 0 0 0,0 0 0 0 0,-1 6 0 0 0,-8 28 626 0 0,1 1 0 0 0,2 0 0 0 0,2 1 0 0 0,-3 53 0 0 0,11 157 216 0 0,0-201-813 0 0,14 75-1 0 0,-14-109-184 0 0,2 0-1 0 0,0 0 1 0 0,0 0-1 0 0,1-1 0 0 0,1 1 1 0 0,0-1-1 0 0,1-1 1 0 0,0 1-1 0 0,17 19 1 0 0,-22-29-110 0 0,1 0 1 0 0,0 0 0 0 0,0 0 0 0 0,0-1 0 0 0,0 1 0 0 0,0-1 0 0 0,0 0-1 0 0,1 0 1 0 0,-1 0 0 0 0,1 0 0 0 0,0-1 0 0 0,-1 1 0 0 0,1-1-1 0 0,0 0 1 0 0,0 0 0 0 0,4 0 0 0 0,-3-1-97 0 0,0 0 0 0 0,0 0-1 0 0,0-1 1 0 0,0 0 0 0 0,0 0 0 0 0,0 0 0 0 0,0 0 0 0 0,0-1-1 0 0,0 0 1 0 0,0 0 0 0 0,4-3 0 0 0,4-3-198 0 0,0-1 0 0 0,-1 0 0 0 0,0-1 0 0 0,-1 0 0 0 0,0-1 0 0 0,-1 0 0 0 0,13-17 0 0 0,-1-6 744 0 0,-1 0 0 0 0,-1-2 1 0 0,-2-1-1 0 0,24-72 0 0 0,-11 4 5344 0 0,-39 134-3981 0 0,0 1-1289 0 0,3-1 0 0 0,0 1 0 0 0,2 1 0 0 0,1-1-1 0 0,1 0 1 0 0,5 45 0 0 0,-4-69-411 0 0,1 1 0 0 0,0-1 0 0 0,1 0 0 0 0,-1 0 0 0 0,1 0 0 0 0,0 0 1 0 0,1 0-1 0 0,-1-1 0 0 0,1 1 0 0 0,0-1 0 0 0,1 1 0 0 0,-1-1 0 0 0,1 0 0 0 0,0-1 0 0 0,5 6 0 0 0,-8-9-177 0 0,1 0 0 0 0,0-1-1 0 0,-1 1 1 0 0,1 0-1 0 0,0 0 1 0 0,-1-1 0 0 0,1 1-1 0 0,0-1 1 0 0,0 0-1 0 0,-1 1 1 0 0,1-1 0 0 0,0 0-1 0 0,0 0 1 0 0,0 0 0 0 0,0 0-1 0 0,-1 0 1 0 0,1-1-1 0 0,0 1 1 0 0,0-1 0 0 0,-1 1-1 0 0,1-1 1 0 0,0 1 0 0 0,-1-1-1 0 0,1 0 1 0 0,0 0-1 0 0,2-1 1 0 0,1-2-999 0 0,0 0-1 0 0,0 0 1 0 0,0 0-1 0 0,-1 0 1 0 0,1-1-1 0 0,3-5 1 0 0,4-6-4183 0 0</inkml:trace>
</inkml:ink>
</file>

<file path=ppt/ink/ink1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9:28.3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62 58 536 0 0,'-46'-58'11514'0'0,"44"59"-11352"0"0,1-1-170 0 0,0 0 0 0 0,0 1 0 0 0,1-1 0 0 0,-1 0 0 0 0,0 1 0 0 0,1-1 0 0 0,-1 1 0 0 0,1-1 0 0 0,-1 1 0 0 0,0-1 0 0 0,1 1 0 0 0,-1-1 0 0 0,1 1 0 0 0,-1-1 0 0 0,1 1 0 0 0,-1 0 0 0 0,1-1 0 0 0,0 1 0 0 0,-1 0 0 0 0,1-1 0 0 0,0 1 0 0 0,0 0 0 0 0,-1 1 0 0 0,1 21-1185 0 0,0-23 1180 0 0,3 42-5164 0 0,-1-29 1944 0 0</inkml:trace>
</inkml:ink>
</file>

<file path=ppt/ink/ink1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9:28.7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1 144 2216 0 0,'7'25'6910'0'0,"-3"-16"-5458"0"0,-4-7-1282 0 0,1 0 1 0 0,-1 0-1 0 0,1 0 1 0 0,0 0-1 0 0,0 0 1 0 0,0 0-1 0 0,0-1 1 0 0,0 1-1 0 0,0 0 1 0 0,0 0-1 0 0,1-1 1 0 0,-1 1-1 0 0,1-1 1 0 0,-1 1-1 0 0,1-1 1 0 0,0 0 0 0 0,-1 1-1 0 0,1-1 1 0 0,0 0-1 0 0,0 0 1 0 0,0 0-1 0 0,0 0 1 0 0,0-1-1 0 0,4 2 1 0 0,1-1-144 0 0,0 1 0 0 0,0-2 1 0 0,1 1-1 0 0,-1-1 0 0 0,0 0 1 0 0,1 0-1 0 0,-1-1 0 0 0,0 0 1 0 0,0 0-1 0 0,0-1 0 0 0,0 0 1 0 0,0 0-1 0 0,0 0 0 0 0,0-1 1 0 0,-1 0-1 0 0,1-1 0 0 0,-1 0 1 0 0,0 1-1 0 0,0-2 0 0 0,0 1 1 0 0,-1-1-1 0 0,1 0 0 0 0,-1 0 1 0 0,0 0-1 0 0,-1-1 0 0 0,1 0 1 0 0,-1 0-1 0 0,0 0 0 0 0,-1 0 1 0 0,1-1-1 0 0,-1 0 0 0 0,-1 1 1 0 0,1-1-1 0 0,-1 0 0 0 0,0 0 1 0 0,-1 0-1 0 0,1 0 0 0 0,-1-13 1 0 0,-1 16-35 0 0,0 0 0 0 0,0 0 0 0 0,-1 0 0 0 0,1 0 0 0 0,-1 1 0 0 0,0-1 0 0 0,0 0 0 0 0,-1 1 0 0 0,-1-5 0 0 0,3 7 5 0 0,-1 0 0 0 0,0 0 0 0 0,0 0-1 0 0,1 0 1 0 0,-1 0 0 0 0,0 0 0 0 0,0 0 0 0 0,0 0 0 0 0,0 1-1 0 0,0-1 1 0 0,0 0 0 0 0,0 1 0 0 0,0-1 0 0 0,0 0 0 0 0,-1 1 0 0 0,1-1-1 0 0,0 1 1 0 0,0 0 0 0 0,0-1 0 0 0,-1 1 0 0 0,1 0 0 0 0,0 0-1 0 0,-1 0 1 0 0,1 0 0 0 0,0 0 0 0 0,0 0 0 0 0,-1 0 0 0 0,1 0-1 0 0,0 0 1 0 0,0 1 0 0 0,-1-1 0 0 0,1 0 0 0 0,0 1 0 0 0,-2 1-1 0 0,-8 3 50 0 0,0 0-1 0 0,1 1 1 0 0,-1 1-1 0 0,1 0 1 0 0,1 0-1 0 0,-1 1 1 0 0,2 0-1 0 0,-1 1 1 0 0,1 0-1 0 0,0 0 1 0 0,1 1-1 0 0,-10 16 0 0 0,6-9 6 0 0,2 1-1 0 0,0 0 0 0 0,1 1 1 0 0,1-1-1 0 0,1 2 0 0 0,1-1 0 0 0,-4 23 1 0 0,8-34-78 0 0,0 0 1 0 0,0 0 0 0 0,1 0 0 0 0,0 0-1 0 0,1 0 1 0 0,0 0 0 0 0,3 12 0 0 0,-4-16-118 0 0,1-1 0 0 0,1 0 1 0 0,-1 0-1 0 0,0 0 1 0 0,1 0-1 0 0,0 0 0 0 0,-1 0 1 0 0,1 0-1 0 0,0 0 0 0 0,1-1 1 0 0,-1 1-1 0 0,0-1 0 0 0,1 1 1 0 0,-1-1-1 0 0,1 0 0 0 0,0 0 1 0 0,0 0-1 0 0,0-1 0 0 0,0 1 1 0 0,4 1-1 0 0,6 1-714 0 0,-1 0 0 0 0,1-1-1 0 0,0-1 1 0 0,0 0 0 0 0,-1 0 0 0 0,1-2 0 0 0,17 0 0 0 0,8-3-3460 0 0</inkml:trace>
</inkml:ink>
</file>

<file path=ppt/ink/ink1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9:29.2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289 742 1792 0 0,'5'-22'2653'0'0,"-3"17"-2043"0"0,-1-1-1 0 0,1 1 1 0 0,-1-1 0 0 0,0 0-1 0 0,0 1 1 0 0,-1-1 0 0 0,0 0-1 0 0,0 1 1 0 0,0-1 0 0 0,0 0-1 0 0,-1 1 1 0 0,0-1 0 0 0,-3-8 0 0 0,4 13-529 0 0,-1 0 0 0 0,0 0 0 0 0,1 0 0 0 0,-1 0 0 0 0,0 0 0 0 0,0 0 0 0 0,0 0 0 0 0,0 0 1 0 0,0 0-1 0 0,0 1 0 0 0,0-1 0 0 0,0 0 0 0 0,0 0 0 0 0,0 1 0 0 0,0-1 0 0 0,0 1 0 0 0,0-1 1 0 0,-1 1-1 0 0,1 0 0 0 0,0-1 0 0 0,-2 1 0 0 0,0 0 33 0 0,0-1 0 0 0,0 1-1 0 0,0 1 1 0 0,0-1 0 0 0,0 0 0 0 0,0 1 0 0 0,-1 0-1 0 0,-3 1 1 0 0,-2 2 138 0 0,-1 0-1 0 0,2 0 0 0 0,-1 1 1 0 0,-13 10-1 0 0,5-1-87 0 0,2 0 1 0 0,-1 1-1 0 0,2 1 0 0 0,0 1 0 0 0,1 0 1 0 0,1 1-1 0 0,0 0 0 0 0,1 1 0 0 0,1 0 0 0 0,1 1 1 0 0,1-1-1 0 0,1 2 0 0 0,0-1 0 0 0,2 1 0 0 0,0 0 1 0 0,-2 29-1 0 0,6-44-137 0 0,1-1-1 0 0,0 1 1 0 0,0 0 0 0 0,1-1 0 0 0,-1 1 0 0 0,1-1 0 0 0,1 1-1 0 0,-1-1 1 0 0,1 0 0 0 0,-1 1 0 0 0,2-1 0 0 0,-1 0-1 0 0,6 9 1 0 0,-6-12-18 0 0,0 1 1 0 0,0-1-1 0 0,0 1 0 0 0,1-1 0 0 0,-1 0 1 0 0,1 0-1 0 0,0 0 0 0 0,-1 0 0 0 0,1 0 1 0 0,0-1-1 0 0,0 1 0 0 0,0-1 0 0 0,0 0 0 0 0,1 0 1 0 0,-1 0-1 0 0,0 0 0 0 0,0 0 0 0 0,1-1 1 0 0,-1 0-1 0 0,0 1 0 0 0,1-1 0 0 0,-1 0 0 0 0,0-1 1 0 0,4 0-1 0 0,3-1-8 0 0,0 0 0 0 0,0-1 0 0 0,0-1 0 0 0,-1 1 0 0 0,0-1 0 0 0,0-1 0 0 0,0 0 0 0 0,0 0 0 0 0,-1-1 0 0 0,1 0 1 0 0,8-9-1 0 0,3-4-97 0 0,-1 0 1 0 0,-1-2 0 0 0,16-22 0 0 0,-6 1-118 0 0,-2 0 0 0 0,-1-2-1 0 0,-3-1 1 0 0,-1-1 0 0 0,-3 0 0 0 0,13-51 0 0 0,-10 16 40 0 0,-4 0-1 0 0,11-154 1 0 0,-26 208 161 0 0,1 9-1 0 0,-2 0 1 0 0,0-1 0 0 0,-2 1 0 0 0,0-1 0 0 0,-5-29-1 0 0,6 47 13 0 0,0 0 0 0 0,0 0 0 0 0,0 1-1 0 0,-1-1 1 0 0,1 0 0 0 0,0 0-1 0 0,0 1 1 0 0,0-1 0 0 0,-1 0 0 0 0,1 0-1 0 0,-1 1 1 0 0,1-1 0 0 0,0 0 0 0 0,-1 1-1 0 0,1-1 1 0 0,-1 1 0 0 0,1-1 0 0 0,-1 0-1 0 0,0 1 1 0 0,1-1 0 0 0,-1 1 0 0 0,1 0-1 0 0,-1-1 1 0 0,0 1 0 0 0,1-1-1 0 0,-1 1 1 0 0,0 0 0 0 0,0 0 0 0 0,1-1-1 0 0,-1 1 1 0 0,0 0 0 0 0,0 0 0 0 0,1 0-1 0 0,-1 0 1 0 0,0 0 0 0 0,0 0 0 0 0,0 0-1 0 0,1 0 1 0 0,-1 0 0 0 0,0 0 0 0 0,0 0-1 0 0,1 1 1 0 0,-1-1 0 0 0,0 0-1 0 0,0 0 1 0 0,1 1 0 0 0,-1-1 0 0 0,0 1-1 0 0,1-1 1 0 0,-1 0 0 0 0,1 1 0 0 0,-1-1-1 0 0,0 1 1 0 0,1 0 0 0 0,-1 0 0 0 0,-5 4 68 0 0,2 0 0 0 0,-1 0 0 0 0,0 0 1 0 0,-6 11-1 0 0,-7 16 397 0 0,1 1-1 0 0,1 0 1 0 0,-16 53-1 0 0,-20 111 741 0 0,41-144-968 0 0,3-1 0 0 0,-3 62 0 0 0,11-91-220 0 0,0 0 1 0 0,1 0-1 0 0,1 0 0 0 0,1 0 0 0 0,2-1 1 0 0,0 1-1 0 0,12 33 0 0 0,-14-49-287 0 0,0-1 0 0 0,0 0 0 0 0,0 0 0 0 0,0 0 0 0 0,1 0 0 0 0,0 0-1 0 0,1-1 1 0 0,-1 0 0 0 0,1 0 0 0 0,0 0 0 0 0,0 0 0 0 0,0-1 0 0 0,1 0 0 0 0,9 6-1 0 0,-9-7-630 0 0,1-1-1 0 0,-1 1 0 0 0,1-1 0 0 0,-1-1 0 0 0,1 1 1 0 0,0-1-1 0 0,0 0 0 0 0,0-1 0 0 0,10 0 1 0 0,16-2-5843 0 0</inkml:trace>
</inkml:ink>
</file>

<file path=ppt/ink/ink1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9:48.4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114 168 2288 0 0,'23'5'8108'0'0,"-21"1"-7557"0"0,1 1-1 0 0,-2-1 1 0 0,1 0 0 0 0,0 1 0 0 0,-1-1 0 0 0,0 1 0 0 0,-1 0 0 0 0,0-1 0 0 0,0 1 0 0 0,-1 9 0 0 0,-2 11 292 0 0,-9 33 0 0 0,5-29-264 0 0,-100 343 1559 0 0,94-352-1246 0 0,13-22-878 0 0,0 0 1 0 0,0 1 0 0 0,0-1 0 0 0,0 0 0 0 0,0 0 0 0 0,0 0-1 0 0,0 0 1 0 0,0 0 0 0 0,0 0 0 0 0,-1 1 0 0 0,1-1 0 0 0,0 0-1 0 0,0 0 1 0 0,0 0 0 0 0,0 0 0 0 0,0 0 0 0 0,0 0-1 0 0,-1 0 1 0 0,1 0 0 0 0,0 0 0 0 0,0 0 0 0 0,0 0 0 0 0,0 0-1 0 0,0 0 1 0 0,-1 0 0 0 0,1 0 0 0 0,0 0 0 0 0,0 0 0 0 0,0 0-1 0 0,0 0 1 0 0,0 0 0 0 0,-1 0 0 0 0,1 0 0 0 0,0 0-1 0 0,0 0 1 0 0,0 0 0 0 0,0 0 0 0 0,0 0 0 0 0,0 0 0 0 0,-1 0-1 0 0,1 0 1 0 0,0 0 0 0 0,0-14 92 0 0,13-72-54 0 0,5 1 0 0 0,37-111 0 0 0,-34 140-71 0 0,1 1 1 0 0,3 1 0 0 0,3 1 0 0 0,45-67-1 0 0,-70 115 4 0 0,1 1-1 0 0,-1 0 0 0 0,1-1 0 0 0,0 1 1 0 0,0 1-1 0 0,0-1 0 0 0,0 0 0 0 0,0 1 1 0 0,1 0-1 0 0,0 0 0 0 0,5-2 1 0 0,-7 4 9 0 0,-1 0 1 0 0,0 1 0 0 0,0-1-1 0 0,1 1 1 0 0,-1 0 0 0 0,1-1 0 0 0,-1 1-1 0 0,0 0 1 0 0,1 0 0 0 0,-1 1 0 0 0,1-1-1 0 0,-1 1 1 0 0,0-1 0 0 0,1 1-1 0 0,-1 0 1 0 0,0-1 0 0 0,0 1 0 0 0,0 0-1 0 0,1 0 1 0 0,-1 1 0 0 0,0-1 0 0 0,0 0-1 0 0,-1 1 1 0 0,1-1 0 0 0,0 1-1 0 0,0 0 1 0 0,-1 0 0 0 0,3 2 0 0 0,5 8-1 0 0,0 0 1 0 0,-1 1-1 0 0,-1-1 1 0 0,0 2-1 0 0,-1-1 0 0 0,0 1 1 0 0,-1-1-1 0 0,6 24 1 0 0,-1 12-26 0 0,5 59 0 0 0,-8-46 19 0 0,5 42-404 0 0,-9-36-7820 0 0</inkml:trace>
</inkml:ink>
</file>

<file path=ppt/ink/ink1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9:48.6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 77 872 0 0,'-2'0'2723'0'0,"-26"-1"3651"0"0,24 1-5113 0 0,45-7 6818 0 0,66-17-9476 0 0,-63 14 221 0 0,5-4-1904 0 0,-17 4-1723 0 0,-4 0-1646 0 0</inkml:trace>
</inkml:ink>
</file>

<file path=ppt/ink/ink1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9:48.9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131 55 1856 0 0,'-44'-54'11789'0'0,"47"55"-11193"0"0,6 2-378 0 0,-1 0-1 0 0,0 1 0 0 0,0 0 0 0 0,-1 0 0 0 0,1 1 0 0 0,-1 0 1 0 0,0 0-1 0 0,0 1 0 0 0,-1 0 0 0 0,1 0 0 0 0,6 10 1 0 0,5 6 166 0 0,0 1 1 0 0,17 32-1 0 0,-23-33-249 0 0,-1 0 0 0 0,-1 0 0 0 0,0 2-1 0 0,-2-1 1 0 0,-1 1 0 0 0,7 45 0 0 0,-10-36-31 0 0,-1 0 1 0 0,-2 0-1 0 0,-2 0 0 0 0,-6 51 0 0 0,-5-20-150 0 0,-3-1 0 0 0,-3-1 0 0 0,-2 0 0 0 0,-50 103 0 0 0,46-116-1366 0 0,-39 59 1 0 0,-7-15-5498 0 0,34-56-191 0 0</inkml:trace>
</inkml:ink>
</file>

<file path=ppt/ink/ink1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9:50.6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 25 704 0 0,'-25'-24'16075'0'0,"35"25"-14161"0"0,-1 0-1971 0 0,-7-1 452 0 0,-2 1-486 0 0,-1 4 84 0 0,1-4-2 0 0,-1 3 0 0 0,1-4 45 0 0,0 0 0 0 0,0 1 0 0 0,0-1 0 0 0,0 0 0 0 0,0 0 0 0 0,0 1 0 0 0,0-1 0 0 0,0 0 0 0 0,0 0 1 0 0,0 1-1 0 0,0-1 0 0 0,0 0 0 0 0,0 1 0 0 0,0-1 0 0 0,0 0 0 0 0,0 0 0 0 0,0 1 0 0 0,0-1 0 0 0,0 0 0 0 0,1 0 0 0 0,-1 1 1 0 0,0-1-1 0 0,0 0 0 0 0,0 0 0 0 0,0 0 0 0 0,0 1 0 0 0,1-1 0 0 0,-1 0 0 0 0,8 5-53 0 0,1-1 7 0 0,1-1-7 0 0,-1 0 18 0 0,-1 0 1 0 0,1-1-1 0 0,0 0 1 0 0,1 0-1 0 0,11 0 1 0 0,8-2 122 0 0,1 0 0 0 0,0-2 0 0 0,45-9 0 0 0,-40 5-2782 0 0,59-2 1 0 0,-76 8-615 0 0,-15 0 2029 0 0,11 5-4201 0 0</inkml:trace>
</inkml:ink>
</file>

<file path=ppt/ink/ink1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9:50.8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79 0 1132 0 0,'-73'40'7942'0'0,"72"-39"-7597"0"0,0-1-310 0 0,1 1 1 0 0,-1-1 0 0 0,1 1-1 0 0,0-1 1 0 0,-1 1-1 0 0,1 0 1 0 0,0-1-1 0 0,0 1 1 0 0,0-1 0 0 0,-1 1-1 0 0,1 0 1 0 0,0-1-1 0 0,0 1 1 0 0,0-1-1 0 0,0 1 1 0 0,0 0 0 0 0,0-1-1 0 0,0 1 1 0 0,0 0-1 0 0,0-1 1 0 0,0 1-1 0 0,0-1 1 0 0,1 1-1 0 0,-1 0 1 0 0,0-1 0 0 0,0 1-1 0 0,1-1 1 0 0,-1 1-1 0 0,0-1 1 0 0,1 1-1 0 0,-1-1 1 0 0,0 1 0 0 0,1-1-1 0 0,-1 1 1 0 0,1-1-1 0 0,-1 1 1 0 0,1-1-1 0 0,-1 0 1 0 0,1 1 0 0 0,-1-1-1 0 0,1 0 1 0 0,-1 1-1 0 0,1-1 1 0 0,-1 0-1 0 0,1 0 1 0 0,0 0 0 0 0,-1 1-1 0 0,1-1 1 0 0,0 0-1 0 0,-1 0 1 0 0,2 0-1 0 0,30 1-88 0 0,0-2 0 0 0,0-1 0 0 0,0-1-1 0 0,46-12 1 0 0,-24 6-1478 0 0,20-6-2659 0 0,-35 6 1313 0 0</inkml:trace>
</inkml:ink>
</file>

<file path=ppt/ink/ink1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8:00.6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1 580 0 0,'0'0'3339'0'0,"13"10"-2462"0"0,-13-9-997 0 0,0 8-1835 0 0,0-7 1638 0 0</inkml:trace>
</inkml:ink>
</file>

<file path=ppt/ink/ink1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8:01.6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69 4 556 0 0,'0'0'3327'0'0,"0"0"-3327"0"0,0 0 1 0 0,0-1-1 0 0,-1 1 0 0 0,1 0 0 0 0,0-1 0 0 0,-1 1 1 0 0,1 0-1 0 0,0 0 0 0 0,-1-1 0 0 0,1 1 1 0 0,-1 0-1 0 0,1 0 0 0 0,0 0 0 0 0,-1 0 1 0 0,1-1-1 0 0,-1 1 0 0 0,1 0 0 0 0,0 0 1 0 0,-1 0-1 0 0,1 0 0 0 0,-1 0 0 0 0,-2 1 2 0 0,-11 8 8 0 0,12-8-5 0 0,1 0 2 0 0,-5 2-5 0 0,5-2-6 0 0,-33 7-1232 0 0,44-14 966 0 0</inkml:trace>
</inkml:ink>
</file>

<file path=ppt/ink/ink1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8:02.1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1 848 0 0,'0'0'2421'0'0,"4"21"-886"0"0,-2-15-3899 0 0</inkml:trace>
</inkml:ink>
</file>

<file path=ppt/ink/ink1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9:33.2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404 770 2300 0 0,'-7'-13'2578'0'0,"1"0"0"0"0,-8-24 0 0 0,10 25-1575 0 0,-1-1-1 0 0,0 1 1 0 0,-12-20-1 0 0,12 23-373 0 0,4 7-584 0 0,1 1 0 0 0,-1-1 0 0 0,0 0 0 0 0,0 1 0 0 0,0-1 0 0 0,0 1 0 0 0,0 0 0 0 0,0-1 0 0 0,0 1 0 0 0,0 0 0 0 0,-1-1-1 0 0,1 1 1 0 0,0 0 0 0 0,-1 0 0 0 0,1 0 0 0 0,-1 0 0 0 0,1 0 0 0 0,-1 1 0 0 0,0-1 0 0 0,1 0 0 0 0,-1 1 0 0 0,0-1-1 0 0,0 1 1 0 0,1-1 0 0 0,-1 1 0 0 0,-2 0 0 0 0,-6 2-24 0 0,0 0 1 0 0,0 1-1 0 0,1 0 0 0 0,-1 0 1 0 0,1 1-1 0 0,0 1 0 0 0,0-1 0 0 0,0 2 1 0 0,0-1-1 0 0,1 1 0 0 0,0 0 1 0 0,0 1-1 0 0,-7 8 0 0 0,-11 11-34 0 0,1 2 0 0 0,-28 40-1 0 0,43-53 10 0 0,0 0 0 0 0,1 0 0 0 0,1 1 0 0 0,-9 23 1 0 0,14-34 10 0 0,1 1 0 0 0,1 0 0 0 0,-1 0 0 0 0,1 0 1 0 0,0 0-1 0 0,0 0 0 0 0,0 0 0 0 0,1 1 1 0 0,0-1-1 0 0,0 0 0 0 0,1 0 0 0 0,0 0 1 0 0,0 0-1 0 0,0 0 0 0 0,1 0 0 0 0,2 8 0 0 0,-2-11-1 0 0,0 0-1 0 0,-1 0 1 0 0,1 0-1 0 0,0-1 0 0 0,0 1 1 0 0,0 0-1 0 0,1-1 0 0 0,-1 1 1 0 0,1-1-1 0 0,-1 0 0 0 0,1 0 1 0 0,0 0-1 0 0,0 0 0 0 0,0 0 1 0 0,0 0-1 0 0,0-1 0 0 0,6 2 1 0 0,-4-2-21 0 0,0 0 0 0 0,0 0 0 0 0,0-1-1 0 0,0 0 1 0 0,0 0 0 0 0,0 0 0 0 0,0 0 0 0 0,0-1 0 0 0,0 0 0 0 0,10-3 0 0 0,-3 0-50 0 0,0-1 0 0 0,0-1-1 0 0,0 0 1 0 0,0 0 0 0 0,-1-1 0 0 0,0-1-1 0 0,-1 0 1 0 0,14-13 0 0 0,2-7-141 0 0,-2-1 0 0 0,-1-2-1 0 0,-1 0 1 0 0,-2-1 0 0 0,-1-2 0 0 0,-2 1 0 0 0,-1-2 0 0 0,16-50 0 0 0,-5-4-84 0 0,-4-1-1 0 0,14-117 1 0 0,-12-31 565 0 0,-24 238-275 0 0,-1-1 0 0 0,0 1 0 0 0,0 0 1 0 0,0-1-1 0 0,0 1 0 0 0,0 0 0 0 0,1-1 0 0 0,-1 1 1 0 0,0-1-1 0 0,0 1 0 0 0,0 0 0 0 0,0-1 0 0 0,0 1 1 0 0,0 0-1 0 0,0-1 0 0 0,0 1 0 0 0,-1-1 0 0 0,1 1 0 0 0,0 0 1 0 0,0-1-1 0 0,0 1 0 0 0,0 0 0 0 0,0-1 0 0 0,-1 1 1 0 0,1 0-1 0 0,0-1 0 0 0,0 1 0 0 0,0 0 0 0 0,-1-1 1 0 0,-7 8 7 0 0,-7 20-4 0 0,-10 52 306 0 0,3 1-1 0 0,4 1 1 0 0,3 0 0 0 0,-5 124 0 0 0,18-169-243 0 0,3 0 1 0 0,0 0 0 0 0,11 57-1 0 0,-9-79-202 0 0,0-1 0 0 0,1 0 0 0 0,0 0 0 0 0,0 0 0 0 0,2 0 0 0 0,0-1 0 0 0,0 0 0 0 0,1 0 0 0 0,0 0 1 0 0,1-1-1 0 0,1 0 0 0 0,15 15 0 0 0,-20-22-229 0 0,1 0 1 0 0,0 0 0 0 0,0-1 0 0 0,0 0 0 0 0,7 3-1 0 0,16 2-4046 0 0,-13-7 181 0 0</inkml:trace>
</inkml:ink>
</file>

<file path=ppt/ink/ink1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9:33.7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175 304 1716 0 0,'40'-114'13627'0'0,"-39"113"-13567"0"0,-1 0 0 0 0,0 0 1 0 0,0 0-1 0 0,0 0 1 0 0,0 0-1 0 0,1-1 0 0 0,-1 1 1 0 0,1 0-1 0 0,-1 0 0 0 0,1 0 1 0 0,-1 0-1 0 0,1 0 0 0 0,-1 0 1 0 0,1 1-1 0 0,0-1 0 0 0,0 0 1 0 0,-1 0-1 0 0,1 0 1 0 0,0 0-1 0 0,0 1 0 0 0,0-1 1 0 0,0 1-1 0 0,0-1 0 0 0,1 0 1 0 0,-1 1-20 0 0,1 1 0 0 0,-1-1 0 0 0,1 0 0 0 0,-1 1 1 0 0,0-1-1 0 0,1 1 0 0 0,-1 0 0 0 0,0 0 0 0 0,1-1 1 0 0,-1 1-1 0 0,0 0 0 0 0,0 0 0 0 0,2 2 0 0 0,-1-1-20 0 0,1 0 0 0 0,0 0 0 0 0,-1 0-1 0 0,1 0 1 0 0,0 0 0 0 0,0-1 0 0 0,4 2-1 0 0,2 0 47 0 0,17 6 116 0 0,-25-9-176 0 0,0 0 0 0 0,0 0 0 0 0,0 0 0 0 0,0 0 0 0 0,0 0 0 0 0,1 0 0 0 0,-1 0 0 0 0,0 0 0 0 0,0-1 0 0 0,0 1 0 0 0,0 0 0 0 0,0 0 0 0 0,-1-1 0 0 0,1 1 0 0 0,0-1 0 0 0,0 1 0 0 0,0-1 0 0 0,0 1 0 0 0,0-1 0 0 0,0 0 1 0 0,-1 1-1 0 0,1-1 0 0 0,0 0 0 0 0,0 0 0 0 0,1-2-6 0 0,-1 1 0 0 0,1 0 1 0 0,-1-1-1 0 0,0 1 0 0 0,0 0 1 0 0,0-1-1 0 0,0 1 0 0 0,0-1 0 0 0,0 0 1 0 0,-1 1-1 0 0,1-1 0 0 0,-1 0 1 0 0,0 1-1 0 0,0-1 0 0 0,0 0 1 0 0,0 1-1 0 0,0-1 0 0 0,-1 0 1 0 0,1 1-1 0 0,-1-1 0 0 0,-1-4 0 0 0,0-2 4 0 0,0 2-14 0 0,0-1 1 0 0,0 1-1 0 0,-1-1 1 0 0,0 1-1 0 0,0 0 1 0 0,-1 1-1 0 0,0-1 1 0 0,0 0-1 0 0,-1 1 1 0 0,1 0-1 0 0,-1 0 1 0 0,-1 0-1 0 0,-9-7 1 0 0,12 10-1 0 0,-1 0-1 0 0,1 1 1 0 0,-1-1 0 0 0,0 1-1 0 0,0 0 1 0 0,0 0 0 0 0,0 1-1 0 0,0-1 1 0 0,-1 1-1 0 0,1 0 1 0 0,0 0 0 0 0,-1 0-1 0 0,1 0 1 0 0,-1 1 0 0 0,1 0-1 0 0,0 0 1 0 0,-1 0 0 0 0,1 0-1 0 0,-1 1 1 0 0,1 0 0 0 0,-1 0-1 0 0,1 0 1 0 0,0 0 0 0 0,-7 4-1 0 0,0 1 9 0 0,0 1 0 0 0,0 0 0 0 0,0 1 0 0 0,1 0 0 0 0,0 1-1 0 0,1 0 1 0 0,0 0 0 0 0,1 1 0 0 0,0 0 0 0 0,0 1 0 0 0,1 0-1 0 0,0 0 1 0 0,-7 18 0 0 0,7-15 7 0 0,1 0-1 0 0,1 0 0 0 0,1 1 1 0 0,0 0-1 0 0,1 0 1 0 0,0 0-1 0 0,1 0 1 0 0,1 0-1 0 0,0 1 1 0 0,1-1-1 0 0,3 19 1 0 0,-2-28-23 0 0,0 0 0 0 0,1 0 0 0 0,-1 0-1 0 0,1 0 1 0 0,1 0 0 0 0,-1 0 0 0 0,1 0 0 0 0,0-1 0 0 0,0 1 0 0 0,1-1 0 0 0,0 0 0 0 0,0 0 0 0 0,0 0 0 0 0,0-1 0 0 0,1 1 0 0 0,-1-1 0 0 0,1 0 0 0 0,0 0 0 0 0,1-1 0 0 0,-1 0 0 0 0,1 0 0 0 0,-1 0 0 0 0,1 0 0 0 0,0-1 0 0 0,0 0 0 0 0,0 0 0 0 0,0-1 0 0 0,11 2 0 0 0,-6-2-363 0 0,1 0 0 0 0,0 0 0 0 0,0-1 0 0 0,0-1 0 0 0,0 0 0 0 0,-1-1 0 0 0,1 0 0 0 0,-1 0 1 0 0,1-1-1 0 0,-1-1 0 0 0,0 0 0 0 0,0-1 0 0 0,0 0 0 0 0,15-10 0 0 0,-12 5-1247 0 0,0-1 1 0 0,13-13-1 0 0,0-3-2646 0 0</inkml:trace>
</inkml:ink>
</file>

<file path=ppt/ink/ink1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9:34.0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90 201 996 0 0,'6'-50'3471'0'0,"7"-99"5219"0"0,-13 148-8377 0 0,-12 15 965 0 0,5 4-671 0 0,0 1-1 0 0,1 1 1 0 0,2-1-1 0 0,0 1 1 0 0,-2 21-1 0 0,-1 5 48 0 0,-41 428 2285 0 0,46-445-2880 0 0,-4 52 183 0 0,8 115-1 0 0,-2-191-248 0 0,1-1-1 0 0,-1 1 1 0 0,1 0-1 0 0,0-1 1 0 0,0 1-1 0 0,1-1 1 0 0,0 1-1 0 0,-1-1 1 0 0,1 0-1 0 0,1 0 1 0 0,-1 0-1 0 0,5 7 1 0 0,-4-9-113 0 0,-1 0 1 0 0,0 0 0 0 0,0 0 0 0 0,1-1 0 0 0,-1 1 0 0 0,1-1 0 0 0,-1 0 0 0 0,1 1 0 0 0,0-1 0 0 0,-1 0 0 0 0,1-1 0 0 0,0 1 0 0 0,0 0 0 0 0,0-1 0 0 0,-1 0 0 0 0,1 1-1 0 0,0-1 1 0 0,0 0 0 0 0,0 0 0 0 0,0-1 0 0 0,5 0 0 0 0,0-1-453 0 0,-1 0-1 0 0,1 0 1 0 0,-1-1 0 0 0,1 1-1 0 0,-1-2 1 0 0,7-3-1 0 0,22-18-5541 0 0,-9 3-1166 0 0</inkml:trace>
</inkml:ink>
</file>

<file path=ppt/ink/ink1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9:34.2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120 87 580 0 0,'-40'-8'4702'0'0,"28"6"-2405"0"0,-1 0 0 0 0,1-1 1 0 0,1 0-1 0 0,-21-9 931 0 0,32 11-3195 0 0,0-1 0 0 0,1 1-1 0 0,-1 0 1 0 0,0 0 0 0 0,1 0 0 0 0,-1 0 0 0 0,1 0 0 0 0,-1 0-1 0 0,1 0 1 0 0,-1 0 0 0 0,1 0 0 0 0,0 1 0 0 0,-1-1-1 0 0,1 0 1 0 0,0 0 0 0 0,0 0 0 0 0,-1 1 0 0 0,1-1 0 0 0,0 0-1 0 0,0 1 1 0 0,0-1 0 0 0,0 1 0 0 0,0-1 0 0 0,0 1-1 0 0,2-1 1 0 0,33-9 184 0 0,-23 7-140 0 0,18-4-789 0 0,-1 2 0 0 0,1 0 0 0 0,44 0 0 0 0,37 9-7717 0 0,-84 0 3264 0 0</inkml:trace>
</inkml:ink>
</file>

<file path=ppt/ink/ink1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9:34.6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128 110 460 0 0,'-27'34'13373'0'0,"22"-29"-11850"0"0,5-5-1423 0 0,-1 1-1 0 0,1-1 0 0 0,-1 0 1 0 0,1 1-1 0 0,-1-1 1 0 0,1 1-1 0 0,-1-1 1 0 0,1 0-1 0 0,0 1 0 0 0,-1-1 1 0 0,1 1-1 0 0,0-1 1 0 0,-1 1-1 0 0,1-1 0 0 0,0 1 1 0 0,0 0-1 0 0,0-1 1 0 0,-1 1-1 0 0,1-1 1 0 0,0 1-1 0 0,0-1 0 0 0,0 1 1 0 0,0 0-1 0 0,0 0 1 0 0,0 0-72 0 0,1 0 0 0 0,-1 0 1 0 0,0 0-1 0 0,1 0 0 0 0,-1-1 1 0 0,1 1-1 0 0,-1 0 0 0 0,1 0 0 0 0,-1-1 1 0 0,1 1-1 0 0,-1 0 0 0 0,1-1 1 0 0,0 1-1 0 0,0 0 0 0 0,-1-1 1 0 0,1 1-1 0 0,0-1 0 0 0,0 1 1 0 0,-1-1-1 0 0,1 0 0 0 0,0 1 0 0 0,0-1 1 0 0,0 0-1 0 0,2 1 0 0 0,28 2 280 0 0,-26-3-299 0 0,0 0 1 0 0,0 0-1 0 0,1 0 0 0 0,-1-1 1 0 0,0 1-1 0 0,0-1 0 0 0,0-1 1 0 0,0 1-1 0 0,0-1 0 0 0,0 0 1 0 0,0 0-1 0 0,0 0 0 0 0,-1 0 1 0 0,1-1-1 0 0,-1 0 0 0 0,0 0 1 0 0,1 0-1 0 0,-2-1 0 0 0,1 1 1 0 0,0-1-1 0 0,-1 0 0 0 0,1 0 1 0 0,4-8-1 0 0,-6 8-29 0 0,0 0 0 0 0,-1 0 1 0 0,1 0-1 0 0,-1 0 0 0 0,1 0 0 0 0,-1-1 0 0 0,-1 1 0 0 0,1 0 0 0 0,-1-1 1 0 0,1 1-1 0 0,-1 0 0 0 0,0-1 0 0 0,-1 1 0 0 0,1 0 0 0 0,-1-1 1 0 0,0 1-1 0 0,0 0 0 0 0,0 0 0 0 0,-1-1 0 0 0,1 1 0 0 0,-1 0 0 0 0,0 1 1 0 0,0-1-1 0 0,-1 0 0 0 0,-3-4 0 0 0,4 6 9 0 0,-1 1 0 0 0,1 0 1 0 0,-1-1-1 0 0,0 1 0 0 0,1 0 0 0 0,-1 1 1 0 0,0-1-1 0 0,0 0 0 0 0,0 1 0 0 0,0 0 1 0 0,0-1-1 0 0,1 1 0 0 0,-1 0 0 0 0,0 1 1 0 0,0-1-1 0 0,0 0 0 0 0,0 1 0 0 0,0 0 0 0 0,-5 1 1 0 0,-2 3 10 0 0,-1 0 0 0 0,1 1 1 0 0,0 0-1 0 0,1 1 0 0 0,-1 0 1 0 0,1 0-1 0 0,1 1 1 0 0,-1 0-1 0 0,1 1 0 0 0,1 0 1 0 0,0 0-1 0 0,0 0 0 0 0,-9 18 1 0 0,8-12 37 0 0,1-1 1 0 0,0 1-1 0 0,2 0 1 0 0,-1 0 0 0 0,2 0-1 0 0,0 1 1 0 0,1-1-1 0 0,1 1 1 0 0,-1 23-1 0 0,3-31-38 0 0,0 0 0 0 0,1 1 0 0 0,0-2 0 0 0,0 1 1 0 0,1 0-1 0 0,0 0 0 0 0,0 0 0 0 0,1-1 0 0 0,0 1 0 0 0,1-1 0 0 0,-1 0 0 0 0,1 0 0 0 0,1 0 0 0 0,-1-1 0 0 0,1 1 0 0 0,0-1 0 0 0,1 0 0 0 0,-1 0 0 0 0,1-1 0 0 0,0 0 0 0 0,1 0 0 0 0,-1 0 0 0 0,10 4 0 0 0,-9-6-384 0 0,0 1 0 0 0,1-2 1 0 0,-1 1-1 0 0,1-1 0 0 0,0 0 1 0 0,0-1-1 0 0,0 1 0 0 0,0-2 0 0 0,0 1 1 0 0,0-1-1 0 0,0 0 0 0 0,0-1 0 0 0,0 0 1 0 0,0 0-1 0 0,9-3 0 0 0,-10 2-758 0 0,1-1 1 0 0,-1 0-1 0 0,1 0 0 0 0,12-8 1 0 0,2-4-3348 0 0</inkml:trace>
</inkml:ink>
</file>

<file path=ppt/ink/ink1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9:35.0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27 131 68 0 0,'28'-129'14795'0'0,"-27"128"-14541"0"0,9 24 526 0 0,-1 25 727 0 0,8 91 0 0 0,-16-109-1342 0 0,-1 0 0 0 0,-2 1 0 0 0,-1-1 0 0 0,-7 35 0 0 0,8-58-84 0 0,1 3 328 0 0,-1 0 1 0 0,0-1-1 0 0,-1 1 0 0 0,0-1 1 0 0,-1 1-1 0 0,0-1 0 0 0,0 0 1 0 0,-1-1-1 0 0,0 1 0 0 0,-10 12 1 0 0,15-21-372 0 0,0 1 0 0 0,-1-1 0 0 0,1 0 0 0 0,0 1 0 0 0,-1-1 0 0 0,1 1 1 0 0,0-1-1 0 0,-1 0 0 0 0,1 1 0 0 0,-1-1 0 0 0,1 0 0 0 0,-1 0 0 0 0,1 1 1 0 0,-1-1-1 0 0,1 0 0 0 0,-1 0 0 0 0,1 0 0 0 0,-1 0 0 0 0,1 0 1 0 0,-1 0-1 0 0,1 0 0 0 0,-1 0 0 0 0,1 0 0 0 0,-1 0 0 0 0,1 0 0 0 0,-1 0 1 0 0,0 0-1 0 0,1 0 0 0 0,-1 0 0 0 0,1 0 0 0 0,-1 0 0 0 0,1-1 0 0 0,-1 1 1 0 0,1 0-1 0 0,0 0 0 0 0,-1-1 0 0 0,1 1 0 0 0,-1 0 0 0 0,1-1 0 0 0,-1 1 1 0 0,1 0-1 0 0,0-1 0 0 0,-1 1 0 0 0,1-1 0 0 0,0 1 0 0 0,0-1 0 0 0,-1 1 1 0 0,1-1-1 0 0,0 1 0 0 0,0-1 0 0 0,-1 1 0 0 0,1-1 0 0 0,0 1 1 0 0,0-1-1 0 0,0 1 0 0 0,0-1 0 0 0,-6-29 244 0 0,7 18-261 0 0,0 0 0 0 0,1 1 0 0 0,0 0 0 0 0,1-1 0 0 0,0 1 0 0 0,0 0 0 0 0,2 0 0 0 0,-1 1 0 0 0,9-15 0 0 0,4-3-577 0 0,1 0 1 0 0,23-25 0 0 0,-17 25-1239 0 0,2 1 0 0 0,30-25 1 0 0,21-11-8146 0 0,-72 58 8873 0 0,17-12-5464 0 0</inkml:trace>
</inkml:ink>
</file>

<file path=ppt/ink/ink1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9:37.8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20 1992 0 0,'2'-12'4789'0'0,"-2"12"-4722"0"0,0-1-1 0 0,0 1 1 0 0,0 0 0 0 0,0 0-1 0 0,0-1 1 0 0,0 1-1 0 0,0 0 1 0 0,0-1-1 0 0,0 1 1 0 0,0 0-1 0 0,0 0 1 0 0,0-1 0 0 0,0 1-1 0 0,0 0 1 0 0,1 0-1 0 0,-1-1 1 0 0,0 1-1 0 0,0 0 1 0 0,0 0 0 0 0,0-1-1 0 0,1 1 1 0 0,-1 0-1 0 0,0 0 1 0 0,0 0-1 0 0,0 0 1 0 0,1-1-1 0 0,-1 1 1 0 0,0 0 0 0 0,0 0-1 0 0,1 0 1 0 0,-1 0-1 0 0,0 0 1 0 0,0 0-1 0 0,1-1 1 0 0,-1 1-1 0 0,0 0 1 0 0,1 0 0 0 0,-1 0-1 0 0,0 0 1 0 0,0 0-1 0 0,1 0 1 0 0,-1 0-1 0 0,0 0 1 0 0,0 0 0 0 0,1 0-1 0 0,-1 1 1 0 0,1-1-1 0 0,14 13 869 0 0,10 23-489 0 0,-19-19-336 0 0,-1 0 0 0 0,0 1-1 0 0,-2 0 1 0 0,1 0 0 0 0,-2 0 0 0 0,-1 0 0 0 0,0 25 0 0 0,3 38-34 0 0,-3-20 329 0 0,-1-37 953 0 0,0-23-719 0 0,-1 8 770 0 0,-1-8-737 0 0,0-10-169 0 0,0-13-397 0 0,1 0 0 0 0,1 0 0 0 0,0 0 0 0 0,2 0 0 0 0,7-31 1 0 0,-6 40-113 0 0,0 0 1 0 0,1 1-1 0 0,0 0 0 0 0,1 0 1 0 0,1 0-1 0 0,0 0 1 0 0,0 1-1 0 0,1 0 1 0 0,1 0-1 0 0,16-18 1 0 0,-23 27 1 0 0,1 0 1 0 0,0 0-1 0 0,0 0 0 0 0,0 1 1 0 0,0-1-1 0 0,0 1 1 0 0,0-1-1 0 0,1 1 1 0 0,-1 0-1 0 0,1 0 1 0 0,-1 0-1 0 0,0 0 1 0 0,1 0-1 0 0,0 0 0 0 0,-1 1 1 0 0,1-1-1 0 0,-1 1 1 0 0,1 0-1 0 0,0 0 1 0 0,-1 0-1 0 0,1 0 1 0 0,0 0-1 0 0,-1 0 1 0 0,1 1-1 0 0,-1-1 1 0 0,1 1-1 0 0,-1 0 0 0 0,1 0 1 0 0,-1 0-1 0 0,1 0 1 0 0,-1 0-1 0 0,0 1 1 0 0,1-1-1 0 0,-1 1 1 0 0,3 2-1 0 0,1 2-1 0 0,0-1 0 0 0,0 2 0 0 0,-1-1 0 0 0,0 0 0 0 0,0 1 0 0 0,-1 0 0 0 0,1 0 0 0 0,-2 1 1 0 0,1-1-1 0 0,3 11 0 0 0,-1 6 1 0 0,-1 0 1 0 0,-1 0-1 0 0,-1 1 1 0 0,-1-1-1 0 0,-2 45 1 0 0,-1-41 38 0 0,1-26 7 0 0,2-3-36 0 0,6-8-4 0 0,-1-1 1 0 0,-1 0-1 0 0,1 0 0 0 0,5-13 0 0 0,14-22-81 0 0,-6 17-51 0 0,2 1 0 0 0,40-40 0 0 0,-50 56 87 0 0,0 0 1 0 0,1 1-1 0 0,0 1 1 0 0,0 0-1 0 0,1 0 1 0 0,1 1-1 0 0,25-9 1 0 0,-39 16 36 0 0,1 0 0 0 0,-1 1 0 0 0,1-1 0 0 0,-1 0 0 0 0,1 1 0 0 0,-1 0 0 0 0,1-1 0 0 0,0 1 0 0 0,-1 0 0 0 0,1 0 0 0 0,0 0 0 0 0,-1 0 0 0 0,1 0 0 0 0,-1 0 0 0 0,1 0 0 0 0,0 1 0 0 0,-1-1 0 0 0,1 1 0 0 0,-1-1 0 0 0,1 1 0 0 0,-1-1 0 0 0,1 1 0 0 0,-1 0 0 0 0,0 0 0 0 0,1 0 0 0 0,-1 0 0 0 0,0 0 0 0 0,0 0 0 0 0,1 0 0 0 0,-1 0 0 0 0,0 0 0 0 0,0 1 0 0 0,1 1 0 0 0,-1 0 5 0 0,0 0 0 0 0,1 1 1 0 0,-2 0-1 0 0,1-1 0 0 0,0 1 0 0 0,-1 0 0 0 0,1-1 0 0 0,-1 1 0 0 0,0 0 0 0 0,0-1 0 0 0,-1 1 0 0 0,1 0 0 0 0,-2 5 1 0 0,-3 11-136 0 0,2-11-12 0 0,1 0 1 0 0,0 0 0 0 0,1 0 0 0 0,-1 0-1 0 0,2 0 1 0 0,-1 0 0 0 0,1 0 0 0 0,1 1-1 0 0,0-1 1 0 0,2 14 0 0 0,-2-22-30 0 0,0 0 0 0 0,0 0 1 0 0,-1 0-1 0 0,1 0 0 0 0,0 0 0 0 0,0 0 0 0 0,0 0 0 0 0,0 0 1 0 0,0-1-1 0 0,0 1 0 0 0,0 0 0 0 0,1-1 0 0 0,-1 1 0 0 0,0 0 1 0 0,0-1-1 0 0,0 1 0 0 0,3-1 0 0 0,18 6-2615 0 0,4-10-3813 0 0</inkml:trace>
</inkml:ink>
</file>

<file path=ppt/ink/ink1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9:38.0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1 145 580 0 0,'70'-143'13624'0'0,"-69"142"-13019"0"0,-1 1-588 0 0,1 0 0 0 0,-1 0 0 0 0,0 0-1 0 0,1 0 1 0 0,-1 0 0 0 0,0 0-1 0 0,0 0 1 0 0,1 0 0 0 0,-1 0 0 0 0,0 1-1 0 0,1-1 1 0 0,-1 0 0 0 0,0 0 0 0 0,1 0-1 0 0,-1 0 1 0 0,0 1 0 0 0,0-1-1 0 0,1 0 1 0 0,-1 0 0 0 0,0 1 0 0 0,0-1-1 0 0,0 0 1 0 0,1 0 0 0 0,-1 1 0 0 0,0-1-1 0 0,0 0 1 0 0,0 0 0 0 0,0 1-1 0 0,0-1 1 0 0,0 0 0 0 0,0 1 0 0 0,1-1-1 0 0,-1 0 1 0 0,0 1 0 0 0,0-1 0 0 0,0 1-1 0 0,-2 15 545 0 0,1-9-289 0 0,-2 20 638 0 0,-11 36 0 0 0,-2 23-365 0 0,15-76-479 0 0,0-1 0 0 0,1 0-1 0 0,0 0 1 0 0,1 0-1 0 0,0 1 1 0 0,0-1-1 0 0,4 12 1 0 0,-4-19-111 0 0,-1 0 0 0 0,1 0 0 0 0,0 0 0 0 0,0 0 0 0 0,1 0 0 0 0,-1 0 0 0 0,0 0 0 0 0,1 0 0 0 0,-1 0 0 0 0,1 0-1 0 0,-1-1 1 0 0,1 1 0 0 0,0-1 0 0 0,0 1 0 0 0,0-1 0 0 0,0 0 0 0 0,0 0 0 0 0,0 0 0 0 0,0 0 0 0 0,0 0 0 0 0,0 0 0 0 0,1 0 0 0 0,-1-1 0 0 0,0 1 0 0 0,0-1 0 0 0,1 0 0 0 0,-1 1 0 0 0,0-1-1 0 0,1 0 1 0 0,-1-1 0 0 0,0 1 0 0 0,1 0 0 0 0,-1-1 0 0 0,3 0 0 0 0,4-1-850 0 0,0 0-1 0 0,-1-1 0 0 0,1 0 1 0 0,-1 0-1 0 0,0-1 0 0 0,0 0 1 0 0,14-10-1 0 0,-2-2-2526 0 0,2-2-1161 0 0</inkml:trace>
</inkml:ink>
</file>

<file path=ppt/ink/ink1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9:38.2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116 75 548 0 0,'-78'-71'9273'0'0,"76"69"-9022"0"0,2 2-242 0 0,0 0 0 0 0,-1 0 0 0 0,1 0 1 0 0,0 1-1 0 0,0-1 0 0 0,0 0 0 0 0,-1 0 0 0 0,1 0 0 0 0,0 0 0 0 0,0 0 0 0 0,-1 0 0 0 0,1 0 0 0 0,0 0 0 0 0,-1 0 0 0 0,1 0 1 0 0,0 0-1 0 0,0 0 0 0 0,-1 0 0 0 0,1 0 0 0 0,0 0 0 0 0,0 0 0 0 0,-1 0 0 0 0,1 0 0 0 0,0 0 0 0 0,0 0 0 0 0,-1 0 0 0 0,1-1 1 0 0,0 1-1 0 0,-1 0-6 0 0,1 0 0 0 0,0-1 0 0 0,-1 1 0 0 0,1 0 0 0 0,0 0 0 0 0,-1 0 0 0 0,1 0 0 0 0,0 0 0 0 0,-1 0 1 0 0,1 0-1 0 0,0 0 0 0 0,-1 0 0 0 0,1 0 0 0 0,0 0 0 0 0,-1 0 0 0 0,1 0 0 0 0,0 0 0 0 0,-1 0 0 0 0,1 0 1 0 0,0 0-1 0 0,-1 0 0 0 0,1 0 0 0 0,0 0 0 0 0,0 0 0 0 0,-1 0 0 0 0,1 1 0 0 0,0-1 0 0 0,-1 0 0 0 0,1 0 1 0 0,0 0-1 0 0,0 1 0 0 0,-1-1 0 0 0,1 1 0 0 0,-11 21-1298 0 0,6-3-2460 0 0,4-10 768 0 0</inkml:trace>
</inkml:ink>
</file>

<file path=ppt/ink/ink1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9:38.7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 41 1668 0 0,'0'0'5071'0'0,"-5"24"-450"0"0,11 29-2700 0 0,4 48-685 0 0,-10-87-1157 0 0,0 1 1 0 0,-1-1-1 0 0,-1 0 1 0 0,-6 29-1 0 0,6-39-13 0 0,1 0 0 0 0,-1 1 1 0 0,1-1-1 0 0,-1 0 0 0 0,-1 0 0 0 0,1 0 0 0 0,0-1 1 0 0,-1 1-1 0 0,0 0 0 0 0,-3 2 0 0 0,4-4 56 0 0,-2-3 26 0 0,4 1-141 0 0,-1 1 1 0 0,0-1-1 0 0,1 0 0 0 0,-1 0 0 0 0,1 0 0 0 0,-1 0 1 0 0,0-1-1 0 0,1 1 0 0 0,-1 0 0 0 0,0 0 0 0 0,1 0 1 0 0,-1 0-1 0 0,1-1 0 0 0,-1 1 0 0 0,1 0 0 0 0,-1 0 0 0 0,1-1 1 0 0,-2 0-1 0 0,1-3 7 0 0,0-1 0 0 0,0 1 0 0 0,0-1 0 0 0,0 0 1 0 0,1 0-1 0 0,0 0 0 0 0,0 1 0 0 0,0-1 0 0 0,1 0 1 0 0,-1 0-1 0 0,1 1 0 0 0,0-1 0 0 0,0 0 0 0 0,1 1 0 0 0,0-1 1 0 0,-1 1-1 0 0,5-7 0 0 0,6-12-30 0 0,27-40-1 0 0,-26 45 7 0 0,1 1 0 0 0,0 0 0 0 0,1 1 0 0 0,1 0 0 0 0,24-17 0 0 0,-28 24 4 0 0,0 1 0 0 0,0 0-1 0 0,1 1 1 0 0,0 0 0 0 0,0 1-1 0 0,1 0 1 0 0,0 1 0 0 0,0 1-1 0 0,16-3 1 0 0,-25 6 9 0 0,0 0 0 0 0,0 1 0 0 0,1-1-1 0 0,-1 1 1 0 0,0 1 0 0 0,0-1 0 0 0,0 1 0 0 0,1 0 0 0 0,-1 0-1 0 0,0 0 1 0 0,0 1 0 0 0,0-1 0 0 0,-1 1 0 0 0,1 0 0 0 0,0 1-1 0 0,-1-1 1 0 0,1 1 0 0 0,-1 0 0 0 0,0 0 0 0 0,0 1 0 0 0,0-1-1 0 0,0 1 1 0 0,-1 0 0 0 0,1 0 0 0 0,-1 0 0 0 0,0 0 0 0 0,0 1-1 0 0,-1-1 1 0 0,1 1 0 0 0,-1-1 0 0 0,0 1 0 0 0,0 0 0 0 0,-1 0 0 0 0,1 0-1 0 0,-1 0 1 0 0,0 0 0 0 0,-1 0 0 0 0,1 1 0 0 0,-1-1 0 0 0,0 0-1 0 0,0 0 1 0 0,-1 0 0 0 0,-1 8 0 0 0,-14 51 59 0 0,11-51-802 0 0,1 1 0 0 0,0-1 1 0 0,2 1-1 0 0,-3 25 0 0 0,5-37 430 0 0,0 1 0 0 0,1-1-1 0 0,-1 0 1 0 0,1 0 0 0 0,-1 0 0 0 0,1 0 0 0 0,0 0 0 0 0,0 0 0 0 0,0 0 0 0 0,0 0 0 0 0,0 0-1 0 0,0 0 1 0 0,1 0 0 0 0,-1-1 0 0 0,0 1 0 0 0,1 0 0 0 0,0-1 0 0 0,-1 0 0 0 0,1 1-1 0 0,0-1 1 0 0,3 2 0 0 0,10 3-3099 0 0</inkml:trace>
</inkml:ink>
</file>

<file path=ppt/ink/ink1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9:39.1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237 141 2004 0 0,'9'-14'1518'0'0,"0"0"0"0"0,-1-1 0 0 0,0 0 0 0 0,10-30 0 0 0,-18 43-1453 0 0,1 1-1 0 0,-1 0 0 0 0,0 0 1 0 0,0-1-1 0 0,1 1 0 0 0,-1 0 1 0 0,0 0-1 0 0,0-1 0 0 0,0 1 1 0 0,0 0-1 0 0,0-1 0 0 0,-1 1 1 0 0,1 0-1 0 0,0-1 1 0 0,-1 1-1 0 0,1 0 0 0 0,-1 0 1 0 0,1 0-1 0 0,-1-1 0 0 0,1 1 1 0 0,-1 0-1 0 0,0 0 0 0 0,0-1 1 0 0,-1 1-18 0 0,1 0 0 0 0,-1 0 1 0 0,1 1-1 0 0,0-1 0 0 0,-1 0 1 0 0,1 1-1 0 0,-1-1 0 0 0,1 1 1 0 0,-1 0-1 0 0,0 0 0 0 0,1-1 1 0 0,-1 1-1 0 0,1 0 0 0 0,-1 0 1 0 0,1 0-1 0 0,-3 1 0 0 0,-5 0 114 0 0,1 1 1 0 0,-1 1-1 0 0,1-1 0 0 0,-1 1 0 0 0,-13 7 0 0 0,2 1 86 0 0,0 0 0 0 0,1 1 0 0 0,1 1 0 0 0,0 1 0 0 0,-21 20 0 0 0,34-28-211 0 0,0-1-1 0 0,-1 1 1 0 0,2 0 0 0 0,-1 1 0 0 0,1-1-1 0 0,0 1 1 0 0,0 0 0 0 0,1 0-1 0 0,0 0 1 0 0,0 0 0 0 0,0 1-1 0 0,1-1 1 0 0,0 1 0 0 0,1-1-1 0 0,0 1 1 0 0,0 0 0 0 0,1 0-1 0 0,0 15 1 0 0,1-19-23 0 0,0 0 0 0 0,0 0 0 0 0,0 1 0 0 0,1-1-1 0 0,-1 0 1 0 0,1 0 0 0 0,0 0 0 0 0,0 0 0 0 0,0 0 0 0 0,1-1 0 0 0,-1 1 0 0 0,1-1-1 0 0,0 0 1 0 0,0 1 0 0 0,0-1 0 0 0,1-1 0 0 0,-1 1 0 0 0,1 0 0 0 0,-1-1-1 0 0,1 1 1 0 0,0-1 0 0 0,7 2 0 0 0,-9-3-12 0 0,1 0 1 0 0,0-1-1 0 0,0 0 0 0 0,0 0 0 0 0,0 1 1 0 0,-1-2-1 0 0,1 1 0 0 0,0 0 1 0 0,0-1-1 0 0,0 1 0 0 0,-1-1 0 0 0,1 0 1 0 0,0 0-1 0 0,-1 0 0 0 0,1 0 0 0 0,0 0 1 0 0,-1 0-1 0 0,3-3 0 0 0,5-2 10 0 0,-1-2 1 0 0,17-14-1 0 0,-22 18-8 0 0,18-20-24 0 0,-1-1 0 0 0,-2-1 0 0 0,0-1 0 0 0,16-32-1 0 0,-7 13-26 0 0,-24 40 48 0 0,2-5-26 0 0,1 1-1 0 0,15-19 0 0 0,-20 28 17 0 0,13 7 7 0 0,-12-1 6 0 0,0 1 0 0 0,0-1 0 0 0,-1 1 0 0 0,1-1-1 0 0,-1 1 1 0 0,0 0 0 0 0,-1-1 0 0 0,1 1 0 0 0,-1 0 0 0 0,-1 0 0 0 0,1 8 0 0 0,0 5-62 0 0,-1 0-1 0 0,-3 27 1 0 0,1-35-678 0 0,-1 11-559 0 0,0-5-4428 0 0,0-5 848 0 0</inkml:trace>
</inkml:ink>
</file>

<file path=ppt/ink/ink1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9:39.6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87 1500 0 0,'2'-4'592'0'0,"1"0"-1"0"0,0 0 0 0 0,1 0 1 0 0,-1 1-1 0 0,1-1 1 0 0,-1 1-1 0 0,1 0 0 0 0,0 0 1 0 0,0 1-1 0 0,1-1 1 0 0,-1 1-1 0 0,8-3 0 0 0,-8 4-379 0 0,0 0 0 0 0,0 0-1 0 0,0 1 1 0 0,-1-1 0 0 0,1 1-1 0 0,0 0 1 0 0,0 0 0 0 0,0 0-1 0 0,0 1 1 0 0,0 0 0 0 0,0-1-1 0 0,-1 1 1 0 0,1 1 0 0 0,0-1-1 0 0,-1 0 1 0 0,7 4 0 0 0,-1 1 1 0 0,0 0 1 0 0,0 0 0 0 0,-1 1 0 0 0,0 0 0 0 0,0 0 0 0 0,0 1 0 0 0,-1 0 0 0 0,0 0 0 0 0,-1 1 0 0 0,0 0 0 0 0,0 0 0 0 0,-1 1 0 0 0,0-1 0 0 0,-1 1 0 0 0,0 0-1 0 0,3 12 1 0 0,-5-15-174 0 0,0-1-1 0 0,-1 1 0 0 0,1 0 0 0 0,-2 0 1 0 0,1-1-1 0 0,-1 1 0 0 0,0 0 0 0 0,0 0 1 0 0,-1-1-1 0 0,0 1 0 0 0,0 0 0 0 0,-1-1 1 0 0,0 1-1 0 0,0-1 0 0 0,0 0 0 0 0,-1 1 1 0 0,0-1-1 0 0,0 0 0 0 0,0 0 0 0 0,-1-1 0 0 0,0 1 1 0 0,0-1-1 0 0,-1 0 0 0 0,1 0 0 0 0,-1 0 1 0 0,-10 7-1 0 0,12-10-21 0 0,0 0 1 0 0,0 0-1 0 0,0-1 1 0 0,0 1-1 0 0,0-1 1 0 0,0 0-1 0 0,-1 0 1 0 0,1 0-1 0 0,0 0 1 0 0,-1 0-1 0 0,1-1 0 0 0,-1 0 1 0 0,1 1-1 0 0,-1-1 1 0 0,1 0-1 0 0,-1-1 1 0 0,-6 0-1 0 0,8 0-12 0 0,1 0 1 0 0,-1 1-1 0 0,0-1 0 0 0,0 0 0 0 0,0 0 0 0 0,0 0 0 0 0,1-1 1 0 0,-1 1-1 0 0,0 0 0 0 0,1 0 0 0 0,-1-1 0 0 0,1 1 0 0 0,-1-1 0 0 0,1 0 1 0 0,0 1-1 0 0,0-1 0 0 0,0 0 0 0 0,0 0 0 0 0,0 0 0 0 0,0 1 1 0 0,0-1-1 0 0,1 0 0 0 0,-1 0 0 0 0,1 0 0 0 0,-1 0 0 0 0,1 0 1 0 0,0-1-1 0 0,0 1 0 0 0,0 0 0 0 0,0 0 0 0 0,0-3 0 0 0,2-7-8 0 0,0 0-1 0 0,0 1 0 0 0,1-1 1 0 0,1 1-1 0 0,0 0 0 0 0,0 0 1 0 0,1 0-1 0 0,0 1 0 0 0,1 0 1 0 0,13-17-1 0 0,-4 7-14 0 0,1 0 0 0 0,1 2 0 0 0,39-33 0 0 0,-42 39 11 0 0,0 2 0 0 0,1-1 0 0 0,0 2 0 0 0,1 0 0 0 0,0 1-1 0 0,0 0 1 0 0,27-7 0 0 0,-38 13 3 0 0,1 1 0 0 0,-1 0-1 0 0,1 0 1 0 0,0 0 0 0 0,-1 0-1 0 0,1 1 1 0 0,0 0 0 0 0,-1 0 0 0 0,1 1-1 0 0,0 0 1 0 0,-1 0 0 0 0,1 0-1 0 0,-1 1 1 0 0,1-1 0 0 0,-1 1-1 0 0,0 0 1 0 0,1 1 0 0 0,-1 0-1 0 0,0-1 1 0 0,-1 1 0 0 0,1 1-1 0 0,0-1 1 0 0,-1 1 0 0 0,0 0 0 0 0,0 0-1 0 0,0 0 1 0 0,4 7 0 0 0,-4-5 4 0 0,0 0 1 0 0,0 0-1 0 0,-1 1 1 0 0,0-1-1 0 0,-1 1 1 0 0,1 0 0 0 0,-1-1-1 0 0,0 1 1 0 0,-1 0-1 0 0,1 9 1 0 0,-1 7 13 0 0,-2 42 0 0 0,-1-15-8 0 0,2-47-291 0 0,0 1 0 0 0,1 0 0 0 0,-1-1 0 0 0,1 1-1 0 0,0-1 1 0 0,0 1 0 0 0,0-1 0 0 0,0 0 0 0 0,1 1 0 0 0,-1-1-1 0 0,1 0 1 0 0,0 0 0 0 0,0 0 0 0 0,0 0 0 0 0,0 0 0 0 0,1 0-1 0 0,-1-1 1 0 0,1 1 0 0 0,0-1 0 0 0,0 0 0 0 0,-1 0 0 0 0,1 0-1 0 0,1 0 1 0 0,-1 0 0 0 0,0 0 0 0 0,0-1 0 0 0,1 0-1 0 0,-1 0 1 0 0,1 0 0 0 0,-1 0 0 0 0,1 0 0 0 0,-1-1 0 0 0,1 1-1 0 0,-1-1 1 0 0,1 0 0 0 0,0 0 0 0 0,-1 0 0 0 0,1-1 0 0 0,-1 1-1 0 0,7-2 1 0 0,5-4-3489 0 0</inkml:trace>
</inkml:ink>
</file>

<file path=ppt/ink/ink1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9:39.9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170 263 952 0 0,'0'0'204'0'0,"39"-215"12479"0"0,-38 211-12547 0 0,0-2 327 0 0,-1-1 1 0 0,1 1 0 0 0,-1-1 0 0 0,-1-9-1 0 0,0 14 4 0 0,-17 15 1212 0 0,11-4-1178 0 0,1 1 0 0 0,0 0 1 0 0,0 0-1 0 0,1 0 0 0 0,-6 21 0 0 0,-14 60 1155 0 0,14-47-844 0 0,-27 106 783 0 0,-32 264 0 0 0,69-397-1542 0 0,-4 51 193 0 0,4-61-223 0 0,2 0 0 0 0,-1 1 1 0 0,1-1-1 0 0,0 0 0 0 0,0 0 1 0 0,1-1-1 0 0,2 8 0 0 0,-3-11-104 0 0,1-1-1 0 0,-1 1 1 0 0,0-1-1 0 0,1 0 0 0 0,-1 0 1 0 0,1 0-1 0 0,-1 0 1 0 0,1 0-1 0 0,0 0 1 0 0,0 0-1 0 0,0-1 1 0 0,0 1-1 0 0,0-1 1 0 0,1 1-1 0 0,-1-1 1 0 0,0 0-1 0 0,3 1 0 0 0,0 0-210 0 0,-1-1 0 0 0,1 0-1 0 0,-1 0 1 0 0,1-1 0 0 0,0 1-1 0 0,-1-1 1 0 0,1 0 0 0 0,0 0-1 0 0,4-1 1 0 0,4-2-1203 0 0,1 0 0 0 0,-1 0 0 0 0,0-2 0 0 0,0 1 0 0 0,20-11 0 0 0,-10 1-3237 0 0,0-1-2360 0 0</inkml:trace>
</inkml:ink>
</file>

<file path=ppt/ink/ink1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9:40.2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54 113 2624 0 0,'-10'-5'1738'0'0,"6"4"-899"0"0,1-1 1 0 0,0 1-1 0 0,-1-1 0 0 0,1 0 1 0 0,0 1-1 0 0,0-1 0 0 0,0-1 1 0 0,1 1-1 0 0,-1 0 0 0 0,0-1 1 0 0,1 1-1 0 0,-4-6 0 0 0,6 8-770 0 0,0-1-1 0 0,-1 0 0 0 0,1 1 1 0 0,0-1-1 0 0,0 1 0 0 0,0-1 1 0 0,0 0-1 0 0,0 1 0 0 0,0-1 1 0 0,0 0-1 0 0,0 1 0 0 0,0-1 0 0 0,0 1 1 0 0,0-1-1 0 0,0 0 0 0 0,1 1 1 0 0,-1-1-1 0 0,0 1 0 0 0,0-1 1 0 0,1 1-1 0 0,-1-1 0 0 0,0 0 1 0 0,1 1-1 0 0,-1-1 0 0 0,0 1 1 0 0,1 0-1 0 0,-1-1 0 0 0,1 1 0 0 0,-1-1 1 0 0,1 1-1 0 0,-1 0 0 0 0,1-1 1 0 0,-1 1-1 0 0,1 0 0 0 0,-1-1 1 0 0,2 1-1 0 0,22-9 698 0 0,-21 8-663 0 0,30-6 209 0 0,1 2-1 0 0,0 1 1 0 0,53 0 0 0 0,-39 2-184 0 0,-29 1-286 0 0,189-10 586 0 0,-73-2-5964 0 0,-115 13-665 0 0</inkml:trace>
</inkml:ink>
</file>

<file path=ppt/ink/ink1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8:03.3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 26 232 0 0,'0'0'3051'0'0,"1"-1"-2920"0"0,-1 0-1 0 0,0 0 1 0 0,1 0-1 0 0,-1 0 1 0 0,0-1-1 0 0,0 1 1 0 0,0 0-1 0 0,1 0 1 0 0,-1 0-1 0 0,-1 0 1 0 0,1 0-1 0 0,0-1 1 0 0,0-1-1 0 0,-19-4-2282 0 0</inkml:trace>
</inkml:ink>
</file>

<file path=ppt/ink/ink1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9:45.7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205 366 920 0 0,'0'-3'1598'0'0,"2"-55"5394"0"0,-2 56-6628 0 0,-4 23 146 0 0,-155 614 1618 0 0,119-494-302 0 0,39-139-1168 0 0,0-14-594 0 0,0 0 0 0 0,1 0 0 0 0,0 0 0 0 0,0 0 0 0 0,1 1 0 0 0,1-1 1 0 0,3-13-1 0 0,1-12-11 0 0,25-161 58 0 0,72-251 1 0 0,-81 370-163 0 0,46-109 1 0 0,-66 184 37 0 0,0 0 1 0 0,-1 1-1 0 0,1-1 1 0 0,1 1-1 0 0,-1 0 0 0 0,0-1 1 0 0,1 1-1 0 0,0 0 1 0 0,5-4-1 0 0,-7 6 11 0 0,0 0-1 0 0,0 1 1 0 0,0-1 0 0 0,0 1-1 0 0,0-1 1 0 0,0 1 0 0 0,1 0-1 0 0,-1 0 1 0 0,0-1 0 0 0,0 1-1 0 0,0 0 1 0 0,0 0 0 0 0,1 0-1 0 0,-1 0 1 0 0,0 0 0 0 0,0 0-1 0 0,0 1 1 0 0,0-1 0 0 0,0 0-1 0 0,1 1 1 0 0,-1-1 0 0 0,0 0-1 0 0,0 1 1 0 0,0 0 0 0 0,0-1-1 0 0,0 1 1 0 0,0-1 0 0 0,0 1-1 0 0,0 0 1 0 0,0 0 0 0 0,-1 0-1 0 0,1-1 1 0 0,0 1 0 0 0,0 0-1 0 0,0 2 1 0 0,11 13 6 0 0,-1 0 0 0 0,0 0 0 0 0,-2 1-1 0 0,0 1 1 0 0,12 32 0 0 0,21 98 621 0 0,8 199 1400 0 0,-25-135-1348 0 0,1-56-320 0 0,-26-155-338 0 0,0 1 0 0 0,0-1 0 0 0,0 0-1 0 0,1 1 1 0 0,-1-1 0 0 0,0 0 0 0 0,1 0 0 0 0,-1 1 0 0 0,1-1 0 0 0,-1 0-1 0 0,1 0 1 0 0,0 0 0 0 0,-1 0 0 0 0,1 0 0 0 0,0 0 0 0 0,0 0 0 0 0,0 0-1 0 0,0 0 1 0 0,0 0 0 0 0,0 0 0 0 0,0 0 0 0 0,0 0 0 0 0,2 0-1 0 0,-2-1-24 0 0,1 1-1 0 0,-1-1 0 0 0,0 0 0 0 0,1-1 0 0 0,-1 1 0 0 0,1 0 0 0 0,-1 0 0 0 0,0 0 0 0 0,1-1 0 0 0,-1 1 1 0 0,1-1-1 0 0,-1 1 0 0 0,0-1 0 0 0,0 0 0 0 0,1 1 0 0 0,-1-1 0 0 0,2-2 0 0 0,4-3-478 0 0,0 0-1 0 0,-1 0 1 0 0,0-1-1 0 0,0 0 1 0 0,8-12-1 0 0,6-23-3154 0 0,-11 13-1530 0 0,-5 10-212 0 0</inkml:trace>
</inkml:ink>
</file>

<file path=ppt/ink/ink1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9:45.9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94 257 2248 0 0,'-85'-3'12551'0'0,"82"3"-11992"0"0,-1-6 402 0 0,3 4-682 0 0,6-4-181 0 0,11-4 9 0 0,0 0 0 0 0,0 1 0 0 0,1 1 0 0 0,0 0 0 0 0,23-6 0 0 0,-8 2-177 0 0,226-81-3508 0 0,-83 37-3128 0 0,-111 37 2126 0 0</inkml:trace>
</inkml:ink>
</file>

<file path=ppt/ink/ink1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9:46.4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444 95 508 0 0,'-3'-12'1521'0'0,"2"5"-875"0"0,0 1 1 0 0,0 0-1 0 0,-1 0 0 0 0,0 0 0 0 0,0 0 1 0 0,-1 0-1 0 0,1 1 0 0 0,-1-1 0 0 0,-1 1 1 0 0,1 0-1 0 0,-8-10 0 0 0,10 14-604 0 0,0 1 0 0 0,-1-1-1 0 0,1 1 1 0 0,0 0 0 0 0,0-1-1 0 0,0 1 1 0 0,0 0 0 0 0,0-1-1 0 0,0 1 1 0 0,0 0 0 0 0,0 0-1 0 0,-1 0 1 0 0,1 0 0 0 0,0 0-1 0 0,0 0 1 0 0,0 1 0 0 0,0-1-1 0 0,0 0 1 0 0,0 0 0 0 0,-1 1-1 0 0,0 0 1 0 0,-21 11 466 0 0,11-3-289 0 0,1 1-1 0 0,0 0 1 0 0,0 0 0 0 0,1 1-1 0 0,1 1 1 0 0,-12 17 0 0 0,-45 83 767 0 0,62-103-905 0 0,-37 68 500 0 0,5 2 0 0 0,-38 114-1 0 0,61-149-509 0 0,2 0 0 0 0,1 0-1 0 0,3 1 1 0 0,1 0 0 0 0,3 0-1 0 0,2 63 1 0 0,2-94-57 0 0,1 0-1 0 0,0 0 1 0 0,1 0-1 0 0,0 0 1 0 0,1 0-1 0 0,1-1 1 0 0,0 1-1 0 0,1-1 1 0 0,0-1-1 0 0,9 14 1 0 0,-11-20-251 0 0,1 0 1 0 0,0 0-1 0 0,0 0 1 0 0,1-1 0 0 0,-1 1-1 0 0,1-2 1 0 0,1 1 0 0 0,9 5-1 0 0,-10-6-447 0 0,1-1-1 0 0,0 0 0 0 0,0-1 1 0 0,0 1-1 0 0,0-1 1 0 0,1-1-1 0 0,-1 0 1 0 0,0 0-1 0 0,14 0 0 0 0,6-2-4130 0 0</inkml:trace>
</inkml:ink>
</file>

<file path=ppt/ink/ink1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9:46.9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259 91 828 0 0,'1'-14'2052'0'0,"-1"8"-1267"0"0,1-1 1 0 0,-1 1 0 0 0,0-1-1 0 0,-1 1 1 0 0,-1-7 0 0 0,2 11-664 0 0,-1 1 0 0 0,1-1-1 0 0,-1 1 1 0 0,1-1 0 0 0,-1 1 0 0 0,0-1 0 0 0,1 1 0 0 0,-1 0 0 0 0,0-1 0 0 0,0 1 0 0 0,0 0 0 0 0,0 0 0 0 0,0-1 0 0 0,0 1 0 0 0,-1 0 0 0 0,1 0-1 0 0,0 0 1 0 0,-1 1 0 0 0,1-1 0 0 0,0 0 0 0 0,-1 0 0 0 0,1 1 0 0 0,-1-1 0 0 0,1 1 0 0 0,-1-1 0 0 0,-2 0 0 0 0,0 1 3 0 0,0-1 1 0 0,-1 1-1 0 0,1 0 1 0 0,0 0 0 0 0,0 0-1 0 0,-1 1 1 0 0,1-1 0 0 0,0 1-1 0 0,0 0 1 0 0,-1 0-1 0 0,1 1 1 0 0,0-1 0 0 0,-4 3-1 0 0,1 0 10 0 0,0 0-1 0 0,1 1 1 0 0,-1 0-1 0 0,1 0 1 0 0,0 0-1 0 0,-9 11 1 0 0,2 1-1 0 0,0 2 0 0 0,1-1 0 0 0,0 2 0 0 0,-10 25 0 0 0,14-28-90 0 0,1 0 0 0 0,1 1 1 0 0,-7 35-1 0 0,12-47-26 0 0,0 0 1 0 0,0 1-1 0 0,1-1 1 0 0,-1 0-1 0 0,1 1 1 0 0,1-1-1 0 0,-1 0 1 0 0,1 1-1 0 0,0-1 1 0 0,1 0-1 0 0,-1 0 1 0 0,1 0-1 0 0,1 0 1 0 0,4 11-1 0 0,-5-15-10 0 0,0 0-1 0 0,0 0 1 0 0,0 0 0 0 0,0 0-1 0 0,0-1 1 0 0,0 1 0 0 0,0 0-1 0 0,1-1 1 0 0,-1 0 0 0 0,1 1-1 0 0,-1-1 1 0 0,1 0 0 0 0,-1 0-1 0 0,1 0 1 0 0,-1-1 0 0 0,1 1-1 0 0,0-1 1 0 0,0 1 0 0 0,-1-1-1 0 0,1 0 1 0 0,0 0 0 0 0,0 0-1 0 0,5-1 1 0 0,-4 0-4 0 0,0 0 0 0 0,0 0 1 0 0,0 0-1 0 0,1 0 0 0 0,-1-1 0 0 0,0 1 1 0 0,-1-1-1 0 0,1 0 0 0 0,0 0 0 0 0,0-1 0 0 0,-1 1 1 0 0,1-1-1 0 0,-1 1 0 0 0,3-4 0 0 0,2-6-16 0 0,0 0 0 0 0,-1 0 0 0 0,-1 0-1 0 0,0-1 1 0 0,0 0 0 0 0,-2 0 0 0 0,1-1-1 0 0,3-23 1 0 0,-2 12 23 0 0,11-28 0 0 0,-5 8-38 0 0,-12 43 11 0 0,11 9-10 0 0,-4 15-478 0 0,7 40 1 0 0,-11-41-303 0 0,1 0 0 0 0,1 0 1 0 0,14 33-1 0 0,-17-49 621 0 0,1 0 0 0 0,-1 0 0 0 0,1 0 0 0 0,0 0 0 0 0,1 0 0 0 0,-1-1 0 0 0,1 1 0 0 0,0-1 0 0 0,0 0 1 0 0,1 0-1 0 0,-1-1 0 0 0,1 1 0 0 0,-1-1 0 0 0,1 0 0 0 0,0 0 0 0 0,0-1 0 0 0,1 1 0 0 0,6 1 0 0 0,5 0-4467 0 0</inkml:trace>
</inkml:ink>
</file>

<file path=ppt/ink/ink1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9:47.4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312 524 1648 0 0,'0'-3'677'0'0,"0"-1"1"0"0,0 0-1 0 0,-1 1 0 0 0,1-1 0 0 0,-1 1 1 0 0,0-1-1 0 0,0 1 0 0 0,0-1 1 0 0,0 1-1 0 0,-2-4 0 0 0,2 5-563 0 0,0 1 0 0 0,0 0 0 0 0,0-1 0 0 0,0 1 0 0 0,-1 0 0 0 0,1 0 0 0 0,0 0 0 0 0,0 0 0 0 0,-1 0 0 0 0,1 0 1 0 0,0 0-1 0 0,-1 1 0 0 0,1-1 0 0 0,-1 0 0 0 0,1 1 0 0 0,-1-1 0 0 0,0 1 0 0 0,1 0 0 0 0,-1-1 0 0 0,1 1 0 0 0,-1 0 0 0 0,0 0 0 0 0,1 0 0 0 0,-3 0 0 0 0,-3 1 82 0 0,1 0-1 0 0,0 1 0 0 0,-1-1 1 0 0,1 1-1 0 0,0 1 1 0 0,0-1-1 0 0,0 1 0 0 0,1 0 1 0 0,-1 0-1 0 0,1 1 1 0 0,-8 5-1 0 0,-3 4 129 0 0,1 1 0 0 0,-15 17 0 0 0,13-12-185 0 0,1 0-1 0 0,1 2 1 0 0,1-1 0 0 0,-20 41 0 0 0,29-51-112 0 0,0 0 0 0 0,1 1 1 0 0,1-1-1 0 0,-1 1 0 0 0,2-1 1 0 0,-1 1-1 0 0,2 0 0 0 0,-1 0 1 0 0,1 0-1 0 0,1 0 0 0 0,0 1 1 0 0,1-1-1 0 0,2 13 0 0 0,-2-20-3 0 0,0 0 0 0 0,1 0-1 0 0,-1 0 1 0 0,1-1 0 0 0,4 8 0 0 0,-5-10-16 0 0,-1 1 0 0 0,2-1 0 0 0,-1 0 0 0 0,0 1 1 0 0,0-1-1 0 0,0 0 0 0 0,0 0 0 0 0,1 0 0 0 0,-1 0 0 0 0,1 0 1 0 0,-1 0-1 0 0,1 0 0 0 0,-1 0 0 0 0,1 0 0 0 0,-1-1 0 0 0,1 1 1 0 0,0-1-1 0 0,-1 1 0 0 0,3-1 0 0 0,2 1 2 0 0,0-1-1 0 0,0-1 1 0 0,0 1-1 0 0,0-1 0 0 0,0 0 1 0 0,-1-1-1 0 0,1 1 1 0 0,0-1-1 0 0,-1 0 1 0 0,9-5-1 0 0,-3 1-19 0 0,-2 0 0 0 0,1-1 0 0 0,0 0 0 0 0,15-16 0 0 0,-5 2-267 0 0,-1-2-1 0 0,-1-1 1 0 0,23-38-1 0 0,-25 32-152 0 0,-1-1-1 0 0,-1 0 1 0 0,-2-2 0 0 0,-1 1-1 0 0,-1-1 1 0 0,5-37-1 0 0,-4-5-150 0 0,4-124-1 0 0,-15 30 1164 0 0,-1 159-53 0 0,-2 16-165 0 0,-1 15 177 0 0,1 58 1039 0 0,3 0 0 0 0,18 128 1 0 0,-13-166-1404 0 0,-5-36-190 0 0,6 45 296 0 0,12 51 0 0 0,-15-87-463 0 0,1 0 0 0 0,0 0-1 0 0,2-1 1 0 0,-1 1 0 0 0,2-1 0 0 0,0 0 0 0 0,0-1 0 0 0,13 16 0 0 0,-17-23-257 0 0,1-1 0 0 0,0 0 1 0 0,1 0-1 0 0,-1-1 1 0 0,1 0-1 0 0,7 5 1 0 0,18 4-5067 0 0,-11-10-816 0 0</inkml:trace>
</inkml:ink>
</file>

<file path=ppt/ink/ink1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9:47.7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359 33 2596 0 0,'1'-3'1898'0'0,"-1"-1"-838"0"0,10-21 8395 0 0,-10 25-9353 0 0,1 2 85 0 0,0 0 0 0 0,0 0 0 0 0,-1 0 1 0 0,1 0-1 0 0,-1 0 0 0 0,0 0 0 0 0,1 1 0 0 0,-1-1 1 0 0,0 0-1 0 0,0 0 0 0 0,-1 3 0 0 0,1 1 290 0 0,11 231 6802 0 0,-10 118-4405 0 0,-1-326-2688 0 0,0-9 38 0 0,0 0-1 0 0,-1-1 1 0 0,-1 1-1 0 0,-1-1 1 0 0,-8 27-1 0 0,10-43-171 0 0,0 0 1 0 0,0 0-1 0 0,-1 0 1 0 0,1-1-1 0 0,-1 1 0 0 0,1 0 1 0 0,-1-1-1 0 0,0 0 1 0 0,0 1-1 0 0,0-1 0 0 0,-1 0 1 0 0,1 0-1 0 0,0 0 1 0 0,-1 0-1 0 0,1 0 0 0 0,-1-1 1 0 0,0 1-1 0 0,-4 1 1 0 0,2-2-68 0 0,1 1 0 0 0,-1-2 0 0 0,0 1 0 0 0,1 0 0 0 0,-1-1 0 0 0,0 0 1 0 0,1 0-1 0 0,-1-1 0 0 0,0 1 0 0 0,1-1 0 0 0,-7-1 0 0 0,-1-2-478 0 0,-1 0 1 0 0,1-1-1 0 0,0-1 0 0 0,1 0 0 0 0,-1 0 1 0 0,1-1-1 0 0,-20-16 0 0 0,17 10-542 0 0,2 0 0 0 0,0 0 0 0 0,0-1 0 0 0,1-1 0 0 0,1 0 0 0 0,0 0 0 0 0,-8-20 1 0 0,6 9-3480 0 0,-16-51-1 0 0,16 34-2162 0 0</inkml:trace>
</inkml:ink>
</file>

<file path=ppt/ink/ink1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29:47.8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1 122 200 0 0,'16'-33'4115'0'0,"-4"7"-733"0"0,18-28 1 0 0,-30 53-3395 0 0,1 1 0 0 0,-1-1 0 0 0,1 1 0 0 0,-1-1 0 0 0,1 0 0 0 0,-1 1 0 0 0,1-1 0 0 0,-1 1 0 0 0,1 0 0 0 0,-1-1 0 0 0,1 1 0 0 0,0-1 0 0 0,-1 1 0 0 0,1 0 0 0 0,0-1 1 0 0,-1 1-1 0 0,1 0 0 0 0,0 0 0 0 0,-1 0 0 0 0,1 0 0 0 0,1-1 0 0 0,9 4-4262 0 0,-1 1 135 0 0</inkml:trace>
</inkml:ink>
</file>

<file path=ppt/ink/ink1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8:09.3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10 184 0 0,'0'0'2632'0'0,"5"-7"-2048"0"0,6 4-2056 0 0</inkml:trace>
</inkml:ink>
</file>

<file path=ppt/ink/ink1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8:19.5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8 464 0 0,'0'0'6646'0'0,"5"-7"-5954"0"0,9 15-3419 0 0</inkml:trace>
</inkml:ink>
</file>

<file path=ppt/ink/ink1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8:25.6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2 60 0 0,'0'0'4349'0'0,"-12"-2"-5891"0"0</inkml:trace>
</inkml:ink>
</file>

<file path=ppt/ink/ink1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8:53.9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48 298 1460 0 0,'0'0'7050'0'0,"-2"0"-6494"0"0,-8 0-171 0 0,7 0 603 0 0,-4 6-679 0 0,-11 25 953 0 0,12-26 474 0 0,5-18-1662 0 0,1 0 0 0 0,0 1 0 0 0,0-1 0 0 0,2 1 0 0 0,-1-1 0 0 0,2 1 1 0 0,6-24-1 0 0,-1 14-141 0 0,0 1 0 0 0,1-1 1 0 0,20-30-1 0 0,-25 44 48 0 0,2 1 0 0 0,-1 0 0 0 0,1-1 0 0 0,0 2 0 0 0,0-1 0 0 0,1 1 0 0 0,0 0 0 0 0,0 0 0 0 0,0 1 1 0 0,1 0-1 0 0,0 0 0 0 0,0 1 0 0 0,0-1 0 0 0,1 2 0 0 0,-1 0 0 0 0,12-3 0 0 0,-15 5 16 0 0,1 0 0 0 0,-1 1 0 0 0,0 0 0 0 0,0 0 0 0 0,1 1 0 0 0,-1-1 0 0 0,0 1 0 0 0,0 0 0 0 0,0 1 0 0 0,0-1 0 0 0,8 5 0 0 0,-2-2 6 0 0,-1 2 0 0 0,0-1-1 0 0,18 14 1 0 0,-19-11 21 0 0,0 0 1 0 0,-1 0-1 0 0,0 1 0 0 0,-1-1 0 0 0,0 2 1 0 0,0-1-1 0 0,-1 1 0 0 0,0 0 0 0 0,-1 0 0 0 0,7 20 1 0 0,-2 1-41 0 0,-2 0 1 0 0,8 47-1 0 0,-16-71-678 0 0,1 0 0 0 0,-1 0 0 0 0,-1 0 0 0 0,1 0 0 0 0,-1 0 0 0 0,-3 12 0 0 0</inkml:trace>
</inkml:ink>
</file>

<file path=ppt/ink/ink1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8:54.3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96 53 1812 0 0,'0'-17'3323'0'0,"3"-19"5492"0"0,-3 36-8782 0 0,7 21-331 0 0,-2 2 455 0 0,0 1 0 0 0,-2-1 0 0 0,-1 1 0 0 0,-1 0 0 0 0,-3 36 0 0 0,-21 120 222 0 0,20-167-356 0 0,-56 289 343 0 0,27-150-62 0 0,30-118-810 0 0,4-12-4288 0 0,11-24 360 0 0</inkml:trace>
</inkml:ink>
</file>

<file path=ppt/ink/ink1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8:55.0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143 245 640 0 0,'-10'1'804'0'0,"0"1"0"0"0,0 0 0 0 0,0 0 1 0 0,0 1-1 0 0,0 0 0 0 0,0 1 0 0 0,1 0 0 0 0,-11 6 0 0 0,17-8-666 0 0,0 1 0 0 0,0-1 0 0 0,-1 1 0 0 0,2 0 0 0 0,-1-1 0 0 0,0 1 0 0 0,0 0 0 0 0,1 1 0 0 0,0-1 0 0 0,0 0 0 0 0,0 1 0 0 0,0-1-1 0 0,0 1 1 0 0,1 0 0 0 0,-1 0 0 0 0,1-1 0 0 0,0 1 0 0 0,0 0 0 0 0,1 0 0 0 0,-1 0 0 0 0,1 0 0 0 0,0 0 0 0 0,0 0 0 0 0,0 4 0 0 0,1-2-6 0 0,-1 0-1 0 0,1 0 1 0 0,0-1 0 0 0,1 1 0 0 0,-1-1 0 0 0,1 1 0 0 0,0-1-1 0 0,1 1 1 0 0,-1-1 0 0 0,1 0 0 0 0,0 0 0 0 0,0-1-1 0 0,1 1 1 0 0,6 6 0 0 0,-4-5-37 0 0,0 0 0 0 0,1-1 0 0 0,0 0-1 0 0,0-1 1 0 0,1 1 0 0 0,-1-1 0 0 0,1-1 0 0 0,16 6-1 0 0,-1-3-27 0 0,-1-1 0 0 0,1-1 0 0 0,1-2 0 0 0,-1 0-1 0 0,0-1 1 0 0,31-3 0 0 0,-29 0-112 0 0,-1-1 0 0 0,0-1 0 0 0,0-1 0 0 0,-1-1 0 0 0,1-1-1 0 0,-1-2 1 0 0,38-18 0 0 0,-47 19 3 0 0,-1 0 0 0 0,0-1 0 0 0,0 0 0 0 0,-1-1 0 0 0,0 0 0 0 0,-1-1 0 0 0,0 0 0 0 0,-1-1-1 0 0,0-1 1 0 0,-1 1 0 0 0,0-1 0 0 0,-1-1 0 0 0,7-15 0 0 0,-8 13 50 0 0,-1-1 0 0 0,-1 0 0 0 0,0-1 0 0 0,-2 1 0 0 0,3-25 0 0 0,-2-88 1126 0 0,-4 103-652 0 0,0 80-433 0 0,-3 225 222 0 0,0-211 332 0 0,2-66-517 0 0,1-2-83 0 0,-1 0 0 0 0,0 0 1 0 0,1 0-1 0 0,-1 0 0 0 0,1 0 1 0 0,0 0-1 0 0,-1 0 0 0 0,1-1 0 0 0,0 1 1 0 0,0 0-1 0 0,-1 0 0 0 0,1 0 1 0 0,0 0-1 0 0,0-1 0 0 0,0 1 1 0 0,1-1-1 0 0,0-22 37 0 0,3-4-94 0 0,1-1 0 0 0,1 1 0 0 0,15-41-1 0 0,-15 54 29 0 0,-1 1 0 0 0,2 1 0 0 0,0-1 0 0 0,1 1 0 0 0,0 1 0 0 0,1-1 0 0 0,0 1 0 0 0,16-16 0 0 0,-22 25 19 0 0,1 0 0 0 0,-1 0 1 0 0,0 1-1 0 0,0-1 0 0 0,1 1 0 0 0,0 0 0 0 0,-1 0 0 0 0,1 0 1 0 0,0 1-1 0 0,0-1 0 0 0,0 1 0 0 0,0 0 0 0 0,0 0 1 0 0,0 0-1 0 0,0 0 0 0 0,0 1 0 0 0,1 0 0 0 0,-1 0 0 0 0,0 0 1 0 0,0 0-1 0 0,0 1 0 0 0,1-1 0 0 0,-1 1 0 0 0,0 0 0 0 0,0 1 1 0 0,0-1-1 0 0,0 1 0 0 0,-1-1 0 0 0,1 1 0 0 0,0 0 0 0 0,-1 1 1 0 0,1-1-1 0 0,-1 0 0 0 0,0 1 0 0 0,1 0 0 0 0,-1 0 0 0 0,-1 0 1 0 0,1 0-1 0 0,0 0 0 0 0,1 5 0 0 0,3 2 41 0 0,0 2-1 0 0,-1-1 1 0 0,-1 1-1 0 0,0 0 1 0 0,0 0 0 0 0,-2 0-1 0 0,5 18 1 0 0,-2 11-506 0 0,1 40 1 0 0,-6-64-78 0 0,0-14-193 0 0,-1 1 0 0 0,1-1 0 0 0,-1 0 0 0 0,1 0 0 0 0,0 1 0 0 0,0-1-1 0 0,0 0 1 0 0,1 0 0 0 0,-1 0 0 0 0,4 4 0 0 0</inkml:trace>
</inkml:ink>
</file>

<file path=ppt/ink/ink1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8:56.2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1 149 2200 0 0,'6'-45'7893'0'0,"-6"43"-7255"0"0,1-10 1366 0 0,4 27-1876 0 0,-1 0 0 0 0,0 0 0 0 0,-2 0-1 0 0,3 30 1 0 0,2 16 132 0 0,-1-27-67 0 0,1 0 0 0 0,2-1 0 0 0,1 0 0 0 0,20 42 0 0 0,-30-74-146 0 0,0 0 0 0 0,1-1 0 0 0,-1 1-1 0 0,0 0 1 0 0,1-1 0 0 0,-1 1 0 0 0,0-1 0 0 0,1 1-1 0 0,-1 0 1 0 0,1-1 0 0 0,-1 1 0 0 0,1-1-1 0 0,-1 1 1 0 0,1-1 0 0 0,0 0 0 0 0,-1 1 0 0 0,1-1-1 0 0,0 1 1 0 0,-1-1 0 0 0,1 0 0 0 0,0 0-1 0 0,-1 1 1 0 0,1-1 0 0 0,0 0 0 0 0,-1 0 0 0 0,3 0-1 0 0,-2 0-14 0 0,0 0 1 0 0,0-1-1 0 0,1 1 0 0 0,-1-1 0 0 0,0 1 0 0 0,0-1 0 0 0,0 0 0 0 0,0 1 0 0 0,0-1 0 0 0,0 0 0 0 0,0 0 1 0 0,0 0-1 0 0,2-1 0 0 0,2-5 4 0 0,1 0 0 0 0,-2 0 0 0 0,7-11 1 0 0,-11 17-25 0 0,97-199 102 0 0,-79 162-139 0 0,-17 34-9 0 0,1 0 0 0 0,-1 1 0 0 0,1 0 1 0 0,0-1-1 0 0,0 1 0 0 0,1 0 1 0 0,-1 0-1 0 0,6-5 0 0 0,-6 7 2 0 0,1 1 26 0 0,1 0 0 0 0,-1 1 0 0 0,1 0 0 0 0,-1-1 0 0 0,0 1 0 0 0,1 1 0 0 0,-1-1 0 0 0,0 0 0 0 0,0 1 0 0 0,1 0 0 0 0,-1 0-1 0 0,3 2 1 0 0,36 34 22 0 0,-12-10 21 0 0,-17-18-10 0 0,0-1-1 0 0,1 0 1 0 0,24 11-1 0 0,-34-18-23 0 0,0 0 1 0 0,1 0-1 0 0,-1-1 0 0 0,0 0 0 0 0,1 0 1 0 0,-1 0-1 0 0,1 0 0 0 0,-1 0 1 0 0,1-1-1 0 0,-1 0 0 0 0,1 0 0 0 0,-1 0 1 0 0,1-1-1 0 0,-1 1 0 0 0,1-1 0 0 0,-1 0 1 0 0,0-1-1 0 0,5-1 0 0 0,-4 0-34 0 0,-1 0-1 0 0,1 0 0 0 0,-1-1 1 0 0,0 1-1 0 0,0-1 1 0 0,0 0-1 0 0,-1 0 0 0 0,1-1 1 0 0,-1 1-1 0 0,0-1 1 0 0,0 0-1 0 0,-1 0 0 0 0,1 0 1 0 0,-1 0-1 0 0,0 0 1 0 0,0 0-1 0 0,1-8 0 0 0,-1 4 16 0 0,0 0 0 0 0,-1 0 0 0 0,0-1 0 0 0,-1 1 0 0 0,1 0 0 0 0,-2 0 0 0 0,1 0 0 0 0,-1-1 0 0 0,-4-14 0 0 0,4 22 12 0 0,1 1 1 0 0,0 0-1 0 0,0-1 1 0 0,-1 1-1 0 0,1 0 1 0 0,-1-1-1 0 0,1 1 1 0 0,-1 0-1 0 0,0 0 1 0 0,1 0-1 0 0,-1-1 1 0 0,0 1-1 0 0,0 0 1 0 0,0 0 0 0 0,0 0-1 0 0,0 0 1 0 0,0 0-1 0 0,0 1 1 0 0,0-1-1 0 0,0 0 1 0 0,0 0-1 0 0,0 1 1 0 0,0-1-1 0 0,-1 1 1 0 0,1-1-1 0 0,0 1 1 0 0,-1-1-1 0 0,1 1 1 0 0,0 0-1 0 0,-1-1 1 0 0,1 1-1 0 0,0 0 1 0 0,-2 0-1 0 0,-1 1 0 0 0,0 0 0 0 0,1 0-1 0 0,-1 1 1 0 0,0-1-1 0 0,1 1 1 0 0,-1 0 0 0 0,1 0-1 0 0,-1 0 1 0 0,1 0-1 0 0,-3 3 1 0 0,-14 12-4 0 0,1 0-1 0 0,1 2 1 0 0,1 0 0 0 0,-23 32 0 0 0,15-15 39 0 0,-35 73 0 0 0,52-94-11 0 0,2 0-1 0 0,0 0 1 0 0,0 1-1 0 0,2 0 1 0 0,0 0-1 0 0,0 1 0 0 0,0 21 1 0 0,3-34-13 0 0,1 0 0 0 0,0 0 0 0 0,0-1 0 0 0,1 1 0 0 0,-1 0 0 0 0,1 0 0 0 0,0 0 0 0 0,0 0 0 0 0,0 0 0 0 0,0 0 0 0 0,1-1 0 0 0,-1 1 0 0 0,1 0 0 0 0,0-1 0 0 0,0 0-1 0 0,1 1 1 0 0,-1-1 0 0 0,1 0 0 0 0,-1 0 0 0 0,1 0 0 0 0,0-1 0 0 0,0 1 0 0 0,0-1 0 0 0,0 1 0 0 0,1-1 0 0 0,-1 0 0 0 0,1 0 0 0 0,-1 0 0 0 0,1-1 0 0 0,0 0 0 0 0,0 1 0 0 0,-1-1 0 0 0,1 0 0 0 0,0-1 0 0 0,5 1 0 0 0,11 1-19 0 0,0 0-1 0 0,0-2 1 0 0,-1 0-1 0 0,1-2 1 0 0,0 0-1 0 0,-1-1 1 0 0,1-1-1 0 0,-1 0 1 0 0,0-2-1 0 0,0 0 1 0 0,-1-1-1 0 0,1-1 1 0 0,-2-1-1 0 0,1-1 1 0 0,-1 0-1 0 0,16-14 1 0 0,-17 12-21 0 0,0 0 1 0 0,-1-2 0 0 0,-1 0 0 0 0,-1 0 0 0 0,0-2 0 0 0,0 0 0 0 0,-2 0 0 0 0,0-1 0 0 0,-1 0 0 0 0,0-1 0 0 0,-2 0-1 0 0,0 0 1 0 0,-1-1 0 0 0,-1 0 0 0 0,7-38 0 0 0,-11 41 35 0 0,-1 0 0 0 0,0 0 0 0 0,-2 0 0 0 0,0 0 0 0 0,-3-19 0 0 0,3 28-1 0 0,-1 0 0 0 0,1 1-1 0 0,-1-1 1 0 0,0 1 0 0 0,-1-1-1 0 0,1 1 1 0 0,-1 0 0 0 0,-1 0 0 0 0,1 0-1 0 0,-1 0 1 0 0,0 1 0 0 0,0-1 0 0 0,-1 1-1 0 0,-6-7 1 0 0,9 12-4 0 0,1-1 0 0 0,0 1 1 0 0,0-1-1 0 0,-1 1 0 0 0,1-1 0 0 0,0 1 0 0 0,-1 0 0 0 0,1 0 1 0 0,0 0-1 0 0,-1 0 0 0 0,1 0 0 0 0,-1 0 0 0 0,1 0 0 0 0,0 0 1 0 0,-1 0-1 0 0,1 1 0 0 0,0-1 0 0 0,-1 1 0 0 0,1-1 1 0 0,0 1-1 0 0,0-1 0 0 0,-2 2 0 0 0,-24 16-33 0 0,22-12 32 0 0,0-1-1 0 0,1 1 1 0 0,-1 0 0 0 0,1 0 0 0 0,1 0 0 0 0,-1 1-1 0 0,1-1 1 0 0,0 1 0 0 0,0 0 0 0 0,1-1 0 0 0,0 2-1 0 0,1-1 1 0 0,-1 0 0 0 0,1 0 0 0 0,0 0 0 0 0,1 0-1 0 0,0 1 1 0 0,0-1 0 0 0,2 10 0 0 0,-1-11 8 0 0,0-1 0 0 0,0 1-1 0 0,1 0 1 0 0,0-1 0 0 0,0 1 0 0 0,0-1 0 0 0,1 0 0 0 0,0 0 0 0 0,0 0 0 0 0,0 0 0 0 0,1 0 0 0 0,-1 0-1 0 0,1-1 1 0 0,0 0 0 0 0,0 0 0 0 0,1 0 0 0 0,-1 0 0 0 0,1-1 0 0 0,0 0 0 0 0,0 0 0 0 0,0 0 0 0 0,1 0 0 0 0,-1-1-1 0 0,8 3 1 0 0,1-2-94 0 0,0 0 0 0 0,0-1 0 0 0,0 0 0 0 0,0-1-1 0 0,0 0 1 0 0,0-2 0 0 0,0 1 0 0 0,0-2 0 0 0,19-4 0 0 0,-7 0-321 0 0,0-1 1 0 0,0-2-1 0 0,47-23 1 0 0,-67 29 468 0 0,1-1 1 0 0,-2 1 0 0 0,1-1-1 0 0,0-1 1 0 0,-1 1 0 0 0,0-1-1 0 0,0 0 1 0 0,0 0 0 0 0,0 0-1 0 0,-1-1 1 0 0,0 0-1 0 0,0 0 1 0 0,-1 0 0 0 0,1 0-1 0 0,3-12 1 0 0,-6 17-44 0 0,-1 0 0 0 0,0-1 0 0 0,1 1-1 0 0,-1 0 1 0 0,0-1 0 0 0,0 1 0 0 0,0 0 0 0 0,1-1 0 0 0,-2 1 0 0 0,1-1 0 0 0,0 1 0 0 0,0 0-1 0 0,0-1 1 0 0,0 1 0 0 0,-2-3 0 0 0,2 4-13 0 0,0 0 0 0 0,-1-1 0 0 0,1 1 0 0 0,-1 0 0 0 0,1 0 0 0 0,0 0 0 0 0,-1-1 0 0 0,1 1 0 0 0,-1 0 0 0 0,1 0 0 0 0,0 0 0 0 0,-1 0 0 0 0,1 0-1 0 0,-1 0 1 0 0,1 0 0 0 0,-1 0 0 0 0,1 0 0 0 0,-1 0 0 0 0,1 0 0 0 0,0 0 0 0 0,-1 0 0 0 0,1 0 0 0 0,-1 0 0 0 0,1 0 0 0 0,-1 0 0 0 0,1 1 0 0 0,0-1 0 0 0,-1 0 0 0 0,0 1 0 0 0,-3 1 2 0 0,0 0 0 0 0,1 1 0 0 0,-1 0 0 0 0,0 0 0 0 0,1 0 0 0 0,0 0 0 0 0,-4 5 0 0 0,-12 18 29 0 0,2 0 0 0 0,1 2 0 0 0,1 0 1 0 0,1 1-1 0 0,2 0 0 0 0,-14 49 1 0 0,23-69 15 0 0,1-1 0 0 0,1 1 1 0 0,0 0-1 0 0,0 0 1 0 0,0 0-1 0 0,1 0 0 0 0,2 15 1 0 0,-2-22-143 0 0,1 1 0 0 0,-1-1-1 0 0,1 1 1 0 0,0-1 0 0 0,-1 1 0 0 0,1-1 0 0 0,0 1 0 0 0,1-1-1 0 0,-1 0 1 0 0,0 1 0 0 0,1-1 0 0 0,-1 0 0 0 0,1 0 0 0 0,0 0 0 0 0,-1 0-1 0 0,1 0 1 0 0,0-1 0 0 0,0 1 0 0 0,0 0 0 0 0,1-1 0 0 0,-1 0-1 0 0,0 1 1 0 0,0-1 0 0 0,1 0 0 0 0,-1 0 0 0 0,1 0 0 0 0,-1-1 0 0 0,1 1-1 0 0,-1 0 1 0 0,4-1 0 0 0,3 1-1115 0 0,1-1 0 0 0,-1 0 0 0 0,0-1 0 0 0,11-2 1 0 0,4-2-2145 0 0</inkml:trace>
</inkml:ink>
</file>

<file path=ppt/ink/ink1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8:56.7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270 70 1648 0 0,'-8'-22'4355'0'0,"6"15"-3367"0"0,0 0 0 0 0,-1 0 0 0 0,0 1 0 0 0,-5-9 0 0 0,8 14-954 0 0,-1 1-1 0 0,1 0 1 0 0,-1-1 0 0 0,1 1 0 0 0,-1-1-1 0 0,1 1 1 0 0,-1 0 0 0 0,1-1 0 0 0,-1 1-1 0 0,0 0 1 0 0,1 0 0 0 0,-1-1 0 0 0,1 1-1 0 0,-1 0 1 0 0,0 0 0 0 0,1 0 0 0 0,-1 0-1 0 0,0 0 1 0 0,1 0 0 0 0,-1 0 0 0 0,0 0-1 0 0,1 0 1 0 0,-1 0 0 0 0,0 0 0 0 0,0 1-1 0 0,-17 5 191 0 0,9 0-150 0 0,-1 0 0 0 0,1 0-1 0 0,0 1 1 0 0,1 0 0 0 0,0 1-1 0 0,-11 12 1 0 0,6-4 5 0 0,0 1 1 0 0,-16 27 0 0 0,26-39-61 0 0,0 0 0 0 0,0 0 0 0 0,1 0 0 0 0,0 1 0 0 0,0-1 0 0 0,0 1 0 0 0,1-1 0 0 0,0 1 0 0 0,0-1 0 0 0,0 1 1 0 0,1 7-1 0 0,0-9-7 0 0,1-1 0 0 0,-1 0 0 0 0,1 0 0 0 0,0 0 0 0 0,0 0 1 0 0,0 0-1 0 0,1-1 0 0 0,-1 1 0 0 0,1 0 0 0 0,-1 0 0 0 0,1-1 1 0 0,0 1-1 0 0,0-1 0 0 0,0 0 0 0 0,0 1 0 0 0,1-1 0 0 0,-1 0 0 0 0,0 0 1 0 0,1-1-1 0 0,0 1 0 0 0,-1 0 0 0 0,4 1 0 0 0,10 4 10 0 0,0 0 0 0 0,18 4 0 0 0,-17-6-33 0 0,0 1 0 0 0,27 14 0 0 0,-40-18 34 0 0,1 0-1 0 0,-1 1 1 0 0,-1 0 0 0 0,1 0-1 0 0,0 0 1 0 0,-1 0 0 0 0,1 0-1 0 0,-1 1 1 0 0,0 0 0 0 0,0-1-1 0 0,-1 1 1 0 0,1 0 0 0 0,-1 1-1 0 0,4 6 1 0 0,-5-8 76 0 0,-1-1 1 0 0,1 0-1 0 0,-1 1 0 0 0,1-1 0 0 0,-1 1 1 0 0,0-1-1 0 0,0 1 0 0 0,0-1 1 0 0,0 1-1 0 0,0-1 0 0 0,0 1 1 0 0,-1-1-1 0 0,0 1 0 0 0,1-1 1 0 0,-1 0-1 0 0,-1 4 0 0 0,0-2 115 0 0,-1 0 0 0 0,1 0 0 0 0,-1 0 0 0 0,0 0 0 0 0,0-1 0 0 0,0 1 0 0 0,0-1 1 0 0,-5 4-1 0 0,-1 0 267 0 0,0-1 1 0 0,-1 0 0 0 0,1 0 0 0 0,-1-1 0 0 0,-1 0 0 0 0,-15 5 0 0 0,18-8-364 0 0,0-1 0 0 0,0 0 0 0 0,-1-1 0 0 0,1 1 0 0 0,-1-2 0 0 0,1 1-1 0 0,0-1 1 0 0,-1 0 0 0 0,1-1 0 0 0,0 0 0 0 0,0 0 0 0 0,0-1 0 0 0,0 0 0 0 0,0 0 0 0 0,1-1 0 0 0,0 0 0 0 0,-1 0 0 0 0,1-1 0 0 0,-6-6 0 0 0,11 10-250 0 0,0 0 0 0 0,1 0 0 0 0,-1-1 0 0 0,1 1-1 0 0,0-1 1 0 0,-1 1 0 0 0,1-1 0 0 0,0 0 0 0 0,0 0 0 0 0,0 1 0 0 0,0-1 0 0 0,0 0 0 0 0,1 0 0 0 0,-1 0 0 0 0,0-3 0 0 0,1 3-54 0 0,0 1 0 0 0,0 0 0 0 0,0-1 0 0 0,0 1 0 0 0,0-1 0 0 0,1 1 0 0 0,-1-1 0 0 0,1 1 0 0 0,-1 0 0 0 0,1-1 0 0 0,-1 1 0 0 0,1 0 0 0 0,0 0 0 0 0,0-1 0 0 0,-1 1 0 0 0,3-2 0 0 0,3-2-1050 0 0,0-1 0 0 0,1 1-1 0 0,-1 1 1 0 0,1 0 0 0 0,0 0 0 0 0,8-4-1 0 0,-6 4-635 0 0,7-5-2950 0 0</inkml:trace>
</inkml:ink>
</file>

<file path=ppt/ink/ink1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8:57.2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110 155 2204 0 0,'7'-19'10598'0'0,"-2"9"-6152"0"0,-4 10-4406 0 0,-1 1 0 0 0,1-1 0 0 0,0 1 0 0 0,-1 0 0 0 0,1-1 0 0 0,-1 1 0 0 0,1 0 0 0 0,-1-1 0 0 0,0 1 0 0 0,1 0 0 0 0,-1 0 0 0 0,0 0 0 0 0,1-1 0 0 0,-1 1 0 0 0,0 0 0 0 0,0 0 0 0 0,0 1 0 0 0,2 6 28 0 0,1-1-1 0 0,0 0 1 0 0,0 0-1 0 0,6 10 0 0 0,-8-15-52 0 0,0-1 0 0 0,0 1 0 0 0,0 0 0 0 0,0-1 0 0 0,0 1 0 0 0,0-1 0 0 0,1 0 0 0 0,-1 1 0 0 0,0-1 0 0 0,1 0 0 0 0,-1 0 0 0 0,1 0 0 0 0,0 0 0 0 0,-1 0 0 0 0,1 0 0 0 0,0 0 0 0 0,-1-1 0 0 0,1 1 0 0 0,0-1 0 0 0,0 1 0 0 0,0-1 0 0 0,0 0-1 0 0,0 1 1 0 0,-1-1 0 0 0,4 0 0 0 0,-1-1-8 0 0,-1 0-1 0 0,1-1 0 0 0,-1 1 0 0 0,1 0 1 0 0,-1-1-1 0 0,0 0 0 0 0,0 0 0 0 0,0 0 0 0 0,0 0 1 0 0,0 0-1 0 0,0-1 0 0 0,0 1 0 0 0,-1-1 1 0 0,1 0-1 0 0,-1 0 0 0 0,0 0 0 0 0,0 0 1 0 0,0 0-1 0 0,0 0 0 0 0,1-5 0 0 0,3-5-7 0 0,-1 0 0 0 0,-1-1 0 0 0,-1 1 0 0 0,4-19 0 0 0,-7 27 12 0 0,0 1-1 0 0,0 0 1 0 0,0-1-1 0 0,-1 1 1 0 0,1 0-1 0 0,-1 0 1 0 0,0-1-1 0 0,0 1 1 0 0,-1 0-1 0 0,1 0 1 0 0,-1 0-1 0 0,0 0 1 0 0,-4-7-1 0 0,5 10-9 0 0,0 1 0 0 0,1-1 0 0 0,-1 0 0 0 0,0 1 0 0 0,0-1 0 0 0,1 1 0 0 0,-1-1 0 0 0,0 1-1 0 0,0-1 1 0 0,0 1 0 0 0,0 0 0 0 0,0 0 0 0 0,0-1 0 0 0,0 1 0 0 0,0 0 0 0 0,0 0 0 0 0,0 0 0 0 0,0 0 0 0 0,0 0 0 0 0,1 0 0 0 0,-1 0 0 0 0,0 0 0 0 0,0 0-1 0 0,0 1 1 0 0,-1-1 0 0 0,-24 10 7 0 0,10-1 12 0 0,1 0-1 0 0,0 1 0 0 0,0 1 1 0 0,1 1-1 0 0,0 0 1 0 0,1 1-1 0 0,0 0 1 0 0,2 1-1 0 0,-1 0 1 0 0,2 1-1 0 0,-1 1 1 0 0,2-1-1 0 0,0 1 1 0 0,2 1-1 0 0,-11 28 0 0 0,16-40 4 0 0,1-1 0 0 0,0 1-1 0 0,0-1 1 0 0,1 1 0 0 0,-1 0-1 0 0,1-1 1 0 0,0 1-1 0 0,0 0 1 0 0,0-1 0 0 0,1 1-1 0 0,0-1 1 0 0,0 1 0 0 0,0-1-1 0 0,0 1 1 0 0,1-1 0 0 0,4 9-1 0 0,-4-9 9 0 0,1-1-1 0 0,0 1 0 0 0,0-1 1 0 0,0 0-1 0 0,1 0 0 0 0,-1 0 1 0 0,1 0-1 0 0,-1-1 0 0 0,1 1 1 0 0,0-1-1 0 0,0 0 0 0 0,0 0 1 0 0,0-1-1 0 0,1 1 0 0 0,-1-1 1 0 0,0 0-1 0 0,8 1 0 0 0,9 1 19 0 0,0-1 0 0 0,0-1 1 0 0,0-1-1 0 0,0-1 0 0 0,1 0 0 0 0,-1-2 0 0 0,0-1 0 0 0,-1 0 0 0 0,25-9 1 0 0,-43 12-490 0 0,0 0 1 0 0,0 0 0 0 0,0 0 0 0 0,0 0-1 0 0,0 0 1 0 0,0-1 0 0 0,0 1 0 0 0,-1 0-1 0 0,1-1 1 0 0,0 1 0 0 0,-1-1-1 0 0,1 0 1 0 0,1-3 0 0 0</inkml:trace>
</inkml:ink>
</file>

<file path=ppt/ink/ink1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8:58.4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185 436 1676 0 0,'20'-85'13322'0'0,"-35"91"-13071"0"0,9-1-213 0 0,0 0 0 0 0,0 1 0 0 0,1 0 0 0 0,-1 0 0 0 0,1 0 0 0 0,1 1 0 0 0,-6 9 0 0 0,-3 3 16 0 0,-7 10 3 0 0,0 1-1 0 0,2 0 0 0 0,1 2 0 0 0,2 0 1 0 0,-17 51-1 0 0,30-78-43 0 0,1 1 1 0 0,0-1-1 0 0,0 0 1 0 0,0 1-1 0 0,0-1 0 0 0,1 0 1 0 0,0 1-1 0 0,0-1 1 0 0,1 1-1 0 0,-1-1 1 0 0,1 0-1 0 0,3 8 0 0 0,-3-10-1 0 0,0 0-1 0 0,0-1 1 0 0,0 1-1 0 0,1-1 1 0 0,0 0-1 0 0,-1 0 1 0 0,1 1-1 0 0,0-1 0 0 0,0 0 1 0 0,0 0-1 0 0,0-1 1 0 0,0 1-1 0 0,1 0 1 0 0,-1-1-1 0 0,0 1 0 0 0,1-1 1 0 0,-1 0-1 0 0,1 0 1 0 0,0 0-1 0 0,-1 0 1 0 0,1 0-1 0 0,0-1 1 0 0,0 1-1 0 0,-1-1 0 0 0,5 1 1 0 0,5-1 4 0 0,0 0 0 0 0,-1 0-1 0 0,1-2 1 0 0,0 1 0 0 0,-1-1 0 0 0,0-1 0 0 0,1 0 0 0 0,-1 0-1 0 0,0-1 1 0 0,0-1 0 0 0,-1 0 0 0 0,0 0 0 0 0,16-12 0 0 0,-10 6-7 0 0,-1-1 0 0 0,0-1 1 0 0,0 0-1 0 0,-2-1 1 0 0,0-1-1 0 0,0 0 1 0 0,13-21-1 0 0,-16 19-1 0 0,-1 1-1 0 0,-1-1 0 0 0,0-1 1 0 0,-1 1-1 0 0,-1-1 0 0 0,-1-1 1 0 0,6-33-1 0 0,-9 43-4 0 0,-1-1 0 0 0,-1 0 0 0 0,1 0 0 0 0,-2 1 1 0 0,1-1-1 0 0,-1 0 0 0 0,-1 1 0 0 0,0-1 0 0 0,0 0 0 0 0,-1 1 0 0 0,0 0 1 0 0,0 0-1 0 0,-1 0 0 0 0,-1 0 0 0 0,1 0 0 0 0,-12-14 0 0 0,14 20-7 0 0,-1 0-1 0 0,1 0 0 0 0,-1 0 0 0 0,0 1 1 0 0,0-1-1 0 0,0 1 0 0 0,0 0 1 0 0,0 0-1 0 0,-1 0 0 0 0,1 0 1 0 0,-1 0-1 0 0,1 1 0 0 0,-1 0 1 0 0,0-1-1 0 0,1 1 0 0 0,-1 1 1 0 0,0-1-1 0 0,-6 0 0 0 0,4 1 0 0 0,0 1-1 0 0,0 0 1 0 0,0 0 0 0 0,0 0-1 0 0,0 1 1 0 0,0 0-1 0 0,0 0 1 0 0,1 0-1 0 0,-1 1 1 0 0,-8 5 0 0 0,-3 4-5 0 0,0 0 0 0 0,1 1 1 0 0,0 1-1 0 0,1 1 0 0 0,-23 28 1 0 0,28-29 8 0 0,0-1 0 0 0,1 2 0 0 0,0-1 0 0 0,1 1 0 0 0,1 0 1 0 0,1 1-1 0 0,0 0 0 0 0,-7 28 0 0 0,12-37 6 0 0,0 0-1 0 0,1 0 0 0 0,-1-1 1 0 0,1 1-1 0 0,0 0 1 0 0,1 0-1 0 0,0 0 1 0 0,0 0-1 0 0,0 0 1 0 0,4 9-1 0 0,-3-12 2 0 0,0 1 0 0 0,1 0 1 0 0,-1-1-1 0 0,1 1 0 0 0,0-1 0 0 0,0 0 0 0 0,1 0 1 0 0,-1 0-1 0 0,1 0 0 0 0,0-1 0 0 0,0 1 0 0 0,0-1 1 0 0,1 0-1 0 0,-1 0 0 0 0,6 2 0 0 0,5 1 5 0 0,0 0 0 0 0,0-1 0 0 0,0 0 0 0 0,1-2 0 0 0,-1 0-1 0 0,1 0 1 0 0,0-2 0 0 0,0 0 0 0 0,0 0 0 0 0,0-2 0 0 0,24-3 0 0 0,-10 0-9 0 0,-1-2 1 0 0,0-1-1 0 0,0-2 1 0 0,-1 0 0 0 0,36-18-1 0 0,-39 14-4 0 0,0-1-1 0 0,-1-2 1 0 0,-1 0-1 0 0,0-2 0 0 0,-1 0 1 0 0,-1-2-1 0 0,-1 0 1 0 0,0-1-1 0 0,-2-1 1 0 0,0-1-1 0 0,-2 0 1 0 0,-1-1-1 0 0,0-1 1 0 0,-2-1-1 0 0,-1 0 0 0 0,-1 0 1 0 0,-1-1-1 0 0,-2 0 1 0 0,0-1-1 0 0,-2 0 1 0 0,3-34-1 0 0,-9 60 12 0 0,2-10 24 0 0,-1 1 1 0 0,-1-1-1 0 0,0 1 0 0 0,-1-1 1 0 0,0 1-1 0 0,-4-20 0 0 0,5 30-32 0 0,0 1 1 0 0,0 0-1 0 0,-1-1 0 0 0,1 1 0 0 0,0-1 0 0 0,0 1 1 0 0,0-1-1 0 0,-1 1 0 0 0,1 0 0 0 0,0-1 0 0 0,-1 1 0 0 0,1-1 1 0 0,0 1-1 0 0,-1 0 0 0 0,1-1 0 0 0,0 1 0 0 0,-1 0 1 0 0,1 0-1 0 0,-1-1 0 0 0,1 1 0 0 0,0 0 0 0 0,-1 0 0 0 0,1 0 1 0 0,-1-1-1 0 0,1 1 0 0 0,-1 0 0 0 0,1 0 0 0 0,-1 0 1 0 0,1 0-1 0 0,-1 0 0 0 0,-13 8 27 0 0,-8 20-7 0 0,8-4-14 0 0,1 2 0 0 0,1-1 1 0 0,-11 36-1 0 0,-19 85 14 0 0,34-115-29 0 0,-25 111 221 0 0,-19 191 0 0 0,12 149 214 0 0,33-376-370 0 0,6-90-20 0 0,-15 143 78 0 0,13-140 3 0 0,-1 0 1 0 0,-1 0 0 0 0,-1 0-1 0 0,-1-1 1 0 0,0 0 0 0 0,-10 17-1 0 0,15-31-64 0 0,0 0 0 0 0,-1 0 0 0 0,1 0-1 0 0,-1-1 1 0 0,0 1 0 0 0,0-1-1 0 0,0 0 1 0 0,-1 0 0 0 0,1 0 0 0 0,-1 0-1 0 0,1-1 1 0 0,-1 1 0 0 0,0-1 0 0 0,0 0-1 0 0,0 0 1 0 0,0-1 0 0 0,-8 3-1 0 0,7-3-20 0 0,-1-1 0 0 0,1 1 0 0 0,-1-1 0 0 0,1-1 0 0 0,0 1 0 0 0,-1-1 0 0 0,1 0 0 0 0,-1 0 0 0 0,1 0 0 0 0,0-1 0 0 0,0 1-1 0 0,0-1 1 0 0,0-1 0 0 0,-6-3 0 0 0,-4-2 85 0 0,1-1 1 0 0,0-1-1 0 0,1 0 0 0 0,0-1 0 0 0,0 0 0 0 0,1-1 0 0 0,1 0 0 0 0,0-1 1 0 0,1 0-1 0 0,0-1 0 0 0,-13-24 0 0 0,18 27-84 0 0,0 0 1 0 0,1 1-1 0 0,0-1 1 0 0,1-1-1 0 0,0 1 0 0 0,0-1 1 0 0,2 1-1 0 0,-1-1 1 0 0,1 1-1 0 0,1-1 0 0 0,0 0 1 0 0,1 1-1 0 0,0-1 0 0 0,1 0 1 0 0,0 1-1 0 0,1-1 1 0 0,6-17-1 0 0,1 7-28 0 0,1 1-1 0 0,1 0 1 0 0,1 1-1 0 0,1 0 1 0 0,0 1 0 0 0,2 0-1 0 0,0 2 1 0 0,1 0-1 0 0,36-28 1 0 0,-9 12 0 0 0,2 2 1 0 0,1 3 0 0 0,61-28-1 0 0,92-25 104 0 0,-62 43-2799 0 0,-90 32-417 0 0,-19 8-3113 0 0</inkml:trace>
</inkml:ink>
</file>

<file path=ppt/ink/ink1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8:59.1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426 224 800 0 0,'8'-30'3474'0'0,"-3"10"-1166"0"0,-1 1 0 0 0,4-35 0 0 0,-8 49-2080 0 0,0 0 1 0 0,0 0 0 0 0,0 0-1 0 0,0 0 1 0 0,-1 0 0 0 0,0 0-1 0 0,0 0 1 0 0,0 0 0 0 0,-1 0-1 0 0,0 0 1 0 0,0 1-1 0 0,0-1 1 0 0,0 1 0 0 0,-1-1-1 0 0,1 1 1 0 0,-5-4 0 0 0,6 7-203 0 0,0-1 0 0 0,-1 1 0 0 0,1 0 0 0 0,-1-1 1 0 0,1 1-1 0 0,-1 0 0 0 0,0 0 0 0 0,1 0 0 0 0,-1 1 1 0 0,0-1-1 0 0,0 0 0 0 0,1 1 0 0 0,-1-1 0 0 0,0 1 0 0 0,0-1 1 0 0,0 1-1 0 0,-3 0 0 0 0,1 0-7 0 0,0 0-1 0 0,0 1 1 0 0,0-1-1 0 0,1 1 1 0 0,-1 0-1 0 0,0 0 1 0 0,0 1-1 0 0,-4 1 1 0 0,-2 2-3 0 0,-1 1 0 0 0,1 0-1 0 0,1 1 1 0 0,-17 14 0 0 0,-13 15 34 0 0,2 2-1 0 0,-52 68 1 0 0,71-81-26 0 0,1 0 0 0 0,2 1 0 0 0,1 0 0 0 0,0 1-1 0 0,2 1 1 0 0,-9 33 0 0 0,18-52-6 0 0,1 0 0 0 0,0 0 0 0 0,1 0-1 0 0,0 0 1 0 0,0 15 0 0 0,1-21-7 0 0,0 0-1 0 0,0-1 1 0 0,1 1 0 0 0,-1-1-1 0 0,1 1 1 0 0,0 0 0 0 0,0-1-1 0 0,0 1 1 0 0,0-1 0 0 0,0 0-1 0 0,0 1 1 0 0,1-1 0 0 0,-1 0-1 0 0,1 0 1 0 0,-1 0 0 0 0,1 0-1 0 0,0 0 1 0 0,0 0 0 0 0,0 0-1 0 0,0-1 1 0 0,0 1 0 0 0,0-1-1 0 0,3 2 1 0 0,-2-2-7 0 0,-1-1 1 0 0,1 1-1 0 0,-1-1 0 0 0,0 1 1 0 0,1-1-1 0 0,-1 0 1 0 0,1 0-1 0 0,-1 0 0 0 0,1 0 1 0 0,-1-1-1 0 0,1 1 1 0 0,-1-1-1 0 0,1 1 0 0 0,-1-1 1 0 0,0 0-1 0 0,1 0 1 0 0,2-2-1 0 0,37-22 11 0 0,-30 14-19 0 0,1-1 0 0 0,-2 0-1 0 0,0 0 1 0 0,0-1 0 0 0,-1-1 0 0 0,-1 0 0 0 0,0 0-1 0 0,-1-1 1 0 0,9-21 0 0 0,3-15 582 0 0,21-81 1 0 0,-40 128-511 0 0,5-16-28 0 0,-3 17-65 0 0,0 13 11 0 0,0 66 61 0 0,-3-40-7 0 0,7 39 0 0 0,-6-63-12 0 0,2-1-1 0 0,-1 1 1 0 0,2-1 0 0 0,-1 0 0 0 0,2-1 0 0 0,-1 1 0 0 0,11 16-1 0 0,-13-24-10 0 0,0 0 0 0 0,0 0 1 0 0,0-1-1 0 0,0 1 0 0 0,0-1 0 0 0,1 0 0 0 0,0 1 0 0 0,-1-1 0 0 0,1 0 0 0 0,0-1 0 0 0,0 1 0 0 0,0 0 0 0 0,0-1 0 0 0,0 0 1 0 0,0 1-1 0 0,5 0 0 0 0,-3-1 3 0 0,0-1-1 0 0,0 1 1 0 0,1-1 0 0 0,-1 0 0 0 0,0-1 0 0 0,0 1 0 0 0,0-1-1 0 0,0 0 1 0 0,10-3 0 0 0,-2-1-22 0 0,0-1-1 0 0,0 0 1 0 0,0-1 0 0 0,-1 0-1 0 0,0-1 1 0 0,20-18-1 0 0,-10 6-1469 0 0,26-30-1 0 0,-38 37-3049 0 0,18-27-1 0 0</inkml:trace>
</inkml:ink>
</file>

<file path=ppt/ink/ink1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9:00.0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0 120 672 0 0,'2'-14'2509'0'0,"0"1"1"0"0,7-23-1 0 0,-8 32-2285 0 0,0 0 0 0 0,1 1 0 0 0,0-1 0 0 0,-1 1 0 0 0,1-1 1 0 0,0 1-1 0 0,1 0 0 0 0,-1 0 0 0 0,0 0 0 0 0,1 0 0 0 0,0 0 0 0 0,0 1 0 0 0,0-1 1 0 0,4-2-1 0 0,-5 4-193 0 0,-1 0 0 0 0,1 0 1 0 0,1 0-1 0 0,-1 1 0 0 0,0-1 0 0 0,0 0 1 0 0,0 1-1 0 0,0 0 0 0 0,0-1 0 0 0,0 1 1 0 0,1 0-1 0 0,-1 0 0 0 0,0 0 1 0 0,0 0-1 0 0,0 1 0 0 0,0-1 0 0 0,1 1 1 0 0,-1-1-1 0 0,0 1 0 0 0,0 0 1 0 0,0-1-1 0 0,0 1 0 0 0,0 0 0 0 0,0 1 1 0 0,-1-1-1 0 0,1 0 0 0 0,0 0 0 0 0,0 1 1 0 0,-1-1-1 0 0,1 1 0 0 0,-1-1 1 0 0,1 1-1 0 0,-1 0 0 0 0,2 2 0 0 0,2 4 32 0 0,1 1 0 0 0,-1-1-1 0 0,0 1 1 0 0,-1 0 0 0 0,7 19 0 0 0,-8-15 4 0 0,0-1 0 0 0,0 1 0 0 0,-1 0 0 0 0,-1 0 0 0 0,0 0 0 0 0,-1 18 0 0 0,-3-4 337 0 0,-10 51 0 0 0,13-77-397 0 0,0-1 1 0 0,0 1-1 0 0,-1 0 1 0 0,1-1-1 0 0,0 1 1 0 0,0 0-1 0 0,0-1 1 0 0,0 1-1 0 0,-1 0 1 0 0,1-1-1 0 0,0 1 1 0 0,-1 0-1 0 0,1-1 1 0 0,-1 1-1 0 0,1-1 1 0 0,0 1-1 0 0,-1-1 1 0 0,1 1-1 0 0,-1-1 1 0 0,1 1-1 0 0,-1-1 1 0 0,0 1-1 0 0,1-1 1 0 0,-1 0-1 0 0,1 1 1 0 0,-1-1-1 0 0,0 0 1 0 0,1 1-1 0 0,-1-1 1 0 0,0 0-1 0 0,1 0 1 0 0,-1 0-1 0 0,0 0 0 0 0,0 0 1 0 0,1 0-1 0 0,-1 0 1 0 0,0 0-1 0 0,1 0 1 0 0,-1 0-1 0 0,0 0 1 0 0,0 0-1 0 0,1 0 1 0 0,-1 0-1 0 0,0-1 1 0 0,1 1-1 0 0,-1 0 1 0 0,1-1-1 0 0,-1 1 1 0 0,0 0-1 0 0,1-1 1 0 0,-1 1-1 0 0,1-1 1 0 0,-1 1-1 0 0,1-1 1 0 0,-1 1-1 0 0,1-1 1 0 0,-1 1-1 0 0,1-1 1 0 0,-1 1-1 0 0,1-1 1 0 0,0 0-1 0 0,-1 1 1 0 0,1-1-1 0 0,0 0 1 0 0,-1-1-1 0 0,-2-6-6 0 0,1-1 0 0 0,0 0-1 0 0,0-1 1 0 0,1 1 0 0 0,0 0 0 0 0,0 0 0 0 0,1-1 0 0 0,0 1-1 0 0,1 0 1 0 0,0-1 0 0 0,0 1 0 0 0,5-14 0 0 0,-4 16-17 0 0,0 0 1 0 0,0 1 0 0 0,1-1-1 0 0,0 0 1 0 0,0 1 0 0 0,1 0-1 0 0,-1 0 1 0 0,1 0 0 0 0,1 0-1 0 0,-1 1 1 0 0,1 0 0 0 0,0-1-1 0 0,0 2 1 0 0,1-1 0 0 0,-1 1-1 0 0,11-7 1 0 0,-14 10 10 0 0,1 1 0 0 0,-1-1 0 0 0,0 1 0 0 0,0-1 0 0 0,0 1 0 0 0,0 0 0 0 0,0 0 0 0 0,0 0 0 0 0,0 0 0 0 0,1 0 0 0 0,-1 0 0 0 0,0 1 0 0 0,0-1 0 0 0,0 1 0 0 0,0-1 0 0 0,0 1 0 0 0,2 1 0 0 0,0 0 0 0 0,1 0 0 0 0,-1 1 0 0 0,0-1 0 0 0,1 1 0 0 0,-1 0 0 0 0,5 5 0 0 0,-1 0 16 0 0,-1 1 1 0 0,-1-1-1 0 0,0 1 1 0 0,0 1-1 0 0,0-1 0 0 0,-1 1 1 0 0,-1 0-1 0 0,0 0 1 0 0,0 0-1 0 0,2 11 1 0 0,-2-4 0 0 0,-1-1 0 0 0,0 1 0 0 0,-2 0 0 0 0,0 0 0 0 0,-2 31 0 0 0,-4-29-183 0 0,5-18 149 0 0,-1-1 1 0 0,1 1 0 0 0,0-1 0 0 0,0 0-1 0 0,0 1 1 0 0,-1-1 0 0 0,1 0-1 0 0,0 1 1 0 0,0-1 0 0 0,-1 0 0 0 0,1 0-1 0 0,0 1 1 0 0,-1-1 0 0 0,1 0-1 0 0,0 0 1 0 0,-1 1 0 0 0,1-1 0 0 0,0 0-1 0 0,-1 0 1 0 0,1 0 0 0 0,-1 0-1 0 0,1 0 1 0 0,0 1 0 0 0,-1-1 0 0 0,1 0-1 0 0,-1 0 1 0 0,1 0 0 0 0,0 0-1 0 0,-1 0 1 0 0,1 0 0 0 0,-1 0 0 0 0,1 0-1 0 0,-1-1 1 0 0,0 0-30 0 0,1-1 1 0 0,-1 0-1 0 0,0 0 1 0 0,1 1 0 0 0,0-1-1 0 0,-1 0 1 0 0,1 0-1 0 0,0 0 1 0 0,0 0-1 0 0,0 0 1 0 0,0 1-1 0 0,1-5 1 0 0,-1 5 2 0 0,2-18-64 0 0,0 0 0 0 0,2 0 0 0 0,0 0 0 0 0,1 1 0 0 0,1 0-1 0 0,0 0 1 0 0,2 0 0 0 0,12-23 0 0 0,-13 29 101 0 0,0 1 0 0 0,1 0 0 0 0,0 0-1 0 0,1 1 1 0 0,0 0 0 0 0,1 1 0 0 0,0 0 0 0 0,0 0 0 0 0,1 1-1 0 0,0 0 1 0 0,0 1 0 0 0,20-10 0 0 0,-29 17 4 0 0,-1-1 3 0 0,0 0 0 0 0,1 1 0 0 0,-1-1 0 0 0,0 1 0 0 0,1-1 0 0 0,-1 1 0 0 0,1 0 0 0 0,-1 0 1 0 0,1-1-1 0 0,-1 1 0 0 0,1 0 0 0 0,-1 0 0 0 0,1 0 0 0 0,-1 1 0 0 0,2-1 0 0 0,-2 0 0 0 0,2 0 10 0 0,0 1 0 0 0,0-1 1 0 0,0 1-1 0 0,0-1 0 0 0,-1 1 1 0 0,1 0-1 0 0,0 0 0 0 0,0 0 1 0 0,-1 0-1 0 0,1 0 0 0 0,-1 1 0 0 0,1-1 1 0 0,-1 1-1 0 0,0 0 0 0 0,0 0 1 0 0,0 0-1 0 0,0 0 0 0 0,0 0 1 0 0,0 0-1 0 0,0 0 0 0 0,0 1 1 0 0,1 3-1 0 0,0 0 30 0 0,-1 0 0 0 0,0 0 0 0 0,0 1 0 0 0,0-1 0 0 0,-1 1-1 0 0,1 10 1 0 0,-2-9-2 0 0,2 25 143 0 0,-2 1 0 0 0,-1-1 0 0 0,-2 1 0 0 0,-12 61 0 0 0,14-94-338 0 0,1 1 1 0 0,0-1-1 0 0,-1 1 1 0 0,1-1-1 0 0,0 1 1 0 0,0-1-1 0 0,0 1 1 0 0,0-1-1 0 0,0 1 1 0 0,1-1-1 0 0,-1 1 1 0 0,0-1-1 0 0,1 1 1 0 0,-1-1-1 0 0,1 1 1 0 0,0-1-1 0 0,-1 0 1 0 0,1 1-1 0 0,0-1 1 0 0,0 0 0 0 0,0 1-1 0 0,0-1 1 0 0,0 0-1 0 0,0 0 1 0 0,0 0-1 0 0,0 0 1 0 0,0 0-1 0 0,0 0 1 0 0,1 0-1 0 0,-1 0 1 0 0,0-1-1 0 0,1 1 1 0 0,-1 0-1 0 0,1-1 1 0 0,-1 1-1 0 0,1-1 1 0 0,-1 0-1 0 0,1 1 1 0 0,-1-1-1 0 0,1 0 1 0 0,-1 0-1 0 0,1 0 1 0 0,-1 0 0 0 0,1 0-1 0 0,-1 0 1 0 0,1-1-1 0 0,-1 1 1 0 0,3-1-1 0 0,10-2-2686 0 0</inkml:trace>
</inkml:ink>
</file>

<file path=ppt/ink/ink1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9:01.4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294 714 2028 0 0,'4'-6'693'0'0,"-1"-1"0"0"0,0 1 1 0 0,-1-1-1 0 0,0 0 0 0 0,0 1 0 0 0,0-1 0 0 0,-1 0 0 0 0,0-1 0 0 0,0 1 0 0 0,0 0 0 0 0,-1 0 1 0 0,0 0-1 0 0,-3-13 0 0 0,3 19-654 0 0,0 0 0 0 0,0 0 1 0 0,0 0-1 0 0,-1 0 0 0 0,1 0 0 0 0,0 0 1 0 0,-1 0-1 0 0,1 0 0 0 0,-1 0 0 0 0,1 0 1 0 0,-1 0-1 0 0,0 0 0 0 0,1 0 0 0 0,-1 1 1 0 0,0-1-1 0 0,1 0 0 0 0,-1 0 0 0 0,0 1 1 0 0,0-1-1 0 0,0 0 0 0 0,0 1 1 0 0,0-1-1 0 0,-1 0 0 0 0,0 1-10 0 0,0 0 0 0 0,1-1 0 0 0,-1 1 0 0 0,0 0 0 0 0,0 0 0 0 0,0 0 0 0 0,1 0 0 0 0,-1 1 0 0 0,0-1 0 0 0,0 0 0 0 0,1 1 0 0 0,-4 0 0 0 0,-3 3 5 0 0,1-1 0 0 0,0 1-1 0 0,0 0 1 0 0,-12 9-1 0 0,-7 9 23 0 0,2 0 0 0 0,0 1 0 0 0,-35 44 0 0 0,46-49-13 0 0,0-1 0 0 0,2 2 1 0 0,0 0-1 0 0,2 0 0 0 0,0 1 1 0 0,-11 35-1 0 0,19-52-31 0 0,0 0-1 0 0,0 0 1 0 0,0 0-1 0 0,1 0 1 0 0,0-1 0 0 0,-1 1-1 0 0,1 0 1 0 0,0 0 0 0 0,1 0-1 0 0,-1 0 1 0 0,0 0-1 0 0,1 0 1 0 0,0 0 0 0 0,-1-1-1 0 0,1 1 1 0 0,0 0-1 0 0,1 0 1 0 0,-1-1 0 0 0,0 1-1 0 0,1-1 1 0 0,-1 1 0 0 0,1-1-1 0 0,0 0 1 0 0,0 1-1 0 0,0-1 1 0 0,0 0 0 0 0,3 2-1 0 0,-2-2-56 0 0,1 0 0 0 0,-1 0 0 0 0,0-1 0 0 0,1 1-1 0 0,-1-1 1 0 0,1 0 0 0 0,0 0 0 0 0,-1 0 0 0 0,1-1-1 0 0,0 1 1 0 0,0-1 0 0 0,-1 0 0 0 0,1 0 0 0 0,0 0 0 0 0,0-1-1 0 0,-1 1 1 0 0,1-1 0 0 0,0 0 0 0 0,-1 0 0 0 0,7-3 0 0 0,2-1-128 0 0,0-1 1 0 0,-1 0-1 0 0,0-1 1 0 0,-1-1-1 0 0,0 0 1 0 0,0 0-1 0 0,0-1 1 0 0,-1 0 0 0 0,0 0-1 0 0,-1-1 1 0 0,9-14-1 0 0,4-8 436 0 0,-2-1 0 0 0,22-55 0 0 0,-16 27 1234 0 0,-24 60-1352 0 0,-2 14-87 0 0,-1 1-1 0 0,0 0 1 0 0,-8 25 0 0 0,1-6-2 0 0,3-8 36 0 0,2 0-1 0 0,0 1 1 0 0,2-1 0 0 0,1 50-1 0 0,1-73-82 0 0,0-1 0 0 0,0 0-1 0 0,1 1 1 0 0,-1-1-1 0 0,0 1 1 0 0,1-1 0 0 0,-1 0-1 0 0,1 1 1 0 0,-1-1-1 0 0,1 0 1 0 0,0 1 0 0 0,-1-1-1 0 0,1 0 1 0 0,0 0-1 0 0,0 0 1 0 0,0 0 0 0 0,0 1-1 0 0,0-2 1 0 0,0 1 0 0 0,0 0-1 0 0,0 0 1 0 0,1 0-1 0 0,-1 0 1 0 0,0-1 0 0 0,0 1-1 0 0,1 0 1 0 0,-1-1-1 0 0,0 1 1 0 0,1-1 0 0 0,-1 0-1 0 0,1 1 1 0 0,-1-1-1 0 0,1 0 1 0 0,-1 0 0 0 0,0 0-1 0 0,1 0 1 0 0,-1 0 0 0 0,1 0-1 0 0,-1 0 1 0 0,1-1-1 0 0,1 0 1 0 0,4 0-105 0 0,0-1 0 0 0,1 0 0 0 0,-1 0 0 0 0,0-1 0 0 0,0 0 0 0 0,12-7 0 0 0,-2-2-230 0 0,0 0-1 0 0,-1-2 0 0 0,-1 0 0 0 0,0 0 1 0 0,-1-1-1 0 0,18-25 0 0 0,64-110-715 0 0,-58 80 917 0 0,-2-2-1 0 0,-3-1 1 0 0,44-152-1 0 0,-67 182 872 0 0,-2 0 1 0 0,-2 0-1 0 0,1-74 0 0 0,-7 116-739 0 0,0 1-1 0 0,0-1 0 0 0,0 1 1 0 0,0-1-1 0 0,0 0 0 0 0,0 1 1 0 0,0-1-1 0 0,0 0 1 0 0,0 1-1 0 0,0-1 0 0 0,0 0 1 0 0,0 1-1 0 0,-1-1 1 0 0,1 1-1 0 0,0-1 0 0 0,0 0 1 0 0,-1 1-1 0 0,1-1 0 0 0,-1 0 1 0 0,-6 7 101 0 0,-5 24 40 0 0,-18 96 7 0 0,-17 162 1 0 0,30-167-87 0 0,10-74 16 0 0,1 0 1 0 0,3 0-1 0 0,2 0 0 0 0,7 78 1 0 0,-6-122-71 0 0,1 1 0 0 0,-1-1 0 0 0,1 1 0 0 0,0-1 0 0 0,0 0 0 0 0,0 0 0 0 0,0 1 0 0 0,1-1 0 0 0,0 0 0 0 0,-1 0 0 0 0,1 0 0 0 0,0 0 1 0 0,0-1-1 0 0,0 1 0 0 0,1 0 0 0 0,-1-1 0 0 0,1 0 0 0 0,-1 1 0 0 0,1-1 0 0 0,0 0 0 0 0,4 2 0 0 0,-3-3-11 0 0,0 1 0 0 0,1-1 0 0 0,-1 0 0 0 0,0 0 0 0 0,0-1 0 0 0,1 0 0 0 0,-1 1 0 0 0,0-1 0 0 0,1-1 0 0 0,-1 1 0 0 0,0-1 0 0 0,1 1 0 0 0,-1-1 0 0 0,0 0 0 0 0,0-1 0 0 0,6-2 0 0 0,5-2-18 0 0,0-2 0 0 0,-1 0 1 0 0,0-1-1 0 0,0 0 1 0 0,-1-1-1 0 0,0 0 0 0 0,-1-1 1 0 0,0-1-1 0 0,-1 0 1 0 0,0 0-1 0 0,15-24 0 0 0,-17 22 15 0 0,0 0 0 0 0,-1-1-1 0 0,-1 0 1 0 0,0-1-1 0 0,-1 0 1 0 0,0 0-1 0 0,-2 0 1 0 0,0-1-1 0 0,0 1 1 0 0,-2-1-1 0 0,1-21 1 0 0,-3 34 7 0 0,-2-36 99 0 0,1 37-99 0 0,1 0 0 0 0,-1 0 0 0 0,1 0 1 0 0,-1 0-1 0 0,0 1 0 0 0,0-1 0 0 0,-1 0 1 0 0,1 1-1 0 0,0-1 0 0 0,-1 1 0 0 0,0-1 1 0 0,-2-2-1 0 0,-10-7-7 0 0,12 12-1 0 0,0-1-5 0 0,-1 1-2 0 0,1 0 7 0 0,1 0 1 0 0,-1 0 0 0 0,0 0-1 0 0,1 1 1 0 0,-1-1-1 0 0,1 0 1 0 0,-1 1 0 0 0,1-1-1 0 0,-1 1 1 0 0,1-1-1 0 0,0 1 1 0 0,-1 0 0 0 0,1 0-1 0 0,0-1 1 0 0,-1 1-1 0 0,1 0 1 0 0,0 0 0 0 0,0 0-1 0 0,0 1 1 0 0,0-1 0 0 0,0 0-1 0 0,0 0 1 0 0,0 0-1 0 0,0 1 1 0 0,0-1 0 0 0,1 1-1 0 0,-1-1 1 0 0,0 0-1 0 0,1 1 1 0 0,-1-1 0 0 0,1 1-1 0 0,0-1 1 0 0,-1 1 0 0 0,1 0-1 0 0,0-1 1 0 0,0 3-1 0 0,0 1 9 0 0,0 0-1 0 0,1-1 0 0 0,0 1 0 0 0,-1 0 0 0 0,1-1 0 0 0,1 1 1 0 0,-1-1-1 0 0,1 1 0 0 0,0-1 0 0 0,0 0 0 0 0,0 0 0 0 0,0 0 1 0 0,1 0-1 0 0,0 0 0 0 0,4 5 0 0 0,-1-3-16 0 0,0-1 0 0 0,0 0 0 0 0,1 0 0 0 0,0 0-1 0 0,0-1 1 0 0,0 1 0 0 0,0-2 0 0 0,11 5 0 0 0,2-2-91 0 0,1 0-1 0 0,-1-1 1 0 0,1-1-1 0 0,1 0 1 0 0,-1-2-1 0 0,24 0 1 0 0,-36-2 74 0 0,0-1 1 0 0,1 0 0 0 0,-1 0-1 0 0,0 0 1 0 0,0-1 0 0 0,0-1-1 0 0,0 1 1 0 0,0-2 0 0 0,-1 1-1 0 0,10-6 1 0 0,-15 7 83 0 0,1 0-1 0 0,0-1 1 0 0,-1 0-1 0 0,0 1 1 0 0,1-1 0 0 0,-1-1-1 0 0,0 1 1 0 0,-1 0 0 0 0,1-1-1 0 0,0 1 1 0 0,-1-1-1 0 0,0 0 1 0 0,0 0 0 0 0,0 0-1 0 0,0 0 1 0 0,-1 0 0 0 0,0 0-1 0 0,0 0 1 0 0,0-1-1 0 0,0 1 1 0 0,0 0 0 0 0,-1-9-1 0 0,0 13-51 0 0,0-1 0 0 0,0 0 0 0 0,0 1 0 0 0,0-1-1 0 0,-1 1 1 0 0,1-1 0 0 0,0 0 0 0 0,0 1 0 0 0,0-1-1 0 0,-1 1 1 0 0,1-1 0 0 0,0 1 0 0 0,-1-1 0 0 0,1 0-1 0 0,0 1 1 0 0,-1 0 0 0 0,1-1 0 0 0,-1 1 0 0 0,1-1-1 0 0,-1 1 1 0 0,1-1 0 0 0,-1 1 0 0 0,1 0 0 0 0,-1-1-1 0 0,0 1 1 0 0,1 0 0 0 0,-1 0 0 0 0,1 0 0 0 0,-1-1-1 0 0,0 1 1 0 0,1 0 0 0 0,-1 0 0 0 0,0 0 0 0 0,1 0-1 0 0,-1 0 1 0 0,1 0 0 0 0,-1 0 0 0 0,0 0 0 0 0,1 0-1 0 0,-1 0 1 0 0,0 0 0 0 0,1 1 0 0 0,-1-1 0 0 0,1 0-1 0 0,-1 0 1 0 0,0 1 0 0 0,0-1 0 0 0,-25 12 48 0 0,16-5-42 0 0,0 0-1 0 0,1 1 0 0 0,0 0 0 0 0,1 1 0 0 0,-1 0 1 0 0,2 0-1 0 0,-1 1 0 0 0,-11 20 0 0 0,7-7 21 0 0,0 1 0 0 0,-16 49 0 0 0,25-62-4 0 0,0 0 0 0 0,1 0-1 0 0,0 0 1 0 0,0 1 0 0 0,1-1-1 0 0,1 19 1 0 0,0-26-18 0 0,0-1-1 0 0,1 1 1 0 0,-1-1-1 0 0,1 1 1 0 0,0-1-1 0 0,0 1 1 0 0,0-1-1 0 0,0 0 1 0 0,0 1-1 0 0,1-1 1 0 0,0 0-1 0 0,0 0 1 0 0,0 0-1 0 0,0 0 1 0 0,0-1-1 0 0,0 1 1 0 0,1 0-1 0 0,-1-1 1 0 0,1 0-1 0 0,0 1 1 0 0,-1-1-1 0 0,1 0 1 0 0,0-1-1 0 0,0 1 1 0 0,5 2-1 0 0,4-1-256 0 0,0 0 0 0 0,0 0 1 0 0,1-2-1 0 0,-1 1 0 0 0,0-1 0 0 0,1-1 0 0 0,-1 0 0 0 0,0-1 1 0 0,1-1-1 0 0,-1 1 0 0 0,0-2 0 0 0,0 0 0 0 0,15-5 0 0 0,-7 0-92 0 0,-1 0-1 0 0,0 0 1 0 0,0-2 0 0 0,-1-1-1 0 0,0 0 1 0 0,-1-1-1 0 0,17-14 1 0 0,-22 14 445 0 0,0 0 0 0 0,-1-1 1 0 0,0 0-1 0 0,0 0 0 0 0,-2-1 0 0 0,15-26 1 0 0,-18 27 488 0 0,-1 1-1 0 0,0-1 1 0 0,-1 0 0 0 0,0-1 0 0 0,-1 1 0 0 0,0-1-1 0 0,-1 0 1 0 0,0-22 0 0 0,0-37 2563 0 0,-2 72-2990 0 0,-2 2-151 0 0,1 0 0 0 0,-1 1 0 0 0,1-1 0 0 0,0 0 0 0 0,0 1 0 0 0,-1 0 0 0 0,1-1 0 0 0,0 1 0 0 0,0 0 0 0 0,0-1 0 0 0,1 1 0 0 0,-1 0 0 0 0,0 0 0 0 0,0 3 0 0 0,-12 38 103 0 0,-14 74 0 0 0,23-91-71 0 0,1 0 1 0 0,2 1-1 0 0,0-1 1 0 0,4 33 0 0 0,-2-55-230 0 0,-1 1 1 0 0,1-1-1 0 0,0 0 1 0 0,0 0-1 0 0,1 0 1 0 0,-1 0 0 0 0,1 0-1 0 0,0 0 1 0 0,0 0-1 0 0,1-1 1 0 0,-1 1-1 0 0,1 0 1 0 0,-1-1 0 0 0,1 0-1 0 0,0 0 1 0 0,0 0-1 0 0,1 0 1 0 0,6 4-1 0 0,-6-4-627 0 0,0-1-1 0 0,1 0 1 0 0,-1 0-1 0 0,1 0 0 0 0,-1-1 1 0 0,1 0-1 0 0,0 1 0 0 0,0-2 1 0 0,0 1-1 0 0,8 0 0 0 0,8-2-4828 0 0</inkml:trace>
</inkml:ink>
</file>

<file path=ppt/ink/ink1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9:02.0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44 135 1720 0 0,'-6'-30'5092'0'0,"4"23"-3808"0"0,1-1 0 0 0,0 1 0 0 0,0 0 0 0 0,0-1 0 0 0,1 1 0 0 0,1-12 0 0 0,-1 17-1043 0 0,3 3-37 0 0,3 1-159 0 0,-1 0 0 0 0,0 1-1 0 0,1 0 1 0 0,-1 0-1 0 0,0 0 1 0 0,0 1-1 0 0,-1 0 1 0 0,1 0-1 0 0,-1 0 1 0 0,0 0-1 0 0,0 0 1 0 0,0 1-1 0 0,0 0 1 0 0,-1 0-1 0 0,3 6 1 0 0,2 3 12 0 0,0-1 0 0 0,-2 1 0 0 0,0 1 0 0 0,9 28 1 0 0,-14-34 13 0 0,1 0 0 0 0,-1 0 0 0 0,0 1 1 0 0,-1-1-1 0 0,0 0 0 0 0,0 0 1 0 0,-1 0-1 0 0,0 0 0 0 0,-1 0 0 0 0,0 0 1 0 0,0 0-1 0 0,-1 0 0 0 0,0 0 0 0 0,-1-1 1 0 0,0 0-1 0 0,0 1 0 0 0,-1-2 1 0 0,0 1-1 0 0,0 0 0 0 0,-1-1 0 0 0,0 0 1 0 0,0 0-1 0 0,0-1 0 0 0,-1 0 0 0 0,0 0 1 0 0,-1 0-1 0 0,1-1 0 0 0,-1 0 1 0 0,0-1-1 0 0,-15 7 0 0 0,22-10-64 0 0,0-1 1 0 0,0 1-1 0 0,0-1 0 0 0,0 0 0 0 0,0 1 0 0 0,0-1 0 0 0,0 0 1 0 0,0 0-1 0 0,0 0 0 0 0,0 0 0 0 0,0 0 0 0 0,0 0 1 0 0,0 0-1 0 0,0 0 0 0 0,0 0 0 0 0,0 0 0 0 0,-2-1 1 0 0,3 1-6 0 0,-1-1 0 0 0,1 1 0 0 0,-1 0 0 0 0,1-1 0 0 0,0 1 0 0 0,-1 0 1 0 0,1-1-1 0 0,0 1 0 0 0,-1-1 0 0 0,1 1 0 0 0,0-1 0 0 0,0 1 0 0 0,-1-1 1 0 0,1 1-1 0 0,0-1 0 0 0,0 1 0 0 0,0-1 0 0 0,0 1 0 0 0,0-1 0 0 0,0 0 1 0 0,0 1-1 0 0,0-1 0 0 0,0 0 0 0 0,0-2-3 0 0,0 0 0 0 0,1 0 0 0 0,0 0 0 0 0,0 0 0 0 0,0 0 0 0 0,0 0 0 0 0,0 0 0 0 0,0 0 0 0 0,3-3 0 0 0,8-8-12 0 0,0 1 0 0 0,1 0 0 0 0,0 1 1 0 0,1 1-1 0 0,0 0 0 0 0,21-12 0 0 0,-3 1 1 0 0,18-13-11 0 0,10-6 7 0 0,105-96 1 0 0,-154 124 16 0 0,0-1-1 0 0,0 0 1 0 0,8-16 0 0 0,-19 28-8 0 0,-7 1 13 0 0,7 1-7 0 0,-1-1 1 0 0,1 1-1 0 0,-1 0 1 0 0,1 0-1 0 0,-1 0 1 0 0,1 0-1 0 0,0 0 1 0 0,-1-1-1 0 0,1 1 1 0 0,-1 0-1 0 0,1 0 1 0 0,-1 0-1 0 0,1 0 1 0 0,-1 0-1 0 0,1 0 1 0 0,-1 1-1 0 0,1-1 1 0 0,0 0-1 0 0,-1 0 1 0 0,1 0-1 0 0,-1 0 1 0 0,1 0-1 0 0,-1 1 1 0 0,1-1-1 0 0,0 0 1 0 0,-1 0-1 0 0,0 1 1 0 0,-13 8 13 0 0,1 0 0 0 0,0 0 0 0 0,0 1 0 0 0,1 1 0 0 0,0 0 0 0 0,1 1 0 0 0,0 0 0 0 0,1 1 0 0 0,0 0 0 0 0,-11 21 0 0 0,16-25 16 0 0,0 1-1 0 0,0-1 1 0 0,1 1-1 0 0,0 0 1 0 0,1 1 0 0 0,0-1-1 0 0,0 1 1 0 0,2-1-1 0 0,-1 1 1 0 0,1 0-1 0 0,0 0 1 0 0,1-1-1 0 0,1 1 1 0 0,0 0 0 0 0,0 0-1 0 0,1-1 1 0 0,3 12-1 0 0,-3-17 17 0 0,0 1-1 0 0,1-1 1 0 0,0 0-1 0 0,-1 0 1 0 0,2 0-1 0 0,-1 0 1 0 0,1 0-1 0 0,0-1 1 0 0,0 1-1 0 0,0-1 1 0 0,0 0-1 0 0,1-1 1 0 0,-1 1-1 0 0,1-1 1 0 0,0 0-1 0 0,0 0 1 0 0,1 0-1 0 0,-1-1 0 0 0,9 3 1 0 0,-7-2-361 0 0,1-1-1 0 0,-1-1 1 0 0,1 1 0 0 0,-1-1 0 0 0,1-1-1 0 0,10 0 1 0 0,-11 0-936 0 0,0-1-1 0 0,0 0 1 0 0,1 0 0 0 0,-1-1 0 0 0,-1 0-1 0 0,13-5 1 0 0,-1-3-6367 0 0</inkml:trace>
</inkml:ink>
</file>

<file path=ppt/ink/ink1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9:02.2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160 55 872 0 0,'-89'-34'17001'0'0,"54"20"-13507"0"0,33 13-3304 0 0,-21-4-4245 0 0,12 9 34 0 0</inkml:trace>
</inkml:ink>
</file>

<file path=ppt/ink/ink1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9:02.5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253 1 92 0 0,'-98'17'6701'0'0,"-42"9"2508"0"0,125-19-7880 0 0,24-3-896 0 0,29 1-356 0 0,-35-5 3 0 0,454 23-2031 0 0,-153-10-2842 0 0,-196-7 1182 0 0,1-2-1551 0 0</inkml:trace>
</inkml:ink>
</file>

<file path=ppt/ink/ink1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9:02.6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0 224 0 0,'28'9'2028'0'0,"0"-3"-260"0"0,-5 1-147 0 0,-4-2-69 0 0,1 0-124 0 0,-4-1-240 0 0,-3 1-248 0 0,-1-3-160 0 0,0 1 376 0 0,6 2-400 0 0,-2-3-652 0 0,-3-4-3520 0 0</inkml:trace>
</inkml:ink>
</file>

<file path=ppt/ink/ink1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9:04.2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0 506 268 0 0,'0'0'5364'0'0,"5"9"-1835"0"0,1-7-2857 0 0,0 0 1 0 0,1 0-1 0 0,-1-1 1 0 0,0 0-1 0 0,0 0 1 0 0,1-1-1 0 0,-1 0 1 0 0,12 0-1 0 0,56-9 600 0 0,-68 8-1109 0 0,1047-101 2044 0 0,-15 39-2109 0 0,-280 13-150 0 0,430 6 116 0 0,61 7 3 0 0,-139 1-61 0 0,-406 27-19 0 0,-109 3 40 0 0,-82 0 8 0 0,-190 3 62 0 0,901-29 1066 0 0,-623 7-1067 0 0,-50 3-58 0 0,-515 20-26 0 0,662-42 176 0 0,-518 27 1678 0 0,-147 12-1644 0 0,-30 5-182 0 0,16-2-46 0 0,-16 1-152 0 0,18-2 85 0 0,-12-1-2168 0 0</inkml:trace>
</inkml:ink>
</file>

<file path=ppt/ink/ink1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9:15.8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 0 776 0 0,'0'0'7903'0'0,"-6"20"-6332"0"0,5-18-1509 0 0,0-1 1 0 0,0 0-1 0 0,0 1 1 0 0,0 0 0 0 0,0-1-1 0 0,1 1 1 0 0,-1-1-1 0 0,0 1 1 0 0,1 0 0 0 0,-1 0-1 0 0,1-1 1 0 0,0 1-1 0 0,-1 0 1 0 0,1 0 0 0 0,0 0-1 0 0,0-1 1 0 0,0 1-1 0 0,0 0 1 0 0,1 0 0 0 0,0 3-1 0 0,0 11 761 0 0,-4-12-835 0 0,4-8 346 0 0,-1 2-324 0 0,13-17-1629 0 0,5-4-3406 0 0,-13 13 1354 0 0</inkml:trace>
</inkml:ink>
</file>

<file path=ppt/ink/ink1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9:27.1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677 375 720 0 0,'0'0'3119'0'0,"2"0"-2673"0"0,0 0 0 0 0,-1 1 1 0 0,1-1-1 0 0,0 1 0 0 0,-1-1 0 0 0,1 1 0 0 0,-1 0 0 0 0,1 0 0 0 0,-1-1 1 0 0,3 3-1 0 0,-5 1-307 0 0,-1-1 0 0 0,1 0 0 0 0,-1 0 0 0 0,0 1 0 0 0,0-1 0 0 0,0-1-1 0 0,-1 1 1 0 0,1 0 0 0 0,-1 0 0 0 0,1-1 0 0 0,-1 1 0 0 0,0-1 0 0 0,0 0 0 0 0,-5 3 0 0 0,2-2 169 0 0,0 1 0 0 0,0-2 1 0 0,0 1-1 0 0,-1-1 0 0 0,1 0 0 0 0,0 0 0 0 0,-11 1 1 0 0,16-3-247 0 0,-1 0 0 0 0,0 1-1 0 0,1-1 1 0 0,-1 0 0 0 0,0 0 0 0 0,1-1 0 0 0,-1 1 0 0 0,0 0 0 0 0,1 0 0 0 0,-1-1 0 0 0,0 1 0 0 0,1-1 0 0 0,-1 0 0 0 0,1 1 0 0 0,-1-1 0 0 0,1 0 0 0 0,-1 0 0 0 0,1 0 0 0 0,0 0 0 0 0,-1 0 0 0 0,1 0 0 0 0,-2-2 0 0 0,1 0-28 0 0,1 0 0 0 0,-1 0 0 0 0,1 0 0 0 0,0 1 0 0 0,0-1 0 0 0,0 0 0 0 0,0 0 0 0 0,0 0 0 0 0,1-1 0 0 0,-1 1 0 0 0,1-4 0 0 0,0-8-30 0 0,1 1-1 0 0,0 0 0 0 0,1 0 0 0 0,4-15 1 0 0,3-3-34 0 0,1 0 0 0 0,1 1 0 0 0,2 1 0 0 0,1 0 0 0 0,1 0 0 0 0,38-53 0 0 0,-49 78 2 0 0,0 1 0 0 0,1-1 0 0 0,-1 1 0 0 0,1 0 0 0 0,-1 0 1 0 0,9-5-1 0 0,-12 8 23 0 0,0 1 0 0 0,0-1 0 0 0,-1 0 0 0 0,1 1 0 0 0,0-1 0 0 0,0 1 0 0 0,0 0 0 0 0,0-1 0 0 0,0 1 0 0 0,0 0 0 0 0,0-1 0 0 0,1 1 0 0 0,-1 0 0 0 0,0 0 0 0 0,0 0 0 0 0,0 0 0 0 0,0 0 0 0 0,0 0 0 0 0,0 0 0 0 0,0 1 0 0 0,0-1 0 0 0,0 0 0 0 0,0 0 0 0 0,0 1 1 0 0,0-1-1 0 0,0 1 0 0 0,0-1 0 0 0,0 1 0 0 0,0-1 0 0 0,0 1 0 0 0,0 0 0 0 0,0-1 0 0 0,-1 1 0 0 0,1 0 0 0 0,0 0 0 0 0,-1-1 0 0 0,1 1 0 0 0,0 0 0 0 0,-1 0 0 0 0,1 0 0 0 0,-1 0 0 0 0,1 0 0 0 0,-1 0 0 0 0,0 0 0 0 0,1 0 0 0 0,-1 0 0 0 0,0 1 0 0 0,4 11 7 0 0,-1 0 0 0 0,-1 0 0 0 0,0 0 0 0 0,-1 1 0 0 0,0-1 0 0 0,-1 0-1 0 0,0 0 1 0 0,-3 15 0 0 0,-25 106 87 0 0,24-120-83 0 0,-86 294 369 0 0,61-230 374 0 0,-72 138 0 0 0,100-214-702 0 0,-3 7 368 0 0,-1-1 0 0 0,-1 1-1 0 0,1-1 1 0 0,-11 10 0 0 0,14-16-321 0 0,0 0 0 0 0,0 0 1 0 0,-1 0-1 0 0,1 0 0 0 0,-1 0 1 0 0,1-1-1 0 0,-1 1 0 0 0,0-1 1 0 0,1 0-1 0 0,-1 0 0 0 0,0 0 0 0 0,0 0 1 0 0,0 0-1 0 0,0-1 0 0 0,0 1 1 0 0,0-1-1 0 0,0 0 0 0 0,0 1 1 0 0,0-2-1 0 0,-3 1 0 0 0,-16-5 16 0 0,0-1 0 0 0,1-1-1 0 0,-1-1 1 0 0,2-1 0 0 0,-30-17 0 0 0,16 9-91 0 0,-35-13 1 0 0,29 14-42 0 0,29 11-92 0 0,-1 0-1 0 0,1 1 1 0 0,-1 0 0 0 0,-1 0 0 0 0,1 1 0 0 0,-21-2 0 0 0,14 7-3716 0 0,41 3-5516 0 0,-17-7 8345 0 0,10-1-2884 0 0</inkml:trace>
</inkml:ink>
</file>

<file path=ppt/ink/ink1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9:27.7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335 126 1160 0 0,'23'-31'3595'0'0,"41"-62"5007"0"0,-63 91-8110 0 0,-1 3-469 0 0,1-1 0 0 0,-1 0 1 0 0,1 1-1 0 0,-1-1 0 0 0,1 0 1 0 0,-1 1-1 0 0,1-1 1 0 0,-1 0-1 0 0,1 1 0 0 0,-1-1 1 0 0,1 1-1 0 0,-1-1 0 0 0,0 1 1 0 0,1-1-1 0 0,-1 1 0 0 0,0-1 1 0 0,0 1-1 0 0,1-1 1 0 0,-1 1-1 0 0,0 0 0 0 0,-3 49 571 0 0,-3 0 1 0 0,-2-1-1 0 0,-15 54 0 0 0,7-35-226 0 0,-130 549 2352 0 0,30-133-1768 0 0,111-462-938 0 0,-9 34 41 0 0,3 0 1 0 0,2 1 0 0 0,-2 62 0 0 0,11-116-42 0 0,0 0 1 0 0,0 0 0 0 0,0 0 0 0 0,0-1-1 0 0,0 1 1 0 0,1 0 0 0 0,-1 0-1 0 0,1 0 1 0 0,0-1 0 0 0,0 1 0 0 0,0 0-1 0 0,0-1 1 0 0,0 1 0 0 0,1-1 0 0 0,-1 1-1 0 0,1-1 1 0 0,-1 0 0 0 0,3 3 0 0 0,-2-4-10 0 0,-1 0 0 0 0,0-1 1 0 0,1 1-1 0 0,-1 0 0 0 0,0-1 0 0 0,1 1 1 0 0,-1-1-1 0 0,1 0 0 0 0,-1 1 1 0 0,1-1-1 0 0,-1 0 0 0 0,1 0 1 0 0,-1 0-1 0 0,1 0 0 0 0,0 0 1 0 0,-1 0-1 0 0,1-1 0 0 0,-1 1 1 0 0,1 0-1 0 0,-1-1 0 0 0,0 1 0 0 0,3-2 1 0 0,31-15 55 0 0,-21 7-46 0 0,1-1-1 0 0,-1 0 1 0 0,-1-1 0 0 0,0 0 0 0 0,-1-1-1 0 0,0-1 1 0 0,-1 0 0 0 0,0 0 0 0 0,-2-1-1 0 0,1-1 1 0 0,-2 1 0 0 0,13-34-1 0 0,-16 36-34 0 0,-1-1 0 0 0,0 1 0 0 0,-1-1 0 0 0,-1 0 0 0 0,0 0 0 0 0,-1 0 0 0 0,0 0 0 0 0,-1 0 0 0 0,-1 0 0 0 0,0 0 0 0 0,-1 0 0 0 0,-1 0 0 0 0,0 1 0 0 0,0-1 0 0 0,-2 1 0 0 0,-11-26 0 0 0,5 19-8 0 0,-2 0-1 0 0,0 1 1 0 0,-1 0-1 0 0,0 1 1 0 0,-21-19-1 0 0,-2 3-5 0 0,-56-40-1 0 0,85 69-200 0 0,1-1-1 0 0,-1 0 0 0 0,1-1 1 0 0,0 1-1 0 0,1-1 0 0 0,-1-1 1 0 0,2 1-1 0 0,-10-16 0 0 0,14 22 85 0 0,1-1-1 0 0,0 1 0 0 0,0-1 0 0 0,-1 1 0 0 0,1-1 1 0 0,0 1-1 0 0,0-1 0 0 0,0 1 0 0 0,1 0 0 0 0,-1-1 1 0 0,0 1-1 0 0,0-1 0 0 0,1 1 0 0 0,-1-1 0 0 0,1 1 1 0 0,-1 0-1 0 0,1-1 0 0 0,0 1 0 0 0,0 0 0 0 0,-1 0 1 0 0,1-1-1 0 0,0 1 0 0 0,1-1 0 0 0,25-23-3284 0 0,5 0-1880 0 0,-12 12 1169 0 0</inkml:trace>
</inkml:ink>
</file>

<file path=ppt/ink/ink1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9:28.5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22 734 1840 0 0,'-2'2'1262'0'0,"0"0"-928"0"0,0 1 0 0 0,0 0 0 0 0,0-1 0 0 0,0 1 0 0 0,1 0 1 0 0,-1 0-1 0 0,1 0 0 0 0,0 0 0 0 0,0 0 0 0 0,0 0 0 0 0,0 0 1 0 0,1 1-1 0 0,-1-1 0 0 0,1 5 0 0 0,0 0 2 0 0,1 0 0 0 0,0 1 0 0 0,0-1 0 0 0,4 9 0 0 0,-3-8-72 0 0,-2-8-210 0 0,0 0 1 0 0,1 0-1 0 0,-1 0 0 0 0,0-1 1 0 0,1 1-1 0 0,-1 0 1 0 0,0 0-1 0 0,1 0 1 0 0,-1 0-1 0 0,1 0 1 0 0,0-1-1 0 0,-1 1 1 0 0,1 0-1 0 0,-1 0 0 0 0,1-1 1 0 0,0 1-1 0 0,0 0 1 0 0,-1-1-1 0 0,1 1 1 0 0,0-1-1 0 0,0 1 1 0 0,0-1-1 0 0,0 1 1 0 0,0-1-1 0 0,0 0 1 0 0,0 1-1 0 0,0-1 0 0 0,0 0 1 0 0,0 0-1 0 0,0 0 1 0 0,0 0-1 0 0,-1 0 1 0 0,1 0-1 0 0,0 0 1 0 0,0 0-1 0 0,0 0 1 0 0,0 0-1 0 0,0 0 0 0 0,0-1 1 0 0,0 1-1 0 0,0 0 1 0 0,0-1-1 0 0,1 0 1 0 0,3-1 42 0 0,-1 0 0 0 0,1-1 0 0 0,-1 1 0 0 0,1-1 0 0 0,-1 0 0 0 0,7-7 0 0 0,8-11-47 0 0,-1-1 0 0 0,0 0 0 0 0,-2-1 0 0 0,25-48 1 0 0,41-111-136 0 0,-53 112 61 0 0,131-314 17 0 0,-158 380-5 0 0,-1 0 0 0 0,1 0 0 0 0,1 0 0 0 0,-1 0 1 0 0,0 1-1 0 0,1 0 0 0 0,5-6 0 0 0,-8 8 10 0 0,1 1-1 0 0,-1 0 1 0 0,1-1 0 0 0,-1 1-1 0 0,1 0 1 0 0,-1-1 0 0 0,1 1-1 0 0,-1 0 1 0 0,1 0-1 0 0,0-1 1 0 0,-1 1 0 0 0,1 0-1 0 0,-1 0 1 0 0,1 0 0 0 0,-1 0-1 0 0,1 0 1 0 0,0 0 0 0 0,-1 0-1 0 0,1 0 1 0 0,0 0 0 0 0,-1 0-1 0 0,1 0 1 0 0,0 1 0 0 0,0-1 0 0 0,0 1 1 0 0,0 0-1 0 0,0 0 1 0 0,0 0-1 0 0,0 0 0 0 0,0-1 1 0 0,0 2-1 0 0,0-1 1 0 0,0 0-1 0 0,-1 0 1 0 0,1 0-1 0 0,0 0 1 0 0,-1 0-1 0 0,1 0 0 0 0,0 2 1 0 0,3 8 34 0 0,-1 1-1 0 0,0 0 1 0 0,0-1 0 0 0,-1 1 0 0 0,0 0 0 0 0,-1 0-1 0 0,-1 14 1 0 0,-8 88 366 0 0,4-85-342 0 0,-83 463 1356 0 0,87-490-1404 0 0,-1 1-10 0 0,-2 20 420 0 0,5-17-196 0 0,7-10-206 0 0,-7 2-18 0 0,1-1 0 0 0,-1 0 1 0 0,0 0-1 0 0,0 0 0 0 0,0-1 0 0 0,0 1 0 0 0,-1 0 1 0 0,1-1-1 0 0,-1 1 0 0 0,2-6 0 0 0,6-38-75 0 0,-7 34 56 0 0,-1 0 0 0 0,-1-1 0 0 0,0 1 1 0 0,-1 0-1 0 0,0-1 0 0 0,-1 1 0 0 0,0 0 1 0 0,-1 0-1 0 0,-1 0 0 0 0,0 0 0 0 0,-1 0 0 0 0,-7-15 1 0 0,9 23 11 0 0,-1-1-1 0 0,1 0 1 0 0,-1 1 0 0 0,0-1 0 0 0,-1 1 0 0 0,1 0 0 0 0,-1 1-1 0 0,0-1 1 0 0,0 1 0 0 0,0 0 0 0 0,-1 0 0 0 0,1 0 0 0 0,-1 1-1 0 0,0 0 1 0 0,0 0 0 0 0,0 1 0 0 0,0-1 0 0 0,-1 1 0 0 0,1 1 0 0 0,-1-1-1 0 0,1 1 1 0 0,-1 0 0 0 0,0 1 0 0 0,1-1 0 0 0,-1 1 0 0 0,-9 2-1 0 0,8-1 6 0 0,0 0-1 0 0,0 1 0 0 0,1 0 0 0 0,-1 0 0 0 0,0 1 0 0 0,1 0 0 0 0,0 0 0 0 0,0 1 1 0 0,0 0-1 0 0,0 0 0 0 0,1 1 0 0 0,-1 0 0 0 0,1 0 0 0 0,0 0 0 0 0,0 1 1 0 0,1 0-1 0 0,0 0 0 0 0,0 0 0 0 0,-5 9 0 0 0,10-14 5 0 0,-1 0 0 0 0,1 0 0 0 0,0 0 0 0 0,-1-1-1 0 0,1 1 1 0 0,0 0 0 0 0,0 0 0 0 0,0 0 0 0 0,0 0 0 0 0,0 0 0 0 0,0 0 0 0 0,0 0 0 0 0,0 0-1 0 0,0 0 1 0 0,0 0 0 0 0,0-1 0 0 0,1 1 0 0 0,-1 0 0 0 0,0 0 0 0 0,1 0 0 0 0,-1 0 0 0 0,1 0-1 0 0,-1-1 1 0 0,1 1 0 0 0,-1 0 0 0 0,1 0 0 0 0,-1-1 0 0 0,1 1 0 0 0,1 0 0 0 0,0 1 1 0 0,0 0 0 0 0,0 0 1 0 0,0 0-1 0 0,1-1 0 0 0,-1 1 0 0 0,1-1 1 0 0,-1 1-1 0 0,5 0 0 0 0,9 2-127 0 0,0 0 0 0 0,0-2 0 0 0,1 0 0 0 0,-1 0 0 0 0,1-2 0 0 0,27-2-1 0 0,102-20-5428 0 0,-125 18 4025 0 0,35-7-3405 0 0</inkml:trace>
</inkml:ink>
</file>

<file path=ppt/ink/ink1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9:28.9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83 56 1976 0 0,'13'-39'6726'0'0,"-5"22"-2563"0"0,-8 22-3547 0 0,-8 30-397 0 0,-1-1 0 0 0,-26 60 0 0 0,22-61-248 0 0,1 1-1 0 0,-13 56 1 0 0,25-87-125 0 0,-1-1 0 0 0,1 0 0 0 0,0 0 0 0 0,0 0 0 0 0,0 0-1 0 0,0 1 1 0 0,0-1 0 0 0,0 0 0 0 0,1 0 0 0 0,-1 0 0 0 0,1 0 0 0 0,-1 0 0 0 0,1 0 0 0 0,0 0 0 0 0,0 0 0 0 0,0 0-1 0 0,0 0 1 0 0,1 2 0 0 0,0-2-180 0 0,-1-1 1 0 0,0 0-1 0 0,1 0 0 0 0,-1 0 0 0 0,1 0 1 0 0,-1 0-1 0 0,1 0 0 0 0,0 0 0 0 0,-1 0 1 0 0,1 0-1 0 0,0-1 0 0 0,-1 1 0 0 0,1-1 1 0 0,2 1-1 0 0,13 0-3378 0 0</inkml:trace>
</inkml:ink>
</file>

<file path=ppt/ink/ink1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9:29.3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351 45 1508 0 0,'7'-8'1216'0'0,"10"-11"2080"0"0,-17 18-3194 0 0,1 1-1 0 0,-1-1 1 0 0,0 1-1 0 0,1-1 0 0 0,-1 1 1 0 0,0-1-1 0 0,0 1 0 0 0,1-1 1 0 0,-1 1-1 0 0,0-1 1 0 0,0 1-1 0 0,0-1 0 0 0,0 0 1 0 0,1 1-1 0 0,-1-1 1 0 0,0 1-1 0 0,0-1 0 0 0,0 1 1 0 0,0-1-1 0 0,-1 0 1 0 0,1 1-1 0 0,0-1 0 0 0,0 1 1 0 0,0-1-1 0 0,0 1 1 0 0,0-1-1 0 0,-1 0 0 0 0,1 1 1 0 0,0-1-1 0 0,-1 0 1 0 0,-2 1-18 0 0,1 1 0 0 0,-1-1 1 0 0,1 1-1 0 0,-1 0 1 0 0,1-1-1 0 0,0 1 1 0 0,-5 3-1 0 0,6-4-45 0 0,-19 11 107 0 0,1 1 1 0 0,0 1-1 0 0,1 1 0 0 0,-27 27 1 0 0,41-38-139 0 0,-39 43 281 0 0,42-45-249 0 0,1 0 1 0 0,-1-1-1 0 0,1 1 1 0 0,-1 0-1 0 0,1 0 1 0 0,0-1-1 0 0,-1 1 1 0 0,1 0-1 0 0,0 0 1 0 0,-1 0-1 0 0,1 0 0 0 0,0 0 1 0 0,0 0-1 0 0,0 0 1 0 0,0-1-1 0 0,0 1 1 0 0,0 0-1 0 0,0 0 1 0 0,0 0-1 0 0,0 0 1 0 0,1 0-1 0 0,-1 0 1 0 0,0 0-1 0 0,0-1 0 0 0,1 1 1 0 0,-1 0-1 0 0,1 0 1 0 0,0 1-1 0 0,14 13 786 0 0,-4-8-583 0 0,0 1-1 0 0,-1 0 1 0 0,0 0 0 0 0,0 1 0 0 0,-1 0 0 0 0,14 17-1 0 0,-21-22-43 0 0,0-1 0 0 0,0 1 0 0 0,0 0 0 0 0,0 0 0 0 0,0-1 0 0 0,-1 1 0 0 0,0 1 0 0 0,0-1-1 0 0,0 0 1 0 0,0 0 0 0 0,-1 0 0 0 0,1 0 0 0 0,-1 1 0 0 0,0-1 0 0 0,0 0 0 0 0,-1 0 0 0 0,1 0-1 0 0,-1 1 1 0 0,0-1 0 0 0,0 0 0 0 0,-1 0 0 0 0,1 0 0 0 0,-1 0 0 0 0,-2 3 0 0 0,0 1 44 0 0,-1 0 0 0 0,-1 0 1 0 0,1-1-1 0 0,-1 0 0 0 0,0-1 1 0 0,-1 1-1 0 0,1-1 0 0 0,-1 0 1 0 0,-1-1-1 0 0,1 1 0 0 0,-1-1 1 0 0,0-1-1 0 0,0 0 0 0 0,0 0 1 0 0,-1 0-1 0 0,1-1 0 0 0,-1-1 1 0 0,-12 3-1 0 0,16-4-212 0 0,1-1 0 0 0,0 1 0 0 0,0-1 0 0 0,-1-1 0 0 0,1 1 0 0 0,0 0 0 0 0,0-1 1 0 0,0 0-1 0 0,0 0 0 0 0,0 0 0 0 0,0-1 0 0 0,0 1 0 0 0,0-1 0 0 0,0 0 0 0 0,-7-5 0 0 0,7 3-198 0 0,-1 0 0 0 0,1 0-1 0 0,0 0 1 0 0,0-1 0 0 0,0 0 0 0 0,1 0-1 0 0,-1 0 1 0 0,1 0 0 0 0,1 0 0 0 0,-4-7-1 0 0,2-1-1064 0 0,-1 1-1 0 0,2-1 1 0 0,-5-26-1 0 0,6 20-3153 0 0,0-34-1 0 0,4 25-2364 0 0</inkml:trace>
</inkml:ink>
</file>

<file path=ppt/ink/ink1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9:29.5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65 552 0 0,'4'-41'12029'0'0,"-2"28"-9566"0"0,-1 11-2038 0 0,-2-6 236 0 0</inkml:trace>
</inkml:ink>
</file>

<file path=ppt/ink/ink1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9:30.3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357 162 1576 0 0,'7'-7'1066'0'0,"0"-1"1"0"0,-1-1-1 0 0,0 1 0 0 0,0-1 1 0 0,-1 0-1 0 0,0 0 0 0 0,-1 0 1 0 0,0-1-1 0 0,5-16 0 0 0,-9 23-956 0 0,1 1 0 0 0,-1-1 0 0 0,0 0 0 0 0,1 1 0 0 0,-1-1 0 0 0,-1 0 0 0 0,1 1 0 0 0,0-1 0 0 0,-1 1 0 0 0,1-1 0 0 0,-1 0 0 0 0,0 1 0 0 0,-1-4 0 0 0,1 5-96 0 0,1 0 0 0 0,-1 0 1 0 0,0 0-1 0 0,0-1 0 0 0,0 1 0 0 0,0 0 1 0 0,0 0-1 0 0,0 0 0 0 0,0 1 0 0 0,0-1 0 0 0,0 0 1 0 0,0 0-1 0 0,-1 0 0 0 0,1 1 0 0 0,0-1 0 0 0,0 1 1 0 0,-1-1-1 0 0,1 1 0 0 0,-1 0 0 0 0,1-1 1 0 0,0 1-1 0 0,-1 0 0 0 0,1 0 0 0 0,-1 0 0 0 0,1 0 1 0 0,0 0-1 0 0,-1 0 0 0 0,-1 1 0 0 0,-10 1 2 0 0,1 2 1 0 0,-1-1-1 0 0,1 2 0 0 0,0-1 0 0 0,0 2 0 0 0,0 0 1 0 0,1 0-1 0 0,-1 1 0 0 0,2 0 0 0 0,-1 1 0 0 0,-12 12 0 0 0,-7 9 14 0 0,1 1 0 0 0,-34 45 0 0 0,41-47-9 0 0,-18 33 1 0 0,34-51-9 0 0,1 1 0 0 0,-1-1 0 0 0,2 1 0 0 0,-1 1 1 0 0,2-1-1 0 0,0 0 0 0 0,-2 13 0 0 0,4-22-2 0 0,1 1 0 0 0,-1-1-1 0 0,1 1 1 0 0,0 0-1 0 0,0-1 1 0 0,0 1-1 0 0,1-1 1 0 0,-1 1 0 0 0,1-1-1 0 0,-1 1 1 0 0,1-1-1 0 0,0 1 1 0 0,0-1 0 0 0,0 0-1 0 0,0 1 1 0 0,0-1-1 0 0,0 0 1 0 0,1 0 0 0 0,-1 0-1 0 0,1 0 1 0 0,3 4-1 0 0,-2-4-1 0 0,0-1-1 0 0,0 1 1 0 0,0-1-1 0 0,0 1 1 0 0,0-1-1 0 0,0 0 1 0 0,0 0-1 0 0,0 0 0 0 0,1 0 1 0 0,-1-1-1 0 0,0 1 1 0 0,1-1-1 0 0,-1 0 1 0 0,0 0-1 0 0,1 0 1 0 0,3-1-1 0 0,4-1-1 0 0,-1 0 0 0 0,0-1 1 0 0,0 0-1 0 0,0-1 0 0 0,-1 0 0 0 0,1-1 0 0 0,-1 1 1 0 0,0-2-1 0 0,0 1 0 0 0,-1-1 0 0 0,1-1 0 0 0,-1 0 1 0 0,7-8-1 0 0,10-12-21 0 0,-1 0 1 0 0,27-42 0 0 0,-14 8 12 0 0,-27 41 5 0 0,24-32 1 0 0,-33 51-8 0 0,-8 31-2 0 0,-4-2 47 0 0,1 0-1 0 0,2 0 1 0 0,1 1 0 0 0,1 0 0 0 0,-4 53 0 0 0,10-80-25 0 0,-1 1 1 0 0,2 0-1 0 0,-1-1 0 0 0,0 1 0 0 0,0 0 1 0 0,1-1-1 0 0,0 1 0 0 0,-1-1 1 0 0,1 1-1 0 0,0-1 0 0 0,0 1 0 0 0,0-1 1 0 0,1 0-1 0 0,-1 1 0 0 0,0-1 0 0 0,1 0 1 0 0,0 0-1 0 0,-1 0 0 0 0,1 0 0 0 0,0 0 1 0 0,0 0-1 0 0,0-1 0 0 0,5 4 1 0 0,-3-4-4 0 0,1 1 1 0 0,-1 0-1 0 0,1-1 0 0 0,0 0 1 0 0,-1 0-1 0 0,1 0 1 0 0,0 0-1 0 0,0-1 1 0 0,0 0-1 0 0,0 0 1 0 0,0 0-1 0 0,6-2 1 0 0,1 0-457 0 0,-1-1 1 0 0,0 0 0 0 0,0 0-1 0 0,0-1 1 0 0,0-1 0 0 0,0 0 0 0 0,14-9-1 0 0,-15 7-915 0 0,-1 1-1 0 0,0-1 1 0 0,0-1 0 0 0,10-12-1 0 0,-7 5-1835 0 0</inkml:trace>
</inkml:ink>
</file>

<file path=ppt/ink/ink1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9:31.0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10 257 1724 0 0,'-2'-3'462'0'0,"1"-1"0"0"0,-1 0 0 0 0,1 0 0 0 0,0 0 0 0 0,0 0 0 0 0,0 0 0 0 0,1 0 0 0 0,0 0 1 0 0,-1 0-1 0 0,1 0 0 0 0,1 0 0 0 0,-1 0 0 0 0,2-6 0 0 0,-1 4-147 0 0,1 0 0 0 0,0 0 0 0 0,0 0 0 0 0,1 0 0 0 0,0 0 0 0 0,0 1 0 0 0,0-1 0 0 0,6-6 0 0 0,-6 7-228 0 0,1 0 0 0 0,0 1 0 0 0,0-1 0 0 0,1 1 0 0 0,-1 0 0 0 0,1 0 0 0 0,0 1 1 0 0,0 0-1 0 0,0-1 0 0 0,1 1 0 0 0,-1 1 0 0 0,1-1 0 0 0,-1 1 0 0 0,1 0 0 0 0,0 1 0 0 0,0-1 0 0 0,0 1 1 0 0,0 0-1 0 0,9 0 0 0 0,-11 2-61 0 0,1-1 0 0 0,-1 1 0 0 0,1 0 1 0 0,-1 1-1 0 0,0-1 0 0 0,1 1 0 0 0,-1 0 0 0 0,0 0 1 0 0,0 0-1 0 0,0 0 0 0 0,0 1 0 0 0,-1-1 0 0 0,1 1 0 0 0,-1 0 1 0 0,1 1-1 0 0,-1-1 0 0 0,0 0 0 0 0,0 1 0 0 0,0 0 1 0 0,3 6-1 0 0,-2-2 23 0 0,0-1-1 0 0,0 1 1 0 0,-1 0 0 0 0,0 0 0 0 0,-1 1 0 0 0,0-1-1 0 0,0 0 1 0 0,-1 1 0 0 0,0-1 0 0 0,0 10 0 0 0,-1-2 117 0 0,-2 1 1 0 0,0-1 0 0 0,-1 0-1 0 0,0-1 1 0 0,-1 1 0 0 0,-12 27-1 0 0,16-42-93 0 0,0 0-1 0 0,-1 0 1 0 0,1 0-1 0 0,0 0 1 0 0,-1 0-1 0 0,1 0 1 0 0,-1 0-1 0 0,0 0 1 0 0,1-1-1 0 0,-1 1 1 0 0,0 0-1 0 0,1 0 1 0 0,-1-1-1 0 0,0 1 0 0 0,-1 0 1 0 0,2-1-60 0 0,0 0 1 0 0,-1 0-1 0 0,1 0 1 0 0,0 0-1 0 0,0 0 0 0 0,-1 0 1 0 0,1 0-1 0 0,0 0 1 0 0,-1 0-1 0 0,1 0 0 0 0,0 0 1 0 0,-1 0-1 0 0,1 0 1 0 0,0 0-1 0 0,0 0 0 0 0,-1 0 1 0 0,1-1-1 0 0,0 1 1 0 0,-1 0-1 0 0,1 0 0 0 0,0 0 1 0 0,0-1-1 0 0,0 1 1 0 0,-1 0-1 0 0,1 0 0 0 0,0 0 1 0 0,0-1-1 0 0,0 1 1 0 0,-1 0-1 0 0,1-1 0 0 0,-1-1 1 0 0,0 0-1 0 0,0 0 0 0 0,0-1 1 0 0,0 1-1 0 0,1 0 0 0 0,-1-1 1 0 0,1 1-1 0 0,-1-1 0 0 0,1 1 1 0 0,0-4-1 0 0,3-17-30 0 0,1-1 1 0 0,1 1-1 0 0,0 1 0 0 0,2-1 1 0 0,1 1-1 0 0,1 0 0 0 0,0 1 1 0 0,2 0-1 0 0,0 1 0 0 0,2 0 1 0 0,0 0-1 0 0,16-17 0 0 0,-25 32-3 0 0,0 1 0 0 0,1-1 1 0 0,-1 1-1 0 0,1-1 0 0 0,0 1 0 0 0,1 1 0 0 0,-1-1 0 0 0,0 1 0 0 0,1 0 0 0 0,0 0 1 0 0,0 1-1 0 0,0-1 0 0 0,0 1 0 0 0,12-2 0 0 0,-15 4 16 0 0,-1 0 0 0 0,1 1 0 0 0,0-1 0 0 0,0 0 0 0 0,-1 1-1 0 0,1 0 1 0 0,0 0 0 0 0,-1 0 0 0 0,1 0 0 0 0,-1 0 0 0 0,1 0 0 0 0,-1 1 0 0 0,0-1-1 0 0,0 1 1 0 0,1-1 0 0 0,-1 1 0 0 0,0 0 0 0 0,2 2 0 0 0,-1 0 3 0 0,1 0 0 0 0,-1 1 0 0 0,0-1 0 0 0,0 1 0 0 0,0-1 0 0 0,0 1 0 0 0,2 8-1 0 0,-1 0 12 0 0,-1 0-1 0 0,0-1 0 0 0,-1 1 0 0 0,-1 0 0 0 0,0 24 0 0 0,-10 66 442 0 0,-1 3-7104 0 0</inkml:trace>
</inkml:ink>
</file>

<file path=ppt/ink/ink1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9:31.9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125 206 2228 0 0,'2'-8'2001'0'0,"0"-11"2232"0"0,-6 19-3165 0 0,-7 10-687 0 0,-3 7-188 0 0,1 0-1 0 0,1 1 1 0 0,1 0 0 0 0,0 1 0 0 0,1 1-1 0 0,1-1 1 0 0,1 1 0 0 0,0 1 0 0 0,-7 35-1 0 0,14-50-136 0 0,0-1 0 0 0,1 1-1 0 0,-1 0 1 0 0,1-1-1 0 0,0 1 1 0 0,1-1 0 0 0,-1 1-1 0 0,1-1 1 0 0,0 1-1 0 0,0-1 1 0 0,4 9 0 0 0,-4-11-12 0 0,1-1 0 0 0,-1 1 0 0 0,1-1 1 0 0,0 1-1 0 0,0-1 0 0 0,0 0 0 0 0,0 0 0 0 0,1 0 1 0 0,-1 0-1 0 0,0 0 0 0 0,1 0 0 0 0,0 0 0 0 0,-1-1 1 0 0,1 0-1 0 0,0 1 0 0 0,0-1 0 0 0,-1 0 1 0 0,1 0-1 0 0,0 0 0 0 0,0-1 0 0 0,0 1 0 0 0,5-1 1 0 0,0 1-19 0 0,-1 0 0 0 0,1-1 0 0 0,-1 0 0 0 0,1-1 1 0 0,-1 1-1 0 0,1-2 0 0 0,-1 1 0 0 0,0-1 0 0 0,1 0 0 0 0,-1 0 1 0 0,0-1-1 0 0,0 0 0 0 0,-1 0 0 0 0,10-6 0 0 0,-7 2-16 0 0,0 0-1 0 0,-1 0 1 0 0,0 0-1 0 0,-1-1 1 0 0,1-1-1 0 0,-2 1 1 0 0,1-1-1 0 0,-1 0 1 0 0,5-11-1 0 0,0-1-15 0 0,-2 0 0 0 0,-1 0 0 0 0,-1-1 0 0 0,0 0 0 0 0,-2 0 0 0 0,-1-1 0 0 0,0 0 1 0 0,0-41-1 0 0,-4 40 24 0 0,-4-35 1 0 0,3 52-20 0 0,0 0 1 0 0,-1 1-1 0 0,0-1 1 0 0,0 1 0 0 0,0 0-1 0 0,0 0 1 0 0,-1-1-1 0 0,0 2 1 0 0,-1-1 0 0 0,-4-6-1 0 0,7 11 1 0 0,0-1-1 0 0,0 1 0 0 0,-1 0 1 0 0,1 0-1 0 0,-1 0 0 0 0,1 1 1 0 0,-1-1-1 0 0,1 0 0 0 0,-1 0 1 0 0,0 1-1 0 0,1-1 0 0 0,-1 1 1 0 0,0 0-1 0 0,1-1 0 0 0,-1 1 1 0 0,0 0-1 0 0,1 0 0 0 0,-1 0 1 0 0,0 0-1 0 0,0 0 0 0 0,1 0 1 0 0,-1 1-1 0 0,0-1 0 0 0,1 0 1 0 0,-1 1-1 0 0,0 0 0 0 0,1-1 1 0 0,-1 1-1 0 0,1 0 0 0 0,-1 0 1 0 0,-1 1-1 0 0,-5 2-2 0 0,1 1 1 0 0,-1 0-1 0 0,1 1 1 0 0,-11 10-1 0 0,1 2 23 0 0,0 0 0 0 0,1 1-1 0 0,2 1 1 0 0,-1 0-1 0 0,2 1 1 0 0,1 0 0 0 0,1 1-1 0 0,0 0 1 0 0,2 1 0 0 0,-12 41-1 0 0,20-60-29 0 0,1-1 0 0 0,-1 1-1 0 0,0-1 1 0 0,1 1 0 0 0,0-1 0 0 0,-1 1-1 0 0,1-1 1 0 0,1 1 0 0 0,-1-1 0 0 0,0 1-1 0 0,1-1 1 0 0,0 1 0 0 0,0-1 0 0 0,0 1-1 0 0,0-1 1 0 0,1 0 0 0 0,-1 0-1 0 0,1 0 1 0 0,0 0 0 0 0,-1 0 0 0 0,2 0-1 0 0,-1 0 1 0 0,0 0 0 0 0,0-1 0 0 0,1 1-1 0 0,0-1 1 0 0,-1 0 0 0 0,1 1-1 0 0,0-1 1 0 0,0-1 0 0 0,0 1 0 0 0,0 0-1 0 0,0-1 1 0 0,1 1 0 0 0,-1-1 0 0 0,5 1-1 0 0,3 1-239 0 0,0-1 0 0 0,0 0-1 0 0,1-1 1 0 0,-1 0-1 0 0,0-1 1 0 0,1-1 0 0 0,-1 1-1 0 0,0-1 1 0 0,0-1-1 0 0,14-4 1 0 0,-2-1-51 0 0,1-2 1 0 0,-2 0-1 0 0,1-2 0 0 0,-1 0 1 0 0,-1-2-1 0 0,0 0 0 0 0,26-22 1 0 0,-10 3 910 0 0,-2-2 0 0 0,55-66 0 0 0,-84 92-450 0 0,-4 5-120 0 0,0 0 0 0 0,0 1 0 0 0,0-1 0 0 0,0 0 0 0 0,0 1 0 0 0,1-1 0 0 0,-1 1 0 0 0,1 0 0 0 0,0 0 0 0 0,0 0 0 0 0,3-2 0 0 0,-5 4-37 0 0,-1 1-1 0 0,1-1 0 0 0,-1 0 0 0 0,0 1 1 0 0,1-1-1 0 0,-1 1 0 0 0,1-1 1 0 0,-1 0-1 0 0,0 1 0 0 0,1-1 0 0 0,-1 1 1 0 0,0-1-1 0 0,0 1 0 0 0,1-1 0 0 0,-1 1 1 0 0,0-1-1 0 0,0 1 0 0 0,0-1 1 0 0,0 1-1 0 0,0 0 0 0 0,0-1 0 0 0,0 1 1 0 0,0-1-1 0 0,0 1 0 0 0,0 0 0 0 0,1 17 32 0 0,-6 20 65 0 0,-2-1 1 0 0,-15 52-1 0 0,-3 8 592 0 0,20-82 301 0 0,5-15-974 0 0,0 0-1 0 0,0 0 1 0 0,0 0-1 0 0,0 0 1 0 0,0 1-1 0 0,0-1 1 0 0,0 0-1 0 0,0 0 1 0 0,0 0-1 0 0,0 0 1 0 0,0 0-1 0 0,0 0 1 0 0,0 0-1 0 0,0 0 1 0 0,-1 0-1 0 0,1 0 1 0 0,0 0-1 0 0,0 1 1 0 0,0-1 0 0 0,0 0-1 0 0,0 0 1 0 0,0 0-1 0 0,0 0 1 0 0,0 0-1 0 0,0 0 1 0 0,-1 0-1 0 0,1 0 1 0 0,0 0-1 0 0,0 0 1 0 0,0 0-1 0 0,0 0 1 0 0,0 0-1 0 0,0 0 1 0 0,0 0-1 0 0,0 0 1 0 0,0 0-1 0 0,-1 0 1 0 0,1 0 0 0 0,0 0-1 0 0,0 0 1 0 0,0 0-1 0 0,0 0 1 0 0,0 0-1 0 0,0 0 1 0 0,0 0-1 0 0,0-1 1 0 0,0 1-1 0 0,-1 0 1 0 0,1 0-1 0 0,0 0 1 0 0,0 0-1 0 0,0 0 1 0 0,0 0-1 0 0,0 0 1 0 0,0 0-1 0 0,-1-2 25 0 0,1 0-1 0 0,0 0 0 0 0,-1 0 0 0 0,1 0 0 0 0,0 1 0 0 0,0-1 0 0 0,0 0 0 0 0,0 0 1 0 0,0 0-1 0 0,1 0 0 0 0,-1 0 0 0 0,1-2 0 0 0,7-25-37 0 0,2 0 0 0 0,0 1 0 0 0,2 0 0 0 0,1 1 0 0 0,2 0 0 0 0,0 1-1 0 0,2 0 1 0 0,33-39 0 0 0,-41 56-40 0 0,0-1-1 0 0,1 1 0 0 0,1 1 1 0 0,14-10-1 0 0,-24 17 34 0 0,1 0 0 0 0,-1 0-1 0 0,0 1 1 0 0,1-1 0 0 0,-1 0 0 0 0,1 1 0 0 0,-1 0-1 0 0,1-1 1 0 0,-1 1 0 0 0,1 0 0 0 0,-1 0-1 0 0,1-1 1 0 0,-1 1 0 0 0,1 0 0 0 0,-1 1 0 0 0,1-1-1 0 0,-1 0 1 0 0,1 0 0 0 0,-1 1 0 0 0,1-1 0 0 0,-1 0-1 0 0,0 1 1 0 0,1 0 0 0 0,-1-1 0 0 0,1 1-1 0 0,-1 0 1 0 0,0 0 0 0 0,0 0 0 0 0,0 0 0 0 0,1 0-1 0 0,-1 0 1 0 0,0 0 0 0 0,0 0 0 0 0,0 0 0 0 0,0 0-1 0 0,-1 1 1 0 0,3 1 0 0 0,0 3 9 0 0,0 1 0 0 0,0-1 1 0 0,0 0-1 0 0,-1 1 0 0 0,0 0 1 0 0,3 11-1 0 0,-3 9 64 0 0,-1-1 0 0 0,-1 0 1 0 0,-1 1-1 0 0,-1-1 0 0 0,-2 0 0 0 0,-8 33 0 0 0,10-47-616 0 0,0-1-1 0 0,1 1 0 0 0,0 13 1 0 0,6-14-1839 0 0</inkml:trace>
</inkml:ink>
</file>

<file path=ppt/ink/ink1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9:32.1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0 111 2332 0 0,'3'-25'13594'0'0,"-2"17"-11910"0"0,1 6-1611 0 0,0 0-1 0 0,1 0 0 0 0,-1 0 0 0 0,0 1 1 0 0,1-1-1 0 0,-1 1 0 0 0,1 0 0 0 0,-1-1 1 0 0,1 1-1 0 0,0 0 0 0 0,3 0 1 0 0,38-9 279 0 0,-28 7-196 0 0,28-6-359 0 0,33-8-3016 0 0,-28 2-4518 0 0,-36 10 2314 0 0</inkml:trace>
</inkml:ink>
</file>

<file path=ppt/ink/ink1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9:32.7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282 56 1932 0 0,'3'-3'793'0'0,"0"0"0"0"0,0-1 1 0 0,0 1-1 0 0,0-1 0 0 0,-1 1 0 0 0,1-1 0 0 0,-1 0 0 0 0,0 0 0 0 0,0 0 0 0 0,0 0 1 0 0,2-7-1 0 0,-4 9-521 0 0,-1 2-248 0 0,0-1 1 0 0,1 1-1 0 0,-1 0 1 0 0,0-1-1 0 0,0 1 1 0 0,1 0-1 0 0,-1 0 1 0 0,0 0-1 0 0,0-1 1 0 0,0 1-1 0 0,0 0 1 0 0,1 0-1 0 0,-1 0 1 0 0,0 0-1 0 0,0 0 1 0 0,0 1-1 0 0,1-1 1 0 0,-1 0-1 0 0,0 0 1 0 0,0 1-1 0 0,0-1 1 0 0,0 1-1 0 0,-25 7 148 0 0,21-6-139 0 0,-26 10 32 0 0,0 1 0 0 0,0 1 1 0 0,1 2-1 0 0,-29 21 1 0 0,58-36-67 0 0,0-1 1 0 0,0 1 0 0 0,1 0-1 0 0,-1 0 1 0 0,0 0 0 0 0,1-1-1 0 0,-1 1 1 0 0,1 0 0 0 0,-1 0 0 0 0,1 0-1 0 0,-1 0 1 0 0,1 0 0 0 0,0 0-1 0 0,-1 0 1 0 0,1 0 0 0 0,0 0-1 0 0,0 0 1 0 0,0 0 0 0 0,0 0 0 0 0,0 0-1 0 0,0 0 1 0 0,0 0 0 0 0,0 1-1 0 0,0-1 1 0 0,0 0 0 0 0,0 0 0 0 0,1 0-1 0 0,-1 0 1 0 0,1 0 0 0 0,-1 0-1 0 0,0-1 1 0 0,1 1 0 0 0,-1 0-1 0 0,1 0 1 0 0,0 0 0 0 0,0 1 0 0 0,4 4-1 0 0,0 0 1 0 0,0 0 0 0 0,9 9 0 0 0,-10-11-6 0 0,15 14 28 0 0,-5-4-21 0 0,1 0 1 0 0,-2 1-1 0 0,0 1 1 0 0,18 28 0 0 0,-29-42 125 0 0,-1 0 0 0 0,0 0 0 0 0,0 0 0 0 0,0-1 0 0 0,-1 1 0 0 0,1 0 0 0 0,0 0 0 0 0,-1 0 1 0 0,1 0-1 0 0,-1 0 0 0 0,0 0 0 0 0,0 0 0 0 0,1 0 0 0 0,-1 1 0 0 0,-1-1 0 0 0,1 0 1 0 0,0 0-1 0 0,0 0 0 0 0,-1 0 0 0 0,1 0 0 0 0,-2 2 0 0 0,1-2 16 0 0,-1 0 0 0 0,0 0 0 0 0,1 0-1 0 0,-1-1 1 0 0,0 1 0 0 0,0 0 0 0 0,0-1 0 0 0,0 1-1 0 0,0-1 1 0 0,-1 0 0 0 0,1 1 0 0 0,0-1 0 0 0,-1 0-1 0 0,1 0 1 0 0,-1-1 0 0 0,1 1 0 0 0,-5 0 0 0 0,-16 2 378 0 0,0-2 0 0 0,0 0 0 0 0,0-1 0 0 0,-43-7 0 0 0,64 7-468 0 0,-19-5-11 0 0</inkml:trace>
</inkml:ink>
</file>

<file path=ppt/ink/ink1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9:32.9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38 2848 0 0,'4'-15'6600'0'0,"6"-8"2584"0"0,-11 33-8653 0 0,-8 49-196 0 0,3-23-350 0 0,1 0 0 0 0,1 70-1 0 0,4-100-102 0 0,0 0-1 0 0,1-1 0 0 0,0 1 0 0 0,3 11 0 0 0,-3-15-215 0 0,0-1 0 0 0,0 1 1 0 0,-1 0-1 0 0,1-1 0 0 0,0 1 0 0 0,1-1 0 0 0,-1 1 0 0 0,0-1 1 0 0,0 0-1 0 0,1 1 0 0 0,1 1 0 0 0,-2-3 97 0 0,-1 0 0 0 0,1 0 0 0 0,0 1 0 0 0,-1-1 0 0 0,1 0 0 0 0,-1 0 0 0 0,1 0 0 0 0,0 0 0 0 0,-1 0 0 0 0,1 0 0 0 0,0 0 0 0 0,-1 0 0 0 0,1 0 0 0 0,0 0 0 0 0,-1 0 0 0 0,1 0 0 0 0,0 0 0 0 0,-1-1 0 0 0,1 1 0 0 0,-1 0 0 0 0,1 0 0 0 0,0-1 0 0 0</inkml:trace>
</inkml:ink>
</file>

<file path=ppt/ink/ink1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9:33.1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123 12 1336 0 0,'-17'-5'1700'0'0,"2"0"-340"0"0,1 3 445 0 0,-8 2-669 0 0,2 6-840 0 0,10 0-632 0 0,1 3-720 0 0,1-2-901 0 0,1 3 77 0 0</inkml:trace>
</inkml:ink>
</file>

<file path=ppt/ink/ink1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9:33.6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32 108 1540 0 0,'4'-13'9716'0'0,"-4"13"-9655"0"0,14 22 838 0 0,-9-12-840 0 0,0 1-1 0 0,-1-1 1 0 0,-1 1 0 0 0,0 0-1 0 0,-1 0 1 0 0,0 0-1 0 0,0 0 1 0 0,-1 0-1 0 0,0 0 1 0 0,-1 0-1 0 0,-3 20 1 0 0,1-11 81 0 0,-2 1 0 0 0,-1-1 0 0 0,0 0 0 0 0,-2 0 0 0 0,-11 25 0 0 0,3-28 216 0 0,15-17-349 0 0,0 0 0 0 0,-1 1 0 0 0,1-1 0 0 0,0 0 0 0 0,0 1 0 0 0,-1-1 0 0 0,1 0 0 0 0,0 0 0 0 0,0 1 0 0 0,-1-1 0 0 0,1 0 0 0 0,0 0 0 0 0,-1 1 0 0 0,1-1 0 0 0,0 0 0 0 0,-1 0 0 0 0,1 0 0 0 0,0 0 0 0 0,-1 0 0 0 0,1 0 0 0 0,0 1 0 0 0,-1-1 0 0 0,1 0 0 0 0,-1 0 0 0 0,1 0 0 0 0,0 0 0 0 0,-1 0 0 0 0,1 0 0 0 0,0 0 0 0 0,-1-1 0 0 0,1 1 0 0 0,-1 0 0 0 0,1 0 0 0 0,0 0 0 0 0,-1 0 0 0 0,1 0 0 0 0,0 0 0 0 0,-1-1 0 0 0,1 1 0 0 0,0 0 0 0 0,0 0 0 0 0,-1-1 0 0 0,1 1 0 0 0,0 0 0 0 0,-1 0 0 0 0,1-1 0 0 0,0 1 0 0 0,0 0 0 0 0,0-1 0 0 0,-1 1 0 0 0,1 0 0 0 0,0-1 0 0 0,0 1 0 0 0,0-1 0 0 0,-1-8 27 0 0,0 0-1 0 0,0-1 1 0 0,2 1-1 0 0,-1 0 1 0 0,1 0-1 0 0,0 0 1 0 0,1-1-1 0 0,0 1 1 0 0,0 1-1 0 0,1-1 1 0 0,5-10-1 0 0,5-10-110 0 0,0 1 0 0 0,19-27 0 0 0,-18 33 31 0 0,1 1-1 0 0,1 0 1 0 0,31-31-1 0 0,-37 43 35 0 0,-1 1-1 0 0,2-1 1 0 0,-1 1 0 0 0,1 1-1 0 0,0 0 1 0 0,1 1-1 0 0,0 0 1 0 0,0 0 0 0 0,15-4-1 0 0,-23 9 20 0 0,0 0 0 0 0,0 0 0 0 0,0 1 0 0 0,0-1 0 0 0,0 1 0 0 0,0-1 0 0 0,0 1 1 0 0,0 1-1 0 0,0-1 0 0 0,0 1 0 0 0,0-1 0 0 0,0 1 0 0 0,0 0 0 0 0,0 0 0 0 0,0 1 0 0 0,-1-1 0 0 0,1 1 0 0 0,0 0 0 0 0,-1 0 0 0 0,1 0 0 0 0,-1 0 0 0 0,0 1 0 0 0,0 0 0 0 0,0-1 0 0 0,0 1 0 0 0,0 0 0 0 0,0 0 0 0 0,2 4 0 0 0,-1 0 10 0 0,0 0 1 0 0,0 1-1 0 0,-1-1 0 0 0,0 1 1 0 0,0-1-1 0 0,-1 1 0 0 0,0 0 0 0 0,0 0 1 0 0,-1 0-1 0 0,0 0 0 0 0,0 0 1 0 0,-1 1-1 0 0,-1 10 0 0 0,-3 10-67 0 0,-1 1 0 0 0,-1-1 0 0 0,-18 50 0 0 0,-2-10-3078 0 0,25-66 2660 0 0,-2 1-210 0 0</inkml:trace>
</inkml:ink>
</file>

<file path=ppt/ink/ink1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9:34.2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539 191 1628 0 0,'12'-12'1554'0'0,"-1"1"-1"0"0,0-1 1 0 0,-1-1 0 0 0,8-13-1 0 0,-14 20-1009 0 0,0-1 1 0 0,0 1-1 0 0,-1-1 0 0 0,0 0 1 0 0,0 0-1 0 0,-1 0 0 0 0,1-1 1 0 0,-2 1-1 0 0,1 0 0 0 0,0-13 0 0 0,-2 19-501 0 0,0 0-1 0 0,0 0 1 0 0,0 0-1 0 0,0 0 1 0 0,0 0-1 0 0,0 0 1 0 0,-1 0-1 0 0,1 0 1 0 0,0 0-1 0 0,-1 0 1 0 0,1 0-1 0 0,-1 0 1 0 0,1 0-1 0 0,-1 0 0 0 0,1 0 1 0 0,-1 0-1 0 0,1 1 1 0 0,-1-1-1 0 0,0 0 1 0 0,0 0-1 0 0,1 1 1 0 0,-1-1-1 0 0,0 0 1 0 0,-1 0-1 0 0,0 0-9 0 0,-1 0 0 0 0,1 1 0 0 0,0-1 0 0 0,0 1 0 0 0,0-1 0 0 0,-1 1 0 0 0,1 0 0 0 0,0 0 0 0 0,0 0 0 0 0,-1 0 0 0 0,-1 0 0 0 0,-6 2 3 0 0,1 0-1 0 0,-1 1 0 0 0,1 0 0 0 0,-14 6 1 0 0,0 3 2 0 0,0 1 1 0 0,0 1 0 0 0,2 0 0 0 0,0 2 0 0 0,0 1-1 0 0,2 0 1 0 0,0 2 0 0 0,-20 24 0 0 0,34-36-25 0 0,0 0 1 0 0,1 0-1 0 0,0 0 1 0 0,0 0-1 0 0,1 1 1 0 0,0 0-1 0 0,0-1 1 0 0,0 1-1 0 0,1 0 1 0 0,-1 12-1 0 0,2-17-16 0 0,1-1 0 0 0,0 0-1 0 0,0 1 1 0 0,0-1 0 0 0,0 1-1 0 0,0-1 1 0 0,0 1 0 0 0,1-1-1 0 0,-1 1 1 0 0,1-1-1 0 0,0 0 1 0 0,0 1 0 0 0,0-1-1 0 0,0 0 1 0 0,0 0 0 0 0,0 1-1 0 0,1-1 1 0 0,-1 0 0 0 0,1 0-1 0 0,-1 0 1 0 0,1-1-1 0 0,0 1 1 0 0,0 0 0 0 0,-1-1-1 0 0,1 1 1 0 0,0-1 0 0 0,1 1-1 0 0,-1-1 1 0 0,0 0 0 0 0,0 0-1 0 0,1 0 1 0 0,-1 0-1 0 0,0-1 1 0 0,1 1 0 0 0,-1 0-1 0 0,1-1 1 0 0,-1 0 0 0 0,4 0-1 0 0,3 1-62 0 0,0-1 0 0 0,0 0-1 0 0,0 0 1 0 0,0-1 0 0 0,1 0 0 0 0,-1-1-1 0 0,-1 0 1 0 0,1-1 0 0 0,0 0 0 0 0,0 0-1 0 0,-1 0 1 0 0,0-1 0 0 0,0-1 0 0 0,0 1-1 0 0,0-1 1 0 0,-1-1 0 0 0,9-7 0 0 0,8-10 144 0 0,-1-1 1 0 0,0-1-1 0 0,24-37 1 0 0,-37 50 54 0 0,-10 12-136 0 0,0 0 0 0 0,0-1 0 0 0,0 1 0 0 0,0 0 0 0 0,0 0 0 0 0,0 0 0 0 0,0-1 0 0 0,0 1 0 0 0,0 0 0 0 0,0 0 0 0 0,0 0 0 0 0,0 0 0 0 0,0-1 1 0 0,0 1-1 0 0,0 0 0 0 0,0 0 0 0 0,1 0 0 0 0,-1 0 0 0 0,0 0 0 0 0,0-1 0 0 0,0 1 0 0 0,0 0 0 0 0,0 0 0 0 0,1 0 0 0 0,-1 0 0 0 0,0 0 0 0 0,0 0 1 0 0,0 0-1 0 0,0 0 0 0 0,1 0 0 0 0,-1-1 0 0 0,0 1 0 0 0,0 0 0 0 0,0 0 0 0 0,0 0 0 0 0,1 0 0 0 0,-1 0 0 0 0,0 0 0 0 0,0 0 0 0 0,0 0 0 0 0,1 0 1 0 0,-1 0-1 0 0,0 1 0 0 0,0-1 0 0 0,0 0 0 0 0,0 0 0 0 0,1 0 0 0 0,-1 0 0 0 0,0 0 0 0 0,0 0 0 0 0,0 0 0 0 0,0 0 0 0 0,0 0 0 0 0,1 0 1 0 0,-1 1-1 0 0,1 13-25 0 0,-7 20 31 0 0,-34 147-22 0 0,-146 587 1315 0 0,182-755-1248 0 0,-44 140 174 0 0,37-123 54 0 0,-1-1 0 0 0,-2 0 0 0 0,-17 27 0 0 0,26-49-92 0 0,0 0 1 0 0,0 1-1 0 0,-1-2 1 0 0,0 1-1 0 0,0-1 1 0 0,-1 1-1 0 0,-10 6 1 0 0,15-11-137 0 0,-1 0-1 0 0,0-1 1 0 0,1 1 0 0 0,-1-1 0 0 0,0 0 0 0 0,0 0-1 0 0,0 0 1 0 0,0 0 0 0 0,0-1 0 0 0,0 1 0 0 0,0-1-1 0 0,0 0 1 0 0,-1 0 0 0 0,1 0 0 0 0,0 0 0 0 0,0 0 0 0 0,0-1-1 0 0,0 1 1 0 0,0-1 0 0 0,0 0 0 0 0,0 0 0 0 0,0 0-1 0 0,0 0 1 0 0,-4-3 0 0 0,-3-3 6 0 0,0 0 0 0 0,1 0-1 0 0,0-1 1 0 0,0 0 0 0 0,1-1 0 0 0,0 0-1 0 0,0 0 1 0 0,1 0 0 0 0,0-1 0 0 0,1 0 0 0 0,0-1-1 0 0,1 1 1 0 0,-6-15 0 0 0,4 5-34 0 0,0 0 1 0 0,2-1-1 0 0,0 1 0 0 0,1-1 0 0 0,1 0 1 0 0,0-35-1 0 0,4 33-59 0 0,1 0 1 0 0,1 0-1 0 0,2 0 0 0 0,0 1 0 0 0,1 0 1 0 0,1 0-1 0 0,1 1 0 0 0,1 0 0 0 0,1 0 1 0 0,1 1-1 0 0,1 0 0 0 0,22-28 0 0 0,4 1-1296 0 0,1 1 0 0 0,3 3 0 0 0,75-61-1 0 0,82-51-8629 0 0,-161 125 5300 0 0</inkml:trace>
</inkml:ink>
</file>

<file path=ppt/ink/ink1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9:34.7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61 808 0 0,'10'-49'7516'0'0,"-10"47"-7099"0"0,0-6 349 0 0,-2 7-367 0 0,0 9-171 0 0,-5 20-151 0 0,0 5 11 0 0,-7 58-1 0 0,13-81-64 0 0,1 0 0 0 0,0 0 0 0 0,0 1 0 0 0,1-1 0 0 0,1 0 0 0 0,-1 0 0 0 0,2 0 0 0 0,0 0-1 0 0,0 0 1 0 0,5 11 0 0 0,-6-17-94 0 0,0-1-1 0 0,0 1 1 0 0,0-1-1 0 0,0 0 1 0 0,0 1-1 0 0,1-1 1 0 0,-1 0-1 0 0,1 0 1 0 0,0-1-1 0 0,0 1 1 0 0,0-1-1 0 0,0 1 1 0 0,1-1-1 0 0,-1 0 1 0 0,1 0-1 0 0,-1-1 1 0 0,1 1-1 0 0,-1-1 1 0 0,1 1-1 0 0,0-1 1 0 0,0 0-1 0 0,0-1 1 0 0,0 1-1 0 0,-1-1 1 0 0,1 1-1 0 0,0-1 1 0 0,0 0-1 0 0,0-1 0 0 0,6 0 1 0 0,-2-1-47 0 0,0 0 0 0 0,0-1 1 0 0,0 0-1 0 0,0 0 0 0 0,-1 0 0 0 0,1-1 0 0 0,-1-1 0 0 0,0 1 1 0 0,0-1-1 0 0,-1 0 0 0 0,1 0 0 0 0,10-13 0 0 0,3-7 1427 0 0,-2-1 0 0 0,0-1 0 0 0,-2 0 0 0 0,13-32 0 0 0,-22 45-337 0 0,-6 12-463 0 0,-8 26-388 0 0,-1-5-61 0 0,0 1 1 0 0,2 0-1 0 0,0 0 1 0 0,1 0-1 0 0,2 0 0 0 0,-3 32 1 0 0,6-50-99 0 0,0 0 1 0 0,0 0-1 0 0,0 0 0 0 0,0 0 1 0 0,1 0-1 0 0,-1 0 1 0 0,1 0-1 0 0,0 0 0 0 0,-1 0 1 0 0,1 0-1 0 0,0 0 1 0 0,0 0-1 0 0,0 0 0 0 0,0-1 1 0 0,1 1-1 0 0,-1 0 1 0 0,0-1-1 0 0,1 1 0 0 0,-1-1 1 0 0,1 1-1 0 0,-1-1 1 0 0,1 0-1 0 0,0 0 0 0 0,0 1 1 0 0,0-1-1 0 0,-1 0 1 0 0,1-1-1 0 0,0 1 0 0 0,0 0 1 0 0,0-1-1 0 0,0 1 1 0 0,0-1-1 0 0,0 1 0 0 0,1-1 1 0 0,-1 0-1 0 0,0 0 1 0 0,2 0-1 0 0,6 0-508 0 0,-1-1-1 0 0,0 1 1 0 0,0-2-1 0 0,0 1 1 0 0,1-1-1 0 0,-2-1 1 0 0,12-3-1 0 0,-7 0-884 0 0,0 0-1 0 0,22-15 0 0 0,2-5-1599 0 0</inkml:trace>
</inkml:ink>
</file>

<file path=ppt/ink/ink1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9:34.9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232 119 1252 0 0,'3'-21'1833'0'0,"-2"0"0"0"0,0 0 1 0 0,-2-26-1 0 0,1 47-1818 0 0,0 0 1 0 0,0-1-1 0 0,0 1 1 0 0,0 0-1 0 0,0-1 1 0 0,0 1-1 0 0,-1 0 1 0 0,1-1-1 0 0,0 1 1 0 0,0 0-1 0 0,0-1 1 0 0,0 1-1 0 0,0 0 1 0 0,-1-1-1 0 0,1 1 1 0 0,0 0-1 0 0,0-1 0 0 0,-1 1 1 0 0,1 0-1 0 0,0 0 1 0 0,0-1-1 0 0,-1 1 1 0 0,1 0-1 0 0,0 0 1 0 0,-1 0-1 0 0,1-1 1 0 0,0 1-1 0 0,-1 0 1 0 0,1 0-1 0 0,0 0 1 0 0,-1 0-1 0 0,1 0 1 0 0,0 0-1 0 0,-1 0 1 0 0,1 0-1 0 0,-1 0 1 0 0,1 0-1 0 0,0 0 1 0 0,-1 0-1 0 0,1 0 1 0 0,0 0-1 0 0,-1 0 1 0 0,1 0-1 0 0,0 0 1 0 0,-1 0-1 0 0,1 0 0 0 0,0 0 1 0 0,-1 1-1 0 0,1-1 1 0 0,0 0-1 0 0,-1 1 1 0 0,-15 10 244 0 0,2 5 129 0 0,0 1 0 0 0,1 0 0 0 0,0 1 0 0 0,2 0 0 0 0,-17 37 0 0 0,-34 105 879 0 0,49-117-1020 0 0,1 1 0 0 0,-7 50-1 0 0,16-74-254 0 0,1 1 0 0 0,1 0 0 0 0,1-1 0 0 0,0 1 0 0 0,2 0-1 0 0,8 39 1 0 0,-8-53-399 0 0,0 0-1 0 0,1 0 1 0 0,-1 0 0 0 0,2 0-1 0 0,-1 0 1 0 0,10 12-1 0 0,-10-15-263 0 0,0 0-1 0 0,0 0 0 0 0,1-1 0 0 0,-1 0 1 0 0,1 1-1 0 0,8 4 0 0 0,9 3-3330 0 0</inkml:trace>
</inkml:ink>
</file>

<file path=ppt/ink/ink1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9:35.3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314 104 1628 0 0,'3'-6'960'0'0,"0"-1"0"0"0,0 1 0 0 0,-1-1 1 0 0,0 0-1 0 0,-1 0 0 0 0,1 0 0 0 0,-1 1 0 0 0,-1-1 0 0 0,1 0 0 0 0,-1-8 0 0 0,-1 14-905 0 0,1 0-1 0 0,0 0 1 0 0,0 0 0 0 0,0 0-1 0 0,-1 0 1 0 0,1 0 0 0 0,-1 0-1 0 0,1 0 1 0 0,0 0 0 0 0,-1 0-1 0 0,0 1 1 0 0,1-1 0 0 0,-1 0-1 0 0,1 0 1 0 0,-1 0 0 0 0,0 1-1 0 0,0-1 1 0 0,1 0 0 0 0,-1 1-1 0 0,0-1 1 0 0,0 1 0 0 0,0-1-1 0 0,0 1 1 0 0,0-1 0 0 0,0 1-1 0 0,0 0 1 0 0,1-1 0 0 0,-1 1-1 0 0,0 0 1 0 0,0 0-1 0 0,0-1 1 0 0,-1 1 0 0 0,1 0-1 0 0,-1 0 1 0 0,-2 1-13 0 0,1-1 0 0 0,-1 0 0 0 0,0 1 0 0 0,1-1 0 0 0,-1 1-1 0 0,-6 2 1 0 0,-8 6 60 0 0,0 0-1 0 0,0 1 0 0 0,1 1 0 0 0,1 1 0 0 0,0 0 0 0 0,-21 21 1 0 0,17-13-1 0 0,1 1 0 0 0,1 1 0 0 0,-31 47 1 0 0,46-63-85 0 0,-1 0 0 0 0,1-1 0 0 0,0 1 0 0 0,0 1 1 0 0,1-1-1 0 0,0 0 0 0 0,0 1 0 0 0,0-1 0 0 0,1 1 0 0 0,0-1 0 0 0,0 1 1 0 0,1 0-1 0 0,0-1 0 0 0,1 10 0 0 0,-1-15-12 0 0,1 0 0 0 0,-1 0-1 0 0,0 0 1 0 0,1 0 0 0 0,0 0 0 0 0,-1 0-1 0 0,1 0 1 0 0,0 0 0 0 0,-1 0 0 0 0,1 0-1 0 0,0-1 1 0 0,0 1 0 0 0,0 0 0 0 0,0-1-1 0 0,-1 1 1 0 0,1 0 0 0 0,0-1 0 0 0,0 1-1 0 0,0-1 1 0 0,0 1 0 0 0,0-1 0 0 0,1 0-1 0 0,-1 0 1 0 0,0 1 0 0 0,0-1-1 0 0,1 0 1 0 0,26 0-57 0 0,-20-2 36 0 0,-1-1 0 0 0,1 1 0 0 0,-1-1 1 0 0,0 0-1 0 0,-1-1 0 0 0,1 0 0 0 0,0 0 0 0 0,-1-1 0 0 0,0 1 0 0 0,7-8 0 0 0,4-5 2 0 0,28-35 0 0 0,44-67 2510 0 0,-88 118-2464 0 0,3 4-40 0 0,-4-3 9 0 0,0 0-1 0 0,0 0 1 0 0,0 0 0 0 0,1 0-1 0 0,-1 0 1 0 0,0 0 0 0 0,0 0-1 0 0,1 0 1 0 0,-1 0 0 0 0,0 0-1 0 0,0 0 1 0 0,0 1 0 0 0,0-1-1 0 0,1 0 1 0 0,-1 0 0 0 0,0 0-1 0 0,0 0 1 0 0,0 1 0 0 0,0-1-1 0 0,1 0 1 0 0,-1 0 0 0 0,0 0-1 0 0,0 0 1 0 0,0 1 0 0 0,0-1-1 0 0,0 0 1 0 0,0 0 0 0 0,0 0-1 0 0,0 1 1 0 0,0-1 0 0 0,0 0-1 0 0,0 0 1 0 0,1 1 0 0 0,-1-1-1 0 0,0 0 1 0 0,-1 0 0 0 0,1 0-1 0 0,0 1 1 0 0,-6 42-170 0 0,-3-1 1 0 0,-17 52-1 0 0,1-19-6650 0 0,21-64 3247 0 0</inkml:trace>
</inkml:ink>
</file>

<file path=ppt/ink/ink1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9:35.7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1 110 444 0 0,'5'-7'2048'0'0,"1"-1"0"0"0,-1 0 0 0 0,5-12 0 0 0,-7 14-1331 0 0,-1 0 0 0 0,1 1 0 0 0,0 0 0 0 0,0 0-1 0 0,1 0 1 0 0,-1 0 0 0 0,1 0 0 0 0,0 1 0 0 0,1-1 0 0 0,4-3 0 0 0,-6 7-661 0 0,0-1 1 0 0,-1 1 0 0 0,1 1 0 0 0,0-1 0 0 0,0 0 0 0 0,0 1-1 0 0,0-1 1 0 0,-1 1 0 0 0,1 0 0 0 0,0 0 0 0 0,0 0 0 0 0,0 0-1 0 0,0 0 1 0 0,0 1 0 0 0,0-1 0 0 0,-1 1 0 0 0,1 0 0 0 0,0 0-1 0 0,0 0 1 0 0,-1 0 0 0 0,1 0 0 0 0,-1 1 0 0 0,1-1 0 0 0,-1 1 0 0 0,5 3-1 0 0,2 2-20 0 0,0 1 0 0 0,-1 0 0 0 0,0 1 0 0 0,14 18-1 0 0,-12-11-2 0 0,-1 0 0 0 0,0 0-1 0 0,-1 1 1 0 0,-1 0-1 0 0,-1 1 1 0 0,0-1-1 0 0,-2 1 1 0 0,0 0 0 0 0,-1 1-1 0 0,0-1 1 0 0,-2 1-1 0 0,0-1 1 0 0,-1 1-1 0 0,-5 33 1 0 0,4-44 183 0 0,-1 1 1 0 0,0-1-1 0 0,-1 0 0 0 0,0 0 1 0 0,0-1-1 0 0,-1 1 0 0 0,0-1 0 0 0,0 1 1 0 0,0-1-1 0 0,-1 0 0 0 0,0-1 1 0 0,-1 1-1 0 0,0-1 0 0 0,0 0 0 0 0,0-1 1 0 0,-7 6-1 0 0,11-10 237 0 0,-14-2 364 0 0,15 0-775 0 0,0 1 1 0 0,0 0-1 0 0,1-1 0 0 0,-1 1 0 0 0,0-1 0 0 0,0 1 0 0 0,0-1 1 0 0,0 1-1 0 0,1-1 0 0 0,-1 0 0 0 0,0 1 0 0 0,0-1 1 0 0,1 0-1 0 0,-1 0 0 0 0,0 1 0 0 0,1-1 0 0 0,-1 0 0 0 0,1 0 1 0 0,0 0-1 0 0,-1 0 0 0 0,1 0 0 0 0,-1 0 0 0 0,1 0 0 0 0,0 1 1 0 0,0-3-1 0 0,-4-22 475 0 0,5 12-476 0 0,1 0 0 0 0,0 1 0 0 0,0-1 0 0 0,1 1 0 0 0,1 0 0 0 0,0 0 0 0 0,1 0 0 0 0,0 0 0 0 0,1 1 0 0 0,0-1-1 0 0,0 2 1 0 0,17-21 0 0 0,-6 11-698 0 0,1 0 0 0 0,1 1-1 0 0,0 1 1 0 0,1 1-1 0 0,29-19 1 0 0,-32 26-2245 0 0,34-16 0 0 0,-3 6-5642 0 0,-36 15 3480 0 0</inkml:trace>
</inkml:ink>
</file>

<file path=ppt/ink/ink1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9:36.7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179 14 260 0 0,'22'-13'6615'0'0,"-51"27"-3317"0"0,-55 28-3341 0 0,3 7 123 0 0,78-47-77 0 0,0 4 4 0 0,2-3 10 0 0,3 7-14 0 0,5 0-11 0 0,-1-5 7 0 0,0-1-1 0 0,0 0 1 0 0,0 0 0 0 0,1 0-1 0 0,-1-1 1 0 0,8 2-1 0 0,18 11 22 0 0,-17-7-34 0 0,0 1 0 0 0,0 1-1 0 0,-1 0 1 0 0,20 21-1 0 0,-30-28 57 0 0,0 0 0 0 0,0 1 0 0 0,0 0 0 0 0,0 0 0 0 0,-1 0 0 0 0,0 0 0 0 0,0 0 0 0 0,0 1 0 0 0,-1 0 0 0 0,0-1 0 0 0,0 1-1 0 0,0 0 1 0 0,-1 0 0 0 0,0 0 0 0 0,0 0 0 0 0,0 0 0 0 0,-1 8 0 0 0,-1-11 146 0 0,1 0 0 0 0,-1 1 0 0 0,0-1 0 0 0,0 0 1 0 0,0 0-1 0 0,0 1 0 0 0,-1-1 0 0 0,0 0 0 0 0,1 0 0 0 0,-1-1 0 0 0,0 1 0 0 0,0 0 0 0 0,0 0 0 0 0,-1-1 1 0 0,1 0-1 0 0,-1 1 0 0 0,1-1 0 0 0,-1 0 0 0 0,0 0 0 0 0,-3 2 0 0 0,2-2 64 0 0,0 0 0 0 0,0 0 1 0 0,0-1-1 0 0,0 1 0 0 0,-1-1 0 0 0,1 0 0 0 0,-1 0 0 0 0,1 0 0 0 0,-1 0 0 0 0,1-1 1 0 0,-1 0-1 0 0,1 0 0 0 0,-1 0 0 0 0,-4-1 0 0 0,3-1-208 0 0,1 1-1 0 0,0-1 1 0 0,0 0 0 0 0,0 0-1 0 0,0-1 1 0 0,0 0 0 0 0,0 0-1 0 0,1 0 1 0 0,-1 0 0 0 0,1-1-1 0 0,0 1 1 0 0,-7-9-1 0 0,7 8-285 0 0,0-1-1485 0 0</inkml:trace>
</inkml:ink>
</file>

<file path=ppt/ink/ink1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9:37.3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146 101 2436 0 0,'9'-7'1607'0'0,"-1"1"0"0"0,-1-2 0 0 0,0 1-1 0 0,0-1 1 0 0,0 0 0 0 0,-1-1 0 0 0,0 0 0 0 0,-1 0 0 0 0,7-15-1 0 0,-11 22-1352 0 0,-1 2-231 0 0,-1 0-1 0 0,1-1 0 0 0,0 1 0 0 0,0 0 0 0 0,-1 0 0 0 0,1-1 1 0 0,-1 1-1 0 0,1 0 0 0 0,0 0 0 0 0,-1-1 0 0 0,1 1 0 0 0,-1 0 1 0 0,1 0-1 0 0,0 0 0 0 0,-1 0 0 0 0,1 0 0 0 0,-1 0 0 0 0,1 0 1 0 0,-1 0-1 0 0,1 0 0 0 0,0 0 0 0 0,-1 0 0 0 0,1 0 0 0 0,-1 0 1 0 0,1 0-1 0 0,-1 0 0 0 0,1 0 0 0 0,0 0 0 0 0,-1 0 1 0 0,1 0-1 0 0,-1 1 0 0 0,1-1 0 0 0,-1 0 0 0 0,-22 14 157 0 0,-20 22 29 0 0,20-13-4 0 0,-34 42-1 0 0,47-53-218 0 0,1 1 0 0 0,1 0 0 0 0,0 1 0 0 0,1 0 1 0 0,-9 23-1 0 0,14-12-487 0 0,2-24 481 0 0,0 0 1 0 0,0-1 0 0 0,0 1-1 0 0,0 0 1 0 0,0 0-1 0 0,0-1 1 0 0,1 1-1 0 0,-1 0 1 0 0,0 0-1 0 0,1-1 1 0 0,-1 1 0 0 0,0 0-1 0 0,1-1 1 0 0,-1 1-1 0 0,1 0 1 0 0,-1-1-1 0 0,1 1 1 0 0,-1-1-1 0 0,1 1 1 0 0,-1-1 0 0 0,1 1-1 0 0,0-1 1 0 0,-1 1-1 0 0,1-1 1 0 0,0 0-1 0 0,-1 1 1 0 0,1-1-1 0 0,0 0 1 0 0,-1 1 0 0 0,2-1-1 0 0,3 0-44 0 0,-1 0 0 0 0,0 0 1 0 0,0 0-1 0 0,1-1 0 0 0,-1 1 0 0 0,0-1 1 0 0,0 0-1 0 0,0 0 0 0 0,0-1 0 0 0,0 1 0 0 0,0-1 1 0 0,4-2-1 0 0,0-1-10 0 0,0-1 0 0 0,0 1 0 0 0,-1-1 0 0 0,0 0 0 0 0,7-8 0 0 0,5-9 132 0 0,0-1 0 0 0,20-36 0 0 0,10-16 1571 0 0,-48 75-1644 0 0,-4 48 138 0 0,-2 0 0 0 0,-15 66 0 0 0,13-78-149 0 0,-164 680 463 0 0,170-711-430 0 0,-2 5-601 0 0,1 1 0 0 0,0 0 0 0 0,0 10 0 0 0</inkml:trace>
</inkml:ink>
</file>

<file path=ppt/ink/ink1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9:37.8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45 147 1648 0 0,'4'-28'2828'0'0,"8"-87"7943"0"0,-12 112-9918 0 0,-2 4-831 0 0,1 1-1 0 0,0-1 1 0 0,0 1 0 0 0,0 0-1 0 0,0-1 1 0 0,0 1-1 0 0,0 0 1 0 0,0 0 0 0 0,0-1-1 0 0,1 1 1 0 0,-1 0 0 0 0,1 0-1 0 0,-1 0 1 0 0,1 2-1 0 0,-1 0 23 0 0,-36 135 253 0 0,33-118-243 0 0,1-1 0 0 0,1 1 0 0 0,1 0 0 0 0,3 39 1 0 0,-2-57-123 0 0,0 0 1 0 0,1 0 0 0 0,-1 0 0 0 0,1 0-1 0 0,0 0 1 0 0,-1 0 0 0 0,2 0 0 0 0,-1 0 0 0 0,0 0-1 0 0,0 0 1 0 0,1 0 0 0 0,0-1 0 0 0,-1 1-1 0 0,1-1 1 0 0,0 1 0 0 0,1-1 0 0 0,-1 1-1 0 0,0-1 1 0 0,0 0 0 0 0,1 0 0 0 0,0 0 0 0 0,-1-1-1 0 0,1 1 1 0 0,0-1 0 0 0,0 1 0 0 0,-1-1-1 0 0,1 0 1 0 0,0 0 0 0 0,0 0 0 0 0,1 0 0 0 0,-1-1-1 0 0,0 1 1 0 0,0-1 0 0 0,0 0 0 0 0,0 0-1 0 0,0 0 1 0 0,1 0 0 0 0,-1-1 0 0 0,0 1 0 0 0,0-1-1 0 0,0 0 1 0 0,0 0 0 0 0,0 0 0 0 0,0 0-1 0 0,0 0 1 0 0,4-3 0 0 0,9-5-205 0 0,-1-1-1 0 0,0 0 1 0 0,-1-1 0 0 0,0 0 0 0 0,-1-1-1 0 0,-1-1 1 0 0,18-22 0 0 0,4-9 1069 0 0,30-55-1 0 0,-12 14 2489 0 0,-51 84-3205 0 0,6 18-44 0 0,-9 9 35 0 0,-1-1 1 0 0,-1 1 0 0 0,-8 25 0 0 0,2-4 7 0 0,4-23-7 0 0,1-3-244 0 0,-3 35 0 0 0,8-51-213 0 0,-1-1 1 0 0,1 1-1 0 0,0 0 1 0 0,1 0-1 0 0,-1-1 1 0 0,1 1-1 0 0,0 0 1 0 0,0-1-1 0 0,0 1 1 0 0,1-1-1 0 0,-1 1 1 0 0,1-1 0 0 0,3 5-1 0 0,-4-7-31 0 0,1 0 1 0 0,-1-1-1 0 0,0 1 1 0 0,1-1-1 0 0,-1 0 0 0 0,1 1 1 0 0,-1-1-1 0 0,1 0 1 0 0,0 0-1 0 0,0 0 1 0 0,2 1-1 0 0,11 4-3596 0 0</inkml:trace>
</inkml:ink>
</file>

<file path=ppt/ink/ink1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9:38.9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210 270 1464 0 0,'6'-15'2344'0'0,"-1"0"1"0"0,-1-1-1 0 0,3-16 1 0 0,-6 25-1775 0 0,0 0 0 0 0,0 0 1 0 0,-1 1-1 0 0,0-1 1 0 0,0 0-1 0 0,-1 0 0 0 0,0 0 1 0 0,0 1-1 0 0,-4-12 1 0 0,5 16-535 0 0,0 1 1 0 0,-1 0 0 0 0,1 0 0 0 0,-1 0 0 0 0,0 0 0 0 0,1 0 0 0 0,-1 0 0 0 0,0 0 0 0 0,1 0 0 0 0,-1 0-1 0 0,0 0 1 0 0,0 0 0 0 0,0 1 0 0 0,0-1 0 0 0,0 0 0 0 0,0 1 0 0 0,0-1 0 0 0,0 0 0 0 0,0 1 0 0 0,0-1 0 0 0,0 1-1 0 0,-1 0 1 0 0,1-1 0 0 0,0 1 0 0 0,-2 0 0 0 0,1 0-14 0 0,-1 0-1 0 0,0 0 1 0 0,1 0 0 0 0,-1 1-1 0 0,0 0 1 0 0,1-1 0 0 0,-1 1-1 0 0,1 0 1 0 0,-1 0-1 0 0,-4 3 1 0 0,-2 2-14 0 0,0 0-1 0 0,1 0 1 0 0,0 1-1 0 0,-15 15 1 0 0,11-8 27 0 0,-1 1 1 0 0,2 0-1 0 0,0 1 1 0 0,0 0-1 0 0,2 1 1 0 0,0 0-1 0 0,1 0 1 0 0,1 1-1 0 0,0 0 1 0 0,-6 30-1 0 0,12-41-73 0 0,1 0-1 0 0,-1 0 0 0 0,1-1 1 0 0,1 1-1 0 0,-1 0 0 0 0,1 0 1 0 0,3 10-1 0 0,-4-15-47 0 0,1 0 1 0 0,-1 0-1 0 0,1 0 0 0 0,0 0 1 0 0,-1-1-1 0 0,1 1 0 0 0,0 0 1 0 0,0 0-1 0 0,0-1 0 0 0,0 1 1 0 0,1 0-1 0 0,-1-1 0 0 0,0 1 1 0 0,1-1-1 0 0,-1 0 1 0 0,1 1-1 0 0,-1-1 0 0 0,1 0 1 0 0,0 0-1 0 0,-1 0 0 0 0,1 0 1 0 0,0 0-1 0 0,0 0 0 0 0,0-1 1 0 0,0 1-1 0 0,0-1 0 0 0,0 1 1 0 0,0-1-1 0 0,0 0 0 0 0,0 0 1 0 0,3 0-1 0 0,1-1-26 0 0,0 0-1 0 0,0 0 0 0 0,0-1 1 0 0,-1 0-1 0 0,1 0 1 0 0,0-1-1 0 0,-1 0 1 0 0,0 0-1 0 0,0 0 1 0 0,0 0-1 0 0,0-1 0 0 0,0 0 1 0 0,4-4-1 0 0,10-11 168 0 0,27-36-1 0 0,-32 38 241 0 0,16-28 1328 0 0,-23 33-1027 0 0,0 2-1 0 0,0-1 1 0 0,11-10 0 0 0,-17 19-550 0 0,0 14-13 0 0,-10 45 129 0 0,4-30-91 0 0,-2 44 0 0 0,7-63-46 0 0,0-1 0 0 0,0 0 0 0 0,1 1 0 0 0,0-1 0 0 0,0 0 0 0 0,1 0 0 0 0,0 1 0 0 0,0-1 0 0 0,1-1 0 0 0,6 13 0 0 0,-9-17-19 0 0,1 0 0 0 0,0-1 0 0 0,0 1 0 0 0,1-1 0 0 0,-1 1 0 0 0,0-1 0 0 0,0 0 0 0 0,1 1 0 0 0,-1-1-1 0 0,1 0 1 0 0,-1 0 0 0 0,1 0 0 0 0,-1 0 0 0 0,1 0 0 0 0,0 0 0 0 0,0-1 0 0 0,-1 1 0 0 0,1 0 0 0 0,0-1 0 0 0,0 0-1 0 0,0 1 1 0 0,-1-1 0 0 0,1 0 0 0 0,0 0 0 0 0,0 0 0 0 0,0 0 0 0 0,0 0 0 0 0,0 0 0 0 0,-1-1 0 0 0,1 1-1 0 0,0 0 1 0 0,0-1 0 0 0,0 0 0 0 0,-1 1 0 0 0,1-1 0 0 0,0 0 0 0 0,-1 0 0 0 0,3-2 0 0 0,4-2-5 0 0,0-1 1 0 0,0 0 0 0 0,-1 0-1 0 0,0-1 1 0 0,12-14 0 0 0,6-12-7 0 0,-1-2 0 0 0,-1 0 0 0 0,-3-2 0 0 0,-1 0 0 0 0,-1-1 0 0 0,-2-1 0 0 0,-2-1 0 0 0,-2 0 0 0 0,10-55 0 0 0,-22 76-196 0 0,-2 14 62 0 0,-2 13 120 0 0,4-6 4 0 0,-1 1 0 0 0,1 0 0 0 0,-1-1 0 0 0,1 1 0 0 0,0-1 0 0 0,0 1 0 0 0,0 0-1 0 0,0-1 1 0 0,0 1 0 0 0,1 0 0 0 0,-1-1 0 0 0,1 1 0 0 0,0-1 0 0 0,0 1 0 0 0,0-1 0 0 0,0 1 0 0 0,0-1 0 0 0,2 3 0 0 0,-1-1-47 0 0,0 0 5 0 0,1 0 0 0 0,0 1-1 0 0,0-1 1 0 0,0 0 0 0 0,0 0 0 0 0,1 0-1 0 0,-1-1 1 0 0,1 1 0 0 0,0-1-1 0 0,0 0 1 0 0,1 0 0 0 0,7 4-1 0 0,-4-4-25 0 0,0 1 0 0 0,0-1 0 0 0,1-1-1 0 0,-1 1 1 0 0,1-1 0 0 0,17 1 0 0 0,-13-2 45 0 0,0-1 0 0 0,1 0 1 0 0,-1-1-1 0 0,0-1 1 0 0,0 0-1 0 0,0 0 1 0 0,0-2-1 0 0,0 1 0 0 0,21-10 1 0 0,18-11 1303 0 0,-50 23-1209 0 0,8-1 39 0 0,-41 45-61 0 0,8-13-17 0 0,21-26-14 0 0,-68 113 102 0 0,63-104-82 0 0,1 1-1 0 0,0 0 0 0 0,1 0 1 0 0,1 0-1 0 0,0 1 1 0 0,-4 28-1 0 0,8-41-16 0 0,1 0-1 0 0,-1 1 1 0 0,0-1 0 0 0,1 0-1 0 0,-1 1 1 0 0,1-1 0 0 0,0 0-1 0 0,-1 0 1 0 0,1 0 0 0 0,0 0-1 0 0,0 0 1 0 0,1 0 0 0 0,-1 0-1 0 0,0 0 1 0 0,1 0 0 0 0,-1 0-1 0 0,1 0 1 0 0,0-1 0 0 0,-1 1-1 0 0,1-1 1 0 0,0 1 0 0 0,0-1-1 0 0,0 0 1 0 0,0 0 0 0 0,0 0-1 0 0,0 0 1 0 0,0 0 0 0 0,1 0-1 0 0,-1-1 1 0 0,3 2 0 0 0,9 1 7 0 0,0 0 0 0 0,0 0-1 0 0,24 0 1 0 0,-35-2-14 0 0,31 0-57 0 0,-1-1 1 0 0,1-2-1 0 0,0-1 1 0 0,-1-1-1 0 0,1-2 0 0 0,51-16 1 0 0,-64 15 44 0 0,0 0 0 0 0,-1-2 1 0 0,0 0-1 0 0,0-1 0 0 0,-1-1 0 0 0,0-1 1 0 0,-1-1-1 0 0,-1 0 0 0 0,0-2 0 0 0,0 0 1 0 0,14-18-1 0 0,-26 27 117 0 0,0 0 0 0 0,-1 0 0 0 0,0-1 0 0 0,0 1 0 0 0,-1-1-1 0 0,1 0 1 0 0,-2 0 0 0 0,1 0 0 0 0,-1-1 0 0 0,0 1 0 0 0,0 0 0 0 0,0-9 0 0 0,-2 15-93 0 0,0 0 1 0 0,0 0-1 0 0,0 0 1 0 0,0 0-1 0 0,0-1 0 0 0,0 1 1 0 0,0 0-1 0 0,-1 0 1 0 0,1 0-1 0 0,0 0 1 0 0,-1 0-1 0 0,1 0 0 0 0,0-1 1 0 0,-1 1-1 0 0,0 0 1 0 0,1 0-1 0 0,-1 0 1 0 0,0 1-1 0 0,1-1 1 0 0,-1 0-1 0 0,0 0 0 0 0,0 0 1 0 0,0 0-1 0 0,0 1 1 0 0,-1-2-1 0 0,0 1-2 0 0,0 1-1 0 0,0 0 1 0 0,0-1-1 0 0,0 1 1 0 0,0 0 0 0 0,0 0-1 0 0,0 0 1 0 0,1 0-1 0 0,-1 0 1 0 0,0 0-1 0 0,0 1 1 0 0,0-1-1 0 0,-4 2 1 0 0,-1 0 10 0 0,0 1 1 0 0,0 1-1 0 0,0-1 0 0 0,1 1 0 0 0,-1 0 1 0 0,-10 9-1 0 0,7-3-1 0 0,1 0 0 0 0,-1 1 1 0 0,2 0-1 0 0,0 0 0 0 0,0 1 1 0 0,1 0-1 0 0,-5 14 0 0 0,9-20 1 0 0,0 0-1 0 0,1 0 1 0 0,0 1-1 0 0,0-1 0 0 0,0 1 1 0 0,1-1-1 0 0,0 1 1 0 0,1 0-1 0 0,-1-1 1 0 0,1 1-1 0 0,1 0 1 0 0,-1-1-1 0 0,1 1 1 0 0,0 0-1 0 0,0-1 0 0 0,5 13 1 0 0,-3-14-33 0 0,0 0 1 0 0,1-1-1 0 0,-1 1 1 0 0,1-1-1 0 0,0 1 1 0 0,0-1-1 0 0,0 0 1 0 0,1-1-1 0 0,0 1 1 0 0,-1-1-1 0 0,1 0 1 0 0,0 0-1 0 0,1 0 1 0 0,8 3-1 0 0,11 3-1636 0 0,47 12-1 0 0,-66-20 1262 0 0,79 14-7060 0 0,-38-9 475 0 0</inkml:trace>
</inkml:ink>
</file>

<file path=ppt/ink/ink1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9:40.7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1 142 1000 0 0,'1'-9'1436'0'0,"1"0"-1"0"0,0 0 1 0 0,5-16 0 0 0,-6 23-1323 0 0,-1 0 0 0 0,1 0 1 0 0,0 0-1 0 0,0 0 0 0 0,0 1 1 0 0,0-1-1 0 0,1 0 0 0 0,-1 0 0 0 0,0 0 1 0 0,1 1-1 0 0,-1-1 0 0 0,1 1 1 0 0,-1-1-1 0 0,1 1 0 0 0,0 0 1 0 0,0 0-1 0 0,-1-1 0 0 0,1 1 1 0 0,0 0-1 0 0,0 1 0 0 0,0-1 1 0 0,0 0-1 0 0,3 0 0 0 0,-2 1-57 0 0,0 0 1 0 0,0 0-1 0 0,0 0 0 0 0,0 0 0 0 0,0 0 1 0 0,0 1-1 0 0,0-1 0 0 0,0 1 0 0 0,-1 0 1 0 0,1 0-1 0 0,0 0 0 0 0,0 1 0 0 0,-1-1 1 0 0,1 0-1 0 0,-1 1 0 0 0,4 3 0 0 0,-1-1 35 0 0,-1 0 0 0 0,0 0 0 0 0,0 1 0 0 0,-1-1 0 0 0,1 1 0 0 0,-1 0 0 0 0,5 11 0 0 0,-1 1 124 0 0,-1 1 1 0 0,0 0-1 0 0,-2 0 0 0 0,4 26 0 0 0,-6-27-83 0 0,-1 1 0 0 0,-2-1-1 0 0,-2 25 1 0 0,0 11 2450 0 0,3-51-2012 0 0,-4 2 395 0 0,1-3-460 0 0,1-12-288 0 0,1-6-162 0 0,1 0-1 0 0,0-1 1 0 0,1 1-1 0 0,1 0 1 0 0,1 0-1 0 0,6-23 1 0 0,-6 31-75 0 0,0 1-1 0 0,0-1 1 0 0,0 1 0 0 0,1-1 0 0 0,0 1 0 0 0,1 0-1 0 0,0 0 1 0 0,0 1 0 0 0,1 0 0 0 0,0 0 0 0 0,0 0-1 0 0,0 0 1 0 0,13-8 0 0 0,-17 14 11 0 0,-1 0 1 0 0,1 0 0 0 0,0 0-1 0 0,0 1 1 0 0,0-1-1 0 0,0 1 1 0 0,0 0-1 0 0,0-1 1 0 0,1 1-1 0 0,-1 0 1 0 0,0 0-1 0 0,0 0 1 0 0,0 0-1 0 0,0 1 1 0 0,0-1-1 0 0,0 1 1 0 0,3 0-1 0 0,0 1-4 0 0,0 0 0 0 0,0 0-1 0 0,-1 0 1 0 0,1 0-1 0 0,-1 1 1 0 0,5 3-1 0 0,-4-2 15 0 0,0 0 0 0 0,-1 1 0 0 0,0 0 0 0 0,0-1 0 0 0,0 1 0 0 0,0 0 0 0 0,-1 1 0 0 0,0-1 0 0 0,0 1 0 0 0,0-1 0 0 0,-1 1-1 0 0,0 0 1 0 0,0 0 0 0 0,2 12 0 0 0,-1 4 126 0 0,-1 1-1 0 0,-1 40 1 0 0,-1-39 93 0 0,-4-27-190 0 0,4 3-30 0 0,-1 0 0 0 0,1 0 0 0 0,0 0 0 0 0,-1 0 0 0 0,1 0 1 0 0,0 0-1 0 0,0-1 0 0 0,-1 1 0 0 0,1 0 0 0 0,0 0 0 0 0,0 0 1 0 0,-1 0-1 0 0,1 0 0 0 0,0 0 0 0 0,0-1 0 0 0,0 1 0 0 0,-1 0 0 0 0,1 0 1 0 0,0 0-1 0 0,0 0 0 0 0,0-1 0 0 0,0 1 0 0 0,-1 0 0 0 0,1 0 1 0 0,0-1-1 0 0,0 1 0 0 0,0 0 0 0 0,0 0 0 0 0,0-1 0 0 0,0 1 1 0 0,0 0-1 0 0,0 0 0 0 0,-1-1 0 0 0,1 1 0 0 0,0 0 0 0 0,0 0 1 0 0,1-1-1 0 0,-1-20-11 0 0,2 1 1 0 0,1 0 0 0 0,0 0 0 0 0,1 0 0 0 0,1 1-1 0 0,12-29 1 0 0,-12 34-7 0 0,2 0 1 0 0,0 0-1 0 0,0 0 0 0 0,2 1 1 0 0,-1 0-1 0 0,2 1 0 0 0,-1 0 0 0 0,2 0 1 0 0,13-12-1 0 0,-19 20 2 0 0,0 0 1 0 0,0 1-1 0 0,0 0 1 0 0,1 0-1 0 0,-1 0 0 0 0,1 0 1 0 0,0 1-1 0 0,-1 0 1 0 0,1 0-1 0 0,0 1 1 0 0,0-1-1 0 0,0 2 0 0 0,0-1 1 0 0,0 0-1 0 0,13 2 1 0 0,-15-1 9 0 0,1 1 1 0 0,0 0-1 0 0,-1 0 1 0 0,1 0 0 0 0,-1 1-1 0 0,1 0 1 0 0,-1 0 0 0 0,0 0-1 0 0,0 0 1 0 0,0 1 0 0 0,0-1-1 0 0,0 1 1 0 0,0 0 0 0 0,-1 0-1 0 0,0 1 1 0 0,1-1-1 0 0,-1 1 1 0 0,0 0 0 0 0,-1-1-1 0 0,1 1 1 0 0,2 6 0 0 0,2 4-66 0 0,-1 2 1 0 0,-1-1 0 0 0,-1 0-1 0 0,0 1 1 0 0,-1 0-1 0 0,2 21 1 0 0,-2-15-2092 0 0,0 0 0 0 0,10 30-1 0 0,-7-37-1261 0 0,1-1-1302 0 0</inkml:trace>
</inkml:ink>
</file>

<file path=ppt/ink/ink1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9:41.1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250 117 2352 0 0,'9'-56'8144'0'0,"-9"52"-7674"0"0,0 0 1 0 0,0-1-1 0 0,0 1 1 0 0,-1 0-1 0 0,0-1 0 0 0,0 1 1 0 0,0 0-1 0 0,0 0 1 0 0,-4-8-1 0 0,5 11-439 0 0,-1 0 0 0 0,0 0 1 0 0,1 1-1 0 0,-1-1 0 0 0,0 0 0 0 0,1 1 0 0 0,-1-1 1 0 0,0 1-1 0 0,0-1 0 0 0,0 0 0 0 0,0 1 0 0 0,1 0 1 0 0,-1-1-1 0 0,0 1 0 0 0,0 0 0 0 0,0-1 0 0 0,0 1 1 0 0,0 0-1 0 0,0 0 0 0 0,0 0 0 0 0,0 0 0 0 0,0 0 1 0 0,0 0-1 0 0,0 0 0 0 0,0 0 0 0 0,0 0 0 0 0,-1 1 1 0 0,-25 8 212 0 0,16-2-205 0 0,-1 1-1 0 0,1 1 0 0 0,1 0 1 0 0,-1 1-1 0 0,2 0 1 0 0,-1 0-1 0 0,2 1 0 0 0,-12 16 1 0 0,4 0-15 0 0,0 0 1 0 0,-18 48-1 0 0,27-59-1 0 0,1 0 0 0 0,-6 30 0 0 0,11-42-15 0 0,0-1 0 0 0,0 1 0 0 0,1-1 0 0 0,0 0 0 0 0,-1 1 0 0 0,1-1 0 0 0,0 1 1 0 0,1-1-1 0 0,-1 1 0 0 0,1-1 0 0 0,-1 0 0 0 0,1 1 0 0 0,0-1 0 0 0,0 0 0 0 0,1 1 0 0 0,-1-1 0 0 0,1 0 0 0 0,-1 0 0 0 0,1 0 0 0 0,0 0 0 0 0,3 3 1 0 0,-2-5-30 0 0,1 1 0 0 0,-1-1 0 0 0,1 1 1 0 0,-1-1-1 0 0,1 0 0 0 0,0 0 0 0 0,-1-1 1 0 0,1 1-1 0 0,0-1 0 0 0,0 0 0 0 0,-1 0 1 0 0,1 0-1 0 0,0 0 0 0 0,0-1 0 0 0,-1 1 1 0 0,1-1-1 0 0,6-3 0 0 0,3 0-112 0 0,-1-2 1 0 0,1 0-1 0 0,-1 0 0 0 0,-1-1 1 0 0,0 0-1 0 0,0-1 0 0 0,0-1 0 0 0,-1 0 1 0 0,16-16-1 0 0,1-7 164 0 0,42-63-1 0 0,-28 28 1072 0 0,-40 66-1089 0 0,1 12-8 0 0,-4 16 28 0 0,-9 50 1 0 0,-2 13 48 0 0,12-79-69 0 0,1 0 1 0 0,0 0-1 0 0,1 0 0 0 0,0 0 0 0 0,0 0 0 0 0,4 10 1 0 0,-4-19-126 0 0,-1 0-1 0 0,1 0 1 0 0,0 0 0 0 0,0 0 0 0 0,0 0 0 0 0,0-1 0 0 0,0 1 0 0 0,0 0 0 0 0,0-1 0 0 0,1 1 0 0 0,-1-1 0 0 0,1 1 0 0 0,-1-1 0 0 0,1 0 0 0 0,-1 1 0 0 0,1-1 0 0 0,0 0 0 0 0,0 0 0 0 0,0 0 0 0 0,-1 0 0 0 0,1-1 0 0 0,0 1 0 0 0,0 0 0 0 0,0-1 0 0 0,0 1 0 0 0,0-1 0 0 0,4 0 0 0 0,-1 1-490 0 0,0-2 0 0 0,0 1 0 0 0,0 0 0 0 0,-1-1 0 0 0,1 0 0 0 0,0 0 0 0 0,0-1 0 0 0,-1 1 0 0 0,1-1 0 0 0,7-4 0 0 0,10-7-3941 0 0</inkml:trace>
</inkml:ink>
</file>

<file path=ppt/ink/ink1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9:41.4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98 117 1896 0 0,'4'-30'7140'0'0,"-1"-57"1"0"0,-14 101-6700 0 0,-2 47 912 0 0,-10 115-1 0 0,14-89-828 0 0,0-14-596 0 0,-16 145 1220 0 0,11-72-5354 0 0,14-144 3477 0 0,0 2 124 0 0</inkml:trace>
</inkml:ink>
</file>

<file path=ppt/ink/ink1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9:42.1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67 196 1984 0 0,'-21'-21'6187'0'0,"-19"-25"1"0"0,40 45-6120 0 0,-1 1 0 0 0,1-1 0 0 0,-1 0 0 0 0,1 0 0 0 0,-1 0 0 0 0,1 0 0 0 0,-1 1 0 0 0,1-1 1 0 0,0 0-1 0 0,-1 0 0 0 0,1 0 0 0 0,0 0 0 0 0,0 0 0 0 0,0 0 0 0 0,0 0 0 0 0,0 0 0 0 0,0 0 1 0 0,0 0-1 0 0,0 0 0 0 0,0 0 0 0 0,0 0 0 0 0,1 0 0 0 0,-1-1 0 0 0,1 0-16 0 0,1 0 0 0 0,-1 1 0 0 0,0-1 0 0 0,0 0 0 0 0,1 1 0 0 0,-1-1 1 0 0,1 1-1 0 0,-1-1 0 0 0,1 1 0 0 0,2-2 0 0 0,4-2 4 0 0,0 1 0 0 0,1 0 1 0 0,14-5-1 0 0,9-1 6 0 0,1 2 0 0 0,0 0 1 0 0,58-4-1 0 0,-69 11-68 0 0,1 0 0 0 0,-1 2 0 0 0,1 0 0 0 0,-1 2 0 0 0,0 0 0 0 0,35 11 0 0 0,-47-10-1 0 0,0 0-1 0 0,0 1 1 0 0,0 0-1 0 0,-1 0 0 0 0,0 1 1 0 0,0 1-1 0 0,0-1 1 0 0,-1 1-1 0 0,0 1 1 0 0,0-1-1 0 0,-1 2 0 0 0,0-1 1 0 0,0 1-1 0 0,8 14 1 0 0,-5-6 7 0 0,-2 1 1 0 0,0-1 0 0 0,0 1 0 0 0,-2 1 0 0 0,0-1-1 0 0,-2 1 1 0 0,4 26 0 0 0,-7 3 330 0 0,-1-47-292 0 0,0 0 1 0 0,0 1-1 0 0,0-1 0 0 0,0 0 1 0 0,0 0-1 0 0,-1 0 1 0 0,1 0-1 0 0,0 0 1 0 0,-1 0-1 0 0,1 0 1 0 0,-1 0-1 0 0,1 0 1 0 0,-1 0-1 0 0,1 0 1 0 0,-1 0-1 0 0,0 0 1 0 0,1 0-1 0 0,-1-1 0 0 0,0 1 1 0 0,0 0-1 0 0,1 0 1 0 0,-1-1-1 0 0,0 1 1 0 0,0 0-1 0 0,0-1 1 0 0,0 1-1 0 0,-2 0 1 0 0,3-1-27 0 0,-1 0 0 0 0,0 0 0 0 0,1 0 1 0 0,-1 0-1 0 0,0 0 0 0 0,0 0 0 0 0,1 0 1 0 0,-1 0-1 0 0,0 0 0 0 0,1-1 0 0 0,-1 1 0 0 0,0 0 1 0 0,1 0-1 0 0,-1-1 0 0 0,0 1 0 0 0,1 0 1 0 0,-1-1-1 0 0,1 1 0 0 0,-1-1 0 0 0,1 1 1 0 0,-1 0-1 0 0,1-1 0 0 0,-1 1 0 0 0,1-1 0 0 0,-1 0 1 0 0,1 1-1 0 0,-1-1 0 0 0,1 1 0 0 0,0-1 1 0 0,-1 0-1 0 0,1 1 0 0 0,0-1 0 0 0,0 0 1 0 0,-1 1-1 0 0,1-1 0 0 0,0 0 0 0 0,0 1 0 0 0,0-1 1 0 0,0 0-1 0 0,0 0 0 0 0,0 0 0 0 0,0-6-58 0 0,0 0 0 0 0,0 0-1 0 0,1 0 1 0 0,0 1-1 0 0,0-1 1 0 0,0 0-1 0 0,1 1 1 0 0,0-1 0 0 0,0 1-1 0 0,1-1 1 0 0,0 1-1 0 0,0 0 1 0 0,1 0-1 0 0,-1 0 1 0 0,1 1 0 0 0,0-1-1 0 0,8-7 1 0 0,9-9-1206 0 0,1 2 0 0 0,42-31 1 0 0,-51 41 665 0 0,39-25-1339 0 0,79-42 0 0 0,-65 41 4760 0 0,-57 31-2212 0 0,-9 4-527 0 0,1 0 1 0 0,0 0-1 0 0,0 1 1 0 0,0-1 0 0 0,0 0-1 0 0,0 1 1 0 0,0-1 0 0 0,0 1-1 0 0,0-1 1 0 0,0 1 0 0 0,0-1-1 0 0,0 1 1 0 0,0 0 0 0 0,0 0-1 0 0,0-1 1 0 0,1 1 0 0 0,-1 0-1 0 0,0 0 1 0 0,0 0 0 0 0,0 0-1 0 0,0 0 1 0 0,0 0-1 0 0,1 1 1 0 0,1-1 0 0 0,-3 4-20 0 0,-1 0 0 0 0,1 0 0 0 0,-1 0 1 0 0,1 0-1 0 0,-2 5 0 0 0,0-3 5 0 0,-17 111 787 0 0,18-103-808 0 0,0 0 0 0 0,1 1 0 0 0,1-1 0 0 0,0 0 0 0 0,1 0 0 0 0,4 16 0 0 0,-6-28-115 0 0,1 1 0 0 0,0-2 0 0 0,-1 1 1 0 0,1 0-1 0 0,0 0 0 0 0,0 0 0 0 0,0 0 0 0 0,1 0 0 0 0,-1-1 1 0 0,0 1-1 0 0,1-1 0 0 0,-1 1 0 0 0,1-1 0 0 0,-1 1 1 0 0,1-1-1 0 0,0 0 0 0 0,0 0 0 0 0,-1 0 0 0 0,1 0 0 0 0,0 0 1 0 0,0 0-1 0 0,0 0 0 0 0,0-1 0 0 0,0 1 0 0 0,3 0 0 0 0,0-1-669 0 0,-1 1 1 0 0,1-1-1 0 0,0 0 0 0 0,0 0 0 0 0,0-1 0 0 0,-1 1 0 0 0,1-1 0 0 0,0 0 0 0 0,-1 0 0 0 0,6-3 0 0 0,8-5-5196 0 0</inkml:trace>
</inkml:ink>
</file>

<file path=ppt/ink/ink1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9:42.2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93 91 2084 0 0,'-64'-65'9698'0'0,"43"44"-8358"0"0,19 19-1494 0 0,-3-1-553 0 0</inkml:trace>
</inkml:ink>
</file>

<file path=ppt/ink/ink1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9:43.3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78 163 108 0 0,'-2'-2'2234'0'0,"-22"-34"6298"0"0,13 11-5597 0 0,10 23-2641 0 0,1 2-261 0 0,0 0 0 0 0,0-1 0 0 0,-1 1 0 0 0,1 0 1 0 0,0-1-1 0 0,0 1 0 0 0,0 0 0 0 0,0-1 0 0 0,0 1 1 0 0,0 0-1 0 0,-1-1 0 0 0,1 1 0 0 0,0 0 0 0 0,0-1 1 0 0,0 1-1 0 0,0 0 0 0 0,0-1 0 0 0,0 1 0 0 0,0-1 0 0 0,1 1 1 0 0,-1 0-1 0 0,0-1 0 0 0,0 1 0 0 0,0 0 0 0 0,0-1 1 0 0,0 1-1 0 0,1-1 0 0 0,0 2-29 0 0,1-1-1 0 0,0 0 1 0 0,-1 1-1 0 0,1 0 1 0 0,-1-1-1 0 0,1 1 1 0 0,0 0-1 0 0,-1 0 1 0 0,0-1-1 0 0,1 1 1 0 0,-1 0-1 0 0,1 1 1 0 0,-1-1-1 0 0,0 0 1 0 0,0 0-1 0 0,0 0 1 0 0,1 2-1 0 0,1 2 3 0 0,0-1-1 0 0,0 0 1 0 0,-1 1-1 0 0,0 0 1 0 0,3 8 0 0 0,-2-2 21 0 0,-1-1 0 0 0,0 1 0 0 0,0-1 0 0 0,-1 1 0 0 0,-1 15 0 0 0,-1-17 140 0 0,0 1-1 0 0,-1-1 0 0 0,0 0 0 0 0,-1 0 0 0 0,0 0 0 0 0,0 0 0 0 0,-1-1 0 0 0,0 1 0 0 0,0-1 0 0 0,-1 0 1 0 0,0 0-1 0 0,-1-1 0 0 0,0 1 0 0 0,-13 12 0 0 0,19-20-149 0 0,-1 1 1 0 0,1-1-1 0 0,-1 0 0 0 0,1 1 1 0 0,-1-1-1 0 0,1 0 0 0 0,-1 1 1 0 0,1-1-1 0 0,-1 0 0 0 0,0 1 1 0 0,1-1-1 0 0,-1 0 0 0 0,1 0 1 0 0,-1 0-1 0 0,0 0 0 0 0,1 0 1 0 0,-1 0-1 0 0,0 0 0 0 0,1 0 1 0 0,-1 0-1 0 0,0 0 0 0 0,1 0 1 0 0,-1 0-1 0 0,0 0 0 0 0,1 0 1 0 0,-1-1-1 0 0,1 1 0 0 0,-1 0 1 0 0,0 0-1 0 0,1-1 0 0 0,-1 1 1 0 0,1 0-1 0 0,-1-1 0 0 0,1 1 1 0 0,-1-1-1 0 0,1 1 0 0 0,-1-1 1 0 0,1 1-1 0 0,-1-1 0 0 0,1 1 1 0 0,0-1-1 0 0,-1 1 0 0 0,1-1 1 0 0,0 1-1 0 0,-1-1 0 0 0,1 0 1 0 0,0 1-1 0 0,0-1 0 0 0,0 1 1 0 0,0-1-1 0 0,-1 0 0 0 0,1 1 1 0 0,0-1-1 0 0,0-1 0 0 0,2-5-15 0 0,1 0 0 0 0,-1 0 0 0 0,1 0-1 0 0,0 0 1 0 0,1 1 0 0 0,-1-1-1 0 0,1 1 1 0 0,1 0 0 0 0,-1 0 0 0 0,1 1-1 0 0,6-7 1 0 0,-7 8-9 0 0,32-35-4 0 0,60-48 0 0 0,0 0 107 0 0,-90 82-34 0 0,-5 3-48 0 0,1 1 0 0 0,-1 0 0 0 0,1-1 0 0 0,-1 1 0 0 0,1-1 0 0 0,-1 1 0 0 0,0-1 0 0 0,0 0 0 0 0,0 0 0 0 0,0 1 0 0 0,0-1 0 0 0,0 0 0 0 0,0 0 0 0 0,-1 0 0 0 0,1 0 0 0 0,-1 0 0 0 0,1 0 0 0 0,-1-3 0 0 0,0 4-14 0 0,0 1 0 0 0,0 0 0 0 0,0-1 0 0 0,0 1 0 0 0,0 0 0 0 0,0-1 0 0 0,-1 1 0 0 0,1 0 0 0 0,0 0 0 0 0,0-1 0 0 0,-1 1 0 0 0,1 0 0 0 0,0 0 0 0 0,0-1 0 0 0,-1 1 0 0 0,1 0 0 0 0,0 0 0 0 0,0 0 0 0 0,-1-1 0 0 0,1 1 0 0 0,0 0 0 0 0,-1 0 0 0 0,1 0 0 0 0,0 0 0 0 0,-1 0 0 0 0,1 0 0 0 0,0 0 0 0 0,-1 0 0 0 0,1 0 0 0 0,0 0 0 0 0,-1 0 0 0 0,1 0 0 0 0,-1 0 0 0 0,1 0 0 0 0,-17 4-15 0 0,7 3 17 0 0,1 0 0 0 0,0 1 0 0 0,0 0 0 0 0,1 0 0 0 0,0 1 0 0 0,0 0 0 0 0,1 0 0 0 0,0 1 0 0 0,1 0 1 0 0,-7 14-1 0 0,8-16 6 0 0,1 1 1 0 0,0 0 0 0 0,1-1 0 0 0,0 2 0 0 0,1-1 0 0 0,0 0 0 0 0,0 1 0 0 0,0-1-1 0 0,2 1 1 0 0,-1-1 0 0 0,1 1 0 0 0,0-1 0 0 0,3 15 0 0 0,-1-19 2 0 0,-1-1 0 0 0,1 1 0 0 0,0-1 0 0 0,1 0 0 0 0,-1 0 1 0 0,1 0-1 0 0,-1 0 0 0 0,1 0 0 0 0,1-1 0 0 0,-1 1 0 0 0,0-1 0 0 0,1 0 0 0 0,-1 0 1 0 0,1 0-1 0 0,0 0 0 0 0,0-1 0 0 0,0 0 0 0 0,1 0 0 0 0,-1 0 0 0 0,0 0 0 0 0,10 2 1 0 0,1 0 4 0 0,1 0 0 0 0,0-1 0 0 0,0-1 0 0 0,0 0 0 0 0,18-1 0 0 0,18-4 104 0 0,0-2 0 0 0,0-3 0 0 0,59-16 0 0 0,-69 14 318 0 0,8-3-2621 0 0</inkml:trace>
</inkml:ink>
</file>

<file path=ppt/ink/ink1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9:44.3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303 175 1696 0 0,'6'-12'2542'0'0,"0"0"0"0"0,-1-1-1 0 0,6-21 1 0 0,-10 30-2394 0 0,0 1 0 0 0,0 0-1 0 0,-1-1 1 0 0,0 1 0 0 0,1 0-1 0 0,-1-1 1 0 0,-1 1 0 0 0,1-1 0 0 0,0 1-1 0 0,-1 0 1 0 0,0-1 0 0 0,0 1 0 0 0,0 0-1 0 0,0 0 1 0 0,0 0 0 0 0,0-1-1 0 0,-1 1 1 0 0,0 1 0 0 0,0-1 0 0 0,-2-3-1 0 0,4 5-137 0 0,-2-1 16 0 0,0 0 0 0 0,1-1 0 0 0,-1 1 0 0 0,0 0 0 0 0,0 0 1 0 0,-1 0-1 0 0,1 0 0 0 0,0 0 0 0 0,-1 1 0 0 0,1-1 0 0 0,-1 1 0 0 0,1-1 0 0 0,-1 1 0 0 0,0 0 0 0 0,1 0 0 0 0,-1 0 0 0 0,0 0 0 0 0,0 1 0 0 0,0-1 0 0 0,0 1 0 0 0,-5 0 0 0 0,-2 1-30 0 0,0 1 1 0 0,0 0-1 0 0,0 1 0 0 0,0 0 0 0 0,0 1 1 0 0,1 0-1 0 0,-1 0 0 0 0,1 1 0 0 0,1 0 1 0 0,-1 1-1 0 0,1 0 0 0 0,-1 0 0 0 0,2 1 1 0 0,-1 0-1 0 0,1 0 0 0 0,-7 9 1 0 0,1-1 2 0 0,1 2 1 0 0,1-1 0 0 0,0 1 0 0 0,1 1 0 0 0,1 0 0 0 0,1 0 0 0 0,-10 30-1 0 0,16-42 7 0 0,1 0-1 0 0,-1 0 1 0 0,1-1-1 0 0,0 1 1 0 0,1 0-1 0 0,-1 0 1 0 0,1 0-1 0 0,0 0 1 0 0,1 0-1 0 0,0 0 1 0 0,0-1-1 0 0,2 9 1 0 0,-2-11-1 0 0,0 0 0 0 0,1 0 0 0 0,-1-1 0 0 0,1 1 0 0 0,0 0 0 0 0,0-1 1 0 0,0 1-1 0 0,0-1 0 0 0,0 0 0 0 0,1 1 0 0 0,-1-1 0 0 0,1 0 0 0 0,-1-1 0 0 0,1 1 1 0 0,0 0-1 0 0,0-1 0 0 0,0 1 0 0 0,0-1 0 0 0,0 0 0 0 0,0 0 0 0 0,0 0 0 0 0,0-1 1 0 0,0 1-1 0 0,4 0 0 0 0,5 0-91 0 0,-1 0 0 0 0,1-1 0 0 0,0 0 0 0 0,0-1 0 0 0,0 0 1 0 0,0-1-1 0 0,-1 0 0 0 0,1-1 0 0 0,-1 0 0 0 0,1-1 0 0 0,-1 0 1 0 0,0-1-1 0 0,-1 0 0 0 0,19-12 0 0 0,-14 7 22 0 0,-1-1 0 0 0,0-1-1 0 0,-1 0 1 0 0,0 0 0 0 0,-1-2 0 0 0,-1 1 0 0 0,0-1 0 0 0,-1-1-1 0 0,10-18 1 0 0,35-88 1669 0 0,-54 119-1574 0 0,-4 27-107 0 0,-5 19 238 0 0,-1 50 0 0 0,11-26-978 0 0,0-51-1272 0 0,8 33 1 0 0,-6-39-1310 0 0,1 1-1448 0 0</inkml:trace>
</inkml:ink>
</file>

<file path=ppt/ink/ink1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9:44.8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80 2604 0 0,'2'-12'2397'0'0,"0"0"-1"0"0,0 0 0 0 0,5-13 1 0 0,-7 25-2366 0 0,0-1 0 0 0,1 0 0 0 0,-1 1 0 0 0,0-1 0 0 0,1 1 0 0 0,-1-1 0 0 0,0 1 1 0 0,1-1-1 0 0,-1 1 0 0 0,1 0 0 0 0,-1-1 0 0 0,1 1 0 0 0,-1-1 0 0 0,0 1 0 0 0,1 0 0 0 0,0 0 0 0 0,-1-1 0 0 0,1 1 1 0 0,-1 0-1 0 0,1 0 0 0 0,-1-1 0 0 0,1 1 0 0 0,-1 0 0 0 0,1 0 0 0 0,0 0 0 0 0,-1 0 0 0 0,1 0 0 0 0,-1 0 1 0 0,1 0-1 0 0,0 0 0 0 0,-1 0 0 0 0,1 0 0 0 0,-1 0 0 0 0,1 0 0 0 0,0 1 0 0 0,-1-1 0 0 0,1 0 0 0 0,-1 0 0 0 0,1 1 1 0 0,-1-1-1 0 0,1 0 0 0 0,-1 1 0 0 0,1-1 0 0 0,-1 0 0 0 0,1 1 0 0 0,-1-1 0 0 0,1 1 0 0 0,-1-1 0 0 0,0 1 0 0 0,1-1 1 0 0,-1 1-1 0 0,4 2 15 0 0,-1 1 1 0 0,0-1-1 0 0,0 1 1 0 0,-1-1-1 0 0,4 7 1 0 0,-2-2 4 0 0,-1 0 0 0 0,0 0 1 0 0,-1 0-1 0 0,0 0 0 0 0,0 1 0 0 0,-1-1 0 0 0,0 1 1 0 0,0-1-1 0 0,-1 1 0 0 0,0-1 0 0 0,0 1 0 0 0,-3 12 1 0 0,-3 7 194 0 0,-2 0 1 0 0,-13 36-1 0 0,8-26 174 0 0,12-37-303 0 0,1 1 0 0 0,-1 0 0 0 0,0 0 0 0 0,0 0 0 0 0,0-1 1 0 0,0 1-1 0 0,0 0 0 0 0,0-1 0 0 0,0 1 0 0 0,-2 1 0 0 0,2-2-84 0 0,1-1-1 0 0,-1 0 1 0 0,1 1-1 0 0,-1-1 0 0 0,1 0 1 0 0,-1 1-1 0 0,0-1 1 0 0,1 0-1 0 0,-1 0 1 0 0,0 0-1 0 0,1 1 0 0 0,-1-1 1 0 0,1 0-1 0 0,-1 0 1 0 0,0 0-1 0 0,1 0 1 0 0,-1 0-1 0 0,0 0 0 0 0,1 0 1 0 0,-1 0-1 0 0,0 0 1 0 0,1-1-1 0 0,-2 1 1 0 0,1-1-20 0 0,0 0 1 0 0,1 0 0 0 0,-1 0-1 0 0,0 0 1 0 0,1 0 0 0 0,-1 0-1 0 0,1 0 1 0 0,-1 0 0 0 0,1 0 0 0 0,0 0-1 0 0,-1 0 1 0 0,1 0 0 0 0,0 0-1 0 0,0 0 1 0 0,0 0 0 0 0,-1 0-1 0 0,1 0 1 0 0,1-2 0 0 0,-1-22 68 0 0,2 9-81 0 0,0 0 0 0 0,1 1 0 0 0,1-1 0 0 0,1 1 1 0 0,0-1-1 0 0,1 1 0 0 0,0 1 0 0 0,1-1 0 0 0,1 1 1 0 0,1 0-1 0 0,11-15 0 0 0,-13 21-18 0 0,-1-1 1 0 0,2 1-1 0 0,-1 0 1 0 0,1 1-1 0 0,0 0 1 0 0,1 0-1 0 0,0 0 0 0 0,0 1 1 0 0,0 1-1 0 0,0 0 1 0 0,1 0-1 0 0,0 0 1 0 0,0 1-1 0 0,1 1 0 0 0,-1 0 1 0 0,1 0-1 0 0,15-1 1 0 0,-22 4 13 0 0,1-1 0 0 0,-1 1-1 0 0,0 1 1 0 0,0-1 0 0 0,1 1 0 0 0,-1-1 0 0 0,0 1 0 0 0,0 0 0 0 0,0 1 0 0 0,0-1 0 0 0,0 1 0 0 0,0-1 0 0 0,0 1 0 0 0,-1 1 0 0 0,1-1 0 0 0,-1 0 0 0 0,1 1-1 0 0,-1 0 1 0 0,0-1 0 0 0,0 1 0 0 0,0 1 0 0 0,0-1 0 0 0,2 4 0 0 0,-2-1 12 0 0,1 0-1 0 0,-2 0 1 0 0,1 0-1 0 0,-1 1 1 0 0,1-1-1 0 0,-2 1 1 0 0,1-1-1 0 0,-1 1 1 0 0,0 0-1 0 0,-1 0 1 0 0,1 0-1 0 0,-1-1 1 0 0,-2 12-1 0 0,-2 14-523 0 0,-3 20-2086 0 0,7-48 1844 0 0,0 0 1 0 0,0-1-1 0 0,0 1 0 0 0,1 0 0 0 0,-1 0 0 0 0,1-1 0 0 0,0 1 0 0 0,0 0 1 0 0,0-1-1 0 0,3 7 0 0 0</inkml:trace>
</inkml:ink>
</file>

<file path=ppt/ink/ink1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9:45.3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356 500 640 0 0,'7'-9'1534'0'0,"-2"0"0"0"0,1 0 0 0 0,-2 0 0 0 0,1-1 0 0 0,3-11 0 0 0,-7 18-1204 0 0,0-1 0 0 0,0 0 0 0 0,0-1-1 0 0,0 1 1 0 0,-1 0 0 0 0,0 0 0 0 0,0 0-1 0 0,0 0 1 0 0,0 0 0 0 0,-1 0 0 0 0,1 0 0 0 0,-1 0-1 0 0,0 0 1 0 0,0 0 0 0 0,-3-7 0 0 0,3 10-306 0 0,0 0 1 0 0,1 1-1 0 0,-1-1 0 0 0,0 0 1 0 0,0 0-1 0 0,0 1 1 0 0,0-1-1 0 0,1 0 1 0 0,-1 1-1 0 0,0-1 0 0 0,0 1 1 0 0,0 0-1 0 0,0-1 1 0 0,0 1-1 0 0,0 0 0 0 0,0-1 1 0 0,0 1-1 0 0,0 0 1 0 0,-1 0-1 0 0,1 0 1 0 0,-2 0-1 0 0,-23 3 137 0 0,15 0-134 0 0,0 1-1 0 0,0 0 0 0 0,1 1 0 0 0,-1 0 1 0 0,1 1-1 0 0,0 0 0 0 0,-13 11 0 0 0,-59 56 28 0 0,56-48-30 0 0,2 1 0 0 0,-25 34 0 0 0,41-50-6 0 0,1 1 0 0 0,0 0 0 0 0,1 1 0 0 0,0-1 0 0 0,1 1 0 0 0,0 1 0 0 0,1-1 0 0 0,0 1 0 0 0,-2 17 0 0 0,5-28-7 0 0,1 0-1 0 0,-1 0 0 0 0,1 0 0 0 0,0 0 0 0 0,0 1 0 0 0,0-1 0 0 0,0 0 0 0 0,0 0 1 0 0,0 0-1 0 0,1 1 0 0 0,-1-1 0 0 0,1 0 0 0 0,0 0 0 0 0,-1 0 0 0 0,1 0 0 0 0,0 0 0 0 0,0 0 1 0 0,0 0-1 0 0,0 0 0 0 0,1-1 0 0 0,-1 1 0 0 0,0 0 0 0 0,1-1 0 0 0,0 1 0 0 0,-1-1 1 0 0,1 1-1 0 0,0-1 0 0 0,-1 0 0 0 0,1 0 0 0 0,0 1 0 0 0,0-1 0 0 0,0-1 0 0 0,0 1 0 0 0,0 0 1 0 0,0 0-1 0 0,0-1 0 0 0,1 1 0 0 0,-1-1 0 0 0,0 0 0 0 0,0 1 0 0 0,0-1 0 0 0,4-1 0 0 0,3 1 9 0 0,0 0-1 0 0,0-1 0 0 0,0-1 0 0 0,0 0 0 0 0,0 0 0 0 0,-1 0 0 0 0,1-1 0 0 0,-1 0 0 0 0,10-6 0 0 0,0-2-12 0 0,0-1 0 0 0,-1 0 0 0 0,0-1 1 0 0,-1-2-1 0 0,-1 1 0 0 0,0-2 0 0 0,21-27 0 0 0,-9 4-110 0 0,-1-1 0 0 0,27-57 0 0 0,-25 40-178 0 0,32-99 0 0 0,-50 125 382 0 0,-1-1 0 0 0,-3 0 0 0 0,0 0 0 0 0,2-64 0 0 0,-8 95-98 0 0,0 1 1 0 0,0-1 0 0 0,0 0-1 0 0,0 1 1 0 0,0-1 0 0 0,0 0-1 0 0,0 1 1 0 0,0-1 0 0 0,0 0-1 0 0,-1 1 1 0 0,1-1 0 0 0,0 0 0 0 0,0 1-1 0 0,-1-1 1 0 0,1 1 0 0 0,0-1-1 0 0,-1 1 1 0 0,1-1 0 0 0,0 0-1 0 0,-1 0 1 0 0,0 1-1 0 0,1 0 1 0 0,-1 0-1 0 0,1 0 0 0 0,0 0 1 0 0,-1 0-1 0 0,1 0 0 0 0,-1 0 1 0 0,1 0-1 0 0,0 0 0 0 0,-1 0 1 0 0,1 0-1 0 0,-1 0 0 0 0,1 0 1 0 0,0 0-1 0 0,-1 0 0 0 0,1 0 1 0 0,-1 1-1 0 0,1-1 0 0 0,0 0 1 0 0,-1 0-1 0 0,1 0 0 0 0,0 1 1 0 0,-1-1-1 0 0,-1 2 6 0 0,-1 0 0 0 0,1 0 1 0 0,0 0-1 0 0,0 0 0 0 0,0 1 0 0 0,0-1 0 0 0,-2 4 1 0 0,-10 20 60 0 0,1 2 1 0 0,2 0-1 0 0,-11 36 1 0 0,-16 91 18 0 0,28-113-70 0 0,-13 73 118 0 0,20-95-942 0 0,1 0-1 0 0,1 0 1 0 0,3 36 0 0 0,-1-52 426 0 0,-1 0 0 0 0,1 0 0 0 0,0-1 1 0 0,0 1-1 0 0,0 0 0 0 0,1-1 1 0 0,2 5-1 0 0,-3-6-139 0 0,0-1 0 0 0,0 1 0 0 0,0 0-1 0 0,0-1 1 0 0,1 1 0 0 0,-1-1 0 0 0,0 0 0 0 0,1 0 0 0 0,2 2 0 0 0</inkml:trace>
</inkml:ink>
</file>

<file path=ppt/ink/ink1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9:46.5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0 195 1952 0 0,'14'-58'8201'0'0,"-11"48"-7509"0"0,0 0 0 0 0,1 0 1 0 0,7-12-1 0 0,-11 21-683 0 0,1 0 1 0 0,-1 0-1 0 0,1 0 1 0 0,-1 1-1 0 0,1-1 1 0 0,0 0-1 0 0,-1 0 1 0 0,1 1-1 0 0,0-1 1 0 0,0 0-1 0 0,0 1 1 0 0,-1-1-1 0 0,1 0 1 0 0,0 1-1 0 0,0-1 1 0 0,0 1 0 0 0,0 0-1 0 0,0-1 1 0 0,0 1-1 0 0,0 0 1 0 0,0 0-1 0 0,0-1 1 0 0,0 1-1 0 0,0 0 1 0 0,0 0-1 0 0,0 0 1 0 0,0 0-1 0 0,0 0 1 0 0,0 1-1 0 0,0-1 1 0 0,0 0-1 0 0,0 0 1 0 0,0 1-1 0 0,0-1 1 0 0,0 0-1 0 0,0 1 1 0 0,0-1-1 0 0,0 1 1 0 0,0-1-1 0 0,0 1 1 0 0,0 0-1 0 0,-1-1 1 0 0,1 1-1 0 0,1 1 1 0 0,2 2-15 0 0,0 0 1 0 0,0 0-1 0 0,0 0 1 0 0,0 1-1 0 0,-1 0 1 0 0,5 6 0 0 0,-1 5 15 0 0,-1-1 1 0 0,0 1 0 0 0,-1 0 0 0 0,0 0 0 0 0,-2 1 0 0 0,0-1 0 0 0,-1 1 0 0 0,1 25 0 0 0,-4-2 296 0 0,-1 0 0 0 0,-10 55 0 0 0,5-79 816 0 0,2-14-749 0 0,1-11-257 0 0,2-6-92 0 0,0 0-1 0 0,1 0 1 0 0,0 0-1 0 0,2 0 1 0 0,-1 0-1 0 0,2 1 0 0 0,0-1 1 0 0,1 0-1 0 0,0 1 1 0 0,7-18-1 0 0,-7 24-32 0 0,0 0-1 0 0,0 1 1 0 0,1 0 0 0 0,-1 0-1 0 0,2 0 1 0 0,-1 0 0 0 0,1 1 0 0 0,0-1-1 0 0,0 1 1 0 0,1 0 0 0 0,-1 1-1 0 0,1-1 1 0 0,1 1 0 0 0,-1 1-1 0 0,1-1 1 0 0,0 1 0 0 0,0 0-1 0 0,0 0 1 0 0,0 1 0 0 0,16-5-1 0 0,-17 7 3 0 0,0 1 0 0 0,1-1 0 0 0,-1 1 0 0 0,1 0 0 0 0,-1 0 0 0 0,1 1 0 0 0,-1 0 0 0 0,0 0 0 0 0,1 0 0 0 0,-1 1 0 0 0,0 0 0 0 0,0 0 0 0 0,0 1 0 0 0,0 0 0 0 0,-1 0 0 0 0,1 0 0 0 0,-1 0 0 0 0,6 5 0 0 0,1 2 4 0 0,0 1 0 0 0,0-1 0 0 0,-2 2 0 0 0,1-1 0 0 0,-1 2 0 0 0,10 16 0 0 0,-14-17 99 0 0,0 0 1 0 0,5 16 0 0 0,-5-14 70 0 0,-6-12-27 0 0,-1-5-128 0 0,0 0 0 0 0,0 0-1 0 0,0-1 1 0 0,0 1 0 0 0,0 0-1 0 0,1 0 1 0 0,0-1 0 0 0,-1-4 0 0 0,2-7-24 0 0,0-1 0 0 0,1 1 1 0 0,1 0-1 0 0,0 0 0 0 0,1 1 1 0 0,1-1-1 0 0,0 1 1 0 0,1 0-1 0 0,0 0 0 0 0,1 0 1 0 0,1 1-1 0 0,0 0 1 0 0,0 1-1 0 0,2-1 0 0 0,0 2 1 0 0,0-1-1 0 0,1 2 0 0 0,0-1 1 0 0,0 1-1 0 0,1 1 1 0 0,1 0-1 0 0,0 1 0 0 0,0 0 1 0 0,1 1-1 0 0,17-7 1 0 0,-27 13 5 0 0,1-1 1 0 0,-1 1-1 0 0,1 0 1 0 0,0 0 0 0 0,-1 0-1 0 0,1 1 1 0 0,0-1-1 0 0,0 1 1 0 0,-1 0 0 0 0,1 1-1 0 0,0-1 1 0 0,0 1-1 0 0,7 2 1 0 0,-9-2 4 0 0,0 0 0 0 0,0 1 0 0 0,-1-1-1 0 0,1 1 1 0 0,0 0 0 0 0,0 0 0 0 0,-1 0 0 0 0,1 0 0 0 0,-1 0 0 0 0,0 0 0 0 0,0 1-1 0 0,0-1 1 0 0,0 1 0 0 0,0-1 0 0 0,0 1 0 0 0,0 0 0 0 0,-1 0 0 0 0,0 0-1 0 0,1 0 1 0 0,0 6 0 0 0,2 9 33 0 0,-1 1 0 0 0,-1 0-1 0 0,-1 0 1 0 0,0 0 0 0 0,-2-1 0 0 0,-3 32 0 0 0,1-25-238 0 0,1 1 1 0 0,4 42 0 0 0,-2-65-45 0 0,0 1 0 0 0,1 0 0 0 0,0-1 1 0 0,0 1-1 0 0,0-1 0 0 0,0 1 0 0 0,1-1 1 0 0,-1 1-1 0 0,1-1 0 0 0,0 0 0 0 0,0 0 1 0 0,0 0-1 0 0,0 0 0 0 0,1 0 0 0 0,-1 0 0 0 0,1-1 1 0 0,2 3-1 0 0,-2-3-272 0 0,1 0 0 0 0,-1 0-1 0 0,0 0 1 0 0,1-1 0 0 0,-1 1 0 0 0,1-1 0 0 0,-1 0 0 0 0,1 0 0 0 0,-1 0-1 0 0,8 0 1 0 0,9 1-2963 0 0</inkml:trace>
</inkml:ink>
</file>

<file path=ppt/ink/ink1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9:47.8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217 665 932 0 0,'7'-10'1577'0'0,"0"-1"0"0"0,-1 0 0 0 0,-1-1 1 0 0,5-13-1 0 0,-8 21-1237 0 0,-1-1 1 0 0,0 1 0 0 0,0-1 0 0 0,0 1-1 0 0,0-1 1 0 0,-1 0 0 0 0,0 1 0 0 0,0-1-1 0 0,0 0 1 0 0,0 1 0 0 0,-1-1-1 0 0,0 0 1 0 0,0 1 0 0 0,-2-6 0 0 0,3 9-315 0 0,-1 0 0 0 0,1 0 0 0 0,-1 0 0 0 0,1 1 1 0 0,-1-1-1 0 0,1 0 0 0 0,-1 0 0 0 0,0 0 0 0 0,0 0 1 0 0,1 1-1 0 0,-1-1 0 0 0,0 0 0 0 0,0 0 0 0 0,0 1 1 0 0,0-1-1 0 0,0 1 0 0 0,0-1 0 0 0,0 1 0 0 0,0-1 1 0 0,0 1-1 0 0,0 0 0 0 0,0 0 0 0 0,0-1 0 0 0,0 1 0 0 0,0 0 1 0 0,0 0-1 0 0,0 0 0 0 0,0 0 0 0 0,-1 0 0 0 0,1 0 1 0 0,0 0-1 0 0,0 1 0 0 0,0-1 0 0 0,0 0 0 0 0,0 1 1 0 0,0-1-1 0 0,0 0 0 0 0,0 1 0 0 0,-1 0 0 0 0,-4 2-8 0 0,1 0 0 0 0,-1 0-1 0 0,1 0 1 0 0,0 1-1 0 0,-7 7 1 0 0,-8 7 7 0 0,2 1 0 0 0,0 0 0 0 0,2 2 1 0 0,0 0-1 0 0,1 0 0 0 0,1 2 0 0 0,1 0 0 0 0,1 0 0 0 0,-17 49 0 0 0,27-67-4 0 0,1 1-1 0 0,0-1 0 0 0,0 1 1 0 0,1-1-1 0 0,0 1 0 0 0,0-1 1 0 0,1 9-1 0 0,-1-12-12 0 0,0 0 0 0 0,0-1 1 0 0,1 1-1 0 0,-1 0 0 0 0,1-1 0 0 0,-1 1 1 0 0,1 0-1 0 0,-1-1 0 0 0,1 1 0 0 0,0-1 0 0 0,0 0 1 0 0,0 1-1 0 0,0-1 0 0 0,0 0 0 0 0,0 1 1 0 0,0-1-1 0 0,0 0 0 0 0,1 0 0 0 0,-1 0 1 0 0,0 0-1 0 0,1 0 0 0 0,-1 0 0 0 0,1 0 1 0 0,-1-1-1 0 0,1 1 0 0 0,-1 0 0 0 0,1-1 0 0 0,0 1 1 0 0,-1-1-1 0 0,1 0 0 0 0,2 1 0 0 0,5-1-20 0 0,-1 0-1 0 0,1 0 0 0 0,0-1 1 0 0,-1 0-1 0 0,1-1 0 0 0,-1 0 0 0 0,0 0 1 0 0,1-1-1 0 0,-1 0 0 0 0,0 0 0 0 0,0-1 1 0 0,-1 0-1 0 0,1-1 0 0 0,-1 1 0 0 0,0-1 1 0 0,0-1-1 0 0,-1 1 0 0 0,1-1 0 0 0,-1 0 1 0 0,0-1-1 0 0,5-8 0 0 0,5-6 138 0 0,-2-1 0 0 0,-1-1 0 0 0,-1 0 0 0 0,-1-1 0 0 0,16-47 0 0 0,-9 18 930 0 0,-18 51-972 0 0,-5 24-4 0 0,-7 29-3 0 0,1 1-1 0 0,3 1 0 0 0,-1 54 1 0 0,9-102-52 0 0,-1-1 0 0 0,1 1 1 0 0,0 0-1 0 0,1 0 1 0 0,-1-1-1 0 0,1 1 0 0 0,0 0 1 0 0,0-1-1 0 0,1 1 1 0 0,-1-1-1 0 0,1 1 0 0 0,0-1 1 0 0,0 0-1 0 0,1 1 0 0 0,-1-1 1 0 0,1 0-1 0 0,0-1 1 0 0,6 8-1 0 0,-7-10-19 0 0,-1-1-1 0 0,1 1 1 0 0,0 0 0 0 0,0-1-1 0 0,-1 1 1 0 0,1-1 0 0 0,0 1 0 0 0,0-1-1 0 0,0 0 1 0 0,0 0 0 0 0,-1 0-1 0 0,1 0 1 0 0,0 0 0 0 0,0 0-1 0 0,0 0 1 0 0,0-1 0 0 0,2 0-1 0 0,30-12-234 0 0,-18 4-45 0 0,-2-1 0 0 0,1 0 0 0 0,-2-1 0 0 0,1-1 0 0 0,-1 0 0 0 0,-1-1 0 0 0,0 0 0 0 0,-1-1 0 0 0,-1 0 0 0 0,9-16 0 0 0,8-18-560 0 0,40-94-1 0 0,-39 69 537 0 0,-3 0-1 0 0,21-105 0 0 0,-34 109 1746 0 0,5-86 1 0 0,-17 153-1404 0 0,1-31 460 0 0,-5 25-295 0 0,-4 21-132 0 0,-1 15 2 0 0,1-1 0 0 0,1 2-1 0 0,1-1 1 0 0,-2 35-1 0 0,0-1 65 0 0,-10 64 415 0 0,-3 214-1 0 0,20-323-498 0 0,2 0-1 0 0,0 0 0 0 0,1 0 1 0 0,1 0-1 0 0,5 21 0 0 0,-7-34-42 0 0,0 0-1 0 0,1-1 1 0 0,-1 1-1 0 0,1-1 1 0 0,0 1-1 0 0,0-1 1 0 0,0 0-1 0 0,0 1 1 0 0,0-1-1 0 0,1 0 1 0 0,-1 0-1 0 0,1-1 1 0 0,0 1-1 0 0,0-1 1 0 0,0 1-1 0 0,0-1 1 0 0,1 0-1 0 0,-1 0 1 0 0,0 0-1 0 0,1-1 1 0 0,0 1-1 0 0,-1-1 1 0 0,1 0-1 0 0,0 0 1 0 0,-1 0-1 0 0,1 0 1 0 0,0-1-1 0 0,0 1 1 0 0,4-1-1 0 0,3-1-7 0 0,-1 0 0 0 0,0 0 0 0 0,0-1-1 0 0,0-1 1 0 0,0 0 0 0 0,0 0 0 0 0,0-1 0 0 0,-1 0 0 0 0,0 0 0 0 0,0-1 0 0 0,0-1-1 0 0,0 1 1 0 0,10-10 0 0 0,-2 1-8 0 0,-2-1-1 0 0,1-1 0 0 0,-2 0 1 0 0,0 0-1 0 0,15-26 1 0 0,-21 29-2 0 0,0-1 1 0 0,-1-1-1 0 0,0 1 1 0 0,-1-1-1 0 0,-1-1 1 0 0,-1 1-1 0 0,5-27 1 0 0,-7 31 13 0 0,-1 0 1 0 0,-1 0 0 0 0,0 0 0 0 0,0-1 0 0 0,-1 1 0 0 0,0 0-1 0 0,-1 0 1 0 0,0 0 0 0 0,-1 1 0 0 0,0-1 0 0 0,-9-18 0 0 0,12 27-16 0 0,-1 0 1 0 0,0 0-1 0 0,0 1 0 0 0,0-1 1 0 0,0 0-1 0 0,0 0 1 0 0,-1 1-1 0 0,1-1 1 0 0,0 1-1 0 0,-1 0 0 0 0,1-1 1 0 0,-1 1-1 0 0,1 0 1 0 0,-1 0-1 0 0,0 0 0 0 0,1 0 1 0 0,-1 0-1 0 0,-3-1 1 0 0,3 1 1 0 0,0 1 1 0 0,1 0 0 0 0,-1 0-1 0 0,1 0 1 0 0,-1 1-1 0 0,0-1 1 0 0,1 0 0 0 0,-1 1-1 0 0,1-1 1 0 0,-1 1-1 0 0,1-1 1 0 0,-1 1 0 0 0,1-1-1 0 0,-1 1 1 0 0,1 0 0 0 0,0 0-1 0 0,-1 0 1 0 0,0 1-1 0 0,-3 3 3 0 0,0-1-1 0 0,1 1 0 0 0,0 0 0 0 0,0 0 1 0 0,0 1-1 0 0,1-1 0 0 0,0 1 0 0 0,0 0 0 0 0,-4 9 1 0 0,6-11-9 0 0,1-1 0 0 0,-1 0-1 0 0,0 1 1 0 0,1-1 0 0 0,0 1 0 0 0,0-1 0 0 0,0 0 0 0 0,0 1 0 0 0,0-1 0 0 0,1 1 0 0 0,0-1-1 0 0,0 0 1 0 0,-1 1 0 0 0,2-1 0 0 0,-1 0 0 0 0,0 0 0 0 0,1 0 0 0 0,-1 0 0 0 0,1 0 0 0 0,0 0 0 0 0,0 0-1 0 0,0 0 1 0 0,1-1 0 0 0,-1 1 0 0 0,0-1 0 0 0,1 0 0 0 0,0 0 0 0 0,4 3 0 0 0,2 2-143 0 0,1-2-1 0 0,-1 1 1 0 0,1-2 0 0 0,0 1 0 0 0,0-1 0 0 0,0-1 0 0 0,20 5 0 0 0,-10-4-141 0 0,0-1 0 0 0,0-1 0 0 0,1 0 0 0 0,-1-2 0 0 0,1 0 0 0 0,27-5-1 0 0,-41 4 339 0 0,0 0-1 0 0,0-1 0 0 0,0 0 1 0 0,0 0-1 0 0,0-1 0 0 0,-1 0 1 0 0,0 0-1 0 0,1 0 0 0 0,-1-1 1 0 0,0 0-1 0 0,-1 0 0 0 0,1-1 0 0 0,-1 1 1 0 0,0-1-1 0 0,0 0 0 0 0,0-1 1 0 0,0 1-1 0 0,-1-1 0 0 0,0 0 1 0 0,-1 0-1 0 0,6-12 0 0 0,-6 12 138 0 0,-1 1 73 0 0,0 1-1 0 0,0-1 0 0 0,0 0 1 0 0,-1-1-1 0 0,0 1 0 0 0,0 0 0 0 0,1-9 1 0 0,-2 1 290 0 0,-1 3-233 0 0,-12 22-187 0 0,3 1-68 0 0,1-1 1 0 0,1 2-1 0 0,0-1 0 0 0,-11 26 1 0 0,-18 61 188 0 0,32-84-222 0 0,-16 57 110 0 0,19-65-115 0 0,1-1 1 0 0,0 1 0 0 0,1 0-1 0 0,0 0 1 0 0,0-1 0 0 0,0 1-1 0 0,3 12 1 0 0,-3-18-49 0 0,1 0 1 0 0,0 0-1 0 0,0 0 0 0 0,-1 0 0 0 0,1 0 0 0 0,0 0 1 0 0,1 0-1 0 0,-1 0 0 0 0,0 0 0 0 0,0 0 1 0 0,1-1-1 0 0,-1 1 0 0 0,1 0 0 0 0,0-1 0 0 0,-1 1 1 0 0,1-1-1 0 0,3 2 0 0 0,-2-1-197 0 0,1-1 0 0 0,0 1 0 0 0,0-1 0 0 0,0 1 0 0 0,0-1 0 0 0,1 0 0 0 0,-1-1-1 0 0,7 1 1 0 0,2-1-807 0 0,0 0 0 0 0,1-2 0 0 0,-1 1 0 0 0,25-8 0 0 0,-22 5-585 0 0,-1-2-1 0 0,1 0 1 0 0,20-11-1 0 0,-12 2-2137 0 0</inkml:trace>
</inkml:ink>
</file>

<file path=ppt/ink/ink1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9:48.0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18 215 4196 0 0,'5'-10'1047'0'0,"1"0"0"0"0,-2 0 0 0 0,0-1 0 0 0,0 0-1 0 0,-1 1 1 0 0,4-23 0 0 0,-4 5 2705 0 0,0-43 0 0 0,-5 50-2885 0 0,-4 33-482 0 0,-3 31-16 0 0,1-4-192 0 0,-3 16-149 0 0,2 1 1 0 0,-2 76-1 0 0,11-129-353 0 0,0 1 0 0 0,0-1-1 0 0,1 1 1 0 0,-1 0 0 0 0,1-1 0 0 0,0 1-1 0 0,0-1 1 0 0,0 1 0 0 0,0-1 0 0 0,1 0-1 0 0,2 4 1 0 0,-3-5-129 0 0,0 0-1 0 0,0-1 0 0 0,1 1 1 0 0,-1-1-1 0 0,1 1 0 0 0,-1-1 1 0 0,1 0-1 0 0,0 1 0 0 0,-1-1 1 0 0,1 0-1 0 0,0 0 0 0 0,0 0 1 0 0,0 0-1 0 0,0-1 1 0 0,0 1-1 0 0,0 0 0 0 0,0-1 1 0 0,0 0-1 0 0,0 1 0 0 0,3-1 1 0 0,8-1-4603 0 0</inkml:trace>
</inkml:ink>
</file>

<file path=ppt/ink/ink1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9:48.6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1 167 1000 0 0,'3'-15'2764'0'0,"13"-40"6213"0"0,-15 51-8576 0 0,1 0 0 0 0,0 0 0 0 0,0 0 0 0 0,0 0 0 0 0,5-6 0 0 0,-5 9-357 0 0,0 0 0 0 0,0-1-1 0 0,0 1 1 0 0,0 0 0 0 0,1 0 0 0 0,-1 0 0 0 0,0 1 0 0 0,0-1 0 0 0,1 0 0 0 0,-1 1 0 0 0,0 0 0 0 0,1-1-1 0 0,-1 1 1 0 0,1 0 0 0 0,-1 0 0 0 0,0 0 0 0 0,1 1 0 0 0,-1-1 0 0 0,1 1 0 0 0,-1-1 0 0 0,0 1 0 0 0,0 0 0 0 0,1-1-1 0 0,-1 1 1 0 0,0 1 0 0 0,4 1 0 0 0,-3 0 5 0 0,1-1-1 0 0,0 1 1 0 0,-1 0-1 0 0,1 1 1 0 0,-1-1 0 0 0,0 1-1 0 0,0-1 1 0 0,-1 1-1 0 0,1 0 1 0 0,-1 0-1 0 0,1 0 1 0 0,-1 0 0 0 0,2 9-1 0 0,-2-6 46 0 0,0 0-1 0 0,-1 0 1 0 0,0 0 0 0 0,-1 0-1 0 0,1 1 1 0 0,-1-1 0 0 0,-1 0-1 0 0,-1 9 1 0 0,-1 0 85 0 0,0 0 0 0 0,-2 0-1 0 0,0-1 1 0 0,-1 0 0 0 0,0 0 0 0 0,-2-1-1 0 0,-10 18 1 0 0,9-17-12 0 0,4-7 107 0 0,0 0-1 0 0,-1 0 0 0 0,-7 8 1 0 0,12-14-65 0 0,-3-6-114 0 0,4 4-94 0 0,0 0 1 0 0,0 0-1 0 0,-1 0 1 0 0,1 0-1 0 0,0 0 1 0 0,0-1-1 0 0,-1 1 1 0 0,1 0-1 0 0,0 0 1 0 0,0 0-1 0 0,0 0 1 0 0,0 0-1 0 0,-1-1 1 0 0,1 1-1 0 0,0 0 1 0 0,0 0-1 0 0,0 0 1 0 0,0 0-1 0 0,-1-1 1 0 0,1 1-1 0 0,0 0 1 0 0,0 0-1 0 0,0-1 1 0 0,0 1-1 0 0,0 0 1 0 0,0 0-1 0 0,0 0 1 0 0,0-1-1 0 0,0 1 1 0 0,0 0-1 0 0,0 0 1 0 0,0-1 0 0 0,0 1-1 0 0,0 0 1 0 0,0 0-1 0 0,0-1 1 0 0,0 1-1 0 0,0 0 1 0 0,7-17-28 0 0,0 0 1 0 0,1 1 0 0 0,1 0-1 0 0,20-28 1 0 0,55-57-232 0 0,-55 67 218 0 0,-5 6 21 0 0,-10 13 10 0 0,-1 0 0 0 0,0-1 0 0 0,-1-1-1 0 0,11-21 1 0 0,-22 30 5 0 0,-9 10-3 0 0,-9 10 4 0 0,7 2 57 0 0,0 0 0 0 0,1 0 0 0 0,1 1-1 0 0,1 0 1 0 0,0 0 0 0 0,1 1 0 0 0,0 0 0 0 0,1 0 0 0 0,1 1 0 0 0,1-1 0 0 0,0 1 0 0 0,1 0-1 0 0,1-1 1 0 0,1 1 0 0 0,0 0 0 0 0,1 0 0 0 0,4 21 0 0 0,-4-35-23 0 0,-1 1 0 0 0,1 0 0 0 0,0-1 0 0 0,1 1 0 0 0,-1 0 0 0 0,1-1 0 0 0,-1 0 1 0 0,1 1-1 0 0,0-1 0 0 0,0 0 0 0 0,0 0 0 0 0,1 0 0 0 0,-1 0 0 0 0,1 0 0 0 0,0-1 0 0 0,-1 1 0 0 0,1-1 0 0 0,5 3 0 0 0,-4-3-80 0 0,1 0 0 0 0,-1 0-1 0 0,0-1 1 0 0,1 1 0 0 0,0-1-1 0 0,-1 0 1 0 0,1-1-1 0 0,0 1 1 0 0,-1-1 0 0 0,1 0-1 0 0,0 0 1 0 0,-1 0 0 0 0,1-1-1 0 0,6-1 1 0 0,2-1-1134 0 0,-1 0 0 0 0,0 0 0 0 0,20-10 0 0 0,-26 11-153 0 0,-1-1-1 0 0,1-1 0 0 0,-1 1 0 0 0,0-1 0 0 0,7-7 0 0 0,2-4-4805 0 0</inkml:trace>
</inkml:ink>
</file>

<file path=ppt/ink/ink1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9:48.8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170 80 2524 0 0,'-2'0'344'0'0,"-113"-51"17736"0"0,71 27-15168 0 0,42 23-3075 0 0,-4-3-274 0 0</inkml:trace>
</inkml:ink>
</file>

<file path=ppt/ink/ink1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9:49.0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165 1 416 0 0,'-154'31'18192'0'0,"143"-25"-17194"0"0,11-6-979 0 0,0 1 0 0 0,0-1 0 0 0,0 0-1 0 0,0 1 1 0 0,1-1 0 0 0,-1 0 0 0 0,0 1 0 0 0,0-1 0 0 0,0 0 0 0 0,0 1 0 0 0,0-1 0 0 0,0 0-1 0 0,1 0 1 0 0,-1 1 0 0 0,0-1 0 0 0,0 0 0 0 0,0 0 0 0 0,0 1 0 0 0,1-1 0 0 0,-1 0 0 0 0,0 0 0 0 0,0 1-1 0 0,1-1 1 0 0,-1 0 0 0 0,0 0 0 0 0,1 0 0 0 0,-1 0 0 0 0,0 0 0 0 0,0 1 0 0 0,1-1 0 0 0,-1 0-1 0 0,0 0 1 0 0,1 0 0 0 0,-1 0 0 0 0,0 0 0 0 0,1 0 0 0 0,-1 0 0 0 0,0 0 0 0 0,1 0 0 0 0,0 0 0 0 0,31 7-839 0 0,65 6 1 0 0,-6-7-3610 0 0,-39-3-252 0 0,0 1-2547 0 0</inkml:trace>
</inkml:ink>
</file>

<file path=ppt/ink/ink1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9:49.4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190 54 1296 0 0,'-1'-7'1115'0'0,"-3"-23"11653"0"0,2 20-9829 0 0,0 3-1004 0 0,-7 32-1615 0 0,2 0-1 0 0,-8 40 1 0 0,1 1-79 0 0,-40 119 301 0 0,1-4-1050 0 0,25-60-6982 0 0</inkml:trace>
</inkml:ink>
</file>

<file path=ppt/ink/ink1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9:50.1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0 206 2636 0 0,'0'-2'187'0'0,"14"-69"7891"0"0,-11 59-6953 0 0,1 0 0 0 0,0 0 1 0 0,9-19-1 0 0,-10 27-1039 0 0,-1-1 1 0 0,1 1-1 0 0,-1 0 1 0 0,1 0-1 0 0,1 0 1 0 0,-1 0-1 0 0,0 1 1 0 0,1-1-1 0 0,0 1 1 0 0,0 0-1 0 0,0 0 1 0 0,0 0-1 0 0,0 0 1 0 0,1 1-1 0 0,-1 0 1 0 0,1 0-1 0 0,-1 0 1 0 0,1 0-1 0 0,0 1 1 0 0,0 0-1 0 0,0 0 1 0 0,0 0-1 0 0,-1 1 0 0 0,1-1 1 0 0,0 1-1 0 0,7 1 1 0 0,-6-1-71 0 0,0 1 0 0 0,0 0 0 0 0,0 0-1 0 0,0 0 1 0 0,0 1 0 0 0,-1 0 0 0 0,1 0 0 0 0,0 0 0 0 0,-1 1 0 0 0,0 0 0 0 0,0 0-1 0 0,0 0 1 0 0,0 1 0 0 0,5 4 0 0 0,-7-5-4 0 0,0 0 0 0 0,-1 0 0 0 0,1 0 0 0 0,-1 0 0 0 0,0 1 0 0 0,1-1 0 0 0,-2 1 0 0 0,1 0 0 0 0,0 0 0 0 0,-1-1 0 0 0,0 1 0 0 0,1 0 0 0 0,-2 0 0 0 0,1 0 0 0 0,0 1 0 0 0,-1-1 0 0 0,0 0 0 0 0,0 0 0 0 0,0 0 0 0 0,0 0 0 0 0,-2 5 0 0 0,0 0 0 0 0,0 0 0 0 0,-1-1-1 0 0,0 1 1 0 0,0-1 0 0 0,-1 1 0 0 0,-1-1-1 0 0,1 0 1 0 0,-1-1 0 0 0,0 1 0 0 0,-10 9 0 0 0,-5 5 471 0 0,-42 33 0 0 0,52-47-152 0 0,-6 2 949 0 0,12-10-631 0 0,10-4-547 0 0,-1 1-84 0 0,-1 0 0 0 0,1 0 0 0 0,0 1 0 0 0,0 0 0 0 0,0 0 0 0 0,0 1 1 0 0,0-1-1 0 0,0 1 0 0 0,0 0 0 0 0,8-1 0 0 0,-7 2-21 0 0,-1-1-1 0 0,1 1 1 0 0,0 0-1 0 0,0 0 1 0 0,0 0-1 0 0,0 1 1 0 0,0 0-1 0 0,0 0 1 0 0,-1 1-1 0 0,1 0 1 0 0,0 0 0 0 0,-1 0-1 0 0,1 0 1 0 0,-1 1-1 0 0,0 0 1 0 0,0 0-1 0 0,0 1 1 0 0,5 4-1 0 0,-7-6 4 0 0,5 4 128 0 0,-1 0 0 0 0,-1 1 1 0 0,1-1-1 0 0,-1 1 0 0 0,0 1 0 0 0,-1-1 1 0 0,0 1-1 0 0,0 0 0 0 0,-1 0 0 0 0,0 0 1 0 0,0 1-1 0 0,-1-1 0 0 0,0 1 0 0 0,0 0 1 0 0,-1 0-1 0 0,0 0 0 0 0,-1 0 0 0 0,0 0 0 0 0,0 1 1 0 0,-1-1-1 0 0,0 0 0 0 0,-1 0 0 0 0,0 1 1 0 0,0-1-1 0 0,-1 0 0 0 0,0 0 0 0 0,-1 0 1 0 0,0 0-1 0 0,0-1 0 0 0,-1 1 0 0 0,0-1 1 0 0,-1 0-1 0 0,0 0 0 0 0,0 0 0 0 0,0-1 0 0 0,-1 0 1 0 0,0 0-1 0 0,-9 8 0 0 0,10-12 11 0 0,0 1 0 0 0,0-1 1 0 0,0 0-1 0 0,-1 0 0 0 0,1 0 0 0 0,-1-1 0 0 0,0 0 0 0 0,0 0 1 0 0,0 0-1 0 0,0-1 0 0 0,0 0 0 0 0,0 0 0 0 0,0 0 0 0 0,-1-1 1 0 0,1 0-1 0 0,0 0 0 0 0,0-1 0 0 0,0 0 0 0 0,-9-2 0 0 0,0 0-87 0 0,-1-1 0 0 0,1-1 0 0 0,0-1-1 0 0,1 0 1 0 0,-1 0 0 0 0,-19-14 0 0 0,30 18-533 0 0,0 0-1 0 0,0-1 1 0 0,1 0 0 0 0,-1 0 0 0 0,0 0-1 0 0,1 0 1 0 0,0 0 0 0 0,0-1 0 0 0,0 0 0 0 0,0 1-1 0 0,-2-6 1 0 0,5 7-138 0 0,-1 0-1 0 0,1-1 1 0 0,0 1-1 0 0,0 0 1 0 0,1 0-1 0 0,-1-1 1 0 0,0 1-1 0 0,1 0 1 0 0,-1 0 0 0 0,1 0-1 0 0,0-1 1 0 0,0 1-1 0 0,0 0 1 0 0,0 0-1 0 0,0 0 1 0 0,0 0-1 0 0,0 1 1 0 0,2-3-1 0 0</inkml:trace>
</inkml:ink>
</file>

<file path=ppt/ink/ink1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9:51.4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76 78 164 0 0,'17'-38'7630'0'0,"-4"6"-2712"0"0,-10 24-3156 0 0,-6 16-1418 0 0,-1 13-264 0 0,-2 0-1 0 0,-15 36 1 0 0,8-24-67 0 0,9-21-148 0 0,-41 129 295 0 0,32-80-3270 0 0,13-46 674 0 0</inkml:trace>
</inkml:ink>
</file>

<file path=ppt/ink/ink1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9:51.8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262 81 1416 0 0,'4'-4'936'0'0,"-1"0"0"0"0,1-1 1 0 0,-1 1-1 0 0,1-1 0 0 0,-1 1 0 0 0,-1-1 0 0 0,1 0 0 0 0,-1 0 0 0 0,0 0 0 0 0,0-1 1 0 0,0 1-1 0 0,1-8 0 0 0,-3 13-894 0 0,0-1 0 0 0,-1 1 0 0 0,1-1 0 0 0,0 0-1 0 0,-1 1 1 0 0,1-1 0 0 0,0 1 0 0 0,-1-1 0 0 0,1 1 0 0 0,-1-1 0 0 0,1 1 0 0 0,-1-1 0 0 0,1 1 0 0 0,-1-1 0 0 0,1 1 0 0 0,-1 0-1 0 0,1-1 1 0 0,-1 1 0 0 0,0 0 0 0 0,1-1 0 0 0,-1 1 0 0 0,0 0 0 0 0,1 0 0 0 0,-1 0 0 0 0,0-1 0 0 0,1 1 0 0 0,-1 0 0 0 0,0 0-1 0 0,1 0 1 0 0,-1 0 0 0 0,0 0 0 0 0,1 0 0 0 0,-1 1 0 0 0,0-1 0 0 0,1 0 0 0 0,-1 0 0 0 0,-1 1 0 0 0,-10 3 13 0 0,1 0 0 0 0,-1 1 1 0 0,1 0-1 0 0,0 1 0 0 0,1 0 0 0 0,-1 1 1 0 0,1 0-1 0 0,0 1 0 0 0,1 0 1 0 0,0 0-1 0 0,0 1 0 0 0,1 0 1 0 0,0 0-1 0 0,-11 19 0 0 0,18-26-52 0 0,0-1 0 0 0,0 1 0 0 0,1 0 0 0 0,-1 0 0 0 0,0-1 0 0 0,1 1 1 0 0,0 0-1 0 0,-1 0 0 0 0,1 0 0 0 0,0 0 0 0 0,0 0 0 0 0,0 0 0 0 0,0-1 0 0 0,0 1 0 0 0,0 0 0 0 0,1 0 0 0 0,-1 0 0 0 0,1 0 0 0 0,-1 0 0 0 0,1-1 0 0 0,0 1 0 0 0,0 0 0 0 0,0-1 1 0 0,-1 1-1 0 0,2 0 0 0 0,-1-1 0 0 0,2 3 0 0 0,3 3-2 0 0,0-1 1 0 0,1 0 0 0 0,0 0-1 0 0,10 7 1 0 0,-13-10-3 0 0,15 10-55 0 0,-2 1 0 0 0,17 17 0 0 0,-29-26 245 0 0,0 0-1 0 0,-1 0 0 0 0,0 1 1 0 0,0-1-1 0 0,0 1 1 0 0,-1 0-1 0 0,0 1 1 0 0,0-1-1 0 0,0 0 1 0 0,2 12-1 0 0,-4-16-57 0 0,-1 1-1 0 0,0-1 1 0 0,0 0-1 0 0,1 0 1 0 0,-2 1-1 0 0,1-1 0 0 0,0 0 1 0 0,0 0-1 0 0,-1 0 1 0 0,1 1-1 0 0,-1-1 1 0 0,1 0-1 0 0,-1 0 1 0 0,0 0-1 0 0,0 0 0 0 0,0 0 1 0 0,0 0-1 0 0,-1 0 1 0 0,1 0-1 0 0,0 0 1 0 0,-1-1-1 0 0,1 1 1 0 0,-1-1-1 0 0,0 1 0 0 0,1-1 1 0 0,-1 1-1 0 0,0-1 1 0 0,0 0-1 0 0,0 0 1 0 0,0 0-1 0 0,0 0 1 0 0,0 0-1 0 0,-4 1 0 0 0,-3 1 83 0 0,1-1 0 0 0,-1 0-1 0 0,0 0 1 0 0,0-1 0 0 0,0 0 0 0 0,-15 0-1 0 0,17-2-354 0 0,-1 0 0 0 0,1 0 0 0 0,-1 0 0 0 0,0-1 0 0 0,1 0 0 0 0,0 0-1 0 0,0-1 1 0 0,-1 0 0 0 0,1 0 0 0 0,1-1 0 0 0,-1 0 0 0 0,1 0 0 0 0,-1 0 0 0 0,-9-11 0 0 0,-11-17-4195 0 0,8-7-3315 0 0,14 19 246 0 0</inkml:trace>
</inkml:ink>
</file>

<file path=ppt/ink/ink1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9:51.9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86 1880 0 0,'0'-12'2656'0'0,"0"2"1701"0"0,0-7-1273 0 0,0 3-1076 0 0,2 1-748 0 0,-1 2-512 0 0,-1 3-640 0 0</inkml:trace>
</inkml:ink>
</file>

<file path=ppt/ink/ink1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9:52.7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428 107 528 0 0,'13'-18'4003'0'0,"0"-1"-1"0"0,-2 1 1 0 0,11-24-1 0 0,-21 40-3604 0 0,-2 2-361 0 0,1-1 0 0 0,0 1 0 0 0,0-1 0 0 0,-1 1 0 0 0,1-1 0 0 0,-1 1 0 0 0,1-1 0 0 0,0 1 0 0 0,-1-1 0 0 0,1 1 0 0 0,-1 0 0 0 0,1-1 0 0 0,-1 1 0 0 0,1 0 0 0 0,-1-1 0 0 0,1 1 0 0 0,-1 0 0 0 0,1 0 0 0 0,-2-1 0 0 0,-17 5 58 0 0,1 1 0 0 0,-1 1 0 0 0,1 1 0 0 0,0 0 0 0 0,-27 17 1 0 0,12-8-39 0 0,-115 60 23 0 0,123-62-100 0 0,24-13 20 0 0,0-1 0 0 0,0 0 0 0 0,1 1-1 0 0,-1-1 1 0 0,0 1 0 0 0,0 0 0 0 0,1-1 0 0 0,-1 1-1 0 0,1 0 1 0 0,-1-1 0 0 0,0 1 0 0 0,1 0-1 0 0,-1 0 1 0 0,1-1 0 0 0,0 1 0 0 0,-1 0-1 0 0,1 0 1 0 0,0 0 0 0 0,-1 0 0 0 0,1-1 0 0 0,0 1-1 0 0,0 0 1 0 0,0 0 0 0 0,0 0 0 0 0,0 0-1 0 0,0 0 1 0 0,0 0 0 0 0,0 0 0 0 0,0 0-1 0 0,0-1 1 0 0,0 1 0 0 0,1 0 0 0 0,-1 0 0 0 0,0 0-1 0 0,1 0 1 0 0,-1 0 0 0 0,1 0 0 0 0,1 1-2 0 0,0 0 1 0 0,-1 0-1 0 0,1-1 0 0 0,1 1 1 0 0,-1-1-1 0 0,0 0 1 0 0,0 1-1 0 0,4 0 0 0 0,-3 0 1 0 0,42 25-5 0 0,-24-15-6 0 0,31 24 0 0 0,-46-32 11 0 0,-1 0 0 0 0,0 1 0 0 0,-1 0 0 0 0,1 0 0 0 0,-1 0 0 0 0,0 0 0 0 0,0 1 0 0 0,-1 0 0 0 0,0 0-1 0 0,4 9 1 0 0,-5-12 24 0 0,-1 1 1 0 0,-1-1-1 0 0,1 0 0 0 0,0 0 0 0 0,-1 1 0 0 0,0-1 0 0 0,0 0 1 0 0,0 0-1 0 0,0 1 0 0 0,0-1 0 0 0,-1 0 0 0 0,1 0 0 0 0,-1 1 0 0 0,0-1 1 0 0,-2 5-1 0 0,1-3 70 0 0,-1 0 1 0 0,0-1 0 0 0,0 1-1 0 0,0-1 1 0 0,0 0 0 0 0,-1 0-1 0 0,1 0 1 0 0,-1 0-1 0 0,-5 3 1 0 0,1-1 111 0 0,-1 0 0 0 0,-1 0 0 0 0,1-1 0 0 0,-1 0 0 0 0,0 0 0 0 0,0-1-1 0 0,0-1 1 0 0,-21 5 0 0 0,10-4 46 0 0,-1-2-1 0 0,1 0 1 0 0,-1-1-1 0 0,-34-3 0 0 0,54 2-230 0 0,-17-2-310 0 0,9 0-384 0 0</inkml:trace>
</inkml:ink>
</file>

<file path=ppt/ink/ink1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9:53.2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81 1836 0 0,'4'-6'1848'0'0,"0"1"0"0"0,0-1 1 0 0,0 0-1 0 0,3-7 0 0 0,6-8 1897 0 0,-3 9-1141 0 0,-11 18-2025 0 0,-4 7-390 0 0,2 1-8 0 0,-25 104 529 0 0,26-103-667 0 0,0-1 0 0 0,1 1 0 0 0,1 0 0 0 0,0 0 0 0 0,1 0 0 0 0,2 15 0 0 0,-2-27-26 0 0,-1 0-1 0 0,1-1 0 0 0,0 1 0 0 0,0 0 0 0 0,0-1 0 0 0,0 1 0 0 0,0-1 0 0 0,0 1 0 0 0,1-1 1 0 0,-1 0-1 0 0,1 0 0 0 0,0 1 0 0 0,0-1 0 0 0,0 0 0 0 0,0 0 0 0 0,0-1 0 0 0,0 1 0 0 0,5 3 1 0 0,-4-4-59 0 0,1 1 1 0 0,0-1 0 0 0,-1 0 0 0 0,1 0 0 0 0,0 0 0 0 0,0 0 0 0 0,0-1 0 0 0,0 0 0 0 0,0 1 0 0 0,0-2 0 0 0,7 0 0 0 0,1-1-183 0 0,-1 0 1 0 0,0-1-1 0 0,0 0 1 0 0,0-1 0 0 0,-1-1-1 0 0,1 0 1 0 0,-1 0-1 0 0,12-8 1 0 0,-10 3 88 0 0,1 0 0 0 0,-2 0 0 0 0,1-1 0 0 0,-2-1 0 0 0,1 0 0 0 0,-2 0 0 0 0,10-15 0 0 0,-3-1 868 0 0,0-1 1 0 0,15-42-1 0 0,-18 30 1209 0 0,-8 24-1134 0 0,-5 14-587 0 0,-2 6-174 0 0,-16 42 54 0 0,3 1 0 0 0,-11 52-1 0 0,23-85-81 0 0,-2 4 1 0 0,2 0 0 0 0,-3 26 0 0 0,6-38-246 0 0,0 0-1 0 0,0-1 0 0 0,0 1 1 0 0,0 0-1 0 0,1-1 0 0 0,-1 1 1 0 0,1-1-1 0 0,1 1 0 0 0,-1-1 1 0 0,0 1-1 0 0,1-1 0 0 0,0 0 1 0 0,0 1-1 0 0,4 5 0 0 0,-4-8-294 0 0,0 0-1 0 0,1 0 1 0 0,-1-1-1 0 0,0 1 0 0 0,0-1 1 0 0,1 1-1 0 0,-1-1 1 0 0,1 0-1 0 0,0 1 0 0 0,-1-1 1 0 0,1-1-1 0 0,0 1 1 0 0,-1 0-1 0 0,1-1 0 0 0,0 1 1 0 0,0-1-1 0 0,0 0 1 0 0,3 0-1 0 0,13 0-5472 0 0</inkml:trace>
</inkml:ink>
</file>

<file path=ppt/ink/ink1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9:53.4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275 116 836 0 0,'2'-15'4273'0'0,"-1"0"0"0"0,-2-28 0 0 0,-5 15-1469 0 0,5 27-2758 0 0,1 0 1 0 0,0 0 0 0 0,-1 0-1 0 0,1 1 1 0 0,-1-1-1 0 0,1 0 1 0 0,-1 0 0 0 0,0 1-1 0 0,1-1 1 0 0,-1 0 0 0 0,0 1-1 0 0,0-1 1 0 0,1 0-1 0 0,-1 1 1 0 0,0-1 0 0 0,0 1-1 0 0,0-1 1 0 0,0 1-1 0 0,0 0 1 0 0,0-1 0 0 0,0 1-1 0 0,1 0 1 0 0,-1 0-1 0 0,0 0 1 0 0,0 0 0 0 0,0 0-1 0 0,0 0 1 0 0,0 0-1 0 0,0 0 1 0 0,0 0 0 0 0,0 0-1 0 0,0 0 1 0 0,0 0-1 0 0,0 1 1 0 0,0-1 0 0 0,0 0-1 0 0,0 1 1 0 0,-1 0-1 0 0,-3 1 20 0 0,0 0-1 0 0,0 1 1 0 0,0 0-1 0 0,-9 6 1 0 0,-6 8 80 0 0,1 1 0 0 0,0 1 0 0 0,2 1 0 0 0,0 1 1 0 0,1 0-1 0 0,2 1 0 0 0,0 0 0 0 0,1 1 0 0 0,1 1 1 0 0,1 0-1 0 0,-11 39 0 0 0,19-55-115 0 0,1-1 0 0 0,1 1 0 0 0,-1 0 0 0 0,2 0 0 0 0,-1 0 0 0 0,1 0 0 0 0,1 15 0 0 0,-1-21-71 0 0,1 1-1 0 0,-1 0 1 0 0,1-1-1 0 0,0 1 1 0 0,0-1 0 0 0,0 1-1 0 0,0-1 1 0 0,0 1-1 0 0,1-1 1 0 0,-1 0 0 0 0,1 0-1 0 0,-1 0 1 0 0,1 1-1 0 0,0-2 1 0 0,0 1 0 0 0,0 0-1 0 0,0 0 1 0 0,0 0-1 0 0,0-1 1 0 0,0 0 0 0 0,1 1-1 0 0,-1-1 1 0 0,1 0-1 0 0,-1 0 1 0 0,1 0 0 0 0,3 1-1 0 0,1-1-426 0 0,1 1-1 0 0,-1-2 1 0 0,1 1-1 0 0,-1-1 1 0 0,1 0-1 0 0,-1 0 1 0 0,0-1-1 0 0,1 0 1 0 0,-1 0-1 0 0,8-3 1 0 0,0-1-939 0 0,-1 0-1 0 0,-1-1 1 0 0,1 0 0 0 0,13-9-1 0 0,6-8-3530 0 0</inkml:trace>
</inkml:ink>
</file>

<file path=ppt/ink/ink1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9:53.9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149 94 1784 0 0,'5'-16'1980'0'0,"-2"7"-673"0"0,0-1-1 0 0,-1 1 0 0 0,0 0 1 0 0,0-1-1 0 0,-1 1 0 0 0,0-12 1 0 0,-14 27-867 0 0,10-2-355 0 0,-1 0 0 0 0,1 1 0 0 0,0-1 0 0 0,0 1 0 0 0,0 0 0 0 0,1 0 0 0 0,-1 0 0 0 0,1 0 0 0 0,-2 9 1 0 0,1-6 87 0 0,-29 83 954 0 0,5 2 1 0 0,-29 174 0 0 0,52-251-938 0 0,4-14-112 0 0,-1 0 0 0 0,1 1 0 0 0,-1-1 0 0 0,1 0-1 0 0,0 1 1 0 0,-1-1 0 0 0,1 0 0 0 0,1 1 0 0 0,-1-1 0 0 0,1 4-1 0 0,17-22 79 0 0,9-18-150 0 0,2 2 0 0 0,0 0-1 0 0,67-52 1 0 0,-87 77-32 0 0,-1 0 0 0 0,1 1 0 0 0,0 0 0 0 0,0 1 0 0 0,0 0 0 0 0,1 0 0 0 0,0 1 0 0 0,0 0-1 0 0,11-3 1 0 0,-19 7 24 0 0,-1 0-1 0 0,1 0 0 0 0,0 0 0 0 0,-1 0 0 0 0,1 0 0 0 0,-1 0 1 0 0,1 0-1 0 0,-1 1 0 0 0,1-1 0 0 0,-1 1 0 0 0,1-1 0 0 0,-1 1 1 0 0,1-1-1 0 0,-1 1 0 0 0,0 0 0 0 0,1 0 0 0 0,-1-1 0 0 0,0 1 1 0 0,0 0-1 0 0,1 0 0 0 0,-1 0 0 0 0,0 1 0 0 0,0-1 0 0 0,0 0 1 0 0,0 0-1 0 0,-1 1 0 0 0,1-1 0 0 0,0 0 0 0 0,0 1 0 0 0,-1-1 1 0 0,1 1-1 0 0,-1-1 0 0 0,1 0 0 0 0,-1 1 0 0 0,1 2 0 0 0,1 5 73 0 0,-1 1 0 0 0,1-1-1 0 0,-2 0 1 0 0,1 12-1 0 0,-1-19-38 0 0,-12 160 1014 0 0,12-160-984 0 0,9 10 138 0 0,-6-11-404 0 0,0-1 0 0 0,0 0 0 0 0,1 0 1 0 0,-1 0-1 0 0,0 0 0 0 0,0-1 0 0 0,1 1 0 0 0,-1-1 0 0 0,0 0 1 0 0,0 0-1 0 0,0 0 0 0 0,5-3 0 0 0,2-1-2210 0 0,-1 0-1 0 0,-1 0 1 0 0,10-8-1 0 0,-1 1-3157 0 0</inkml:trace>
</inkml:ink>
</file>

<file path=ppt/ink/ink1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9:55.1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64 735 8 0 0,'-2'0'2454'0'0,"-6"2"-512"0"0,5-2-1671 0 0,1 0 0 0 0,0 1 0 0 0,-1-1 1 0 0,1 0-1 0 0,0 1 0 0 0,0 0 0 0 0,-1-1 0 0 0,1 1 0 0 0,0 0 1 0 0,0 0-1 0 0,0 0 0 0 0,0 0 0 0 0,0 1 0 0 0,0-1 1 0 0,0 1-1 0 0,1-1 0 0 0,-1 1 0 0 0,0-1 0 0 0,1 1 0 0 0,-1 0 1 0 0,1 0-1 0 0,0 0 0 0 0,-1 0 0 0 0,1 0 0 0 0,0 0 1 0 0,-1 4-1 0 0,1-3-79 0 0,1-1 0 0 0,-1 0 0 0 0,1 1 0 0 0,-1 0 0 0 0,1-1 0 0 0,0 1 0 0 0,0-1 0 0 0,0 1 0 0 0,1 3 0 0 0,-1-5-112 0 0,1 0-1 0 0,-1 0 1 0 0,1 0-1 0 0,-1 0 1 0 0,1 0-1 0 0,-1 0 1 0 0,1 0-1 0 0,0 0 1 0 0,-1 0-1 0 0,1 0 1 0 0,0-1-1 0 0,0 1 1 0 0,0 0-1 0 0,-1 0 1 0 0,1-1-1 0 0,0 1 1 0 0,0-1 0 0 0,0 1-1 0 0,0-1 1 0 0,0 1-1 0 0,0-1 1 0 0,0 1-1 0 0,0-1 1 0 0,1 0-1 0 0,-1 0 1 0 0,0 0-1 0 0,0 1 1 0 0,0-1-1 0 0,0 0 1 0 0,0 0-1 0 0,2-1 1 0 0,15 0 25 0 0,0-1 0 0 0,0 0 0 0 0,0-2 0 0 0,0 0 0 0 0,0-1 0 0 0,-1-1 0 0 0,1-1 0 0 0,-2 0 0 0 0,1-1 0 0 0,-1-1 0 0 0,0 0 0 0 0,-1-1 0 0 0,0-1 0 0 0,14-13 0 0 0,-4 2-91 0 0,-1-2-1 0 0,-1-1 1 0 0,-2 0-1 0 0,0-1 1 0 0,-1-2-1 0 0,30-57 1 0 0,-22 27-65 0 0,-3-2 1 0 0,-3 0-1 0 0,-2-2 1 0 0,23-123-1 0 0,-39 171 16 0 0,-3 12 18 0 0,0 0 1 0 0,-1 0 0 0 0,1 0-1 0 0,0-1 1 0 0,-1 1 0 0 0,0 0-1 0 0,1 0 1 0 0,-1 0 0 0 0,0-1-1 0 0,0 1 1 0 0,0 0-1 0 0,-1 0 1 0 0,1-1 0 0 0,0 1-1 0 0,-1-2 1 0 0,-11 16-25 0 0,-1 8 58 0 0,0 1 1 0 0,2 0-1 0 0,0 0 1 0 0,-14 44 0 0 0,16-42-4 0 0,-19 47 18 0 0,4 0 1 0 0,3 2 0 0 0,-16 95 0 0 0,35-155-16 0 0,1-1-1 0 0,0 1 1 0 0,0-1 0 0 0,2 1 0 0 0,-1 0 0 0 0,2-1-1 0 0,3 17 1 0 0,-4-25-12 0 0,0 1-1 0 0,0 0 0 0 0,1-1 1 0 0,0 1-1 0 0,0-1 1 0 0,0 1-1 0 0,0-1 0 0 0,0 0 1 0 0,0 0-1 0 0,1 0 1 0 0,0 0-1 0 0,0 0 0 0 0,-1-1 1 0 0,1 1-1 0 0,1-1 1 0 0,-1 0-1 0 0,0 0 0 0 0,1 0 1 0 0,-1 0-1 0 0,1-1 1 0 0,-1 1-1 0 0,1-1 0 0 0,0 0 1 0 0,-1 0-1 0 0,6 1 1 0 0,3-1-331 0 0,-1-1 0 0 0,0 0 0 0 0,1 0 0 0 0,-1-1 0 0 0,0 0 0 0 0,0-1 0 0 0,1 0 0 0 0,-1-1 0 0 0,-1-1 0 0 0,1 1 0 0 0,0-2 1 0 0,-1 1-1 0 0,0-1 0 0 0,13-9 0 0 0,1-2-570 0 0,-1-1 1 0 0,-1 0-1 0 0,0-2 0 0 0,28-32 1 0 0,-19 16 671 0 0,-2-2 1 0 0,-1-1-1 0 0,43-79 0 0 0,-52 78 1573 0 0,-2 0-1 0 0,-1-1 0 0 0,-2 0 1 0 0,12-62-1 0 0,-25 98-1280 0 0,1-20 966 0 0,-5 19-587 0 0,-7 9-367 0 0,5 1-46 0 0,0 1 1 0 0,0 0 0 0 0,0 0-1 0 0,1 0 1 0 0,0 0-1 0 0,0 0 1 0 0,1 1-1 0 0,0 0 1 0 0,-4 14 0 0 0,-2-1 25 0 0,-24 59 72 0 0,3 0 0 0 0,4 2-1 0 0,-31 164 1 0 0,49-184 452 0 0,8-58-442 0 0,2-4-132 0 0,0 1 0 0 0,1-1 0 0 0,-1 1-1 0 0,0-1 1 0 0,0 0 0 0 0,0 0 0 0 0,0 0-1 0 0,0 0 1 0 0,0 0 0 0 0,0 0-1 0 0,0 0 1 0 0,-1-1 0 0 0,1 1 0 0 0,2-3-1 0 0,25-29 26 0 0,-19 22-28 0 0,38-42 0 0 0,56-59-49 0 0,-81 90 6 0 0,1 0 0 0 0,45-30 0 0 0,-68 51 33 0 0,3-2-13 0 0,0 0 0 0 0,0 1 1 0 0,0-1-1 0 0,0 0 0 0 0,1 1 0 0 0,-1 0 1 0 0,0 0-1 0 0,1 1 0 0 0,0-1 0 0 0,-1 1 0 0 0,1 0 1 0 0,0 0-1 0 0,0 0 0 0 0,-1 1 0 0 0,8 0 1 0 0,-11 0 10 0 0,1 1-1 0 0,0 0 1 0 0,0 0 0 0 0,-1 0 0 0 0,1 0 0 0 0,0 0 0 0 0,-1 0 0 0 0,1 0 0 0 0,-1 0 0 0 0,1 0 0 0 0,-1 1 0 0 0,0-1 0 0 0,0 1 0 0 0,1-1-1 0 0,-1 1 1 0 0,0-1 0 0 0,0 1 0 0 0,-1 0 0 0 0,1 0 0 0 0,0-1 0 0 0,0 4 0 0 0,8 35-40 0 0,-8-16 72 0 0,-1 0-1 0 0,-2 0 1 0 0,0 0 0 0 0,-1 0 0 0 0,-10 35-1 0 0,-3 22 106 0 0,15-79-269 0 0,1 1 0 0 0,0-1 1 0 0,0 1-1 0 0,-1 0 0 0 0,2-1 0 0 0,-1 1 0 0 0,0-1 1 0 0,0 1-1 0 0,1 0 0 0 0,0-1 0 0 0,-1 1 1 0 0,1-1-1 0 0,0 0 0 0 0,0 1 0 0 0,0-1 0 0 0,1 0 1 0 0,-1 1-1 0 0,1-1 0 0 0,-1 0 0 0 0,4 3 1 0 0,-3-3-350 0 0,1 0 1 0 0,-1 0 0 0 0,1-1 0 0 0,0 1 0 0 0,-1-1 0 0 0,1 1 0 0 0,0-1 0 0 0,0 0 0 0 0,0 0 0 0 0,0-1 0 0 0,0 1-1 0 0,0 0 1 0 0,0-1 0 0 0,0 0 0 0 0,0 0 0 0 0,5 0 0 0 0,9-2-3437 0 0</inkml:trace>
</inkml:ink>
</file>

<file path=ppt/ink/ink1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9:55.9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247 498 1348 0 0,'10'-14'1973'0'0,"-1"2"-228"0"0,-1-1-1 0 0,1 0 1 0 0,-2-1 0 0 0,0 0 0 0 0,-1 0-1 0 0,7-21 1 0 0,-13 34-1715 0 0,1 0 0 0 0,-1 1 0 0 0,0-1-1 0 0,0 0 1 0 0,0 0 0 0 0,1 0 0 0 0,-1 1 0 0 0,0-1 0 0 0,0 0 0 0 0,0 0-1 0 0,0 0 1 0 0,0 1 0 0 0,0-1 0 0 0,-1 0 0 0 0,1 0 0 0 0,0 0-1 0 0,0 1 1 0 0,0-1 0 0 0,-1 0 0 0 0,1 0 0 0 0,-1 1 0 0 0,1-1 0 0 0,0 0-1 0 0,-1 1 1 0 0,1-1 0 0 0,-1 0 0 0 0,1 1 0 0 0,-1-1 0 0 0,0 1-1 0 0,1-1 1 0 0,-1 1 0 0 0,1-1 0 0 0,-1 1 0 0 0,0-1 0 0 0,0 1 0 0 0,1 0-1 0 0,-1-1 1 0 0,0 1 0 0 0,0 0 0 0 0,1-1 0 0 0,-1 1 0 0 0,0 0-1 0 0,0 0 1 0 0,0 0 0 0 0,1 0 0 0 0,-1 0 0 0 0,0 0 0 0 0,0 0-1 0 0,0 0 1 0 0,1 0 0 0 0,-2 1 0 0 0,-3-1-2 0 0,0 1-1 0 0,0 0 1 0 0,0 1-1 0 0,1-1 1 0 0,-1 1-1 0 0,-6 3 1 0 0,-6 6-3 0 0,0 0 1 0 0,1 1 0 0 0,0 1-1 0 0,1 1 1 0 0,1 0-1 0 0,-17 20 1 0 0,10-7-1 0 0,1 2 1 0 0,-30 54-1 0 0,43-68 2 0 0,0 0-1 0 0,-8 28 1 0 0,13-37-28 0 0,0 1 1 0 0,1 0-1 0 0,0 0 0 0 0,0 0 1 0 0,0 0-1 0 0,1 0 1 0 0,1 0-1 0 0,-1 0 0 0 0,2 7 1 0 0,-1-12-49 0 0,-1 0 1 0 0,1-1-1 0 0,-1 1 0 0 0,1-1 1 0 0,0 1-1 0 0,-1-1 1 0 0,1 1-1 0 0,0-1 1 0 0,0 1-1 0 0,0-1 1 0 0,0 0-1 0 0,1 0 1 0 0,-1 0-1 0 0,0 1 1 0 0,0-1-1 0 0,1 0 0 0 0,-1 0 1 0 0,1-1-1 0 0,-1 1 1 0 0,1 0-1 0 0,-1 0 1 0 0,1-1-1 0 0,-1 1 1 0 0,1-1-1 0 0,0 1 1 0 0,-1-1-1 0 0,3 0 1 0 0,0 1-127 0 0,0-1 0 0 0,0 0-1 0 0,0 0 1 0 0,0 0 0 0 0,0-1 0 0 0,0 0 0 0 0,0 1 0 0 0,0-1 0 0 0,-1-1 0 0 0,8-2 0 0 0,2-3-51 0 0,-1 0 0 0 0,0-1 0 0 0,0-1 0 0 0,-1 0 0 0 0,0 0 0 0 0,0-1 0 0 0,-1-1 0 0 0,0 1 0 0 0,15-25 0 0 0,2-8 1181 0 0,32-68 1 0 0,-44 81 156 0 0,1-4-61 0 0,-15 32-773 0 0,-3 4-249 0 0,0 1-1 0 0,0-1 1 0 0,1 1 0 0 0,-1-1 0 0 0,0 1-1 0 0,1-1 1 0 0,-1 1 0 0 0,1 0 0 0 0,0 0-1 0 0,-1 6 1 0 0,-1-1 75 0 0,-38 100 526 0 0,36-92-547 0 0,1 0 0 0 0,1 1 0 0 0,0-1 0 0 0,-1 31 0 0 0,4-45-96 0 0,0 0 0 0 0,0 1 0 0 0,0-1-1 0 0,0 0 1 0 0,0 0 0 0 0,0 0 0 0 0,1 0 0 0 0,-1 1-1 0 0,1-1 1 0 0,0 0 0 0 0,0 0 0 0 0,0 0 0 0 0,0 0-1 0 0,0 0 1 0 0,0 0 0 0 0,0 0 0 0 0,0-1-1 0 0,1 1 1 0 0,-1 0 0 0 0,1-1 0 0 0,-1 1 0 0 0,1-1-1 0 0,0 1 1 0 0,0-1 0 0 0,-1 0 0 0 0,1 0 0 0 0,0 0-1 0 0,0 0 1 0 0,0 0 0 0 0,0 0 0 0 0,1 0 0 0 0,-1-1-1 0 0,0 1 1 0 0,0-1 0 0 0,0 0 0 0 0,0 1-1 0 0,1-1 1 0 0,-1 0 0 0 0,0 0 0 0 0,5-1 0 0 0,2 0-364 0 0,0 0 0 0 0,0-1 0 0 0,0 0 0 0 0,-1-1 1 0 0,1 0-1 0 0,0 0 0 0 0,-1-1 0 0 0,15-8 0 0 0,-1-4-244 0 0,0-1 0 0 0,-1 0 0 0 0,0-2 0 0 0,-2-1 0 0 0,0 0-1 0 0,27-40 1 0 0,-3-4 259 0 0,38-79 0 0 0,-56 95 1614 0 0,35-102-1 0 0,-48 110 1326 0 0,10-58 0 0 0,-22 98-2538 0 0,0-1 1 0 0,1 0 0 0 0,-1 1 0 0 0,0-1-1 0 0,0 1 1 0 0,0-1 0 0 0,0 0 0 0 0,0 1-1 0 0,0-1 1 0 0,0 0 0 0 0,0 1 0 0 0,0-1-1 0 0,0 0 1 0 0,0 1 0 0 0,-1-1 0 0 0,1 0-1 0 0,0 1 1 0 0,0-1 0 0 0,-1 1 0 0 0,1-1-1 0 0,-1 0 1 0 0,1 1-29 0 0,-1 0 0 0 0,1-1-1 0 0,0 1 1 0 0,-1 0-1 0 0,1 0 1 0 0,-1 0 0 0 0,1 0-1 0 0,-1 0 1 0 0,1 0 0 0 0,0 1-1 0 0,-1-1 1 0 0,1 0-1 0 0,-1 0 1 0 0,1 0 0 0 0,-1 0-1 0 0,1 0 1 0 0,0 1-1 0 0,-1-1 1 0 0,1 0 0 0 0,0 0-1 0 0,-1 1 1 0 0,0-1 0 0 0,-19 21 398 0 0,2 8 259 0 0,2 1 0 0 0,1 1 1 0 0,1 0-1 0 0,2 1 1 0 0,-10 40-1 0 0,-29 169 1889 0 0,51-239-2543 0 0,-7 31 280 0 0,2 1 0 0 0,1 0 0 0 0,2 0 0 0 0,2 47-1 0 0,1-78-268 0 0,-1 0-1 0 0,0 0 0 0 0,1 0 1 0 0,-1-1-1 0 0,1 1 0 0 0,0 0 1 0 0,0-1-1 0 0,0 1 0 0 0,0-1 1 0 0,1 1-1 0 0,-1-1 0 0 0,1 1 0 0 0,-1-1 1 0 0,1 0-1 0 0,0 0 0 0 0,0 0 1 0 0,0 0-1 0 0,0 0 0 0 0,4 3 1 0 0,-2-3-116 0 0,0 0 1 0 0,0-1-1 0 0,0 1 0 0 0,0-1 1 0 0,0 0-1 0 0,0 0 1 0 0,0 0-1 0 0,0-1 1 0 0,1 1-1 0 0,-1-1 1 0 0,8-1-1 0 0,2 0-702 0 0,0-2 1 0 0,0 0-1 0 0,0 0 0 0 0,0-1 0 0 0,-1-1 0 0 0,23-11 0 0 0,-17 5-1729 0 0,0-1 0 0 0,-1-1 0 0 0,26-23 0 0 0,-10 4-4946 0 0</inkml:trace>
</inkml:ink>
</file>

<file path=ppt/ink/ink1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9:56.1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79 33 2524 0 0,'-23'-5'3965'0'0,"-32"-9"7912"0"0,64 13-11713 0 0,1 0-1 0 0,-1 1 1 0 0,1 0-1 0 0,-1 0 1 0 0,11 2-1 0 0,15 0-14 0 0,30 0-58 0 0,23-1-1832 0 0,-68-1-287 0 0,1-2 0 0 0,23-4 0 0 0,-26 1-1822 0 0,-3 0-1658 0 0</inkml:trace>
</inkml:ink>
</file>

<file path=ppt/ink/ink1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9:56.3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112 0 4344 0 0,'-18'4'1885'0'0,"-2"1"1914"0"0,0-1 0 0 0,-34 2 0 0 0,103 1-2415 0 0,84-5-3707 0 0,-45-3-4772 0 0,-41 0-93 0 0</inkml:trace>
</inkml:ink>
</file>

<file path=ppt/ink/ink1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9:57.1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79 596 1992 0 0,'-5'3'772'0'0,"0"1"-1"0"0,-1-1 0 0 0,1 1 1 0 0,1 0-1 0 0,-1 0 0 0 0,0 0 1 0 0,1 1-1 0 0,-7 9 0 0 0,4-2 258 0 0,1 0 0 0 0,-10 24 0 0 0,16-24 2497 0 0,5-16-3206 0 0,-4 3-504 0 0,10-9 350 0 0,-1-1 0 0 0,0-1 0 0 0,-1 0-1 0 0,14-23 1 0 0,-8 11-89 0 0,99-154 81 0 0,84-116-136 0 0,-178 268-42 0 0,-12 13-19 0 0,2 1 0 0 0,-1-1 0 0 0,2 2 0 0 0,-1-1 0 0 0,2 1 0 0 0,-1 1 0 0 0,15-10 0 0 0,-25 20 36 0 0,1-1 0 0 0,-1 1 0 0 0,0-1 0 0 0,0 1-1 0 0,1 0 1 0 0,-1-1 0 0 0,0 1 0 0 0,0 0 0 0 0,1 0 0 0 0,-1 0 0 0 0,0 0 0 0 0,1 0 0 0 0,-1 0 0 0 0,0 0 0 0 0,1 1-1 0 0,-1-1 1 0 0,0 0 0 0 0,0 1 0 0 0,1-1 0 0 0,-1 1 0 0 0,0-1 0 0 0,0 1 0 0 0,0 0 0 0 0,0-1 0 0 0,0 1 0 0 0,2 1 0 0 0,-1 0 1 0 0,1 1 0 0 0,-1-1 0 0 0,0 0 0 0 0,0 1 0 0 0,0-1 0 0 0,0 1 0 0 0,0 0 0 0 0,-1-1 0 0 0,3 6 0 0 0,0 6 30 0 0,-1 0 0 0 0,0 0 0 0 0,0 1 1 0 0,-1-1-1 0 0,-1 1 0 0 0,-1-1 0 0 0,-2 28 0 0 0,-22 103 338 0 0,20-126-335 0 0,-18 77 159 0 0,-13 79 226 0 0,32-141-118 0 0,4-30-379 0 0,2-21-449 0 0,-2 6 341 0 0,-1-1 1 0 0,0 0-1 0 0,0 1 0 0 0,-1-1 1 0 0,-1 1-1 0 0,0-1 0 0 0,-1 1 1 0 0,0 0-1 0 0,0-1 0 0 0,-1 2 1 0 0,-1-1-1 0 0,-7-12 0 0 0,7 13 165 0 0,0 0 0 0 0,-1 1-1 0 0,-1 0 1 0 0,1 1 0 0 0,-2-1-1 0 0,1 1 1 0 0,-1 1 0 0 0,0-1-1 0 0,-1 1 1 0 0,1 1 0 0 0,-1 0-1 0 0,-20-11 1 0 0,19 14 18 0 0,-1 0 0 0 0,1 0 0 0 0,-1 1 0 0 0,1 1 1 0 0,-1 0-1 0 0,0 0 0 0 0,0 1 0 0 0,1 0 0 0 0,-1 1 0 0 0,0 0 0 0 0,0 0 0 0 0,1 1 0 0 0,-1 1 1 0 0,1 0-1 0 0,0 1 0 0 0,0-1 0 0 0,0 2 0 0 0,0 0 0 0 0,1 0 0 0 0,-1 0 0 0 0,1 1 0 0 0,1 1 1 0 0,-11 9-1 0 0,18-15 11 0 0,-1 0 1 0 0,1 0 0 0 0,0 0 0 0 0,0 0-1 0 0,0 0 1 0 0,0 0 0 0 0,0 0 0 0 0,0 1-1 0 0,1-1 1 0 0,-1 0 0 0 0,0 1 0 0 0,1-1-1 0 0,-1 1 1 0 0,0-1 0 0 0,1 1 0 0 0,0-1-1 0 0,-1 1 1 0 0,1-1 0 0 0,0 1 0 0 0,0-1 0 0 0,0 4-1 0 0,0-4 2 0 0,1 0-1 0 0,0 0 0 0 0,-1 0 1 0 0,1 1-1 0 0,0-1 1 0 0,0 0-1 0 0,0 0 1 0 0,0 0-1 0 0,0 0 0 0 0,0 0 1 0 0,0-1-1 0 0,0 1 1 0 0,0 0-1 0 0,0 0 0 0 0,1-1 1 0 0,-1 1-1 0 0,0 0 1 0 0,0-1-1 0 0,2 1 0 0 0,7 2 4 0 0,0-1-1 0 0,0 0 0 0 0,0-1 1 0 0,0 0-1 0 0,13 0 0 0 0,179-12-3443 0 0,-69-9-1875 0 0,-80 9 1807 0 0</inkml:trace>
</inkml:ink>
</file>

<file path=ppt/ink/ink1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9:57.4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143 57 668 0 0,'48'-53'11358'0'0,"-47"52"-10960"0"0,3-1 544 0 0,-5 8-151 0 0,-49 112 3064 0 0,10-28-2917 0 0,27-56-1434 0 0,-46 125 2445 0 0,41-104-4313 0 0,3 0-3972 0 0</inkml:trace>
</inkml:ink>
</file>

<file path=ppt/ink/ink1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9: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1 136 1700 0 0,'6'-13'2110'0'0,"1"0"1"0"0,16-23-1 0 0,-17 28-1665 0 0,-1 1 1 0 0,2 0-1 0 0,-1 1 0 0 0,1 0 1 0 0,11-8-1 0 0,-13 10-392 0 0,0 1-1 0 0,0 0 1 0 0,1 0-1 0 0,-1 1 1 0 0,1 0-1 0 0,-1 0 0 0 0,1 0 1 0 0,0 1-1 0 0,0-1 1 0 0,0 1-1 0 0,0 1 1 0 0,0-1-1 0 0,0 1 1 0 0,0 0-1 0 0,0 1 0 0 0,0-1 1 0 0,0 1-1 0 0,0 0 1 0 0,0 1-1 0 0,0 0 1 0 0,6 2-1 0 0,-7-2-30 0 0,0 0 1 0 0,0 0-1 0 0,-1 0 0 0 0,1 1 0 0 0,-1 0 1 0 0,1 0-1 0 0,-1 0 0 0 0,0 0 0 0 0,0 1 1 0 0,-1 0-1 0 0,1 0 0 0 0,-1 0 0 0 0,0 0 1 0 0,0 0-1 0 0,0 1 0 0 0,0-1 0 0 0,-1 1 1 0 0,1 0-1 0 0,-1-1 0 0 0,-1 1 1 0 0,1 0-1 0 0,1 6 0 0 0,-2-2 29 0 0,0-1 0 0 0,-1 0 0 0 0,1 0-1 0 0,-2 0 1 0 0,1 1 0 0 0,-1-1 0 0 0,0 0 0 0 0,-1 0-1 0 0,0 0 1 0 0,0 0 0 0 0,-1 0 0 0 0,0 0 0 0 0,-5 10 0 0 0,-5 2 574 0 0,0 0 0 0 0,0-1 1 0 0,-2 0-1 0 0,-30 29 0 0 0,44-47-271 0 0,-4 3 683 0 0,11-6-854 0 0,-4 2-166 0 0,1 0-9 0 0,0 0-16 0 0,1 0 0 0 0,-1 0 0 0 0,1 0 1 0 0,0 1-1 0 0,-1-1 0 0 0,1 1 1 0 0,-1 0-1 0 0,1 0 0 0 0,-1 0 0 0 0,0 1 1 0 0,1-1-1 0 0,-1 1 0 0 0,0 0 0 0 0,0 0 1 0 0,0 0-1 0 0,0 0 0 0 0,3 4 1 0 0,-2-3 2 0 0,3 4 23 0 0,1 1 0 0 0,-1-1 0 0 0,-1 1 0 0 0,1 1 0 0 0,-2-1-1 0 0,1 1 1 0 0,-1 0 0 0 0,0 1 0 0 0,-1-1 0 0 0,0 1 0 0 0,0 0 0 0 0,3 19 0 0 0,-6-25 110 0 0,0 0 0 0 0,0 1-1 0 0,-1-1 1 0 0,1 1 0 0 0,-1-1-1 0 0,0 1 1 0 0,-1-1-1 0 0,1 1 1 0 0,-1-1 0 0 0,0 0-1 0 0,0 1 1 0 0,0-1 0 0 0,0 0-1 0 0,-1 1 1 0 0,0-1 0 0 0,0 0-1 0 0,0 0 1 0 0,0-1-1 0 0,-1 1 1 0 0,0 0 0 0 0,1-1-1 0 0,-1 1 1 0 0,0-1 0 0 0,-1 0-1 0 0,1 0 1 0 0,0 0 0 0 0,-1-1-1 0 0,0 1 1 0 0,0-1-1 0 0,0 0 1 0 0,0 0 0 0 0,-4 2-1 0 0,-5 1 106 0 0,0-1-1 0 0,-1 0 0 0 0,1-1 1 0 0,-1-1-1 0 0,1 0 0 0 0,-1-1 1 0 0,0 0-1 0 0,0-1 1 0 0,-20-2-1 0 0,26 1-333 0 0,-1 0 0 0 0,1-1 0 0 0,-1 0 0 0 0,-13-5 0 0 0,22 7 32 0 0,0 0 1 0 0,0 0-1 0 0,-1-1 1 0 0,1 1 0 0 0,0 0-1 0 0,0-1 1 0 0,-1 1 0 0 0,1 0-1 0 0,0-1 1 0 0,0 1-1 0 0,0 0 1 0 0,-1-1 0 0 0,1 1-1 0 0,0 0 1 0 0,0-1 0 0 0,0 1-1 0 0,0-1 1 0 0,0 1-1 0 0,0 0 1 0 0,0-1 0 0 0,0 1-1 0 0,0-1 1 0 0,0 1 0 0 0,0 0-1 0 0,0-1 1 0 0,0 1 0 0 0,0-1-1 0 0,0 1 1 0 0,1 0-1 0 0,-1-1 1 0 0,5-10-1017 0 0,-5 11 1075 0 0,5-6-844 0 0,0-1-1 0 0,1 1 0 0 0,0 0 0 0 0,1 1 1 0 0,-1 0-1 0 0,1 0 0 0 0,0 0 1 0 0,0 1-1 0 0,14-7 0 0 0,1-1-2936 0 0,4-5-2178 0 0</inkml:trace>
</inkml:ink>
</file>

<file path=ppt/ink/ink1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9:58.1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12 512 0 0,'10'-6'12173'0'0,"11"0"-8377"0"0,18 9-3435 0 0,-11 0-1392 0 0,-4 0-315 0 0,15 5-5990 0 0</inkml:trace>
</inkml:ink>
</file>

<file path=ppt/ink/ink1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9:58.3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102 1 1760 0 0,'-12'6'1617'0'0,"-12"8"4245"0"0,-42 28 784 0 0,67-41-6628 0 0,-1-1-1 0 0,1 1 1 0 0,-1-1 0 0 0,1 1-1 0 0,-1-1 1 0 0,0 1-1 0 0,1-1 1 0 0,0 0-1 0 0,-1 1 1 0 0,1-1-1 0 0,-1 0 1 0 0,1 1-1 0 0,-1-1 1 0 0,1 0-1 0 0,0 0 1 0 0,-1 0-1 0 0,1 1 1 0 0,-1-1-1 0 0,1 0 1 0 0,0 0-1 0 0,-1 0 1 0 0,1 0-1 0 0,0 0 1 0 0,-1 0 0 0 0,1 0-1 0 0,-1-1 1 0 0,2 1-1 0 0,17-2 97 0 0,-19 2-110 0 0,129-21-2703 0 0,-44 5-3863 0 0,-51 9 1733 0 0</inkml:trace>
</inkml:ink>
</file>

<file path=ppt/ink/ink1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9:58.6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157 50 488 0 0,'28'-44'16383'0'0,"-28"44"-16306"0"0,0 0 1 0 0,0 0-1 0 0,0-1 0 0 0,0 1 1 0 0,0 0-1 0 0,0 0 1 0 0,0-1-1 0 0,0 1 0 0 0,1 0 1 0 0,-1 0-1 0 0,0 0 0 0 0,0-1 1 0 0,0 1-1 0 0,0 0 1 0 0,0 0-1 0 0,0-1 0 0 0,0 1 1 0 0,1-1 309 0 0,-1 1-310 0 0,1 0 0 0 0,-1 0 1 0 0,0 0-1 0 0,0 0 1 0 0,0 0-1 0 0,1-1 0 0 0,-1 1 1 0 0,0 0-1 0 0,1 5-30 0 0,-1 0 0 0 0,0 0 0 0 0,0 0 0 0 0,0-1 0 0 0,0 1 0 0 0,-1 0 0 0 0,0 0 0 0 0,-2 7 0 0 0,-17 45 84 0 0,14-40-71 0 0,-69 172 644 0 0,36-97-1250 0 0,3 2-3409 0 0,27-73-3982 0 0</inkml:trace>
</inkml:ink>
</file>

<file path=ppt/ink/ink1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9:59.2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1 175 348 0 0,'5'-16'2233'0'0,"2"0"-1"0"0,0 0 1 0 0,1 1 0 0 0,11-19 0 0 0,-15 29-2044 0 0,1-1 1 0 0,0 1 0 0 0,-1 0 0 0 0,2 0-1 0 0,-1 0 1 0 0,1 1 0 0 0,-1-1 0 0 0,1 1-1 0 0,0 1 1 0 0,1-1 0 0 0,-1 1-1 0 0,0 0 1 0 0,9-2 0 0 0,0 1-100 0 0,-1 0 0 0 0,1 1 0 0 0,0 1-1 0 0,0 1 1 0 0,0 0 0 0 0,0 0 0 0 0,0 2 0 0 0,22 2 0 0 0,-30-1-79 0 0,0-1 0 0 0,1 1-1 0 0,-1 0 1 0 0,0 1 0 0 0,0 0 0 0 0,0 0 0 0 0,0 1 0 0 0,7 4 0 0 0,-10-5-9 0 0,0 1 1 0 0,0-1-1 0 0,-1 0 1 0 0,1 1-1 0 0,-1 0 1 0 0,0 0 0 0 0,0 0-1 0 0,0 0 1 0 0,-1 0-1 0 0,1 0 1 0 0,-1 1 0 0 0,0-1-1 0 0,2 8 1 0 0,-3-6 12 0 0,0 0-1 0 0,-1 0 1 0 0,1 1 0 0 0,-1-1 0 0 0,0 0 0 0 0,-1 0-1 0 0,0 0 1 0 0,0 0 0 0 0,0 0 0 0 0,-1 0 0 0 0,1-1 0 0 0,-1 1-1 0 0,-1 0 1 0 0,1-1 0 0 0,-1 1 0 0 0,0-1 0 0 0,-6 8 0 0 0,-2 3 33 0 0,-1-1 0 0 0,-1 0 0 0 0,0-1 1 0 0,-19 16-1 0 0,10-11 820 0 0,-46 28-1 0 0,67-46-438 0 0,-4 1-229 0 0,5-2-193 0 0,0 0-1 0 0,0 0 1 0 0,0 0 0 0 0,0 0-1 0 0,0 0 1 0 0,0 0 0 0 0,0 1-1 0 0,0-1 1 0 0,0 0 0 0 0,0 0-1 0 0,0 0 1 0 0,0 0 0 0 0,0 0-1 0 0,0 0 1 0 0,1 0 0 0 0,-1 0-1 0 0,0 0 1 0 0,0 0 0 0 0,0 0-1 0 0,0 0 1 0 0,0 0 0 0 0,0 0-1 0 0,0 0 1 0 0,0 1 0 0 0,-1-1-1 0 0,1 0 1 0 0,0 0 0 0 0,0 0-1 0 0,0 0 1 0 0,0 0 0 0 0,0 0-1 0 0,0 0 1 0 0,0 0 0 0 0,0 0-1 0 0,0 0 1 0 0,0 0 0 0 0,0 0-1 0 0,0 0 1 0 0,0 0 0 0 0,0 0-1 0 0,0 0 1 0 0,0 0 0 0 0,0 1-1 0 0,0-1 1 0 0,0 0 0 0 0,0 0-1 0 0,0 0 1 0 0,0 0 0 0 0,-1 0-1 0 0,1 0 1 0 0,0 0 0 0 0,10 0-18 0 0,-1 1 0 0 0,1 1 0 0 0,-1-1 1 0 0,0 2-1 0 0,1-1 0 0 0,-1 1 0 0 0,0 0 0 0 0,-1 1 1 0 0,1 0-1 0 0,-1 1 0 0 0,1 0 0 0 0,14 11 0 0 0,-17-10 11 0 0,1-1 0 0 0,-1 1-1 0 0,0 0 1 0 0,0 1 0 0 0,-1-1-1 0 0,1 1 1 0 0,-2 0 0 0 0,1 1-1 0 0,-1-1 1 0 0,0 1 0 0 0,0 0-1 0 0,-1 0 1 0 0,0 0 0 0 0,3 17-1 0 0,-5-21 121 0 0,0 0-1 0 0,-1 0 0 0 0,0 0 0 0 0,0 0 1 0 0,0 0-1 0 0,0 0 0 0 0,0 0 0 0 0,-1 0 1 0 0,0-1-1 0 0,0 1 0 0 0,0 0 0 0 0,0 0 1 0 0,-1 0-1 0 0,1-1 0 0 0,-1 1 0 0 0,0 0 1 0 0,0-1-1 0 0,-3 4 0 0 0,1-3 20 0 0,0-1-1 0 0,0 1 0 0 0,0-1 1 0 0,0 0-1 0 0,0 0 1 0 0,-1 0-1 0 0,1-1 1 0 0,-1 1-1 0 0,0-1 1 0 0,0 0-1 0 0,0-1 1 0 0,-6 2-1 0 0,-5 0 23 0 0,0 0 0 0 0,0-2 1 0 0,0 0-1 0 0,0-1 0 0 0,0 0 0 0 0,0-2 0 0 0,0 0 0 0 0,-16-4 0 0 0,24 4-241 0 0,0 1-1 0 0,1-2 0 0 0,0 1 1 0 0,0-1-1 0 0,0 0 1 0 0,-9-6-1 0 0,15 8-108 0 0,0 1 0 0 0,-1-1 0 0 0,1 0 0 0 0,0 0-1 0 0,0-1 1 0 0,0 1 0 0 0,0 0 0 0 0,0 0 0 0 0,0 0-1 0 0,0-1 1 0 0,0 1 0 0 0,0-1 0 0 0,0 1 0 0 0,1-1 0 0 0,-1 1-1 0 0,1-1 1 0 0,-1 1 0 0 0,1-1 0 0 0,-1 1 0 0 0,1-1 0 0 0,0 1-1 0 0,0-1 1 0 0,0 0 0 0 0,0 1 0 0 0,0-1 0 0 0,0 1 0 0 0,0-1-1 0 0,1 0 1 0 0,-1 1 0 0 0,0-1 0 0 0,1 1 0 0 0,0-1 0 0 0,-1 1-1 0 0,1-1 1 0 0,0 1 0 0 0,1-3 0 0 0,4-6-2531 0 0,1 0 1 0 0,16-17-1 0 0,-6 9-2854 0 0</inkml:trace>
</inkml:ink>
</file>

<file path=ppt/ink/ink1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49:59.8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227 174 2720 0 0,'5'-5'2820'0'0,"18"-22"8070"0"0,-24 34-10581 0 0,0 0-1 0 0,-1 0 0 0 0,1-1 1 0 0,-1 1-1 0 0,0 0 0 0 0,-1-1 1 0 0,-3 9-1 0 0,-6 12 390 0 0,-113 272 2555 0 0,69-176-2763 0 0,27-63 412 0 0,28-58-732 0 0,1-2-155 0 0,-1 1 0 0 0,1-1 0 0 0,0 0 1 0 0,0 1-1 0 0,-1-1 0 0 0,1 0 0 0 0,0 0 0 0 0,-1 1 0 0 0,1-1 0 0 0,-1 0 0 0 0,1 0 0 0 0,0 1 0 0 0,-1-1 0 0 0,1 0 1 0 0,-1 0-1 0 0,1 0 0 0 0,0 0 0 0 0,-1 0 0 0 0,1 0 0 0 0,-1 0 0 0 0,1 0 0 0 0,-1 0 0 0 0,1 0 0 0 0,-2-4-60 0 0,1-1 0 0 0,1 0 0 0 0,-1 0 1 0 0,1 1-1 0 0,-1-1 0 0 0,2 0 0 0 0,-1 0 0 0 0,0 0 0 0 0,2-6 0 0 0,13-49-650 0 0,-11 48 590 0 0,21-62-323 0 0,4 1 1 0 0,2 1 0 0 0,4 2-1 0 0,50-77 1 0 0,-57 106 280 0 0,53-65-1 0 0,-80 105 140 0 0,-1 1-1 0 0,1-1 1 0 0,-1 0-1 0 0,1 1 0 0 0,-1-1 1 0 0,1 1-1 0 0,0-1 1 0 0,-1 0-1 0 0,1 1 0 0 0,0-1 1 0 0,-1 1-1 0 0,1 0 1 0 0,0-1-1 0 0,0 1 0 0 0,-1 0 1 0 0,1-1-1 0 0,0 1 1 0 0,0 0-1 0 0,0 0 1 0 0,-1-1-1 0 0,1 1 0 0 0,0 0 1 0 0,0 0-1 0 0,0 0 1 0 0,0 0-1 0 0,0 0 0 0 0,1 1 1 0 0,-1 0 3 0 0,1-1-1 0 0,-1 1 1 0 0,0 0 0 0 0,0 0-1 0 0,0 0 1 0 0,0 0 0 0 0,0 1 0 0 0,0-1-1 0 0,0 0 1 0 0,0 0 0 0 0,-1 0 0 0 0,1 1-1 0 0,0-1 1 0 0,0 3 0 0 0,2 3 9 0 0,-1 0 1 0 0,0 0-1 0 0,-1 1 1 0 0,1-1 0 0 0,0 14-1 0 0,-2-10 5 0 0,0 71 693 0 0,-19 157 0 0 0,-8-54 17 0 0,25-176-594 0 0,2-6-86 0 0,-1-1 1 0 0,0 1-1 0 0,1-1 1 0 0,0 1 0 0 0,0 0-1 0 0,0-1 1 0 0,0 1-1 0 0,0-1 1 0 0,0 1-1 0 0,1 0 1 0 0,-1-1-1 0 0,1 1 1 0 0,1 3-1 0 0,-1-6-35 0 0,0 1-1 0 0,-1-1 0 0 0,1 1 0 0 0,0-1 0 0 0,0 0 0 0 0,0 1 0 0 0,0-1 0 0 0,0 0 0 0 0,0 0 0 0 0,0 0 0 0 0,0 0 0 0 0,0 0 0 0 0,0 0 1 0 0,0 0-1 0 0,1 0 0 0 0,-1 0 0 0 0,0 0 0 0 0,0 0 0 0 0,0 0 0 0 0,0-1 0 0 0,0 1 0 0 0,1-1 0 0 0,24-8-656 0 0,-14 4-478 0 0,-1-1 0 0 0,0 0 0 0 0,0-1 0 0 0,0 0 0 0 0,13-11-1 0 0,-16 11-1043 0 0,-1 0-1 0 0,0-1 0 0 0,12-16 0 0 0,-8 7-2957 0 0</inkml:trace>
</inkml:ink>
</file>

<file path=ppt/ink/ink1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0:00.0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91 17 2568 0 0,'-26'1'4367'0'0,"-25"-3"2089"0"0,48 2-5764 0 0,0 0-140 0 0,-4-1 1010 0 0,16 0-1034 0 0,34-1-1388 0 0,-6 0-462 0 0,66-4-5793 0 0,-65 2 2091 0 0</inkml:trace>
</inkml:ink>
</file>

<file path=ppt/ink/ink1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0:00.2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 1 2596 0 0,'-33'9'18716'0'0,"40"-9"-17652"0"0,21-2-1845 0 0,-24 2 1143 0 0,74-6-4309 0 0,-30 5-5110 0 0</inkml:trace>
</inkml:ink>
</file>

<file path=ppt/ink/ink1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0:00.4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79 0 1492 0 0,'-20'10'3368'0'0,"7"-4"192"0"0,1 0-1 0 0,-21 14 1464 0 0,38-17-4913 0 0,1-1 1 0 0,0 0 0 0 0,0-1 0 0 0,0 0 0 0 0,0 0 0 0 0,0 0 0 0 0,1 0 0 0 0,5-1-1 0 0,59-5-628 0 0,-30 2-631 0 0,153-16-7862 0 0,-135 11 4094 0 0</inkml:trace>
</inkml:ink>
</file>

<file path=ppt/ink/ink1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0:01.1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45 332 1156 0 0,'-24'-5'11553'0'0,"15"1"-9957"0"0,8 3-1354 0 0,0 1-1 0 0,0-1 1 0 0,1 0 0 0 0,-1 0 0 0 0,0 0 0 0 0,0 0 0 0 0,0 0-1 0 0,1 0 1 0 0,-1 0 0 0 0,1 0 0 0 0,-1 0 0 0 0,0-1 0 0 0,1 1 0 0 0,0 0-1 0 0,-1 0 1 0 0,1 0 0 0 0,0-1 0 0 0,0 1 0 0 0,0 0 0 0 0,0 0-1 0 0,0-1 1 0 0,0 1 0 0 0,0 0 0 0 0,0 0 0 0 0,1-3 0 0 0,1-12-88 0 0,2 0 1 0 0,0 0-1 0 0,1 0 1 0 0,0 0-1 0 0,1 1 1 0 0,1 0-1 0 0,0 0 1 0 0,2 1-1 0 0,-1 0 1 0 0,18-21-1 0 0,-19 26-162 0 0,1 0 0 0 0,0 0-1 0 0,1 1 1 0 0,0 1-1 0 0,0-1 1 0 0,1 1-1 0 0,0 1 1 0 0,0-1-1 0 0,0 2 1 0 0,1 0 0 0 0,-1 0-1 0 0,1 1 1 0 0,1 0-1 0 0,-1 1 1 0 0,19-4-1 0 0,-23 7 2 0 0,0 0-1 0 0,-1 0 0 0 0,1 0 0 0 0,0 1 1 0 0,0 0-1 0 0,0 0 0 0 0,-1 1 1 0 0,1 0-1 0 0,-1 0 0 0 0,1 0 0 0 0,-1 1 1 0 0,0 0-1 0 0,0 0 0 0 0,0 1 1 0 0,0-1-1 0 0,-1 1 0 0 0,1 1 0 0 0,-1-1 1 0 0,0 1-1 0 0,0 0 0 0 0,-1 0 0 0 0,0 0 1 0 0,1 1-1 0 0,-2-1 0 0 0,5 9 1 0 0,-3-6-197 0 0,-1 0 1 0 0,-1 0 0 0 0,1 1 0 0 0,-2-1 0 0 0,1 1 0 0 0,-1 0 0 0 0,0 0 0 0 0,-1 0 0 0 0,0 0-1 0 0,0 12 1 0 0,-1-14-457 0 0,-1 0 0 0 0,0 0 0 0 0,0 0 0 0 0,0 0 0 0 0,-1 0 0 0 0,0-1 0 0 0,0 1 0 0 0,-5 7 0 0 0,2-2-3861 0 0</inkml:trace>
</inkml:ink>
</file>

<file path=ppt/ink/ink1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0:01.4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246 34 2224 0 0,'-22'-34'14670'0'0,"7"37"-14334"0"0,3 19 19 0 0,1 1 0 0 0,0 0 0 0 0,-10 36 1 0 0,-2 5 59 0 0,8-28-217 0 0,-17 39-20 0 0,3 1 1 0 0,-22 94 0 0 0,50-164-421 0 0,0 0 0 0 0,0 0 1 0 0,1 0-1 0 0,0 0 0 0 0,0 0 1 0 0,1 11-1 0 0,9 6-2871 0 0,-9-21 2507 0 0,0 0 0 0 0,0-1 0 0 0,1 1 0 0 0,-1-1 0 0 0,1 1 0 0 0,-1-1 0 0 0,1 1 0 0 0,0-1 0 0 0,0 0 0 0 0,2 1 0 0 0</inkml:trace>
</inkml:ink>
</file>

<file path=ppt/ink/ink1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0:01.6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103 0 2376 0 0,'-99'7'13907'0'0,"96"-7"-12690"0"0,3 1-1201 0 0,0-1 1 0 0,0 1 0 0 0,1-1 0 0 0,-1 1 0 0 0,0-1-1 0 0,0 1 1 0 0,1-1 0 0 0,-1 0 0 0 0,0 1-1 0 0,1-1 1 0 0,-1 1 0 0 0,0-1 0 0 0,1 0 0 0 0,-1 1-1 0 0,1-1 1 0 0,-1 0 0 0 0,0 1 0 0 0,1-1 0 0 0,-1 0-1 0 0,1 0 1 0 0,-1 0 0 0 0,1 1 0 0 0,-1-1-1 0 0,1 0 1 0 0,-1 0 0 0 0,1 0 0 0 0,0 0 0 0 0,18 3 96 0 0,-13-3-28 0 0,86 9-1495 0 0,1-7-4036 0 0,-51-1 1595 0 0,-3 1-1206 0 0</inkml:trace>
</inkml:ink>
</file>

<file path=ppt/ink/ink1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0:01.9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466 4 2412 0 0,'15'-1'10328'0'0,"-14"1"-10166"0"0,18-2 5838 0 0,-19 2-5923 0 0,1 0-1 0 0,-1 0 1 0 0,1 0 0 0 0,-1-1-1 0 0,1 1 1 0 0,-1 0 0 0 0,1 0-1 0 0,-1 1 1 0 0,1-1 0 0 0,-1 0-1 0 0,1 0 1 0 0,-1 0 0 0 0,1 0 0 0 0,-1 0-1 0 0,1 0 1 0 0,-1 1 0 0 0,1-1-1 0 0,-1 0 1 0 0,1 0 0 0 0,-1 1-1 0 0,0-1 1 0 0,1 0 0 0 0,-1 1-1 0 0,1-1 1 0 0,-1 0 0 0 0,0 1-1 0 0,0-1 1 0 0,1 1 0 0 0,-1-1 0 0 0,0 0-1 0 0,1 1 1 0 0,-1-1 0 0 0,0 1-1 0 0,0-1 1 0 0,0 1 0 0 0,0 9-5 0 0,-2 0 1 0 0,0-1 0 0 0,0 0 0 0 0,0 1-1 0 0,-1-1 1 0 0,-1 0 0 0 0,1 0 0 0 0,-1 0-1 0 0,-1-1 1 0 0,0 0 0 0 0,0 0 0 0 0,-12 15-1 0 0,-8 6 104 0 0,-54 48-1 0 0,-65 42-1843 0 0,65-68-2059 0 0,53-36-46 0 0,-31 12 1 0 0,6-8-3843 0 0</inkml:trace>
</inkml:ink>
</file>

<file path=ppt/ink/ink1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0:03.3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29 539 1572 0 0,'-5'-19'6444'0'0,"5"19"-6353"0"0,0 0 0 0 0,0-1 0 0 0,-1 1 0 0 0,1 0 0 0 0,0-1 0 0 0,0 1 0 0 0,0 0 0 0 0,0-1 1 0 0,0 1-1 0 0,0 0 0 0 0,0 0 0 0 0,-1-1 0 0 0,1 1 0 0 0,0 0 0 0 0,0 0 0 0 0,0-1 0 0 0,-1 1 0 0 0,1 0 0 0 0,0 0 0 0 0,0 0 0 0 0,-1-1 0 0 0,1 1 0 0 0,0 0 0 0 0,0 0 0 0 0,-1 0 0 0 0,1 0 0 0 0,0 0 0 0 0,-1 0 0 0 0,1-1 0 0 0,0 1 0 0 0,0 0 0 0 0,-1 0 0 0 0,1 0 0 0 0,0 0 0 0 0,-1 0 0 0 0,1 0 0 0 0,0 0 0 0 0,-1 0 0 0 0,1 0 0 0 0,0 0 0 0 0,-1 1 0 0 0,1-1 0 0 0,0 0 0 0 0,0 0 0 0 0,-1 0 0 0 0,1 0 0 0 0,0 0 0 0 0,0 0 0 0 0,-1 1 0 0 0,1-1 0 0 0,0 0 0 0 0,0 0 0 0 0,-1 1 0 0 0,0 1-10 0 0,0 1 0 0 0,0 0-1 0 0,0 0 1 0 0,1-1 0 0 0,-1 1 0 0 0,1 0-1 0 0,-1 0 1 0 0,1 0 0 0 0,0 5 0 0 0,0-2 125 0 0,-1 9 24 0 0,-1 0-110 0 0,1-1 0 0 0,0 1 0 0 0,1 0-1 0 0,1 0 1 0 0,1-1 0 0 0,0 1 0 0 0,0-1 0 0 0,7 21-1 0 0,-8-34-111 0 0,-1 0 1 0 0,1 0-1 0 0,0 0 0 0 0,-1 0 0 0 0,1-1 0 0 0,0 1 0 0 0,0 0 0 0 0,0-1 0 0 0,0 1 0 0 0,-1 0 0 0 0,1-1 0 0 0,0 1 1 0 0,0-1-1 0 0,0 1 0 0 0,0-1 0 0 0,0 0 0 0 0,0 1 0 0 0,0-1 0 0 0,0 0 0 0 0,0 0 0 0 0,1 0 0 0 0,-1 0 1 0 0,0 0-1 0 0,2 0 0 0 0,23-3 25 0 0,-20 1-129 0 0,0 0 1 0 0,0 0 0 0 0,-1-1 0 0 0,1 0-1 0 0,-1 0 1 0 0,1 0 0 0 0,-1-1 0 0 0,0 0-1 0 0,6-5 1 0 0,36-43-1067 0 0,-42 47 1050 0 0,15-22-329 0 0,0 0-1 0 0,-2-2 1 0 0,-1 0-1 0 0,19-45 1 0 0,37-131-196 0 0,-64 171 844 0 0,0 1-1 0 0,-3-1 1 0 0,0-1-1 0 0,0-46 0 0 0,-6 79-188 0 0,0 1 0 0 0,0-1 0 0 0,0 0 0 0 0,0 1-1 0 0,0-1 1 0 0,0 1 0 0 0,0-1 0 0 0,-1 1 0 0 0,1-1-1 0 0,-1 1 1 0 0,1-1 0 0 0,-1 1 0 0 0,1-1 0 0 0,-1 1 0 0 0,0 0-1 0 0,-1-3 1 0 0,1 4-13 0 0,0-1 0 0 0,1 1 0 0 0,-1 0 0 0 0,1 0 0 0 0,-1-1 0 0 0,0 1 0 0 0,1 0 0 0 0,-1 0 0 0 0,0 0 0 0 0,1 0 0 0 0,-1 0 0 0 0,0 0 0 0 0,1 0 0 0 0,-1 0 0 0 0,0 0 0 0 0,1 0 0 0 0,-1 0 0 0 0,1 1 0 0 0,-1-1 0 0 0,0 0 0 0 0,1 0 0 0 0,-1 1 0 0 0,1-1 0 0 0,-1 0 0 0 0,0 1 0 0 0,0 0 0 0 0,-4 2 12 0 0,1 1-1 0 0,0 0 1 0 0,-1 0 0 0 0,1 0 0 0 0,1 1 0 0 0,-1-1 0 0 0,-4 8-1 0 0,-15 28 46 0 0,2 1-1 0 0,1 0 0 0 0,-20 67 0 0 0,30-77-54 0 0,2 0 0 0 0,1 1 0 0 0,2 0 0 0 0,1 0 0 0 0,1 60-1 0 0,3-87-7 0 0,0 0 0 0 0,0 0-1 0 0,1 0 1 0 0,0-1-1 0 0,0 1 1 0 0,0 0-1 0 0,1 0 1 0 0,0-1-1 0 0,0 1 1 0 0,0-1-1 0 0,0 1 1 0 0,0-1-1 0 0,1 0 1 0 0,0 0 0 0 0,6 6-1 0 0,-6-7-100 0 0,0-1 1 0 0,0 0-1 0 0,0 0 1 0 0,1 0-1 0 0,-1 0 1 0 0,1 0-1 0 0,-1-1 0 0 0,1 0 1 0 0,0 1-1 0 0,0-1 1 0 0,0-1-1 0 0,-1 1 0 0 0,1 0 1 0 0,0-1-1 0 0,0 0 1 0 0,0 0-1 0 0,0 0 0 0 0,0-1 1 0 0,0 1-1 0 0,4-2 1 0 0,3-1-516 0 0,-1 0 0 0 0,1-1 1 0 0,-1 0-1 0 0,0-1 0 0 0,0 0 1 0 0,-1 0-1 0 0,0-1 0 0 0,17-13 1 0 0,-6-1-1582 0 0</inkml:trace>
</inkml:ink>
</file>

<file path=ppt/ink/ink1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0:04.0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70 198 880 0 0,'63'-184'9642'0'0,"-56"170"-8853"0"0,-5 21 79 0 0,-4 25 198 0 0,-45 188 2531 0 0,-32 107-2467 0 0,69-303-426 0 0,7-20 15 0 0,5-15-554 0 0,3-8-167 0 0,2 0-1 0 0,0 0 0 0 0,0 1 0 0 0,2 0 0 0 0,1 0 0 0 0,0 1 0 0 0,1 0 0 0 0,0 1 1 0 0,2 0-1 0 0,0 1 0 0 0,0 0 0 0 0,23-18 0 0 0,-32 31-4 0 0,-1-1-1 0 0,0 1 0 0 0,0 0 1 0 0,1 0-1 0 0,0 0 1 0 0,-1 0-1 0 0,1 0 0 0 0,0 1 1 0 0,0 0-1 0 0,0 0 1 0 0,-1 0-1 0 0,1 0 1 0 0,0 1-1 0 0,1-1 0 0 0,6 1 1 0 0,-9 1 7 0 0,0-1 0 0 0,0 1 0 0 0,0-1 0 0 0,0 1 1 0 0,0 0-1 0 0,-1 0 0 0 0,1 0 0 0 0,0 0 0 0 0,0 0 0 0 0,-1 0 0 0 0,1 0 1 0 0,-1 1-1 0 0,1-1 0 0 0,-1 1 0 0 0,1-1 0 0 0,-1 1 0 0 0,0-1 0 0 0,0 1 1 0 0,0 0-1 0 0,0-1 0 0 0,0 1 0 0 0,0 0 0 0 0,0 0 0 0 0,0 0 0 0 0,0 3 1 0 0,2 5-2 0 0,-1 0 0 0 0,0 0 0 0 0,1 16 0 0 0,-3-16-3 0 0,1 11 0 0 0,-1 1 0 0 0,-1-1 1 0 0,-4 26-1 0 0,2-28 10 0 0,1 0 0 0 0,1-1 1 0 0,0 1-1 0 0,5 37 0 0 0,-4-54-4 0 0,0-1 0 0 0,1 1-1 0 0,-1 0 1 0 0,1 0 0 0 0,-1-1 0 0 0,1 1 0 0 0,-1-1 0 0 0,1 1 0 0 0,0-1 0 0 0,0 1 0 0 0,0-1 0 0 0,0 1-1 0 0,0-1 1 0 0,0 1 0 0 0,0-1 0 0 0,0 0 0 0 0,1 0 0 0 0,-1 0 0 0 0,0 0 0 0 0,1 0 0 0 0,-1 0 0 0 0,3 1-1 0 0,-2-1-4 0 0,1 0-1 0 0,0-1 1 0 0,-1 0-1 0 0,1 1 1 0 0,0-1-1 0 0,-1 0 1 0 0,1 0-1 0 0,0 0 1 0 0,-1-1-1 0 0,1 1 1 0 0,-1-1-1 0 0,1 1 1 0 0,3-2-1 0 0,2-1-31 0 0,1-1 0 0 0,0 0 0 0 0,-1 0-1 0 0,0-1 1 0 0,0 0 0 0 0,0-1 0 0 0,8-7-1 0 0,-1-4 27 0 0,0 0 0 0 0,-1 0 0 0 0,-1-2 0 0 0,-1 0 0 0 0,-1 0-1 0 0,0-1 1 0 0,-2 0 0 0 0,0-1 0 0 0,-1 0 0 0 0,-1 0 0 0 0,-1-1 0 0 0,-1 0-1 0 0,-1 0 1 0 0,1-23 0 0 0,-5 41 102 0 0,1 2-75 0 0,-1 0 0 0 0,1 1 0 0 0,-1-1 0 0 0,0 0 0 0 0,0 1 0 0 0,0-1 0 0 0,0 0 0 0 0,0 0 0 0 0,0 1 0 0 0,0-1 0 0 0,-1 0 0 0 0,1 0 0 0 0,-1 1 0 0 0,1-1 0 0 0,-1 1 0 0 0,1-1 0 0 0,-1 0 0 0 0,0 1 0 0 0,0-1 0 0 0,0 1 0 0 0,0-1 0 0 0,0 1 0 0 0,-2-2 0 0 0,2 3-14 0 0,0-1 0 0 0,0 1-1 0 0,1 0 1 0 0,-1 0-1 0 0,0 0 1 0 0,0 0-1 0 0,0 0 1 0 0,1 0 0 0 0,-1 0-1 0 0,0 1 1 0 0,0-1-1 0 0,0 0 1 0 0,0 0 0 0 0,1 1-1 0 0,-1-1 1 0 0,0 0-1 0 0,0 1 1 0 0,1-1-1 0 0,-1 1 1 0 0,0-1 0 0 0,1 1-1 0 0,-1-1 1 0 0,1 1-1 0 0,-2 1 1 0 0,-16 16 45 0 0,17-16-38 0 0,-12 14-6 0 0,1 1 0 0 0,0 1 1 0 0,2-1-1 0 0,0 2 0 0 0,-11 28 1 0 0,9-14 4 0 0,2 1 0 0 0,-10 50 0 0 0,19-78-2 0 0,0 0 0 0 0,0 1-1 0 0,1-1 1 0 0,0 0 0 0 0,0 0-1 0 0,1 0 1 0 0,-1 1 0 0 0,1-1-1 0 0,1 0 1 0 0,-1 0-1 0 0,4 7 1 0 0,-4-9-68 0 0,1 0 1 0 0,0-1-1 0 0,0 1 0 0 0,1-1 0 0 0,-1 0 1 0 0,1 1-1 0 0,0-1 0 0 0,-1 0 1 0 0,1 0-1 0 0,0-1 0 0 0,1 1 0 0 0,-1-1 1 0 0,0 1-1 0 0,1-1 0 0 0,0 0 0 0 0,-1-1 1 0 0,8 4-1 0 0,1-2-686 0 0,0 1 1 0 0,1-2-1 0 0,0 0 0 0 0,0 0 0 0 0,0-1 1 0 0,24-1-1 0 0,-19-2-1390 0 0,1 0-1 0 0,20-6 1 0 0,-3-1-2574 0 0</inkml:trace>
</inkml:ink>
</file>

<file path=ppt/ink/ink1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0:04.5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112 181 1404 0 0,'4'-21'4490'0'0,"3"-32"0"0"0,-4 13 1956 0 0,-6 75-5756 0 0,-2 1 1 0 0,-14 51 0 0 0,-30 66-156 0 0,34-107-308 0 0,14-42-188 0 0,-1 1 0 0 0,0-1-1 0 0,0 1 1 0 0,0-1 0 0 0,0 0-1 0 0,-1 0 1 0 0,1 0 0 0 0,-6 6-1 0 0,7-9-7 0 0,-2-4-4 0 0,2 3-27 0 0,1 0 1 0 0,0 0 0 0 0,0 0-1 0 0,-1 0 1 0 0,1 0-1 0 0,0 0 1 0 0,0 0-1 0 0,-1 0 1 0 0,1 0 0 0 0,0-1-1 0 0,0 1 1 0 0,-1 0-1 0 0,1 0 1 0 0,0 0 0 0 0,0 0-1 0 0,0-1 1 0 0,-1 1-1 0 0,1 0 1 0 0,0 0 0 0 0,0-1-1 0 0,0 1 1 0 0,0 0-1 0 0,0 0 1 0 0,-1 0 0 0 0,1-1-1 0 0,0 1 1 0 0,0 0-1 0 0,0 0 1 0 0,0-1-1 0 0,0 1 1 0 0,0 0 0 0 0,0-1-1 0 0,0 1 1 0 0,0-13-28 0 0,0 1 0 0 0,1 0 0 0 0,0 0 0 0 0,1 0 0 0 0,0 0 0 0 0,1 0 0 0 0,0 1 0 0 0,8-19 0 0 0,4-2-104 0 0,30-53-1 0 0,-30 61 79 0 0,0 2-1 0 0,2-1 1 0 0,35-35 0 0 0,-41 48 36 0 0,0 0 1 0 0,0 0-1 0 0,1 2 0 0 0,0-1 1 0 0,0 1-1 0 0,1 1 0 0 0,0 1 1 0 0,28-11-1 0 0,-39 16 21 0 0,1 0 0 0 0,-1 1 0 0 0,1-1 0 0 0,0 0 0 0 0,-1 1 0 0 0,1 0 0 0 0,0 0 0 0 0,-1 0 0 0 0,1 0 0 0 0,0 0 0 0 0,-1 0 0 0 0,1 1 0 0 0,0-1 0 0 0,-1 1 0 0 0,1 0 0 0 0,-1 0 0 0 0,1 0 0 0 0,-1 0 0 0 0,1 0 0 0 0,-1 1 0 0 0,0-1 0 0 0,1 0 0 0 0,-1 1 0 0 0,2 2 0 0 0,-1-1 54 0 0,0 1-1 0 0,-1 0 1 0 0,1 0-1 0 0,-1 0 1 0 0,0 0-1 0 0,0 0 1 0 0,0 1-1 0 0,0-1 1 0 0,-1 0-1 0 0,0 1 1 0 0,0-1-1 0 0,0 1 1 0 0,0 6 0 0 0,-1 13 144 0 0,-1 1 1 0 0,0-1-1 0 0,-2 0 1 0 0,-1 0-1 0 0,-10 32 1 0 0,-6 48 72 0 0,19-102-262 0 0,1 1 1 0 0,0 0-1 0 0,-1-1 0 0 0,1 1 0 0 0,0 0 0 0 0,1 0 0 0 0,-1-1 0 0 0,0 1 0 0 0,1 0 0 0 0,-1-1 0 0 0,1 1 1 0 0,0-1-1 0 0,0 1 0 0 0,0-1 0 0 0,3 5 0 0 0,-3-6-9 0 0,1 1-1 0 0,-1-1 1 0 0,1 0 0 0 0,-1 0 0 0 0,1 0-1 0 0,0 0 1 0 0,0 0 0 0 0,-1-1 0 0 0,1 1-1 0 0,0 0 1 0 0,0-1 0 0 0,0 0 0 0 0,0 1-1 0 0,0-1 1 0 0,0 0 0 0 0,0 0-1 0 0,0 0 1 0 0,0 0 0 0 0,0 0 0 0 0,-1 0-1 0 0,1-1 1 0 0,0 1 0 0 0,2-1 0 0 0,11-3-359 0 0,-1 0-1 0 0,0-1 1 0 0,-1 0 0 0 0,1-1 0 0 0,-1-1 0 0 0,16-10 0 0 0,-1-2-2065 0 0,42-36 1 0 0,-18 2-3956 0 0,-29 26 562 0 0</inkml:trace>
</inkml:ink>
</file>

<file path=ppt/ink/ink1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0:04.7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251 12 1020 0 0,'-91'13'6681'0'0,"-58"6"4724"0"0,145-19-10581 0 0,-3-4-737 0 0,116-20-6642 0 0,-71 16 1976 0 0,2 0-1900 0 0</inkml:trace>
</inkml:ink>
</file>

<file path=ppt/ink/ink1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0:05.2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266 74 792 0 0,'-9'-73'14423'0'0,"-4"90"-12234"0"0,-104 283 1833 0 0,108-278-4633 0 0,-71 180 2054 0 0,59-133-5791 0 0,4 1-6827 0 0</inkml:trace>
</inkml:ink>
</file>

<file path=ppt/ink/ink1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0:05.8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78 271 2300 0 0,'4'-12'1171'0'0,"7"-18"1227"0"0,1 1-1 0 0,1 0 1 0 0,31-48-1 0 0,-39 69-2252 0 0,1 1-1 0 0,0 0 0 0 0,0 0 0 0 0,0 1 1 0 0,0 0-1 0 0,1 0 0 0 0,0 1 0 0 0,1-1 1 0 0,-1 1-1 0 0,1 1 0 0 0,0 0 0 0 0,0 0 1 0 0,0 0-1 0 0,1 1 0 0 0,-1 0 0 0 0,1 1 1 0 0,0 0-1 0 0,11-1 0 0 0,-15 2-89 0 0,0 1-1 0 0,0 0 1 0 0,0 0 0 0 0,0 0-1 0 0,0 1 1 0 0,0 0 0 0 0,0 0-1 0 0,0 0 1 0 0,0 0 0 0 0,0 1-1 0 0,-1 0 1 0 0,1 0 0 0 0,-1 0-1 0 0,1 0 1 0 0,-1 1-1 0 0,0 0 1 0 0,0 0 0 0 0,0 0-1 0 0,0 0 1 0 0,-1 0 0 0 0,1 1-1 0 0,4 6 1 0 0,-5-5-19 0 0,0-1 0 0 0,-1 1 1 0 0,1 0-1 0 0,-1 0 0 0 0,0 1 0 0 0,0-1 1 0 0,0 0-1 0 0,-1 1 0 0 0,0-1 0 0 0,0 1 1 0 0,-1-1-1 0 0,1 1 0 0 0,-1 0 0 0 0,0-1 0 0 0,-1 1 1 0 0,1-1-1 0 0,-1 1 0 0 0,0-1 0 0 0,-3 10 1 0 0,-3 4-4 0 0,-1-1 0 0 0,0 0 1 0 0,-1-1-1 0 0,-1 0 1 0 0,-1 0-1 0 0,-13 15 1 0 0,4-8 36 0 0,-2 0 1 0 0,-48 39 0 0 0,63-56 12 0 0,-5 3 164 0 0,12-9-234 0 0,-1-1 1 0 0,1 0 0 0 0,0 0 0 0 0,0 0 0 0 0,-1 0 0 0 0,1 0 0 0 0,0 0-1 0 0,0 1 1 0 0,-1-1 0 0 0,1 0 0 0 0,0 0 0 0 0,0 0 0 0 0,-1 0 0 0 0,1 0-1 0 0,0 0 1 0 0,0 0 0 0 0,-1 0 0 0 0,1 0 0 0 0,0 0 0 0 0,0 0 0 0 0,-1 0 0 0 0,1 0-1 0 0,0-1 1 0 0,0 1 0 0 0,-1 0 0 0 0,1 0 0 0 0,0 0 0 0 0,0 0 0 0 0,-1 0-1 0 0,1 0 1 0 0,0-1 0 0 0,0 1 0 0 0,0 0 0 0 0,-1 0 0 0 0,1 0 0 0 0,0-1-1 0 0,0 1 1 0 0,0 0 0 0 0,0 0 0 0 0,-1 0 0 0 0,1-1 0 0 0,0 0-12 0 0,1 1 1 0 0,-1-1-1 0 0,0 0 1 0 0,1 1-1 0 0,-1-1 1 0 0,1 1-1 0 0,-1-1 1 0 0,1 1 0 0 0,-1-1-1 0 0,1 1 1 0 0,-1-1-1 0 0,1 1 1 0 0,-1-1-1 0 0,1 1 1 0 0,-1-1-1 0 0,1 1 1 0 0,0 0-1 0 0,-1 0 1 0 0,1-1-1 0 0,0 1 1 0 0,-1 0-1 0 0,1 0 1 0 0,1 0 0 0 0,21-7 28 0 0,-16 7-25 0 0,0 0-1 0 0,-1 1 1 0 0,1-1 0 0 0,0 1 0 0 0,0 1-1 0 0,0-1 1 0 0,0 1 0 0 0,-1 0 0 0 0,1 1 0 0 0,-1 0-1 0 0,0 0 1 0 0,1 0 0 0 0,-2 1 0 0 0,1 0-1 0 0,0 0 1 0 0,-1 0 0 0 0,1 1 0 0 0,-1-1-1 0 0,0 1 1 0 0,-1 1 0 0 0,5 5 0 0 0,-5-5 75 0 0,0-1 0 0 0,0 1 1 0 0,-1 0-1 0 0,1 0 0 0 0,-2 0 1 0 0,1 0-1 0 0,-1 1 0 0 0,0-1 1 0 0,0 1-1 0 0,0-1 0 0 0,-1 1 1 0 0,0 0-1 0 0,-1-1 0 0 0,1 1 1 0 0,-1 0-1 0 0,-1 0 0 0 0,1-1 1 0 0,-1 1-1 0 0,0 0 0 0 0,-1-1 1 0 0,-4 14-1 0 0,1-9 190 0 0,-1 0 0 0 0,-1 0 0 0 0,0-1 0 0 0,0 0 1 0 0,-1 0-1 0 0,-1 0 0 0 0,1-1 0 0 0,-2-1 0 0 0,1 1 0 0 0,-1-2 0 0 0,0 1 0 0 0,-19 9 0 0 0,15-9-57 0 0,0-1-1 0 0,-1-1 1 0 0,0 0-1 0 0,0-1 0 0 0,0 0 1 0 0,0-1-1 0 0,-1-1 1 0 0,0-1-1 0 0,-25 1 0 0 0,33-3-171 0 0,-1 0 0 0 0,1-1-1 0 0,-1 0 1 0 0,1 0-1 0 0,0-1 1 0 0,-1 0-1 0 0,1-1 1 0 0,-9-4-1 0 0,15 6-174 0 0,0 0 0 0 0,0 0 0 0 0,0 0 0 0 0,0 0 0 0 0,0-1 0 0 0,0 1 0 0 0,1 0 0 0 0,-1-1 0 0 0,0 1-1 0 0,1-1 1 0 0,-1 0 0 0 0,1 0 0 0 0,0 0 0 0 0,0 1 0 0 0,0-1 0 0 0,0 0 0 0 0,0 0 0 0 0,0-1-1 0 0,0 1 1 0 0,0 0 0 0 0,1 0 0 0 0,-1 0 0 0 0,1 0 0 0 0,0-1 0 0 0,0 1 0 0 0,-1 0 0 0 0,2 0 0 0 0,-1-1-1 0 0,0 1 1 0 0,0 0 0 0 0,1 0 0 0 0,-1 0 0 0 0,1-1 0 0 0,-1 1 0 0 0,2-2 0 0 0,0-2-888 0 0,1 1-1 0 0,-1-1 1 0 0,1 1 0 0 0,6-9 0 0 0,10-6-6362 0 0</inkml:trace>
</inkml:ink>
</file>

<file path=ppt/ink/ink1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0:06.1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202 92 1884 0 0,'8'-92'16209'0'0,"-17"127"-15250"0"0,-1-1 0 0 0,-1-1 0 0 0,-31 63 0 0 0,10-22-641 0 0,27-64-469 0 0,-71 191 482 0 0,52-114-5590 0 0</inkml:trace>
</inkml:ink>
</file>

<file path=ppt/ink/ink1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0:06.6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159 84 584 0 0,'10'-14'2994'0'0,"-6"10"-1708"0"0,0-1 0 0 0,-1 0 1 0 0,0 0-1 0 0,1 0 1 0 0,-1-1-1 0 0,-1 1 0 0 0,1-1 1 0 0,-1 1-1 0 0,2-11 1 0 0,-4 15-1238 0 0,1 1 0 0 0,-1 0 1 0 0,0 0-1 0 0,0-1 0 0 0,0 1 1 0 0,0 0-1 0 0,0 0 0 0 0,-1-1 1 0 0,1 1-1 0 0,0 0 0 0 0,0 0 1 0 0,0-1-1 0 0,0 1 0 0 0,0 0 1 0 0,0 0-1 0 0,0-1 0 0 0,0 1 1 0 0,-1 0-1 0 0,1 0 0 0 0,0 0 1 0 0,0-1-1 0 0,0 1 0 0 0,0 0 1 0 0,-1 0-1 0 0,1 0 0 0 0,0 0 1 0 0,0-1-1 0 0,0 1 0 0 0,-1 0 1 0 0,1 0-1 0 0,0 0 0 0 0,0 0 1 0 0,-1 0-1 0 0,1 0 0 0 0,0 0 1 0 0,0 0-1 0 0,-1 0 0 0 0,1 0 1 0 0,0 0-1 0 0,0 0 0 0 0,-1 0 1 0 0,1 0-1 0 0,0 0 0 0 0,-1 0 1 0 0,-15 7 657 0 0,-14 15-342 0 0,17-10-285 0 0,0 0 1 0 0,1 1 0 0 0,0 0 0 0 0,1 1-1 0 0,1 0 1 0 0,0 1 0 0 0,-14 29-1 0 0,23-43-76 0 0,1 1 0 0 0,-1-1 1 0 0,1 0-1 0 0,0 0 0 0 0,0 1 0 0 0,-1-1 0 0 0,1 0 0 0 0,0 1 1 0 0,0-1-1 0 0,0 0 0 0 0,0 0 0 0 0,1 1 0 0 0,-1-1 0 0 0,0 0 0 0 0,0 0 1 0 0,1 1-1 0 0,-1-1 0 0 0,1 0 0 0 0,-1 0 0 0 0,2 2 0 0 0,-1-1 4 0 0,1 1-1 0 0,0-1 0 0 0,0 0 1 0 0,0 0-1 0 0,0 0 0 0 0,1 0 1 0 0,-1 0-1 0 0,5 2 0 0 0,2 1 11 0 0,0 0 0 0 0,1-1 0 0 0,19 6 0 0 0,-11-6-8 0 0,-1 1 0 0 0,0 1 0 0 0,-1 1 0 0 0,1 0 0 0 0,-1 1 0 0 0,21 15 1 0 0,-35-22 58 0 0,-1 1 0 0 0,1-1-1 0 0,-1 1 1 0 0,0-1 0 0 0,1 1 0 0 0,-1-1 0 0 0,0 1 0 0 0,0 0 0 0 0,0 0 0 0 0,0 0 0 0 0,-1-1 0 0 0,1 1 0 0 0,0 0 0 0 0,-1 0 0 0 0,1 0 0 0 0,-1 0 0 0 0,0 0 0 0 0,1 0 0 0 0,-1 0 0 0 0,0 0 0 0 0,0 0 0 0 0,-1 1 0 0 0,1-1 0 0 0,0 0 0 0 0,-1 0 0 0 0,1 0 0 0 0,-1-1 0 0 0,1 1 0 0 0,-1 0 0 0 0,-1 3 0 0 0,-2 2 215 0 0,1 0 0 0 0,-1-1 0 0 0,0 1 0 0 0,-1-1-1 0 0,1 0 1 0 0,-10 9 0 0 0,5-6-45 0 0,0-1-1 0 0,0-1 1 0 0,-1 0-1 0 0,0 0 0 0 0,-1-1 1 0 0,-20 10-1 0 0,23-13-213 0 0,1-1-1 0 0,-1 1 0 0 0,1-1 0 0 0,-1 0 1 0 0,1-1-1 0 0,-1 0 0 0 0,0 0 1 0 0,0-1-1 0 0,0 0 0 0 0,0 0 1 0 0,-11-2-1 0 0,17 1-251 0 0,0 1 0 0 0,0 0 0 0 0,0-1 0 0 0,0 0-1 0 0,0 1 1 0 0,0-1 0 0 0,0 0 0 0 0,0 0 0 0 0,0 0 0 0 0,0 0-1 0 0,1-1 1 0 0,-1 1 0 0 0,0 0 0 0 0,1-1 0 0 0,-1 1 0 0 0,1-1 0 0 0,0 1-1 0 0,-1-1 1 0 0,1 0 0 0 0,0 0 0 0 0,0 1 0 0 0,0-1 0 0 0,0 0 0 0 0,0 0-1 0 0,1 0 1 0 0,-1 0 0 0 0,0 0 0 0 0,0-4 0 0 0,1-1-1448 0 0,0-1 0 0 0,0 0 0 0 0,1 1-1 0 0,0-1 1 0 0,0 1 0 0 0,3-12 0 0 0,1-3-4369 0 0</inkml:trace>
</inkml:ink>
</file>

<file path=ppt/ink/ink1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0:06.8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 79 1236 0 0,'-9'-35'10332'0'0,"-2"2"-6395"0"0,10 31-3698 0 0,1-6-292 0 0</inkml:trace>
</inkml:ink>
</file>

<file path=ppt/ink/ink1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0:07.9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385 114 948 0 0,'4'-4'1492'0'0,"1"-1"0"0"0,-1 0-1 0 0,-1-1 1 0 0,1 1 0 0 0,-1-1 0 0 0,5-9 0 0 0,-7 12-1030 0 0,1-1 1 0 0,-1 1-1 0 0,0 0 1 0 0,0 0 0 0 0,-1-1-1 0 0,1 1 1 0 0,-1 0-1 0 0,0-1 1 0 0,1 1 0 0 0,-1-1-1 0 0,-1 1 1 0 0,1 0-1 0 0,-1-1 1 0 0,0-3 0 0 0,1 7-419 0 0,-1-1 0 0 0,1 0 0 0 0,0 0 0 0 0,-1 0 0 0 0,1 1 0 0 0,-1-1 0 0 0,1 0 0 0 0,-1 1 0 0 0,1-1 0 0 0,-1 0 0 0 0,1 1 0 0 0,-1-1 0 0 0,0 1 0 0 0,1-1 0 0 0,-1 1 0 0 0,0-1 0 0 0,0 1 0 0 0,1-1 0 0 0,-1 1 0 0 0,0 0 0 0 0,0-1 0 0 0,0 1 0 0 0,-1 0 0 0 0,-1-1 2 0 0,1 1 0 0 0,-1 0 0 0 0,0 0 0 0 0,1 0 0 0 0,-1 1 0 0 0,1-1 0 0 0,-1 1 0 0 0,-2 0 0 0 0,-4 2 13 0 0,1 0 1 0 0,-1 0-1 0 0,-12 8 0 0 0,-6 7 6 0 0,1 1 0 0 0,1 1 0 0 0,0 0 0 0 0,-35 41 1 0 0,30-26-32 0 0,2 0 1 0 0,-41 68 0 0 0,63-91-15 0 0,-1 0-1 0 0,2 0 1 0 0,-1 0-1 0 0,2 1 1 0 0,-6 20-1 0 0,9-30-33 0 0,1 0-1 0 0,-1 0 0 0 0,1 0 0 0 0,-1-1 0 0 0,1 1 0 0 0,0 0 0 0 0,0 0 0 0 0,0 0 0 0 0,0 0 1 0 0,1 0-1 0 0,-1 0 0 0 0,1-1 0 0 0,0 1 0 0 0,0 0 0 0 0,0 0 0 0 0,0-1 0 0 0,0 1 0 0 0,1-1 0 0 0,-1 1 1 0 0,1-1-1 0 0,-1 1 0 0 0,1-1 0 0 0,0 0 0 0 0,0 0 0 0 0,0 0 0 0 0,0 0 0 0 0,0 0 0 0 0,1 0 1 0 0,-1-1-1 0 0,1 1 0 0 0,4 1 0 0 0,5 2-328 0 0,0-2 0 0 0,0 1 0 0 0,0-2 0 0 0,0 0 1 0 0,0 0-1 0 0,1-1 0 0 0,20-1 0 0 0,90-13-2537 0 0,-96 9 2294 0 0,41-7-1403 0 0,0-3-1 0 0,99-35 1 0 0,-126 34 1858 0 0,-1-1 0 0 0,-1-3 1 0 0,-1-1-1 0 0,0-2 0 0 0,41-32 0 0 0,-65 44 866 0 0,-1-1 1 0 0,-1-1-1 0 0,1 0 0 0 0,-2 0 1 0 0,0-1-1 0 0,0-1 0 0 0,-1 0 1 0 0,-1-1-1 0 0,-1 1 0 0 0,0-2 1 0 0,7-16-1 0 0,-15 31-669 0 0,1 0-1 0 0,-1 0 1 0 0,0 0-1 0 0,1 0 1 0 0,-1 0-1 0 0,0 0 1 0 0,1 0-1 0 0,-1-1 1 0 0,0 1-1 0 0,0 0 1 0 0,0 0-1 0 0,0 0 1 0 0,0 0-1 0 0,-1 0 1 0 0,1-1-1 0 0,0 1 1 0 0,0 0-1 0 0,-1 0 1 0 0,1 0 0 0 0,-1 0-1 0 0,1 0 1 0 0,-1 0-1 0 0,1 0 1 0 0,-1 0-1 0 0,1 0 1 0 0,-1 0-1 0 0,0 0 1 0 0,0 1-1 0 0,1-1 1 0 0,-1 0-1 0 0,0 0 1 0 0,0 1-1 0 0,0-1 1 0 0,-2-1-1 0 0,1 1-2 0 0,-1 1 0 0 0,1-1 0 0 0,-1 0 0 0 0,0 1 0 0 0,1-1 0 0 0,-1 1 0 0 0,1 0 0 0 0,-1 0-1 0 0,0 0 1 0 0,1 0 0 0 0,-1 0 0 0 0,-5 2 0 0 0,-6 2 102 0 0,0 1 0 0 0,0 1 1 0 0,1 0-1 0 0,-1 1 0 0 0,2 1 0 0 0,-1 0 0 0 0,-12 10 1 0 0,0 2-35 0 0,0 2 1 0 0,-23 27 0 0 0,34-34-77 0 0,1 0 0 0 0,-20 35 1 0 0,29-45-50 0 0,1 1 0 0 0,0 0 0 0 0,0 0 0 0 0,1 0 0 0 0,0 0 0 0 0,0 0 1 0 0,0 0-1 0 0,1 1 0 0 0,0-1 0 0 0,0 0 0 0 0,1 1 0 0 0,0-1 0 0 0,0 9 0 0 0,1-13-29 0 0,-1 0-1 0 0,0 0 0 0 0,1 0 0 0 0,0 0 1 0 0,-1 0-1 0 0,1 0 0 0 0,0-1 1 0 0,0 1-1 0 0,0 0 0 0 0,0 0 1 0 0,0-1-1 0 0,1 1 0 0 0,-1 0 1 0 0,1-1-1 0 0,-1 1 0 0 0,1-1 0 0 0,-1 0 1 0 0,4 2-1 0 0,-2-1-92 0 0,1 0 1 0 0,-1-1-1 0 0,1 1 0 0 0,0-1 1 0 0,-1 0-1 0 0,1 0 1 0 0,0 0-1 0 0,0-1 0 0 0,6 1 1 0 0,-1-1-182 0 0,0-1 0 0 0,0 0 0 0 0,0 0 0 0 0,0 0 0 0 0,0-1 0 0 0,0-1 0 0 0,16-6 0 0 0,-9 0 73 0 0,0 0 0 0 0,-1-1 0 0 0,0-1 1 0 0,-1 0-1 0 0,0-1 0 0 0,22-24 0 0 0,-20 18 433 0 0,-1-1-1 0 0,-1-1 0 0 0,-1 0 1 0 0,19-37-1 0 0,5-9 2031 0 0,-36 64-1928 0 0,0 22-169 0 0,-20 64 88 0 0,-3 18-140 0 0,20-87-82 0 0,0-1 1 0 0,2 0-1 0 0,-1 1 1 0 0,2-1-1 0 0,2 18 0 0 0,-2-29-73 0 0,-1 1-1 0 0,1-1 0 0 0,0 1 0 0 0,0-1 0 0 0,0 0 0 0 0,1 1 1 0 0,-1-1-1 0 0,1 0 0 0 0,0 0 0 0 0,0 0 0 0 0,0 0 0 0 0,0 0 1 0 0,0 0-1 0 0,1-1 0 0 0,-1 1 0 0 0,1-1 0 0 0,-1 0 0 0 0,1 1 1 0 0,0-1-1 0 0,0 0 0 0 0,0-1 0 0 0,1 1 0 0 0,-1-1 0 0 0,0 1 0 0 0,0-1 1 0 0,1 0-1 0 0,-1 0 0 0 0,1 0 0 0 0,-1-1 0 0 0,1 1 0 0 0,-1-1 1 0 0,8 0-1 0 0,3 0-535 0 0,0-2 1 0 0,0 1-1 0 0,0-2 0 0 0,0 1 1 0 0,-1-2-1 0 0,1 0 1 0 0,14-7-1 0 0,0-3-662 0 0,1-1 0 0 0,-2-1 0 0 0,0-1 0 0 0,-1-2 0 0 0,25-23-1 0 0,-11 7-1380 0 0</inkml:trace>
</inkml:ink>
</file>

<file path=ppt/ink/ink1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0:08.4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108 368 2576 0 0,'32'-47'2512'0'0,"-1"-2"-1"0"0,-3 0 0 0 0,-2-2 0 0 0,36-102 1 0 0,-61 152-2455 0 0,-1 1 0 0 0,1-1 0 0 0,-1 0 0 0 0,0 0 0 0 0,1 1 0 0 0,-1-1 0 0 0,0 0 0 0 0,1 0 0 0 0,-1 1 0 0 0,0-1 0 0 0,0 0 0 0 0,0 0 0 0 0,0 0 0 0 0,0 1 0 0 0,0-1 0 0 0,0 0 0 0 0,0 0 0 0 0,0 0 0 0 0,0 1 0 0 0,-1-1 0 0 0,1-1 0 0 0,-12 12 327 0 0,-14 27-229 0 0,-116 229 1419 0 0,117-211-1369 0 0,3 2-1 0 0,-29 115 0 0 0,47-158-174 0 0,1 1 0 0 0,1-1-1 0 0,1 1 1 0 0,0 0 0 0 0,1 20 0 0 0,0-32-46 0 0,1 0 1 0 0,-1-1 0 0 0,0 1 0 0 0,1 0 0 0 0,0-1 0 0 0,0 1-1 0 0,-1-1 1 0 0,2 1 0 0 0,-1-1 0 0 0,0 1 0 0 0,0-1 0 0 0,1 0 0 0 0,-1 0-1 0 0,1 0 1 0 0,0 1 0 0 0,-1-1 0 0 0,1-1 0 0 0,0 1 0 0 0,0 0-1 0 0,1 0 1 0 0,-1-1 0 0 0,0 1 0 0 0,0-1 0 0 0,1 0 0 0 0,-1 0 0 0 0,1 0-1 0 0,-1 0 1 0 0,1 0 0 0 0,-1 0 0 0 0,1-1 0 0 0,0 1 0 0 0,-1-1-1 0 0,1 0 1 0 0,0 0 0 0 0,-1 0 0 0 0,1 0 0 0 0,3 0 0 0 0,12-2-318 0 0,0-1 0 0 0,0-1 0 0 0,0 0 0 0 0,0-1 0 0 0,-1-1-1 0 0,0 0 1 0 0,0-2 0 0 0,-1 0 0 0 0,23-15 0 0 0,7-8-608 0 0,76-66-1 0 0,-80 58 682 0 0,-2-1 0 0 0,-2-1 0 0 0,45-62 1 0 0,-63 73 941 0 0,0 0 1 0 0,-2-1 0 0 0,-2-1 0 0 0,-1-1 0 0 0,-1 0-1 0 0,14-50 1 0 0,-26 74-340 0 0,6-33 1059 0 0,-8 41-1273 0 0,-2 2-27 0 0,-3 1-52 0 0,0 1 0 0 0,1 0 0 0 0,0 1-1 0 0,-1-1 1 0 0,1 1 0 0 0,0 0 0 0 0,1 0 0 0 0,-1 0 0 0 0,-4 7 0 0 0,-30 50 655 0 0,31-48-504 0 0,-18 36 211 0 0,3 1-1 0 0,1 1 1 0 0,3 1-1 0 0,-12 57 1 0 0,22-77-284 0 0,-5 48-1 0 0,12-65-90 0 0,0 1 0 0 0,0-1-1 0 0,2 0 1 0 0,0 1-1 0 0,5 20 1 0 0,-6-34-68 0 0,1 1-1 0 0,-1-1 1 0 0,1 0 0 0 0,0 0-1 0 0,0 0 1 0 0,0 0 0 0 0,0 0 0 0 0,0 0-1 0 0,1 0 1 0 0,-1 0 0 0 0,0 0-1 0 0,1 0 1 0 0,0-1 0 0 0,-1 1-1 0 0,1-1 1 0 0,0 1 0 0 0,0-1-1 0 0,0 1 1 0 0,3 0 0 0 0,-1 0-234 0 0,0-1 0 0 0,0 1 0 0 0,0-1 0 0 0,1-1 1 0 0,-1 1-1 0 0,0 0 0 0 0,0-1 0 0 0,1 0 0 0 0,7-1 0 0 0,1-1-1564 0 0,1 0 0 0 0,-1-1-1 0 0,0 0 1 0 0,0-2-1 0 0,21-9 1 0 0,-10 2-4672 0 0</inkml:trace>
</inkml:ink>
</file>

<file path=ppt/ink/ink1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0:08.8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222 190 772 0 0,'12'-23'9784'0'0,"-12"22"-9582"0"0,0 1 0 0 0,1-1 0 0 0,-1 0 0 0 0,0 1 0 0 0,0-1 0 0 0,0 1-1 0 0,1-1 1 0 0,-1 0 0 0 0,0 1 0 0 0,0-1 0 0 0,1 1 0 0 0,1-2 807 0 0,-2 1-807 0 0,1 1 0 0 0,-1-1 0 0 0,1 1 0 0 0,-1 0 0 0 0,1-1 0 0 0,-1 1 0 0 0,2 0-1 0 0,7 9 2649 0 0,6 6-2541 0 0,-14-14-231 0 0,16 2 122 0 0,-14-2-187 0 0,-1-1 0 0 0,1 0 1 0 0,0 0-1 0 0,-1 0 0 0 0,1-1 0 0 0,-1 1 1 0 0,1-1-1 0 0,-1 1 0 0 0,1-1 0 0 0,-1 0 1 0 0,1 0-1 0 0,-1 0 0 0 0,0 0 0 0 0,1 0 1 0 0,-1 0-1 0 0,0-1 0 0 0,4-3 0 0 0,-3 2-6 0 0,1 0 0 0 0,-1-1-1 0 0,0 0 1 0 0,-1 0 0 0 0,1 0-1 0 0,-1 0 1 0 0,0 0-1 0 0,1 0 1 0 0,1-8 0 0 0,-2 8-14 0 0,-1-1 1 0 0,1 0 0 0 0,-1 1 0 0 0,0-1 0 0 0,0 0 0 0 0,-1 0 0 0 0,0 1 0 0 0,1-1 0 0 0,-2 0 0 0 0,1 0 0 0 0,0 0 0 0 0,-1 1 0 0 0,0-1 0 0 0,0 0 0 0 0,-1 1 0 0 0,1-1 0 0 0,-1 0 0 0 0,0 1 0 0 0,0 0 0 0 0,-3-5 0 0 0,3 7 5 0 0,-1 0 0 0 0,1 0 0 0 0,0 0 0 0 0,-1 0 0 0 0,1 1 0 0 0,-1 0 0 0 0,1-1 0 0 0,-1 1 0 0 0,0 0 0 0 0,0 0 0 0 0,0 0 0 0 0,1 1 0 0 0,-1-1 1 0 0,0 1-1 0 0,0-1 0 0 0,0 1 0 0 0,0 0 0 0 0,-4 1 0 0 0,-2-1 5 0 0,-1 1 0 0 0,1 1 0 0 0,0 0 0 0 0,-14 5 0 0 0,7-1 37 0 0,1 1-1 0 0,0 0 0 0 0,0 1 0 0 0,1 1 0 0 0,1 1 0 0 0,-1 0 1 0 0,1 0-1 0 0,1 1 0 0 0,0 1 0 0 0,1 0 0 0 0,0 1 0 0 0,0 0 1 0 0,2 1-1 0 0,0 0 0 0 0,0 0 0 0 0,1 1 0 0 0,1 0 0 0 0,1 0 1 0 0,-7 22-1 0 0,11-32-59 0 0,1 0 1 0 0,0 0-1 0 0,1-1 0 0 0,-1 1 1 0 0,1 0-1 0 0,0 0 0 0 0,0 0 1 0 0,0 0-1 0 0,1 0 1 0 0,1 8-1 0 0,-1-11-135 0 0,0 1-1 0 0,0 0 1 0 0,0-1 0 0 0,1 1-1 0 0,-1-1 1 0 0,1 1 0 0 0,-1-1-1 0 0,1 1 1 0 0,0-1 0 0 0,0 0-1 0 0,0 0 1 0 0,0 0 0 0 0,0 0-1 0 0,1 0 1 0 0,-1-1 0 0 0,1 1-1 0 0,-1-1 1 0 0,1 1 0 0 0,2 0-1 0 0,8 3-974 0 0,-1-1 0 0 0,1-1 0 0 0,0 0 1 0 0,1-1-1 0 0,-1 0 0 0 0,0-1 0 0 0,0 0 0 0 0,25-2 0 0 0,-4-2-3039 0 0</inkml:trace>
</inkml:ink>
</file>

<file path=ppt/ink/ink1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0:09.4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290 626 2456 0 0,'35'-39'7332'0'0,"-33"36"-6732"0"0,0 0-1 0 0,0 0 1 0 0,-1-1 0 0 0,1 1 0 0 0,-1 0-1 0 0,1-1 1 0 0,-1 1 0 0 0,0-1 0 0 0,-1 1-1 0 0,1-1 1 0 0,0-6 0 0 0,-1 9-555 0 0,0 1 1 0 0,0-1-1 0 0,0 1 1 0 0,0 0-1 0 0,-1-1 1 0 0,1 1-1 0 0,0 0 1 0 0,0-1-1 0 0,0 1 1 0 0,0 0-1 0 0,-1 0 0 0 0,1-1 1 0 0,0 1-1 0 0,0 0 1 0 0,-1 0-1 0 0,1-1 1 0 0,0 1-1 0 0,-1 0 1 0 0,1 0-1 0 0,0 0 1 0 0,0-1-1 0 0,-1 1 1 0 0,1 0-1 0 0,0 0 1 0 0,-1 0-1 0 0,1 0 0 0 0,-1 0 1 0 0,1 0-1 0 0,0 0 1 0 0,-1 0-1 0 0,1-1 1 0 0,0 1-1 0 0,-1 1 1 0 0,-12-1 372 0 0,12 0-386 0 0,-7 2 183 0 0,1 0 0 0 0,-1 0 0 0 0,0 0 0 0 0,0 1-1 0 0,1 0 1 0 0,0 1 0 0 0,-1-1 0 0 0,-8 8 0 0 0,-52 41 430 0 0,63-48-595 0 0,-14 13 50 0 0,1 0-1 0 0,1 0 1 0 0,1 2 0 0 0,-20 29 0 0 0,27-35-79 0 0,1 0 1 0 0,1 0 0 0 0,0 1-1 0 0,1 0 1 0 0,0 1-1 0 0,1-1 1 0 0,1 1 0 0 0,-3 20-1 0 0,6-33-21 0 0,1 0-1 0 0,-1 0 1 0 0,1-1-1 0 0,0 1 0 0 0,0 0 1 0 0,0 0-1 0 0,0 0 0 0 0,0 0 1 0 0,0 0-1 0 0,1 0 1 0 0,-1 0-1 0 0,0-1 0 0 0,1 1 1 0 0,0 0-1 0 0,-1 0 0 0 0,1-1 1 0 0,0 1-1 0 0,0 0 1 0 0,0-1-1 0 0,0 1 0 0 0,0-1 1 0 0,0 1-1 0 0,1-1 0 0 0,-1 1 1 0 0,0-1-1 0 0,1 0 1 0 0,-1 0-1 0 0,1 0 0 0 0,-1 0 1 0 0,1 0-1 0 0,0 0 1 0 0,-1 0-1 0 0,1 0 0 0 0,0-1 1 0 0,0 1-1 0 0,0 0 0 0 0,-1-1 1 0 0,1 0-1 0 0,0 1 1 0 0,0-1-1 0 0,0 0 0 0 0,0 0 1 0 0,2 0-1 0 0,5-1-70 0 0,0 1-1 0 0,0-2 1 0 0,0 1-1 0 0,-1-1 1 0 0,1 0-1 0 0,-1-1 1 0 0,17-7-1 0 0,-1-3-105 0 0,0-1 0 0 0,0-1-1 0 0,-2-1 1 0 0,29-27 0 0 0,75-84-312 0 0,-68 61 247 0 0,91-134 0 0 0,-117 149 341 0 0,-2-3 0 0 0,-2 0 0 0 0,32-89 0 0 0,-58 138-49 0 0,15-52 602 0 0,-16 53-578 0 0,0-1 0 0 0,0 0 0 0 0,-1 1 0 0 0,0-1 0 0 0,1 0 0 0 0,-1 0 0 0 0,-1 1 0 0 0,1-1 0 0 0,-3-8 0 0 0,3 13-66 0 0,0-1-1 0 0,-1 1 1 0 0,1-1-1 0 0,0 1 1 0 0,-1-1 0 0 0,1 1-1 0 0,-1 0 1 0 0,1-1-1 0 0,-1 1 1 0 0,1 0-1 0 0,-1-1 1 0 0,1 1-1 0 0,-1 0 1 0 0,1-1 0 0 0,-1 1-1 0 0,0 0 1 0 0,1 0-1 0 0,-1 0 1 0 0,1 0-1 0 0,-1 0 1 0 0,0 0-1 0 0,1 0 1 0 0,-1 0-1 0 0,1 0 1 0 0,-1 0 0 0 0,0 0-1 0 0,1 0 1 0 0,-1 0-1 0 0,1 0 1 0 0,-2 1-1 0 0,-14 3 46 0 0,10-1-29 0 0,0 1 1 0 0,0-1-1 0 0,0 1 0 0 0,1 0 1 0 0,0 0-1 0 0,0 0 0 0 0,0 1 1 0 0,-8 9-1 0 0,-30 46 259 0 0,35-48-219 0 0,-14 23 78 0 0,1 2 0 0 0,2 0 0 0 0,1 2 0 0 0,2 0-1 0 0,2 0 1 0 0,1 2 0 0 0,3-1 0 0 0,-10 71 0 0 0,19-101-180 0 0,0 0 0 0 0,1 1 0 0 0,0-1 0 0 0,0 0 0 0 0,1 0 1 0 0,1 1-1 0 0,0-1 0 0 0,0 0 0 0 0,1-1 0 0 0,0 1 0 0 0,6 11 0 0 0,-5-15-370 0 0,0 1-1 0 0,0 0 1 0 0,1-1 0 0 0,0 0-1 0 0,0 0 1 0 0,1 0-1 0 0,0-1 1 0 0,0 0-1 0 0,0 0 1 0 0,0 0-1 0 0,1-1 1 0 0,0 0-1 0 0,0 0 1 0 0,15 5 0 0 0,-14-6-1106 0 0,1 0 0 0 0,0-1 0 0 0,0 0 0 0 0,16 2 0 0 0,11-1-5744 0 0</inkml:trace>
</inkml:ink>
</file>

<file path=ppt/ink/ink1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0:10.0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150 760 1992 0 0,'-22'16'2188'0'0,"0"1"-1"0"0,-21 20 1 0 0,35-29-1733 0 0,0 1 0 0 0,0 0 0 0 0,1 1 1 0 0,1-1-1 0 0,-1 1 0 0 0,2 1 0 0 0,-7 14 0 0 0,12-24-410 0 0,-1-1-1 0 0,1 1 0 0 0,0-1 1 0 0,0 1-1 0 0,0-1 0 0 0,0 1 1 0 0,0-1-1 0 0,0 1 0 0 0,0 0 1 0 0,0-1-1 0 0,0 1 0 0 0,0-1 1 0 0,0 1-1 0 0,0-1 0 0 0,0 1 1 0 0,0-1-1 0 0,0 1 0 0 0,1-1 1 0 0,-1 1-1 0 0,0-1 0 0 0,0 1 1 0 0,1-1-1 0 0,-1 1 0 0 0,0-1 0 0 0,1 1 1 0 0,-1-1-1 0 0,0 1 0 0 0,1-1 1 0 0,-1 0-1 0 0,1 1 0 0 0,-1-1 1 0 0,1 0-1 0 0,-1 1 0 0 0,1-1 1 0 0,-1 0-1 0 0,1 0 0 0 0,-1 1 1 0 0,2-1-1 0 0,18 4 612 0 0,-9-6-567 0 0,0 0-1 0 0,1 0 0 0 0,-1-1 0 0 0,0 0 1 0 0,-1-1-1 0 0,1 0 0 0 0,-1-1 0 0 0,0 0 1 0 0,12-9-1 0 0,0 0-19 0 0,0-2 0 0 0,34-33 0 0 0,-21 13-50 0 0,-2-2-1 0 0,-1-1 1 0 0,-2-2 0 0 0,-2-1 0 0 0,43-86 0 0 0,-39 59-64 0 0,-4-1 0 0 0,-3-1 1 0 0,21-95-1 0 0,-41 143 61 0 0,-2 13 32 0 0,0 0 0 0 0,-1 0-1 0 0,0 0 1 0 0,-1-1 0 0 0,-1 1 0 0 0,0-15-1 0 0,-1 15-24 0 0,1 10-21 0 0,-1 0-1 0 0,0 0 1 0 0,0 0-1 0 0,0 0 1 0 0,0 0 0 0 0,0 0-1 0 0,1 0 1 0 0,-1 0-1 0 0,0 0 1 0 0,0 0 0 0 0,0 1-1 0 0,0-1 1 0 0,1 0-1 0 0,-1 0 1 0 0,0 1-1 0 0,0-1 1 0 0,-1 1 0 0 0,2-1 0 0 0,-4 4 11 0 0,-1 0-1 0 0,1 0 0 0 0,0 0 0 0 0,0 0 1 0 0,1 1-1 0 0,-1-1 0 0 0,1 1 0 0 0,0 0 1 0 0,0 0-1 0 0,-3 7 0 0 0,-4 6 19 0 0,-23 39 115 0 0,3 2-1 0 0,2 1 1 0 0,3 1 0 0 0,2 1 0 0 0,3 1-1 0 0,3 1 1 0 0,-14 107 0 0 0,30-160-185 0 0,0-1 0 0 0,1 0 0 0 0,0 1 1 0 0,1-1-1 0 0,0 0 0 0 0,0 0 0 0 0,5 17 0 0 0,-5-24-122 0 0,0 0-1 0 0,1 0 1 0 0,-1 0-1 0 0,0 0 0 0 0,1 0 1 0 0,0 0-1 0 0,0-1 1 0 0,0 1-1 0 0,0 0 1 0 0,0-1-1 0 0,0 1 0 0 0,1-1 1 0 0,-1 0-1 0 0,1 0 1 0 0,0 0-1 0 0,0 0 1 0 0,-1-1-1 0 0,1 1 1 0 0,0-1-1 0 0,0 1 0 0 0,1-1 1 0 0,-1 0-1 0 0,0 0 1 0 0,0-1-1 0 0,0 1 1 0 0,1-1-1 0 0,4 1 0 0 0,1-1-611 0 0,-1 0 0 0 0,1-1-1 0 0,0 0 1 0 0,-1 0-1 0 0,1-1 1 0 0,-1 0-1 0 0,0-1 1 0 0,15-5-1 0 0,2-4-2367 0 0</inkml:trace>
</inkml:ink>
</file>

<file path=ppt/ink/ink1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0:10.7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155 425 1100 0 0,'30'-47'2017'0'0,"-3"-1"0"0"0,-1-2 0 0 0,-3 0 0 0 0,-2-1 0 0 0,17-66 1 0 0,-23 58 382 0 0,-15 57-2234 0 0,-33 49 450 0 0,-94 234 1766 0 0,22 12-1676 0 0,75-206-579 0 0,-9 34 201 0 0,39-116-190 0 0,3-5-60 0 0,11-13-62 0 0,21-29-254 0 0,-30 36 184 0 0,149-163-534 0 0,-132 149 548 0 0,0 1 1 0 0,1 0 0 0 0,1 2-1 0 0,1 1 1 0 0,46-22 0 0 0,-67 36 31 0 0,1 0 1 0 0,-1 1-1 0 0,1-1 1 0 0,0 1-1 0 0,0 0 1 0 0,0 0 0 0 0,-1 1-1 0 0,1-1 1 0 0,0 1-1 0 0,7 1 1 0 0,-10-1 6 0 0,0 1 0 0 0,1-1 0 0 0,-1 1 0 0 0,0-1 0 0 0,0 1 0 0 0,0 0 0 0 0,0 0 0 0 0,0 0 0 0 0,0 0 0 0 0,0 0 0 0 0,-1 0 0 0 0,1 1 0 0 0,0-1 0 0 0,0 1 0 0 0,-1-1 0 0 0,1 1 0 0 0,-1 0 0 0 0,0-1 0 0 0,1 1 0 0 0,-1 0 0 0 0,0 0 0 0 0,0 0 0 0 0,0 0 0 0 0,0 0 0 0 0,1 3 0 0 0,-1 2 4 0 0,1 0 1 0 0,-1 0-1 0 0,-1-1 1 0 0,1 1 0 0 0,-1 0-1 0 0,0 0 1 0 0,-1 0-1 0 0,-1 9 1 0 0,-16 56 75 0 0,8-33-50 0 0,3-11 3 0 0,3-13-7 0 0,0-1 0 0 0,1 1 0 0 0,-2 27 0 0 0,6-41-21 0 0,-1 1-1 0 0,0-1 1 0 0,0 0-1 0 0,0 0 0 0 0,1 0 1 0 0,-1 0-1 0 0,0 0 1 0 0,1 0-1 0 0,-1 0 0 0 0,1 0 1 0 0,-1 0-1 0 0,1 0 0 0 0,-1 0 1 0 0,1 0-1 0 0,0 0 1 0 0,0 0-1 0 0,-1 0 0 0 0,1-1 1 0 0,0 1-1 0 0,0 0 1 0 0,0-1-1 0 0,0 1 0 0 0,0 0 1 0 0,0-1-1 0 0,0 1 1 0 0,0-1-1 0 0,0 0 0 0 0,0 1 1 0 0,0-1-1 0 0,0 0 0 0 0,1 1 1 0 0,0-1-1 0 0,34 1 23 0 0,-34-1-22 0 0,11-2 1 0 0,0 0-1 0 0,0-1 0 0 0,0-1 0 0 0,0 0 0 0 0,-1 0 0 0 0,0-1 0 0 0,0-1 0 0 0,0 0 0 0 0,13-9 0 0 0,-1-2-11 0 0,0-1-1 0 0,41-40 1 0 0,-35 27-6 0 0,37-49 0 0 0,-55 64 15 0 0,-2 0-1 0 0,0 0 0 0 0,0-1 1 0 0,-2 0-1 0 0,11-30 0 0 0,-19 46-4 0 0,1-1 0 0 0,-1 1 0 0 0,0 0 0 0 0,1 0 1 0 0,-1 0-1 0 0,0-1 0 0 0,0 1 0 0 0,0 0 0 0 0,0-1 0 0 0,0 1 0 0 0,0 0 0 0 0,0 0 0 0 0,-1-3 0 0 0,1 4 2 0 0,0 0 0 0 0,-1-1 0 0 0,1 1 0 0 0,0 0 0 0 0,0-1 0 0 0,-1 1-1 0 0,1 0 1 0 0,0 0 0 0 0,-1-1 0 0 0,1 1 0 0 0,0 0 0 0 0,-1 0 0 0 0,1-1 0 0 0,0 1 0 0 0,-1 0-1 0 0,1 0 1 0 0,0 0 0 0 0,-1 0 0 0 0,1 0 0 0 0,0 0 0 0 0,-1 0 0 0 0,1-1 0 0 0,-1 1 0 0 0,1 0-1 0 0,0 0 1 0 0,-1 1 0 0 0,1-1 0 0 0,-1 0 0 0 0,-2 0 1 0 0,0 1 0 0 0,0 0 1 0 0,0 1-1 0 0,0-1 0 0 0,0 0 0 0 0,0 1 1 0 0,1-1-1 0 0,-1 1 0 0 0,-2 2 0 0 0,-4 4 5 0 0,1 0 0 0 0,0 0 0 0 0,1 1 0 0 0,0 0 0 0 0,0 0 0 0 0,1 0 0 0 0,-9 18 0 0 0,5-4 22 0 0,0-1 0 0 0,-9 36-1 0 0,16-47 3 0 0,0 0 0 0 0,1 0 0 0 0,0 1 0 0 0,1-1-1 0 0,1 0 1 0 0,0 22 0 0 0,0-30-20 0 0,1 1 1 0 0,0 0-1 0 0,-1-1 0 0 0,1 1 1 0 0,0-1-1 0 0,1 1 0 0 0,-1-1 1 0 0,1 1-1 0 0,-1-1 0 0 0,1 0 1 0 0,0 0-1 0 0,0 0 1 0 0,0 0-1 0 0,1 0 0 0 0,-1 0 1 0 0,1-1-1 0 0,-1 1 0 0 0,1-1 1 0 0,0 1-1 0 0,0-1 0 0 0,0 0 1 0 0,1 0-1 0 0,-1-1 0 0 0,6 3 1 0 0,-2-1-279 0 0,1-1 0 0 0,-1-1 0 0 0,1 1 0 0 0,-1-1 0 0 0,1-1 0 0 0,0 1 0 0 0,-1-1-1 0 0,1-1 1 0 0,0 1 0 0 0,10-3 0 0 0,-9 1-1339 0 0,0-1 0 0 0,0 1-1 0 0,0-2 1 0 0,15-7 0 0 0,0-3-4823 0 0</inkml:trace>
</inkml:ink>
</file>

<file path=ppt/ink/ink1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0:10.9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266 4 848 0 0,'-263'25'14333'0'0,"260"-25"-13914"0"0,8 0-464 0 0,170-22-8821 0 0,-131 15 4581 0 0</inkml:trace>
</inkml:ink>
</file>

<file path=ppt/ink/ink1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0:13.1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131 50 360 0 0,'1'-2'2364'0'0,"22"-45"12916"0"0,-33 74-13614 0 0,-99 227 824 0 0,103-239-2465 0 0,0 0-1 0 0,0 1 1 0 0,2 0-1 0 0,0 0 1 0 0,0 0-1 0 0,2 0 1 0 0,0 0-1 0 0,1 21 1 0 0,1-36-46 0 0,0 0 0 0 0,0-1 1 0 0,0 1-1 0 0,1 0 0 0 0,-1 0 1 0 0,0-1-1 0 0,1 1 0 0 0,-1-1 0 0 0,1 1 1 0 0,-1 0-1 0 0,1-1 0 0 0,-1 1 1 0 0,1-1-1 0 0,-1 1 0 0 0,1-1 0 0 0,-1 1 1 0 0,1-1-1 0 0,0 1 0 0 0,-1-1 1 0 0,1 0-1 0 0,0 1 0 0 0,0-1 1 0 0,-1 0-1 0 0,1 0 0 0 0,0 1 0 0 0,-1-1 1 0 0,1 0-1 0 0,0 0 0 0 0,0 0 1 0 0,0 0-1 0 0,-1 0 0 0 0,2 0 1 0 0,22-2-1155 0 0,-17 0 617 0 0,0 0-1 0 0,0 0 0 0 0,0-1 1 0 0,0 0-1 0 0,-1 0 1 0 0,1-1-1 0 0,-1 0 0 0 0,11-8 1 0 0,-4 0-2078 0 0,0 0-1 0 0,17-20 1 0 0,-9 8-2547 0 0</inkml:trace>
</inkml:ink>
</file>

<file path=ppt/ink/ink1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0:13.3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91 50 2148 0 0,'-10'-9'2016'0'0,"0"0"-57"0"0,0 1 0 0 0,-1 0-1 0 0,-12-7 1 0 0,21 14-1705 0 0,1 1-262 0 0,0 0 0 0 0,0 0 0 0 0,0 0-1 0 0,1 0 1 0 0,-1 1 0 0 0,0-1 0 0 0,0 0 0 0 0,0 0 0 0 0,0 0-1 0 0,0 1 1 0 0,0-1 0 0 0,0 0 0 0 0,1 1 0 0 0,-1-1 0 0 0,0 1-1 0 0,0-1 1 0 0,0 1 0 0 0,1 0 0 0 0,-1-1 0 0 0,0 1-1 0 0,1 0 1 0 0,-1-1 0 0 0,1 1 0 0 0,-1 0 0 0 0,0 0 0 0 0,1-1-1 0 0,0 1 1 0 0,-1 0 0 0 0,1 0 0 0 0,0 0 0 0 0,-1 1 0 0 0,0 2-869 0 0,1 0 1 0 0,-1 0 0 0 0,1 0 0 0 0,0 0 0 0 0,1 7-1 0 0,-1-9 544 0 0,0 8-3664 0 0</inkml:trace>
</inkml:ink>
</file>

<file path=ppt/ink/ink1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0:13.8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95 1 1296 0 0,'4'10'8734'0'0,"4"54"-2637"0"0,-4 0-3952 0 0,-4-47-2006 0 0,-1 0 0 0 0,0 0 0 0 0,-2 0 0 0 0,0-1 0 0 0,-9 30 0 0 0,2-21 8 0 0,0 0-1 0 0,-2-1 0 0 0,0 0 1 0 0,-22 30-1 0 0,33-52-129 0 0,0-2-16 0 0,1 0 0 0 0,-1 0 0 0 0,1 0 0 0 0,-1 0 0 0 0,1 0 0 0 0,-1 0 0 0 0,1 0 0 0 0,0-1 0 0 0,-1 1 0 0 0,1 0 0 0 0,-1 0 0 0 0,1 0 0 0 0,-1-1-1 0 0,1 1 1 0 0,0 0 0 0 0,-1 0 0 0 0,1-1 0 0 0,0 1 0 0 0,-1 0 0 0 0,1-1 0 0 0,0 1 0 0 0,-1-1 0 0 0,1 1 0 0 0,0 0 0 0 0,0-1 0 0 0,-1 1 0 0 0,1-1 0 0 0,0 1 0 0 0,0-1 0 0 0,0 1 0 0 0,0 0 0 0 0,0-1 0 0 0,-1 0 0 0 0,3-24 17 0 0,16-24-10 0 0,-17 47-9 0 0,10-23-8 0 0,0 1-1 0 0,2 0 1 0 0,1 1-1 0 0,1 1 1 0 0,1 0 0 0 0,0 1-1 0 0,2 1 1 0 0,1 1-1 0 0,0 0 1 0 0,1 1-1 0 0,1 1 1 0 0,31-19-1 0 0,-48 34 13 0 0,-1 0-1 0 0,1 0 0 0 0,0 0 0 0 0,1 1 0 0 0,-1-1 1 0 0,0 1-1 0 0,0 0 0 0 0,1 0 0 0 0,-1 0 0 0 0,0 1 1 0 0,1-1-1 0 0,-1 1 0 0 0,8 1 0 0 0,-10-1 4 0 0,0 1-1 0 0,0 0 1 0 0,0-1 0 0 0,0 1-1 0 0,1 0 1 0 0,-1 0 0 0 0,0 0-1 0 0,-1 0 1 0 0,1 1 0 0 0,0-1-1 0 0,0 0 1 0 0,0 1 0 0 0,-1-1-1 0 0,1 1 1 0 0,-1 0 0 0 0,1-1-1 0 0,-1 1 1 0 0,0 0 0 0 0,1 0-1 0 0,-1 0 1 0 0,0 0 0 0 0,0 0-1 0 0,-1 0 1 0 0,1 0 0 0 0,0 1-1 0 0,-1-1 1 0 0,1 4 0 0 0,1 4 30 0 0,-1 0 0 0 0,0 0 0 0 0,-1 0 0 0 0,0 0 0 0 0,-1 0 0 0 0,-3 16 0 0 0,-19 61 321 0 0,15-60-1845 0 0,-7 40 0 0 0,15-43-1496 0 0</inkml:trace>
</inkml:ink>
</file>

<file path=ppt/ink/ink1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0:14.9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80 2288 0 0,'16'-72'12845'0'0,"-15"69"-12182"0"0,0-2 832 0 0,0 11-554 0 0,-1-2-811 0 0,-13 158 2571 0 0,7-107-2347 0 0,1 98 0 0 0,5-149-349 0 0,5 36 46 0 0,-4-37-48 0 0,-1-1 1 0 0,1 0-1 0 0,0 0 1 0 0,0 1-1 0 0,1-1 1 0 0,-1 0-1 0 0,0 0 1 0 0,1 0-1 0 0,-1-1 1 0 0,1 1-1 0 0,0 0 0 0 0,-1 0 1 0 0,5 2-1 0 0,-5-4-8 0 0,0 1-1 0 0,-1-1 0 0 0,1 0 1 0 0,0 1-1 0 0,0-1 1 0 0,0 0-1 0 0,0 0 0 0 0,0 0 1 0 0,0 0-1 0 0,0 0 0 0 0,0 0 1 0 0,0 0-1 0 0,0 0 1 0 0,0 0-1 0 0,0 0 0 0 0,0 0 1 0 0,0-1-1 0 0,0 1 0 0 0,0 0 1 0 0,0-1-1 0 0,0 1 1 0 0,0-1-1 0 0,-1 1 0 0 0,2-1 1 0 0,18-15-220 0 0,-3-4 60 0 0,-2 0 0 0 0,-1-1 0 0 0,0 0 0 0 0,-1-1-1 0 0,15-38 1 0 0,0 3 47 0 0,-25 50 116 0 0,4-7-22 0 0,-1 1 1 0 0,2 0-1 0 0,0 0 1 0 0,0 0-1 0 0,2 1 0 0 0,-1 0 1 0 0,1 1-1 0 0,13-11 1 0 0,-22 21 21 0 0,0 0 1 0 0,1 1 0 0 0,-1-1 0 0 0,0 0 0 0 0,0 1 0 0 0,0-1 0 0 0,1 1 0 0 0,-1 0 0 0 0,0-1 0 0 0,1 1 0 0 0,-1 0 0 0 0,0 0 0 0 0,1 0 0 0 0,-1 0 0 0 0,1 0 0 0 0,-1 0 0 0 0,0 0 0 0 0,1 0 0 0 0,-1 0 0 0 0,2 1 0 0 0,0 1-3 0 0,1-1-1 0 0,-1 0 1 0 0,0 1 0 0 0,0 0 0 0 0,1 0-1 0 0,-1 0 1 0 0,3 3 0 0 0,4 5-11 0 0,0-1 0 0 0,15 21 0 0 0,-25-30 15 0 0,6 9-12 0 0,1-1-1 0 0,0 0 1 0 0,1 0 0 0 0,-1-1-1 0 0,1 0 1 0 0,1 0 0 0 0,-1-1-1 0 0,1 0 1 0 0,0-1 0 0 0,1 0-1 0 0,-1 0 1 0 0,1-1 0 0 0,0 0-1 0 0,0-1 1 0 0,0 0 0 0 0,20 3-1 0 0,-27-6-10 0 0,0 0 0 0 0,-1 0 0 0 0,1 0 0 0 0,0 0 0 0 0,-1 0 0 0 0,1 0 0 0 0,0-1-1 0 0,-1 1 1 0 0,1-1 0 0 0,-1 0 0 0 0,1 0 0 0 0,-1 0 0 0 0,1 0 0 0 0,-1 0 0 0 0,1 0-1 0 0,-1-1 1 0 0,0 1 0 0 0,0-1 0 0 0,0 1 0 0 0,0-1 0 0 0,0 0 0 0 0,0 0-1 0 0,0 0 1 0 0,0 0 0 0 0,-1 0 0 0 0,1-1 0 0 0,-1 1 0 0 0,0 0 0 0 0,0-1 0 0 0,1 1-1 0 0,-2-1 1 0 0,3-4 0 0 0,-2 2 4 0 0,0 0 0 0 0,0 0 0 0 0,0 0 0 0 0,-1 0 0 0 0,1 0 0 0 0,-1 0 0 0 0,0 0 0 0 0,-1-1 0 0 0,1 1 0 0 0,-1 0 0 0 0,0 0 0 0 0,-1 0 0 0 0,1 1-1 0 0,-1-1 1 0 0,-3-8 0 0 0,2 10 9 0 0,1 1 5 0 0,0 1 1 0 0,0-1-1 0 0,0 1 1 0 0,0-1-1 0 0,0 1 1 0 0,0 0-1 0 0,0 0 1 0 0,-1 0-1 0 0,1 0 0 0 0,0 1 1 0 0,-1-1-1 0 0,1 0 1 0 0,0 1-1 0 0,-1 0 1 0 0,1-1-1 0 0,-1 1 1 0 0,1 0-1 0 0,-1 1 1 0 0,1-1-1 0 0,-1 0 1 0 0,1 1-1 0 0,0-1 1 0 0,-1 1-1 0 0,1 0 1 0 0,0-1-1 0 0,-1 1 0 0 0,1 0 1 0 0,-4 3-1 0 0,3-3 5 0 0,-10 6-2 0 0,0 1 0 0 0,0 0-1 0 0,1 1 1 0 0,0 0 0 0 0,0 0-1 0 0,1 2 1 0 0,-19 21 0 0 0,14-12 2 0 0,1 0 0 0 0,1 0 0 0 0,1 2 1 0 0,-11 23-1 0 0,17-30 6 0 0,1 0 1 0 0,0 1-1 0 0,1 0 1 0 0,1 0-1 0 0,-3 20 1 0 0,6-31-1 0 0,1 0 0 0 0,0 0 0 0 0,0 1 0 0 0,0-1 0 0 0,1 0 0 0 0,-1 0 0 0 0,2 1-1 0 0,-1-1 1 0 0,2 5 0 0 0,-2-7-1 0 0,1 0-1 0 0,-1 0 0 0 0,1 0 1 0 0,0-1-1 0 0,0 1 1 0 0,0 0-1 0 0,0-1 0 0 0,0 0 1 0 0,0 1-1 0 0,1-1 0 0 0,-1 0 1 0 0,1 0-1 0 0,0 0 0 0 0,0 0 1 0 0,4 2-1 0 0,7 1-40 0 0,1 0 0 0 0,-1 0 0 0 0,1-2-1 0 0,-1 0 1 0 0,1 0 0 0 0,0-2 0 0 0,0 0 0 0 0,25-1-1 0 0,10-3-691 0 0,60-13 1 0 0,-86 11 453 0 0,0 0 1 0 0,0-2 0 0 0,-1-1-1 0 0,0-1 1 0 0,0 0 0 0 0,-1-2-1 0 0,-1-1 1 0 0,0 0 0 0 0,0-2-1 0 0,-1 0 1 0 0,-1-1 0 0 0,18-19-1 0 0,-24 20 372 0 0,0 0 0 0 0,-1 0-1 0 0,-1-1 1 0 0,0-1 0 0 0,-1 0 0 0 0,-1-1-1 0 0,0 0 1 0 0,-1 0 0 0 0,-1 0-1 0 0,-1-1 1 0 0,-1 0 0 0 0,0-1 0 0 0,-1 1-1 0 0,-1-1 1 0 0,-1 0 0 0 0,0-21-1 0 0,-1 36-39 0 0,-1-1-1 0 0,-1 1 0 0 0,1 0 1 0 0,-1-1-1 0 0,1 1 0 0 0,-1 0 1 0 0,0 0-1 0 0,-1-1 0 0 0,-2-5 1 0 0,3 8-9 0 0,-2 3-42 0 0,-1 0 0 0 0,1 0-1 0 0,-1 0 1 0 0,1 1 0 0 0,-1 0 0 0 0,1-1-1 0 0,0 1 1 0 0,0 0 0 0 0,0 0 0 0 0,0 1 0 0 0,0-1-1 0 0,0 1 1 0 0,1-1 0 0 0,-1 1 0 0 0,1 0-1 0 0,0 0 1 0 0,0 0 0 0 0,0 0 0 0 0,0 0-1 0 0,0 1 1 0 0,1-1 0 0 0,-2 6 0 0 0,1-5-6 0 0,0-1-1 0 0,1 1 1 0 0,0 0 0 0 0,0 0 0 0 0,0 0 0 0 0,0 0 0 0 0,0 0-1 0 0,1 0 1 0 0,0 0 0 0 0,0 0 0 0 0,0 0 0 0 0,0 0 0 0 0,1 0 0 0 0,-1 0-1 0 0,1 0 1 0 0,0 0 0 0 0,1 0 0 0 0,-1-1 0 0 0,0 1 0 0 0,5 7-1 0 0,-2-7-57 0 0,1 1-1 0 0,0-1 0 0 0,0 0 0 0 0,1 0 0 0 0,-1 0 0 0 0,1-1 0 0 0,0 0 0 0 0,0 0 0 0 0,0-1 0 0 0,0 1 0 0 0,0-1 0 0 0,1 0 0 0 0,-1-1 0 0 0,1 0 0 0 0,-1 0 0 0 0,1 0 1 0 0,11-1-1 0 0,2 0-121 0 0,0-1 1 0 0,0-1-1 0 0,0-1 1 0 0,31-8 0 0 0,-40 8 220 0 0,-1-1 0 0 0,0 0 1 0 0,-1 0-1 0 0,1 0 1 0 0,-1-1-1 0 0,0-1 0 0 0,0 0 1 0 0,0 0-1 0 0,-1-1 0 0 0,0 0 1 0 0,0 0-1 0 0,-1-1 1 0 0,0 1-1 0 0,0-2 0 0 0,-1 1 1 0 0,0-1-1 0 0,0 0 1 0 0,-1 0-1 0 0,-1-1 0 0 0,5-11 1 0 0,-8 20-28 0 0,-1 0 0 0 0,0 0 0 0 0,1 1 0 0 0,-1-1 0 0 0,0 0 0 0 0,0 0 0 0 0,1 0 1 0 0,-1 1-1 0 0,0-1 0 0 0,0 0 0 0 0,0 0 0 0 0,0 0 0 0 0,0 0 0 0 0,0 1 0 0 0,0-1 0 0 0,0 0 0 0 0,-1 0 1 0 0,1 0-1 0 0,0 0 0 0 0,0 1 0 0 0,-1-2 0 0 0,0 2-8 0 0,1-1 1 0 0,-1 1-1 0 0,1 0 0 0 0,-1 0 0 0 0,1-1 1 0 0,-1 1-1 0 0,1 0 0 0 0,-1 0 1 0 0,1 0-1 0 0,-1 0 0 0 0,0 0 0 0 0,1 0 1 0 0,-1 0-1 0 0,1 0 0 0 0,-1 0 0 0 0,1 0 1 0 0,-1 0-1 0 0,1 0 0 0 0,-1 0 1 0 0,0 1-1 0 0,1-1 0 0 0,-1 0 0 0 0,-3 2 7 0 0,0 0-1 0 0,1 0 1 0 0,-1 0-1 0 0,1 0 1 0 0,-1 0-1 0 0,1 0 1 0 0,-3 4-1 0 0,-28 36 434 0 0,1 1-1 0 0,-42 76 1 0 0,62-98-384 0 0,-33 59 147 0 0,41-69-200 0 0,0 0 0 0 0,1 0 0 0 0,0 0 1 0 0,0 1-1 0 0,-2 15 0 0 0,6-26-138 0 0,0 1 0 0 0,-1-1 1 0 0,1 1-1 0 0,0-1 0 0 0,0 1 0 0 0,0-1 0 0 0,0 1 0 0 0,0-1 0 0 0,0 1 0 0 0,1-1 0 0 0,-1 1 0 0 0,1-1 1 0 0,-1 1-1 0 0,1-1 0 0 0,-1 0 0 0 0,1 1 0 0 0,-1-1 0 0 0,1 0 0 0 0,0 1 0 0 0,0-1 0 0 0,0 0 0 0 0,0 0 1 0 0,0 0-1 0 0,0 0 0 0 0,2 2 0 0 0,-1-2-98 0 0,1 0 0 0 0,0 0-1 0 0,-1 0 1 0 0,1 0 0 0 0,0-1 0 0 0,0 1 0 0 0,-1-1 0 0 0,1 1 0 0 0,0-1-1 0 0,0 0 1 0 0,0 0 0 0 0,4-1 0 0 0,6-1-940 0 0,0-1-1 0 0,0 0 1 0 0,0-1-1 0 0,22-10 0 0 0,-5-1-1507 0 0</inkml:trace>
</inkml:ink>
</file>

<file path=ppt/ink/ink1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0:15.3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185 181 1144 0 0,'18'-12'1349'0'0,"50"-42"3273"0"0,-61 48-3997 0 0,0-1 0 0 0,-1 1-1 0 0,0-1 1 0 0,0-1 0 0 0,0 1-1 0 0,-1-1 1 0 0,4-9-1 0 0,-8 16-493 0 0,0-1 0 0 0,0 0-1 0 0,0 0 1 0 0,0 0 0 0 0,-1 0-1 0 0,1 0 1 0 0,-1 0 0 0 0,0-1-1 0 0,0 1 1 0 0,1 0 0 0 0,-1 0-1 0 0,0 0 1 0 0,-1-2 0 0 0,1 3-80 0 0,-1 0 1 0 0,1 0 0 0 0,0 0 0 0 0,-1 0 0 0 0,1 0-1 0 0,-1 0 1 0 0,1 1 0 0 0,-1-1 0 0 0,1 0-1 0 0,-1 0 1 0 0,1 1 0 0 0,-1-1 0 0 0,0 0 0 0 0,0 1-1 0 0,1-1 1 0 0,-1 1 0 0 0,0-1 0 0 0,0 1 0 0 0,0-1-1 0 0,-1 0 1 0 0,-1 0 2 0 0,-1 1 0 0 0,1-1 1 0 0,-1 1-1 0 0,1-1 0 0 0,-1 1 0 0 0,1 0 0 0 0,-1 0 0 0 0,1 1 0 0 0,-1-1 0 0 0,1 1 0 0 0,-1 0 1 0 0,1 0-1 0 0,-6 2 0 0 0,1 0-26 0 0,1 0 1 0 0,-1 0 0 0 0,1 1-1 0 0,0 0 1 0 0,0 1 0 0 0,0 0-1 0 0,1 0 1 0 0,-1 0 0 0 0,1 1-1 0 0,0-1 1 0 0,1 2 0 0 0,-1-1-1 0 0,-8 14 1 0 0,14-17-24 0 0,-1 0-1 0 0,1-1 1 0 0,-1 1 0 0 0,1 0-1 0 0,0 0 1 0 0,0-1 0 0 0,0 1-1 0 0,0 0 1 0 0,1 0-1 0 0,-1-1 1 0 0,1 1 0 0 0,0 0-1 0 0,-1-1 1 0 0,1 1 0 0 0,1-1-1 0 0,-1 1 1 0 0,2 2-1 0 0,5 12 24 0 0,20 28 0 0 0,-21-37 60 0 0,-1 2 1 0 0,0-1 0 0 0,0 1 0 0 0,-1 0 0 0 0,-1 0 0 0 0,0 0 0 0 0,0 1-1 0 0,2 12 1 0 0,-5-20 19 0 0,-1-1 0 0 0,0 1-1 0 0,0 0 1 0 0,-1 0-1 0 0,1 0 1 0 0,-1 0 0 0 0,1 0-1 0 0,-1-1 1 0 0,0 1 0 0 0,0 0-1 0 0,0 0 1 0 0,0-1 0 0 0,-1 1-1 0 0,1-1 1 0 0,-1 1 0 0 0,0-1-1 0 0,1 0 1 0 0,-1 0 0 0 0,0 1-1 0 0,0-1 1 0 0,0 0 0 0 0,-1-1-1 0 0,1 1 1 0 0,-4 2-1 0 0,-3 2 108 0 0,0-1 0 0 0,-1 0-1 0 0,0 0 1 0 0,0-1 0 0 0,-10 3-1 0 0,8-4-130 0 0,1-1-1 0 0,-1 0 1 0 0,0-1-1 0 0,0 0 0 0 0,0-1 1 0 0,0-1-1 0 0,0 1 1 0 0,-12-4-1 0 0,23 4-208 0 0,0 0 1 0 0,-1 0-1 0 0,1 0 1 0 0,0 0-1 0 0,-1-1 0 0 0,1 1 1 0 0,0 0-1 0 0,-1-1 1 0 0,1 1-1 0 0,0-1 0 0 0,0 1 1 0 0,-1-1-1 0 0,1 0 1 0 0,0 0-1 0 0,0 1 0 0 0,0-1 1 0 0,0 0-1 0 0,0 0 1 0 0,0 0-1 0 0,0 0 0 0 0,0 0 1 0 0,0 0-1 0 0,1 0 1 0 0,-1-1-1 0 0,0 1 0 0 0,1 0 1 0 0,-1 0-1 0 0,1-1 1 0 0,-1 1-1 0 0,1 0 0 0 0,-1-3 1 0 0,1 1-675 0 0,1-1 1 0 0,-1 1-1 0 0,1 0 0 0 0,0-1 1 0 0,0 1-1 0 0,0 0 0 0 0,0 0 1 0 0,0 0-1 0 0,1 0 1 0 0,-1 0-1 0 0,4-4 0 0 0,6-9-5082 0 0</inkml:trace>
</inkml:ink>
</file>

<file path=ppt/ink/ink1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0:15.8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224 74 2688 0 0,'4'7'9142'0'0,"-7"14"-6727"0"0,0-10-1767 0 0,2-1-1 0 0,-2 19 0 0 0,3-27-598 0 0,0 1 1 0 0,0 0 0 0 0,1-1 0 0 0,-1 1-1 0 0,1-1 1 0 0,-1 1 0 0 0,1-1 0 0 0,0 1-1 0 0,0-1 1 0 0,0 1 0 0 0,0-1 0 0 0,0 0-1 0 0,1 1 1 0 0,-1-1 0 0 0,1 0 0 0 0,1 2-1 0 0,-2-3 80 0 0,16 2 242 0 0,-12-4-351 0 0,0-1-1 0 0,0 0 1 0 0,0 0 0 0 0,-1 0 0 0 0,1-1 0 0 0,-1 0 0 0 0,1 0 0 0 0,-1 0 0 0 0,0 0 0 0 0,0 0 0 0 0,0-1 0 0 0,-1 0 0 0 0,1 0 0 0 0,-1 0 0 0 0,0 0 0 0 0,0 0 0 0 0,3-8 0 0 0,-1 4-8 0 0,-1-1 1 0 0,0 0-1 0 0,-1 0 1 0 0,0 0-1 0 0,0 0 1 0 0,-1-1 0 0 0,0 1-1 0 0,0 0 1 0 0,0-15-1 0 0,-2 23-12 0 0,0 0 1 0 0,0 0-1 0 0,0-1 0 0 0,0 1 0 0 0,-1 0 0 0 0,1 0 1 0 0,0 0-1 0 0,0 0 0 0 0,-1 0 0 0 0,1-1 0 0 0,0 1 0 0 0,-1 0 1 0 0,1 0-1 0 0,-1 0 0 0 0,0 0 0 0 0,1 0 0 0 0,-1 0 0 0 0,0 0 1 0 0,0 1-1 0 0,1-1 0 0 0,-1 0 0 0 0,0 0 0 0 0,0 0 0 0 0,0 1 1 0 0,0-1-1 0 0,-1 0 0 0 0,-1 0 3 0 0,1 0-1 0 0,-1 1 1 0 0,1-1 0 0 0,-1 1 0 0 0,1 0 0 0 0,-1-1-1 0 0,0 1 1 0 0,1 1 0 0 0,-1-1 0 0 0,0 0 0 0 0,-3 1 0 0 0,-7 3 40 0 0,0-1 0 0 0,1 2 0 0 0,-23 10 1 0 0,11-2 123 0 0,0 0 0 0 0,1 2 1 0 0,-42 34-1 0 0,55-40-127 0 0,0 0 0 0 0,1 1 0 0 0,0 0-1 0 0,1 1 1 0 0,0-1 0 0 0,0 1 0 0 0,1 1 0 0 0,1 0 0 0 0,0 0 0 0 0,-5 15 0 0 0,9-22-20 0 0,1 0 0 0 0,0 0 1 0 0,0 0-1 0 0,0-1 0 0 0,1 1 0 0 0,-1 0 1 0 0,1 0-1 0 0,0 0 0 0 0,1 0 1 0 0,-1 0-1 0 0,1 0 0 0 0,0 0 0 0 0,0 0 1 0 0,1 0-1 0 0,-1-1 0 0 0,1 1 1 0 0,0 0-1 0 0,0-1 0 0 0,1 0 0 0 0,-1 1 1 0 0,1-1-1 0 0,0 0 0 0 0,5 4 1 0 0,-1-1 2 0 0,0 0 0 0 0,0-1 0 0 0,1-1 0 0 0,0 1 1 0 0,0-1-1 0 0,0 0 0 0 0,1-1 0 0 0,0 0 1 0 0,0-1-1 0 0,0 1 0 0 0,11 1 0 0 0,3 1 40 0 0,0-2 0 0 0,1 0-1 0 0,0-2 1 0 0,33 0 0 0 0,-44-3-450 0 0,0 0-1 0 0,-1-1 1 0 0,25-6 0 0 0,-28 5-468 0 0,-1 0 1 0 0,0 0-1 0 0,0-1 1 0 0,-1 0-1 0 0,1 0 1 0 0,11-10 0 0 0,-5-2-4928 0 0</inkml:trace>
</inkml:ink>
</file>

<file path=ppt/ink/ink1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0:16.9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332 297 1132 0 0,'-32'-84'16220'0'0,"29"80"-15558"0"0,3 4-644 0 0,0 0 0 0 0,0 0 0 0 0,0 0 0 0 0,0-1 0 0 0,0 1 0 0 0,0 0 0 0 0,0 0 0 0 0,0-1 0 0 0,-1 1 0 0 0,1 0 0 0 0,0 0 0 0 0,0 0 1 0 0,0 0-1 0 0,0-1 0 0 0,0 1 0 0 0,0 0 0 0 0,-1 0 0 0 0,1 0 0 0 0,0 0 0 0 0,0 0 0 0 0,0-1 0 0 0,-1 1 0 0 0,1 0 0 0 0,0 0 0 0 0,0 0 0 0 0,0 0 0 0 0,-1 0 0 0 0,1 0 0 0 0,0 0 0 0 0,0 0 0 0 0,0 0 0 0 0,-1 0 0 0 0,1 0 0 0 0,0 0 0 0 0,0 0 0 0 0,0 0 0 0 0,-1 0 0 0 0,1 0 0 0 0,0 0 0 0 0,0 0 0 0 0,-1 0 0 0 0,1 0 0 0 0,-9 4 70 0 0,0-1-1 0 0,1 2 0 0 0,0-1 1 0 0,0 1-1 0 0,0 1 1 0 0,0-1-1 0 0,1 1 1 0 0,0 1-1 0 0,-13 13 1 0 0,-53 72 138 0 0,2 13-89 0 0,61-88-113 0 0,0 1 0 0 0,2 1 0 0 0,0-1 0 0 0,-6 26 0 0 0,13-43-17 0 0,1 0 0 0 0,-1 1 1 0 0,1-1-1 0 0,-1 1 0 0 0,1-1 0 0 0,0 1 1 0 0,0 0-1 0 0,0-1 0 0 0,0 1 1 0 0,0-1-1 0 0,0 1 0 0 0,0-1 1 0 0,0 1-1 0 0,0-1 0 0 0,1 1 1 0 0,-1-1-1 0 0,1 1 0 0 0,-1-1 1 0 0,1 1-1 0 0,0-1 0 0 0,-1 0 1 0 0,1 1-1 0 0,0-1 0 0 0,0 0 1 0 0,0 0-1 0 0,0 1 0 0 0,0-1 1 0 0,0 0-1 0 0,2 1 0 0 0,0-1 0 0 0,0 0 0 0 0,0 0 0 0 0,0 0 0 0 0,0 0 0 0 0,0 0 0 0 0,0-1 0 0 0,0 1 0 0 0,0-1 0 0 0,0 0 0 0 0,1 0 0 0 0,-1 0 0 0 0,0 0 0 0 0,0-1 0 0 0,4 0 0 0 0,6-2 3 0 0,0 0-1 0 0,0-1 0 0 0,0 0 1 0 0,-1-1-1 0 0,0 0 1 0 0,0-1-1 0 0,0-1 0 0 0,0 0 1 0 0,-1 0-1 0 0,-1-1 0 0 0,1-1 1 0 0,10-11-1 0 0,-9 8-5 0 0,-2-1 0 0 0,1 0 0 0 0,-2-1-1 0 0,0 0 1 0 0,0 0 0 0 0,-2-1 0 0 0,0 0 0 0 0,0 0-1 0 0,6-24 1 0 0,-8 18 3 0 0,0 0-1 0 0,3-31 1 0 0,-7 43-12 0 0,-1 1-1 0 0,0-1 1 0 0,0 1 0 0 0,-1-1-1 0 0,0 0 1 0 0,0 1 0 0 0,-1 0 0 0 0,0-1-1 0 0,-4-8 1 0 0,5 15 0 0 0,0 0 1 0 0,1 0-1 0 0,-1 0 0 0 0,0 0 1 0 0,-1 0-1 0 0,1 1 1 0 0,0-1-1 0 0,-1 0 1 0 0,1 1-1 0 0,0-1 0 0 0,-1 1 1 0 0,0 0-1 0 0,1-1 1 0 0,-1 1-1 0 0,0 0 0 0 0,0 0 1 0 0,0 0-1 0 0,1 0 1 0 0,-5-1-1 0 0,4 2 3 0 0,-1 0 0 0 0,0-1 0 0 0,0 1 0 0 0,0 0 0 0 0,0 0 0 0 0,0 1 1 0 0,0-1-1 0 0,0 0 0 0 0,0 1 0 0 0,0 0 0 0 0,0 0 0 0 0,-3 1 0 0 0,-4 3 0 0 0,1 0-1 0 0,0 0 1 0 0,0 1-1 0 0,1 0 1 0 0,-1 1-1 0 0,-13 14 1 0 0,9-7-2 0 0,0 1 0 0 0,1 1 0 0 0,1 0 0 0 0,-14 25 0 0 0,22-34 4 0 0,-1-1 0 0 0,1 1 1 0 0,0 0-1 0 0,1 0 0 0 0,0 0 1 0 0,0 0-1 0 0,0 1 0 0 0,1-1 1 0 0,0 0-1 0 0,1 1 0 0 0,-1-1 1 0 0,1 1-1 0 0,1-1 0 0 0,2 14 1 0 0,-2-18 1 0 0,0-1 0 0 0,0 0 1 0 0,1 1-1 0 0,-1-1 0 0 0,1 0 1 0 0,0 0-1 0 0,-1 0 1 0 0,1 0-1 0 0,0 0 0 0 0,0 0 1 0 0,0-1-1 0 0,0 1 0 0 0,1-1 1 0 0,-1 1-1 0 0,0-1 1 0 0,1 0-1 0 0,-1 0 0 0 0,1 0 1 0 0,-1 0-1 0 0,1 0 0 0 0,-1 0 1 0 0,1-1-1 0 0,0 0 1 0 0,4 1-1 0 0,7 0-3 0 0,0 0 0 0 0,0-1-1 0 0,21-3 1 0 0,-5 0-13 0 0,0-2 0 0 0,0-1 0 0 0,0-1 0 0 0,-1-2 0 0 0,0-1 0 0 0,-1-1-1 0 0,0-1 1 0 0,0-2 0 0 0,-1 0 0 0 0,-1-2 0 0 0,-1-1 0 0 0,0-1 0 0 0,-2-1 0 0 0,0-2 0 0 0,-1 0-1 0 0,0-1 1 0 0,21-30 0 0 0,-19 19 34 0 0,-1-1-1 0 0,-2-1 0 0 0,25-57 1 0 0,-45 89-28 0 0,2-2 2 0 0,-17 32 46 0 0,-18 48-1 0 0,18-40 6 0 0,-162 443 866 0 0,156-417-794 0 0,-132 444 657 0 0,143-470-750 0 0,-4 22 73 0 0,-3-1 1 0 0,-2-1-1 0 0,-31 64 0 0 0,47-114-84 0 0,-1-1-1 0 0,1 0 1 0 0,-1 1 0 0 0,0-1 0 0 0,0 0-1 0 0,-1-1 1 0 0,1 1 0 0 0,-1-1-1 0 0,0 1 1 0 0,1-1 0 0 0,-2 0 0 0 0,1 0-1 0 0,0-1 1 0 0,0 0 0 0 0,-1 1-1 0 0,0-1 1 0 0,1 0 0 0 0,-11 2-1 0 0,9-3-6 0 0,-1-1 0 0 0,1 1 0 0 0,-1-1-1 0 0,1-1 1 0 0,-1 1 0 0 0,1-1-1 0 0,0 0 1 0 0,-1 0 0 0 0,1-1-1 0 0,0 0 1 0 0,-1 0 0 0 0,1 0-1 0 0,0-1 1 0 0,-7-4 0 0 0,4 1 17 0 0,-1 0 1 0 0,1 0-1 0 0,0-1 1 0 0,0 0-1 0 0,1-1 1 0 0,0 0-1 0 0,1 0 1 0 0,-1-1-1 0 0,2 0 0 0 0,-1 0 1 0 0,-6-13-1 0 0,9 15-3 0 0,1-1-1 0 0,0 0 0 0 0,0 0 1 0 0,0 0-1 0 0,1-1 0 0 0,1 1 1 0 0,-1 0-1 0 0,1-1 0 0 0,0 1 1 0 0,1-1-1 0 0,0 1 0 0 0,1-1 1 0 0,0 1-1 0 0,0-1 0 0 0,4-13 1 0 0,3-1-34 0 0,2 0 1 0 0,0 0 0 0 0,1 1-1 0 0,2 1 1 0 0,0 0 0 0 0,1 1-1 0 0,1 0 1 0 0,1 1 0 0 0,0 1 0 0 0,31-26-1 0 0,1 4-431 0 0,2 2-1 0 0,2 2 1 0 0,56-29-1 0 0,85-34-3931 0 0,-60 40-5704 0 0,-108 47 5302 0 0</inkml:trace>
</inkml:ink>
</file>

<file path=ppt/ink/ink1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0:17.7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138 700 1296 0 0,'-7'7'1631'0'0,"0"1"0"0"0,0 0 0 0 0,-5 9 1 0 0,9-13-1234 0 0,0 1 0 0 0,1 0 0 0 0,-1 1 0 0 0,1-1 0 0 0,0 0 0 0 0,0 1 0 0 0,1-1 0 0 0,0 1 1 0 0,0-1-1 0 0,0 1 0 0 0,1 8 0 0 0,0-14-362 0 0,0 0-1 0 0,0 1 1 0 0,0-1 0 0 0,1 0 0 0 0,-1 1 0 0 0,0-1-1 0 0,0 0 1 0 0,1 1 0 0 0,-1-1 0 0 0,0 0-1 0 0,1 0 1 0 0,-1 1 0 0 0,0-1 0 0 0,1 0 0 0 0,-1 0-1 0 0,0 0 1 0 0,1 1 0 0 0,-1-1 0 0 0,0 0-1 0 0,1 0 1 0 0,-1 0 0 0 0,1 0 0 0 0,-1 0 0 0 0,0 0-1 0 0,1 0 1 0 0,-1 0 0 0 0,1 0 0 0 0,-1 0-1 0 0,0 0 1 0 0,1 0 0 0 0,-1 0 0 0 0,0 0 0 0 0,1 0-1 0 0,-1 0 1 0 0,1 0 0 0 0,-1-1 0 0 0,0 1 0 0 0,1 0-1 0 0,16-6 354 0 0,-5-1-274 0 0,-1-1 0 0 0,0 0 0 0 0,0-1 0 0 0,-1 0 0 0 0,0 0 0 0 0,9-12 0 0 0,49-69 61 0 0,134-215-111 0 0,-10 12-302 0 0,-189 288 221 0 0,1-1-1 0 0,0 1 1 0 0,0 0 0 0 0,0 1 0 0 0,0-1 0 0 0,1 1 0 0 0,0-1 0 0 0,0 1 0 0 0,6-3-1 0 0,-11 7 17 0 0,0 0-1 0 0,1-1 1 0 0,-1 1-1 0 0,1 0 1 0 0,-1 0-1 0 0,0 0 0 0 0,1 0 1 0 0,-1 0-1 0 0,1 0 1 0 0,-1 0-1 0 0,1 0 1 0 0,-1 0-1 0 0,0 0 1 0 0,1 1-1 0 0,-1-1 0 0 0,1 0 1 0 0,-1 0-1 0 0,0 0 1 0 0,1 0-1 0 0,-1 1 1 0 0,0-1-1 0 0,1 0 1 0 0,-1 0-1 0 0,0 1 0 0 0,1-1 1 0 0,-1 0-1 0 0,0 0 1 0 0,1 1-1 0 0,-1-1 1 0 0,0 0-1 0 0,0 1 1 0 0,1 0-1 0 0,5 10 2 0 0,-6-10-3 0 0,2 5 23 0 0,0 1 0 0 0,0-1 0 0 0,0 1 0 0 0,-1-1 0 0 0,0 1 0 0 0,-1 0 0 0 0,0 13 0 0 0,-7 50 143 0 0,3-36-75 0 0,-59 309 514 0 0,58-319-543 0 0,2-10 113 0 0,0 0 0 0 0,-8 22 0 0 0,11-35-163 0 0,0-1 0 0 0,-1 0 0 0 0,1 1 0 0 0,0-1-1 0 0,0 1 1 0 0,0-1 0 0 0,0 0 0 0 0,-1 1 0 0 0,1-1 0 0 0,0 0 0 0 0,0 1 0 0 0,-1-1 0 0 0,1 0 0 0 0,0 1 0 0 0,0-1 0 0 0,-1 0 0 0 0,1 0-1 0 0,0 1 1 0 0,-1-1 0 0 0,1 0 0 0 0,0 0 0 0 0,-1 0 0 0 0,1 1 0 0 0,-1-1 0 0 0,1 0 0 0 0,0 0 0 0 0,-1 0 0 0 0,1 0 0 0 0,-1 0 0 0 0,1 0-1 0 0,0 0 1 0 0,-1 0 0 0 0,1 0 0 0 0,-1 0 0 0 0,0 0 0 0 0,-13-12 105 0 0,-8-27-102 0 0,21 35 17 0 0,-32-61-25 0 0,-2 1-1 0 0,-46-63 1 0 0,69 110-19 0 0,-2 0 1 0 0,0 1-1 0 0,0 0 1 0 0,-2 1-1 0 0,0 1 0 0 0,0 0 1 0 0,-1 1-1 0 0,-1 1 1 0 0,0 1-1 0 0,-1 0 0 0 0,-34-13 1 0 0,43 21 8 0 0,1 1 1 0 0,-1 0-1 0 0,0 0 1 0 0,1 1 0 0 0,-1 1-1 0 0,0 0 1 0 0,0 0-1 0 0,0 1 1 0 0,1 0-1 0 0,-18 4 1 0 0,22-4 9 0 0,0 0 0 0 0,0 1 1 0 0,1-1-1 0 0,-1 1 1 0 0,0 0-1 0 0,1 0 0 0 0,-1 1 1 0 0,1-1-1 0 0,0 1 1 0 0,0 0-1 0 0,0 0 0 0 0,0 1 1 0 0,1-1-1 0 0,-1 1 0 0 0,1 0 1 0 0,0-1-1 0 0,0 1 1 0 0,0 1-1 0 0,0-1 0 0 0,1 0 1 0 0,0 1-1 0 0,-3 9 1 0 0,4-13-3 0 0,0 1 1 0 0,1 0 0 0 0,0 0 0 0 0,0 0 0 0 0,-1 0 0 0 0,1 0 0 0 0,0 0-1 0 0,1 0 1 0 0,-1 0 0 0 0,0 0 0 0 0,0 0 0 0 0,1 0 0 0 0,-1 0 0 0 0,1 0-1 0 0,0 0 1 0 0,0-1 0 0 0,-1 1 0 0 0,1 0 0 0 0,2 3 0 0 0,0-3 3 0 0,-1 1 0 0 0,1-1 0 0 0,-1 0 0 0 0,1 0 1 0 0,0 0-1 0 0,-1 0 0 0 0,1-1 0 0 0,0 1 0 0 0,0-1 1 0 0,6 3-1 0 0,6 0-42 0 0,0-1 0 0 0,0-1 1 0 0,0 0-1 0 0,16 0 0 0 0,-29-1 14 0 0,52 0-1033 0 0,0-2 1 0 0,0-2-1 0 0,58-11 1 0 0,66-29-6442 0 0,-149 35 4593 0 0</inkml:trace>
</inkml:ink>
</file>

<file path=ppt/ink/ink1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0:18.5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376 125 1952 0 0,'4'-6'1344'0'0,"0"0"0"0"0,-1 0 0 0 0,0 0-1 0 0,0-1 1 0 0,-1 0 0 0 0,2-9 0 0 0,-3 12-940 0 0,0 0 0 0 0,0 0 0 0 0,-1 0 0 0 0,0 0 0 0 0,0-1 0 0 0,0 1 0 0 0,0 0 0 0 0,-1 0 0 0 0,1 0 0 0 0,-1 0 0 0 0,-2-5 0 0 0,3 8-364 0 0,0 0 0 0 0,-1 0 0 0 0,1 0 0 0 0,-1 0 0 0 0,1 1 0 0 0,-1-1 0 0 0,0 0 0 0 0,1 0 0 0 0,-1 0 0 0 0,0 0 0 0 0,0 1 0 0 0,1-1 0 0 0,-1 0 0 0 0,0 1 0 0 0,0-1 0 0 0,0 1 0 0 0,0-1 0 0 0,0 1 0 0 0,0-1 0 0 0,0 1 0 0 0,-2-1 0 0 0,1 1-6 0 0,-1 0 1 0 0,0-1-1 0 0,1 1 1 0 0,-1 0-1 0 0,0 0 1 0 0,1 1-1 0 0,-1-1 1 0 0,-4 1-1 0 0,-2 2 14 0 0,0 0 0 0 0,0 1 1 0 0,-16 8-1 0 0,-4 5-20 0 0,1 2 1 0 0,1 1 0 0 0,1 1-1 0 0,1 1 1 0 0,0 1 0 0 0,2 1-1 0 0,1 1 1 0 0,1 1 0 0 0,-29 47-1 0 0,46-65-18 0 0,0-1-1 0 0,1 1 1 0 0,-5 14-1 0 0,7-20-19 0 0,0 0 0 0 0,1 0 1 0 0,-1 0-1 0 0,1-1 0 0 0,0 1 0 0 0,0 0 0 0 0,-1 0 0 0 0,1 0 0 0 0,0 0 0 0 0,1 0 0 0 0,-1 0 0 0 0,0 0 0 0 0,1 0 1 0 0,-1-1-1 0 0,1 1 0 0 0,-1 0 0 0 0,1 0 0 0 0,0 0 0 0 0,0-1 0 0 0,0 1 0 0 0,1 2 0 0 0,1-2-50 0 0,-1 0 0 0 0,1-1-1 0 0,-1 1 1 0 0,1-1 0 0 0,0 0-1 0 0,0 0 1 0 0,0 0 0 0 0,-1 0-1 0 0,1 0 1 0 0,0-1 0 0 0,0 1-1 0 0,0-1 1 0 0,0 0 0 0 0,0 1-1 0 0,0-2 1 0 0,0 1 0 0 0,0 0-1 0 0,0 0 1 0 0,0-1 0 0 0,0 0-1 0 0,0 0 1 0 0,0 0 0 0 0,4-1-1 0 0,6-3-95 0 0,1-1 0 0 0,-1-1 1 0 0,16-9-1 0 0,-5-2 89 0 0,0-1 0 0 0,-1-1 0 0 0,-1-1 0 0 0,-1-1 1 0 0,28-36-1 0 0,11-13 338 0 0,-22 25 157 0 0,-36 44-400 0 0,-2 2-20 0 0,1 0 0 0 0,-1 0 0 0 0,1 0 1 0 0,-1 0-1 0 0,1 0 0 0 0,0 0 0 0 0,-1 0 1 0 0,1 0-1 0 0,-1 0 0 0 0,1 0 0 0 0,-1 1 0 0 0,1-1 1 0 0,0 0-1 0 0,-1 0 0 0 0,1 0 0 0 0,-1 1 1 0 0,1-1-1 0 0,-1 0 0 0 0,1 1 0 0 0,-1-1 1 0 0,1 1-1 0 0,0 15 128 0 0,-4 8-55 0 0,-1 0 0 0 0,-9 32 0 0 0,-4 20-16 0 0,16-73-162 0 0,-1 11-427 0 0,0-1 1 0 0,1 26 0 0 0,1-37 122 0 0,0 1 1 0 0,0 0-1 0 0,1 0 1 0 0,-1-1-1 0 0,1 1 0 0 0,-1 0 1 0 0,1-1-1 0 0,0 1 0 0 0,0-1 1 0 0,0 1-1 0 0,1-1 1 0 0,-1 1-1 0 0,0-1 0 0 0,1 0 1 0 0,0 0-1 0 0,-1 1 0 0 0,1-1 1 0 0,0 0-1 0 0,0-1 1 0 0,3 4-1 0 0</inkml:trace>
</inkml:ink>
</file>

<file path=ppt/ink/ink1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0:18.9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1 160 892 0 0,'17'-23'2866'0'0,"-9"12"-1859"0"0,0 0-1 0 0,0 1 1 0 0,1 0 0 0 0,1 1 0 0 0,-1 0-1 0 0,17-11 1 0 0,-25 19-945 0 0,0 0 0 0 0,1 1 0 0 0,-1-1 0 0 0,0 0 0 0 0,0 1 0 0 0,1-1 0 0 0,-1 1 0 0 0,1 0 0 0 0,-1-1 0 0 0,0 1 0 0 0,1 0 0 0 0,-1 0 0 0 0,1 0 0 0 0,-1 0 0 0 0,1 0 0 0 0,-1 0 0 0 0,0 0 0 0 0,1 0 0 0 0,-1 1 0 0 0,1-1 0 0 0,-1 0 0 0 0,0 1 0 0 0,1-1 0 0 0,-1 1 0 0 0,0 0 0 0 0,1-1 0 0 0,-1 1 1 0 0,0 0-1 0 0,0 0 0 0 0,0 0 0 0 0,0 0 0 0 0,0 0 0 0 0,0 0 0 0 0,0 0 0 0 0,0 0 0 0 0,0 0 0 0 0,1 3 0 0 0,1 0 116 0 0,-1 1 0 0 0,0 0 1 0 0,0-1-1 0 0,0 1 0 0 0,-1 0 1 0 0,1 0-1 0 0,-1 0 0 0 0,1 10 1 0 0,-2-2 3 0 0,0 0 1 0 0,-1 0-1 0 0,0 1 1 0 0,-1-2-1 0 0,-1 1 0 0 0,0 0 1 0 0,-1 0-1 0 0,0-1 1 0 0,-1 0-1 0 0,0 0 1 0 0,-1 0-1 0 0,0-1 1 0 0,-1 0-1 0 0,0 0 1 0 0,-1 0-1 0 0,0-1 1 0 0,-16 15-1 0 0,23-24-161 0 0,1 0 0 0 0,-1 0-1 0 0,1-1 1 0 0,-1 1 0 0 0,0 0 0 0 0,1-1 0 0 0,-1 1 0 0 0,0 0-1 0 0,0-1 1 0 0,1 1 0 0 0,-1-1 0 0 0,0 1 0 0 0,0-1-1 0 0,0 0 1 0 0,0 1 0 0 0,0-1 0 0 0,1 0 0 0 0,-1 0 0 0 0,0 1-1 0 0,0-1 1 0 0,0 0 0 0 0,0 0 0 0 0,0 0 0 0 0,0 0 0 0 0,0 0-1 0 0,0 0 1 0 0,0-1 0 0 0,0 1 0 0 0,0 0 0 0 0,0 0-1 0 0,0-1 1 0 0,1 1 0 0 0,-3-1 0 0 0,2 0-4 0 0,0 0-1 0 0,0-1 1 0 0,0 1-1 0 0,0 0 1 0 0,1 0 0 0 0,-1-1-1 0 0,0 1 1 0 0,1 0-1 0 0,-1-1 1 0 0,1 1 0 0 0,-1-1-1 0 0,1 1 1 0 0,-1 0-1 0 0,1-1 1 0 0,0 1 0 0 0,0-1-1 0 0,0 1 1 0 0,0-1-1 0 0,0-1 1 0 0,2-8-3 0 0,0 1 1 0 0,0-1-1 0 0,1 1 0 0 0,0-1 1 0 0,1 1-1 0 0,0 0 0 0 0,1 0 1 0 0,11-18-1 0 0,-2 8-30 0 0,0 1 1 0 0,1 1-1 0 0,18-19 0 0 0,-15 19-10 0 0,2 0-1 0 0,0 1 1 0 0,40-26 0 0 0,-53 39 18 0 0,-1 0 0 0 0,1 0 1 0 0,0 1-1 0 0,1 0 1 0 0,-1 0-1 0 0,0 1 0 0 0,1 0 1 0 0,0 0-1 0 0,-1 1 1 0 0,1 0-1 0 0,0 0 1 0 0,0 0-1 0 0,-1 1 0 0 0,1 1 1 0 0,0-1-1 0 0,0 1 1 0 0,9 3-1 0 0,-14-3 10 0 0,0 0 1 0 0,0 0-1 0 0,0 0 1 0 0,0 1-1 0 0,0-1 0 0 0,0 1 1 0 0,0 0-1 0 0,-1 0 0 0 0,1 0 1 0 0,-1 0-1 0 0,0 1 0 0 0,1-1 1 0 0,-1 1-1 0 0,0-1 1 0 0,0 1-1 0 0,2 4 0 0 0,-2-2 8 0 0,0 0-1 0 0,0 0 0 0 0,0 1 0 0 0,-1-1 1 0 0,0 0-1 0 0,0 1 0 0 0,0-1 1 0 0,0 12-1 0 0,-2 0 10 0 0,-1 1 1 0 0,0-1-1 0 0,-1 0 1 0 0,-1 0-1 0 0,-7 19 1 0 0,-17 53-4626 0 0,28-87 4226 0 0,-1-1 1 0 0,1 1-1 0 0,0-1 1 0 0,0 1-1 0 0,0-1 1 0 0,0 1-1 0 0,0-1 0 0 0,0 1 1 0 0,0-1-1 0 0,0 0 1 0 0,1 1-1 0 0,-1-1 0 0 0,1 1 1 0 0,-1-1-1 0 0,1 0 1 0 0,-1 1-1 0 0,1-1 1 0 0,1 2-1 0 0</inkml:trace>
</inkml:ink>
</file>

<file path=ppt/ink/ink1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0:19.5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446 526 2836 0 0,'1'-4'503'0'0,"1"1"1"0"0,-1-1-1 0 0,1 1 0 0 0,-1-1 0 0 0,0 1 0 0 0,0-1 0 0 0,-1 0 0 0 0,1 1 1 0 0,-1-1-1 0 0,1 0 0 0 0,-1 0 0 0 0,-1 1 0 0 0,1-1 0 0 0,0 0 0 0 0,-1 1 1 0 0,0-1-1 0 0,0 0 0 0 0,0 1 0 0 0,-2-6 0 0 0,1 6-393 0 0,1 1-1 0 0,-1-1 0 0 0,0 1 1 0 0,0 0-1 0 0,0 0 1 0 0,0 0-1 0 0,0 0 0 0 0,0 0 1 0 0,-1 0-1 0 0,1 0 1 0 0,-1 1-1 0 0,1-1 1 0 0,-1 1-1 0 0,0 0 0 0 0,1 0 1 0 0,-1 0-1 0 0,0 0 1 0 0,0 0-1 0 0,0 1 1 0 0,0-1-1 0 0,0 1 0 0 0,0 0 1 0 0,0-1-1 0 0,0 1 1 0 0,-3 1-1 0 0,-11 1 64 0 0,0 0 0 0 0,0 2 0 0 0,1 0 0 0 0,-1 0 0 0 0,1 2 0 0 0,0 0 0 0 0,1 1 0 0 0,0 0 0 0 0,0 1 0 0 0,0 1 0 0 0,-18 14 0 0 0,14-8-104 0 0,1 0-1 0 0,1 2 1 0 0,0 0 0 0 0,1 0 0 0 0,1 2 0 0 0,0 0 0 0 0,-18 32-1 0 0,29-44-51 0 0,1-1 1 0 0,0 1-1 0 0,1-1 0 0 0,-1 1 0 0 0,1 0 0 0 0,-2 13 0 0 0,4-18-9 0 0,0-1 0 0 0,-1 1 0 0 0,1 0 0 0 0,0-1 0 0 0,0 1 0 0 0,0 0 0 0 0,1-1 0 0 0,-1 1 0 0 0,0-1 0 0 0,1 1 0 0 0,-1 0 0 0 0,1-1 0 0 0,-1 1 0 0 0,1-1 0 0 0,0 1 0 0 0,-1-1 0 0 0,1 0 0 0 0,0 1 0 0 0,0-1 0 0 0,0 0 0 0 0,0 1 0 0 0,0-1 0 0 0,1 0 0 0 0,-1 0 0 0 0,0 0 0 0 0,0 0 0 0 0,1 0 0 0 0,-1 0 0 0 0,1-1 0 0 0,-1 1 0 0 0,1 0 0 0 0,-1-1 0 0 0,1 1 0 0 0,-1-1 0 0 0,3 1 0 0 0,3 0-3 0 0,0 0 0 0 0,0-1 0 0 0,0 0 0 0 0,0-1 0 0 0,0 1 1 0 0,0-1-1 0 0,-1 0 0 0 0,1-1 0 0 0,0 0 0 0 0,-1 0 0 0 0,1 0 0 0 0,-1-1 0 0 0,8-4 1 0 0,8-5-151 0 0,-1-1 1 0 0,25-21-1 0 0,-11 6-196 0 0,-1-2-1 0 0,-2-2 1 0 0,-1-1-1 0 0,49-67 0 0 0,-33 29-201 0 0,61-122-1 0 0,-85 146 827 0 0,33-96 0 0 0,-56 142-277 0 0,0 1 0 0 0,1-1 0 0 0,-1 1 0 0 0,0-1 1 0 0,0 1-1 0 0,0-1 0 0 0,0 1 0 0 0,1-1 0 0 0,-1 1 0 0 0,0-1 0 0 0,0 0 1 0 0,0 1-1 0 0,0-1 0 0 0,0 1 0 0 0,0-1 0 0 0,0 1 0 0 0,0-1 1 0 0,-1 1-1 0 0,1-1 0 0 0,0 1 0 0 0,0-1 0 0 0,0 1 0 0 0,0-1 0 0 0,-1 1 1 0 0,1-1-1 0 0,0 1 0 0 0,-1-1 0 0 0,1 0 0 0 0,-1 1-2 0 0,0 0-1 0 0,1 0 1 0 0,-1 0-1 0 0,0 0 1 0 0,0 0-1 0 0,1 0 1 0 0,-1 0-1 0 0,0 1 0 0 0,0-1 1 0 0,1 0-1 0 0,-1 0 1 0 0,0 0-1 0 0,1 1 1 0 0,-1-1-1 0 0,0 0 1 0 0,1 1-1 0 0,-2 0 1 0 0,-25 21 75 0 0,0 10 288 0 0,1 1 1 0 0,2 1 0 0 0,1 1-1 0 0,2 1 1 0 0,2 1-1 0 0,-28 74 1 0 0,35-78-176 0 0,-13 65 1 0 0,22-82-152 0 0,0 2-1 0 0,2-1 1 0 0,0 0 0 0 0,1 0-1 0 0,4 32 1 0 0,-4-44-187 0 0,1 0 0 0 0,1 0-1 0 0,-1-1 1 0 0,1 1 0 0 0,-1 0-1 0 0,1-1 1 0 0,1 1 0 0 0,-1-1 0 0 0,1 1-1 0 0,-1-1 1 0 0,1 0 0 0 0,1 0-1 0 0,-1 0 1 0 0,0-1 0 0 0,1 1 0 0 0,6 4-1 0 0,-4-4-634 0 0,0-1-1 0 0,0 0 1 0 0,1 0-1 0 0,-1 0 1 0 0,1-1 0 0 0,-1 0-1 0 0,1 0 1 0 0,0 0-1 0 0,0-1 1 0 0,0 0-1 0 0,10 0 1 0 0,11-1-4660 0 0</inkml:trace>
</inkml:ink>
</file>

<file path=ppt/ink/ink1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0:19.9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217 104 1348 0 0,'2'-39'6467'0'0,"-1"28"-4431"0"0,0-1-1 0 0,-1 1 1 0 0,-2-20 1022 0 0,-12 45-1710 0 0,-78 157 1903 0 0,20-36-2643 0 0,71-133-601 0 0,-25 48-944 0 0,24-45 337 0 0,-1 0 1 0 0,1 1-1 0 0,0-1 1 0 0,1 1-1 0 0,0 0 1 0 0,-1 0-1 0 0,1 6 1 0 0,1-11 284 0 0,0 0 1 0 0,0-1-1 0 0,0 1 1 0 0,0 0-1 0 0,0 0 0 0 0,1 0 1 0 0,-1 0-1 0 0,0 0 1 0 0,1 0-1 0 0,-1 0 1 0 0,0 0-1 0 0,1 0 0 0 0,-1 0 1 0 0,1-1-1 0 0,-1 1 1 0 0,1 0-1 0 0,0 0 0 0 0,3 2-1572 0 0,-3-2 1572 0 0,0-1 1 0 0,-1 1-1 0 0,3 0 1 0 0</inkml:trace>
</inkml:ink>
</file>

<file path=ppt/ink/ink1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0:20.3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177 108 152 0 0,'18'-18'4202'0'0,"0"-1"-1"0"0,20-30 1 0 0,-31 40-3144 0 0,-7 9-1030 0 0,0 0 0 0 0,1-1-1 0 0,-1 1 1 0 0,0 0-1 0 0,0 0 1 0 0,0 0 0 0 0,1 0-1 0 0,-1-1 1 0 0,0 1 0 0 0,0 0-1 0 0,0 0 1 0 0,1-1 0 0 0,-1 1-1 0 0,0 0 1 0 0,0 0 0 0 0,0-1-1 0 0,0 1 1 0 0,0 0-1 0 0,0-1 1 0 0,0 1 0 0 0,1 0-1 0 0,-1 0 1 0 0,0-1 0 0 0,0 1-1 0 0,0 0 1 0 0,0-1 0 0 0,0 1-1 0 0,0 0 1 0 0,-1 0-1 0 0,1-1 1 0 0,0 1 0 0 0,0 0-1 0 0,0-1 1 0 0,0 1 0 0 0,0 0-1 0 0,0 0 1 0 0,0-1 0 0 0,0 1-1 0 0,-1 0 1 0 0,1 0-1 0 0,0-1 1 0 0,0 1 0 0 0,0 0-1 0 0,-1 0 1 0 0,1 0 0 0 0,0-1-1 0 0,0 1 1 0 0,-1 0 0 0 0,1 0-1 0 0,0 0 1 0 0,0 0 0 0 0,-1 0-1 0 0,1-1 1 0 0,0 1-1 0 0,0 0 1 0 0,-1 0 0 0 0,1 0-1 0 0,0 0 1 0 0,-1 0 0 0 0,1 0-1 0 0,0 0 1 0 0,0 0 0 0 0,-1 0-1 0 0,-23 5 595 0 0,9 1-505 0 0,1 0-1 0 0,0 2 1 0 0,1-1-1 0 0,0 2 1 0 0,0 0-1 0 0,0 0 1 0 0,-18 20-1 0 0,31-28-95 0 0,-1-1-1 0 0,1 1 1 0 0,-1-1 0 0 0,1 1-1 0 0,-1 0 1 0 0,1-1-1 0 0,0 1 1 0 0,-1 0 0 0 0,1-1-1 0 0,0 1 1 0 0,0 0 0 0 0,0 0-1 0 0,-1-1 1 0 0,1 1-1 0 0,0 0 1 0 0,0 0 0 0 0,0-1-1 0 0,0 1 1 0 0,0 0-1 0 0,0 0 1 0 0,0-1 0 0 0,1 1-1 0 0,-1 0 1 0 0,0 0-1 0 0,0-1 1 0 0,1 1 0 0 0,-1 0-1 0 0,0-1 1 0 0,1 1-1 0 0,-1 0 1 0 0,0-1 0 0 0,1 1-1 0 0,-1-1 1 0 0,1 1-1 0 0,-1 0 1 0 0,1-1 0 0 0,0 1-1 0 0,-1-1 1 0 0,1 0 0 0 0,-1 1-1 0 0,1-1 1 0 0,0 1-1 0 0,-1-1 1 0 0,2 1 0 0 0,28 10 201 0 0,-29-11-226 0 0,20 6 72 0 0,1 1 0 0 0,-1 1 0 0 0,-1 0 0 0 0,32 19 0 0 0,-50-26 13 0 0,0 1-1 0 0,0-1 1 0 0,0 1 0 0 0,0-1 0 0 0,0 1 0 0 0,-1 0 0 0 0,1 0 0 0 0,-1 0 0 0 0,1 0 0 0 0,-1 0-1 0 0,1 0 1 0 0,-1 0 0 0 0,0 1 0 0 0,0-1 0 0 0,0 0 0 0 0,0 1 0 0 0,-1-1 0 0 0,1 1 0 0 0,-1-1-1 0 0,1 1 1 0 0,-1-1 0 0 0,0 1 0 0 0,0-1 0 0 0,0 1 0 0 0,0-1 0 0 0,0 1 0 0 0,-1-1 0 0 0,1 1-1 0 0,-1-1 1 0 0,-1 5 0 0 0,0-1 150 0 0,-1 0 0 0 0,1 1 1 0 0,-1-1-1 0 0,-1-1 0 0 0,1 1 0 0 0,-1 0 0 0 0,0-1 0 0 0,0 0 0 0 0,0 0 0 0 0,-7 6 1 0 0,0-2 9 0 0,-1-1 1 0 0,0 0-1 0 0,-1-1 1 0 0,0 0-1 0 0,0 0 1 0 0,-14 4-1 0 0,21-9-222 0 0,1 0 0 0 0,-1 0 0 0 0,0 0 0 0 0,1-1 0 0 0,-1 0 0 0 0,0 0 0 0 0,0-1 0 0 0,0 1 0 0 0,0-1 0 0 0,0-1 0 0 0,0 1-1 0 0,0-1 1 0 0,1 0 0 0 0,-1 0 0 0 0,0 0 0 0 0,1-1 0 0 0,-7-2 0 0 0,9 2-299 0 0,0 0 0 0 0,0-1-1 0 0,-1 1 1 0 0,2-1 0 0 0,-1 1 0 0 0,0-1-1 0 0,0 0 1 0 0,1 0 0 0 0,0 0 0 0 0,-1 0 0 0 0,1 0-1 0 0,1-1 1 0 0,-1 1 0 0 0,0-1 0 0 0,-1-5 0 0 0,1 3-1011 0 0,1-1 0 0 0,0 1 0 0 0,0-1 0 0 0,1 1 0 0 0,-1-1 0 0 0,1 0 0 0 0,1 1 0 0 0,0-8 0 0 0,1-4-5908 0 0</inkml:trace>
</inkml:ink>
</file>

<file path=ppt/ink/ink1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0:20.5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 36 1212 0 0,'-4'-8'8581'0'0,"1"-2"-5245"0"0,1 1-1316 0 0,-1 1-2312 0 0,-9 11-3392 0 0,-8 1-5085 0 0</inkml:trace>
</inkml:ink>
</file>

<file path=ppt/ink/ink1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0:23.0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98 128 1168 0 0,'-2'-20'15436'0'0,"-10"48"-14495"0"0,11-25-700 0 0,-51 146 1716 0 0,44-120-1862 0 0,1 0 0 0 0,1 1 0 0 0,-2 37 0 0 0,8-65-96 0 0,-1 8 21 0 0,1 0 0 0 0,0 0 0 0 0,1-1 0 0 0,2 17 1 0 0,-3-24-30 0 0,1 0 1 0 0,-1-1 0 0 0,1 1 0 0 0,-1 0-1 0 0,1 0 1 0 0,0 0 0 0 0,-1-1 0 0 0,1 1 0 0 0,0 0-1 0 0,0-1 1 0 0,0 1 0 0 0,0-1 0 0 0,1 1 0 0 0,-1-1-1 0 0,0 0 1 0 0,1 1 0 0 0,-1-1 0 0 0,1 0-1 0 0,-1 0 1 0 0,1 0 0 0 0,-1 0 0 0 0,1 0 0 0 0,0 0-1 0 0,-1-1 1 0 0,1 1 0 0 0,0-1 0 0 0,0 1-1 0 0,0-1 1 0 0,-1 1 0 0 0,1-1 0 0 0,0 0 0 0 0,0 0-1 0 0,3 0 1 0 0,4-1-60 0 0,0-1-1 0 0,1 0 1 0 0,-1 0-1 0 0,0-1 1 0 0,0 0-1 0 0,-1 0 0 0 0,1-1 1 0 0,-1-1-1 0 0,1 1 1 0 0,-1-1-1 0 0,-1-1 1 0 0,1 1-1 0 0,-1-1 1 0 0,7-7-1 0 0,3-5 11 0 0,-1 0 0 0 0,-1-1 1 0 0,-1 0-1 0 0,18-32 0 0 0,-20 30 349 0 0,-1 0 1 0 0,-2-1 0 0 0,8-24-1 0 0,-16 44-133 0 0,-1 4-152 0 0,0 0 0 0 0,0 0-1 0 0,0 0 1 0 0,0 0 0 0 0,0 1-1 0 0,0-1 1 0 0,0 0 0 0 0,-1 0-1 0 0,1 0 1 0 0,-1 0 0 0 0,-1 4-1 0 0,0 2 19 0 0,-1 6-11 0 0,1 1-1 0 0,1-1 1 0 0,0 0 0 0 0,1 0 0 0 0,2 18 0 0 0,-2-28-15 0 0,1-1 1 0 0,-1 0-1 0 0,1 0 1 0 0,0 1-1 0 0,0-1 0 0 0,0 0 1 0 0,0 0-1 0 0,0 0 1 0 0,1 0-1 0 0,0-1 1 0 0,-1 1-1 0 0,1 0 1 0 0,0-1-1 0 0,0 1 1 0 0,1-1-1 0 0,-1 1 1 0 0,0-1-1 0 0,1 0 0 0 0,0 0 1 0 0,-1 0-1 0 0,1 0 1 0 0,0-1-1 0 0,0 1 1 0 0,0-1-1 0 0,0 0 1 0 0,0 0-1 0 0,0 0 1 0 0,0 0-1 0 0,4 0 1 0 0,10 2-108 0 0,1-2 1 0 0,-1-1 0 0 0,0 0-1 0 0,1-1 1 0 0,-1 0 0 0 0,0-2 0 0 0,0 0-1 0 0,0-1 1 0 0,0-1 0 0 0,0 0 0 0 0,-1-1-1 0 0,0-1 1 0 0,16-9 0 0 0,-23 10 59 0 0,0 0 1 0 0,0 0-1 0 0,-1 0 1 0 0,0-1 0 0 0,0-1-1 0 0,0 1 1 0 0,-1-1-1 0 0,0 0 1 0 0,10-17-1 0 0,-13 17 60 0 0,0 1 0 0 0,-1-1-1 0 0,0 1 1 0 0,0-1 0 0 0,-1 0-1 0 0,0 0 1 0 0,-1 0 0 0 0,1-1-1 0 0,-1 1 1 0 0,-1 0 0 0 0,0 0-1 0 0,0-1 1 0 0,-3-15 0 0 0,3 15 68 0 0,-2 0 1 0 0,1 0 0 0 0,-1 1 0 0 0,-1-1-1 0 0,1 0 1 0 0,-1 1 0 0 0,-1 0 0 0 0,0-1 0 0 0,0 1-1 0 0,-8-11 1 0 0,11 18-77 0 0,0 0 0 0 0,1 0 0 0 0,-1 1 1 0 0,0-1-1 0 0,-1 0 0 0 0,1 1 0 0 0,0-1 0 0 0,0 0 0 0 0,0 1 0 0 0,0-1 0 0 0,0 1 1 0 0,-1 0-1 0 0,1-1 0 0 0,0 1 0 0 0,0 0 0 0 0,-1 0 0 0 0,1-1 0 0 0,0 1 1 0 0,0 0-1 0 0,-1 1 0 0 0,1-1 0 0 0,0 0 0 0 0,-1 0 0 0 0,1 0 0 0 0,-2 1 0 0 0,2 0 2 0 0,-1 0-1 0 0,0 0 1 0 0,1 0-1 0 0,-1 0 0 0 0,1 0 1 0 0,0 0-1 0 0,-1 1 1 0 0,1-1-1 0 0,0 0 1 0 0,-1 1-1 0 0,1-1 0 0 0,0 1 1 0 0,0 0-1 0 0,0-1 1 0 0,1 1-1 0 0,-1 0 0 0 0,-1 2 1 0 0,2-2-3 0 0,0-1 1 0 0,0 0 0 0 0,0 1-1 0 0,0-1 1 0 0,0 1 0 0 0,1-1 0 0 0,-1 0-1 0 0,0 1 1 0 0,1-1 0 0 0,-1 0-1 0 0,1 1 1 0 0,-1-1 0 0 0,1 0-1 0 0,-1 0 1 0 0,1 0 0 0 0,0 1-1 0 0,1 1 1 0 0,2 0-1 0 0,-1 1-1 0 0,1-1 1 0 0,-1 0 0 0 0,1 0-1 0 0,0-1 1 0 0,0 1 0 0 0,1-1-1 0 0,-1 1 1 0 0,0-2 0 0 0,6 3-1 0 0,10 0-53 0 0,0 0 0 0 0,0-2-1 0 0,0 0 1 0 0,0-2 0 0 0,1 0-1 0 0,-1-1 1 0 0,0-1 0 0 0,0-1-1 0 0,0 0 1 0 0,0-2-1 0 0,0 0 1 0 0,-1-2 0 0 0,0 0-1 0 0,20-11 1 0 0,-34 16 42 0 0,0-1-1 0 0,-1 0 1 0 0,1 0 0 0 0,-1-1-1 0 0,0 1 1 0 0,1-1 0 0 0,-2 0-1 0 0,1 0 1 0 0,0-1 0 0 0,-1 1-1 0 0,5-8 1 0 0,-7 10 12 0 0,0 0 0 0 0,0-1-1 0 0,0 1 1 0 0,0-1 0 0 0,-1 1 0 0 0,1 0 0 0 0,-1-1 0 0 0,1 1-1 0 0,-1-1 1 0 0,0 1 0 0 0,0-1 0 0 0,0 1 0 0 0,0-1-1 0 0,0 1 1 0 0,-1-1 0 0 0,1 1 0 0 0,-1-1 0 0 0,1 1 0 0 0,-1-1-1 0 0,0 1 1 0 0,0 0 0 0 0,0-1 0 0 0,-1 1 0 0 0,1 0 0 0 0,-3-4-1 0 0,2 5 0 0 0,1 0-1 0 0,0 0 0 0 0,-1 0 1 0 0,1 1-1 0 0,0-1 0 0 0,-1 0 0 0 0,1 1 1 0 0,-1-1-1 0 0,1 1 0 0 0,-1-1 1 0 0,1 1-1 0 0,-1 0 0 0 0,0 0 1 0 0,1 0-1 0 0,-1-1 0 0 0,1 2 0 0 0,-1-1 1 0 0,0 0-1 0 0,-2 1 0 0 0,1 0 0 0 0,-1 0-1 0 0,1 1 0 0 0,0-1 0 0 0,-1 1 0 0 0,1 0 0 0 0,0 0 1 0 0,0 0-1 0 0,0 0 0 0 0,0 1 0 0 0,0-1 0 0 0,1 1 1 0 0,-1 0-1 0 0,1 0 0 0 0,0 0 0 0 0,0 0 0 0 0,0 0 1 0 0,0 0-1 0 0,0 1 0 0 0,1-1 0 0 0,-1 0 0 0 0,1 1 1 0 0,-2 6-1 0 0,1-2 26 0 0,1-5-22 0 0,1-1 1 0 0,-1 1-1 0 0,1-1 0 0 0,0 1 1 0 0,0-1-1 0 0,0 1 0 0 0,0-1 1 0 0,0 1-1 0 0,0-1 0 0 0,1 1 0 0 0,-1-1 1 0 0,1 1-1 0 0,0-1 0 0 0,0 1 1 0 0,0-1-1 0 0,0 0 0 0 0,0 1 1 0 0,0-1-1 0 0,0 0 0 0 0,1 0 1 0 0,-1 0-1 0 0,1 0 0 0 0,0 0 1 0 0,2 2-1 0 0,1 0-30 0 0,-1 0 0 0 0,1 0 0 0 0,0-1 1 0 0,0 0-1 0 0,0 0 0 0 0,0 0 0 0 0,1 0 0 0 0,10 3 0 0 0,160 33-1568 0 0,-171-38 1564 0 0,17-1 15 0 0,-18 0 390 0 0,-5 0-364 0 0,1-1-1 0 0,0 1 0 0 0,0 0 1 0 0,-1-1-1 0 0,1 1 0 0 0,0 0 1 0 0,-1-1-1 0 0,1 1 0 0 0,-1 0 1 0 0,1 0-1 0 0,0-1 0 0 0,-1 1 1 0 0,1 0-1 0 0,-1 0 0 0 0,1 0 1 0 0,0-1-1 0 0,-1 1 0 0 0,1 0 1 0 0,-1 0-1 0 0,1 0 0 0 0,-1 0 1 0 0,1 0-1 0 0,-1 0 0 0 0,1 0 1 0 0,-1 0-1 0 0,1 0 0 0 0,-1 0 1 0 0,1 0-1 0 0,0 0 0 0 0,-1 0 1 0 0,1 1-1 0 0,-1-1 1 0 0,1 0-1 0 0,-1 1 0 0 0,-23 5 278 0 0,7 1-211 0 0,2 1 1 0 0,-1 0-1 0 0,1 1 1 0 0,0 0-1 0 0,1 1 1 0 0,0 1-1 0 0,1 1 1 0 0,0 0 0 0 0,0 0-1 0 0,2 1 1 0 0,-1 1-1 0 0,2 0 1 0 0,0 0-1 0 0,1 1 1 0 0,-15 31-1 0 0,23-43-72 0 0,0 0-1 0 0,-1 0 0 0 0,1 0 0 0 0,1 0 0 0 0,-1 0 0 0 0,0 0 1 0 0,1 1-1 0 0,-1-1 0 0 0,1 0 0 0 0,0 0 0 0 0,0 1 1 0 0,0-1-1 0 0,1 0 0 0 0,-1 0 0 0 0,1 0 0 0 0,0 0 0 0 0,0 1 1 0 0,2 4-1 0 0,-1-5-66 0 0,0 0 1 0 0,1 0 0 0 0,-1-1-1 0 0,1 1 1 0 0,-1-1-1 0 0,1 0 1 0 0,0 1-1 0 0,0-1 1 0 0,0-1-1 0 0,0 1 1 0 0,0 0 0 0 0,0-1-1 0 0,0 1 1 0 0,1-1-1 0 0,-1 0 1 0 0,1 0-1 0 0,3 0 1 0 0,7 2-444 0 0,0-1-1 0 0,1-1 1 0 0,-1 0-1 0 0,0-1 1 0 0,1-1 0 0 0,-1 0-1 0 0,21-5 1 0 0,-6 0-1003 0 0,0-2 0 0 0,43-17 0 0 0,-62 21 1114 0 0,0-1 1 0 0,-1 0-1 0 0,1-1 0 0 0,-1 0 1 0 0,13-11-1 0 0,-13 8 631 0 0,0 0-1 0 0,-1 0 0 0 0,0 0 0 0 0,10-16 0 0 0,-9 10 886 0 0,0-1 0 0 0,-1 0 0 0 0,-1-1 0 0 0,-1 0 0 0 0,0 0 0 0 0,6-35 0 0 0,-4 19 997 0 0,-8 31-1902 0 0,1-7 662 0 0,-8 17-541 0 0,1-1 0 0 0,0 1 0 0 0,1 1 0 0 0,0-1 0 0 0,0 1 0 0 0,1 0 0 0 0,-7 19 0 0 0,7-18-201 0 0,-7 21 110 0 0,2 0 0 0 0,-8 46 0 0 0,15-68-220 0 0,1-7-18 0 0,1-1 0 0 0,0 1 0 0 0,-1 0 0 0 0,1 0 0 0 0,0 0 0 0 0,0 0 0 0 0,0 0 0 0 0,0 0 0 0 0,1 0 0 0 0,-1 0-1 0 0,0 0 1 0 0,1 0 0 0 0,-1 0 0 0 0,1 0 0 0 0,1 2 0 0 0,-2-3-81 0 0,1 0 0 0 0,0-1 0 0 0,0 1 0 0 0,-1 0-1 0 0,1 0 1 0 0,0 0 0 0 0,0-1 0 0 0,0 1 0 0 0,0 0 0 0 0,0-1 0 0 0,0 1-1 0 0,0-1 1 0 0,0 1 0 0 0,0-1 0 0 0,0 0 0 0 0,0 1 0 0 0,0-1 0 0 0,0 0-1 0 0,2 0 1 0 0,1 0-424 0 0,-1 0-1 0 0,1 0 0 0 0,-1 0 1 0 0,0-1-1 0 0,1 0 0 0 0,-1 0 1 0 0,0 0-1 0 0,1 0 0 0 0,-1 0 1 0 0,0-1-1 0 0,0 1 0 0 0,0-1 1 0 0,0 0-1 0 0,0 0 1 0 0,3-3-1 0 0,7-6-3957 0 0</inkml:trace>
</inkml:ink>
</file>

<file path=ppt/ink/ink1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0:23.2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135 103 1888 0 0,'-47'-46'9667'0'0,"-4"5"-3551"0"0,37 29-5244 0 0,13 12-898 0 0,1 0 0 0 0,0-1 0 0 0,-1 1 0 0 0,1 0 0 0 0,-1-1 0 0 0,1 1 0 0 0,0 0 0 0 0,-1 0 0 0 0,1-1 0 0 0,-1 1 0 0 0,1 0 0 0 0,-1 0 0 0 0,1 0 0 0 0,-1-1 0 0 0,1 1 0 0 0,-1 0 0 0 0,1 0-1 0 0,-1 0 1 0 0,1 0 0 0 0,-1 0 0 0 0,1 0 0 0 0,-1 0 0 0 0,1 0 0 0 0,-1 0 0 0 0,1 0 0 0 0,-1 1 0 0 0,1-1 0 0 0,-1 0 0 0 0,1 0 0 0 0,-1 0 0 0 0,1 1 0 0 0,-1-1 0 0 0,1 0 0 0 0,0 0 0 0 0,-1 1 0 0 0,1-1 0 0 0,-1 0 0 0 0,1 1 0 0 0,0-1 0 0 0,-1 1 0 0 0,0 0-184 0 0,1-1-1 0 0,0 1 1 0 0,-1 0 0 0 0,1 0 0 0 0,0 0 0 0 0,0 0 0 0 0,-1 0-1 0 0,1-1 1 0 0,0 1 0 0 0,0 0 0 0 0,0 0 0 0 0,0 0 0 0 0,0 0-1 0 0,0 0 1 0 0,0 0 0 0 0,0-1 0 0 0,0 1 0 0 0,1 0 0 0 0,-1 0-1 0 0,0 0 1 0 0,1 0 0 0 0,0 1 0 0 0,0 0-508 0 0,1 2-217 0 0</inkml:trace>
</inkml:ink>
</file>

<file path=ppt/ink/ink1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0:23.5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126 75 2260 0 0,'21'-39'12802'0'0,"-7"4"-2504"0"0,-10 56-8551 0 0,-8 33-469 0 0,-1 0-1 0 0,-3-1 1 0 0,-18 62-1 0 0,16-74-944 0 0,-35 140-202 0 0,-18 86-45 0 0,60-242-86 0 0,3-23-20 0 0,0 17-775 0 0,0-18 745 0 0,0-1 1 0 0,0 1-1 0 0,0 0 1 0 0,0 0-1 0 0,1 0 1 0 0,-1-1-1 0 0,0 1 1 0 0,1 0-1 0 0,-1 0 1 0 0,0 0-1 0 0,1-1 0 0 0,-1 1 1 0 0,1 0-1 0 0,-1-1 1 0 0,1 1-1 0 0,-1 0 1 0 0,1-1-1 0 0,-1 1 1 0 0,1-1-1 0 0,0 1 1 0 0,-1-1-1 0 0,2 1 1 0 0,2 0-463 0 0,0 0 0 0 0,0-1 0 0 0,1 1 0 0 0,-1-1 0 0 0,0 0 0 0 0,0-1 0 0 0,0 1 0 0 0,0-1 0 0 0,0 1 0 0 0,0-1 0 0 0,0 0 0 0 0,0-1 0 0 0,0 1 0 0 0,0-1 0 0 0,0 0 0 0 0,-1 0 0 0 0,7-4 0 0 0,7-5-3313 0 0,-1 0 0 0 0,21-20 0 0 0,-13 8-3893 0 0</inkml:trace>
</inkml:ink>
</file>

<file path=ppt/ink/ink1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0:23.8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238 98 376 0 0,'-8'-81'14965'0'0,"8"81"-14826"0"0,0-1 0 0 0,0 0-1 0 0,0 0 1 0 0,0 1 0 0 0,0-1-1 0 0,0 0 1 0 0,0 0 0 0 0,-1 1-1 0 0,1-1 1 0 0,0 0 0 0 0,0 0 0 0 0,-1 1-1 0 0,1-1 1 0 0,0 0 0 0 0,-1 1-1 0 0,1-1 1 0 0,-1 1 0 0 0,1-1-1 0 0,-1 0 1 0 0,1 1 0 0 0,-1-1-1 0 0,1 1 1 0 0,-2-1 0 0 0,1 1-58 0 0,1 0 1 0 0,-1 0-1 0 0,0 0 1 0 0,0 0-1 0 0,1 0 1 0 0,-1 0-1 0 0,0 0 1 0 0,1 0-1 0 0,-1 1 1 0 0,0-1-1 0 0,1 0 1 0 0,-1 0-1 0 0,1 1 1 0 0,-1-1-1 0 0,0 0 1 0 0,1 1-1 0 0,-1-1 1 0 0,1 1-1 0 0,-2 0 1 0 0,-1 3 284 0 0,-1 0 0 0 0,0 0 0 0 0,1 0 0 0 0,-5 8 1 0 0,-9 22 1022 0 0,2 2 1 0 0,2-1 0 0 0,-15 61-1 0 0,16-52-536 0 0,-68 295 1571 0 0,63-231-2186 0 0,15-90-213 0 0,1-1-1 0 0,1 0 1 0 0,0 1 0 0 0,4 21 0 0 0,-4-37-84 0 0,1 0-1 0 0,-1 1 1 0 0,1-1 0 0 0,0 0-1 0 0,0 0 1 0 0,0 0-1 0 0,0 0 1 0 0,0 0-1 0 0,0 0 1 0 0,0 0 0 0 0,1 0-1 0 0,-1 0 1 0 0,0 0-1 0 0,1-1 1 0 0,0 1-1 0 0,-1 0 1 0 0,1-1 0 0 0,0 0-1 0 0,3 2 1 0 0,-2-1-223 0 0,1 0-1 0 0,0-1 1 0 0,0 0 0 0 0,0 0 0 0 0,0 0-1 0 0,0 0 1 0 0,1 0 0 0 0,-1-1 0 0 0,8 0-1 0 0,4-1-1086 0 0,1-2-1 0 0,-1 1 1 0 0,0-2-1 0 0,20-7 1 0 0,-14 4-3210 0 0,33-17 0 0 0,-12 2-4329 0 0</inkml:trace>
</inkml:ink>
</file>

<file path=ppt/ink/ink1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0:24.1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233 82 2868 0 0,'-229'5'14106'0'0,"226"-5"-13116"0"0,3-1-974 0 0,0 1 0 0 0,0-1 0 0 0,1 1 0 0 0,-1-1 0 0 0,0 0 1 0 0,1 1-1 0 0,-1-1 0 0 0,0 1 0 0 0,1-1 0 0 0,-1 1 0 0 0,1 0 0 0 0,-1-1 1 0 0,1 1-1 0 0,-1-1 0 0 0,1 1 0 0 0,-1 0 0 0 0,1 0 0 0 0,0-1 0 0 0,-1 1 1 0 0,1 0-1 0 0,-1 0 0 0 0,1-1 0 0 0,1 1 0 0 0,15-4 73 0 0,-17 4-79 0 0,313-44-803 0 0,-208 32-2428 0 0,1 0-3326 0 0,-64 7 1062 0 0</inkml:trace>
</inkml:ink>
</file>

<file path=ppt/ink/ink1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0:24.5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280 26 2328 0 0,'-23'33'6632'0'0,"-4"8"-3"0"0,18-12-5168 0 0,9-27-1410 0 0,-1 0 0 0 0,1-1 1 0 0,0 1-1 0 0,1 0 0 0 0,-1-1 1 0 0,0 1-1 0 0,0 0 0 0 0,1-1 1 0 0,-1 1-1 0 0,1-1 1 0 0,-1 1-1 0 0,1-1 0 0 0,0 1 1 0 0,-1-1-1 0 0,1 1 0 0 0,0-1 1 0 0,0 1-1 0 0,0-1 0 0 0,0 0 1 0 0,1 0-1 0 0,-1 1 1 0 0,0-1-1 0 0,0 0 0 0 0,1 0 1 0 0,-1 0-1 0 0,0-1 0 0 0,1 1 1 0 0,-1 0-1 0 0,1 0 0 0 0,-1-1 1 0 0,1 1-1 0 0,0-1 1 0 0,-1 1-1 0 0,1-1 0 0 0,2 1 1 0 0,5 0 9 0 0,-1 0 1 0 0,1 0 0 0 0,-1-1 0 0 0,15 0 0 0 0,-19 0-56 0 0,-1 0-1 0 0,0-1 1 0 0,0 1 0 0 0,1-1 0 0 0,-1 0-1 0 0,0 1 1 0 0,0-1 0 0 0,1-1 0 0 0,-1 1 0 0 0,0 0-1 0 0,0-1 1 0 0,0 0 0 0 0,-1 1 0 0 0,1-1 0 0 0,0 0-1 0 0,-1-1 1 0 0,1 1 0 0 0,-1 0 0 0 0,0-1 0 0 0,0 1-1 0 0,0-1 1 0 0,0 0 0 0 0,0 0 0 0 0,0 1-1 0 0,-1-1 1 0 0,1 0 0 0 0,-1-1 0 0 0,0 1 0 0 0,0 0-1 0 0,0 0 1 0 0,0 0 0 0 0,-1-1 0 0 0,1 1 0 0 0,-1 0-1 0 0,0-1 1 0 0,0-4 0 0 0,-1 4-8 0 0,1-1-1 0 0,0 1 1 0 0,-1 0 0 0 0,0 0-1 0 0,0 0 1 0 0,-1 0 0 0 0,1 0-1 0 0,-1 0 1 0 0,1 1 0 0 0,-1-1-1 0 0,0 0 1 0 0,-1 1 0 0 0,1-1-1 0 0,-1 1 1 0 0,1 0 0 0 0,-1 0-1 0 0,0 0 1 0 0,0 0 0 0 0,-1 0-1 0 0,1 1 1 0 0,0-1 0 0 0,-1 1-1 0 0,1 0 1 0 0,-1 0 0 0 0,0 1-1 0 0,0-1 1 0 0,0 1 0 0 0,-4-2-1 0 0,-1 2 49 0 0,0 1-1 0 0,1 0 0 0 0,-1 1 1 0 0,0-1-1 0 0,1 1 1 0 0,-1 1-1 0 0,1 0 0 0 0,-1 0 1 0 0,1 1-1 0 0,0 0 0 0 0,0 0 1 0 0,0 1-1 0 0,1 0 0 0 0,-13 8 1 0 0,4-1 155 0 0,0 1 1 0 0,0 0 0 0 0,1 1-1 0 0,1 1 1 0 0,-17 20 0 0 0,22-22-108 0 0,0 0 1 0 0,1 0-1 0 0,1 1 1 0 0,-1 1-1 0 0,2-1 1 0 0,0 1-1 0 0,1 0 1 0 0,-5 19-1 0 0,9-27-79 0 0,0-1 0 0 0,0 1 0 0 0,1 0 0 0 0,0-1 0 0 0,0 1 0 0 0,0 0 0 0 0,1-1 0 0 0,-1 1 0 0 0,2 0 0 0 0,2 9 0 0 0,-3-11-19 0 0,1-1 0 0 0,0 1 0 0 0,0-1 1 0 0,0 1-1 0 0,0-1 0 0 0,1 0 0 0 0,0 0 1 0 0,-1 0-1 0 0,1 0 0 0 0,0 0 0 0 0,0-1 1 0 0,1 1-1 0 0,-1-1 0 0 0,0 0 1 0 0,1 0-1 0 0,5 3 0 0 0,3 0-558 0 0,0-1-1 0 0,1-1 1 0 0,-1 1-1 0 0,1-2 1 0 0,-1 0 0 0 0,1 0-1 0 0,0-1 1 0 0,0-1-1 0 0,-1 0 1 0 0,1-1 0 0 0,0 0-1 0 0,22-6 1 0 0,-22 4-567 0 0,-1-1-1 0 0,1 0 1 0 0,-1-1 0 0 0,1-1 0 0 0,-1 0 0 0 0,-1 0-1 0 0,16-12 1 0 0,-7 2-2318 0 0</inkml:trace>
</inkml:ink>
</file>

<file path=ppt/ink/ink1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0:25.0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1 184 5220 0 0,'56'-114'5866'0'0,"-25"47"-3033"0"0,-30 65-2508 0 0,14 1 874 0 0,-11 5-950 0 0,0 0 0 0 0,-1 1 0 0 0,0-1-1 0 0,1 1 1 0 0,-1 0 0 0 0,-1 0 0 0 0,1 0-1 0 0,-1 0 1 0 0,0 0 0 0 0,0 0-1 0 0,-1 1 1 0 0,1-1 0 0 0,-1 1 0 0 0,0-1-1 0 0,0 12 1 0 0,0 0 77 0 0,-1 0 0 0 0,-1 0 1 0 0,0 0-1 0 0,-4 17 0 0 0,-24 81 479 0 0,15-75-333 0 0,13-38-285 0 0,-6-10-175 0 0,7 4-8 0 0,0 0 0 0 0,1 0 0 0 0,-1-1 0 0 0,1 1 0 0 0,1 0 0 0 0,-1 0 0 0 0,0 0 0 0 0,1 0-1 0 0,2-4 1 0 0,-1 1-18 0 0,8-18-22 0 0,1 1 0 0 0,1 1-1 0 0,1 0 1 0 0,1 1 0 0 0,1 0 0 0 0,1 1-1 0 0,1 1 1 0 0,1 1 0 0 0,0 0-1 0 0,28-19 1 0 0,-43 34 27 0 0,1 1 0 0 0,0 0-1 0 0,0 0 1 0 0,0 1 0 0 0,0 0 0 0 0,0 0 0 0 0,0 0-1 0 0,1 0 1 0 0,-1 1 0 0 0,1-1 0 0 0,-1 2 0 0 0,10-2 0 0 0,-13 2 9 0 0,1 1 0 0 0,0-1 1 0 0,-1 1-1 0 0,1-1 1 0 0,0 1-1 0 0,-1 0 1 0 0,1 0-1 0 0,-1 0 1 0 0,1 0-1 0 0,-1 0 1 0 0,0 1-1 0 0,1-1 0 0 0,-1 1 1 0 0,0-1-1 0 0,0 1 1 0 0,0 0-1 0 0,0 0 1 0 0,0 0-1 0 0,-1 0 1 0 0,1 0-1 0 0,-1 0 1 0 0,1 1-1 0 0,-1-1 1 0 0,0 0-1 0 0,1 1 0 0 0,-1-1 1 0 0,0 3-1 0 0,2 4 81 0 0,-1 0-1 0 0,0 0 0 0 0,0 0 0 0 0,-1 0 1 0 0,0 0-1 0 0,-1 0 0 0 0,0 0 0 0 0,0 0 0 0 0,-3 15 1 0 0,-3 7 355 0 0,-14 43 0 0 0,2-10-104 0 0,16-55-292 0 0,2-8-28 0 0,-1 0-1 0 0,1 0 0 0 0,-1 0 0 0 0,1-1 1 0 0,0 1-1 0 0,0 0 0 0 0,0 0 1 0 0,-1 0-1 0 0,1 0 0 0 0,0-1 0 0 0,0 1 1 0 0,0 0-1 0 0,0 0 0 0 0,0 0 1 0 0,1 0-1 0 0,-1 0 0 0 0,0-1 0 0 0,0 1 1 0 0,1 0-1 0 0,-1 0 0 0 0,0 0 1 0 0,1-1-1 0 0,-1 1 0 0 0,0 0 0 0 0,1 0 1 0 0,0 0-1 0 0,0 0 27 0 0,2-1-21 0 0,6-3-319 0 0,0 1 0 0 0,0-1-1 0 0,-1-1 1 0 0,1 0-1 0 0,-1 0 1 0 0,0 0 0 0 0,12-10-1 0 0,54-46-5752 0 0,-50 40 3268 0 0,-2 1-1558 0 0,1-1-2101 0 0</inkml:trace>
</inkml:ink>
</file>

<file path=ppt/ink/ink1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0:26.5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92 370 1232 0 0,'-3'3'936'0'0,"-14"11"3809"0"0,-19 22 0 0 0,32-32-4312 0 0,0 1-1 0 0,0-1 0 0 0,1 1 1 0 0,0 0-1 0 0,0 0 0 0 0,0 1 1 0 0,1-1-1 0 0,0 1 0 0 0,-4 10 0 0 0,6-15-376 0 0,0 0-1 0 0,-1 0 0 0 0,1 0 0 0 0,0 0 0 0 0,0 0 0 0 0,0 0 0 0 0,0 0 0 0 0,0 0 0 0 0,0 0 0 0 0,0 1 0 0 0,0-1 0 0 0,0 0 0 0 0,1 0 1 0 0,-1 0-1 0 0,0 0 0 0 0,1 0 0 0 0,-1 0 0 0 0,1 0 0 0 0,-1 0 0 0 0,1 0 0 0 0,-1-1 0 0 0,1 1 0 0 0,0 0 0 0 0,-1 0 0 0 0,1 0 0 0 0,0 0 1 0 0,0-1-1 0 0,-1 1 0 0 0,1 0 0 0 0,0-1 0 0 0,0 1 0 0 0,0-1 0 0 0,0 1 0 0 0,0-1 0 0 0,0 1 0 0 0,0-1 0 0 0,0 0 0 0 0,0 0 0 0 0,0 1 1 0 0,0-1-1 0 0,0 0 0 0 0,0 0 0 0 0,0 0 0 0 0,2 0 0 0 0,2 0 32 0 0,1 0 0 0 0,0-1-1 0 0,0 1 1 0 0,0-1 0 0 0,0-1 0 0 0,9-2 0 0 0,2-3-27 0 0,-2 0 1 0 0,1-1 0 0 0,-1 0 0 0 0,0-2-1 0 0,-1 0 1 0 0,0 0 0 0 0,0-1 0 0 0,17-19-1 0 0,7-13-44 0 0,41-57 0 0 0,-66 82-27 0 0,26-36 7 0 0,-20 25-10 0 0,1 1-1 0 0,2 1 1 0 0,1 1-1 0 0,34-31 1 0 0,-54 55 12 0 0,0-1 0 0 0,0 1 0 0 0,0-1 0 0 0,0 1 0 0 0,1 0 0 0 0,-1 0 0 0 0,1 0 0 0 0,-1 1 0 0 0,1-1 0 0 0,0 1-1 0 0,0 0 1 0 0,-1 0 0 0 0,1 0 0 0 0,0 1 0 0 0,0-1 0 0 0,0 1 0 0 0,0 0 0 0 0,0 0 0 0 0,0 0 0 0 0,0 1 0 0 0,0-1 0 0 0,0 1 0 0 0,0 0 0 0 0,0 0 0 0 0,-1 1 0 0 0,1-1-1 0 0,0 1 1 0 0,-1-1 0 0 0,1 1 0 0 0,-1 0 0 0 0,0 1 0 0 0,1-1 0 0 0,-1 1 0 0 0,0-1 0 0 0,-1 1 0 0 0,1 0 0 0 0,0 0 0 0 0,-1 0 0 0 0,1 0 0 0 0,-1 0 0 0 0,0 1 0 0 0,2 3-1 0 0,30 68 207 0 0,-33-74-160 0 0,1 8 114 0 0,-12-17-152 0 0,1-1-1 0 0,1 0 0 0 0,-8-12 1 0 0,9 13-11 0 0,0-1 0 0 0,0 1 0 0 0,-1 0 0 0 0,0 0 0 0 0,-14-10 0 0 0,16 15 1 0 0,1 0 1 0 0,-1 0 0 0 0,0 0-1 0 0,0 0 1 0 0,0 1 0 0 0,0 0-1 0 0,0 0 1 0 0,-1 1 0 0 0,1-1-1 0 0,0 2 1 0 0,-1-1 0 0 0,1 1-1 0 0,-1-1 1 0 0,1 2-1 0 0,-1-1 1 0 0,1 1 0 0 0,-1 0-1 0 0,1 0 1 0 0,0 1 0 0 0,0 0-1 0 0,-1 0 1 0 0,1 0 0 0 0,0 1-1 0 0,1 0 1 0 0,-10 6-1 0 0,-2 2 18 0 0,-1 0-1 0 0,1 2 0 0 0,1 0 0 0 0,0 1 1 0 0,1 1-1 0 0,1 0 0 0 0,0 1 0 0 0,1 0 1 0 0,0 1-1 0 0,2 1 0 0 0,0 0 0 0 0,-10 23 0 0 0,18-33-13 0 0,0 0-1 0 0,0 0 0 0 0,1 0 1 0 0,0 1-1 0 0,0-1 0 0 0,1 1 1 0 0,0-1-1 0 0,1 1 0 0 0,1 13 0 0 0,-1-18 2 0 0,1 0 1 0 0,0 0-1 0 0,0 0 0 0 0,0 0 0 0 0,1 0 0 0 0,0-1 0 0 0,-1 1 0 0 0,1 0 0 0 0,0-1 1 0 0,1 1-1 0 0,-1-1 0 0 0,1 0 0 0 0,-1 0 0 0 0,1 0 0 0 0,0 0 0 0 0,0 0 0 0 0,0-1 0 0 0,1 1 1 0 0,-1-1-1 0 0,0 0 0 0 0,8 4 0 0 0,-1-2-49 0 0,0 0 0 0 0,0-1 0 0 0,0 0 0 0 0,0 0 0 0 0,0-1-1 0 0,1-1 1 0 0,-1 0 0 0 0,1 0 0 0 0,-1-1 0 0 0,1 0 0 0 0,-1-1 0 0 0,1 0 0 0 0,-1 0 0 0 0,1-1 0 0 0,-1-1 0 0 0,0 0 0 0 0,0 0 0 0 0,16-8 0 0 0,-12 3-3 0 0,0 1 0 0 0,-1-2 0 0 0,0 0 0 0 0,0-1 0 0 0,-1 0 0 0 0,0 0 0 0 0,0-2-1 0 0,-2 1 1 0 0,1-1 0 0 0,-1-1 0 0 0,14-25 0 0 0,58-136 1617 0 0,-80 171-1475 0 0,-5 33 467 0 0,-8 26-259 0 0,3-19-186 0 0,-2 40-1 0 0,9-67-106 0 0,0 1-1 0 0,1 0 0 0 0,1-1 1 0 0,0 1-1 0 0,0-1 0 0 0,1 1 1 0 0,1-1-1 0 0,5 17 0 0 0,-7-24-35 0 0,0 0 0 0 0,0-1 0 0 0,1 1 0 0 0,-1-1 0 0 0,1 1 0 0 0,0-1 0 0 0,-1 0 0 0 0,1 1 0 0 0,0-1 0 0 0,0 0 0 0 0,1 0-1 0 0,-1 0 1 0 0,0-1 0 0 0,1 1 0 0 0,-1 0 0 0 0,1-1 0 0 0,-1 0 0 0 0,4 2 0 0 0,-2-2-74 0 0,1 0-1 0 0,-1 0 1 0 0,0-1-1 0 0,1 1 1 0 0,-1-1-1 0 0,1 0 1 0 0,-1 0-1 0 0,1-1 1 0 0,-1 1 0 0 0,8-3-1 0 0,2-1-100 0 0,-1-1 1 0 0,0 0-1 0 0,0-1 0 0 0,0-1 0 0 0,-1 0 0 0 0,16-11 1 0 0,0-5 280 0 0,-1-1 0 0 0,-1 0 1 0 0,-1-2-1 0 0,-2-1 0 0 0,0-1 1 0 0,-2-1-1 0 0,-1-1 0 0 0,-2-1 1 0 0,24-53-1 0 0,-26 43 1032 0 0,-16 41-1098 0 0,0 0-1 0 0,0-1 1 0 0,0 1 0 0 0,1-1-1 0 0,-1 1 1 0 0,0-1 0 0 0,0 1-1 0 0,0-1 1 0 0,0 1 0 0 0,0 0-1 0 0,0-1 1 0 0,0 1 0 0 0,0-1-1 0 0,0 1 1 0 0,0-1 0 0 0,0 1-1 0 0,-1 0 1 0 0,1-1 0 0 0,0 1-1 0 0,0-1 1 0 0,0 1 0 0 0,0 0-1 0 0,-1-1 1 0 0,1 1 0 0 0,0-1-1 0 0,0 1 1 0 0,-1 0-1 0 0,1-1 1 0 0,0 1 0 0 0,-1 0-1 0 0,1 0 1 0 0,0-1 0 0 0,-1 1-1 0 0,1 0 1 0 0,-1 0 0 0 0,1-1-1 0 0,0 1 1 0 0,-1 0 0 0 0,1 0-1 0 0,-1 0 1 0 0,1 0 0 0 0,-1 0-1 0 0,1 0 1 0 0,0-1 0 0 0,-1 1-1 0 0,1 0 1 0 0,-1 0 0 0 0,1 0-1 0 0,-1 1 1 0 0,1-1 0 0 0,-1 0-1 0 0,1 0 1 0 0,0 0-1 0 0,-1 0 1 0 0,-24 5 211 0 0,16-2-169 0 0,1 2 0 0 0,-1-1 0 0 0,1 1 0 0 0,0 0-1 0 0,0 0 1 0 0,1 1 0 0 0,-10 9 0 0 0,12-10-25 0 0,1-1-1 0 0,0 1 1 0 0,0 0 0 0 0,0 0 0 0 0,1 0 0 0 0,-1 0-1 0 0,1 0 1 0 0,1 1 0 0 0,-1 0 0 0 0,1-1 0 0 0,-3 12-1 0 0,4-13-16 0 0,1 0 0 0 0,0-1 0 0 0,1 1 0 0 0,-1 0 0 0 0,1-1-1 0 0,-1 1 1 0 0,1 0 0 0 0,0-1 0 0 0,0 0 0 0 0,1 1 0 0 0,-1-1-1 0 0,1 1 1 0 0,0-1 0 0 0,-1 0 0 0 0,1 0 0 0 0,4 4 0 0 0,3 4 7 0 0,1 1 0 0 0,17 13 1 0 0,-26-24-16 0 0,98 86-6 0 0,-99-86 36 0 0,1-1 0 0 0,0 1 1 0 0,0 0-1 0 0,0-1 0 0 0,-1 1 1 0 0,1 0-1 0 0,0 0 0 0 0,-1-1 1 0 0,1 1-1 0 0,0 0 1 0 0,-1 0-1 0 0,1 0 0 0 0,-1 0 1 0 0,1 0-1 0 0,-1 0 0 0 0,0 0 1 0 0,0 0-1 0 0,1 0 0 0 0,-1 0 1 0 0,0 0-1 0 0,0 0 0 0 0,0 0 1 0 0,0 0-1 0 0,0 0 0 0 0,0 2 1 0 0,-1-1 10 0 0,0-1 0 0 0,0 1 0 0 0,1 0 0 0 0,-1-1 0 0 0,0 1-1 0 0,-1-1 1 0 0,1 1 0 0 0,0-1 0 0 0,0 0 0 0 0,-1 1 0 0 0,1-1 0 0 0,-1 0 0 0 0,-1 1 0 0 0,-6 3 71 0 0,1 0 0 0 0,-1-1 0 0 0,0 0 0 0 0,-11 3 0 0 0,0-1-129 0 0,-1-2-1 0 0,0 0 1 0 0,0-1-1 0 0,0-1 1 0 0,0-1-1 0 0,-1-1 1 0 0,1-1-1 0 0,0-1 1 0 0,0 0-1 0 0,0-2 1 0 0,0 0-1 0 0,-27-11 0 0 0,39 12-657 0 0,0-1 0 0 0,-1 0-1 0 0,-11-7 1 0 0,1-7-3122 0 0,11 5-1930 0 0,8 11 4907 0 0,1-1 1 0 0,-2-2-1 0 0</inkml:trace>
</inkml:ink>
</file>

<file path=ppt/ink/ink1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0:27.3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218 656 180 0 0,'-27'14'3180'0'0,"19"-11"-2616"0"0,0 1 0 0 0,0 0 0 0 0,1 0 0 0 0,-1 1 0 0 0,1 0 0 0 0,0 0 0 0 0,0 1 0 0 0,1 0 0 0 0,0 0 0 0 0,-8 10 0 0 0,-30 52 5209 0 0,64-89-4837 0 0,36-51-585 0 0,80-138 0 0 0,21-93-478 0 0,-142 270 110 0 0,3-6-55 0 0,41-66 0 0 0,-58 104 68 0 0,-1-1 0 0 0,1 1 0 0 0,0 0 0 0 0,0 0 0 0 0,0 0 0 0 0,0 0 0 0 0,0-1 0 0 0,0 1 0 0 0,0 1 0 0 0,0-1 0 0 0,1 0 0 0 0,-1 0 0 0 0,0 0 0 0 0,1 1 1 0 0,-1-1-1 0 0,0 0 0 0 0,1 1 0 0 0,-1-1 0 0 0,1 1 0 0 0,-1 0 0 0 0,0-1 0 0 0,3 1 0 0 0,-2 0 4 0 0,0 1 0 0 0,-1-1-1 0 0,1 1 1 0 0,-1 0 0 0 0,1 0 0 0 0,-1-1 0 0 0,1 1 0 0 0,-1 0 0 0 0,0 0 0 0 0,1 0 0 0 0,-1 0-1 0 0,0 0 1 0 0,0 1 0 0 0,0-1 0 0 0,0 0 0 0 0,0 1 0 0 0,0-1 0 0 0,0 0 0 0 0,1 3 0 0 0,3 8 14 0 0,1 0 0 0 0,-2 0 0 0 0,1 1 1 0 0,-2-1-1 0 0,0 1 0 0 0,0 0 1 0 0,0 18-1 0 0,0 92 190 0 0,-10 7 69 0 0,-27 152 0 0 0,33-277-222 0 0,-3 15 50 0 0,2-17-51 0 0,-1-10 23 0 0,-8-83-129 0 0,8 61 31 0 0,-1 0 1 0 0,-10-43 0 0 0,10 59 14 0 0,-1 0 0 0 0,0 0 0 0 0,-1 1 1 0 0,0-1-1 0 0,-1 1 0 0 0,0 1 1 0 0,-1-1-1 0 0,0 1 0 0 0,-1 1 0 0 0,0-1 1 0 0,-1 2-1 0 0,-19-16 0 0 0,19 18 7 0 0,0 0 0 0 0,-1 1 0 0 0,0 0 0 0 0,0 1 0 0 0,-1 0 0 0 0,1 1 0 0 0,-1 0 0 0 0,0 1-1 0 0,0 0 1 0 0,0 1 0 0 0,-1 0 0 0 0,1 1 0 0 0,0 0 0 0 0,-19 2 0 0 0,18 0 7 0 0,-1 1-1 0 0,1 1 1 0 0,0 0-1 0 0,0 1 1 0 0,0 0-1 0 0,1 1 1 0 0,-22 11 0 0 0,25-12 5 0 0,1 2 1 0 0,-1-1 0 0 0,1 1 0 0 0,0 1 0 0 0,1-1 0 0 0,-1 1-1 0 0,1 1 1 0 0,1-1 0 0 0,0 1 0 0 0,0 0 0 0 0,-5 9 0 0 0,10-15-9 0 0,0-1 0 0 0,0 1 1 0 0,1-1-1 0 0,-1 1 1 0 0,0-1-1 0 0,1 1 0 0 0,-1-1 1 0 0,1 1-1 0 0,0-1 1 0 0,0 1-1 0 0,-1 0 0 0 0,1-1 1 0 0,0 1-1 0 0,0 0 1 0 0,0-1-1 0 0,1 1 0 0 0,-1-1 1 0 0,0 1-1 0 0,1 0 0 0 0,-1-1 1 0 0,1 3-1 0 0,1-3 1 0 0,-1 1 0 0 0,0 0 0 0 0,1 0 0 0 0,0 0 0 0 0,-1-1 0 0 0,1 1 0 0 0,0-1 0 0 0,-1 1 0 0 0,1-1 0 0 0,0 0 0 0 0,0 0 0 0 0,0 0-1 0 0,3 1 1 0 0,5 2-5 0 0,0-1-1 0 0,-1-1 0 0 0,1 0 0 0 0,0 0 1 0 0,18 0-1 0 0,10-2-947 0 0,0-2-1 0 0,54-8 1 0 0,17-14-5927 0 0,-71 13 1401 0 0</inkml:trace>
</inkml:ink>
</file>

<file path=ppt/ink/ink1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0:27.8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 84 3012 0 0,'-21'-14'15672'0'0,"11"7"-12476"0"0,12 3-2147 0 0,26 0-865 0 0,-11 3-132 0 0,14 0 55 0 0,0-2-1 0 0,0-1 1 0 0,0-1 0 0 0,50-15 0 0 0,-45 8 60 0 0,-9 3-3201 0 0</inkml:trace>
</inkml:ink>
</file>

<file path=ppt/ink/ink1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0:28.1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 82 2812 0 0,'20'-39'12639'0'0,"-7"11"-6303"0"0,-12 26-5492 0 0,8-11 2257 0 0,-9 26-2082 0 0,0-1-802 0 0,-3 38 172 0 0,-2 0 0 0 0,-19 81 1 0 0,10-61-2216 0 0,0-6-3125 0 0,1-22-5228 0 0</inkml:trace>
</inkml:ink>
</file>

<file path=ppt/ink/ink1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0:32.7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23 844 0 0,'25'-20'18433'0'0,"-23"18"-18844"0"0</inkml:trace>
</inkml:ink>
</file>

<file path=ppt/ink/ink1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0:36.2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607 181 1840 0 0,'0'0'3294'0'0,"0"12"-521"0"0,-4-2-1749 0 0,0 0 0 0 0,0 0 1 0 0,-1-1-1 0 0,0 0 0 0 0,-7 9 1 0 0,10-16-616 0 0,2-1-264 0 0,0 0 1 0 0,-1 0-1 0 0,1-1 0 0 0,-1 1 0 0 0,1 0 1 0 0,-1 0-1 0 0,1 0 0 0 0,-1-1 1 0 0,1 1-1 0 0,-1 0 0 0 0,0-1 0 0 0,0 1 1 0 0,1 0-1 0 0,-1-1 0 0 0,0 1 1 0 0,-1 0-1 0 0,1-1-100 0 0,1 0 1 0 0,-1 0-1 0 0,1 0 1 0 0,0 0-1 0 0,-1 0 1 0 0,1 0-1 0 0,-1 0 1 0 0,1 0-1 0 0,-1 0 1 0 0,1-1 0 0 0,-1 1-1 0 0,1 0 1 0 0,0 0-1 0 0,-1 0 1 0 0,1-1-1 0 0,-1 1 1 0 0,1 0-1 0 0,0 0 1 0 0,-1-1-1 0 0,1 1 1 0 0,0 0-1 0 0,-1-1 1 0 0,1 1-1 0 0,-2-3 12 0 0,0 1 0 0 0,1-1-1 0 0,-1 1 1 0 0,1-1 0 0 0,0 0-1 0 0,0 0 1 0 0,-1-3 0 0 0,-1-6-25 0 0,1 1 1 0 0,1 0 0 0 0,0-1 0 0 0,0 0-1 0 0,1 1 1 0 0,1-1 0 0 0,4-21 0 0 0,0 9-75 0 0,1 1 0 0 0,15-38 0 0 0,-21 60 31 0 0,1-1 0 0 0,-1 0 0 0 0,1 1 0 0 0,0-1 0 0 0,0 1 0 0 0,0-1 0 0 0,0 1 0 0 0,0-1 0 0 0,0 1 0 0 0,0 0 0 0 0,1-1 0 0 0,1 0 0 0 0,-3 2 5 0 0,1-1-1 0 0,-1 1 1 0 0,1 0 0 0 0,-1 0 0 0 0,1 0 0 0 0,-1-1 0 0 0,1 1-1 0 0,0 0 1 0 0,-1 0 0 0 0,1 0 0 0 0,-1 0 0 0 0,1 0 0 0 0,0 0-1 0 0,-1 0 1 0 0,1 0 0 0 0,-1 0 0 0 0,1 0 0 0 0,0 0 0 0 0,-1 1-1 0 0,1-1 1 0 0,-1 0 0 0 0,1 0 0 0 0,0 1 0 0 0,1 0-3 0 0,0 1 0 0 0,0 0 0 0 0,0 0 0 0 0,0 0 0 0 0,0 0 0 0 0,-1 0 0 0 0,1 0 0 0 0,-1 0 0 0 0,1 1 0 0 0,-1-1 0 0 0,0 0 0 0 0,0 1 0 0 0,1 2 0 0 0,4 13 2 0 0,-2 1 0 0 0,0-1 0 0 0,-1 0 0 0 0,-1 1 0 0 0,-1 0 0 0 0,-1 0 0 0 0,0-1 0 0 0,-4 25 0 0 0,-34 147 52 0 0,36-179-44 0 0,-6 23 69 0 0,-2 0 1 0 0,-1-1-1 0 0,-2 0 0 0 0,-1-1 0 0 0,-2 0 0 0 0,-1-1 0 0 0,-25 34 0 0 0,40-61-18 0 0,-1 0 0 0 0,0 0 0 0 0,0 0 0 0 0,-1-1 0 0 0,1 0 0 0 0,-1 0 0 0 0,1 0 0 0 0,-1 0 0 0 0,0 0 0 0 0,0-1 0 0 0,-1 1 0 0 0,1-1 0 0 0,0 0 0 0 0,-1-1-1 0 0,1 1 1 0 0,-1-1 0 0 0,1 0 0 0 0,-1 0 0 0 0,0 0 0 0 0,0-1 0 0 0,1 1 0 0 0,-1-1 0 0 0,0 0 0 0 0,0-1 0 0 0,1 1 0 0 0,-1-1 0 0 0,0 0 0 0 0,1 0 0 0 0,-8-3 0 0 0,-10-5-25 0 0,0-1 1 0 0,1-1 0 0 0,0-1-1 0 0,1-1 1 0 0,-28-22 0 0 0,-83-87 65 0 0,127 118-89 0 0,-5-6-187 0 0,0 1 1 0 0,1-2-1 0 0,-8-12 0 0 0,15 21-142 0 0,7 3-1610 0 0,-3 0 1406 0 0,0-1 1 0 0,0 1 0 0 0,0 0 0 0 0,0 0-1 0 0,0 1 1 0 0,0-1 0 0 0,-1 1-1 0 0,1-1 1 0 0,-1 1 0 0 0,1 0 0 0 0,-1 0-1 0 0,0 0 1 0 0,1 0 0 0 0,-1 0-1 0 0,0 0 1 0 0,3 5 0 0 0,-2-3-956 0 0</inkml:trace>
</inkml:ink>
</file>

<file path=ppt/ink/ink1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0:36.6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57 97 1808 0 0,'6'-18'3112'0'0,"15"-52"9422"0"0,-21 68-12177 0 0,3-4 588 0 0,-4 28-496 0 0,-2 1 1 0 0,-8 38 0 0 0,-1-2-52 0 0,1 12-123 0 0,-9 51 103 0 0,-8 208-1 0 0,28-324-369 0 0,-1 1 22 0 0,1 0 1 0 0,0 0-1 0 0,1 0 0 0 0,0 0 1 0 0,0-1-1 0 0,0 1 0 0 0,1 0 1 0 0,2 7-1 0 0,-3-13-52 0 0,0 0-1 0 0,0-1 1 0 0,-1 1 0 0 0,1 0-1 0 0,0-1 1 0 0,0 1 0 0 0,0-1-1 0 0,-1 1 1 0 0,1-1 0 0 0,0 1 0 0 0,0-1-1 0 0,0 1 1 0 0,0-1 0 0 0,0 0-1 0 0,0 0 1 0 0,0 1 0 0 0,0-1-1 0 0,0 0 1 0 0,0 0 0 0 0,0 0-1 0 0,0 0 1 0 0,2-1 0 0 0,23-3-1040 0 0,-16 1 303 0 0,-1-1-1 0 0,1-1 1 0 0,-1 1-1 0 0,0-2 1 0 0,0 1-1 0 0,8-7 1 0 0,-8 4-1526 0 0,0 1 1 0 0,13-17-1 0 0,-3 1-3380 0 0</inkml:trace>
</inkml:ink>
</file>

<file path=ppt/ink/ink1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0:36.8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62 53 184 0 0,'-54'9'11352'0'0,"47"-10"-8263"0"0,37-6-2881 0 0,140-24-1134 0 0,-55 14-5538 0 0,-72 11 1425 0 0</inkml:trace>
</inkml:ink>
</file>

<file path=ppt/ink/ink1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0:37.4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91 24 2148 0 0,'2'-10'6408'0'0,"2"-3"-2009"0"0,-7 21-2962 0 0,-8 26-1250 0 0,-24 109 378 0 0,18-85-612 0 0,-13 98-1 0 0,30-122-2192 0 0,1-33 1772 0 0,-1 1 0 0 0,0-1 1 0 0,1 1-1 0 0,-1-1 0 0 0,1 1 0 0 0,0-1 0 0 0,-1 0 0 0 0,1 1 0 0 0,0-1 0 0 0,0 0 1 0 0,1 2-1 0 0</inkml:trace>
</inkml:ink>
</file>

<file path=ppt/ink/ink1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0:37.9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241 66 2664 0 0,'23'-49'9728'0'0,"-23"48"-9675"0"0,0 1 1 0 0,1 0-1 0 0,-1 0 0 0 0,0-1 1 0 0,0 1-1 0 0,1 0 0 0 0,-1-1 1 0 0,0 1-1 0 0,0 0 0 0 0,0-1 1 0 0,0 1-1 0 0,1-1 0 0 0,-1 1 1 0 0,0 0-1 0 0,0-1 0 0 0,0 1 1 0 0,0 0-1 0 0,0-1 1 0 0,0 1-1 0 0,0-1 0 0 0,0 1 1 0 0,0 0-1 0 0,0-1 0 0 0,0 1 1 0 0,0-1-1 0 0,0 1 0 0 0,-1 0 1 0 0,1-1-1 0 0,0 1 0 0 0,0 0 1 0 0,0-1-1 0 0,0 1 1 0 0,-1 0-1 0 0,1-1 0 0 0,0 1 1 0 0,0 0-1 0 0,-1-1 0 0 0,1 1 1 0 0,0 0-1 0 0,-1 0 0 0 0,1-1 1 0 0,0 1-1 0 0,-1 0 0 0 0,1 0 1 0 0,0 0-1 0 0,-1-1 0 0 0,1 1 1 0 0,0 0-1 0 0,-1 0 1 0 0,-16 0 811 0 0,9 3-771 0 0,1 0 1 0 0,-1 1 0 0 0,1 0 0 0 0,0 0-1 0 0,1 0 1 0 0,-1 1 0 0 0,-8 8-1 0 0,-37 43 76 0 0,16-16-68 0 0,34-38-89 0 0,0 1 0 0 0,0-1 1 0 0,0 0-1 0 0,1 1 0 0 0,-1-1 0 0 0,1 1 0 0 0,0-1 0 0 0,0 1 0 0 0,0 0 1 0 0,0-1-1 0 0,0 1 0 0 0,0 6 0 0 0,1-8 10 0 0,47 8 130 0 0,-43-9-153 0 0,28 4-17 0 0,-27-3 16 0 0,2-1-4 0 0,1 1-1 0 0,-1 1 1 0 0,0-1 0 0 0,0 1 0 0 0,0 1-1 0 0,0-1 1 0 0,0 1 0 0 0,0 1 0 0 0,9 5-1 0 0,-14-8 56 0 0,0 0 0 0 0,0 0 0 0 0,-1 0 0 0 0,1 1 0 0 0,0-1 0 0 0,0 1 0 0 0,-1-1 0 0 0,1 1 0 0 0,-1 0 0 0 0,0 0 0 0 0,1-1 0 0 0,-1 1 0 0 0,0 0 0 0 0,0 0 0 0 0,0 0 0 0 0,0 0 0 0 0,0 0 0 0 0,-1 1 0 0 0,1-1 0 0 0,-1 0 0 0 0,1 0 0 0 0,-1 0 0 0 0,0 1 0 0 0,0-1 0 0 0,0 0 0 0 0,0 0 0 0 0,0 1 0 0 0,0-1 0 0 0,-1 0 0 0 0,1 0 0 0 0,-1 0 0 0 0,1 1 0 0 0,-1-1 0 0 0,0 0 0 0 0,0 0 0 0 0,0 0 0 0 0,0 0 0 0 0,0 0 0 0 0,-3 2 0 0 0,-1 3 215 0 0,0-1 0 0 0,-1 0 0 0 0,0-1-1 0 0,0 1 1 0 0,0-1 0 0 0,-1-1 0 0 0,0 1 0 0 0,-9 4 0 0 0,10-6-185 0 0,0-1 1 0 0,-1 0 0 0 0,1 0-1 0 0,-1 0 1 0 0,1-1-1 0 0,-1 0 1 0 0,0-1-1 0 0,0 1 1 0 0,1-1-1 0 0,-1 0 1 0 0,0-1-1 0 0,1 0 1 0 0,-1 0-1 0 0,0 0 1 0 0,-6-3-1 0 0,8 3-226 0 0,0-1-1 0 0,0 0 0 0 0,1-1 0 0 0,-1 1 0 0 0,0-1 1 0 0,1 0-1 0 0,0 0 0 0 0,-7-6 0 0 0,8 6-257 0 0,0 0 0 0 0,1 0-1 0 0,-1-1 1 0 0,1 1 0 0 0,0 0-1 0 0,0-1 1 0 0,0 0-1 0 0,0 1 1 0 0,1-1 0 0 0,-1 0-1 0 0,1 0 1 0 0,-1-5 0 0 0,-3-40-8134 0 0,5 31 3155 0 0</inkml:trace>
</inkml:ink>
</file>

<file path=ppt/ink/ink1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0:38.1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 42 1204 0 0,'-2'-2'2593'0'0,"-27"-30"8281"0"0,27 29-9878 0 0,-1-1-1896 0 0</inkml:trace>
</inkml:ink>
</file>

<file path=ppt/ink/ink1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0:38.9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361 78 1128 0 0,'8'-39'9782'0'0,"-8"38"-9686"0"0,1-1-1 0 0,-1 1 1 0 0,0-1-1 0 0,0 1 1 0 0,0 0-1 0 0,0-1 1 0 0,0 1-1 0 0,-1 0 1 0 0,1-1-1 0 0,0 1 1 0 0,0 0-1 0 0,-1-1 1 0 0,1 1-1 0 0,-1 0 1 0 0,0-1-1 0 0,1 1 1 0 0,-1 0-1 0 0,0 0 1 0 0,1 0-1 0 0,-1 0 1 0 0,0 0-1 0 0,0 0 0 0 0,0 0 1 0 0,0 0-1 0 0,0 0 1 0 0,0 0-1 0 0,-1 0 1 0 0,1 1-1 0 0,0-1 1 0 0,0 0-1 0 0,0 1 1 0 0,-1-1-1 0 0,1 1 1 0 0,0-1-1 0 0,-1 1 1 0 0,1 0-1 0 0,0 0 1 0 0,-1-1-1 0 0,1 1 1 0 0,-1 0-1 0 0,1 0 1 0 0,0 0-1 0 0,-1 0 1 0 0,1 1-1 0 0,0-1 1 0 0,-1 0-1 0 0,1 1 1 0 0,0-1-1 0 0,-1 1 1 0 0,0 0-1 0 0,-7 2-94 0 0,0 0 0 0 0,1 1-1 0 0,0 0 1 0 0,0 1 0 0 0,-15 10 0 0 0,-7 9 30 0 0,1 1 0 0 0,2 2 1 0 0,0 0-1 0 0,2 2 0 0 0,1 1 1 0 0,1 0-1 0 0,-36 67 0 0 0,57-92-21 0 0,0-1 0 0 0,0 1-1 0 0,0-1 1 0 0,0 1 0 0 0,1 0-1 0 0,0 0 1 0 0,0 0 0 0 0,0 0-1 0 0,0 0 1 0 0,1 0-1 0 0,0 0 1 0 0,1 6 0 0 0,-1-8-3 0 0,1-1 0 0 0,0 0 0 0 0,0 1 1 0 0,0-1-1 0 0,0 1 0 0 0,0-1 0 0 0,0 0 1 0 0,1 0-1 0 0,-1 0 0 0 0,1 0 0 0 0,0 0 1 0 0,-1 0-1 0 0,1 0 0 0 0,0 0 0 0 0,0-1 1 0 0,0 1-1 0 0,0-1 0 0 0,0 1 0 0 0,1-1 0 0 0,-1 0 1 0 0,0 0-1 0 0,1 0 0 0 0,-1 0 0 0 0,1 0 1 0 0,4 0-1 0 0,10 3 18 0 0,0-2 1 0 0,0 0-1 0 0,1-1 0 0 0,0 0 1 0 0,33-5-1 0 0,87-18 172 0 0,-132 20-180 0 0,24-7 22 0 0,-24 8-580 0 0,7-3 10 0 0</inkml:trace>
</inkml:ink>
</file>

<file path=ppt/ink/ink1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0:39.4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72 1704 0 0,'-2'-15'4815'0'0,"-1"-41"4567"0"0,1 72-9072 0 0,9 52 517 0 0,7 63-216 0 0,-10-108-532 0 0,1-1 1 0 0,1 0-1 0 0,14 36 0 0 0,-18-53-94 0 0,0-1-1 0 0,0 1 0 0 0,1-1 0 0 0,0 1 0 0 0,-1-1 1 0 0,1 0-1 0 0,1 0 0 0 0,-1 0 0 0 0,1 0 1 0 0,-1-1-1 0 0,1 0 0 0 0,0 1 0 0 0,0-1 1 0 0,0-1-1 0 0,1 1 0 0 0,-1-1 0 0 0,1 1 1 0 0,-1-1-1 0 0,1 0 0 0 0,0-1 0 0 0,0 1 0 0 0,0-1 1 0 0,0 0-1 0 0,0-1 0 0 0,0 1 0 0 0,0-1 1 0 0,0 0-1 0 0,0 0 0 0 0,0 0 0 0 0,0-1 1 0 0,0 1-1 0 0,0-1 0 0 0,7-3 0 0 0,-2 2-967 0 0,0-1 0 0 0,0 0 0 0 0,-1-1 0 0 0,0 0-1 0 0,1 0 1 0 0,-1-1 0 0 0,-1 0 0 0 0,1-1 0 0 0,14-12 0 0 0,-2-2-4212 0 0</inkml:trace>
</inkml:ink>
</file>

<file path=ppt/ink/ink1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0:39.6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156 108 1160 0 0,'-2'-16'2716'0'0,"-1"0"-1"0"0,-1 0 1 0 0,-1 0-1 0 0,-10-25 1 0 0,14 39-2385 0 0,0 2-296 0 0,-1 1-1 0 0,1-1 0 0 0,0 0 0 0 0,0 1 0 0 0,0-1 0 0 0,0 1 1 0 0,0 0-1 0 0,0-1 0 0 0,0 1 0 0 0,0 0 0 0 0,0 0 1 0 0,0-1-1 0 0,0 1 0 0 0,0 0 0 0 0,1 0 0 0 0,-1 0 0 0 0,0 0 1 0 0,1 0-1 0 0,-1 0 0 0 0,0 0 0 0 0,1 1 0 0 0,-1 0 1 0 0,-11 30 184 0 0,11-27-117 0 0,-17 58 671 0 0,3 1 1 0 0,-7 71-1 0 0,-3 134-42 0 0,20-205-589 0 0,-1 100 175 0 0,7-137-1500 0 0,1-1 1 0 0,7 30-1 0 0,0-27-1859 0 0,2-12-1820 0 0</inkml:trace>
</inkml:ink>
</file>

<file path=ppt/ink/ink1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0:40.1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194 109 2004 0 0,'6'-14'2350'0'0,"-2"1"1"0"0,1-1-1 0 0,-2 1 0 0 0,0-1 0 0 0,2-20 0 0 0,-5 34-2329 0 0,0-1 0 0 0,0 1-1 0 0,0 0 1 0 0,0 0 0 0 0,0-1-1 0 0,0 1 1 0 0,0 0-1 0 0,0 0 1 0 0,0 0 0 0 0,0-1-1 0 0,-1 1 1 0 0,1 0-1 0 0,0 0 1 0 0,0 0 0 0 0,0-1-1 0 0,0 1 1 0 0,0 0-1 0 0,0 0 1 0 0,0 0 0 0 0,-1-1-1 0 0,1 1 1 0 0,0 0-1 0 0,0 0 1 0 0,0 0 0 0 0,0 0-1 0 0,-1 0 1 0 0,1-1 0 0 0,0 1-1 0 0,0 0 1 0 0,0 0-1 0 0,-1 0 1 0 0,1 0 0 0 0,0 0-1 0 0,0 0 1 0 0,-1 0-1 0 0,1 0 1 0 0,0 0 0 0 0,0 0-1 0 0,0 0 1 0 0,-1 0-1 0 0,1 0 1 0 0,0 0 0 0 0,0 0-1 0 0,-1 0 1 0 0,1 0-1 0 0,0 0 1 0 0,0 0 0 0 0,0 0-1 0 0,-1 0 1 0 0,1 0 0 0 0,0 0-1 0 0,0 1 1 0 0,0-1-1 0 0,-1 0 1 0 0,1 0 0 0 0,-20 13 330 0 0,-15 21-242 0 0,25-22-75 0 0,0 0 0 0 0,1 1 0 0 0,1-1 0 0 0,-9 19 0 0 0,16-29-29 0 0,0 0 1 0 0,0 1-1 0 0,0-1 1 0 0,1 0-1 0 0,-1 0 1 0 0,1 0-1 0 0,0 0 1 0 0,-1 0-1 0 0,1 1 1 0 0,0-1-1 0 0,0 0 1 0 0,1 0-1 0 0,-1 0 1 0 0,0 1-1 0 0,1-1 1 0 0,-1 0-1 0 0,1 0 1 0 0,0 0 0 0 0,0 0-1 0 0,-1 0 1 0 0,1 0-1 0 0,1 0 1 0 0,-1 0-1 0 0,0 0 1 0 0,0-1-1 0 0,1 1 1 0 0,-1 0-1 0 0,1-1 1 0 0,-1 1-1 0 0,3 1 1 0 0,6 5-3 0 0,0-1 0 0 0,0 0 0 0 0,1-1 0 0 0,13 6 0 0 0,-10-5-3 0 0,1 1 15 0 0,-8-5-18 0 0,-1 0-1 0 0,0 0 1 0 0,0 1 0 0 0,0 0-1 0 0,-1 0 1 0 0,0 0-1 0 0,8 8 1 0 0,-11-11 68 0 0,-1 1 0 0 0,0-1 0 0 0,1 1 0 0 0,-1-1 0 0 0,0 1 0 0 0,0 0 1 0 0,0-1-1 0 0,0 1 0 0 0,0 0 0 0 0,-1 0 0 0 0,1 0 0 0 0,0 0 0 0 0,-1 0 0 0 0,1 0 1 0 0,-1 0-1 0 0,0 0 0 0 0,0 0 0 0 0,0 0 0 0 0,0 0 0 0 0,0 3 0 0 0,-1-4 0 0 0,0 1 0 0 0,0 0 0 0 0,0-1 0 0 0,0 1 0 0 0,0-1-1 0 0,0 1 1 0 0,0-1 0 0 0,0 1 0 0 0,-1-1 0 0 0,1 0 0 0 0,0 1-1 0 0,-1-1 1 0 0,1 0 0 0 0,-1 0 0 0 0,0 0 0 0 0,1 0 0 0 0,-3 0 0 0 0,-6 3 103 0 0,-1 0 1 0 0,1-1-1 0 0,-1-1 1 0 0,0 0-1 0 0,-12 1 1 0 0,2-1-176 0 0,-22 2-291 0 0,-57-2 0 0 0,86-5-2818 0 0</inkml:trace>
</inkml:ink>
</file>

<file path=ppt/ink/ink1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0:40.5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18 227 96 0 0,'35'-41'17058'0'0,"-43"67"-16352"0"0,0-8-513 0 0,0 1 0 0 0,1 0 0 0 0,-9 37 1 0 0,14-48-157 0 0,1-1 0 0 0,0 1 0 0 0,0-1 1 0 0,0 1-1 0 0,1-1 0 0 0,0 1 0 0 0,1 0 0 0 0,0-1 1 0 0,0 1-1 0 0,0-1 0 0 0,1 1 0 0 0,0-1 1 0 0,5 10-1 0 0,-6-15-18 0 0,1 0-1 0 0,-1 1 1 0 0,1-1 0 0 0,0 0 0 0 0,0 0-1 0 0,0 0 1 0 0,0 0 0 0 0,0 0 0 0 0,0 0-1 0 0,1 0 1 0 0,-1-1 0 0 0,1 1 0 0 0,-1-1 0 0 0,1 0-1 0 0,3 2 1 0 0,0-2 5 0 0,0 1 0 0 0,0-1 0 0 0,-1 0-1 0 0,1 0 1 0 0,0-1 0 0 0,12 0 0 0 0,0-2 7 0 0,1-1-1 0 0,-1-1 1 0 0,30-9 0 0 0,-28 5-17 0 0,0 0-1 0 0,0-1 1 0 0,0-2 0 0 0,-2 0-1 0 0,1 0 1 0 0,-1-2 0 0 0,-1 0 0 0 0,0-2-1 0 0,19-20 1 0 0,-23 21-3 0 0,0-1 0 0 0,-1-1 0 0 0,0 0 0 0 0,-2 0-1 0 0,0-1 1 0 0,-1 0 0 0 0,0-1 0 0 0,-1 0 0 0 0,-2-1 0 0 0,9-30-1 0 0,-14 45-8 0 0,-1 0-1 0 0,1 0 0 0 0,0-1 0 0 0,-1 1 0 0 0,0 0 0 0 0,0-1 1 0 0,0 1-1 0 0,-1 0 0 0 0,1 0 0 0 0,-1-1 0 0 0,0 1 0 0 0,0 0 1 0 0,-1 0-1 0 0,-2-5 0 0 0,2 6-3 0 0,0 0 0 0 0,0 1 0 0 0,0-1 0 0 0,0 1 1 0 0,-1 0-1 0 0,1-1 0 0 0,-1 1 0 0 0,1 0 0 0 0,-1 1 0 0 0,0-1 0 0 0,0 0 0 0 0,0 1 1 0 0,0-1-1 0 0,0 1 0 0 0,0 0 0 0 0,0 0 0 0 0,0 1 0 0 0,-1-1 0 0 0,-3 0 1 0 0,-5 0-137 0 0,1 0 0 0 0,-1 1 1 0 0,1 0-1 0 0,-1 1 0 0 0,1 1 1 0 0,0 0-1 0 0,-1 0 0 0 0,1 1 1 0 0,0 0-1 0 0,-18 9 0 0 0,9-3-1391 0 0,-27 17 0 0 0,-12 15-5446 0 0,37-24 946 0 0</inkml:trace>
</inkml:ink>
</file>

<file path=ppt/ink/ink1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0:41.9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17 593 1124 0 0,'-16'15'11686'0'0,"32"-23"-11499"0"0,0-2 1 0 0,0 0-1 0 0,-1-1 1 0 0,0-1-1 0 0,0 0 1 0 0,-2 0-1 0 0,0-2 1 0 0,0 0-1 0 0,11-16 1 0 0,4-10-147 0 0,-1 0-1 0 0,28-61 1 0 0,-35 62 54 0 0,-3-1 0 0 0,-1-1 0 0 0,-2-1 0 0 0,16-79 0 0 0,-30 118-76 0 0,-2-4-15 0 0,0 7-5 0 0,1 0 1 0 0,0 0 0 0 0,0 0 0 0 0,0 0-1 0 0,0 0 1 0 0,0 0 0 0 0,0 1-1 0 0,0-1 1 0 0,0 0 0 0 0,0 1-1 0 0,0-1 1 0 0,-1 1 0 0 0,-2 2-2 0 0,1-1-1 0 0,-1 0 1 0 0,1 1 0 0 0,-1 0 0 0 0,1 0 0 0 0,0 0-1 0 0,0 0 1 0 0,1 0 0 0 0,-1 1 0 0 0,1-1 0 0 0,-5 9-1 0 0,-18 43-25 0 0,24-53 27 0 0,-2 5-4 0 0,1 0-1 0 0,-1 0 0 0 0,1 0 0 0 0,1 1 0 0 0,-1-1 1 0 0,1 10-1 0 0,1-14 8 0 0,0-1 0 0 0,0 0 0 0 0,0 0 0 0 0,0 1 1 0 0,1-1-1 0 0,-1 0 0 0 0,1 1 0 0 0,-1-1 0 0 0,1 0 0 0 0,0 0 0 0 0,0 0 0 0 0,0 0 1 0 0,0 0-1 0 0,0 0 0 0 0,1 0 0 0 0,-1 0 0 0 0,1 0 0 0 0,-1 0 0 0 0,1-1 1 0 0,-1 1-1 0 0,1-1 0 0 0,0 1 0 0 0,2 1 0 0 0,4 0 2 0 0,0 1 0 0 0,0-1 0 0 0,0 0 0 0 0,0 0 0 0 0,0-1-1 0 0,1 0 1 0 0,-1-1 0 0 0,1 0 0 0 0,-1 0 0 0 0,12-1 0 0 0,8 1-14 0 0,45 9 0 0 0,-59-7 4 0 0,-10-2 5 0 0,-1 0 1 0 0,0 0 0 0 0,0 0 0 0 0,1 1 0 0 0,-1-1-1 0 0,0 1 1 0 0,0-1 0 0 0,0 1 0 0 0,0 0-1 0 0,4 5 1 0 0,-5-6 3 0 0,-1 1 0 0 0,0 0-1 0 0,0-1 1 0 0,0 1 0 0 0,1 0 0 0 0,-2 0 0 0 0,1 0-1 0 0,0 0 1 0 0,0 0 0 0 0,-1 0 0 0 0,1 0-1 0 0,-1 0 1 0 0,1 3 0 0 0,-1 2 11 0 0,-1 0 0 0 0,1 0-1 0 0,-1-1 1 0 0,-1 1 0 0 0,0 0 0 0 0,1-1 0 0 0,-7 12-1 0 0,2 0 9 0 0,-19 42 56 0 0,8-24-18 0 0,17-35-50 0 0,1 3 6 0 0,-1-3-14 0 0,0-1 0 0 0,0 0 0 0 0,0 0 0 0 0,0 0 0 0 0,0 1 0 0 0,0-1 0 0 0,0 0 0 0 0,0 0 0 0 0,0 0 0 0 0,0 1 0 0 0,0-1 0 0 0,0 0 0 0 0,0 0 0 0 0,0 1 0 0 0,0-1 0 0 0,0 0 0 0 0,0 0 0 0 0,0 0 0 0 0,1 1 0 0 0,-1-1 0 0 0,0 0 0 0 0,0 0 0 0 0,0 0 0 0 0,0 0 0 0 0,0 1 0 0 0,1-1 0 0 0,-1 0 0 0 0,0 0 0 0 0,0 0 0 0 0,0 0 0 0 0,0 0 0 0 0,1 0 0 0 0,-1 0 0 0 0,0 1 0 0 0,0-1 0 0 0,1 0 0 0 0,-1 0 0 0 0,0 0 0 0 0,0 0 0 0 0,0 0 0 0 0,1 0 0 0 0,-1 0 0 0 0,10 0 8 0 0,0-1 1 0 0,-1 0 0 0 0,1 0 0 0 0,-1-1-1 0 0,1 0 1 0 0,-1-1 0 0 0,18-7-1 0 0,65-33-31 0 0,-90 41 21 0 0,35-17-107 0 0,0-2 0 0 0,52-40 1 0 0,-78 52 118 0 0,0 0 0 0 0,0-1 1 0 0,-1 0-1 0 0,0-1 0 0 0,0 0 1 0 0,-1-1-1 0 0,-1 0 0 0 0,0 0 0 0 0,-1-1 1 0 0,11-26-1 0 0,-17 37 8 0 0,0-1 0 0 0,-1 1 1 0 0,1-1-1 0 0,-1 1 0 0 0,0-1 0 0 0,1 1 0 0 0,-1 0 0 0 0,-1-4 1 0 0,1 5-20 0 0,0 0 1 0 0,0 1-1 0 0,0-1 1 0 0,0 0 0 0 0,-1 0-1 0 0,1 0 1 0 0,0 1 0 0 0,-1-1-1 0 0,1 0 1 0 0,0 0-1 0 0,-1 1 1 0 0,1-1 0 0 0,-1 0-1 0 0,1 1 1 0 0,-1-1 0 0 0,0 0-1 0 0,1 1 1 0 0,-1-1-1 0 0,1 1 1 0 0,-1-1 0 0 0,0 1-1 0 0,0-1 1 0 0,1 1 0 0 0,-2-1-1 0 0,0 1 1 0 0,0 0 0 0 0,0 0 0 0 0,0 0 0 0 0,0 0 0 0 0,1 0 0 0 0,-1 0-1 0 0,0 0 1 0 0,0 1 0 0 0,0-1 0 0 0,1 1 0 0 0,-1-1 0 0 0,0 1 0 0 0,0 0 0 0 0,1 0 0 0 0,-1 0 0 0 0,0 0-1 0 0,-2 2 1 0 0,-25 21 27 0 0,28-23-27 0 0,-20 20 22 0 0,1 0 0 0 0,1 1 0 0 0,-16 25 0 0 0,25-32-2 0 0,0 1 0 0 0,1 0 0 0 0,1 0 0 0 0,1 1 0 0 0,-11 34 0 0 0,17-48-9 0 0,0 0 0 0 0,1 1-1 0 0,-1-1 1 0 0,1 0 0 0 0,-1 0 0 0 0,1 1 0 0 0,0-1 0 0 0,0 0 0 0 0,1 0 0 0 0,-1 1 0 0 0,1-1 0 0 0,-1 0-1 0 0,1 0 1 0 0,0 0 0 0 0,0 0 0 0 0,1 1 0 0 0,-1-2 0 0 0,3 6 0 0 0,-1-5-55 0 0,0 0 1 0 0,-1 0-1 0 0,1-1 0 0 0,1 1 1 0 0,-1-1-1 0 0,0 0 0 0 0,1 1 1 0 0,-1-1-1 0 0,1-1 1 0 0,0 1-1 0 0,-1 0 0 0 0,1-1 1 0 0,0 0-1 0 0,6 1 0 0 0,6 1-556 0 0,1-1 0 0 0,-1 0-1 0 0,0-2 1 0 0,1 0 0 0 0,20-2-1 0 0,82-19-5519 0 0,-73 10 2525 0 0</inkml:trace>
</inkml:ink>
</file>

<file path=ppt/ink/ink1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0:42.1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215 113 2168 0 0,'5'-10'1619'0'0,"-1"-1"0"0"0,1 0-1 0 0,-2 0 1 0 0,0 0 0 0 0,0 0 0 0 0,-1 0-1 0 0,2-16 1 0 0,-4 25-1144 0 0,0 2-448 0 0,0-1 1 0 0,0 1 0 0 0,0 0 0 0 0,0-1-1 0 0,0 1 1 0 0,-1 0 0 0 0,1 0-1 0 0,0-1 1 0 0,0 1 0 0 0,0 0 0 0 0,0-1-1 0 0,0 1 1 0 0,0 0 0 0 0,0 0-1 0 0,-1-1 1 0 0,1 1 0 0 0,0 0 0 0 0,0 0-1 0 0,0 0 1 0 0,0-1 0 0 0,-1 1-1 0 0,1 0 1 0 0,0 0 0 0 0,0 0-1 0 0,-1-1 1 0 0,1 1 0 0 0,0 0 0 0 0,0 0-1 0 0,-1 0 1 0 0,1 0 0 0 0,0 0-1 0 0,0 0 1 0 0,-1 0 0 0 0,-15 9 325 0 0,1 0 0 0 0,0 2-1 0 0,0 0 1 0 0,1 1 0 0 0,0 0 0 0 0,-17 21 0 0 0,12-10-162 0 0,1 0 1 0 0,1 1 0 0 0,-19 36-1 0 0,32-52-153 0 0,0 1 0 0 0,0 0 0 0 0,1 0 0 0 0,0 0 0 0 0,0 0 0 0 0,1 0 0 0 0,0 0 0 0 0,0 12 0 0 0,1-19-93 0 0,1 1 0 0 0,0 0 1 0 0,1-1-1 0 0,-1 1 0 0 0,0 0 0 0 0,1-1 0 0 0,-1 1 0 0 0,1-1 0 0 0,0 1 0 0 0,0-1 1 0 0,0 1-1 0 0,0-1 0 0 0,1 1 0 0 0,-1-1 0 0 0,0 0 0 0 0,1 0 0 0 0,0 0 0 0 0,-1 0 1 0 0,1 0-1 0 0,0 0 0 0 0,0 0 0 0 0,0 0 0 0 0,1-1 0 0 0,-1 1 0 0 0,0-1 0 0 0,0 0 1 0 0,1 1-1 0 0,-1-1 0 0 0,1 0 0 0 0,-1 0 0 0 0,1-1 0 0 0,5 2 0 0 0,6 0-1085 0 0,0 0 0 0 0,0-1 0 0 0,0 0-1 0 0,0-2 1 0 0,0 1 0 0 0,0-2 0 0 0,0 0-1 0 0,0 0 1 0 0,20-8 0 0 0,-4 1-3356 0 0</inkml:trace>
</inkml:ink>
</file>

<file path=ppt/ink/ink1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0:42.4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78 103 2412 0 0,'9'-20'3894'0'0,"-2"-1"0"0"0,8-32 0 0 0,-13 45-2424 0 0,-4 8-1423 0 0,1 1-1 0 0,0-1 1 0 0,0 0 0 0 0,0 1-1 0 0,-1-1 1 0 0,1 1 0 0 0,0 0-1 0 0,0-1 1 0 0,0 1 0 0 0,0 0-1 0 0,0 0 1 0 0,0 0 0 0 0,0 0-1 0 0,0 0 1 0 0,0 0-1 0 0,1 0 1 0 0,-1 0 0 0 0,0 0-1 0 0,0 2 1 0 0,-14 27 597 0 0,11-22-472 0 0,-13 29 562 0 0,-19 64-1 0 0,31-84-649 0 0,1 0 0 0 0,1 0 0 0 0,0 1 0 0 0,1-1 0 0 0,1 1 0 0 0,2 24 0 0 0,-1-41-155 0 0,0 0 1 0 0,0 1-1 0 0,0-1 1 0 0,0 1-1 0 0,1-1 1 0 0,-1 0-1 0 0,1 1 0 0 0,-1-1 1 0 0,1 0-1 0 0,-1 1 1 0 0,1-1-1 0 0,0 0 1 0 0,-1 0-1 0 0,1 0 1 0 0,0 1-1 0 0,0-1 1 0 0,0 0-1 0 0,0 0 0 0 0,0 0 1 0 0,0-1-1 0 0,0 1 1 0 0,1 0-1 0 0,-1 0 1 0 0,0 0-1 0 0,0-1 1 0 0,1 1-1 0 0,-1-1 1 0 0,0 1-1 0 0,1-1 0 0 0,-1 0 1 0 0,0 1-1 0 0,1-1 1 0 0,-1 0-1 0 0,1 0 1 0 0,-1 0-1 0 0,2 0 1 0 0,2 0-768 0 0,0-1 0 0 0,0 1 0 0 0,0-1 1 0 0,-1-1-1 0 0,1 1 0 0 0,0-1 0 0 0,-1 1 1 0 0,0-1-1 0 0,7-4 0 0 0,6-5-5138 0 0</inkml:trace>
</inkml:ink>
</file>

<file path=ppt/ink/ink1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0:42.5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 34 1392 0 0,'-12'-13'5133'0'0,"4"1"-3381"0"0,-1 3-232 0 0,-6 9-1512 0 0,7 9-1404 0 0</inkml:trace>
</inkml:ink>
</file>

<file path=ppt/ink/ink1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0:42.9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655 0 3312 0 0,'-8'7'9485'0'0,"3"-2"-8278"0"0,1 1 1 0 0,-1 0-1 0 0,-6 11 0 0 0,-20 48 515 0 0,15-31-783 0 0,-407 936 6681 0 0,320-707-7056 0 0,102-260-706 0 0,1-1 0 0 0,-1 0-1 0 0,-1 1 1 0 0,1-1 0 0 0,0 0-1 0 0,-1 1 1 0 0,1-1-1 0 0,-1 0 1 0 0,1 0 0 0 0,-5 3-1 0 0,6-5 50 0 0,0 1 0 0 0,-1-1 0 0 0,1 0 0 0 0,0 0 0 0 0,-1 0 0 0 0,1 0-1 0 0,0 0 1 0 0,-1 1 0 0 0,1-1 0 0 0,-1 0 0 0 0,1 0 0 0 0,0 0-1 0 0,-1 0 1 0 0,1 0 0 0 0,0 0 0 0 0,-1 0 0 0 0,1 0 0 0 0,0 0 0 0 0,-1 0-1 0 0,1-1 1 0 0,0 1 0 0 0,-1 0 0 0 0,1 0 0 0 0,-1 0 0 0 0,1 0 0 0 0,0 0-1 0 0,0-1 1 0 0,-1 1 0 0 0,0-2-162 0 0,0 1 1 0 0,0 0-1 0 0,0 0 0 0 0,0-1 0 0 0,0 1 1 0 0,0-1-1 0 0,1 1 0 0 0,-1-1 0 0 0,0 1 1 0 0,0-4-1 0 0,-2-8-2445 0 0,0-1-1 0 0,1-1 1 0 0,0-16-1 0 0,2-4-5495 0 0</inkml:trace>
</inkml:ink>
</file>

<file path=ppt/ink/ink1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0:43.2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0 278 2412 0 0,'14'-35'1927'0'0,"-1"2"-176"0"0,1 0 0 0 0,23-37 0 0 0,-32 61-1564 0 0,0 1-1 0 0,1 0 1 0 0,0 0 0 0 0,1 1 0 0 0,-1-1 0 0 0,1 1 0 0 0,1 1 0 0 0,0 0 0 0 0,0 0-1 0 0,0 0 1 0 0,0 1 0 0 0,17-8 0 0 0,-17 11-99 0 0,1 0 0 0 0,-1 0 0 0 0,0 1 0 0 0,0 0 0 0 0,1 0 0 0 0,-1 1 0 0 0,1 0 0 0 0,-1 0 0 0 0,0 1 0 0 0,1 0 1 0 0,-1 1-1 0 0,0 0 0 0 0,0 0 0 0 0,0 1 0 0 0,0 0 0 0 0,0 0 0 0 0,-1 1 0 0 0,14 8 0 0 0,-13-7 76 0 0,0 0 0 0 0,0 1 0 0 0,0 0 0 0 0,-1 0 1 0 0,0 1-1 0 0,0 0 0 0 0,-1 0 0 0 0,0 1 0 0 0,0 0 0 0 0,0 0 0 0 0,-1 0 0 0 0,-1 0 1 0 0,1 1-1 0 0,-1 0 0 0 0,-1 0 0 0 0,3 11 0 0 0,-4-12 15 0 0,-2 0 0 0 0,1 1-1 0 0,-1-1 1 0 0,0 1 0 0 0,-1-1 0 0 0,0 1-1 0 0,0-1 1 0 0,-1 0 0 0 0,0 0 0 0 0,-1 0-1 0 0,0 0 1 0 0,0 0 0 0 0,0 0-1 0 0,-1-1 1 0 0,0 1 0 0 0,-1-1 0 0 0,0 0-1 0 0,0 0 1 0 0,0-1 0 0 0,-8 8 0 0 0,2-3-83 0 0,0-1 0 0 0,0 0 1 0 0,-1-1-1 0 0,0-1 1 0 0,0 0-1 0 0,-1 0 0 0 0,0-1 1 0 0,0-1-1 0 0,-1 0 1 0 0,-22 7-1 0 0,32-12-294 0 0,1-1-1 0 0,-1 1 1 0 0,1 0-1 0 0,0-1 1 0 0,-1 0 0 0 0,1 0-1 0 0,-1 0 1 0 0,1 0-1 0 0,-1 0 1 0 0,1-1 0 0 0,-1 0-1 0 0,1 1 1 0 0,0-1-1 0 0,-1-1 1 0 0,1 1-1 0 0,0 0 1 0 0,0-1 0 0 0,-5-2-1 0 0,8 3 72 0 0,-1 0 0 0 0,1 1-1 0 0,-1-1 1 0 0,1 0 0 0 0,-1 0 0 0 0,1 1-1 0 0,-1-1 1 0 0,1 0 0 0 0,0 0-1 0 0,0 1 1 0 0,-1-1 0 0 0,1 0 0 0 0,0 0-1 0 0,0 0 1 0 0,0 0 0 0 0,0 0-1 0 0,0 1 1 0 0,0-1 0 0 0,0 0 0 0 0,0 0-1 0 0,0 0 1 0 0,0 0 0 0 0,1 0 0 0 0,-1 1-1 0 0,0-1 1 0 0,0 0 0 0 0,1 0-1 0 0,-1 1 1 0 0,1-1 0 0 0,-1 0 0 0 0,1 0-1 0 0,0 0 1 0 0,19-25-2819 0 0,-16 22 2138 0 0,9-10-2245 0 0,3 0-1064 0 0</inkml:trace>
</inkml:ink>
</file>

<file path=ppt/ink/ink1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0:43.9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0 240 1116 0 0,'72'-81'13159'0'0,"-71"80"-13101"0"0,0 0 0 0 0,0 0 0 0 0,1 0-1 0 0,-1 0 1 0 0,0 0 0 0 0,1 0 0 0 0,-1 1-1 0 0,1-1 1 0 0,-1 0 0 0 0,1 1 0 0 0,-1-1 0 0 0,1 1-1 0 0,-1 0 1 0 0,1-1 0 0 0,-1 1 0 0 0,1 0-1 0 0,0 0 1 0 0,-1 0 0 0 0,1 0 0 0 0,-1 0-1 0 0,1 1 1 0 0,-1-1 0 0 0,1 0 0 0 0,-1 1 0 0 0,1-1-1 0 0,2 2 1 0 0,1 0-10 0 0,0 0 1 0 0,-1 1-1 0 0,1-1 0 0 0,-1 1 0 0 0,1 0 1 0 0,4 4-1 0 0,1 3 69 0 0,0-1 0 0 0,-1 1 1 0 0,0 1-1 0 0,-1 0 0 0 0,0 0 0 0 0,12 22 0 0 0,-17-27-40 0 0,-1 0-1 0 0,0 0 0 0 0,0 1 0 0 0,0-1 0 0 0,0 0 0 0 0,-1 1 0 0 0,0-1 0 0 0,0 1 1 0 0,-1-1-1 0 0,0 1 0 0 0,0-1 0 0 0,-1 1 0 0 0,1-1 0 0 0,-2 1 0 0 0,1-1 1 0 0,-3 9-1 0 0,3-13-56 0 0,-1 5 73 0 0,0-1 1 0 0,-1 1 0 0 0,1-1 0 0 0,-1 0-1 0 0,-1 0 1 0 0,1 0 0 0 0,-1 0-1 0 0,-5 5 1 0 0,8-10 61 0 0,-2-2-118 0 0,3 1-36 0 0,-1 0-1 0 0,1 0 1 0 0,-1 0 0 0 0,1 0-1 0 0,0-1 1 0 0,-1 1-1 0 0,1 0 1 0 0,-1 0 0 0 0,1-1-1 0 0,-1 1 1 0 0,1 0 0 0 0,0-1-1 0 0,-1 1 1 0 0,1 0-1 0 0,0-1 1 0 0,-1 1 0 0 0,1-1-1 0 0,0 1 1 0 0,0 0 0 0 0,-1-1-1 0 0,1 1 1 0 0,0-1-1 0 0,0 1 1 0 0,0-1 0 0 0,0 1-1 0 0,-1-1 1 0 0,1 1 0 0 0,0-1-1 0 0,0 0 1 0 0,7-19 5 0 0,1 2-35 0 0,1 1 0 0 0,1 0 0 0 0,1 1-1 0 0,0 0 1 0 0,1 1 0 0 0,23-22-1 0 0,-15 18-24 0 0,1 0-1 0 0,1 2 1 0 0,47-29-1 0 0,-66 44 46 0 0,-1 1-1 0 0,0-1 1 0 0,1 1-1 0 0,-1 0 1 0 0,1 0 0 0 0,-1 0-1 0 0,1 0 1 0 0,-1 0-1 0 0,1 1 1 0 0,0-1 0 0 0,-1 1-1 0 0,1 0 1 0 0,0-1-1 0 0,-1 1 1 0 0,1 1-1 0 0,0-1 1 0 0,0 0 0 0 0,-1 1-1 0 0,1-1 1 0 0,-1 1-1 0 0,4 1 1 0 0,-3-1 6 0 0,-1 1 0 0 0,0 0 0 0 0,0 0 1 0 0,0 0-1 0 0,-1 0 0 0 0,1 0 0 0 0,0 0 0 0 0,-1 0 0 0 0,1 1 1 0 0,-1-1-1 0 0,0 0 0 0 0,0 1 0 0 0,0-1 0 0 0,0 1 1 0 0,0 0-1 0 0,0-1 0 0 0,-1 1 0 0 0,1 0 0 0 0,-1-1 0 0 0,0 1 1 0 0,0 3-1 0 0,1 43-5 0 0,-1-34 26 0 0,0 0-1 0 0,1 0 1 0 0,5 24-1 0 0,-6-38-14 0 0,1 0 0 0 0,-1 1 0 0 0,1-1 0 0 0,-1 0 0 0 0,1 0 0 0 0,0 0 0 0 0,0 0 0 0 0,-1 0 0 0 0,1 0 0 0 0,0 0 0 0 0,0 0 0 0 0,0 0 0 0 0,0 0 0 0 0,0 0 0 0 0,0-1 0 0 0,0 1 0 0 0,1 0 0 0 0,-1-1 0 0 0,0 1 0 0 0,0-1 0 0 0,0 1 0 0 0,1-1 0 0 0,-1 0 0 0 0,0 1 0 0 0,0-1 0 0 0,1 0 0 0 0,-1 0 0 0 0,0 0 0 0 0,1 0 0 0 0,-1 0 0 0 0,2 0 0 0 0,2-1 3 0 0,1 1 0 0 0,-1-1 0 0 0,0 0 0 0 0,0-1 0 0 0,0 1 0 0 0,6-4 0 0 0,0 0-9 0 0,-1-1 1 0 0,-1-1-1 0 0,1 0 1 0 0,-1 0-1 0 0,0 0 1 0 0,-1-2 0 0 0,0 1-1 0 0,0-1 1 0 0,-1 0-1 0 0,0 0 1 0 0,0-1-1 0 0,7-15 1 0 0,-2 1 1 0 0,-1-1 0 0 0,-1-1 0 0 0,-1 0 1 0 0,7-30-1 0 0,-15 52 3 0 0,0 1 0 0 0,0 0 0 0 0,-1-1 0 0 0,1 1 0 0 0,-1-1 0 0 0,0 1 0 0 0,0-1 0 0 0,0 1 1 0 0,0 0-1 0 0,0-1 0 0 0,-1 1 0 0 0,0-1 0 0 0,0 1 0 0 0,0 0 0 0 0,0-1 0 0 0,0 1 0 0 0,0 0 0 0 0,-1 0 1 0 0,0 0-1 0 0,1 0 0 0 0,-1 0 0 0 0,0 0 0 0 0,-1 1 0 0 0,1-1 0 0 0,0 1 0 0 0,-1-1 0 0 0,-3-2 0 0 0,4 4-3 0 0,0 1-1 0 0,-1-1 0 0 0,1 1 1 0 0,0-1-1 0 0,0 1 0 0 0,-1 0 1 0 0,1 0-1 0 0,0 0 0 0 0,0 0 1 0 0,-1 0-1 0 0,1 0 0 0 0,0 1 1 0 0,-1-1-1 0 0,-3 2 0 0 0,-29 12 2 0 0,25-8-14 0 0,1 1 1 0 0,0-1-1 0 0,0 2 1 0 0,0-1-1 0 0,1 1 0 0 0,-10 13 1 0 0,14-16-307 0 0,0 0-1 0 0,0 0 1 0 0,1 1 0 0 0,0-1 0 0 0,0 1-1 0 0,0 0 1 0 0,0 0 0 0 0,1 0 0 0 0,0 0-1 0 0,1 0 1 0 0,-1 0 0 0 0,0 12 0 0 0,2-15-51 0 0,0-1 1 0 0,0 0 0 0 0,1 0 0 0 0,-1 0-1 0 0,1 0 1 0 0,0 0 0 0 0,-1-1 0 0 0,1 1-1 0 0,0 0 1 0 0,0 0 0 0 0,0 0 0 0 0,1-1-1 0 0,-1 1 1 0 0,0 0 0 0 0,0-1 0 0 0,1 1-1 0 0,-1-1 1 0 0,1 0 0 0 0,0 1 0 0 0,3 1-1 0 0,9 4-4064 0 0</inkml:trace>
</inkml:ink>
</file>

<file path=ppt/ink/ink1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0:44.9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399 576 284 0 0,'2'-3'900'0'0,"11"-24"5205"0"0,-13 26-5926 0 0,0 0 1 0 0,1 0-1 0 0,-1 0 0 0 0,0 0 0 0 0,0 0 1 0 0,0 0-1 0 0,0 0 0 0 0,0 0 0 0 0,0 0 1 0 0,0 0-1 0 0,0 0 0 0 0,0 0 0 0 0,0 0 1 0 0,-1 0-1 0 0,1 0 0 0 0,0 0 0 0 0,-1 0 1 0 0,1 0-1 0 0,-1 0 0 0 0,1 0 0 0 0,-1 0 1 0 0,1 1-1 0 0,-2-3 0 0 0,1 3-115 0 0,0-1 0 0 0,0 1 0 0 0,-1-1 0 0 0,1 1 0 0 0,0 0 0 0 0,0-1 0 0 0,0 1 0 0 0,0 0 0 0 0,-1 0 0 0 0,1 0 0 0 0,0 0 0 0 0,0 0 0 0 0,0 0 0 0 0,-1 0 0 0 0,1 0 0 0 0,0 1 0 0 0,0-1 0 0 0,0 0-1 0 0,0 1 1 0 0,-2 0 0 0 0,-22 9 402 0 0,2 3 4 0 0,0 0 1 0 0,1 2-1 0 0,1 1 1 0 0,-21 19-1 0 0,4 1 150 0 0,-37 46 0 0 0,53-55-425 0 0,-23 36-1 0 0,38-52-151 0 0,0 0 0 0 0,1 0 0 0 0,1 1-1 0 0,0 0 1 0 0,0 0 0 0 0,-4 22 0 0 0,8-32-35 0 0,1 1 1 0 0,-1 0-1 0 0,1-1 1 0 0,0 1-1 0 0,0 0 1 0 0,0 0-1 0 0,0-1 1 0 0,0 1-1 0 0,0 0 1 0 0,1-1-1 0 0,0 1 1 0 0,-1 0-1 0 0,1-1 1 0 0,0 1-1 0 0,0-1 1 0 0,1 1-1 0 0,-1-1 0 0 0,0 1 1 0 0,1-1-1 0 0,-1 0 1 0 0,1 0-1 0 0,3 3 1 0 0,-2-2-130 0 0,0-1 1 0 0,1 0-1 0 0,-1 0 1 0 0,1 0-1 0 0,0-1 1 0 0,-1 1-1 0 0,1-1 1 0 0,0 0-1 0 0,0 0 1 0 0,-1 0 0 0 0,1-1-1 0 0,0 1 1 0 0,0-1-1 0 0,0 0 1 0 0,5-1-1 0 0,12-1-536 0 0,-1-1 1 0 0,0 0-1 0 0,0-2 0 0 0,0-1 0 0 0,-1 0 1 0 0,31-15-1 0 0,108-65-1893 0 0,-136 72 2254 0 0,17-9 172 0 0,-1-3 1 0 0,44-38 0 0 0,-62 46 1146 0 0,0-1-1 0 0,-1-2 1 0 0,-1 0 0 0 0,-1 0 0 0 0,15-26-1 0 0,-31 45-903 0 0,0 1-1 0 0,0-1 1 0 0,0 1 0 0 0,0-1-1 0 0,0 1 1 0 0,0-1-1 0 0,0 1 1 0 0,-1-1 0 0 0,1 0-1 0 0,0 0 1 0 0,-1 1-1 0 0,0-1 1 0 0,1 0-1 0 0,-1 0 1 0 0,0 1 0 0 0,0-1-1 0 0,0 0 1 0 0,0 0-1 0 0,0 0 1 0 0,-1-2 0 0 0,-1 3-90 0 0,1 1 0 0 0,-1-1 1 0 0,1 0-1 0 0,-1 1 1 0 0,0-1-1 0 0,1 1 1 0 0,-1 0-1 0 0,0 0 1 0 0,1 0-1 0 0,-1-1 1 0 0,0 1-1 0 0,0 1 1 0 0,1-1-1 0 0,-1 0 0 0 0,0 0 1 0 0,1 1-1 0 0,-1-1 1 0 0,-2 1-1 0 0,3 0-20 0 0,-11 2 30 0 0,-1 0-1 0 0,1 1 1 0 0,0 1 0 0 0,0 0 0 0 0,0 1 0 0 0,1 0 0 0 0,0 0 0 0 0,-20 16 0 0 0,7-2-8 0 0,2 1 0 0 0,-31 35 1 0 0,37-38-19 0 0,2 1 0 0 0,-18 28 0 0 0,28-39 1 0 0,-1 0-1 0 0,2 0 1 0 0,-1 0-1 0 0,1 0 1 0 0,0 1-1 0 0,0-1 1 0 0,1 1-1 0 0,1 0 1 0 0,-2 13-1 0 0,3-20-31 0 0,0 0-1 0 0,0-1 1 0 0,0 1-1 0 0,0-1 0 0 0,0 1 1 0 0,0-1-1 0 0,1 1 1 0 0,-1-1-1 0 0,1 1 1 0 0,-1-1-1 0 0,1 1 0 0 0,-1-1 1 0 0,1 0-1 0 0,0 1 1 0 0,0-1-1 0 0,0 0 1 0 0,0 1-1 0 0,0-1 0 0 0,0 0 1 0 0,0 0-1 0 0,0 0 1 0 0,2 2-1 0 0,-1-2-58 0 0,0 0 0 0 0,1-1-1 0 0,-1 1 1 0 0,0 0 0 0 0,1-1-1 0 0,-1 1 1 0 0,1-1 0 0 0,-1 1-1 0 0,0-1 1 0 0,1 0 0 0 0,-1 0-1 0 0,5-1 1 0 0,3-1-251 0 0,0 0-1 0 0,-1-1 1 0 0,1 0-1 0 0,-1 0 1 0 0,17-9-1 0 0,-10 2 77 0 0,0-1 0 0 0,0 0-1 0 0,-1-1 1 0 0,-1 0-1 0 0,0-2 1 0 0,18-21 0 0 0,-13 11 946 0 0,-1-1 0 0 0,-1 0 1 0 0,19-38-1 0 0,-24 39 409 0 0,-18 43-735 0 0,-19 38-219 0 0,12-29-67 0 0,1 1 0 0 0,1 0 1 0 0,-7 31-1 0 0,16-53-59 0 0,1-6-13 0 0,0 1 0 0 0,1-1 0 0 0,-1 1 0 0 0,1-1 0 0 0,-1 1 0 0 0,1-1 0 0 0,0 1-1 0 0,-1-1 1 0 0,1 1 0 0 0,0 0 0 0 0,0-1 0 0 0,0 1 0 0 0,0-1 0 0 0,0 1 0 0 0,1 0-1 0 0,-1-1 1 0 0,0 1 0 0 0,1-1 0 0 0,-1 1 0 0 0,1-1 0 0 0,0 1 0 0 0,-1-1-1 0 0,1 0 1 0 0,0 1 0 0 0,0-1 0 0 0,1 2 0 0 0,1-1 3 0 0,1 0 0 0 0,-1-1 0 0 0,0 1 1 0 0,0-1-1 0 0,1 0 0 0 0,-1 0 0 0 0,1 0 0 0 0,-1 0 1 0 0,1-1-1 0 0,-1 1 0 0 0,1-1 0 0 0,5 0 0 0 0,-1-1-26 0 0,0 0 0 0 0,0 0 0 0 0,0-1-1 0 0,-1 0 1 0 0,10-4 0 0 0,3-2-176 0 0,0-2-1 0 0,0 0 1 0 0,25-19 0 0 0,-7 1-167 0 0,-1-2 0 0 0,-2-2 1 0 0,-1-1-1 0 0,42-54 1 0 0,101-164-468 0 0,-149 204 922 0 0,40-84 0 0 0,-59 111 310 0 0,-2-1 1 0 0,0 0 0 0 0,-1 0 0 0 0,-1-1 0 0 0,-1 1-1 0 0,-1-1 1 0 0,1-25 0 0 0,-4 46-378 0 0,0-1 0 0 0,0 1 0 0 0,0-1 0 0 0,0 1 0 0 0,0-1 0 0 0,0 1 0 0 0,0 0 1 0 0,0-1-1 0 0,-1 1 0 0 0,1-1 0 0 0,0 1 0 0 0,-1 0 0 0 0,0-1 0 0 0,1 1 0 0 0,-1 0 0 0 0,0-1 0 0 0,1 1 0 0 0,-1 0 0 0 0,0 0 0 0 0,0 0 0 0 0,0 0 0 0 0,-2-2 1 0 0,2 3-20 0 0,-1-1 1 0 0,1 1 0 0 0,0 0 0 0 0,-1-1 0 0 0,1 1 0 0 0,-1 0 0 0 0,1 0 0 0 0,0 0-1 0 0,-1 0 1 0 0,1 0 0 0 0,0 1 0 0 0,-1-1 0 0 0,1 0 0 0 0,-1 1 0 0 0,1-1-1 0 0,0 1 1 0 0,0-1 0 0 0,-3 2 0 0 0,-4 3 10 0 0,0 0-1 0 0,0 0 1 0 0,1 1-1 0 0,-1 0 1 0 0,-8 10-1 0 0,-7 11 63 0 0,1 1 0 0 0,2 1 1 0 0,1 0-1 0 0,-28 60 0 0 0,16-20 261 0 0,-25 87-1 0 0,46-125-254 0 0,1 0-1 0 0,2 1 0 0 0,1-1 1 0 0,1 1-1 0 0,2 1 0 0 0,2 60 1 0 0,2-86-108 0 0,0 1 1 0 0,0 0-1 0 0,1-1 1 0 0,0 1-1 0 0,0-1 1 0 0,1 1 0 0 0,0-1-1 0 0,0 0 1 0 0,1 0-1 0 0,0 0 1 0 0,0-1-1 0 0,1 1 1 0 0,-1-1 0 0 0,1 0-1 0 0,1-1 1 0 0,-1 1-1 0 0,1-1 1 0 0,0 0-1 0 0,0 0 1 0 0,1-1-1 0 0,-1 1 1 0 0,1-2 0 0 0,0 1-1 0 0,0-1 1 0 0,0 0-1 0 0,11 3 1 0 0,2 0-778 0 0,0-1 0 0 0,0-1 0 0 0,0-1 0 0 0,41 1 0 0 0,-31-4-2543 0 0,35-5 0 0 0,-4-5-4117 0 0</inkml:trace>
</inkml:ink>
</file>

<file path=ppt/ink/ink1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0:45.8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0 198 2228 0 0,'0'-7'1138'0'0,"1"0"-1"0"0,0 1 0 0 0,0-1 1 0 0,0 0-1 0 0,0 1 0 0 0,5-13 1 0 0,-3 13-836 0 0,1-1 1 0 0,-1 1-1 0 0,1 0 1 0 0,0 0-1 0 0,0 0 1 0 0,1 0-1 0 0,0 1 1 0 0,0 0-1 0 0,10-9 1 0 0,-13 13-285 0 0,-1 0 0 0 0,1 0 1 0 0,-1 1-1 0 0,0-1 0 0 0,1 1 1 0 0,-1-1-1 0 0,1 1 1 0 0,0-1-1 0 0,-1 1 0 0 0,1 0 1 0 0,-1 0-1 0 0,1 0 1 0 0,-1 0-1 0 0,1 0 0 0 0,0 0 1 0 0,-1 0-1 0 0,1 0 0 0 0,-1 1 1 0 0,1-1-1 0 0,1 1 1 0 0,1 1-1 0 0,-1-1 0 0 0,1 0 1 0 0,-1 1-1 0 0,1 0 0 0 0,-1 0 1 0 0,0 0-1 0 0,5 4 0 0 0,-3-1 2 0 0,0 1 0 0 0,-1-1 0 0 0,0 1 0 0 0,0 0 0 0 0,-1 0 0 0 0,1 0 0 0 0,-1 0 0 0 0,-1 0 0 0 0,1 1 0 0 0,-1-1 0 0 0,0 1 0 0 0,-1 0 0 0 0,1 0 0 0 0,-1 0 0 0 0,0 11 0 0 0,-1-9 19 0 0,0-1 0 0 0,0 1 0 0 0,-1-1 0 0 0,0 1 1 0 0,0 0-1 0 0,-1-1 0 0 0,0 0 0 0 0,-1 1 0 0 0,1-1 0 0 0,-2 0 0 0 0,1 0 0 0 0,-6 7 0 0 0,-10 9 150 0 0,13-19-98 0 0,6-5-89 0 0,0 0-1 0 0,-1 0 1 0 0,1 0-1 0 0,0 0 1 0 0,-1 0-1 0 0,1 0 1 0 0,0 0-1 0 0,-1 0 0 0 0,1-1 1 0 0,0 1-1 0 0,-1 0 1 0 0,1 0-1 0 0,0 0 1 0 0,0 0-1 0 0,-1-1 1 0 0,1 1-1 0 0,0 0 0 0 0,-1 0 1 0 0,1-1-1 0 0,0 1 1 0 0,0 0-1 0 0,0 0 1 0 0,-1-1-1 0 0,1 1 1 0 0,0 0-1 0 0,0-1 1 0 0,0 1-1 0 0,0 0 0 0 0,-1-1 1 0 0,1 1-1 0 0,0 0 1 0 0,0-1-1 0 0,-5-14 15 0 0,6 3-22 0 0,0 1 0 0 0,1-1 0 0 0,1 1 1 0 0,0 0-1 0 0,0 0 0 0 0,1 0 1 0 0,0 0-1 0 0,1 1 0 0 0,0 0 0 0 0,1 0 1 0 0,0 0-1 0 0,11-13 0 0 0,-9 13-4 0 0,1 0 1 0 0,0 0-1 0 0,0 0 0 0 0,1 1 0 0 0,0 1 0 0 0,1 0 1 0 0,0 0-1 0 0,0 1 0 0 0,0 0 0 0 0,23-9 1 0 0,-30 15 5 0 0,0-1 1 0 0,0 1 0 0 0,1 0-1 0 0,-1 0 1 0 0,0 1 0 0 0,1-1-1 0 0,-1 1 1 0 0,0 0-1 0 0,1 0 1 0 0,-1 0 0 0 0,0 1-1 0 0,0-1 1 0 0,1 1 0 0 0,-1 0-1 0 0,0 1 1 0 0,0-1 0 0 0,0 1-1 0 0,0-1 1 0 0,0 1 0 0 0,0 0-1 0 0,0 1 1 0 0,-1-1-1 0 0,1 1 1 0 0,-1-1 0 0 0,0 1-1 0 0,0 0 1 0 0,0 0 0 0 0,0 1-1 0 0,0-1 1 0 0,-1 0 0 0 0,1 1-1 0 0,3 7 1 0 0,-1-2 9 0 0,-1 1 1 0 0,0 0-1 0 0,0 1 1 0 0,-1-1 0 0 0,0 1-1 0 0,-1-1 1 0 0,0 1-1 0 0,-1 0 1 0 0,0 0-1 0 0,0-1 1 0 0,-1 1-1 0 0,-2 12 1 0 0,1-13 75 0 0,-1 1 1 0 0,0-1 0 0 0,-1 0 0 0 0,0 0 0 0 0,-5 12-1 0 0,8-21-78 0 0,-1-1 0 0 0,1 0 0 0 0,0 1 0 0 0,0-1 0 0 0,0 0 0 0 0,0 1 0 0 0,0-1 0 0 0,-1 0 0 0 0,1 0 0 0 0,0 1 0 0 0,0-1 0 0 0,-1 0 0 0 0,1 1 0 0 0,0-1 0 0 0,0 0 0 0 0,-1 0 0 0 0,1 0 0 0 0,0 1 0 0 0,-1-1 0 0 0,1 0 0 0 0,0 0 0 0 0,0 0 0 0 0,-1 0 0 0 0,1 1 0 0 0,-1-1 0 0 0,1 0 0 0 0,0 0-1 0 0,-1 0 1 0 0,1 0 0 0 0,0 0 0 0 0,-1 0 0 0 0,1 0 0 0 0,0 0 0 0 0,-1 0 0 0 0,1 0 0 0 0,0 0 0 0 0,-1-1 0 0 0,1 1 0 0 0,0 0 0 0 0,-1 0 0 0 0,1 0 0 0 0,0 0 0 0 0,-1 0 0 0 0,1-1 0 0 0,-1 1 0 0 0,0-1 1 0 0,1 0 1 0 0,-1 1 0 0 0,0-1-1 0 0,1 0 1 0 0,-1 0 0 0 0,1 0-1 0 0,-1 0 1 0 0,1 0-1 0 0,-1 0 1 0 0,1 0 0 0 0,0 0-1 0 0,-1 0 1 0 0,1 0-1 0 0,0 0 1 0 0,0 0 0 0 0,0 0-1 0 0,-1-1 1 0 0,2-10-9 0 0,1 0 1 0 0,0 0-1 0 0,0 0 1 0 0,1 1 0 0 0,1-1-1 0 0,0 1 1 0 0,0 0-1 0 0,1 0 1 0 0,0 0-1 0 0,1 1 1 0 0,1-1 0 0 0,-1 2-1 0 0,2-1 1 0 0,-1 1-1 0 0,14-13 1 0 0,-3 4-13 0 0,1 1-1 0 0,1 1 1 0 0,0 1 0 0 0,1 1-1 0 0,1 0 1 0 0,33-14 0 0 0,-49 25 8 0 0,0 1 0 0 0,-1 0 0 0 0,1 0 0 0 0,1 1-1 0 0,-1 0 1 0 0,0 0 0 0 0,0 0 0 0 0,0 1 0 0 0,0 0 0 0 0,1 0 0 0 0,8 1 0 0 0,-13 0 8 0 0,0-1-1 0 0,1 1 1 0 0,-1-1-1 0 0,0 1 1 0 0,0 0 0 0 0,0 0-1 0 0,1 0 1 0 0,-1 0-1 0 0,0 0 1 0 0,-1 0-1 0 0,1 1 1 0 0,0-1 0 0 0,0 1-1 0 0,0-1 1 0 0,-1 1-1 0 0,1 0 1 0 0,-1-1 0 0 0,1 1-1 0 0,-1 0 1 0 0,0 0-1 0 0,0 0 1 0 0,0 0 0 0 0,0 0-1 0 0,0 1 1 0 0,0-1-1 0 0,0 0 1 0 0,-1 0-1 0 0,1 0 1 0 0,-1 1 0 0 0,0-1-1 0 0,0 0 1 0 0,0 5-1 0 0,-1 10 63 0 0,-1 1-1 0 0,0 0 1 0 0,-11 33-1 0 0,9-34-351 0 0,-1 0-1 0 0,2 1 1 0 0,-2 32-1 0 0,5-48 12 0 0,0 0-1 0 0,0-1 0 0 0,0 1 1 0 0,0-1-1 0 0,1 1 0 0 0,-1 0 0 0 0,0-1 1 0 0,1 1-1 0 0,0-1 0 0 0,-1 1 1 0 0,1-1-1 0 0,0 1 0 0 0,0-1 1 0 0,-1 0-1 0 0,1 1 0 0 0,0-1 1 0 0,0 0-1 0 0,1 0 0 0 0,-1 0 0 0 0,0 0 1 0 0,0 0-1 0 0,0 0 0 0 0,1 0 1 0 0,-1 0-1 0 0,1 0 0 0 0,-1 0 1 0 0,1-1-1 0 0,2 2 0 0 0,8 1-3606 0 0</inkml:trace>
</inkml:ink>
</file>

<file path=ppt/ink/ink1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0:47.3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221 800 296 0 0,'8'-13'1737'0'0,"0"0"-1"0"0,-1-1 1 0 0,-1 0-1 0 0,0 0 1 0 0,-1-1 0 0 0,0 0-1 0 0,-1 1 1 0 0,2-22-1 0 0,-6 35-1712 0 0,1 1-1 0 0,-1-1 0 0 0,0 1 0 0 0,0-1 0 0 0,0 1 0 0 0,0-1 0 0 0,0 0 0 0 0,-1 1 0 0 0,1-1 0 0 0,0 1 0 0 0,0-1 0 0 0,0 1 1 0 0,0-1-1 0 0,0 1 0 0 0,-1-1 0 0 0,1 1 0 0 0,0-1 0 0 0,-1 1 0 0 0,1-1 0 0 0,0 1 0 0 0,-1 0 0 0 0,1-1 0 0 0,0 1 0 0 0,-1-1 1 0 0,1 1-1 0 0,-1 0 0 0 0,1-1 0 0 0,-1 1 0 0 0,1 0 0 0 0,-1 0 0 0 0,1-1 0 0 0,-1 1 0 0 0,1 0 0 0 0,-1 0 0 0 0,1 0 0 0 0,-1 0 1 0 0,1-1-1 0 0,-1 1 0 0 0,1 0 0 0 0,-2 0 0 0 0,-19 3 231 0 0,11 0-229 0 0,0 1-1 0 0,1 0 0 0 0,-1 1 1 0 0,1 0-1 0 0,0 0 0 0 0,0 1 1 0 0,-15 12-1 0 0,4 1 51 0 0,-32 36 0 0 0,43-44-68 0 0,-1 0 1 0 0,2 1-1 0 0,-1 0 1 0 0,2 1-1 0 0,0-1 0 0 0,0 1 1 0 0,1 1-1 0 0,-8 27 1 0 0,13-39 0 0 0,1 0 0 0 0,-1 1 0 0 0,1-1 0 0 0,-1 1 0 0 0,1-1 1 0 0,0 0-1 0 0,0 1 0 0 0,0-1 0 0 0,1 1 0 0 0,-1-1 1 0 0,0 1-1 0 0,1-1 0 0 0,0 0 0 0 0,-1 1 0 0 0,1-1 0 0 0,0 0 1 0 0,0 0-1 0 0,1 0 0 0 0,-1 1 0 0 0,0-1 0 0 0,1 0 0 0 0,-1-1 1 0 0,1 1-1 0 0,-1 0 0 0 0,4 2 0 0 0,-2-2-2 0 0,0-1 0 0 0,0 1 0 0 0,0-1 0 0 0,0 0 1 0 0,0 0-1 0 0,0 0 0 0 0,1 0 0 0 0,-1 0 0 0 0,0-1 0 0 0,1 1 0 0 0,-1-1 0 0 0,0 0 0 0 0,1 0 0 0 0,-1 0 0 0 0,0-1 1 0 0,7-1-1 0 0,1-1-45 0 0,0-1 1 0 0,-1 0 0 0 0,1-1-1 0 0,-1 0 1 0 0,0 0 0 0 0,-1-1-1 0 0,1 0 1 0 0,-1-1 0 0 0,0 0 0 0 0,-1-1-1 0 0,0 0 1 0 0,13-16 0 0 0,4-8 13 0 0,-1 0 0 0 0,22-44 1 0 0,-34 51 122 0 0,-7 13 52 0 0,1-1-1 0 0,1 1 1 0 0,11-16-1 0 0,-17 27-127 0 0,-8 32-30 0 0,-21 69 18 0 0,16-64 7 0 0,-10 59 1 0 0,21-90-16 0 0,-3 43 22 0 0,4-45-15 0 0,0 0-1 0 0,0 0 0 0 0,0 0 1 0 0,1 0-1 0 0,0 1 0 0 0,-1-1 1 0 0,1 0-1 0 0,0 0 0 0 0,1 0 1 0 0,-1 0-1 0 0,0-1 0 0 0,3 5 1 0 0,-3-6-14 0 0,0 0 0 0 0,0-1 0 0 0,0 1 1 0 0,0 0-1 0 0,0-1 0 0 0,1 1 1 0 0,-1 0-1 0 0,0-1 0 0 0,0 0 0 0 0,0 1 1 0 0,1-1-1 0 0,-1 0 0 0 0,0 1 1 0 0,0-1-1 0 0,1 0 0 0 0,-1 0 0 0 0,0 0 1 0 0,0 0-1 0 0,1 0 0 0 0,1-1 0 0 0,26-6-418 0 0,-17 1 116 0 0,0-1 0 0 0,0 0 0 0 0,0-1 0 0 0,-1 0 1 0 0,0-1-1 0 0,17-17 0 0 0,53-68-1216 0 0,-79 92 1486 0 0,75-100-583 0 0,-4-4 0 0 0,-5-2 1 0 0,54-120-1 0 0,-88 152 2289 0 0,27-97-1 0 0,-48 134-680 0 0,-12 39-979 0 0,-1 0-1 0 0,0 0 0 0 0,0-1 0 0 0,0 1 1 0 0,0 0-1 0 0,0 0 0 0 0,0 0 1 0 0,0 0-1 0 0,1 0 0 0 0,-1 0 0 0 0,0-1 1 0 0,0 1-1 0 0,0 0 0 0 0,0 0 0 0 0,0 0 1 0 0,0 0-1 0 0,0-1 0 0 0,0 1 0 0 0,0 0 1 0 0,0 0-1 0 0,0 0 0 0 0,0 0 0 0 0,0-1 1 0 0,0 1-1 0 0,0 0 0 0 0,0 0 0 0 0,0 0 1 0 0,0 0-1 0 0,0-1 0 0 0,0 1 1 0 0,0 0-1 0 0,0 0 0 0 0,-1 0 0 0 0,1 0 1 0 0,0 0-1 0 0,0-1 0 0 0,0 1 0 0 0,0 0 1 0 0,0 0-1 0 0,0 0 0 0 0,0 0 0 0 0,0 0 1 0 0,-1 0-1 0 0,1 0 0 0 0,0 0 0 0 0,0-1 1 0 0,0 1-1 0 0,-9 6 119 0 0,-8 11-52 0 0,-6 17 28 0 0,3 2-1 0 0,0 1 1 0 0,-22 61 0 0 0,30-70-42 0 0,-25 64 184 0 0,4 2 1 0 0,4 1-1 0 0,-17 102 1 0 0,42-175-194 0 0,0 1 1 0 0,1 30-1 0 0,3-47-29 0 0,0-1-1 0 0,0 0 0 0 0,1 1 0 0 0,-1-1 1 0 0,1 0-1 0 0,0 0 0 0 0,1 0 0 0 0,-1 0 1 0 0,1 0-1 0 0,0 0 0 0 0,0 0 0 0 0,1 0 1 0 0,-1-1-1 0 0,1 1 0 0 0,0-1 0 0 0,5 6 1 0 0,-5-8-11 0 0,1 1 0 0 0,-1-1 1 0 0,1 0-1 0 0,-1 0 0 0 0,1 0 1 0 0,0-1-1 0 0,0 0 0 0 0,0 1 1 0 0,0-1-1 0 0,0-1 0 0 0,0 1 1 0 0,0 0-1 0 0,0-1 0 0 0,0 0 1 0 0,0 0-1 0 0,0 0 0 0 0,0-1 1 0 0,0 1-1 0 0,1-1 0 0 0,-1 0 0 0 0,-1 0 1 0 0,7-3-1 0 0,2 0 6 0 0,0-1 1 0 0,0 0-1 0 0,0-1 0 0 0,-1-1 1 0 0,19-14-1 0 0,-9 4 23 0 0,-1-2 0 0 0,-1 0-1 0 0,0-1 1 0 0,-2-1 0 0 0,0-1 0 0 0,-1 0 0 0 0,-2-1-1 0 0,0-1 1 0 0,-2 0 0 0 0,0-1 0 0 0,12-38-1 0 0,-7-20 674 0 0,-17 83-713 0 0,0-1 1 0 0,0 0-1 0 0,0 1 0 0 0,0-1 1 0 0,0 1-1 0 0,0-1 1 0 0,0 1-1 0 0,0-1 0 0 0,0 0 1 0 0,-1 1-1 0 0,1-1 1 0 0,0 1-1 0 0,0-1 1 0 0,0 1-1 0 0,-1-1 0 0 0,1 1 1 0 0,0-1-1 0 0,-1 1 1 0 0,1-1-1 0 0,0 1 0 0 0,-1-1 1 0 0,1 1-1 0 0,-1 0 1 0 0,1-1-1 0 0,-1 1 0 0 0,1-1 1 0 0,0 1-1 0 0,-1 0 1 0 0,0 0-1 0 0,1-1 0 0 0,-1 1 1 0 0,1 0-1 0 0,-1 0 1 0 0,1 0-1 0 0,-1-1 0 0 0,1 1 1 0 0,-1 0-1 0 0,0 0 1 0 0,1 0-1 0 0,-1 0 0 0 0,1 0 1 0 0,-1 0-1 0 0,1 0 1 0 0,-1 1-1 0 0,0-1 1 0 0,1 0-1 0 0,-1 0 0 0 0,1 0 1 0 0,-1 0-1 0 0,1 1 1 0 0,-1-1-1 0 0,1 0 0 0 0,-1 1 1 0 0,0-1-1 0 0,-2 3 0 0 0,0-1 0 0 0,0 0-1 0 0,0 1 1 0 0,0-1 0 0 0,0 1-1 0 0,1 0 1 0 0,0 0 0 0 0,-1 0-1 0 0,1 0 1 0 0,0 0 0 0 0,0 0-1 0 0,1 1 1 0 0,-1-1 0 0 0,-1 5-1 0 0,3-6-4 0 0,-1 1 0 0 0,1 0 0 0 0,0 0-1 0 0,-1 0 1 0 0,1-1 0 0 0,1 1 0 0 0,-1 0-1 0 0,0 0 1 0 0,1-1 0 0 0,-1 1 0 0 0,1 0-1 0 0,0 0 1 0 0,0-1 0 0 0,0 1 0 0 0,1 2-1 0 0,1 0-33 0 0,1-1 0 0 0,-1 1 0 0 0,1 0 0 0 0,-1-1-1 0 0,1 0 1 0 0,0 0 0 0 0,1 0 0 0 0,-1 0 0 0 0,1-1-1 0 0,0 0 1 0 0,0 0 0 0 0,0 0 0 0 0,0 0 0 0 0,10 3-1 0 0,-1-2-79 0 0,0-1-1 0 0,1 0 0 0 0,-1 0 0 0 0,1-2 0 0 0,-1 1 1 0 0,1-2-1 0 0,0 0 0 0 0,-1-1 0 0 0,27-5 0 0 0,-31 4 115 0 0,1-1 0 0 0,0-1 0 0 0,-1 0 0 0 0,0 0 0 0 0,0-1 0 0 0,0-1 0 0 0,-1 1 0 0 0,1-2 0 0 0,-1 1 0 0 0,-1-1 0 0 0,1 0 0 0 0,-1-1 0 0 0,11-13 0 0 0,-14 15 186 0 0,-1 0 0 0 0,0 0 0 0 0,0-1 0 0 0,0 1 0 0 0,0-1 0 0 0,3-10 0 0 0,-7 16-105 0 0,-2-2 9 0 0,2 3-84 0 0,0 0-1 0 0,0 0 1 0 0,0 0-1 0 0,0-1 1 0 0,0 1-1 0 0,0 0 1 0 0,0 0-1 0 0,0 0 1 0 0,0 0-1 0 0,0-1 0 0 0,0 1 1 0 0,-1 0-1 0 0,1 0 1 0 0,0 0-1 0 0,0 0 1 0 0,0 0-1 0 0,0-1 1 0 0,0 1-1 0 0,0 0 1 0 0,-1 0-1 0 0,1 0 1 0 0,0 0-1 0 0,0 0 0 0 0,0 0 1 0 0,0 0-1 0 0,0 0 1 0 0,-1-1-1 0 0,1 1 1 0 0,0 0-1 0 0,0 0 1 0 0,0 0-1 0 0,-1 0 1 0 0,1 0-1 0 0,0 0 0 0 0,0 0 1 0 0,0 0-1 0 0,0 0 1 0 0,-1 0-1 0 0,1 0 1 0 0,0 0-1 0 0,-7 3 12 0 0,0 0-1 0 0,0 0 0 0 0,0 1 1 0 0,1 0-1 0 0,-1 0 1 0 0,1 0-1 0 0,0 1 1 0 0,1 0-1 0 0,-1 0 0 0 0,1 0 1 0 0,-6 8-1 0 0,-10 13-4 0 0,-20 32-1 0 0,22-28 9 0 0,-23 48 0 0 0,36-65-3 0 0,1 1 0 0 0,0 0 0 0 0,1 0 1 0 0,0 0-1 0 0,1 0 0 0 0,-2 20 0 0 0,5-31-25 0 0,-1 0 1 0 0,1 0-1 0 0,0 0 0 0 0,0 0 1 0 0,0 0-1 0 0,1 0 0 0 0,-1 0 1 0 0,1 0-1 0 0,-1-1 0 0 0,1 1 1 0 0,0 0-1 0 0,0 0 0 0 0,0-1 1 0 0,1 1-1 0 0,-1 0 0 0 0,1-1 1 0 0,-1 1-1 0 0,1-1 0 0 0,0 0 1 0 0,0 0-1 0 0,0 1 0 0 0,0-1 0 0 0,0 0 1 0 0,0-1-1 0 0,1 1 0 0 0,-1 0 1 0 0,1-1-1 0 0,-1 1 0 0 0,1-1 1 0 0,-1 0-1 0 0,1 0 0 0 0,0 0 1 0 0,0 0-1 0 0,0 0 0 0 0,-1-1 1 0 0,1 1-1 0 0,4-1 0 0 0,4 1-315 0 0,1-1 0 0 0,-1 0 0 0 0,0-1-1 0 0,1-1 1 0 0,-1 0 0 0 0,0 0 0 0 0,0-1-1 0 0,14-5 1 0 0,-1-2-45 0 0,-2 0 0 0 0,1-2 1 0 0,-2 0-1 0 0,1-2 0 0 0,-2 0 0 0 0,0-1 0 0 0,-1-1 0 0 0,0-1 0 0 0,29-34 0 0 0,-34 33 1088 0 0,-1 0-1 0 0,-1 0 0 0 0,0-1 0 0 0,-2-1 0 0 0,0 0 0 0 0,13-38 1 0 0,-2-17 2580 0 0,-21 73-3022 0 0,-1 4-226 0 0,-9 14 52 0 0,0 0 0 0 0,1 0 0 0 0,-11 33 0 0 0,-15 60 117 0 0,25-78-178 0 0,8-23-124 0 0,-16 61 338 0 0,16-62-625 0 0,1 0 0 0 0,0 0 0 0 0,1 0-1 0 0,-1 0 1 0 0,1 1 0 0 0,1-1 0 0 0,1 11-1 0 0,9 2-3168 0 0</inkml:trace>
</inkml:ink>
</file>

<file path=ppt/ink/ink1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0:47.5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77 3028 0 0,'16'-66'14546'0'0,"-16"66"-14486"0"0,0-1-1 0 0,0 1 1 0 0,0-1 0 0 0,1 1 0 0 0,-1-1 0 0 0,0 1 0 0 0,0 0 0 0 0,0-1 0 0 0,0 1 0 0 0,0-1 0 0 0,1 1 0 0 0,-1 0 0 0 0,0-1 0 0 0,0 1 0 0 0,1 0 0 0 0,-1-1-1 0 0,0 1 1 0 0,0 0 0 0 0,1-1 0 0 0,-1 1 0 0 0,0 0 0 0 0,1 0 0 0 0,-1-1 0 0 0,1 1 0 0 0,-1 0 0 0 0,0 0 0 0 0,1 0 0 0 0,-1-1 0 0 0,1 1 0 0 0,-1 0 0 0 0,0 0-1 0 0,1 0 1 0 0,-1 0 0 0 0,1 0 0 0 0,-1 0 0 0 0,1 0 0 0 0,-1 0 0 0 0,0 0 0 0 0,1 0 0 0 0,-1 0 0 0 0,1 0 0 0 0,0 1 0 0 0,0-1-21 0 0,0 0 1 0 0,0 1-1 0 0,0-1 1 0 0,1 1 0 0 0,-1-1-1 0 0,0 1 1 0 0,0 0-1 0 0,0 0 1 0 0,0-1-1 0 0,0 1 1 0 0,0 0-1 0 0,-1 0 1 0 0,3 2 0 0 0,28 43 666 0 0,26 45-73 0 0,-29-37-548 0 0,45 83-1779 0 0,-72-137 1545 0 0,11 17-2787 0 0</inkml:trace>
</inkml:ink>
</file>

<file path=ppt/ink/ink1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0:47.7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437 84 2952 0 0,'-1'-7'1817'0'0,"0"-1"0"0"0,-1 0-1 0 0,0 1 1 0 0,-5-12 0 0 0,6 16-1468 0 0,0 1 0 0 0,0-1 0 0 0,-1 1 0 0 0,1-1 0 0 0,-1 1 0 0 0,1 0 0 0 0,-1 0 0 0 0,0 0 0 0 0,0 0 0 0 0,0 0 1 0 0,0 0-1 0 0,0 0 0 0 0,-1 1 0 0 0,1-1 0 0 0,-3-1 0 0 0,2 3-241 0 0,0 1 0 0 0,1-1-1 0 0,-1 0 1 0 0,0 1 0 0 0,0-1 0 0 0,0 1-1 0 0,1 0 1 0 0,-1 0 0 0 0,0 0 0 0 0,1 0 0 0 0,-1 1-1 0 0,1-1 1 0 0,-1 1 0 0 0,-3 3 0 0 0,-23 17 330 0 0,1 2 0 0 0,2 1 0 0 0,-28 34 0 0 0,-62 92-1 0 0,81-100-342 0 0,-1 2-1943 0 0,11-19-4572 0 0</inkml:trace>
</inkml:ink>
</file>

<file path=ppt/ink/ink1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0:47.9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1 138 744 0 0,'3'-37'7866'0'0,"1"-6"-405"0"0,0 16-5232 0 0,-3 25-2000 0 0,0-12 35 0 0,-1 4-4097 0 0,-1 8 3277 0 0,1-1-183 0 0</inkml:trace>
</inkml:ink>
</file>

<file path=ppt/ink/ink1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0:48.1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218 1 3152 0 0,'-189'32'12403'0'0,"163"-26"-10856"0"0,24-5-1193 0 0,4 0-92 0 0,3 1-206 0 0,0 0 0 0 0,0-1-1 0 0,1 1 1 0 0,-1-1-1 0 0,1 0 1 0 0,-1-1 0 0 0,1 1-1 0 0,-1-1 1 0 0,1 0 0 0 0,10-2-1 0 0,7 1 16 0 0,290-3-1049 0 0,-104-1-5050 0 0,-165 4 3795 0 0,53-3-4525 0 0</inkml:trace>
</inkml:ink>
</file>

<file path=ppt/ink/ink1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0:48.3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 68 4916 0 0,'-20'-5'6473'0'0,"6"-3"-2485"0"0,4-1-1439 0 0,2 1-977 0 0,2-1-636 0 0,3-3-976 0 0,6 2-1404 0 0,8 3-2229 0 0</inkml:trace>
</inkml:ink>
</file>

<file path=ppt/ink/ink1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0:53.7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556 122 1716 0 0,'2'-3'770'0'0,"-1"0"0"0"0,1 0 0 0 0,0 0-1 0 0,-1 0 1 0 0,0 0 0 0 0,0 0 0 0 0,0-1 0 0 0,0 1-1 0 0,1-5 1 0 0,-2 4-338 0 0,1 0-1 0 0,-1 0 0 0 0,0 0 1 0 0,-1 0-1 0 0,1-1 1 0 0,0 1-1 0 0,-3-8 1 0 0,2 10-387 0 0,0-1 0 0 0,1 1 0 0 0,-1-1 0 0 0,-1 1 0 0 0,1 0 1 0 0,0 0-1 0 0,0-1 0 0 0,-1 1 0 0 0,0 0 0 0 0,1 0 0 0 0,-1 0 0 0 0,0 0 1 0 0,0 1-1 0 0,0-1 0 0 0,0 0 0 0 0,0 1 0 0 0,0 0 0 0 0,0-1 1 0 0,-1 1-1 0 0,1 0 0 0 0,0 0 0 0 0,-1 0 0 0 0,1 0 0 0 0,-1 1 1 0 0,1-1-1 0 0,-1 1 0 0 0,0-1 0 0 0,1 1 0 0 0,-1 0 0 0 0,1 0 0 0 0,-4 0 1 0 0,-7 2-36 0 0,1-1 1 0 0,-1 2-1 0 0,1 0 1 0 0,-1 0-1 0 0,1 1 1 0 0,0 1-1 0 0,-14 6 1 0 0,7 0 4 0 0,0 1 1 0 0,0 0 0 0 0,-26 23-1 0 0,3 4 15 0 0,2 2 1 0 0,-47 63-1 0 0,63-72 14 0 0,-25 40 0 0 0,42-60-34 0 0,1 0 1 0 0,0 0-1 0 0,1 0 1 0 0,0 1-1 0 0,1 0 0 0 0,0 0 1 0 0,-2 19-1 0 0,5-30-2 0 0,1 1-1 0 0,0 0 0 0 0,0 0 0 0 0,0-1 0 0 0,0 1 1 0 0,0 0-1 0 0,1 0 0 0 0,-1-1 0 0 0,1 1 1 0 0,-1 0-1 0 0,1-1 0 0 0,0 1 0 0 0,0-1 0 0 0,0 1 1 0 0,1-1-1 0 0,-1 1 0 0 0,1-1 0 0 0,-1 0 0 0 0,1 0 1 0 0,0 0-1 0 0,-1 0 0 0 0,1 0 0 0 0,4 3 1 0 0,-2-3 1 0 0,-1 0-1 0 0,1 0 1 0 0,0 0 0 0 0,0-1 0 0 0,0 1 0 0 0,0-1 0 0 0,1 0 0 0 0,-1 0 0 0 0,0-1 0 0 0,0 1 0 0 0,1-1 0 0 0,-1 0 0 0 0,0 0 0 0 0,6-1 0 0 0,2 0 1 0 0,1-2-1 0 0,-1 1 1 0 0,0-1-1 0 0,0-1 1 0 0,0 0-1 0 0,0-1 1 0 0,0 0-1 0 0,20-13 1 0 0,-18 8 119 0 0,0-1 0 0 0,-1 0 1 0 0,0 0-1 0 0,0-2 0 0 0,18-23 1 0 0,-5-3 995 0 0,-1-1 1 0 0,-2 0-1 0 0,33-80 1 0 0,-55 118-943 0 0,-10 29-106 0 0,-7 20 43 0 0,-16 88 0 0 0,29-118-96 0 0,1 0 0 0 0,1 0 0 0 0,0 1 0 0 0,1-1 1 0 0,1 0-1 0 0,1 0 0 0 0,0 0 0 0 0,9 32 0 0 0,-9-45-34 0 0,0 1 0 0 0,1-1-1 0 0,-1 1 1 0 0,1-1 0 0 0,0 0 0 0 0,0 0-1 0 0,0 0 1 0 0,0-1 0 0 0,1 1 0 0 0,-1-1 0 0 0,1 1-1 0 0,0-1 1 0 0,0-1 0 0 0,0 1 0 0 0,1 0 0 0 0,-1-1-1 0 0,1 0 1 0 0,-1 0 0 0 0,1 0 0 0 0,0-1 0 0 0,-1 1-1 0 0,1-1 1 0 0,0 0 0 0 0,10 0 0 0 0,-6 0-581 0 0,1-1 0 0 0,0 0 0 0 0,-1 0 0 0 0,1-1 0 0 0,12-3 0 0 0,-13 2-977 0 0,-1 0 0 0 0,0-1 0 0 0,0 0 0 0 0,0 0-1 0 0,13-8 1 0 0,-8 2-3926 0 0</inkml:trace>
</inkml:ink>
</file>

<file path=ppt/ink/ink1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0:54.0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 42 2260 0 0,'-25'-42'17808'0'0,"27"51"-17571"0"0,2-1 0 0 0,-1 0 0 0 0,1 0 0 0 0,0 0 0 0 0,1 0 0 0 0,0-1 0 0 0,0 0 0 0 0,0 0 0 0 0,1 0 0 0 0,7 6 0 0 0,7 6-49 0 0,0-1 1 0 0,25 16-1 0 0,62 44-1371 0 0,-88-67-2646 0 0</inkml:trace>
</inkml:ink>
</file>

<file path=ppt/ink/ink1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0:54.3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380 63 1940 0 0,'-4'-17'2966'0'0,"3"11"-1789"0"0,0 1 0 0 0,-1 0 0 0 0,1-1 0 0 0,-1 1 0 0 0,0 0 0 0 0,-5-8 0 0 0,7 12-754 0 0,-2 2-314 0 0,0-1 0 0 0,0 0 1 0 0,0 1-1 0 0,1-1 0 0 0,-1 1 1 0 0,0 0-1 0 0,1-1 0 0 0,-1 1 1 0 0,0 0-1 0 0,1 0 0 0 0,-1 0 0 0 0,1 0 1 0 0,0 1-1 0 0,-2 0 0 0 0,-21 24 1244 0 0,14-14-767 0 0,-38 41 1219 0 0,-42 61-1 0 0,58-68-1768 0 0,-48 94 0 0 0,49-68-3385 0 0,16-23-4735 0 0,11-33 1094 0 0</inkml:trace>
</inkml:ink>
</file>

<file path=ppt/ink/ink1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0:54.9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241 121 2244 0 0,'-39'-114'14362'0'0,"39"113"-14134"0"0,-5-3 247 0 0,2 2-204 0 0,-2 8-191 0 0,1 6 312 0 0,0-1 1 0 0,0 1 0 0 0,1-1 0 0 0,0 1 0 0 0,-1 17 0 0 0,0-2 276 0 0,-108 478 3750 0 0,86-396-4211 0 0,1 4-4 0 0,25-111-761 0 0</inkml:trace>
</inkml:ink>
</file>

<file path=ppt/ink/ink1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0:55.3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206 81 1060 0 0,'-191'91'21755'0'0,"176"-83"-20152"0"0,24-7-1107 0 0,31-7-570 0 0,-34 5 236 0 0,176-32 126 0 0,370-59-38 0 0,-425 71-168 0 0,55-7 306 0 0,-169 28-3413 0 0,-17 7 127 0 0,3-5 3248 0 0,-6 5-2103 0 0,-1 0 0 0 0,1-1 1 0 0,-17 11-1 0 0,7-5-2860 0 0,1 1-1796 0 0</inkml:trace>
</inkml:ink>
</file>

<file path=ppt/ink/ink1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0:55.9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229 91 1264 0 0,'0'0'7755'0'0,"-2"-11"-3425"0"0,-7-50 4791 0 0,8 60-9076 0 0,0 0 0 0 0,0 0 0 0 0,1-1 0 0 0,-1 1 0 0 0,0 0 0 0 0,0 0 0 0 0,0 0 0 0 0,0 0 0 0 0,0 0 0 0 0,-1 0 0 0 0,1 1 0 0 0,0-1 0 0 0,0 0 0 0 0,-1 0 0 0 0,1 1 0 0 0,0-1 0 0 0,-1 1 0 0 0,1-1 0 0 0,0 1 0 0 0,-1 0 0 0 0,1-1 0 0 0,-1 1 0 0 0,1 0 0 0 0,0 0 0 0 0,-1 0 0 0 0,1 0 0 0 0,-1 0 0 0 0,1 0 0 0 0,-1 1 0 0 0,1-1 0 0 0,0 0 0 0 0,-1 1 0 0 0,-2 0 0 0 0,-7 7-26 0 0,-1-1 0 0 0,1 2 0 0 0,1 0 0 0 0,-1 0 0 0 0,2 1 0 0 0,-1 0 0 0 0,1 0 0 0 0,1 1 0 0 0,-15 24 0 0 0,14-19-11 0 0,0 1 1 0 0,1 0-1 0 0,1 1 0 0 0,1 0 0 0 0,0 0 1 0 0,2 0-1 0 0,-4 20 0 0 0,7-33 2 0 0,1 0 0 0 0,0 1-1 0 0,0-1 1 0 0,0 0 0 0 0,0 0-1 0 0,1 0 1 0 0,-1 0 0 0 0,1 0-1 0 0,1-1 1 0 0,-1 1 0 0 0,1 0-1 0 0,-1 0 1 0 0,2-1 0 0 0,-1 1-1 0 0,0-1 1 0 0,5 6 0 0 0,-5-7-9 0 0,0-1 1 0 0,1 1-1 0 0,0-1 1 0 0,-1 0-1 0 0,1 0 1 0 0,0 0-1 0 0,0 0 1 0 0,0 0-1 0 0,0-1 1 0 0,0 1-1 0 0,1-1 1 0 0,-1 0-1 0 0,0 0 1 0 0,1 0-1 0 0,-1-1 1 0 0,1 1-1 0 0,-1-1 1 0 0,1 1-1 0 0,-1-1 1 0 0,1 0-1 0 0,-1-1 1 0 0,1 1-1 0 0,-1-1 1 0 0,4 0-1 0 0,2-1-2 0 0,0-1-1 0 0,-1 1 1 0 0,1-1 0 0 0,-1-1-1 0 0,0 1 1 0 0,0-2-1 0 0,0 1 1 0 0,-1-1 0 0 0,14-11-1 0 0,-11 7 1 0 0,0-1 0 0 0,-1 0 0 0 0,0-1 0 0 0,-1 0 0 0 0,13-22 0 0 0,-3-5 1 0 0,0-2-1 0 0,-3 0 1 0 0,12-47 0 0 0,-21 65 0 0 0,4-6-34 0 0,-10 27 29 0 0,-1 4 16 0 0,1 0 0 0 0,-1 0 0 0 0,0 0 0 0 0,1 0 0 0 0,0 0 0 0 0,0 0 0 0 0,0 4 0 0 0,0-2-13 0 0,-5 47-24 0 0,1-16 113 0 0,1 45 0 0 0,4-71-84 0 0,-1 0 0 0 0,1-1-1 0 0,1 1 1 0 0,0-1 0 0 0,0 1 0 0 0,1-1-1 0 0,0 0 1 0 0,0 0 0 0 0,9 14 0 0 0,-10-19-157 0 0,1-1 1 0 0,-1 0 0 0 0,1 1 0 0 0,0-1 0 0 0,0 0-1 0 0,1 0 1 0 0,-1-1 0 0 0,1 1 0 0 0,-1-1 0 0 0,1 1-1 0 0,0-1 1 0 0,0 0 0 0 0,0-1 0 0 0,0 1 0 0 0,0-1-1 0 0,0 0 1 0 0,0 0 0 0 0,1 0 0 0 0,-1 0 0 0 0,5 0-1 0 0,9-1-1215 0 0,0 0 0 0 0,-1-1 0 0 0,29-5-1 0 0,-38 4 800 0 0,40-7-4553 0 0,5-7-2745 0 0</inkml:trace>
</inkml:ink>
</file>

<file path=ppt/ink/ink1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0:56.6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 91 380 0 0,'-8'-10'6343'0'0,"-14"-21"2161"0"0,22 31-8478 0 0,-1 0-1 0 0,1 0 0 0 0,0 0 0 0 0,0 0 0 0 0,-1 0 1 0 0,1 0-1 0 0,0-1 0 0 0,0 1 0 0 0,0 0 0 0 0,-1 0 0 0 0,1 0 1 0 0,0 0-1 0 0,0 0 0 0 0,0-1 0 0 0,0 1 0 0 0,-1 0 1 0 0,1 0-1 0 0,0 0 0 0 0,0-1 0 0 0,0 1 0 0 0,0 0 1 0 0,0 0-1 0 0,0-1 0 0 0,0 1 0 0 0,-1 0 0 0 0,1 0 0 0 0,0-1 1 0 0,0 1-1 0 0,0 0 0 0 0,0 0 0 0 0,0-1 0 0 0,0 1 1 0 0,0 0-1 0 0,0 0 0 0 0,1-1 0 0 0,167-20 918 0 0,-94 11-3123 0 0,-1 1-5461 0 0,-59 7 2789 0 0</inkml:trace>
</inkml:ink>
</file>

<file path=ppt/ink/ink1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0:56.8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115 0 764 0 0,'-21'16'3804'0'0,"-7"5"3204"0"0,-34 31 0 0 0,62-52-6979 0 0,0 0 0 0 0,-1 1 0 0 0,1-1 0 0 0,0 0 0 0 0,0 0 0 0 0,-1 1 0 0 0,1-1 0 0 0,0 0 0 0 0,0 0 0 0 0,0 1 0 0 0,-1-1 0 0 0,1 0 0 0 0,0 0 0 0 0,0 1 0 0 0,0-1 0 0 0,0 0 0 0 0,-1 1 0 0 0,1-1 0 0 0,0 0 0 0 0,0 1 0 0 0,0-1 0 0 0,0 0 0 0 0,0 0 0 0 0,0 1 0 0 0,0-1 0 0 0,0 0 0 0 0,0 1 1 0 0,0-1-1 0 0,0 0 0 0 0,0 1 0 0 0,0-1 0 0 0,1 0 0 0 0,-1 1 0 0 0,0-1 0 0 0,0 0 0 0 0,0 1 0 0 0,0-1 0 0 0,0 0 0 0 0,1 1 0 0 0,15 5 475 0 0,24-4-191 0 0,-38-2-254 0 0,304-24-916 0 0,-230 16-2361 0 0,-61 7 2174 0 0,31-6-5981 0 0,-31 3 952 0 0</inkml:trace>
</inkml:ink>
</file>

<file path=ppt/ink/ink1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0:57.6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359 229 1088 0 0,'5'-15'1991'0'0,"-1"0"0"0"0,-1-1 1 0 0,3-25-1 0 0,-5 29-1163 0 0,-1 0 1 0 0,0 0 0 0 0,-1 0 0 0 0,-1 0-1 0 0,0 0 1 0 0,0 0 0 0 0,-1 0 0 0 0,-7-18 0 0 0,10 29-796 0 0,-1 0 0 0 0,1 1 0 0 0,0-1 0 0 0,-1 0 0 0 0,1 0 1 0 0,-1 0-1 0 0,0 0 0 0 0,1 0 0 0 0,-1 1 0 0 0,0-1 1 0 0,1 0-1 0 0,-1 1 0 0 0,0-1 0 0 0,0 0 0 0 0,0 1 1 0 0,1-1-1 0 0,-1 1 0 0 0,0-1 0 0 0,0 1 0 0 0,0 0 1 0 0,0-1-1 0 0,0 1 0 0 0,-2-1 0 0 0,1 1-7 0 0,-1 0 0 0 0,1 0 0 0 0,0 1 0 0 0,0-1 0 0 0,-1 0 0 0 0,1 1 0 0 0,0-1 1 0 0,0 1-1 0 0,0 0 0 0 0,-3 1 0 0 0,-4 3 9 0 0,0 0 0 0 0,1 0 0 0 0,-14 12 1 0 0,-2 4 12 0 0,2 1 0 0 0,0 1 1 0 0,1 1-1 0 0,-28 44 1 0 0,26-32-26 0 0,2 2 0 0 0,-32 75 1 0 0,46-95-8 0 0,1 1 1 0 0,-6 34-1 0 0,11-47-4 0 0,0 0-1 0 0,0 0 1 0 0,1 1-1 0 0,-1-1 1 0 0,2 0-1 0 0,-1 0 1 0 0,1 0-1 0 0,0 0 1 0 0,0 0-1 0 0,0 0 1 0 0,1 0-1 0 0,0 0 1 0 0,3 6-1 0 0,-4-11-4 0 0,0 1 0 0 0,0 0 1 0 0,0-1-1 0 0,0 1 0 0 0,0-1 0 0 0,1 1 0 0 0,-1-1 0 0 0,1 1 0 0 0,-1-1 0 0 0,1 0 0 0 0,0 0 0 0 0,-1 0 0 0 0,1 0 0 0 0,0 0 0 0 0,0 0 0 0 0,0-1 0 0 0,-1 1 0 0 0,1 0 0 0 0,3 0 1 0 0,-1-1-1 0 0,0 0 0 0 0,-1 0 1 0 0,1 0-1 0 0,-1-1 0 0 0,1 1 1 0 0,-1-1-1 0 0,1 0 0 0 0,-1 0 1 0 0,1 0-1 0 0,3-2 1 0 0,3-1 2 0 0,-1-1 1 0 0,0-1-1 0 0,-1 0 1 0 0,1 0-1 0 0,-1 0 1 0 0,12-13-1 0 0,-3-1-3 0 0,0-2 0 0 0,-2 0 0 0 0,-1 0 1 0 0,0-2-1 0 0,-2 0 0 0 0,-1 0 0 0 0,0-1 0 0 0,7-29 0 0 0,-7 23 219 0 0,6-22 390 0 0,-17 51-539 0 0,1 2-75 0 0,-1 0 1 0 0,1 1-1 0 0,-1-1 0 0 0,1 1 1 0 0,-1-1-1 0 0,1 0 1 0 0,-1 1-1 0 0,1-1 0 0 0,-1 1 1 0 0,1-1-1 0 0,-1 1 0 0 0,0-1 1 0 0,1 1-1 0 0,-1 0 0 0 0,0-1 1 0 0,1 1-1 0 0,-1-1 0 0 0,0 1 1 0 0,0 0-1 0 0,0-1 0 0 0,1 1 1 0 0,-1 0-1 0 0,0-1 0 0 0,0 1 1 0 0,0 0-1 0 0,0 0 0 0 0,1 25 49 0 0,0-19-48 0 0,0 19 100 0 0,1 0 1 0 0,2-1-1 0 0,0 1 1 0 0,13 38-1 0 0,-14-57-183 0 0,0 0-1 0 0,0 0 1 0 0,1-1 0 0 0,0 1-1 0 0,0-1 1 0 0,0 0-1 0 0,1 0 1 0 0,9 9 0 0 0,-9-11-255 0 0,-1 0 1 0 0,1-1-1 0 0,0 0 1 0 0,0 0-1 0 0,1 0 1 0 0,-1 0 0 0 0,1-1-1 0 0,-1 0 1 0 0,1 0-1 0 0,0 0 1 0 0,-1-1-1 0 0,10 1 1 0 0,31-2-6293 0 0,-21-3 558 0 0</inkml:trace>
</inkml:ink>
</file>

<file path=ppt/ink/ink1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0:57.8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82 616 0 0,'-3'-29'8141'0'0,"-1"-4"-489"0"0,0 15-5374 0 0,4 16-1614 0 0,17 28 1762 0 0,29 34-350 0 0,103 100 0 0 0,-119-130-3262 0 0,1-3-5323 0 0</inkml:trace>
</inkml:ink>
</file>

<file path=ppt/ink/ink1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0:58.1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376 55 1492 0 0,'-7'-15'4277'0'0,"-6"-11"4032"0"0,1 12-5005 0 0,10 15-3205 0 0,0-1 1 0 0,1 0-1 0 0,-1 1 1 0 0,1-1-1 0 0,-1 1 1 0 0,1-1-1 0 0,-1 1 1 0 0,1 0-1 0 0,-1-1 1 0 0,1 1-1 0 0,0 0 1 0 0,-1 0-1 0 0,1 0 1 0 0,0 0-1 0 0,-2 2 1 0 0,-17 22 733 0 0,10-13-420 0 0,-30 38 564 0 0,-61 101 1 0 0,78-115-874 0 0,-53 98 424 0 0,45-61-2225 0 0,26-58-608 0 0,0 1 1 0 0,-3 25-1 0 0</inkml:trace>
</inkml:ink>
</file>

<file path=ppt/ink/ink1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0:58.7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327 155 348 0 0,'10'-12'2314'0'0,"-1"-1"0"0"0,0 0-1 0 0,-1-1 1 0 0,-1 0 0 0 0,0 0 0 0 0,0-1-1 0 0,-1 1 1 0 0,3-17 0 0 0,-9 31-2289 0 0,0-1 1 0 0,0 0-1 0 0,0 1 1 0 0,0-1-1 0 0,0 1 0 0 0,0-1 1 0 0,0 1-1 0 0,0-1 0 0 0,0 1 1 0 0,0-1-1 0 0,0 1 1 0 0,-1-1-1 0 0,1 1 0 0 0,0-1 1 0 0,0 1-1 0 0,-1-1 1 0 0,1 1-1 0 0,0-1 0 0 0,0 1 1 0 0,-1 0-1 0 0,1-1 1 0 0,-1 1-1 0 0,1-1 0 0 0,0 1 1 0 0,-1 0-1 0 0,1-1 1 0 0,-1 1-1 0 0,1 0 0 0 0,-1 0 1 0 0,1-1-1 0 0,-1 1 1 0 0,1 0-1 0 0,-1 0 0 0 0,1 0 1 0 0,-1 0-1 0 0,1 0 1 0 0,-1-1-1 0 0,1 1 0 0 0,-1 0 1 0 0,1 0-1 0 0,-1 0 0 0 0,1 0 1 0 0,-1 1-1 0 0,1-1 1 0 0,-1 0-1 0 0,1 0 0 0 0,-1 0 1 0 0,0 0-1 0 0,-26 6 80 0 0,9 1-44 0 0,0 1 1 0 0,0 0 0 0 0,1 2-1 0 0,0 0 1 0 0,-19 15 0 0 0,6 0 4 0 0,-45 45 1 0 0,62-57-58 0 0,0 1 1 0 0,1 1-1 0 0,1 0 1 0 0,0 0-1 0 0,1 1 0 0 0,1 1 1 0 0,1-1-1 0 0,0 2 1 0 0,1-1-1 0 0,1 1 0 0 0,0 0 1 0 0,-4 30-1 0 0,9-46-5 0 0,1 0-1 0 0,0 1 1 0 0,-1-1-1 0 0,1 1 0 0 0,0-1 1 0 0,1 1-1 0 0,-1-1 1 0 0,0 1-1 0 0,1-1 1 0 0,-1 1-1 0 0,1-1 1 0 0,0 1-1 0 0,0-1 1 0 0,0 0-1 0 0,0 0 1 0 0,0 1-1 0 0,3 3 1 0 0,-2-5 3 0 0,-1 1 0 0 0,1-1 0 0 0,0 1 0 0 0,0-1 0 0 0,0 0 0 0 0,0 0 0 0 0,0 0 1 0 0,1 0-1 0 0,-1 0 0 0 0,0 0 0 0 0,0 0 0 0 0,1-1 0 0 0,-1 1 0 0 0,0-1 0 0 0,4 1 0 0 0,3-1 13 0 0,1-1 0 0 0,-1 1 0 0 0,0-2 0 0 0,1 1-1 0 0,-1-1 1 0 0,0-1 0 0 0,17-6 0 0 0,-12 2-34 0 0,-1 0-1 0 0,0 0 1 0 0,0-2 0 0 0,-1 1-1 0 0,0-2 1 0 0,0 0 0 0 0,-1 0-1 0 0,-1-1 1 0 0,17-21 0 0 0,-4 0-33 0 0,-1-1 0 0 0,26-55 0 0 0,-41 75 8 0 0,3-6 295 0 0,-1-1 0 0 0,8-23 0 0 0,-17 41-159 0 0,-8 40 38 0 0,-1-11-136 0 0,2 0-1 0 0,1 1 1 0 0,1 0-1 0 0,2 1 1 0 0,1-1-1 0 0,1 0 1 0 0,5 56-1 0 0,-4-82-106 0 0,0 0-1 0 0,1 0 0 0 0,-1 0 1 0 0,1-1-1 0 0,-1 1 0 0 0,1 0 1 0 0,0 0-1 0 0,0-1 0 0 0,-1 1 0 0 0,1-1 1 0 0,0 1-1 0 0,1-1 0 0 0,-1 1 1 0 0,0-1-1 0 0,0 1 0 0 0,1-1 1 0 0,-1 0-1 0 0,0 0 0 0 0,1 0 1 0 0,-1 0-1 0 0,1 0 0 0 0,0 0 1 0 0,-1 0-1 0 0,1 0 0 0 0,0 0 1 0 0,0-1-1 0 0,-1 1 0 0 0,1-1 1 0 0,0 0-1 0 0,3 1 0 0 0,2-1-1009 0 0,-1 0-1 0 0,0 0 0 0 0,1-1 1 0 0,-1 0-1 0 0,0 0 1 0 0,0-1-1 0 0,0 1 0 0 0,6-4 1 0 0,11-4-7188 0 0</inkml:trace>
</inkml:ink>
</file>

<file path=ppt/ink/ink1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0:59.1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56 150 1648 0 0,'-34'-37'15558'0'0,"12"12"-7660"0"0,32 22-7777 0 0,-1 1-1 0 0,1 0 1 0 0,-1 0-1 0 0,20-1 1 0 0,-2 1-26 0 0,169-36 187 0 0,-170 32-250 0 0,59-16 132 0 0,-82 22-121 0 0,-1-1-59 0 0,28-6 229 0 0</inkml:trace>
</inkml:ink>
</file>

<file path=ppt/ink/ink1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0:59.4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208 53 1564 0 0,'8'-52'23626'0'0,"-21"78"-22717"0"0,1 1 1 0 0,1 0 0 0 0,-9 42-1 0 0,7-28-407 0 0,-32 96 627 0 0,-21 73-516 0 0,38-115-255 0 0,26-86-981 0 0,-3 9 380 0 0</inkml:trace>
</inkml:ink>
</file>

<file path=ppt/ink/ink1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1:00.1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39 115 2524 0 0,'-38'-34'19997'0'0,"38"30"-19861"0"0,0 4-134 0 0,0-1 1 0 0,0 1-1 0 0,0 0 1 0 0,0 0-1 0 0,0 0 1 0 0,0 0-1 0 0,0-1 1 0 0,0 1-1 0 0,0 0 1 0 0,0 0-1 0 0,0 0 1 0 0,0-1-1 0 0,0 1 1 0 0,0 0-1 0 0,0 0 1 0 0,0 0-1 0 0,0-1 1 0 0,0 1-1 0 0,0 0 1 0 0,0 0-1 0 0,0 0 1 0 0,0-1-1 0 0,0 1 1 0 0,0 0 0 0 0,0 0-1 0 0,0 0 1 0 0,0-1-1 0 0,1 1 1 0 0,-1 0-1 0 0,0 0 1 0 0,0 0-1 0 0,0 0 1 0 0,0 0-1 0 0,0-1 1 0 0,1 1-1 0 0,-1 0 1 0 0,0 0-1 0 0,0 0 1 0 0,27-12-105 0 0,0 1 0 0 0,1 1 0 0 0,0 1 1 0 0,50-7-1 0 0,-41 8-1404 0 0,-31 7 643 0 0,-1 0-1 0 0,1 0 1 0 0,0 0 0 0 0,12 2 0 0 0,5 5-5429 0 0</inkml:trace>
</inkml:ink>
</file>

<file path=ppt/ink/ink1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1:00.4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79 129 2856 0 0,'-79'49'19982'0'0,"93"-48"-19235"0"0,111-36 57 0 0,-58 14-661 0 0,240-62 301 0 0,-273 74-360 0 0,50-18-162 0 0,-81 26-160 0 0,6-1-126 0 0</inkml:trace>
</inkml:ink>
</file>

<file path=ppt/ink/ink1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1:02.1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107 112 408 0 0,'5'-35'10175'0'0,"-3"15"-5447"0"0,-2-4 902 0 0,-1 9-2749 0 0,0-2 3648 0 0,3 24-6420 0 0,-2-2-119 0 0,0 1 0 0 0,-1-1 0 0 0,1 1 0 0 0,-1-1-1 0 0,0 1 1 0 0,-3 7 0 0 0,0 4-14 0 0,-34 170-161 0 0,-11 68-6821 0 0,41-189 2695 0 0,4-21-1653 0 0,0 7-4531 0 0</inkml:trace>
</inkml:ink>
</file>

<file path=ppt/ink/ink1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1:20.5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278 122 1332 0 0,'2'-3'809'0'0,"1"0"-1"0"0,-1 1 1 0 0,0-1 0 0 0,0 0 0 0 0,0 0-1 0 0,0 0 1 0 0,0 0 0 0 0,1-4-1 0 0,-2 2-207 0 0,0 0 0 0 0,0 0 0 0 0,0 0 0 0 0,-1 0 0 0 0,1 0 0 0 0,-1 0-1 0 0,-1-6 1 0 0,1-7 255 0 0,-1 17-831 0 0,1 0 1 0 0,0 0-1 0 0,0 0 1 0 0,-1 0-1 0 0,1 0 1 0 0,0 0-1 0 0,-1 0 1 0 0,1 0-1 0 0,-1 0 1 0 0,1 0 0 0 0,-1 0-1 0 0,0 0 1 0 0,1 0-1 0 0,-1 0 1 0 0,-1-1-1 0 0,-2-3 32 0 0,2 4-54 0 0,0 0-1 0 0,1 0 1 0 0,-1 1 0 0 0,0-1-1 0 0,0 1 1 0 0,1-1 0 0 0,-1 1-1 0 0,0 0 1 0 0,0-1 0 0 0,0 1-1 0 0,0 0 1 0 0,0 0 0 0 0,0 1-1 0 0,-1-1 1 0 0,2 0-3 0 0,-2 0-6 0 0,0 1 9 0 0,-8 1 6 0 0,-17 3-22 0 0,24-4 5 0 0,-4 3 4 0 0,6-3-8 0 0,-18 6-5 0 0,18-6 22 0 0,-7 4 121 0 0,3-1-122 0 0,4-3-1 0 0,-18 9-44 0 0,10-3 44 0 0,1 0 1 0 0,0 0 0 0 0,0 1-1 0 0,1 1 1 0 0,0-1-1 0 0,1 1 1 0 0,0 0 0 0 0,0 1-1 0 0,1 0 1 0 0,-6 12 0 0 0,1 1 8 0 0,2 1 1 0 0,1 0 0 0 0,-6 28 0 0 0,12-46 53 0 0,1 0 0 0 0,0 1-1 0 0,0-1 1 0 0,0 0 0 0 0,1 1 0 0 0,0-1 0 0 0,0 1-1 0 0,0-1 1 0 0,1 0 0 0 0,0 1 0 0 0,1-1 0 0 0,-1 0-1 0 0,4 7 1 0 0,-3-8 26 0 0,0-1 0 0 0,1 0 0 0 0,-1 0 0 0 0,1 0 0 0 0,0-1 0 0 0,0 1 0 0 0,0-1 0 0 0,1 1 0 0 0,-1-1 0 0 0,1 0 0 0 0,0 0 0 0 0,0-1 0 0 0,0 1 1 0 0,0-1-1 0 0,1 0 0 0 0,-1 0 0 0 0,0 0 0 0 0,5 1 0 0 0,5 0 10 0 0,-1 0-1 0 0,1-1 1 0 0,-1 0 0 0 0,1-1 0 0 0,-1-1 0 0 0,1 0 0 0 0,0 0 0 0 0,-1-2 0 0 0,1 0 0 0 0,-1 0 0 0 0,1-1 0 0 0,-1-1 0 0 0,0 0 0 0 0,25-12 0 0 0,-25 9-22 0 0,0 0 1 0 0,0 0 0 0 0,0-2-1 0 0,-1 1 1 0 0,0-2 0 0 0,0 1-1 0 0,-1-2 1 0 0,-1 0 0 0 0,0 0-1 0 0,0 0 1 0 0,-1-1 0 0 0,0-1-1 0 0,9-18 1 0 0,-10 9 62 0 0,0 0-1 0 0,-1-1 1 0 0,-2 0 0 0 0,0 0 0 0 0,2-35 0 0 0,-2 20 146 0 0,-4 36-239 0 0,-3 3-47 0 0,0 1 1 0 0,0 0-1 0 0,0 0 0 0 0,1-1 0 0 0,-1 1 1 0 0,1 0-1 0 0,0 1 0 0 0,-1-1 1 0 0,1 0-1 0 0,0 0 0 0 0,0 0 1 0 0,0 1-1 0 0,0-1 0 0 0,1 1 1 0 0,-1 2-1 0 0,-1 0-7 0 0,-6 20 20 0 0,1 1 0 0 0,1 0 0 0 0,1 0 0 0 0,1 1 0 0 0,2-1 0 0 0,1 53 0 0 0,1-72-236 0 0,1 0 0 0 0,1 0 1 0 0,-1 1-1 0 0,1-1 0 0 0,1 0 0 0 0,-1 0 1 0 0,1-1-1 0 0,1 1 0 0 0,-1 0 1 0 0,1-1-1 0 0,0 0 0 0 0,0 0 1 0 0,1 0-1 0 0,5 6 0 0 0,-4-7-548 0 0,0 0 0 0 0,0 0 0 0 0,1-1 0 0 0,-1 1 0 0 0,1-1 0 0 0,0-1 0 0 0,0 1 0 0 0,0-1 0 0 0,1-1 0 0 0,-1 1 0 0 0,1-1 0 0 0,-1 0 0 0 0,11 0 0 0 0,13 1-4383 0 0</inkml:trace>
</inkml:ink>
</file>

<file path=ppt/ink/ink1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1:21.0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361 639 1272 0 0,'1'-5'728'0'0,"0"0"-1"0"0,-1 0 1 0 0,1 0 0 0 0,-1 0-1 0 0,0 1 1 0 0,0-1 0 0 0,-1 0-1 0 0,1 0 1 0 0,-1 0 0 0 0,0 0-1 0 0,-1 0 1 0 0,1 0 0 0 0,-3-5-1 0 0,3 8-577 0 0,0 0 0 0 0,-1 0-1 0 0,1 0 1 0 0,0 0 0 0 0,-1 1-1 0 0,1-1 1 0 0,-1 0-1 0 0,0 1 1 0 0,0-1 0 0 0,1 1-1 0 0,-1 0 1 0 0,0-1 0 0 0,0 1-1 0 0,0 0 1 0 0,0 0-1 0 0,0 0 1 0 0,-1 1 0 0 0,1-1-1 0 0,0 0 1 0 0,0 1 0 0 0,-1 0-1 0 0,1-1 1 0 0,0 1-1 0 0,0 0 1 0 0,-1 0 0 0 0,1 0-1 0 0,0 0 1 0 0,-1 1 0 0 0,1-1-1 0 0,0 1 1 0 0,-3 0-1 0 0,-9 3 208 0 0,-1 1-1 0 0,1 1 0 0 0,0 0 0 0 0,0 0 0 0 0,1 2 1 0 0,0-1-1 0 0,0 2 0 0 0,0 0 0 0 0,-16 16 0 0 0,11-7-163 0 0,0 0 0 0 0,2 1-1 0 0,0 0 1 0 0,2 2 0 0 0,-14 23-1 0 0,24-36-163 0 0,0-1-1 0 0,1 1 0 0 0,-1 0 1 0 0,2 0-1 0 0,-1 0 0 0 0,1 0 1 0 0,1 0-1 0 0,-1 1 0 0 0,1 12 1 0 0,1-18-21 0 0,0 0 0 0 0,0 0 0 0 0,0-1 0 0 0,0 1 0 0 0,1 0 0 0 0,-1 0 0 0 0,1-1 0 0 0,0 1 1 0 0,0 0-1 0 0,0-1 0 0 0,0 1 0 0 0,0-1 0 0 0,1 0 0 0 0,-1 1 0 0 0,1-1 0 0 0,-1 0 0 0 0,1 0 0 0 0,0 0 1 0 0,0 0-1 0 0,0 0 0 0 0,0 0 0 0 0,0 0 0 0 0,1-1 0 0 0,-1 1 0 0 0,0-1 0 0 0,1 1 0 0 0,-1-1 0 0 0,1 0 1 0 0,-1 0-1 0 0,1 0 0 0 0,0-1 0 0 0,4 2 0 0 0,-2-1-36 0 0,1-1 1 0 0,-1 1-1 0 0,1-1 1 0 0,0 0-1 0 0,-1 0 0 0 0,1-1 1 0 0,0 0-1 0 0,-1 0 1 0 0,1 0-1 0 0,-1-1 0 0 0,1 0 1 0 0,6-3-1 0 0,-4 1-92 0 0,1-1 0 0 0,-1 0 0 0 0,-1 0 0 0 0,1-1-1 0 0,-1 0 1 0 0,13-13 0 0 0,-6 2-162 0 0,-1 0 0 0 0,0-1 0 0 0,-1-1 0 0 0,-1 0 0 0 0,15-35 0 0 0,-7 4 22 0 0,-2 0 0 0 0,-3-1 0 0 0,-2-1 0 0 0,8-71 0 0 0,-12 34 440 0 0,-6-162-1 0 0,-6 198 168 0 0,-6 64-279 0 0,7-5-12 0 0,1 1 0 0 0,-1-1 0 0 0,1 1 1 0 0,1 0-1 0 0,-1-1 0 0 0,1 1 0 0 0,0 8 1 0 0,-1 0 59 0 0,-31 288 1505 0 0,31-257-2321 0 0,2 0 0 0 0,2 0 0 0 0,2-1 0 0 0,17 75 0 0 0,-18-108-726 0 0,0 0 1 0 0,1-1-1 0 0,0 1 1 0 0,1-1-1 0 0,9 14 0 0 0,2-2-4401 0 0</inkml:trace>
</inkml:ink>
</file>

<file path=ppt/ink/ink1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1:21.3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210 84 272 0 0,'3'-20'5599'0'0,"0"1"0"0"0,8-25 2262 0 0,-9 44-7742 0 0,-1 0 0 0 0,0 1 0 0 0,0-1 1 0 0,0 1-1 0 0,0-1 0 0 0,0 1 0 0 0,0 0 0 0 0,0-1 0 0 0,0 1 0 0 0,0 0 0 0 0,0 0 1 0 0,0 0-1 0 0,0 0 0 0 0,-1 0 0 0 0,1 0 0 0 0,0 0 0 0 0,-1 0 0 0 0,1 0 0 0 0,-1 0 1 0 0,1 0-1 0 0,-1 0 0 0 0,1 0 0 0 0,-1 2 0 0 0,11 33 1555 0 0,-10-30-1236 0 0,7 31 1249 0 0,-2 1-1 0 0,4 72 0 0 0,-15 77 762 0 0,3-151-2288 0 0,-2 0-1 0 0,-2 0 1 0 0,-1 0 0 0 0,-1-1-1 0 0,-26 65 1 0 0,33-96-162 0 0,-1 0 0 0 0,1-1 0 0 0,-1 0 0 0 0,-1 1 0 0 0,1-1 0 0 0,0 0 0 0 0,-1 0 0 0 0,1 0 0 0 0,-1 0 0 0 0,0-1 0 0 0,0 1 0 0 0,0-1 0 0 0,0 0 0 0 0,0 1 0 0 0,-1-2 0 0 0,1 1 0 0 0,-1 0 0 0 0,1-1 0 0 0,-1 1 0 0 0,-6 1 0 0 0,6-3-22 0 0,-1 0 1 0 0,1 1-1 0 0,0-2 1 0 0,0 1 0 0 0,0 0-1 0 0,-1-1 1 0 0,1 0-1 0 0,0 0 1 0 0,0 0 0 0 0,0 0-1 0 0,0 0 1 0 0,0-1 0 0 0,1 0-1 0 0,-1 0 1 0 0,0 0-1 0 0,1 0 1 0 0,-1-1 0 0 0,1 1-1 0 0,-4-4 1 0 0,1-1-664 0 0,-1 0 1 0 0,1-1-1 0 0,0 1 0 0 0,1-1 1 0 0,0 0-1 0 0,0 0 0 0 0,0-1 0 0 0,1 0 1 0 0,1 1-1 0 0,-1-1 0 0 0,1 0 1 0 0,1-1-1 0 0,-2-13 0 0 0,1 1-1850 0 0,1 0 0 0 0,1 0-1 0 0,1 0 1 0 0,6-39 0 0 0,0 15-5016 0 0</inkml:trace>
</inkml:ink>
</file>

<file path=ppt/ink/ink1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1:21.5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0 210 2032 0 0,'43'-87'6242'0'0,"18"-35"-703"0"0</inkml:trace>
</inkml:ink>
</file>

<file path=ppt/ink/ink1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1:22.0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70 91 1412 0 0,'17'-8'10435'0'0,"-11"7"-9391"0"0,-6 1-903 0 0,1 1 1 0 0,0-1 0 0 0,-1 0 0 0 0,1 1 0 0 0,-1-1-1 0 0,1 1 1 0 0,-1-1 0 0 0,1 1 0 0 0,-1-1 0 0 0,1 1-1 0 0,-1-1 1 0 0,1 1 0 0 0,-1 0 0 0 0,0-1 0 0 0,1 1-1 0 0,-1 0 1 0 0,0-1 0 0 0,0 1 0 0 0,1 0 0 0 0,-1-1-1 0 0,0 1 1 0 0,0 0 0 0 0,0-1 0 0 0,0 1-1 0 0,0 0 1 0 0,0 0 0 0 0,0 0 0 0 0,4 35 1595 0 0,-2 0 0 0 0,-1 0 0 0 0,-6 52 0 0 0,-24 105 33 0 0,0-84-1402 0 0,1 1 111 0 0,20-81-17 0 0,8-29-426 0 0,0 0 1 0 0,0 0 0 0 0,0 0-1 0 0,0-1 1 0 0,-1 1 0 0 0,1 0-1 0 0,0 0 1 0 0,0 0 0 0 0,0 0-1 0 0,-1 0 1 0 0,1-1-1 0 0,0 1 1 0 0,0 0 0 0 0,-1 0-1 0 0,1 0 1 0 0,0 0 0 0 0,0 0-1 0 0,-1 0 1 0 0,1 0 0 0 0,0 0-1 0 0,0 0 1 0 0,-1 0 0 0 0,1 0-1 0 0,0 0 1 0 0,0 0-1 0 0,-1 0 1 0 0,1 0 0 0 0,0 0-1 0 0,0 0 1 0 0,-1 0 0 0 0,1 0-1 0 0,0 0 1 0 0,0 1 0 0 0,-1-1-1 0 0,1 0 1 0 0,0 0-1 0 0,0 0 1 0 0,0 0 0 0 0,-1 1-1 0 0,1-1 1 0 0,0 0 0 0 0,0 0-1 0 0,6-41 92 0 0,2 1 0 0 0,23-72 0 0 0,42-77-583 0 0,-64 166 397 0 0,25-59-175 0 0,78-136-1 0 0,-111 216 224 0 0,0 0-1 0 0,0 0 0 0 0,0 0 1 0 0,1 0-1 0 0,-1 0 0 0 0,0 0 1 0 0,1 1-1 0 0,0-1 0 0 0,-1 1 1 0 0,1-1-1 0 0,0 1 0 0 0,0-1 1 0 0,0 1-1 0 0,0 0 0 0 0,0 0 1 0 0,0 0-1 0 0,0 0 0 0 0,0 0 1 0 0,0 1-1 0 0,0-1 0 0 0,5 0 1 0 0,-5 1 3 0 0,0 1 1 0 0,1 0 0 0 0,-1-1 0 0 0,0 1-1 0 0,0 0 1 0 0,0 0 0 0 0,1 0 0 0 0,-1 0-1 0 0,0 1 1 0 0,0-1 0 0 0,0 0 0 0 0,-1 1-1 0 0,1-1 1 0 0,0 1 0 0 0,0 0 0 0 0,-1 0-1 0 0,1 0 1 0 0,-1 0 0 0 0,0 0 0 0 0,0 0-1 0 0,2 2 1 0 0,3 8-8 0 0,0 1-1 0 0,0-1 1 0 0,-1 1 0 0 0,-1 0-1 0 0,0 0 1 0 0,2 16 0 0 0,6 82 8 0 0,-14 174-772 0 0,-1-211-1665 0 0,3-65 1579 0 0,-4 40-2890 0 0,-4-20-4800 0 0</inkml:trace>
</inkml:ink>
</file>

<file path=ppt/ink/ink1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1:22.2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49 214 2104 0 0,'-7'-9'2442'0'0,"-2"-4"797"0"0,1 0 0 0 0,-7-15-1 0 0,13 25-2860 0 0,1 0 0 0 0,0 0 0 0 0,0 0 0 0 0,0 0-1 0 0,0-1 1 0 0,0 1 0 0 0,1 0 0 0 0,-1-1 0 0 0,1 1-1 0 0,0 0 1 0 0,0-1 0 0 0,0 1 0 0 0,0-1 0 0 0,1 1-1 0 0,0-5 1 0 0,1 5-302 0 0,-1 1 0 0 0,1 0-1 0 0,0 0 1 0 0,-1-1 0 0 0,1 1-1 0 0,0 0 1 0 0,0 1 0 0 0,0-1-1 0 0,1 0 1 0 0,-1 0 0 0 0,0 1 0 0 0,1 0-1 0 0,-1-1 1 0 0,0 1 0 0 0,1 0-1 0 0,4-1 1 0 0,45-12 310 0 0,71-1-1502 0 0,-41 7-2241 0 0,-57 4-670 0 0,30-8-1 0 0,-25 3-3020 0 0</inkml:trace>
</inkml:ink>
</file>

<file path=ppt/ink/ink1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1:22.4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326 64 1680 0 0,'4'-53'8514'0'0,"-5"53"-8446"0"0,1-1 0 0 0,0 1 1 0 0,0 0-1 0 0,0-1 1 0 0,0 1-1 0 0,0 0 1 0 0,0-1-1 0 0,0 1 0 0 0,1-1 1 0 0,-1 1-1 0 0,0 0 1 0 0,0-1-1 0 0,0 1 1 0 0,0 0-1 0 0,0-1 1 0 0,0 1-1 0 0,1 0 0 0 0,-1-1 1 0 0,0 1-1 0 0,0 0 1 0 0,1-1-1 0 0,-1 1 1 0 0,0 0-1 0 0,0 0 0 0 0,1-1 1 0 0,-1 1-1 0 0,0 0 1 0 0,1 0-1 0 0,-1 0 1 0 0,0-1-1 0 0,1 1 0 0 0,-1 0 1 0 0,0 0-1 0 0,1 0 1 0 0,-1 0-1 0 0,0 0 1 0 0,1 0-1 0 0,-1 0 0 0 0,1 0 1 0 0,-1 0-1 0 0,0 0 1 0 0,1 0-1 0 0,-1 0 1 0 0,0 0-1 0 0,1 0 0 0 0,-1 0 1 0 0,1 0-1 0 0,-1 0 1 0 0,1 0-1 0 0,16 10 1720 0 0,5 12-495 0 0,-1 1 1 0 0,-2 1 0 0 0,26 38-1 0 0,42 86 1359 0 0,-85-145-2582 0 0,23 44 405 0 0,-2 0 0 0 0,-2 2-1 0 0,-2 0 1 0 0,23 95-1 0 0,-35-110-384 0 0,-2 0-1 0 0,-1 0 0 0 0,-2 0 1 0 0,-1 1-1 0 0,-2-1 0 0 0,-1 0 1 0 0,-2 1-1 0 0,-12 50 0 0 0,5-45-305 0 0,-2-2 0 0 0,-1 0-1 0 0,-2-1 1 0 0,-1 0 0 0 0,-2-1-1 0 0,-2-1 1 0 0,-1-1 0 0 0,-2-1-1 0 0,-1-1 1 0 0,-1-2 0 0 0,-45 41-1 0 0,41-45-1398 0 0,-1-2 0 0 0,-54 34-1 0 0,51-40-1253 0 0,0 0 0 0 0,-66 22 0 0 0,13-13-5154 0 0</inkml:trace>
</inkml:ink>
</file>

<file path=ppt/ink/ink1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1:22.7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611 74 2968 0 0,'-3'-8'791'0'0,"0"1"1"0"0,-1 0-1 0 0,0 0 0 0 0,0 0 0 0 0,-1 1 1 0 0,-6-8-1 0 0,9 12-622 0 0,0 0 1 0 0,0 1 0 0 0,0-1-1 0 0,0 1 1 0 0,-1 0-1 0 0,1-1 1 0 0,0 1 0 0 0,-1 0-1 0 0,1 0 1 0 0,-1 0-1 0 0,1 1 1 0 0,-1-1 0 0 0,1 1-1 0 0,-1-1 1 0 0,0 1-1 0 0,1 0 1 0 0,-1 0 0 0 0,1 0-1 0 0,-1 0 1 0 0,0 0-1 0 0,1 1 1 0 0,-1-1 0 0 0,-3 2-1 0 0,-2 1 116 0 0,0 0-1 0 0,0 0 1 0 0,0 1 0 0 0,0 0-1 0 0,1 1 1 0 0,0-1-1 0 0,-12 11 1 0 0,-3 4 309 0 0,-20 24 1 0 0,-3 7-180 0 0,3 2 1 0 0,2 2-1 0 0,2 1 1 0 0,3 2-1 0 0,2 2 0 0 0,3 1 1 0 0,3 1-1 0 0,-37 119 1 0 0,57-150-355 0 0,1 1-1 0 0,1 0 1 0 0,2 0 0 0 0,1 0-1 0 0,2 0 1 0 0,0 1 0 0 0,3-1 0 0 0,0 0-1 0 0,11 41 1 0 0,-8-46-52 0 0,2 0 0 0 0,1-1 0 0 0,1 0 0 0 0,2-1 0 0 0,0 0 0 0 0,1-1 0 0 0,1 0 0 0 0,2-1 0 0 0,0-1 0 0 0,1 0 0 0 0,24 22 0 0 0,-5-12-371 0 0,2-1-1 0 0,0-2 0 0 0,2-2 0 0 0,2-1 1 0 0,0-2-1 0 0,49 19 0 0 0,-7-10-2538 0 0,0-4-1 0 0,122 25 1 0 0,-53-25-3949 0 0</inkml:trace>
</inkml:ink>
</file>

<file path=ppt/ink/ink1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1:23.4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345 433 2056 0 0,'-2'-2'2146'0'0,"-20"-21"3926"0"0,21 23-5985 0 0,0 0 1 0 0,1-1-1 0 0,-1 1 1 0 0,0 0-1 0 0,1 0 1 0 0,-1 0-1 0 0,0 0 1 0 0,0 0 0 0 0,1 0-1 0 0,-1 0 1 0 0,0 1-1 0 0,1-1 1 0 0,-1 0-1 0 0,0 0 1 0 0,1 0-1 0 0,-1 1 1 0 0,0-1-1 0 0,1 0 1 0 0,-1 1 0 0 0,1-1-1 0 0,-1 0 1 0 0,1 1-1 0 0,-1-1 1 0 0,0 1-1 0 0,-13 12 1000 0 0,14-13-1087 0 0,-20 22 1210 0 0,0 1 0 0 0,-29 44 0 0 0,-25 58 188 0 0,33-51-926 0 0,18-38-232 0 0,8-12 896 0 0,-23 48 0 0 0,33-65 149 0 0,1-11-492 0 0,3-13-327 0 0,27-63-195 0 0,53-112 0 0 0,-56 137-327 0 0,88-188-173 0 0,-72 164 51 0 0,53-75 0 0 0,-89 149 160 0 0,0 0 1 0 0,0 1-1 0 0,1 0 0 0 0,-1 0 1 0 0,1 0-1 0 0,0 0 1 0 0,1 0-1 0 0,-1 1 1 0 0,0 0-1 0 0,9-5 1 0 0,-12 8 16 0 0,1-1 0 0 0,0 1 0 0 0,0-1 0 0 0,-1 1-1 0 0,1 0 1 0 0,0-1 0 0 0,0 1 0 0 0,0 0 0 0 0,-1 0 0 0 0,1 1 0 0 0,0-1 0 0 0,0 0 0 0 0,0 0 0 0 0,0 1 0 0 0,-1-1-1 0 0,1 1 1 0 0,0 0 0 0 0,-1-1 0 0 0,1 1 0 0 0,0 0 0 0 0,-1 0 0 0 0,1 0 0 0 0,-1 0 0 0 0,1 0 0 0 0,-1 1 0 0 0,0-1 0 0 0,1 0-1 0 0,-1 1 1 0 0,0-1 0 0 0,0 0 0 0 0,0 1 0 0 0,0 0 0 0 0,0-1 0 0 0,1 4 0 0 0,7 12 30 0 0,-1 0 1 0 0,-1 0-1 0 0,0 1 1 0 0,-1 0-1 0 0,-1 0 1 0 0,-1 1-1 0 0,3 30 1 0 0,0 136 707 0 0,-7-152-649 0 0,-2 70-41 0 0,0 54 671 0 0,3-126-1335 0 0,2-1-1 0 0,1 0 0 0 0,9 32 1 0 0,-13-61 429 0 0,6 17-1846 0 0</inkml:trace>
</inkml:ink>
</file>

<file path=ppt/ink/ink1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1:23.5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142 90 684 0 0,'-86'-22'13777'0'0,"31"7"-6173"0"0,80 6-6841 0 0,246-17-2433 0 0,-88 17-4337 0 0,-84 4-63 0 0,-35 1-607 0 0</inkml:trace>
</inkml:ink>
</file>

<file path=ppt/ink/ink1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1:23.7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15 540 0 0,'23'-9'22016'0'0,"-16"9"-22113"0"0,92-6-419 0 0,-64 8-3656 0 0,1 1-4529 0 0,-18 0 2035 0 0</inkml:trace>
</inkml:ink>
</file>

<file path=ppt/ink/ink1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1:23.9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82 27 2756 0 0,'-15'9'2257'0'0,"2"-1"1656"0"0,1 0 0 0 0,0 1 0 0 0,-18 15 0 0 0,45-17-2855 0 0,15-4-1193 0 0,0-2 0 0 0,1-1 0 0 0,46-7 1 0 0,94-23-4329 0 0,-26-5-2956 0 0,-62 11 521 0 0</inkml:trace>
</inkml:ink>
</file>

<file path=ppt/ink/ink1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1:25.7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0 227 1632 0 0,'6'-33'6357'0'0,"-4"20"-3873"0"0,1-1 0 0 0,0 1 0 0 0,9-21 1 0 0,-11 30-2298 0 0,1 0 1 0 0,0 1-1 0 0,1-1 1 0 0,-1 0 0 0 0,1 1-1 0 0,-1 0 1 0 0,1-1 0 0 0,0 1-1 0 0,0 0 1 0 0,1 1 0 0 0,-1-1-1 0 0,0 0 1 0 0,1 1 0 0 0,0 0-1 0 0,6-3 1 0 0,18-4-72 0 0,-1 1 0 0 0,1 1 1 0 0,0 2-1 0 0,1 1 0 0 0,32-1 1 0 0,-29 3-62 0 0,172-8-282 0 0,-88 6-2343 0 0,-4-4-5342 0 0,-90 2-656 0 0</inkml:trace>
</inkml:ink>
</file>

<file path=ppt/ink/ink1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1:26.0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187 0 52 0 0,'-30'6'10856'0'0,"27"-5"-10282"0"0,-1 0 0 0 0,1 0 0 0 0,0 0 0 0 0,0 1 0 0 0,-1-1 1 0 0,1 1-1 0 0,0-1 0 0 0,1 1 0 0 0,-1 0 0 0 0,0 0 0 0 0,0 1 1 0 0,-2 2-1 0 0,-2 8 165 0 0,0 0 1 0 0,1 0 0 0 0,0 0 0 0 0,1 1 0 0 0,1-1 0 0 0,-5 28-1 0 0,3-16 10 0 0,-50 297 2625 0 0,47-168-4165 0 0,13-131-2967 0 0,-1-8-480 0 0</inkml:trace>
</inkml:ink>
</file>

<file path=ppt/ink/ink1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1:26.3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99 1 2248 0 0,'-27'5'6271'0'0,"-44"0"16973"0"0,73-5-22399 0 0,54-4-789 0 0,0 3-1 0 0,58 6 1 0 0,-76-3-64 0 0,243 19 8 0 0,30 1 0 0 0,-301-21-587 0 0,1-1-1 0 0,-1 0 1 0 0,1 0 0 0 0,-1-2-1 0 0,13-2 1 0 0,-21 4 323 0 0,1-1 1 0 0,-1 0-1 0 0,1 0 0 0 0,-1 0 1 0 0,1 0-1 0 0,-1-1 0 0 0,1 1 1 0 0,-1 0-1 0 0,0-1 0 0 0,0 0 1 0 0,0 0-1 0 0,0 0 0 0 0,0 1 1 0 0,0-2-1 0 0,-1 1 1 0 0,1 0-1 0 0,-1 0 0 0 0,2-3 1 0 0</inkml:trace>
</inkml:ink>
</file>

<file path=ppt/ink/ink1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1:12.3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420 42 1056 0 0,'0'0'1636'0'0,"22"-11"5237"0"0,-15 8-5120 0 0,7-6-73 0 0,-14 9-1616 0 0,1-1 0 0 0,-1 1-1 0 0,0 0 1 0 0,0 0-1 0 0,0-1 1 0 0,1 1 0 0 0,-1 0-1 0 0,0 0 1 0 0,0-1 0 0 0,0 1-1 0 0,0 0 1 0 0,1-1-1 0 0,-1 1 1 0 0,0 0 0 0 0,0-1-1 0 0,0 1 1 0 0,0 0 0 0 0,0-1-1 0 0,0 1 1 0 0,0 0-1 0 0,0-1 1 0 0,0 1 0 0 0,0 0-1 0 0,0-1 1 0 0,0 1-1 0 0,0 0 1 0 0,-1-1 0 0 0,1 1-1 0 0,0 0 1 0 0,0-1 0 0 0,0 1-1 0 0,0 0 1 0 0,0 0-1 0 0,-1-1 1 0 0,1 1 0 0 0,0 0-1 0 0,0 0 1 0 0,-1-1 0 0 0,1 1-1 0 0,0 0 1 0 0,-5-2-43 0 0,1 1 0 0 0,0 0 0 0 0,0 0 0 0 0,0 0 0 0 0,-1 1 0 0 0,1 0 0 0 0,0 0 0 0 0,-9 0 0 0 0,5 1-14 0 0,-4-1-3 0 0,0 1 1 0 0,0 0-1 0 0,1 1 0 0 0,-1 0 1 0 0,0 1-1 0 0,1 0 0 0 0,-1 1 1 0 0,-20 11-1 0 0,16-7 0 0 0,1 2 0 0 0,1 0 0 0 0,0 0 0 0 0,0 1 0 0 0,-18 20 0 0 0,7-2-5 0 0,1 0-1 0 0,2 2 0 0 0,1 0 0 0 0,2 2 1 0 0,-18 40-1 0 0,30-59-4 0 0,-10 30 1 0 0,16-40 15 0 0,0 0 0 0 0,0 0 1 0 0,0 0-1 0 0,1 0 1 0 0,-1 0-1 0 0,1 0 0 0 0,0 1 1 0 0,0-1-1 0 0,1 0 0 0 0,-1 0 1 0 0,1 0-1 0 0,1 6 0 0 0,-1-8 0 0 0,0-1-1 0 0,-1 1 0 0 0,1-1 0 0 0,0 0 0 0 0,0 1 0 0 0,0-1 0 0 0,0 0 1 0 0,0 1-1 0 0,0-1 0 0 0,1 0 0 0 0,-1 0 0 0 0,0 0 0 0 0,1 0 0 0 0,-1 0 0 0 0,0 0 1 0 0,1-1-1 0 0,-1 1 0 0 0,1 0 0 0 0,-1-1 0 0 0,1 1 0 0 0,0-1 0 0 0,-1 0 0 0 0,1 1 1 0 0,-1-1-1 0 0,4 0 0 0 0,1 0 8 0 0,0 0-1 0 0,0-1 1 0 0,0 0 0 0 0,0 0-1 0 0,10-3 1 0 0,-3-1 1 0 0,0 0-1 0 0,-1-1 1 0 0,1-1 0 0 0,-1 1 0 0 0,-1-2-1 0 0,1 0 1 0 0,-1 0 0 0 0,-1-1 0 0 0,0 0-1 0 0,10-12 1 0 0,9-13 101 0 0,42-66 0 0 0,-31 41 203 0 0,-35 50-266 0 0,2 0-1 0 0,-6 20-2 0 0,-9 48 67 0 0,3-27 87 0 0,-2 53 0 0 0,7-76-148 0 0,1 0-1 0 0,-1-1 1 0 0,2 1 0 0 0,-1 0 0 0 0,1 0 0 0 0,0-1 0 0 0,1 0 0 0 0,0 1 0 0 0,0-1 0 0 0,9 15 0 0 0,-9-19-8 0 0,0 1 0 0 0,0-1 1 0 0,1 0-1 0 0,0-1 1 0 0,0 1-1 0 0,0 0 1 0 0,0-1-1 0 0,0 0 0 0 0,1 0 1 0 0,-1 0-1 0 0,10 3 1 0 0,-5-3 18 0 0,0 1 1 0 0,1-2 0 0 0,-1 0 0 0 0,1 0 0 0 0,18 1 0 0 0,-3-3-174 0 0,-1 0 0 0 0,0-2 1 0 0,0-1-1 0 0,32-8 0 0 0,-49 9-535 0 0,0 0-1 0 0,0-1 1 0 0,0 1-1 0 0,6-5 0 0 0,10-9-6767 0 0</inkml:trace>
</inkml:ink>
</file>

<file path=ppt/ink/ink1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1:13.2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371 80 1672 0 0,'2'-6'1433'0'0,"-1"0"0"0"0,1 0 0 0 0,-1 0 0 0 0,0 0 0 0 0,0-7 0 0 0,-1-14 1513 0 0,0 26-2509 0 0,0 0-401 0 0,0 1 0 0 0,0-1 0 0 0,0 1 0 0 0,0 0 0 0 0,0-1 0 0 0,0 1 0 0 0,0 0 1 0 0,-1-1-1 0 0,1 1 0 0 0,0-1 0 0 0,0 1 0 0 0,0 0 0 0 0,0-1 0 0 0,-1 1 0 0 0,1 0 0 0 0,0 0 1 0 0,-1-1-1 0 0,1 1 0 0 0,0 0 0 0 0,0 0 0 0 0,-1-1 0 0 0,0 1 0 0 0,-6 6 37 0 0,0 0 0 0 0,1 1-1 0 0,-1 0 1 0 0,1 0-1 0 0,1 0 1 0 0,-1 1-1 0 0,-8 16 1 0 0,2-4-12 0 0,-37 60 219 0 0,3 2 0 0 0,-43 108 0 0 0,61-119-25 0 0,3 1 0 0 0,4 1 0 0 0,-15 95 0 0 0,32-146-207 0 0,1 0 0 0 0,2 1 0 0 0,0-1 0 0 0,1 0 1 0 0,4 28-1 0 0,-3-43-36 0 0,0-1 0 0 0,0 1 0 0 0,1-1 1 0 0,0 0-1 0 0,0 1 0 0 0,0-1 0 0 0,1 0 1 0 0,0 0-1 0 0,0 0 0 0 0,1-1 0 0 0,0 1 1 0 0,0-1-1 0 0,0 0 0 0 0,0 0 0 0 0,1 0 1 0 0,0-1-1 0 0,0 1 0 0 0,0-1 0 0 0,0 0 0 0 0,1-1 1 0 0,11 7-1 0 0,-5-6-540 0 0,0 0 1 0 0,0 0-1 0 0,0-1 1 0 0,0 0-1 0 0,23 1 1 0 0,-20-3-1694 0 0,-1-1-1 0 0,23-3 1 0 0,-12 0-3089 0 0</inkml:trace>
</inkml:ink>
</file>

<file path=ppt/ink/ink1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1:13.8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258 143 8 0 0,'10'-53'10668'0'0,"-9"18"-6691"0"0,-1 33-3862 0 0,0 0 1 0 0,0-1-1 0 0,0 1 0 0 0,0 0 1 0 0,-1-1-1 0 0,1 1 1 0 0,-1 0-1 0 0,0-1 0 0 0,1 1 1 0 0,-1 0-1 0 0,0 0 1 0 0,0 0-1 0 0,-1 0 0 0 0,1 0 1 0 0,0 0-1 0 0,-1 0 1 0 0,1 0-1 0 0,-1 0 1 0 0,0 1-1 0 0,1-1 0 0 0,-1 0 1 0 0,0 1-1 0 0,0 0 1 0 0,0-1-1 0 0,0 1 0 0 0,0 0 1 0 0,-4-1-1 0 0,3 1-102 0 0,0 1 1 0 0,1 0-1 0 0,-1 0 0 0 0,0 1 0 0 0,1-1 0 0 0,-1 0 0 0 0,1 1 0 0 0,-1 0 0 0 0,0-1 1 0 0,1 1-1 0 0,-1 0 0 0 0,1 0 0 0 0,0 1 0 0 0,-5 2 0 0 0,-27 21 52 0 0,15-7-47 0 0,1 0 0 0 0,1 1 0 0 0,1 0 0 0 0,-24 36 0 0 0,34-45-9 0 0,0 1 1 0 0,0 0-1 0 0,1-1 0 0 0,1 2 1 0 0,0-1-1 0 0,0 0 1 0 0,1 1-1 0 0,0 0 0 0 0,1 0 1 0 0,1 0-1 0 0,-1 24 0 0 0,2-34-4 0 0,0 0 0 0 0,0 0 0 0 0,1 0 0 0 0,-1 0 0 0 0,0 0 0 0 0,1 0-1 0 0,0 0 1 0 0,-1 0 0 0 0,1 0 0 0 0,0 0 0 0 0,0 0 0 0 0,0-1 0 0 0,0 1-1 0 0,0 0 1 0 0,1 0 0 0 0,-1-1 0 0 0,0 1 0 0 0,1-1 0 0 0,-1 1 0 0 0,1-1-1 0 0,0 0 1 0 0,-1 0 0 0 0,1 1 0 0 0,0-1 0 0 0,0 0 0 0 0,0-1 0 0 0,0 1 0 0 0,0 0-1 0 0,0 0 1 0 0,0-1 0 0 0,0 1 0 0 0,0-1 0 0 0,0 0 0 0 0,0 0 0 0 0,0 1-1 0 0,0-1 1 0 0,0-1 0 0 0,3 1 0 0 0,4-1-6 0 0,0-1 1 0 0,0 1-1 0 0,0-1 1 0 0,0-1-1 0 0,-1 0 0 0 0,1 0 1 0 0,13-8-1 0 0,-10 4-9 0 0,0-1-1 0 0,0-1 1 0 0,-1 0-1 0 0,-1 0 1 0 0,17-19-1 0 0,41-58-23 0 0,-27 31 0 0 0,-40 54 32 0 0,14-14-134 0 0,-14 15 133 0 0,-1-1 0 0 0,0 1 1 0 0,0 0-1 0 0,1 0 0 0 0,-1 0 0 0 0,0 0 1 0 0,0 0-1 0 0,0 0 0 0 0,1 0 1 0 0,-1 0-1 0 0,0 0 0 0 0,0 0 0 0 0,1 0 1 0 0,-1 0-1 0 0,0 0 0 0 0,1 0 0 0 0,-1 0 1 0 0,0 0-1 0 0,0 0 0 0 0,0 0 1 0 0,1 0-1 0 0,-1 1 0 0 0,0-1 0 0 0,0 0 1 0 0,1 0-1 0 0,-1 0 0 0 0,0 0 0 0 0,0 0 1 0 0,1 1-1 0 0,3 14-33 0 0,-2 46-678 0 0,-3-46 134 0 0,1 0 0 0 0,1-1 0 0 0,4 24 1 0 0,-4-32 430 0 0,1-1 0 0 0,-1 0 0 0 0,1 0 0 0 0,0 0 0 0 0,1 0 0 0 0,-1 0 0 0 0,1 0 0 0 0,0-1 0 0 0,0 1 0 0 0,1-1 0 0 0,-1 0 0 0 0,1 0 0 0 0,8 6 0 0 0,-6-5-997 0 0,1 0 0 0 0,-1-1 1 0 0,1 0-1 0 0,11 4 1 0 0,10 2-3750 0 0</inkml:trace>
</inkml:ink>
</file>

<file path=ppt/ink/ink1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1:14.2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327 485 1892 0 0,'2'-9'1160'0'0,"-1"0"1"0"0,0 0-1 0 0,-1-1 0 0 0,0 1 1 0 0,-1 0-1 0 0,-1-12 0 0 0,1 16-856 0 0,0 1-1 0 0,0-1 1 0 0,0 1-1 0 0,0 0 1 0 0,-1-1-1 0 0,0 1 1 0 0,0 0-1 0 0,0 0 1 0 0,0 0-1 0 0,-1 0 1 0 0,1 0-1 0 0,-1 0 1 0 0,0 1-1 0 0,-4-4 1 0 0,5 6-255 0 0,1 0 0 0 0,-1 0 0 0 0,1 1 0 0 0,-1-1 0 0 0,0 0 0 0 0,1 1 0 0 0,-1-1 0 0 0,0 1 0 0 0,0 0 0 0 0,1 0 0 0 0,-1-1 0 0 0,0 1 0 0 0,0 0 0 0 0,1 0 0 0 0,-1 1 0 0 0,-2-1 0 0 0,-28 11 199 0 0,14-2-160 0 0,1 2 0 0 0,1 0 1 0 0,0 1-1 0 0,0 0 0 0 0,1 1 0 0 0,1 1 0 0 0,-24 29 1 0 0,27-30-38 0 0,2 1 0 0 0,0 0 0 0 0,0 0 0 0 0,2 1 0 0 0,-1-1 0 0 0,2 2 0 0 0,0-1 0 0 0,1 1 0 0 0,-6 32 0 0 0,10-46-30 0 0,1 1 0 0 0,0-1 0 0 0,0 1 0 0 0,1 0 0 0 0,-1-1 0 0 0,0 1 0 0 0,1-1 0 0 0,-1 1 0 0 0,1-1 0 0 0,0 0 0 0 0,2 5 0 0 0,-3-6-11 0 0,1 0-1 0 0,-1 0 1 0 0,1 0-1 0 0,0 0 0 0 0,0 0 1 0 0,0 0-1 0 0,0 0 1 0 0,-1-1-1 0 0,1 1 1 0 0,0 0-1 0 0,0 0 0 0 0,0-1 1 0 0,1 1-1 0 0,-1 0 1 0 0,0-1-1 0 0,0 0 1 0 0,0 1-1 0 0,0-1 0 0 0,0 1 1 0 0,1-1-1 0 0,-1 0 1 0 0,0 0-1 0 0,0 0 0 0 0,1 0 1 0 0,-1 0-1 0 0,0 0 1 0 0,0 0-1 0 0,3-1 1 0 0,7-1 14 0 0,1-1 1 0 0,-1 0 0 0 0,0-1 0 0 0,0-1 0 0 0,0 0 0 0 0,0 0 0 0 0,-1-1 0 0 0,12-9 0 0 0,-5 2-6 0 0,-1 0 0 0 0,-1-1 1 0 0,0-1-1 0 0,15-20 1 0 0,-2-3-23 0 0,-2-1 0 0 0,-1-2-1 0 0,28-63 1 0 0,45-146 114 0 0,-70 170-92 0 0,-24 70-29 0 0,-16 87 24 0 0,9-62-51 0 0,-11 53 234 0 0,-5 79 0 0 0,17-127-307 0 0,2 0 0 0 0,0 0 0 0 0,1 0 0 0 0,1 0 0 0 0,1 0 0 0 0,1 0 0 0 0,1 0 0 0 0,11 31 1 0 0,-12-43-564 0 0,0-1 1 0 0,0 0-1 0 0,0 1 1 0 0,9 9-1 0 0,-10-13-333 0 0,1 0 0 0 0,-1-1 0 0 0,1 1 0 0 0,0-1 0 0 0,4 3 0 0 0,5 1-4391 0 0</inkml:trace>
</inkml:ink>
</file>

<file path=ppt/ink/ink1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1:14.5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344 33 208 0 0,'25'-31'12549'0'0,"-25"32"-12494"0"0,0-1 0 0 0,0 0 1 0 0,0 0-1 0 0,0 0 0 0 0,1 0 1 0 0,-1 0-1 0 0,0 0 0 0 0,0 0 0 0 0,0 0 1 0 0,0 0-1 0 0,1 0 0 0 0,-1 0 1 0 0,0 0-1 0 0,0 0 0 0 0,0 0 1 0 0,0 0-1 0 0,1 0 0 0 0,-1 0 0 0 0,0 0 1 0 0,0 0-1 0 0,0 0 0 0 0,0 0 1 0 0,0 0-1 0 0,1 0 0 0 0,-1 0 1 0 0,1-1 497 0 0,-1 1-498 0 0,0 0 0 0 0,0 0 0 0 0,0-1 1 0 0,1 1-1 0 0,-1 0 0 0 0,0 0 1 0 0,0 0-1 0 0,0 0 0 0 0,0-1 1 0 0,0 1-1 0 0,8 15 1639 0 0,4 50 2671 0 0,5 79 0 0 0,-14-93-3637 0 0,-2 1-1 0 0,-3-1 0 0 0,-1 0 1 0 0,-13 60-1 0 0,13-97-618 0 0,-1 0-1 0 0,0 0 0 0 0,0 0 1 0 0,-2-1-1 0 0,0 0 1 0 0,0 0-1 0 0,-1 0 0 0 0,-10 12 1 0 0,14-20-100 0 0,-1 0 0 0 0,0-1 0 0 0,0 1 1 0 0,0-1-1 0 0,-1 0 0 0 0,0 0 0 0 0,1-1 0 0 0,-2 1 1 0 0,1-1-1 0 0,0 0 0 0 0,0-1 0 0 0,-1 1 1 0 0,1-1-1 0 0,-1 0 0 0 0,0-1 0 0 0,0 1 0 0 0,0-1 1 0 0,0 0-1 0 0,0-1 0 0 0,0 1 0 0 0,0-1 1 0 0,-6-1-1 0 0,1 0-635 0 0,1-1-1 0 0,-1 0 1 0 0,1 0 0 0 0,0-1 0 0 0,0-1-1 0 0,0 0 1 0 0,0 0 0 0 0,0-1 0 0 0,1 0-1 0 0,-17-13 1 0 0,15 10-1689 0 0,1-1 1 0 0,0-1-1 0 0,0 0 1 0 0,-14-20-1 0 0,3-1-7424 0 0</inkml:trace>
</inkml:ink>
</file>

<file path=ppt/ink/ink1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1:14.7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1 140 196 0 0,'55'-137'14265'0'0,"-54"135"-13931"0"0</inkml:trace>
</inkml:ink>
</file>

<file path=ppt/ink/ink1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1:15.8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129 109 2124 0 0,'6'-14'6725'0'0,"-6"14"-6705"0"0,2-5 1504 0 0,0 0 1 0 0,0 0-1 0 0,-1 0 0 0 0,1 0 1 0 0,0-9 774 0 0,7-14 3664 0 0,-7 23-4353 0 0,-2 4-2306 0 0,1-1 0 0 0,0 0 1 0 0,0 0-1 0 0,0 0 0 0 0,0 1 0 0 0,0-1 1 0 0,8-7-2784 0 0,-8 7 3481 0 0,4 64 58 0 0,-8 29 1814 0 0,-24 155 0 0 0,-41 86-227 0 0,27-173-1477 0 0,16-62 3366 0 0,25-97-3485 0 0,0 0-1 0 0,0 0 1 0 0,0 0-1 0 0,1 1 1 0 0,-1-1-1 0 0,0 0 1 0 0,-1 0-1 0 0,1 1 1 0 0,0-1-1 0 0,0 0 1 0 0,0 0-1 0 0,0 1 1 0 0,0-1-1 0 0,0 0 1 0 0,0 0-1 0 0,0 1 1 0 0,0-1-1 0 0,0 0 1 0 0,-1 0-1 0 0,1 0 1 0 0,0 1-1 0 0,0-1 1 0 0,0 0-1 0 0,0 0 1 0 0,-1 0-1 0 0,1 0 1 0 0,0 0-1 0 0,0 1 1 0 0,0-1-1 0 0,-1 0 1 0 0,1 0-1 0 0,0 0 1 0 0,0 0 0 0 0,0 0-1 0 0,-1 0 1 0 0,1 0-1 0 0,-5-8 542 0 0,1-16-419 0 0,5-2-64 0 0,1 1 1 0 0,1-1-1 0 0,11-40 0 0 0,29-74-36 0 0,-34 112-95 0 0,-4 14 11 0 0,81-230-73 0 0,-67 199 11 0 0,2 1 0 0 0,2 1 0 0 0,35-52 0 0 0,-57 94 61 0 0,0-1 0 0 0,1 0 1 0 0,-1 1-1 0 0,0-1 0 0 0,1 1 0 0 0,-1-1 0 0 0,1 1 0 0 0,-1 0 0 0 0,1-1 1 0 0,0 1-1 0 0,0 0 0 0 0,-1 0 0 0 0,1 0 0 0 0,0 0 0 0 0,0 1 1 0 0,0-1-1 0 0,0 0 0 0 0,0 1 0 0 0,0 0 0 0 0,0-1 0 0 0,3 1 1 0 0,-2 0 1 0 0,0 1 1 0 0,0-1 0 0 0,0 1 0 0 0,1 0 0 0 0,-1 0 0 0 0,-1 0-1 0 0,1 0 1 0 0,0 1 0 0 0,0-1 0 0 0,0 1 0 0 0,-1 0 0 0 0,5 3-1 0 0,2 3 2 0 0,1 1-1 0 0,-2 1 1 0 0,1-1-1 0 0,-1 2 0 0 0,10 16 1 0 0,-1 2 97 0 0,-3 1 0 0 0,0 0 0 0 0,16 56 0 0 0,15 99 399 0 0,-37-135-382 0 0,2 68 1 0 0,-5-51-1342 0 0,-5-65 835 0 0,0 0 1 0 0,0 0 0 0 0,0 0 0 0 0,0 0-1 0 0,0 0 1 0 0,0 0 0 0 0,-1 0-1 0 0,1 0 1 0 0,-1-1 0 0 0,1 1-1 0 0,-1 0 1 0 0,-1 2 0 0 0</inkml:trace>
</inkml:ink>
</file>

<file path=ppt/ink/ink1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1:16.0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89 174 156 0 0,'-19'-8'7436'0'0,"1"0"0"0"0,-26-15 671 0 0,41 20-7324 0 0,3 3-758 0 0,-1 0 0 0 0,1 0-1 0 0,0 0 1 0 0,0-1 0 0 0,-1 1 0 0 0,1 0 0 0 0,0 0 0 0 0,0 0 0 0 0,0 0 0 0 0,-1 0-1 0 0,1-1 1 0 0,0 1 0 0 0,0 0 0 0 0,0 0 0 0 0,-1 0 0 0 0,1 0 0 0 0,0-1 0 0 0,0 1-1 0 0,0 0 1 0 0,0 0 0 0 0,0-1 0 0 0,0 1 0 0 0,-1 0 0 0 0,1 0 0 0 0,0-1 0 0 0,0 1-1 0 0,0 0 1 0 0,0 0 0 0 0,0-1 0 0 0,0 1 0 0 0,0 0 0 0 0,0 0 0 0 0,0-1 0 0 0,27-9-512 0 0,0 2 1 0 0,55-10 0 0 0,-2 1-2520 0 0,9-11-2048 0 0,-30 3-1386 0 0,-22 7 39 0 0</inkml:trace>
</inkml:ink>
</file>

<file path=ppt/ink/ink1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1:16.3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81 46 760 0 0,'3'-14'5756'0'0,"-2"-18"3670"0"0,0 33-9174 0 0,1 1 0 0 0,-1-1-1 0 0,1 1 1 0 0,-1-1 0 0 0,0 1 0 0 0,0 0-1 0 0,0-1 1 0 0,1 1 0 0 0,-2 0 0 0 0,1 0-1 0 0,0 0 1 0 0,0 0 0 0 0,0 2 0 0 0,2 3 449 0 0,22 48 2524 0 0,20 58 1 0 0,-24-46-1806 0 0,24 131 0 0 0,-38-147-1236 0 0,-3 0 1 0 0,-2 1-1 0 0,-3 0 0 0 0,-2-1 0 0 0,-1 1 0 0 0,-4-1 0 0 0,-14 57 0 0 0,-2-24-842 0 0,-3-1 0 0 0,-3-2-1 0 0,-58 109 1 0 0,61-140-2234 0 0,9-19-5175 0 0</inkml:trace>
</inkml:ink>
</file>

<file path=ppt/ink/ink1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1:16.5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1 107 1768 0 0,'15'-21'6189'0'0,"10"-10"4739"0"0,-8 16-6463 0 0,-12 13-4156 0 0,0 0-1 0 0,0 1 1 0 0,-1 0-1 0 0,1-1 1 0 0,0 1-1 0 0,0 1 1 0 0,9-1-1 0 0,-2 0-116 0 0,248-21 719 0 0,-87 17-8324 0 0,-138 4-1109 0 0</inkml:trace>
</inkml:ink>
</file>

<file path=ppt/ink/ink1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1:16.7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105 1 964 0 0,'-100'54'21279'0'0,"97"-52"-19989"0"0,3-2-1218 0 0,0 0-1 0 0,-1 0 1 0 0,1 1 0 0 0,0-1-1 0 0,0 0 1 0 0,0 0 0 0 0,0 0-1 0 0,0 1 1 0 0,0-1 0 0 0,0 0-1 0 0,0 0 1 0 0,0 0 0 0 0,0 0 0 0 0,0 1-1 0 0,0-1 1 0 0,0 0 0 0 0,0 0-1 0 0,0 0 1 0 0,0 1 0 0 0,0-1-1 0 0,0 0 1 0 0,0 1 0 0 0,174-11 843 0 0,-19 1-4780 0 0,-1-8-7789 0 0,-106 9 3480 0 0</inkml:trace>
</inkml:ink>
</file>

<file path=ppt/ink/ink1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1:28.7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449 417 816 0 0,'8'-10'4282'0'0,"1"-5"-1692"0"0,1 0 0 0 0,1 1-1 0 0,17-20 585 0 0,-25 31-1976 0 0,0-1 0 0 0,-1 1-1 0 0,0-1 1 0 0,1 0 0 0 0,1-5 0 0 0,-3 7-1177 0 0,-133 206 750 0 0,-161 355 654 0 0,251-474-1390 0 0,23-43-73 0 0,-10 18 143 0 0,15-32 2074 0 0,11-21 72 0 0,8-16-185 0 0,212-447-1748 0 0,-87 171-788 0 0,19-8 54 0 0,-36 75 105 0 0,-112 216 270 0 0,0-1 0 0 0,0 1 0 0 0,1-1 1 0 0,-1 1-1 0 0,1 0 0 0 0,0 0 0 0 0,3-4 1 0 0,-5 6 36 0 0,0 0 0 0 0,0 0-1 0 0,1 0 1 0 0,-1-1 0 0 0,0 1 0 0 0,1 0 0 0 0,-1 0 0 0 0,0 0 0 0 0,1 0 0 0 0,-1 0 0 0 0,0 0 0 0 0,1 0 0 0 0,-1 0-1 0 0,0 0 1 0 0,1 0 0 0 0,-1 0 0 0 0,0 0 0 0 0,1 0 0 0 0,-1 0 0 0 0,0 0 0 0 0,1 0 0 0 0,-1 0 0 0 0,0 0 0 0 0,0 0 0 0 0,1 0-1 0 0,-1 1 1 0 0,1-1 0 0 0,8 15-104 0 0,-4 3 106 0 0,-1 0 0 0 0,0 1 0 0 0,-2-1 0 0 0,0 1-1 0 0,-1 20 1 0 0,1 8 11 0 0,3 31-175 0 0,41 426 935 0 0,-24-366-571 0 0,45 149 1 0 0,-64-278-198 0 0,-1 3 220 0 0,2 0 0 0 0,-1 0 0 0 0,2-1 1 0 0,8 18-1 0 0,-6-22-172 0 0,5-5-49 0 0,3-4 0 0 0,-2-3 0 0 0,-8 2-333 0 0,0 1 0 0 0,0-1 0 0 0,-1 0 0 0 0,1-1 1 0 0,-1 1-1 0 0,1-1 0 0 0,-1 0 0 0 0,0 0 0 0 0,0 0 0 0 0,-1 0 0 0 0,1-1 0 0 0,-1 1 0 0 0,0-1 1 0 0,4-8-1 0 0,-6 11 250 0 0,1-2-796 0 0,0 0 0 0 0,0 0 0 0 0,0-1 0 0 0,0 1 0 0 0,-1-1 1 0 0,0 1-1 0 0,0-1 0 0 0,1-5 0 0 0,-2 7 176 0 0,0 1-1 0 0,0-1 1 0 0,0 1 0 0 0,-1-1 0 0 0,1 1 0 0 0,-1-1 0 0 0,0 1 0 0 0,1-1-1 0 0,-1 1 1 0 0,0 0 0 0 0,-1-1 0 0 0,1 1 0 0 0,0 0 0 0 0,-1 0 0 0 0,1 0 0 0 0,-4-4-1 0 0</inkml:trace>
</inkml:ink>
</file>

<file path=ppt/ink/ink1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1:29.2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171 174 1392 0 0,'-115'-12'16388'0'0,"59"2"-3497"0"0,56 9-12870 0 0,1 0 1 0 0,-1 0-1 0 0,0 0 1 0 0,1 0-1 0 0,-1 0 1 0 0,1 1-1 0 0,-1-1 1 0 0,1 0-1 0 0,-1 0 1 0 0,1 1-1 0 0,0-1 1 0 0,-1 0-1 0 0,1 1 1 0 0,0-1-1 0 0,-1 1 1 0 0,1-1-1 0 0,0 1 1 0 0,0-1-1 0 0,-1 1 1 0 0,1-1-1 0 0,0 1 1 0 0,2-1-1 0 0,23-7 96 0 0,-19 6-83 0 0,257-65 267 0 0,-147 41-302 0 0,-77 19 9 0 0,-28 5-61 0 0,1 0 0 0 0,-1-1 0 0 0,13-4 0 0 0,-23 6-8 0 0,-2 0-144 0 0,0 1 192 0 0,0-1 0 0 0,0 1 0 0 0,0-1 0 0 0,-1 1 0 0 0,1-1 0 0 0,0 1 0 0 0,0 0 0 0 0,0-1 0 0 0,-1 1 0 0 0,1-1 0 0 0,0 1 0 0 0,-1 0 0 0 0,1-1 1 0 0,0 1-1 0 0,-1-1 0 0 0,1 1 0 0 0,0 0 0 0 0,-1 0 0 0 0,1-1 0 0 0,-1 1 0 0 0,1 0 0 0 0,-1 0 0 0 0,1-1 0 0 0,-1 1 0 0 0,1 0 0 0 0,0 0 0 0 0,-1 0 0 0 0,1 0 0 0 0,-1 0 0 0 0,1 0 0 0 0,-1 0 0 0 0,0 0 0 0 0,-22 1-72 0 0,17-1-21 0 0,-396 34-952 0 0,333-27 746 0 0,66-7 245 0 0,31-1-692 0 0,33-6 74 0 0,3-1-625 0 0,145 0-4728 0 0,-68 10-4454 0 0,-100 0 3090 0 0</inkml:trace>
</inkml:ink>
</file>

<file path=ppt/ink/ink1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1:32.4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21 1680 0 0,'12'-3'2780'0'0,"4"-2"-1119"0"0,-5-2-601 0 0,0 4-344 0 0,1 1-1024 0 0</inkml:trace>
</inkml:ink>
</file>

<file path=ppt/ink/ink1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1:30.2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166 311 1768 0 0,'8'-38'6533'0'0,"-1"12"-81"0"0,-7 54-5703 0 0,-2 0 0 0 0,-1 0 0 0 0,-1-1 0 0 0,-9 35 0 0 0,6-30-345 0 0,-118 490 3166 0 0,101-445 3019 0 0,24-80-6311 0 0,-2-8-181 0 0,2 0 0 0 0,-1-1 1 0 0,2 1-1 0 0,0-1 0 0 0,0 1 0 0 0,1 0 0 0 0,3-12 0 0 0,1-9-70 0 0,103-438 101 0 0,-78 368-416 0 0,50-116 0 0 0,-75 204 248 0 0,23-47-176 0 0,-27 57 192 0 0,1-1 0 0 0,0 1-1 0 0,0-1 1 0 0,0 1 0 0 0,0 0-1 0 0,1 1 1 0 0,0-1 0 0 0,-1 0-1 0 0,8-4 1 0 0,-9 7 22 0 0,-1 1 1 0 0,1-1-1 0 0,-1 1 1 0 0,1-1-1 0 0,0 1 1 0 0,-1 0-1 0 0,1 0 1 0 0,-1 0-1 0 0,1-1 1 0 0,0 2-1 0 0,-1-1 1 0 0,1 0-1 0 0,-1 0 0 0 0,1 0 1 0 0,-1 1-1 0 0,1-1 1 0 0,-1 1-1 0 0,1-1 1 0 0,1 2-1 0 0,1-1 6 0 0,-1 1 0 0 0,1 0 0 0 0,-1 0 0 0 0,0 0 0 0 0,0 1 0 0 0,5 3 0 0 0,1 5-2 0 0,1 1-1 0 0,-1 0 0 0 0,-1 0 0 0 0,0 0 0 0 0,-1 1 0 0 0,0 0 1 0 0,-1 1-1 0 0,6 17 0 0 0,3 19-62 0 0,8 51-1 0 0,-13-56 22 0 0,45 332 44 0 0,-53-346 13 0 0,14 93 227 0 0,-12-109-2154 0 0</inkml:trace>
</inkml:ink>
</file>

<file path=ppt/ink/ink1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1:31.7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188 64 1340 0 0,'-28'-7'5064'0'0,"1"-1"-1"0"0,-36-15 1 0 0,6 2-727 0 0,55 21-4172 0 0,-9-5 419 0 0,43 13-537 0 0,0-2 0 0 0,1-2 0 0 0,-1 0 0 0 0,36-2 0 0 0,-42-1-26 0 0,21 2 1 0 0,65 1 64 0 0,-93-4-64 0 0,8 0 1 0 0,46-7 0 0 0,-71 7-22 0 0,1 0-4 0 0,9 0 1313 0 0</inkml:trace>
</inkml:ink>
</file>

<file path=ppt/ink/ink1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1:33.2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422 48 1468 0 0,'-6'-47'7520'0'0,"4"47"-7437"0"0,0 0-1 0 0,-1 1 1 0 0,1-1-1 0 0,1 1 1 0 0,-1 0-1 0 0,0-1 1 0 0,0 1-1 0 0,0 0 0 0 0,0 0 1 0 0,0 0-1 0 0,1 1 1 0 0,-1-1-1 0 0,0 0 1 0 0,1 1-1 0 0,-1-1 1 0 0,1 1-1 0 0,-2 2 1 0 0,-23 34 662 0 0,19-27-483 0 0,-49 80 580 0 0,4 2 0 0 0,4 2 0 0 0,4 2 0 0 0,5 2 0 0 0,-47 181 0 0 0,79-248-748 0 0,1 2-1 0 0,1-1 0 0 0,2 1 1 0 0,1 0-1 0 0,2-1 0 0 0,7 66 1 0 0,-4-85-118 0 0,0 0 0 0 0,1 1 1 0 0,1-1-1 0 0,0-1 0 0 0,1 1 1 0 0,0-1-1 0 0,16 24 0 0 0,-16-28-154 0 0,2 0 0 0 0,-1 0 0 0 0,1-1 0 0 0,1 0 0 0 0,-1 0 0 0 0,1-1 0 0 0,1 0 0 0 0,-1-1 0 0 0,1 0 0 0 0,1 0 0 0 0,11 4 0 0 0,-7-4-993 0 0,0 0 1 0 0,0-2-1 0 0,0 0 1 0 0,0 0-1 0 0,21 1 1 0 0,0-4-4263 0 0</inkml:trace>
</inkml:ink>
</file>

<file path=ppt/ink/ink1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1:33.7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364 184 2544 0 0,'0'-19'1811'0'0,"-1"1"1"0"0,-1 0-1 0 0,-5-23 0 0 0,6 35-1519 0 0,0 1-1 0 0,-1 0 1 0 0,1 0-1 0 0,-1 0 1 0 0,0 0-1 0 0,-1 0 1 0 0,1 0-1 0 0,-1 0 0 0 0,0 1 1 0 0,0-1-1 0 0,0 1 1 0 0,-1 0-1 0 0,1 0 1 0 0,-1 0-1 0 0,-7-5 1 0 0,8 7-201 0 0,-1 1 1 0 0,1 0-1 0 0,-1 0 1 0 0,1 0-1 0 0,-1 0 1 0 0,1 1-1 0 0,-1-1 1 0 0,1 1 0 0 0,-1 0-1 0 0,0 0 1 0 0,1 0-1 0 0,-1 1 1 0 0,1-1-1 0 0,-1 1 1 0 0,1 0-1 0 0,-1 0 1 0 0,1 0-1 0 0,-1 0 1 0 0,1 1 0 0 0,0-1-1 0 0,0 1 1 0 0,-5 3-1 0 0,-6 4 176 0 0,0 0 1 0 0,0 2-1 0 0,-16 14 0 0 0,15-10-150 0 0,1-1 0 0 0,0 2-1 0 0,1 0 1 0 0,1 1 0 0 0,0 0 0 0 0,1 0 0 0 0,1 1 0 0 0,1 1-1 0 0,0 0 1 0 0,2 0 0 0 0,0 1 0 0 0,-7 32 0 0 0,13-48-101 0 0,1 0 1 0 0,-1 0 0 0 0,1 0-1 0 0,-1-1 1 0 0,1 1 0 0 0,1 0-1 0 0,-1 0 1 0 0,0 0-1 0 0,1 0 1 0 0,0-1 0 0 0,0 1-1 0 0,0 0 1 0 0,0-1 0 0 0,0 1-1 0 0,1-1 1 0 0,0 1 0 0 0,0-1-1 0 0,0 0 1 0 0,0 1 0 0 0,0-1-1 0 0,1 0 1 0 0,-1 0-1 0 0,1-1 1 0 0,0 1 0 0 0,-1-1-1 0 0,1 1 1 0 0,1-1 0 0 0,-1 0-1 0 0,0 0 1 0 0,0 0 0 0 0,1 0-1 0 0,-1-1 1 0 0,1 1-1 0 0,5 0 1 0 0,-3 0-12 0 0,1-1-1 0 0,-1 0 1 0 0,1 0-1 0 0,0-1 1 0 0,-1 0 0 0 0,1 0-1 0 0,-1 0 1 0 0,1-1-1 0 0,0 0 1 0 0,-1 0 0 0 0,1-1-1 0 0,-1 0 1 0 0,0 0-1 0 0,0 0 1 0 0,0-1-1 0 0,0 0 1 0 0,0 0 0 0 0,0-1-1 0 0,8-6 1 0 0,-2-1-37 0 0,1-1 0 0 0,-2-1 0 0 0,0 0 0 0 0,0-1 0 0 0,-1 0 0 0 0,12-24-1 0 0,37-96-13 0 0,-44 96 87 0 0,-14 35-39 0 0,7-14-1 0 0,-5 14-4 0 0,-1 12-2 0 0,-7 74-5 0 0,2-56 135 0 0,1 1 0 0 0,1-1 0 0 0,5 35 0 0 0,-3-54-267 0 0,0 0 0 0 0,1 1-1 0 0,0-1 1 0 0,1 0 0 0 0,0 0 0 0 0,0 0-1 0 0,1-1 1 0 0,0 1 0 0 0,0-1-1 0 0,0 0 1 0 0,1 0 0 0 0,0 0 0 0 0,1 0-1 0 0,12 10 1 0 0,-11-11-355 0 0,0 0 0 0 0,1-1 0 0 0,0 0-1 0 0,0 0 1 0 0,1-1 0 0 0,-1 0 0 0 0,1-1 0 0 0,13 4 0 0 0,-13-5-787 0 0,1 0 0 0 0,0 0 1 0 0,-1-1-1 0 0,17 0 1 0 0,1-3-3362 0 0</inkml:trace>
</inkml:ink>
</file>

<file path=ppt/ink/ink1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1:34.1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222 687 1024 0 0,'9'-24'2701'0'0,"-1"1"-1"0"0,6-37 1 0 0,-12 50-1984 0 0,-1-1 0 0 0,0 0 0 0 0,0 0 0 0 0,-1 0 0 0 0,-1 1 0 0 0,1-1 0 0 0,-2 0 0 0 0,-3-13 0 0 0,5 22-657 0 0,0 1 1 0 0,-1-1-1 0 0,1 0 0 0 0,-1 1 1 0 0,0-1-1 0 0,1 1 0 0 0,-1 0 1 0 0,0-1-1 0 0,0 1 1 0 0,0-1-1 0 0,0 1 0 0 0,0 0 1 0 0,0 0-1 0 0,0 0 0 0 0,0-1 1 0 0,0 1-1 0 0,-1 0 1 0 0,1 0-1 0 0,-1 1 0 0 0,1-1 1 0 0,0 0-1 0 0,-3 0 0 0 0,2 0-16 0 0,-1 1-1 0 0,1 0 0 0 0,-1 0 0 0 0,1 0 0 0 0,0 0 0 0 0,-1 0 1 0 0,1 0-1 0 0,0 1 0 0 0,-1-1 0 0 0,1 1 0 0 0,0 0 0 0 0,-1-1 1 0 0,-2 3-1 0 0,-6 3 23 0 0,1 0 0 0 0,0 1 0 0 0,0 0 0 0 0,1 0 0 0 0,-9 10 0 0 0,5-4-7 0 0,1 2 0 0 0,0-1 0 0 0,2 1-1 0 0,-1 1 1 0 0,2 0 0 0 0,0 1 0 0 0,1-1 0 0 0,1 2-1 0 0,0-1 1 0 0,1 1 0 0 0,1 0 0 0 0,1 0 0 0 0,1 0-1 0 0,0 1 1 0 0,1-1 0 0 0,1 32 0 0 0,2-43-27 0 0,0 0 1 0 0,0 1 0 0 0,1-1-1 0 0,-1 0 1 0 0,2 0-1 0 0,-1 0 1 0 0,1 0 0 0 0,0 0-1 0 0,0-1 1 0 0,7 11-1 0 0,-8-14-21 0 0,0-1-1 0 0,-1 0 1 0 0,1 0-1 0 0,0 0 1 0 0,0-1-1 0 0,0 1 1 0 0,1 0-1 0 0,-1-1 1 0 0,0 1-1 0 0,1-1 0 0 0,-1 0 1 0 0,0 0-1 0 0,1 0 1 0 0,0 0-1 0 0,-1 0 1 0 0,1 0-1 0 0,-1-1 1 0 0,1 1-1 0 0,0-1 1 0 0,0 0-1 0 0,-1 0 1 0 0,1 0-1 0 0,0 0 0 0 0,-1 0 1 0 0,1-1-1 0 0,0 1 1 0 0,-1-1-1 0 0,1 0 1 0 0,0 1-1 0 0,-1-1 1 0 0,5-3-1 0 0,0 0-63 0 0,0 0 1 0 0,0 0-1 0 0,0-1 0 0 0,-1-1 1 0 0,1 1-1 0 0,-1-1 0 0 0,0 0 1 0 0,-1 0-1 0 0,0-1 0 0 0,0 1 1 0 0,0-1-1 0 0,5-12 0 0 0,5-10-764 0 0,19-55 0 0 0,-32 77 725 0 0,27-81-924 0 0,-5-1 0 0 0,-3-1 0 0 0,15-150 0 0 0,-32 198 1745 0 0,-1 1-1 0 0,-7-82 1 0 0,-5 133-649 0 0,6-2-12 0 0,-1 0 1 0 0,1 1-1 0 0,1-1 0 0 0,0 1 0 0 0,0 0 0 0 0,1 0 1 0 0,-1 13-1 0 0,0 0 152 0 0,-6 44 87 0 0,4 0 0 0 0,3 0 0 0 0,2 0 0 0 0,4 0 0 0 0,2 0-1 0 0,27 109 1 0 0,-29-156-727 0 0,1 0 0 0 0,1 0-1 0 0,14 28 1 0 0,-16-39-290 0 0,0 1-1 0 0,1-1 1 0 0,10 12 0 0 0,-11-15-315 0 0,0 0 1 0 0,0-1-1 0 0,0 1 1 0 0,0-1-1 0 0,13 6 1 0 0,0-2-4269 0 0</inkml:trace>
</inkml:ink>
</file>

<file path=ppt/ink/ink1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1:34.4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266 104 1036 0 0,'12'-34'5835'0'0,"-7"19"-1996"0"0,0 1 0 0 0,4-21 0 0 0,-9 33-3245 0 0,4 0 126 0 0,0 0-162 0 0,1 10 548 0 0,1 10 5 0 0,-1-1 1 0 0,-1 1 0 0 0,0 0-1 0 0,1 29 1 0 0,-3-8 453 0 0,-3 46 1 0 0,1-81-1511 0 0,-13 138 1556 0 0,10-124-1441 0 0,0-1-1 0 0,-2 1 1 0 0,0-1-1 0 0,0 0 1 0 0,-16 31-1 0 0,18-43-247 0 0,-1 0 0 0 0,1 0 0 0 0,-1 0 0 0 0,0 0 0 0 0,0 0 0 0 0,-1-1 0 0 0,0 0 0 0 0,1 0 0 0 0,-1 0 0 0 0,-1 0 0 0 0,1-1 0 0 0,0 0 0 0 0,-1 0-1 0 0,0 0 1 0 0,1-1 0 0 0,-1 0 0 0 0,0 0 0 0 0,0 0 0 0 0,-1-1 0 0 0,-10 1 0 0 0,8-1-877 0 0,0-1 0 0 0,-1 0 0 0 0,1 0 0 0 0,0-1 0 0 0,-16-4 0 0 0,15 2-1405 0 0,0 0 0 0 0,0 0 0 0 0,0-1 1 0 0,-17-10-1 0 0,1-5-8806 0 0</inkml:trace>
</inkml:ink>
</file>

<file path=ppt/ink/ink1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1:34.5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0 175 1716 0 0,'12'-26'2224'0'0,"-3"6"-263"0"0,1 0-377 0 0,-5-1-196 0 0,4 4-364 0 0,-3 2-160 0 0,-1 3-200 0 0,1-1-120 0 0,0 2-168 0 0,-2 3-12 0 0,1 1 100 0 0,10 2-676 0 0,2 7-1604 0 0</inkml:trace>
</inkml:ink>
</file>

<file path=ppt/ink/ink1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1:35.1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71 206 2900 0 0,'2'1'489'0'0,"-1"-1"0"0"0,1 1 0 0 0,0 0 0 0 0,0-1 0 0 0,-1 1 0 0 0,1 0 0 0 0,-1 0 0 0 0,1 0 0 0 0,-1 1 0 0 0,1-1-1 0 0,-1 0 1 0 0,0 0 0 0 0,1 1 0 0 0,-1-1 0 0 0,0 1 0 0 0,1 1 0 0 0,0 1 186 0 0,0 0-1 0 0,0 0 1 0 0,-1 0-1 0 0,1 0 1 0 0,-1 0-1 0 0,1 7 1 0 0,0 4 330 0 0,-1-1 0 0 0,-1 1-1 0 0,-1 17 1 0 0,-8 64 804 0 0,-5-1 0 0 0,-35 130 0 0 0,44-211-1655 0 0,-2 18 966 0 0,-4-36-978 0 0,9 2-136 0 0,1 0-1 0 0,-1 0 0 0 0,1-1 1 0 0,0 1-1 0 0,0 0 0 0 0,-1-1 1 0 0,2 1-1 0 0,-1 0 0 0 0,0-1 0 0 0,0 1 1 0 0,1-1-1 0 0,-1 1 0 0 0,1-5 1 0 0,-2-39-46 0 0,2 40 21 0 0,2-35-135 0 0,1 0 1 0 0,2 1-1 0 0,2 0 1 0 0,15-49-1 0 0,-1 22 6 0 0,48-104-1 0 0,-52 133 118 0 0,2 2 0 0 0,1 0 1 0 0,37-47-1 0 0,-56 81 29 0 0,0 0 1 0 0,1 1-1 0 0,-1-1 1 0 0,0 1 0 0 0,1-1-1 0 0,-1 1 1 0 0,1-1-1 0 0,0 1 1 0 0,-1 0 0 0 0,1 0-1 0 0,0 0 1 0 0,0 0-1 0 0,0 0 1 0 0,0 0 0 0 0,-1 0-1 0 0,1 1 1 0 0,0-1-1 0 0,1 1 1 0 0,-1-1 0 0 0,0 1-1 0 0,0 0 1 0 0,0 0-1 0 0,0 0 1 0 0,0 0 0 0 0,0 0-1 0 0,4 1 1 0 0,-3 0 4 0 0,0 1 0 0 0,0 0-1 0 0,0-1 1 0 0,0 1 0 0 0,0 0 0 0 0,0 0 0 0 0,0 1-1 0 0,-1-1 1 0 0,1 1 0 0 0,-1-1 0 0 0,1 1 0 0 0,-1 0 0 0 0,0 0-1 0 0,0 0 1 0 0,1 3 0 0 0,12 22 237 0 0,-2 1 0 0 0,-1 1 0 0 0,-1 0-1 0 0,8 36 1 0 0,19 128 691 0 0,-30-148-839 0 0,3 13-30 0 0,5 35-345 0 0,-8-31-4683 0 0,-9-53 3722 0 0</inkml:trace>
</inkml:ink>
</file>

<file path=ppt/ink/ink1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1:35.3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104 182 1772 0 0,'-15'-8'4238'0'0,"1"-1"-1"0"0,0 0 0 0 0,1-2 1 0 0,0 1-1 0 0,-20-23 0 0 0,32 33-4201 0 0,1-1 0 0 0,0 1 0 0 0,0-1-1 0 0,0 1 1 0 0,0-1 0 0 0,0 1 0 0 0,-1-1-1 0 0,1 1 1 0 0,0-1 0 0 0,0 1-1 0 0,0-1 1 0 0,0 1 0 0 0,1-1 0 0 0,-1 1-1 0 0,0-1 1 0 0,0 1 0 0 0,0-1-1 0 0,0 1 1 0 0,0 0 0 0 0,1-1 0 0 0,-1 1-1 0 0,0-1 1 0 0,0 1 0 0 0,1-1 0 0 0,-1 1-1 0 0,0 0 1 0 0,1-1 0 0 0,-1 1-1 0 0,0 0 1 0 0,1-1 0 0 0,-1 1 0 0 0,0 0-1 0 0,1-1 1 0 0,-1 1 0 0 0,1 0-1 0 0,0-1 1 0 0,16-8 336 0 0,-17 9-370 0 0,25-9-497 0 0,0 2 1 0 0,0 0-1 0 0,1 2 0 0 0,41-3 1 0 0,-25 2-1281 0 0,-19 3 580 0 0,53-8-3670 0 0,-27 0-2117 0 0,-11 2-2216 0 0</inkml:trace>
</inkml:ink>
</file>

<file path=ppt/ink/ink1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1:35.5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349 50 3172 0 0,'3'-50'13730'0'0,"0"52"-13459"0"0,0-1 0 0 0,-1 1 0 0 0,1-1 0 0 0,0 1 0 0 0,-1 0 0 0 0,1 0 0 0 0,-1 1 0 0 0,0-1 0 0 0,1 0 0 0 0,-1 1 0 0 0,2 3 0 0 0,23 37 1519 0 0,-19-27-1258 0 0,16 25 24 0 0,-3 2 0 0 0,-1 1 0 0 0,-2 0 1 0 0,-2 1-1 0 0,-2 1 0 0 0,-3 0 0 0 0,9 60 0 0 0,-16-64-478 0 0,-1 0-1 0 0,-2 0 1 0 0,-2 0-1 0 0,-1 0 1 0 0,-3 0-1 0 0,-1 0 1 0 0,-2 0 0 0 0,-20 58-1 0 0,8-43-495 0 0,-3-2 0 0 0,-2 0-1 0 0,-3-2 1 0 0,-48 72 0 0 0,46-85-1825 0 0,-64 68 1 0 0,63-78-880 0 0,-2-1 1 0 0,-51 36-1 0 0,7-17-6156 0 0</inkml:trace>
</inkml:ink>
</file>

<file path=ppt/ink/ink1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1:36.1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108 116 2884 0 0,'-3'0'2065'0'0,"-41"1"7303"0"0,41-1-8174 0 0,-24 4 3150 0 0,18-1-3334 0 0,8-3-873 0 0,-1 0-1 0 0,1 1 1 0 0,0-1 0 0 0,-1 0-1 0 0,1 1 1 0 0,0-1 0 0 0,0 1-1 0 0,-1-1 1 0 0,1 1 0 0 0,0-1-1 0 0,0 1 1 0 0,0 0-1 0 0,0 0 1 0 0,0 0 0 0 0,0-1-1 0 0,-1 2 1 0 0,1-1 3 0 0,1 0-1 0 0,0 0 1 0 0,0 0-1 0 0,0 0 1 0 0,0 0-1 0 0,0 0 1 0 0,1 0-1 0 0,-1 0 1 0 0,0 0-1 0 0,0 0 1 0 0,0 0-1 0 0,1 0 1 0 0,-1 0-1 0 0,1-1 1 0 0,-1 1-1 0 0,1 0 1 0 0,-1 0-1 0 0,1 0 1 0 0,-1-1-1 0 0,1 1 1 0 0,0 0-1 0 0,1 1 1 0 0,0-1 71 0 0,0 1 0 0 0,1 0 0 0 0,0-1 0 0 0,-1 1 0 0 0,1-1-1 0 0,0 0 1 0 0,4 1 0 0 0,7 1 231 0 0,1 0 0 0 0,19 0-1 0 0,-27-2-237 0 0,124 4 754 0 0,177-17 0 0 0,-229 7-816 0 0,446-28 132 0 0,701-35 407 0 0,1525 24-540 0 0,-2336 42-141 0 0,-411 3-373 0 0,1-1 0 0 0,-1 0 0 0 0,1 0 0 0 0,-1 0 0 0 0,1 0 0 0 0,-1-1 0 0 0,7-1 0 0 0,-5 0-533 0 0,-20-3-4396 0 0,1 3 2874 0 0,-1 0-1 0 0,1 0 1 0 0,-14 2 0 0 0,-1-2-2809 0 0,1 1-984 0 0</inkml:trace>
</inkml:ink>
</file>

<file path=ppt/ink/ink1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1:37.7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57 83 1632 0 0,'-5'-34'7474'0'0,"-5"-13"-3820"0"0,10 45-3548 0 0,-1 4-102 0 0,0-1-1 0 0,0 0 1 0 0,0 0 0 0 0,0 1 0 0 0,1-1 0 0 0,-1 1 0 0 0,1-1-1 0 0,-1 1 1 0 0,1-1 0 0 0,-1 1 0 0 0,1-1 0 0 0,0 1-1 0 0,0-1 1 0 0,0 1 0 0 0,0-1 0 0 0,0 2 0 0 0,-1 8 18 0 0,-6 39 951 0 0,2 0-1 0 0,3 61 1 0 0,1-33-4 0 0,-5 97 591 0 0,-3 189 1151 0 0,7-282-1160 0 0,2-81-1426 0 0,0 2 1302 0 0,0 8-4024 0 0</inkml:trace>
</inkml:ink>
</file>

<file path=ppt/ink/ink1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1:38.5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16 449 2812 0 0,'27'-56'13666'0'0,"-17"68"-12710"0"0,-7 2-542 0 0,0 1 0 0 0,-1 0 1 0 0,0-1-1 0 0,-1 29 1 0 0,-8 65 845 0 0,2-51-787 0 0,-20 172 1606 0 0,21-196-184 0 0,4-11 2784 0 0,-4-27-4343 0 0,4 5-328 0 0,-1 0 0 0 0,1-1 1 0 0,0 1-1 0 0,-1 0 0 0 0,1 0 0 0 0,-1 0 1 0 0,1-1-1 0 0,0 1 0 0 0,-1 0 1 0 0,1-1-1 0 0,0 1 0 0 0,0 0 1 0 0,-1 0-1 0 0,1-1 0 0 0,0 1 0 0 0,0-1 1 0 0,-1 1-1 0 0,1 0 0 0 0,0-1 1 0 0,0 1-1 0 0,0-1 0 0 0,0 1 0 0 0,-1-1 1 0 0,-3-21 20 0 0,1-1 1 0 0,0 0 0 0 0,2 0-1 0 0,0 0 1 0 0,2 0 0 0 0,1 0-1 0 0,5-28 1 0 0,45-161-342 0 0,-43 180 280 0 0,26-77-283 0 0,4 1-1 0 0,71-133 1 0 0,-109 239 301 0 0,0 0 0 0 0,-1 1 1 0 0,1-1-1 0 0,0 0 0 0 0,0 1 0 0 0,0-1 1 0 0,1 1-1 0 0,-1-1 0 0 0,0 1 0 0 0,1 0 1 0 0,-1 0-1 0 0,1-1 0 0 0,-1 1 0 0 0,1 0 1 0 0,-1 0-1 0 0,1 0 0 0 0,0 1 0 0 0,-1-1 1 0 0,1 0-1 0 0,0 1 0 0 0,0-1 0 0 0,0 1 0 0 0,2-1 1 0 0,-1 1 7 0 0,0 0 1 0 0,-1 1 0 0 0,1-1-1 0 0,-1 1 1 0 0,1 0-1 0 0,0-1 1 0 0,-1 1 0 0 0,0 1-1 0 0,1-1 1 0 0,-1 0-1 0 0,0 0 1 0 0,1 1 0 0 0,-1-1-1 0 0,0 1 1 0 0,0 0-1 0 0,3 3 1 0 0,8 10-20 0 0,0 1 1 0 0,-1 0-1 0 0,0 0 0 0 0,-2 1 1 0 0,0 1-1 0 0,-1 0 1 0 0,13 35-1 0 0,-8-10-42 0 0,-1 1-1 0 0,8 62 1 0 0,-8-2 218 0 0,-2 176 0 0 0,-13-231-1671 0 0</inkml:trace>
</inkml:ink>
</file>

<file path=ppt/ink/ink1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1:38.7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61 167 2608 0 0,'-8'-3'2702'0'0,"0"0"-1"0"0,-1 0 0 0 0,1-1 1 0 0,0 0-1 0 0,-12-8 686 0 0,21 10-3291 0 0,-1 1-1 0 0,1-1 0 0 0,-1 0 0 0 0,1 1 0 0 0,0-1 1 0 0,0 1-1 0 0,0-1 0 0 0,-1 1 0 0 0,1 0 0 0 0,1-1 1 0 0,-1 1-1 0 0,0 0 0 0 0,0 0 0 0 0,0 0 0 0 0,1-1 1 0 0,-1 1-1 0 0,0 0 0 0 0,1 1 0 0 0,-1-1 0 0 0,1 0 1 0 0,-1 0-1 0 0,4 0 0 0 0,41-15 232 0 0,-38 13-191 0 0,43-12-465 0 0,140-36 1553 0 0,-125 39-3627 0 0,4 5-3317 0 0,-67 7 5206 0 0,16-1-1378 0 0,-2-1-2286 0 0,-2 1-1761 0 0</inkml:trace>
</inkml:ink>
</file>

<file path=ppt/ink/ink1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1:39.0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1 196 380 0 0,'30'-188'19161'0'0,"-30"186"-18803"0"0,1 1-306 0 0,-1 1-1 0 0,0 0 0 0 0,0 0 1 0 0,0-1-1 0 0,0 1 1 0 0,1 0-1 0 0,-1-1 1 0 0,0 1-1 0 0,0 0 0 0 0,1 0 1 0 0,-1-1-1 0 0,0 1 1 0 0,0 0-1 0 0,1 0 1 0 0,-1 0-1 0 0,0-1 0 0 0,1 1 1 0 0,-1 0-1 0 0,0 0 1 0 0,1 0-1 0 0,-1 0 1 0 0,0 0-1 0 0,1 0 0 0 0,-1 0 1 0 0,0 0-1 0 0,1 0 1 0 0,-1 0-1 0 0,1 0 1 0 0,2 4 334 0 0,0 1 0 0 0,0 0 0 0 0,-1 1 1 0 0,1-1-1 0 0,-1 0 0 0 0,0 1 1 0 0,-1-1-1 0 0,2 9 0 0 0,8 53 1889 0 0,-9-45-1663 0 0,29 397 4020 0 0,-26-328-4251 0 0,-3-31-365 0 0,7 89-137 0 0,-7-136-286 0 0,3 20-6396 0 0</inkml:trace>
</inkml:ink>
</file>

<file path=ppt/ink/ink1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1:39.8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44 1480 0 0,'22'-13'7892'0'0,"17"-12"-934"0"0,-37 24-6743 0 0,5-3-1083 0 0</inkml:trace>
</inkml:ink>
</file>

<file path=ppt/ink/ink1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1:40.5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0 208 0 0,'0'0'1589'0'0,"14"1"-646"0"0,-12 0-1015 0 0</inkml:trace>
</inkml:ink>
</file>

<file path=ppt/ink/ink1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1:44.7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24 181 932 0 0,'-13'-22'7796'0'0,"12"20"-7511"0"0,-1 0 0 0 0,1 0 0 0 0,0 0 0 0 0,0 0 0 0 0,0 0 0 0 0,0 0 0 0 0,1 0 0 0 0,-1 0 0 0 0,0 0 0 0 0,1 0 0 0 0,0-1 0 0 0,-1 1 0 0 0,1 0 0 0 0,0 0 0 0 0,0-1 0 0 0,0 1 0 0 0,0 0 0 0 0,1 0 0 0 0,-1-1 0 0 0,1-1 0 0 0,1 2-147 0 0,-1 0 0 0 0,1 0 0 0 0,0 0 0 0 0,0 0 0 0 0,0 0 0 0 0,0 0 0 0 0,0 1-1 0 0,0-1 1 0 0,0 1 0 0 0,0-1 0 0 0,1 1 0 0 0,-1 0 0 0 0,1 0 0 0 0,-1 0 0 0 0,1 0 0 0 0,4-1 0 0 0,56-13 665 0 0,0 3 1 0 0,87-7 0 0 0,-40 7-588 0 0,66-11-513 0 0,-174 22 333 0 0,6 0-1080 0 0,-1 0-1 0 0,1 1 0 0 0,0-1 0 0 0,11 2 0 0 0</inkml:trace>
</inkml:ink>
</file>

<file path=ppt/ink/ink1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1:45.0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98 4 2072 0 0,'-16'-2'9449'0'0,"15"1"-9317"0"0,0 1 0 0 0,0 0 0 0 0,0 0 0 0 0,1-1 0 0 0,-1 1 0 0 0,0 0 0 0 0,0 0 0 0 0,0 0 0 0 0,0 0 0 0 0,1 0 0 0 0,-1 0-1 0 0,0 0 1 0 0,0 1 0 0 0,0-1 0 0 0,0 0 0 0 0,1 0 0 0 0,-1 1 0 0 0,0-1 0 0 0,0 0 0 0 0,1 1 0 0 0,-1-1 0 0 0,0 1 0 0 0,0-1 0 0 0,1 1 0 0 0,-1-1 0 0 0,0 1 0 0 0,1-1 0 0 0,-1 1 0 0 0,1 0 0 0 0,-1-1 0 0 0,1 1-1 0 0,-1 0 1 0 0,1-1 0 0 0,0 1 0 0 0,-1 0 0 0 0,1 0 0 0 0,-1 1 0 0 0,0 3 221 0 0,0 1-1 0 0,0-1 1 0 0,1 0 0 0 0,-1 1-1 0 0,2 6 1 0 0,-1-6-32 0 0,2 160 3757 0 0,8 81-2122 0 0,-5-80-2985 0 0,-6-166 721 0 0,1 0 1 0 0,0 0 0 0 0,-1 1-1 0 0,1-1 1 0 0,0 0-1 0 0,-1 0 1 0 0,0 1 0 0 0,1-1-1 0 0,-1 0 1 0 0,0 0-1 0 0,1 0 1 0 0,-1 0 0 0 0,0 0-1 0 0,0 0 1 0 0,0 0-1 0 0,0 0 1 0 0,0-1 0 0 0,0 1-1 0 0,0 0 1 0 0,0 0-1 0 0,-1-1 1 0 0,1 1 0 0 0,-1 0-1 0 0,-33 10-8338 0 0,22-9 3097 0 0</inkml:trace>
</inkml:ink>
</file>

<file path=ppt/ink/ink1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1:45.3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69 122 2080 0 0,'-53'-6'11676'0'0,"38"4"-6416"0"0,26 0-828 0 0,47-1-3311 0 0,-14 0-620 0 0,589-75 1169 0 0,-624 77-1594 0 0,104-24 983 0 0,-111 24-1064 0 0,7 0 425 0 0</inkml:trace>
</inkml:ink>
</file>

<file path=ppt/ink/ink1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1:47.4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14 380 0 0,'0'0'1440'0'0,"14"-4"412"0"0,-4-1-480 0 0,0 0-1440 0 0</inkml:trace>
</inkml:ink>
</file>

<file path=ppt/ink/ink1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1:24.3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360 102 1680 0 0,'-14'-16'6178'0'0,"-21"-29"-1"0"0,6 6-440 0 0,28 37-5144 0 0,-4 10-8 0 0,-2 6-61 0 0,-68 400 7129 0 0,2-119-5544 0 0,-37 174-1017 0 0,106-451-2180 0 0,1 1 0 0 0,1-1 1 0 0,1 1-1 0 0,1 31 0 0 0,5-33-1134 0 0,1-9-745 0 0</inkml:trace>
</inkml:ink>
</file>

<file path=ppt/ink/ink1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1:24.8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85 158 772 0 0,'69'-158'16814'0'0,"-64"183"-13745"0"0,-8 31-1262 0 0,-3 1 0 0 0,-20 85 0 0 0,19-108-1512 0 0,-84 377 1628 0 0,66-294-166 0 0,24-115-1227 0 0,4-29 81 0 0,28-164-1704 0 0,85-283 0 0 0,-113 462 1063 0 0,4-10-68 0 0,0 0-1 0 0,2 0 0 0 0,14-26 0 0 0,-23 46 89 0 0,1 1-1 0 0,0-1 1 0 0,0 1 0 0 0,0-1-1 0 0,0 1 1 0 0,0 0-1 0 0,0-1 1 0 0,1 1-1 0 0,-1 0 1 0 0,0 0 0 0 0,1 0-1 0 0,-1 0 1 0 0,1 0-1 0 0,-1 0 1 0 0,1 0-1 0 0,-1 1 1 0 0,1-1 0 0 0,-1 0-1 0 0,1 1 1 0 0,0-1-1 0 0,3 0 1 0 0,-3 2 8 0 0,0-1 0 0 0,0 0 1 0 0,0 1-1 0 0,1-1 0 0 0,-1 1 0 0 0,0 0 0 0 0,0 0 1 0 0,0-1-1 0 0,0 1 0 0 0,0 1 0 0 0,0-1 0 0 0,0 0 1 0 0,-1 0-1 0 0,4 3 0 0 0,2 3 12 0 0,-1 0 0 0 0,0 0 0 0 0,0 1-1 0 0,0-1 1 0 0,-1 1 0 0 0,7 15 0 0 0,4 14 74 0 0,-2 1 0 0 0,15 61 0 0 0,7 83-127 0 0,-19-94-99 0 0,-12-63-773 0 0,10 71-2658 0 0,-14-86 1141 0 0,-1 0 0 0 0,0 0 0 0 0,0 1 0 0 0,-3 9 0 0 0</inkml:trace>
</inkml:ink>
</file>

<file path=ppt/ink/ink1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1:25.0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107 202 1116 0 0,'-14'-7'3127'0'0,"1"-2"-1"0"0,1 1 1 0 0,-1-2 0 0 0,2 1-1 0 0,-1-2 1 0 0,-16-19 0 0 0,28 30-3060 0 0,-1-1-1 0 0,1 1 1 0 0,0-1 0 0 0,-1 1-1 0 0,1-1 1 0 0,0 0 0 0 0,-1 1 0 0 0,1-1-1 0 0,0 0 1 0 0,0 1 0 0 0,0-1 0 0 0,0 0-1 0 0,0 1 1 0 0,0-1 0 0 0,0 0 0 0 0,0 0-1 0 0,0 1 1 0 0,0-1 0 0 0,0 0 0 0 0,0 1-1 0 0,0-1 1 0 0,1 0 0 0 0,-1 1 0 0 0,0-1-1 0 0,1 1 1 0 0,-1-1 0 0 0,0 0 0 0 0,1 1-1 0 0,-1-1 1 0 0,0 1 0 0 0,1-1-1 0 0,0 0 1 0 0,19-13 622 0 0,4 6-1101 0 0,-1 1-1 0 0,1 1 0 0 0,0 1 0 0 0,47-3 0 0 0,-59 7 8 0 0,16-2-665 0 0,77-10-4007 0 0,-35-4-2458 0 0,-31 2 196 0 0</inkml:trace>
</inkml:ink>
</file>

<file path=ppt/ink/ink1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1:25.2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84 75 1100 0 0,'5'-75'21759'0'0,"-35"220"-16177"0"0,6 79-3829 0 0,19-155-1306 0 0,-1-5-736 0 0,-15 215-991 0 0,18-186-4307 0 0,4-1-5315 0 0,0-68 723 0 0</inkml:trace>
</inkml:ink>
</file>

<file path=ppt/ink/ink1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1:50.4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 77 1124 0 0,'0'0'1348'0'0,"-17"-2"2045"0"0,32-6-3097 0 0,2 4-20 0 0,16 1-100 0 0,9-2 8 0 0,21-4-128 0 0,10 4-224 0 0,21-7-248 0 0,10 2-409 0 0,8 2-895 0 0,10-3 400 0 0</inkml:trace>
</inkml:ink>
</file>

<file path=ppt/ink/ink1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1:51.1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 1764 0 0,'0'0'10002'0'0,"10"-3"-11044"0"0</inkml:trace>
</inkml:ink>
</file>

<file path=ppt/ink/ink1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1:41.9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 1 1276 0 0,'-28'1'10056'0'0,"36"3"-9952"0"0,31-4 202 0 0,-13 2-297 0 0,25-3-1779 0 0,-13-1-3392 0 0</inkml:trace>
</inkml:ink>
</file>

<file path=ppt/ink/ink1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1:44.1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94 0 1024 0 0,'-51'22'7579'0'0,"8"2"5986"0"0,61-22-13192 0 0,104-1-347 0 0,183-5 46 0 0,-269 3-48 0 0,-33 1-12 0 0,1 0-6 0 0,9-1 1 0 0,-10 1 10 0 0,0 0-42 0 0,39 0 24 0 0,-39 0-1 0 0,-1-1-65 0 0,4 1 1445 0 0</inkml:trace>
</inkml:ink>
</file>

<file path=ppt/ink/ink1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1:52.2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 1 1184 0 0,'-26'24'20083'0'0,"33"-17"-19967"0"0,9-3-59 0 0,-1-2-1 0 0,1 1 1 0 0,-1-2-1 0 0,23 0 1 0 0,69-7 26 0 0,-61 2-70 0 0,155-13 1495 0 0,-197 17-1441 0 0,13-2-317 0 0,-6 1-211 0 0,-9 1-219 0 0,16 1-4064 0 0,33 1-4610 0 0,-25-4 3910 0 0</inkml:trace>
</inkml:ink>
</file>

<file path=ppt/ink/ink1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1:52.6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 1704 0 0,'0'0'1392'0'0,"16"0"1517"0"0,4-2-801 0 0,-3 2-1680 0 0</inkml:trace>
</inkml:ink>
</file>

<file path=ppt/ink/ink1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1:45.6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 67 1612 0 0,'-39'-30'16478'0'0,"27"15"-13380"0"0,11 4-1351 0 0,4 10-1680 0 0,0-1-1 0 0,0 1 1 0 0,0 0 0 0 0,0 0 0 0 0,0 0 0 0 0,0 0-1 0 0,0 0 1 0 0,0 1 0 0 0,0-1 0 0 0,4 1 0 0 0,41-1 118 0 0,-32 1-111 0 0,32 0-115 0 0,53 0-2123 0 0,-37 5-3054 0 0,-61-4 4062 0 0,0-1-1 0 0,0 1 1 0 0,1 0 0 0 0,-1 0-1 0 0,0 0 1 0 0,0 0 0 0 0,4 3-1 0 0</inkml:trace>
</inkml:ink>
</file>

<file path=ppt/ink/ink1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1:45.9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102 81 2240 0 0,'-19'7'4640'0'0,"-1"-1"-1"0"0,-25 3 1 0 0,43-9-4002 0 0,-1 1-103 0 0,-7 1-99 0 0,8-1 572 0 0,10 6-456 0 0,-3-5-487 0 0,1-1 0 0 0,0 1 0 0 0,0-1 0 0 0,0-1-1 0 0,0 1 1 0 0,0-1 0 0 0,0 0 0 0 0,10-1 0 0 0,8 0 44 0 0,308-24 325 0 0,-295 20-469 0 0,166-22-1128 0 0,-70-3-2627 0 0,-84 13 517 0 0,-19 3-2508 0 0</inkml:trace>
</inkml:ink>
</file>

<file path=ppt/ink/ink1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1:48.5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450 69 2048 0 0,'1'-2'387'0'0,"0"0"1"0"0,0 0-1 0 0,0 0 0 0 0,-1 0 0 0 0,1 0 1 0 0,0-1-1 0 0,-1 1 0 0 0,1 0 0 0 0,-1 0 0 0 0,0-1 1 0 0,0 1-1 0 0,0 0 0 0 0,0-1 0 0 0,0 1 1 0 0,-1 0-1 0 0,1 0 0 0 0,-1-1 0 0 0,1 1 1 0 0,-1 0-1 0 0,-1-3 0 0 0,1 4-324 0 0,0-1-1 0 0,-1 1 1 0 0,1-1 0 0 0,-1 1 0 0 0,0-1 0 0 0,1 1-1 0 0,-1 0 1 0 0,0 0 0 0 0,0-1 0 0 0,0 1-1 0 0,1 1 1 0 0,-1-1 0 0 0,0 0 0 0 0,-1 0-1 0 0,1 1 1 0 0,0-1 0 0 0,0 1 0 0 0,0 0-1 0 0,0-1 1 0 0,0 1 0 0 0,0 0 0 0 0,0 0-1 0 0,-1 1 1 0 0,1-1 0 0 0,-3 1 0 0 0,-14 2 36 0 0,-1 2 1 0 0,1 0 0 0 0,0 0 0 0 0,0 2-1 0 0,0 1 1 0 0,1 0 0 0 0,0 1-1 0 0,1 1 1 0 0,-19 14 0 0 0,14-9 6 0 0,2 2 0 0 0,0 0 0 0 0,1 1 0 0 0,0 0 0 0 0,2 2 0 0 0,-27 38 0 0 0,39-50-74 0 0,1-1 0 0 0,-1 1 1 0 0,2 0-1 0 0,-1 1 1 0 0,1-1-1 0 0,1 0 1 0 0,-1 1-1 0 0,1 0 1 0 0,1 0-1 0 0,-2 13 1 0 0,3-18 20 0 0,1 0 0 0 0,-1 0 0 0 0,0-1 0 0 0,1 1 0 0 0,0 0 0 0 0,0 0 0 0 0,0 0 0 0 0,0-1 0 0 0,0 1 0 0 0,1 0 0 0 0,0-1 0 0 0,0 1 0 0 0,0-1 0 0 0,0 0 0 0 0,0 0 0 0 0,1 0 0 0 0,-1 0 0 0 0,1 0 0 0 0,0 0 0 0 0,0-1 0 0 0,0 1 0 0 0,0-1 0 0 0,0 0 0 0 0,1 0 0 0 0,-1 0 0 0 0,5 2 0 0 0,2-1 18 0 0,0 1-1 0 0,1-1 1 0 0,-1-1 0 0 0,1 0 0 0 0,0-1-1 0 0,-1 0 1 0 0,1 0 0 0 0,0-1 0 0 0,0-1 0 0 0,0 0-1 0 0,-1 0 1 0 0,1-1 0 0 0,-1 0 0 0 0,1-1 0 0 0,13-5-1 0 0,-12 3-29 0 0,0 0 0 0 0,-1 0 0 0 0,1-1 0 0 0,-1 0 0 0 0,0-1-1 0 0,-1-1 1 0 0,0 1 0 0 0,0-2 0 0 0,0 1 0 0 0,-1-2 0 0 0,-1 1-1 0 0,13-17 1 0 0,-10 5 14 0 0,-1-1 0 0 0,0 1-1 0 0,-2-1 1 0 0,0-1 0 0 0,6-32 0 0 0,7-23 1006 0 0,-21 77-1054 0 0,5-10 167 0 0,0 23-71 0 0,10 81 900 0 0,-13-68-864 0 0,2-1-1 0 0,0 1 1 0 0,2 0-1 0 0,1-1 1 0 0,0 0 0 0 0,12 23-1 0 0,-16-41-114 0 0,1-1 0 0 0,0 0 0 0 0,0 1-1 0 0,0-2 1 0 0,0 1 0 0 0,1 0 0 0 0,-1-1 0 0 0,1 0-1 0 0,0 0 1 0 0,1 0 0 0 0,-1-1 0 0 0,1 1 0 0 0,-1-1-1 0 0,1-1 1 0 0,0 1 0 0 0,0-1 0 0 0,0 0 0 0 0,1-1-1 0 0,-1 1 1 0 0,0-1 0 0 0,1 0 0 0 0,11 0 0 0 0,-10-2-375 0 0,-1 0 1 0 0,1 0 0 0 0,0 0 0 0 0,0-1 0 0 0,-1 0 0 0 0,1 0-1 0 0,-1-1 1 0 0,0 0 0 0 0,0-1 0 0 0,9-5 0 0 0,-6 3-2233 0 0,-1-1-1 0 0,0 0 1 0 0,11-11 0 0 0</inkml:trace>
</inkml:ink>
</file>

<file path=ppt/ink/ink1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1:49.9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381 701 1576 0 0,'15'-26'8196'0'0,"-15"24"-8070"0"0,1 0 0 0 0,-1 0 0 0 0,0 0 0 0 0,0 0 0 0 0,0 0 0 0 0,0 1 0 0 0,-1-1 0 0 0,1 0 0 0 0,0 0 0 0 0,-1 0 0 0 0,1 0 0 0 0,-1 1 0 0 0,0-1 0 0 0,0 0 0 0 0,1 0 0 0 0,-3-2 0 0 0,0 2-74 0 0,1-1 1 0 0,-1 1-1 0 0,0-1 0 0 0,0 1 1 0 0,0 0-1 0 0,0 0 0 0 0,0 0 1 0 0,-6-2-1 0 0,-8-3 9 0 0,1 1-1 0 0,-1 1 1 0 0,0 1-1 0 0,0 0 1 0 0,-28-2-1 0 0,6 4 36 0 0,-55 3 1 0 0,88-1-91 0 0,0 1 1 0 0,0 0 0 0 0,0 0 0 0 0,1 0 0 0 0,-1 1-1 0 0,0 0 1 0 0,1 0 0 0 0,-1 0 0 0 0,-6 4 0 0 0,10-4-3 0 0,0-1 1 0 0,0 1 0 0 0,0-1-1 0 0,0 1 1 0 0,0 0 0 0 0,0 0 0 0 0,0 0-1 0 0,1 0 1 0 0,-1 0 0 0 0,1 0 0 0 0,-1 0-1 0 0,1 0 1 0 0,0 1 0 0 0,0-1-1 0 0,0 0 1 0 0,0 1 0 0 0,0-1 0 0 0,0 1-1 0 0,1-1 1 0 0,-1 1 0 0 0,1 0-1 0 0,0 2 1 0 0,0-3-17 0 0,0-1 1 0 0,0 0-1 0 0,1 1 0 0 0,-1-1 0 0 0,0 1 1 0 0,1-1-1 0 0,-1 0 0 0 0,1 1 0 0 0,-1-1 1 0 0,1 0-1 0 0,0 0 0 0 0,-1 1 0 0 0,1-1 0 0 0,0 0 1 0 0,0 0-1 0 0,0 0 0 0 0,0 0 0 0 0,0 0 1 0 0,0 0-1 0 0,0 0 0 0 0,1-1 0 0 0,0 2 1 0 0,26 9-516 0 0,-26-10 442 0 0,14-1-58 0 0,-11-2 127 0 0,1 1-1 0 0,-1-1 1 0 0,0 0-1 0 0,0-1 1 0 0,0 1-1 0 0,0-1 1 0 0,7-6-1 0 0,1-2 45 0 0,-12 10 40 0 0,17-20 801 0 0,-25 29-850 0 0,0 1 0 0 0,1-1 0 0 0,0 1 0 0 0,0 0 0 0 0,1 1 0 0 0,0-1 0 0 0,1 1 0 0 0,-4 14 0 0 0,6-19-3 0 0,0 1 0 0 0,0-1 1 0 0,1 1-1 0 0,0 0 0 0 0,0-1 0 0 0,1 1 0 0 0,0 0 0 0 0,-1 0 0 0 0,2-1 1 0 0,-1 1-1 0 0,1 0 0 0 0,0 0 0 0 0,0-1 0 0 0,0 1 0 0 0,1-1 0 0 0,0 1 0 0 0,3 6 1 0 0,-3-10 31 0 0,0 1 0 0 0,0-1 0 0 0,0 1 1 0 0,0-1-1 0 0,0 0 0 0 0,1 0 1 0 0,-1 0-1 0 0,1 0 0 0 0,-1 0 1 0 0,1 0-1 0 0,0-1 0 0 0,0 0 1 0 0,0 1-1 0 0,-1-1 0 0 0,6 1 0 0 0,-3-1 0 0 0,1 0 0 0 0,0 0 0 0 0,0 0 0 0 0,0-1 0 0 0,-1 0 0 0 0,1-1 0 0 0,11-1 0 0 0,-6 0-15 0 0,1-1 0 0 0,-1 0 0 0 0,0-1 0 0 0,0-1 1 0 0,0 1-1 0 0,-1-2 0 0 0,19-12 0 0 0,-12 5-33 0 0,-2-2-1 0 0,1 0 1 0 0,-2 0 0 0 0,0-2-1 0 0,-1 0 1 0 0,-1 0 0 0 0,0-1-1 0 0,-1 0 1 0 0,-1-1 0 0 0,7-21-1 0 0,0-3-3 0 0,-2-1 0 0 0,-3 0-1 0 0,13-74 1 0 0,-16 37 806 0 0,-4-145 1 0 0,-5 158-649 0 0,0 67-111 0 0,0 3-26 0 0,43 509 3974 0 0,9-241-3517 0 0,-51-267-607 0 0,-1 1-1 0 0,2-1 1 0 0,-1 1 0 0 0,0 0-1 0 0,1-1 1 0 0,-1 0 0 0 0,1 1-1 0 0,0-1 1 0 0,0 0-1 0 0,0 0 1 0 0,1 0 0 0 0,-1 0-1 0 0,1 0 1 0 0,5 4-1 0 0,-6-6-330 0 0,1 0 0 0 0,0 0 0 0 0,-1 0 0 0 0,1 0 0 0 0,0 0 0 0 0,0-1-1 0 0,0 1 1 0 0,0-1 0 0 0,0 0 0 0 0,-1 0 0 0 0,1 0 0 0 0,0 0 0 0 0,0 0-1 0 0,0-1 1 0 0,0 1 0 0 0,0-1 0 0 0,-1 0 0 0 0,1 1 0 0 0,0-1 0 0 0,3-2 0 0 0,17-8-6456 0 0</inkml:trace>
</inkml:ink>
</file>

<file path=ppt/ink/ink1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1:53.5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196 74 764 0 0,'14'-74'11546'0'0,"-9"109"-6137"0"0,6 64-3217 0 0,11 120 417 0 0,-6-74-1259 0 0,6 201 2024 0 0,-19-200 1908 0 0,-4-141-5074 0 0,-3 6-175 0 0,-6-3-33 0 0,-8-7 0 0 0,3-3-886 0 0,-1-1-1 0 0,1-1 1 0 0,0 0 0 0 0,0-1-1 0 0,0 0 1 0 0,1-1-1 0 0,0-1 1 0 0,0 0 0 0 0,0-1-1 0 0,1-1 1 0 0,0 0 0 0 0,1-1-1 0 0,-18-16 1 0 0,25 19-1439 0 0,-1 0 0 0 0,1-1 1 0 0,-7-11-1 0 0,0-6-6330 0 0</inkml:trace>
</inkml:ink>
</file>

<file path=ppt/ink/ink1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1:53.7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0 292 2104 0 0,'16'-59'4845'0'0,"10"-71"0"0"0,-15 66-2893 0 0,-10 60-1921 0 0,-1 0 0 0 0,1 0 1 0 0,0 1-1 0 0,1-1 0 0 0,-1 0 1 0 0,1 1-1 0 0,-1-1 0 0 0,4-3 0 0 0,-1 5-1897 0 0,-3 2 1852 0 0,2 1-731 0 0,1-1 0 0 0,-1 1-1 0 0,1-1 1 0 0,0 1 0 0 0,-1 0-1 0 0,5 2 1 0 0,5 4-3781 0 0</inkml:trace>
</inkml:ink>
</file>

<file path=ppt/ink/ink1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1:54.2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65 236 1324 0 0,'1'2'2399'0'0,"4"12"-558"0"0,-1 1-1 0 0,-1-1 1 0 0,-1 1 0 0 0,1 0 0 0 0,-1 15-1 0 0,-4 81 1098 0 0,1-74-2079 0 0,-25 189 1656 0 0,18-177-1488 0 0,7-46-715 0 0,1 0 0 0 0,-1 0 0 0 0,0 0 0 0 0,1 0 1 0 0,-1 0-1 0 0,-1-1 0 0 0,1 1 0 0 0,-2 2 0 0 0,3-4-284 0 0,0-1-1 0 0,0 0 1 0 0,0 0 0 0 0,-1 0-1 0 0,1 1 1 0 0,0-1 0 0 0,0 0-1 0 0,0 0 1 0 0,-1 0-1 0 0,1 1 1 0 0,0-1 0 0 0,0 0-1 0 0,-1 0 1 0 0,1 0 0 0 0,0 0-1 0 0,0 0 1 0 0,-1 0-1 0 0,1 0 1 0 0,0 1 0 0 0,0-1-1 0 0,-1 0 1 0 0,1 0 0 0 0,0 0-1 0 0,-1 0 1 0 0,1 0 0 0 0,0 0-1 0 0,0 0 1 0 0,-1-1-1 0 0,1 1 1 0 0,-1 0 0 0 0,-8-12 296 0 0,5 1-256 0 0,0 0-1 0 0,1 0 0 0 0,0 0 0 0 0,1-1 0 0 0,0 1 0 0 0,1-1 0 0 0,0-21 1 0 0,10-83 99 0 0,-7 98-109 0 0,7-43 14 0 0,2-1 0 0 0,23-74-1 0 0,-23 103-98 0 0,2 0 0 0 0,0 0-1 0 0,3 1 1 0 0,0 1-1 0 0,31-43 1 0 0,-21 45-70 0 0,-25 28 90 0 0,1 0-1 0 0,-1 0 1 0 0,1-1 0 0 0,0 1 0 0 0,-1 0 0 0 0,1 0-1 0 0,0 0 1 0 0,0 1 0 0 0,0-1 0 0 0,0 0 0 0 0,0 1-1 0 0,0-1 1 0 0,0 1 0 0 0,0 0 0 0 0,0 0-1 0 0,0 0 1 0 0,0 0 0 0 0,3 0 0 0 0,0 1 2 0 0,1 1-1 0 0,-1 0 1 0 0,0 0 0 0 0,1 1 0 0 0,-1 0 0 0 0,0 0-1 0 0,0 0 1 0 0,-1 0 0 0 0,1 1 0 0 0,-1-1 0 0 0,0 1-1 0 0,0 0 1 0 0,0 1 0 0 0,0-1 0 0 0,-1 1 0 0 0,1-1-1 0 0,-1 1 1 0 0,3 8 0 0 0,4 8-14 0 0,0 1 1 0 0,-2 1-1 0 0,-1-1 0 0 0,-1 1 0 0 0,0 1 0 0 0,-2-1 1 0 0,2 30-1 0 0,-4 168-50 0 0,-2-219 71 0 0,0 32-293 0 0,-3 43-1776 0 0,2-69 1209 0 0,0 1-1 0 0,-1 0 1 0 0,0-1-1 0 0,0 1 1 0 0,-1-1-1 0 0,-3 10 1 0 0,4-16 60 0 0,1 0 1 0 0,0 0-1 0 0,-1 0 0 0 0,1 0 0 0 0,-1 0 1 0 0,-8 8-2394 0 0</inkml:trace>
</inkml:ink>
</file>

<file path=ppt/ink/ink1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1:54.3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105 243 2300 0 0,'-18'-16'3456'0'0,"1"-1"-1"0"0,0-1 1 0 0,2 0-1 0 0,-19-27 1 0 0,34 44-3382 0 0,-1 1 1 0 0,1-1-1 0 0,-1 0 0 0 0,1 0 1 0 0,0 0-1 0 0,-1 0 1 0 0,1 0-1 0 0,0 0 0 0 0,0 0 1 0 0,-1 0-1 0 0,1 0 1 0 0,0 0-1 0 0,0 0 1 0 0,0 0-1 0 0,0 0 0 0 0,0 0 1 0 0,0 0-1 0 0,1 0 1 0 0,-1 0-1 0 0,0 0 0 0 0,0 0 1 0 0,1 0-1 0 0,0-1 1 0 0,0 1-15 0 0,0-1 1 0 0,0 0-1 0 0,1 1 1 0 0,-1-1 0 0 0,1 1-1 0 0,-1 0 1 0 0,1-1-1 0 0,-1 1 1 0 0,1 0 0 0 0,3-2-1 0 0,4-1 23 0 0,0 0 0 0 0,0 1 0 0 0,16-4-1 0 0,191-25-1823 0 0,-117 21-1975 0 0,0-6-3864 0 0,-60 8 660 0 0</inkml:trace>
</inkml:ink>
</file>

<file path=ppt/ink/ink1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1:54.6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504 90 1088 0 0,'6'-26'3663'0'0,"-5"22"-3108"0"0,0 0-1 0 0,-1 0 1 0 0,1 0 0 0 0,0 0 0 0 0,1 0-1 0 0,-1 0 1 0 0,1 0 0 0 0,0 0-1 0 0,0 0 1 0 0,0 1 0 0 0,0-1 0 0 0,1 1-1 0 0,-1 0 1 0 0,5-5 0 0 0,-5 8-438 0 0,-1-1 0 0 0,0 1 0 0 0,0-1 0 0 0,1 1 0 0 0,-1 0 0 0 0,0-1 0 0 0,1 1 0 0 0,-1 0 1 0 0,0 0-1 0 0,1 0 0 0 0,-1 0 0 0 0,0 0 0 0 0,0 1 0 0 0,1-1 0 0 0,-1 0 0 0 0,2 1 0 0 0,1 0 206 0 0,4 1-7 0 0,0 0-1 0 0,-1 0 0 0 0,1 1 0 0 0,-1 0 0 0 0,1 0 0 0 0,-1 1 0 0 0,0 0 0 0 0,-1 0 1 0 0,9 7-1 0 0,5 6 513 0 0,25 25 0 0 0,-22-18-505 0 0,-2 1 0 0 0,0 0 0 0 0,-2 2 0 0 0,-1 1 1 0 0,-1 0-1 0 0,-1 1 0 0 0,-2 0 0 0 0,-1 2 0 0 0,-1-1 1 0 0,9 43-1 0 0,-11-29-224 0 0,-2 0 0 0 0,-2 1 0 0 0,-2-1 0 0 0,-2 1 0 0 0,-2 0 0 0 0,-2 0 0 0 0,-8 46 0 0 0,-3-9-7 0 0,-4-1 0 0 0,-3 0-1 0 0,-4-1 1 0 0,-3-2 0 0 0,-4 0 0 0 0,-57 103-1 0 0,58-131-543 0 0,-2-1 0 0 0,-2-1 0 0 0,-78 83 0 0 0,78-98-549 0 0,-1-2-1 0 0,-1-1 0 0 0,-2-2 1 0 0,-1-1-1 0 0,-60 31 0 0 0,68-44-1597 0 0,-1-1 0 0 0,-53 16 0 0 0,16-13-4564 0 0</inkml:trace>
</inkml:ink>
</file>

<file path=ppt/ink/ink1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1:55.0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391 30 224 0 0,'-2'-3'533'0'0,"-1"1"0"0"0,1-1 0 0 0,-1 1 0 0 0,1-1 0 0 0,-1 1 0 0 0,0 0 0 0 0,0 0 0 0 0,0 0 0 0 0,0 0 0 0 0,0 1 0 0 0,0-1 0 0 0,-6-1 0 0 0,7 3-375 0 0,-1-1-1 0 0,0 1 0 0 0,0 0 0 0 0,0 0 0 0 0,0 0 1 0 0,1 1-1 0 0,-1-1 0 0 0,0 1 0 0 0,0-1 0 0 0,1 1 1 0 0,-1 0-1 0 0,0 0 0 0 0,1 0 0 0 0,-1 0 0 0 0,0 1 1 0 0,1-1-1 0 0,-4 4 0 0 0,-6 4 228 0 0,0 1 0 0 0,0 1 0 0 0,1 0 0 0 0,1 1 0 0 0,0 0 0 0 0,0 0 0 0 0,1 1 0 0 0,-12 23 1 0 0,-3 14 620 0 0,-20 55-1 0 0,42-100-932 0 0,-24 65 397 0 0,3 1-1 0 0,3 1 1 0 0,4 1 0 0 0,2 0 0 0 0,4 1 0 0 0,3 0-1 0 0,3 1 1 0 0,7 81 0 0 0,2-106-374 0 0,1 0 1 0 0,3-1-1 0 0,2 0 1 0 0,3 0-1 0 0,26 65 1 0 0,-23-77-46 0 0,0-1 0 0 0,3-2 1 0 0,1 0-1 0 0,1 0 1 0 0,2-2-1 0 0,1-1 0 0 0,42 40 1 0 0,-36-44-257 0 0,2-1 1 0 0,0-1 0 0 0,2-2-1 0 0,1-1 1 0 0,0-2 0 0 0,56 22-1 0 0,-19-14-1461 0 0,2-4-1 0 0,110 21 0 0 0,-57-24-3087 0 0,2-9-2408 0 0</inkml:trace>
</inkml:ink>
</file>

<file path=ppt/ink/ink1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1:55.6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89 216 1408 0 0,'4'-17'5208'0'0,"0"-10"1373"0"0,-4 55-4653 0 0,-3 79 1123 0 0,-69 259-494 0 0,68-350-2493 0 0,-13 56 2572 0 0,16-71-2193 0 0,3-39 47 0 0,1 0 1 0 0,10-48-1 0 0,23-74-614 0 0,-25 118 192 0 0,4-19-170 0 0,2 0 0 0 0,3 1 0 0 0,54-109 0 0 0,-72 165 79 0 0,1 0 0 0 0,0 0 0 0 0,0 0 0 0 0,1 0 0 0 0,-1 0 0 0 0,1 1 0 0 0,0-1 0 0 0,0 1 0 0 0,0 0 0 0 0,0 1 1 0 0,10-6-1 0 0,-12 8 23 0 0,0 0 1 0 0,0 0 0 0 0,0 0 0 0 0,0 0-1 0 0,-1 1 1 0 0,1-1 0 0 0,0 1 0 0 0,0-1 0 0 0,0 1-1 0 0,0-1 1 0 0,-1 1 0 0 0,1 0 0 0 0,0 0-1 0 0,0 0 1 0 0,-1 0 0 0 0,1 0 0 0 0,-1 0-1 0 0,2 3 1 0 0,3 1 7 0 0,0 1 0 0 0,-1 1 0 0 0,0-1 0 0 0,0 1 0 0 0,-1 0-1 0 0,0 0 1 0 0,0 0 0 0 0,-1 1 0 0 0,0-1 0 0 0,4 13 0 0 0,1 11 43 0 0,6 42 0 0 0,-10-49 16 0 0,8 66 310 0 0,0 130 0 0 0,-6-67-135 0 0,5-20-1 0 0,-4-79-3586 0 0</inkml:trace>
</inkml:ink>
</file>

<file path=ppt/ink/ink1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1:55.8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74 140 2968 0 0,'-22'-16'4369'0'0,"-11"-11"2438"0"0,31 25-6362 0 0,1 0 0 0 0,-1 0-1 0 0,0 0 1 0 0,1 0 0 0 0,-1 0 0 0 0,1-1 0 0 0,-1 1-1 0 0,1 0 1 0 0,0-1 0 0 0,0 1 0 0 0,0-1 0 0 0,0-3-1 0 0,1 5-384 0 0,0 0 0 0 0,0 0 0 0 0,0 0 0 0 0,0 1 0 0 0,0-1 0 0 0,1 0 0 0 0,-1 0 0 0 0,0 0 0 0 0,0 1 0 0 0,1-1 0 0 0,-1 0 0 0 0,1 0 0 0 0,-1 1 0 0 0,1-1 0 0 0,-1 0 0 0 0,1 0 0 0 0,-1 1 0 0 0,1-1 0 0 0,0 1 0 0 0,-1-1 0 0 0,1 1 0 0 0,0-1 0 0 0,-1 1 0 0 0,1-1 0 0 0,1 0 0 0 0,21-9 397 0 0,-20 9-371 0 0,21-7 91 0 0,0 2 0 0 0,0 0 0 0 0,0 1 0 0 0,32-1 1 0 0,100 3-1212 0 0,-22 13-2767 0 0,-47 3-4713 0 0,-64-7 1352 0 0</inkml:trace>
</inkml:ink>
</file>

<file path=ppt/ink/ink1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1:56.5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147 155 2176 0 0,'-3'0'1903'0'0,"-113"1"11948"0"0,113-1-13363 0 0,-22 3 8962 0 0,422-67-6150 0 0,8 24-2608 0 0,950-14 198 0 0,3 75-921 0 0,-1172-17 40 0 0,2081 107 30 0 0,-2167-104-39 0 0,811 33 0 0 0,-892-40 7 0 0,6 0-56 0 0,-1-1 0 0 0,41-6-1 0 0,-51 0-2285 0 0,-81-7-10954 0 0,37 12 7372 0 0,-6-1-2764 0 0</inkml:trace>
</inkml:ink>
</file>

<file path=ppt/ink/ink1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1:57.2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85 140 1864 0 0,'2'-16'3030'0'0,"0"1"0"0"0,-1-1-1 0 0,-2-28 1 0 0,0-4 3218 0 0,2 72-5634 0 0,-2 130 1922 0 0,-67 360 917 0 0,60-459-3272 0 0,-4 31-164 0 0,12-83-905 0 0,14-43-14729 0 0</inkml:trace>
</inkml:ink>
</file>

<file path=ppt/ink/ink1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1:57.7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1 120 2856 0 0,'52'-76'9504'0'0,"-40"80"-8096"0"0,-10-3-1277 0 0,-1 1 1 0 0,0-1-1 0 0,1 1 1 0 0,-1-1 0 0 0,0 1-1 0 0,0-1 1 0 0,0 1-1 0 0,0 0 1 0 0,0 0-1 0 0,-1 0 1 0 0,1-1-1 0 0,0 1 1 0 0,0 4-1 0 0,4 29 1030 0 0,-3-18-662 0 0,6 58 732 0 0,-3 1 1 0 0,-7 121-1 0 0,1-162-1043 0 0,-4 109 1541 0 0,3-134-945 0 0,-4-11-201 0 0,-5-15-280 0 0,5-10-279 0 0,0 0 0 0 0,2 0 0 0 0,0-1 0 0 0,2 1 0 0 0,1-1-1 0 0,1 1 1 0 0,5-30 0 0 0,1 6-17 0 0,3 1 0 0 0,27-89 0 0 0,-27 111-33 0 0,15-30 0 0 0,-20 48 6 0 0,0 1-1 0 0,1 0 0 0 0,0 0 0 0 0,1 0 0 0 0,-1 1 0 0 0,2-1 0 0 0,9-8 0 0 0,-14 14 15 0 0,0 1 1 0 0,-1 0-1 0 0,1-1 0 0 0,0 1 0 0 0,0 0 1 0 0,0 0-1 0 0,0 0 0 0 0,0 0 1 0 0,0 1-1 0 0,0-1 0 0 0,0 0 1 0 0,1 1-1 0 0,-1 0 0 0 0,0-1 1 0 0,0 1-1 0 0,0 0 0 0 0,1 0 1 0 0,-1 0-1 0 0,3 1 0 0 0,-2 0 2 0 0,1 0 0 0 0,0 0 1 0 0,-1 1-1 0 0,0-1 0 0 0,1 1 0 0 0,-1 0 0 0 0,0 0 0 0 0,0 0 0 0 0,0 1 0 0 0,4 3 1 0 0,3 4-5 0 0,-1 0 0 0 0,-1 1 1 0 0,0 0-1 0 0,0 0 1 0 0,7 15-1 0 0,4 13-10 0 0,-2 0 0 0 0,-2 1 1 0 0,12 47-1 0 0,18 128 207 0 0,-42-198-460 0 0,-1-11-324 0 0,-1 1 0 0 0,0-1-1 0 0,0 0 1 0 0,-1 1 0 0 0,0-1-1 0 0,0 1 1 0 0,0-1 0 0 0,-2 8-1 0 0,-4-3-2955 0 0</inkml:trace>
</inkml:ink>
</file>

<file path=ppt/ink/ink1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1:57.9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90 160 2784 0 0,'-27'-21'4935'0'0,"19"15"-2977"0"0,0 1 0 0 0,1-1 0 0 0,0-1 0 0 0,1 1 0 0 0,-12-14-1 0 0,15 15-1106 0 0,2 5-830 0 0,1 0 1 0 0,0 0 0 0 0,-1 0-1 0 0,1 0 1 0 0,0-1 0 0 0,-1 1-1 0 0,1 0 1 0 0,0 0 0 0 0,0 0-1 0 0,-1-1 1 0 0,1 1 0 0 0,0 0 0 0 0,0-1-1 0 0,0 1 1 0 0,-1 0 0 0 0,1-1-1 0 0,0 1 1 0 0,0 0 0 0 0,0 0-1 0 0,0-1 1 0 0,0 1 0 0 0,-1-1 0 0 0,1 1-1 0 0,0 0 1 0 0,0-1 0 0 0,0 1-1 0 0,0 0 1 0 0,0-1 0 0 0,0 1-1 0 0,0 0 1 0 0,0-1 0 0 0,0 1 0 0 0,1 0-1 0 0,-1-1 1 0 0,0 1 0 0 0,0 0-1 0 0,0-1 1 0 0,0 1 0 0 0,0 0-1 0 0,1-1 1 0 0,-1 1 0 0 0,0 0-1 0 0,0-1 1 0 0,0 1 0 0 0,1 0 0 0 0,-1 0-1 0 0,0-1 1 0 0,1 1 0 0 0,-1 0-1 0 0,0 0 1 0 0,0 0 0 0 0,1-1-1 0 0,-1 1 1 0 0,0 0 0 0 0,1 0 0 0 0,-1 0-1 0 0,0 0 1 0 0,1 0 0 0 0,-1 0-1 0 0,1-1 1 0 0,23-7 113 0 0,0 0 0 0 0,1 2 0 0 0,32-5 0 0 0,83-6-2666 0 0,-112 15 1316 0 0,4-1-342 0 0,41-5-5738 0 0,-38 3 117 0 0</inkml:trace>
</inkml:ink>
</file>

<file path=ppt/ink/ink1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1:58.1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0 112 2996 0 0,'48'-112'17351'0'0,"-42"120"-16220"0"0,-5-7-1084 0 0,0 0 1 0 0,-1 0-1 0 0,1-1 1 0 0,0 1-1 0 0,-1 0 1 0 0,1 0-1 0 0,-1 0 1 0 0,1 0-1 0 0,-1-1 1 0 0,0 1-1 0 0,1 0 1 0 0,-1 0-1 0 0,0 0 1 0 0,1 2-1 0 0,5 56 538 0 0,-2 1 1 0 0,-2 0-1 0 0,-8 72 0 0 0,1-33-397 0 0,3 170-2451 0 0,8-180-1708 0 0,4-1-3514 0 0,-4-41-1111 0 0</inkml:trace>
</inkml:ink>
</file>

<file path=ppt/ink/ink1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2:19.1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245 354 448 0 0,'5'-8'9496'0'0,"-11"16"-6517"0"0,-26 55-1492 0 0,-91 305 2156 0 0,59-172-2766 0 0,44-136 1436 0 0,19-59-1848 0 0,1-1-449 0 0,-1-1-1 0 0,1 1 1 0 0,0-1-1 0 0,-1 0 1 0 0,1 1 0 0 0,0-1-1 0 0,-1 0 1 0 0,1 1-1 0 0,0-1 1 0 0,0 0 0 0 0,0 0-1 0 0,0 1 1 0 0,0-1-1 0 0,0 0 1 0 0,0 0 0 0 0,0 1-1 0 0,0-1 1 0 0,0 0-1 0 0,0 1 1 0 0,1-2 0 0 0,1-14 60 0 0,-2 16-75 0 0,24-105-29 0 0,61-161 0 0 0,-53 174 20 0 0,132-327-224 0 0,-163 416 231 0 0,10-20-46 0 0,1 0 0 0 0,26-38 0 0 0,-37 59 38 0 0,1 1 0 0 0,-1-1 0 0 0,0 1 0 0 0,1-1 0 0 0,0 1 0 0 0,-1 0 0 0 0,1-1 0 0 0,0 1 0 0 0,-1 0-1 0 0,1 0 1 0 0,0 1 0 0 0,0-1 0 0 0,0 0 0 0 0,0 0 0 0 0,4 0 0 0 0,-4 1 8 0 0,0 0 0 0 0,0 0 0 0 0,0 1 0 0 0,0-1 0 0 0,0 0 0 0 0,0 1 0 0 0,0 0 0 0 0,0-1 0 0 0,0 1 0 0 0,0 0 0 0 0,-1 0 0 0 0,1 0 0 0 0,0 0 0 0 0,0 0 0 0 0,-1 0 0 0 0,1 1 0 0 0,-1-1 0 0 0,1 0 0 0 0,-1 1 0 0 0,1 0 0 0 0,-1-1 0 0 0,0 1 0 0 0,2 3 0 0 0,0 0 16 0 0,3 5-12 0 0,0 1 1 0 0,-1 0-1 0 0,0 0 1 0 0,0 1-1 0 0,-1 0 1 0 0,-1-1-1 0 0,0 1 1 0 0,2 22-1 0 0,1 102-48 0 0,-6-120 39 0 0,-17 336 704 0 0,13-284-592 0 0,0-13-23 0 0,-4 74 80 0 0,8-72-1269 0 0,13-76-5007 0 0,-2-15-1802 0 0,-7 22 2902 0 0</inkml:trace>
</inkml:ink>
</file>

<file path=ppt/ink/ink1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2:19.3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190 167 1204 0 0,'-45'-3'5350'0'0,"-1"-2"1"0"0,-51-13-1 0 0,95 17-4859 0 0,3-1-299 0 0,3-1-140 0 0,-1 0 1 0 0,0 0 0 0 0,1 0 0 0 0,-1 0 0 0 0,1 0-1 0 0,0 1 1 0 0,0-1 0 0 0,0 1 0 0 0,8-3-1 0 0,47-15 115 0 0,-39 13-122 0 0,82-24 266 0 0,-19 6-1748 0 0,-31 7-3633 0 0,-37 12-246 0 0</inkml:trace>
</inkml:ink>
</file>

<file path=ppt/ink/ink1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2:19.7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1 113 2096 0 0,'0'0'10742'0'0,"8"-15"-4716"0"0,18 13-4747 0 0,0-2 1 0 0,36-9 0 0 0,-41 8-1056 0 0,5 0-325 0 0,87-23 969 0 0,-38 1-4087 0 0,-73 26 2718 0 0,-1 1 0 0 0,0-1 0 0 0,8-10-4006 0 0</inkml:trace>
</inkml:ink>
</file>

<file path=ppt/ink/ink1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2:19.9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115 63 1536 0 0,'17'-63'16546'0'0,"-18"82"-15890"0"0,1 0 1 0 0,-2 0 0 0 0,-1-1 0 0 0,-7 29-1 0 0,2-8-186 0 0,-49 198 1053 0 0,12-62-6402 0 0,45-172 4580 0 0,-5 26-3221 0 0,5-10-2670 0 0</inkml:trace>
</inkml:ink>
</file>

<file path=ppt/ink/ink1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2:20.3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1 888 0 0,'0'12'9439'0'0,"-1"3"-4588"0"0,-1-1 448 0 0,2-5-4540 0 0,0-7-490 0 0,12 0 118 0 0,12 1-128 0 0,146-25-99 0 0,-68 7-7615 0 0,-86 11 913 0 0</inkml:trace>
</inkml:ink>
</file>

<file path=ppt/ink/ink1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2:20.5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180 1 1632 0 0,'-32'16'3234'0'0,"-1"1"1826"0"0,0 1-1 0 0,-36 28 1 0 0,69-46-4978 0 0,-1 1 0 0 0,0-1 1 0 0,0 1-1 0 0,0-1 0 0 0,1 1 0 0 0,-1-1 0 0 0,0 1 0 0 0,1 0 0 0 0,-1-1 0 0 0,0 1 0 0 0,1 0 1 0 0,-1-1-1 0 0,1 1 0 0 0,-1 0 0 0 0,1 0 0 0 0,-1 0 0 0 0,1 0 0 0 0,0-1 0 0 0,-1 1 1 0 0,1 0-1 0 0,0 0 0 0 0,0 0 0 0 0,0 0 0 0 0,0 0 0 0 0,-1 0 0 0 0,1 0 0 0 0,1 1 1 0 0,-1-1-31 0 0,1 0 0 0 0,0 0 0 0 0,0 0 1 0 0,0 0-1 0 0,0 0 0 0 0,0 0 0 0 0,0 0 1 0 0,0-1-1 0 0,0 1 0 0 0,1 0 0 0 0,-1-1 1 0 0,0 1-1 0 0,0-1 0 0 0,0 0 1 0 0,1 1-1 0 0,1-1 0 0 0,9 3 119 0 0,-1-2-1 0 0,24 1 1 0 0,118-8-56 0 0,236-41 1 0 0,-384 46-266 0 0,112-22-1984 0 0,-60 2-2145 0 0,-49 17 2260 0 0,0 0 0 0 0,-1-1 0 0 0,0 0-1 0 0,11-8 1 0 0</inkml:trace>
</inkml:ink>
</file>

<file path=ppt/ink/ink1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2:21.3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306 192 580 0 0,'4'-7'1265'0'0,"0"-1"-1"0"0,-1 1 1 0 0,0-1-1 0 0,0 0 1 0 0,2-16-1 0 0,-3 11-323 0 0,0 0-1 0 0,-1 0 0 0 0,-1 0 0 0 0,0-1 0 0 0,-3-20 1 0 0,3 32-877 0 0,0 1 1 0 0,0-1 0 0 0,-1 1 0 0 0,1-1 0 0 0,0 1 0 0 0,-1 0 0 0 0,1-1-1 0 0,-1 1 1 0 0,0-1 0 0 0,1 1 0 0 0,-1 0 0 0 0,0 0 0 0 0,0-1 0 0 0,0 1-1 0 0,1 0 1 0 0,-2 0 0 0 0,1 0 0 0 0,0 0 0 0 0,-2-2 0 0 0,2 3-43 0 0,0 0 0 0 0,0-1 0 0 0,-1 1 0 0 0,1 0 0 0 0,0 0 1 0 0,0 0-1 0 0,-1 0 0 0 0,1 0 0 0 0,0 0 0 0 0,0 0 0 0 0,-1 0 1 0 0,1 0-1 0 0,0 0 0 0 0,0 1 0 0 0,0-1 0 0 0,-1 1 0 0 0,1-1 1 0 0,-1 1-1 0 0,-6 4 10 0 0,1 0 0 0 0,-1 0 0 0 0,2 0 0 0 0,-14 13 0 0 0,20-18-13 0 0,-29 31 32 0 0,1 1-1 0 0,2 0 1 0 0,2 2 0 0 0,1 1-1 0 0,-35 72 1 0 0,45-81-30 0 0,-16 49 0 0 0,26-65 6 0 0,1 0 1 0 0,-1 0-1 0 0,2 0 1 0 0,-1 1-1 0 0,2-1 1 0 0,-1 0-1 0 0,1 1 1 0 0,2 13-1 0 0,-1-24-22 0 0,-1 1-1 0 0,0 0 1 0 0,1 0-1 0 0,-1-1 0 0 0,1 1 1 0 0,-1 0-1 0 0,1-1 1 0 0,-1 1-1 0 0,1-1 0 0 0,0 1 1 0 0,-1-1-1 0 0,1 1 1 0 0,0-1-1 0 0,-1 1 0 0 0,1-1 1 0 0,0 0-1 0 0,0 1 1 0 0,-1-1-1 0 0,1 0 0 0 0,0 1 1 0 0,0-1-1 0 0,-1 0 1 0 0,1 0-1 0 0,0 0 0 0 0,0 0 1 0 0,0 0-1 0 0,0 0 0 0 0,1 0 1 0 0,23-3 26 0 0,-14-1-26 0 0,-1-1 1 0 0,0 0 0 0 0,-1 0-1 0 0,1-1 1 0 0,-1 0 0 0 0,0-1 0 0 0,-1 0-1 0 0,1 0 1 0 0,-1-1 0 0 0,13-17 0 0 0,-1-1 4 0 0,-1-1 1 0 0,21-40-1 0 0,-5-3-18 0 0,30-85-1 0 0,-64 153 26 0 0,-5 45 353 0 0,-7 25-81 0 0,4-36 19 0 0,-3 49 0 0 0,10-72-526 0 0,0 1 0 0 0,0-1 0 0 0,1 0 1 0 0,0 0-1 0 0,0 0 0 0 0,1 0 0 0 0,1 0 0 0 0,-1 0 0 0 0,1-1 1 0 0,5 10-1 0 0,-6-14-261 0 0,1 0 1 0 0,0-1 0 0 0,-1 1 0 0 0,2 0-1 0 0,-1-1 1 0 0,0 0 0 0 0,1 0 0 0 0,-1 0-1 0 0,1 0 1 0 0,0 0 0 0 0,0-1 0 0 0,0 0-1 0 0,0 0 1 0 0,0 0 0 0 0,0 0 0 0 0,1 0-1 0 0,-1-1 1 0 0,10 2 0 0 0,10 2-3462 0 0</inkml:trace>
</inkml:ink>
</file>

<file path=ppt/ink/ink1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2:21.8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426 612 1712 0 0,'4'-9'1355'0'0,"0"0"-1"0"0,0-1 1 0 0,-1 1-1 0 0,0-1 1 0 0,0 1 0 0 0,-1-1-1 0 0,0 0 1 0 0,0-11-1 0 0,-2 20-1289 0 0,0 0 1 0 0,0-1-1 0 0,0 1 0 0 0,0 0 0 0 0,-1 0 1 0 0,1 0-1 0 0,0 0 0 0 0,0 0 0 0 0,-1 0 1 0 0,1 0-1 0 0,-1 0 0 0 0,1 0 0 0 0,-1 0 0 0 0,1 0 1 0 0,-1 0-1 0 0,1 0 0 0 0,-1 1 0 0 0,0-1 1 0 0,0 0-1 0 0,1 0 0 0 0,-1 1 0 0 0,0-1 0 0 0,0 0 1 0 0,0 1-1 0 0,0-1 0 0 0,0 1 0 0 0,0-1 1 0 0,0 1-1 0 0,0-1 0 0 0,0 1 0 0 0,0 0 0 0 0,0-1 1 0 0,0 1-1 0 0,0 0 0 0 0,0 0 0 0 0,0 0 1 0 0,0 0-1 0 0,0 0 0 0 0,0 0 0 0 0,0 0 0 0 0,-1 0 1 0 0,1 0-1 0 0,0 1 0 0 0,-1 0 0 0 0,-5 0 50 0 0,0 1-1 0 0,0 0 1 0 0,0 0 0 0 0,1 1-1 0 0,-10 4 1 0 0,-20 15 227 0 0,1 1 1 0 0,1 2-1 0 0,1 1 1 0 0,2 1-1 0 0,0 2 1 0 0,2 1-1 0 0,1 2 1 0 0,-27 40 0 0 0,43-55-241 0 0,-16 31 1 0 0,25-42-88 0 0,1-1-1 0 0,-1 1 1 0 0,1 0 0 0 0,0 0-1 0 0,1 0 1 0 0,0 1-1 0 0,0-1 1 0 0,0 0-1 0 0,0 12 1 0 0,1-16-15 0 0,0-1 0 0 0,1 1 0 0 0,-1-1-1 0 0,0 1 1 0 0,0-1 0 0 0,1 1 0 0 0,-1 0 0 0 0,1-1 0 0 0,0 0 0 0 0,-1 1-1 0 0,1-1 1 0 0,0 1 0 0 0,0-1 0 0 0,0 0 0 0 0,0 1 0 0 0,0-1 0 0 0,0 0-1 0 0,0 0 1 0 0,0 0 0 0 0,0 0 0 0 0,1 0 0 0 0,1 1 0 0 0,-1-1-25 0 0,1 0 0 0 0,0 0 0 0 0,0 0 0 0 0,-1-1 0 0 0,1 1 0 0 0,0-1 0 0 0,0 1 0 0 0,0-1 0 0 0,0 0 0 0 0,-1 0 0 0 0,6-1 0 0 0,2-1-173 0 0,0 0 0 0 0,0-1 0 0 0,0 0 1 0 0,0 0-1 0 0,17-10 0 0 0,-6 0-215 0 0,0-1 0 0 0,0 0 0 0 0,-2-2 0 0 0,0-1 0 0 0,-1 0 0 0 0,-1-1 0 0 0,0-1 0 0 0,-1-1 0 0 0,22-35 0 0 0,-7 1-196 0 0,-2-1 1 0 0,37-101 0 0 0,-30 54 910 0 0,-5-2 1 0 0,21-121 0 0 0,-47 187 392 0 0,-6 34 22 0 0,-5 25 143 0 0,-32 167 4132 0 0,-1 101-2344 0 0,25-184-2303 0 0,-6 59-422 0 0,17-55-3194 0 0,3-102 2641 0 0,3 43-2503 0 0,-2-45 2155 0 0,0 0 0 0 0,-1-1 0 0 0,1 1 0 0 0,1-1 0 0 0,-1 1 0 0 0,1-1-1 0 0,0 1 1 0 0,2 4 0 0 0</inkml:trace>
</inkml:ink>
</file>

<file path=ppt/ink/ink1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2:22.2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511 50 392 0 0,'2'-4'1709'0'0,"2"-4"1669"0"0,0 0 0 0 0,0 0-1 0 0,3-13 2012 0 0,-7 23-4955 0 0,1 1-1 0 0,0 0 1 0 0,-1-1 0 0 0,0 1 0 0 0,0-1-1 0 0,1 1 1 0 0,-1 0 0 0 0,-1-1 0 0 0,1 5-1 0 0,0-7-406 0 0,-9 91 2668 0 0,-3-1 0 0 0,-5 0 0 0 0,-43 139 0 0 0,50-197-2695 0 0,-9 35 0 0 0,-53 118 0 0 0,70-182 0 0 0,0 1 0 0 0,0 0 0 0 0,0-1 0 0 0,0 1 0 0 0,-1-1 0 0 0,0 0 0 0 0,0 0 0 0 0,1 0 0 0 0,-2 0 0 0 0,1 0 0 0 0,0-1 0 0 0,0 0 0 0 0,-1 1 0 0 0,0-1 0 0 0,-4 2 0 0 0,3-3 0 0 0,0 1 0 0 0,0-1 0 0 0,0 0 0 0 0,0-1 0 0 0,0 1 0 0 0,0-1 0 0 0,0 0 0 0 0,0 0 0 0 0,0 0 0 0 0,-1-1 0 0 0,1 0 0 0 0,-5-1 0 0 0,-3-2-648 0 0,0 0 0 0 0,0 0-1 0 0,0-1 1 0 0,1 0 0 0 0,0-1 0 0 0,0-1-1 0 0,1 0 1 0 0,-1 0 0 0 0,-15-15 0 0 0,20 15 77 0 0,0 0 0 0 0,1 0 0 0 0,-1 0 0 0 0,2-1 0 0 0,-1 0 0 0 0,1-1 1 0 0,0 1-1 0 0,1-1 0 0 0,0 0 0 0 0,0 0 0 0 0,1 0 0 0 0,0-1 0 0 0,-3-18 0 0 0,4 12-2259 0 0,1 0 0 0 0,0-29 0 0 0,5-1-4568 0 0</inkml:trace>
</inkml:ink>
</file>

<file path=ppt/ink/ink1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2:22.3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72 2560 0 0,'8'-14'1920'0'0,"-1"4"-275"0"0,-2 0-265 0 0,0 3-172 0 0,-2 0-276 0 0,3-1 284 0 0,0-2-184 0 0,4 4-1112 0 0,-1 13-1840 0 0,1 3-2064 0 0</inkml:trace>
</inkml:ink>
</file>

<file path=ppt/ink/ink1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2:22.9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200 192 444 0 0,'14'6'7889'0'0,"-12"-5"-7584"0"0,-1 0 1 0 0,1 0 0 0 0,-1 0 0 0 0,0 0-1 0 0,0 1 1 0 0,1-1 0 0 0,-1 0-1 0 0,0 1 1 0 0,0-1 0 0 0,0 1 0 0 0,0-1-1 0 0,0 1 1 0 0,-1 0 0 0 0,1-1-1 0 0,0 1 1 0 0,-1 0 0 0 0,1-1 0 0 0,-1 1-1 0 0,0 0 1 0 0,1 0 0 0 0,-1-1-1 0 0,0 1 1 0 0,0 3 0 0 0,-1 8 875 0 0,1 0 0 0 0,-4 17-1 0 0,2-14-187 0 0,-6 45 1974 0 0,-27 97-1 0 0,-30 56-39 0 0,62-205-2799 0 0,-84 229 2472 0 0,81-226-1697 0 0,6-12-902 0 0,0 1 1 0 0,0-1 0 0 0,0 0-1 0 0,0 1 1 0 0,0-1-1 0 0,0 0 1 0 0,0 1 0 0 0,0-1-1 0 0,0 0 1 0 0,0 0-1 0 0,0 1 1 0 0,-1-1 0 0 0,1 0-1 0 0,0 1 1 0 0,0-1 0 0 0,0 0-1 0 0,-1 0 1 0 0,1 1-1 0 0,0-1 1 0 0,0 0 0 0 0,0 0-1 0 0,-1 1 1 0 0,1-1 0 0 0,0 0-1 0 0,-1 0 1 0 0,1 0-1 0 0,0 0 1 0 0,0 1 0 0 0,-1-1-1 0 0,1 0 1 0 0,0 0 0 0 0,-1 0-1 0 0,1 0 1 0 0,0 0-1 0 0,-1 0 1 0 0,1 0 0 0 0,0 0-1 0 0,-1 0 1 0 0,1 0 0 0 0,0 0-1 0 0,-1 0 1 0 0,1 0-1 0 0,0 0 1 0 0,-1 0 0 0 0,1 0-1 0 0,0 0 1 0 0,0 0-1 0 0,-1-1 1 0 0,1 1 0 0 0,0 0-1 0 0,-1 0 1 0 0,1 0 0 0 0,0-1-1 0 0,-1 1 1 0 0,-5-11-20 0 0,4 2 18 0 0,1-1 1 0 0,0 0-1 0 0,1 0 1 0 0,0 0-1 0 0,1 0 1 0 0,2-13-1 0 0,15-61-11 0 0,-15 72 6 0 0,21-80-676 0 0,5 1 1 0 0,49-105 0 0 0,-46 128 407 0 0,3 1 0 0 0,3 2 0 0 0,62-80 0 0 0,-54 91 108 0 0,-42 50 150 0 0,1-1-1 0 0,-1 1 1 0 0,1 0-1 0 0,1 0 1 0 0,-1 1-1 0 0,0-1 1 0 0,1 1-1 0 0,8-3 1 0 0,-12 5 14 0 0,1 1 0 0 0,-1-1 0 0 0,1 1 0 0 0,0 0 0 0 0,-1-1 0 0 0,1 1 0 0 0,0 0 0 0 0,-1 1 0 0 0,1-1 0 0 0,0 0 0 0 0,-1 1 0 0 0,1 0 0 0 0,-1-1 0 0 0,1 1 0 0 0,-1 0 0 0 0,1 1 0 0 0,-1-1 0 0 0,0 0 0 0 0,1 0 0 0 0,-1 1 0 0 0,0 0 0 0 0,0-1-1 0 0,0 1 1 0 0,0 0 0 0 0,0 0 0 0 0,2 3 0 0 0,3 4-10 0 0,0 1 0 0 0,-1 0 0 0 0,0 0 0 0 0,6 14 0 0 0,-5-8 30 0 0,-1 0 1 0 0,-1 1-1 0 0,0-1 0 0 0,3 27 1 0 0,2 71 120 0 0,-11-39 437 0 0,-15 119 0 0 0,0-80-2557 0 0,3-23-3955 0 0,13-88 4798 0 0,-2 8-121 0 0</inkml:trace>
</inkml:ink>
</file>

<file path=ppt/ink/ink1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2:23.1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91 66 1352 0 0,'-34'-10'8525'0'0,"-11"-4"1881"0"0,43 13-9599 0 0,1 1-740 0 0,1 0-1 0 0,-1 0 1 0 0,1 0 0 0 0,-1 0-1 0 0,1 0 1 0 0,-1 0 0 0 0,1 0-1 0 0,0 0 1 0 0,-1-1 0 0 0,1 1-1 0 0,-1 0 1 0 0,1 0 0 0 0,-1 0-1 0 0,1-1 1 0 0,0 1 0 0 0,-1 0 0 0 0,1 0-1 0 0,0-1 1 0 0,-2 0 567 0 0,23-4-401 0 0,-1 1 0 0 0,1 1 0 0 0,37-1 0 0 0,-15 2-276 0 0,170-11-3617 0 0,-71 8-6982 0 0,-113 4 3468 0 0</inkml:trace>
</inkml:ink>
</file>

<file path=ppt/ink/ink1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2:23.6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334 434 1460 0 0,'-128'36'7150'0'0,"-3"-6"3277"0"0,56-11-705 0 0,78-19-9649 0 0,-1-1-1 0 0,1 1 1 0 0,-1 0-1 0 0,0-1 1 0 0,1 0-1 0 0,-1 0 0 0 0,1 0 1 0 0,1-1-1 0 0,9-2 38 0 0,432-88 356 0 0,-402 85-434 0 0,1301-161-64 0 0,12 65 6 0 0,-1158 89-5 0 0,136-6 27 0 0,532-50 26 0 0,-698 45-1221 0 0,-157 21-1800 0 0,-42-1-8266 0 0,10 7 6401 0 0,-4 1-2353 0 0</inkml:trace>
</inkml:ink>
</file>

<file path=ppt/ink/ink1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2:24.1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115 89 1296 0 0,'40'-79'16378'0'0,"-39"77"-15802"0"0,5-6 1344 0 0,-3 17-1436 0 0,-1 0 0 0 0,0 0 0 0 0,-1 1 0 0 0,0-1 0 0 0,0 0 0 0 0,-1 16 1 0 0,-8 62 1530 0 0,5-58-1441 0 0,-107 566 3657 0 0,80-456-4205 0 0,23-97-601 0 0,4-24-2510 0 0,-8 29 1 0 0</inkml:trace>
</inkml:ink>
</file>

<file path=ppt/ink/ink1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2:24.7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54 223 2788 0 0,'22'-28'7437'0'0,"24"-40"1514"0"0,-40 70-7882 0 0,-6-2-1039 0 0,1 0 1 0 0,-1 0 0 0 0,0 0-1 0 0,1 0 1 0 0,-1 0 0 0 0,0 0-1 0 0,0 0 1 0 0,1 0 0 0 0,-1 0-1 0 0,0 0 1 0 0,1 0 0 0 0,-1 0-1 0 0,0 0 1 0 0,0 0 0 0 0,1 0-1 0 0,-1 0 1 0 0,0 1 0 0 0,0-1-1 0 0,1 0 1 0 0,-1 0 0 0 0,0 0-1 0 0,0 0 1 0 0,1 1 0 0 0,-1-1-1 0 0,0 0 1 0 0,0 0 0 0 0,0 1-1 0 0,1-1 1 0 0,-1 0 0 0 0,0 0-1 0 0,0 1 1 0 0,0-1 0 0 0,0 0-1 0 0,0 0 1 0 0,0 1 0 0 0,0-1-1 0 0,1 1 1 0 0,2 14 775 0 0,-1 0 1 0 0,0 0-1 0 0,-1 1 0 0 0,0-1 1 0 0,-2 16-1 0 0,-11 83 1207 0 0,8-79-1495 0 0,-14 90 613 0 0,-37 135 1 0 0,39-186 274 0 0,15-72-1208 0 0,0-1-96 0 0,0-1-102 0 0,1 0 1 0 0,0 1 0 0 0,-1-1-1 0 0,1 0 1 0 0,0 0-1 0 0,-1 0 1 0 0,1 0 0 0 0,0 1-1 0 0,-1-1 1 0 0,1 0-1 0 0,-1 0 1 0 0,1 0 0 0 0,0 0-1 0 0,-1 0 1 0 0,1 0 0 0 0,-1 0-1 0 0,1 0 1 0 0,0 0-1 0 0,-1 0 1 0 0,1 0 0 0 0,-1 0-1 0 0,1-1 1 0 0,0 1-1 0 0,-1 0 1 0 0,1 0 0 0 0,0 0-1 0 0,-1 0 1 0 0,1-1 0 0 0,0 1-1 0 0,-1 0 1 0 0,1 0-1 0 0,0-1 1 0 0,-1 1 0 0 0,1 0-1 0 0,0-1 1 0 0,0 1 0 0 0,-1 0-1 0 0,1-1 1 0 0,-5-12-6 0 0,5 12 5 0 0,-6-28-42 0 0,1 0 1 0 0,1 0-1 0 0,1-1 1 0 0,2 0-1 0 0,1 1 1 0 0,2-1-1 0 0,8-50 1 0 0,0 30-45 0 0,3 1 0 0 0,1 0 0 0 0,34-78 0 0 0,17-3-8 0 0,-53 109 42 0 0,1 0-1 0 0,1 2 1 0 0,33-36 0 0 0,-45 52 47 0 0,1 1 0 0 0,-1-1 0 0 0,1 1 1 0 0,0 0-1 0 0,0 0 0 0 0,0 0 1 0 0,0 0-1 0 0,0 0 0 0 0,0 1 0 0 0,1-1 1 0 0,-1 1-1 0 0,0 0 0 0 0,1 0 1 0 0,-1 1-1 0 0,1-1 0 0 0,-1 0 1 0 0,1 1-1 0 0,-1 0 0 0 0,1 0 0 0 0,0 0 1 0 0,6 1-1 0 0,-5 1 13 0 0,0 0 0 0 0,0 0-1 0 0,0 0 1 0 0,-1 0 0 0 0,1 1 0 0 0,-1-1 0 0 0,1 1-1 0 0,-1 0 1 0 0,0 1 0 0 0,0-1 0 0 0,0 1 0 0 0,-1 0-1 0 0,1 0 1 0 0,4 7 0 0 0,2 4 42 0 0,-1 2 0 0 0,0-1 0 0 0,-1 1 0 0 0,-1 1 0 0 0,0 0 0 0 0,-2-1 0 0 0,0 2 0 0 0,-1-1 0 0 0,3 27-1 0 0,-2 16 185 0 0,-4 93-1 0 0,-26 141-233 0 0,23-291 0 0 0,1 30 0 0 0,1-25-2469 0 0</inkml:trace>
</inkml:ink>
</file>

<file path=ppt/ink/ink1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2:24.8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84 104 1572 0 0,'-18'-2'5817'0'0,"6"1"-2006"0"0,1-1 0 0 0,-21-5 788 0 0,32 7-4543 0 0,-1 0 0 0 0,1 0 0 0 0,0 0-1 0 0,-1 0 1 0 0,1 0 0 0 0,-1 0-1 0 0,1 0 1 0 0,-1 0 0 0 0,1 0 0 0 0,-1 0-1 0 0,1 0 1 0 0,0 0 0 0 0,-1 0-1 0 0,1 0 1 0 0,-1-1 0 0 0,1 1 0 0 0,0 0-1 0 0,-1 0 1 0 0,1 0 0 0 0,0-1-1 0 0,-1 1 1 0 0,1 0 0 0 0,0 0-1 0 0,-1-1 1 0 0,1 0-27 0 0,0 1 0 0 0,0 0 0 0 0,0-1-1 0 0,0 1 1 0 0,0-1 0 0 0,0 1 0 0 0,0 0 0 0 0,1-1-1 0 0,-1 1 1 0 0,0 0 0 0 0,0-1 0 0 0,0 1-1 0 0,1 0 1 0 0,-1-1 0 0 0,0 1 0 0 0,0 0 0 0 0,1 0-1 0 0,-1-1 1 0 0,0 1 0 0 0,1 0 0 0 0,-1 0 0 0 0,0 0-1 0 0,1-1 1 0 0,-1 1 0 0 0,0 0 0 0 0,1 0 0 0 0,-1 0-1 0 0,0 0 1 0 0,1 0 0 0 0,-1 0 0 0 0,0 0-1 0 0,1-1 1 0 0,-1 1 0 0 0,1 0 0 0 0,-1 0 0 0 0,0 1-1 0 0,1-1 1 0 0,0 0 0 0 0,126-24 19 0 0,-18 4-3227 0 0,-2-5-5816 0 0,-68 13 1399 0 0</inkml:trace>
</inkml:ink>
</file>

<file path=ppt/ink/ink1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2:25.1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72 49 3328 0 0,'13'-49'23486'0'0,"-11"60"-22723"0"0,-1 1 0 0 0,0-1 0 0 0,-1 0 0 0 0,0 1 0 0 0,-2 12 0 0 0,0 14 612 0 0,-3 131-1375 0 0,-34 216 0 0 0,24-295-84 0 0,-10 98-1187 0 0,24-170-4233 0 0</inkml:trace>
</inkml:ink>
</file>

<file path=ppt/ink/ink1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2:27.5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11 219 1176 0 0,'0'0'4917'0'0,"-7"-7"-2243"0"0,6 3-2469 0 0,0 1 1 0 0,1-1-1 0 0,-1 0 1 0 0,1 0-1 0 0,0 0 1 0 0,0 0-1 0 0,0 0 1 0 0,1 1-1 0 0,-1-1 1 0 0,1 0-1 0 0,0 0 0 0 0,0 1 1 0 0,0-1-1 0 0,1 0 1 0 0,-1 1-1 0 0,1-1 1 0 0,0 1-1 0 0,2-4 1 0 0,3-5 30 0 0,1 1 0 0 0,0 0 0 0 0,18-18 0 0 0,-21 24-203 0 0,1 0-15 0 0,0-1 1 0 0,0 1-1 0 0,1 1 1 0 0,0-1-1 0 0,0 1 1 0 0,10-5-1 0 0,-11 5-17 0 0,1 1 0 0 0,0-1 0 0 0,1 1 0 0 0,8-3 0 0 0,2 2 18 0 0,34-3 0 0 0,-47 7-18 0 0,0 0 0 0 0,0 0-1 0 0,1 0 1 0 0,-1 1 0 0 0,0 0 0 0 0,0 0 0 0 0,0 0-1 0 0,0 0 1 0 0,-1 1 0 0 0,1 0 0 0 0,0 0 0 0 0,-1 0-1 0 0,1 1 1 0 0,-1-1 0 0 0,7 6 0 0 0,4 5 3 0 0,-1 0 1 0 0,25 30-1 0 0,-29-30-2 0 0,1 0-1 0 0,1-1 1 0 0,0-1-1 0 0,15 12 0 0 0,-20-19-24 0 0,1 0 0 0 0,-1 0 0 0 0,1-1 0 0 0,0 0 0 0 0,0-1-1 0 0,0 1 1 0 0,0-1 0 0 0,0-1 0 0 0,0 0 0 0 0,0 0 0 0 0,1 0-1 0 0,-1-1 1 0 0,0-1 0 0 0,1 1 0 0 0,-1-1 0 0 0,0 0 0 0 0,0-1 0 0 0,0 0-1 0 0,0-1 1 0 0,0 1 0 0 0,11-7 0 0 0,-10 5-472 0 0,22-12-1533 0 0,-12 2-2145 0 0,-7 2-71 0 0</inkml:trace>
</inkml:ink>
</file>

<file path=ppt/ink/ink1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2:28.4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151 17 216 0 0,'4'-16'15419'0'0,"-7"21"-15387"0"0,1 0-1 0 0,0 0 0 0 0,0 0 0 0 0,0 1 0 0 0,1-1 0 0 0,0 1 0 0 0,0-1 0 0 0,-1 10 0 0 0,0 0 47 0 0,-34 180 1346 0 0,-31 191 109 0 0,61-347-1460 0 0,1-14 176 0 0,-1 43-1 0 0,4-56 433 0 0,1-11-916 0 0,1 0-1 0 0,0 0 1 0 0,-1-1-1 0 0,1 1 1 0 0,-1 0-1 0 0,1 0 1 0 0,-1-1-1 0 0,1 1 1 0 0,-1 0-1 0 0,0-1 1 0 0,1 1-1 0 0,-1 0 1 0 0,0-1-1 0 0,0 1 1 0 0,1-1-1 0 0,-1 1 0 0 0,0-1 1 0 0,0 0-1 0 0,0 1 1 0 0,-1-1-1 0 0</inkml:trace>
</inkml:ink>
</file>

<file path=ppt/ink/ink1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2:29.1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556 52 996 0 0,'21'-44'10133'0'0,"-20"42"-10018"0"0,2-3 443 0 0,0 12 439 0 0,3 67 1040 0 0,-3 0 1 0 0,-11 135-1 0 0,-39 147-527 0 0,-163 775 1365 0 0,37-230-1459 0 0,31 373-403 0 0,130-556-666 0 0,16-606-888 0 0,-4-109-141 0 0,5-18-3242 0 0,-1-11-1097 0 0,0-42 0 0 0,-3 17-3458 0 0</inkml:trace>
</inkml:ink>
</file>

<file path=ppt/ink/ink1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2:30.6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1 206 524 0 0,'0'0'11640'0'0,"2"0"-11272"0"0,34 1 329 0 0,0-1 0 0 0,0-2 0 0 0,61-10 0 0 0,-15 1-375 0 0,907-74 963 0 0,6 27-1103 0 0,-945 55-161 0 0,1088-31 113 0 0,0 33-38 0 0,534 47 7 0 0,-2 47 19 0 0,-174 10-224 0 0,-933-63-51 0 0,531 15 131 0 0,-651-58 57 0 0,-339 6-80 0 0,-92-3 42 0 0,1 0-1 0 0,1 1 1 0 0,20 3-1 0 0,100 16-20 0 0,-132-20 17 0 0,1 1 6 0 0,8 2 1 0 0,-1 2 5 0 0,-6-3-2 0 0,-1 1 1 0 0,1 0-1 0 0,0 0 1 0 0,-1 0 0 0 0,0 0-1 0 0,1 1 1 0 0,-1-1-1 0 0,-1 1 1 0 0,1-1-1 0 0,0 1 1 0 0,-1 0-1 0 0,0 0 1 0 0,0 1-1 0 0,2 4 1 0 0,-1 3 15 0 0,0 0-1 0 0,0 0 1 0 0,1 19 0 0 0,-2-14 10 0 0,4 65 404 0 0,-6 147 0 0 0,-76 611 1346 0 0,69-776-1644 0 0,-77 608 554 0 0,-55 551-75 0 0,96-116-295 0 0,37-805-201 0 0,-1 377 568 0 0,3-658-1083 0 0,4-20 301 0 0,0-1 0 0 0,-1 1 1 0 0,1-1-1 0 0,0 1 0 0 0,-1-1 1 0 0,1 1-1 0 0,0-1 1 0 0,-1 1-1 0 0,1-1 0 0 0,-1 0 1 0 0,1 1-1 0 0,-1-1 0 0 0,1 1 1 0 0,-1-1-1 0 0,1 0 0 0 0,-1 0 1 0 0,1 1-1 0 0,-1-1 1 0 0,1 0-1 0 0,-2 0 0 0 0,-1 0-702 0 0,0 0-1 0 0,0 0 0 0 0,1-1 0 0 0,-1 1 1 0 0,0-1-1 0 0,0 0 0 0 0,0 0 1 0 0,1 0-1 0 0,-1 0 0 0 0,1-1 0 0 0,-5-2 1 0 0,-15-7-7428 0 0</inkml:trace>
</inkml:ink>
</file>

<file path=ppt/ink/ink1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2:32.9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18 1556 0 0,'1'-17'11449'0'0,"-1"18"-11373"0"0,1-1 0 0 0,-1 1 0 0 0,1-1 1 0 0,-1 1-1 0 0,1-1 0 0 0,-1 1 1 0 0,1-1-1 0 0,0 1 0 0 0,-1-1 1 0 0,1 0-1 0 0,0 1 0 0 0,-1-1 0 0 0,1 0 1 0 0,0 1-1 0 0,-1-1 0 0 0,1 0 1 0 0,0 0-1 0 0,0 0 0 0 0,-1 0 1 0 0,1 1-1 0 0,0-1 0 0 0,1-1 1 0 0,23 2-178 0 0,-18-1 207 0 0,-5 1-92 0 0,34 7 18 0 0,70 17-1 0 0,1-3 1 0 0,204 12-1 0 0,400-7 688 0 0,-14-1 132 0 0,-11 33-672 0 0,51 2-69 0 0,195-24 277 0 0,-1-24 561 0 0,-646-10-665 0 0,1236-8 863 0 0,-301-36-650 0 0,-1108 36-403 0 0,582-12 474 0 0,-602 16-494 0 0,1247 27 199 0 0,-1283-24-267 0 0,736 19 471 0 0,-675-21-34 0 0,-65-2-249 0 0,63 5 1 0 0,-53-1-109 0 0,50 3 133 0 0,-105-5-197 0 0,40 2 131 0 0,-16 0 84 0 0,-27-2 41 0 0,15 0 645 0 0,20-2 348 0 0,-36 2-1055 0 0,13-1-31 0 0,9-3-174 0 0,-22 4-17 0 0,-1-1-7 0 0,8 0 12 0 0,-7 1-2 0 0,-1-1 0 0 0,6-1 0 0 0,-6 2-21 0 0,0 0-9 0 0,0-1 83 0 0,1 1 0 0 0,-1 0 0 0 0,0-1 0 0 0,1 1 0 0 0,-1-1 0 0 0,0 0 0 0 0,1 0 0 0 0,1-1 0 0 0,-5 0-247 0 0,0-1 0 0 0,0 1 0 0 0,0-1 0 0 0,-1 1 0 0 0,1-1 0 0 0,-1 1 0 0 0,1 0 0 0 0,-1 0 0 0 0,0 0 0 0 0,0 0 0 0 0,0 0 0 0 0,0 0 0 0 0,0 1 0 0 0,0-1 0 0 0,0 0 0 0 0,-1 1 0 0 0,-4-2 0 0 0,-7-4-2342 0 0,-30-10 0 0 0,23 10 211 0 0,-20-9-2852 0 0,-6-3-2537 0 0</inkml:trace>
</inkml:ink>
</file>

<file path=ppt/ink/ink1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2:43.6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341 1 1860 0 0,'11'7'10588'0'0,"-7"3"-7002"0"0,-8 15-4313 0 0,1-15 1802 0 0,-70 290 2593 0 0,-22 28-2117 0 0,-40 161-469 0 0,102-355-874 0 0,25-114-922 0 0,4-13-1556 0 0</inkml:trace>
</inkml:ink>
</file>

<file path=ppt/ink/ink1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2:44.2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130 278 1564 0 0,'44'-77'13889'0'0,"-43"105"-11308"0"0,-13 46-765 0 0,-33 107 0 0 0,13-59-1306 0 0,-47 224 165 0 0,73-327 44 0 0,6-25-151 0 0,6-33-262 0 0,181-569-500 0 0,-186 606 192 0 0,61-153-120 0 0,-52 133 84 0 0,1 0-1 0 0,1 1 0 0 0,1 1 1 0 0,29-36-1 0 0,-20 40 5 0 0,-10 12 15 0 0,-9 5 16 0 0,0-1 1 0 0,0 1-1 0 0,0-1 1 0 0,1 1 0 0 0,-1 0-1 0 0,0 0 1 0 0,0 0 0 0 0,0 1-1 0 0,-1-1 1 0 0,1 1 0 0 0,0-1-1 0 0,0 1 1 0 0,-1 0-1 0 0,1 0 1 0 0,-1 0 0 0 0,0 1-1 0 0,1-1 1 0 0,-1 1 0 0 0,0-1-1 0 0,0 1 1 0 0,-1-1 0 0 0,1 1-1 0 0,-1 0 1 0 0,3 4-1 0 0,3 8 23 0 0,-1 0-1 0 0,0 0 0 0 0,5 24 0 0 0,0 11 140 0 0,-3 0-1 0 0,-2 0 1 0 0,-2 1 0 0 0,-4 88 0 0 0,-38 204 260 0 0,33-302-421 0 0,-9 48-2563 0 0</inkml:trace>
</inkml:ink>
</file>

<file path=ppt/ink/ink1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2:44.4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73 267 2700 0 0,'-11'-5'3480'0'0,"0"-1"0"0"0,0 0-1 0 0,-19-14 1 0 0,30 20-3406 0 0,-1 0-1 0 0,0-1 1 0 0,1 1 0 0 0,-1 0 0 0 0,1-1 0 0 0,-1 1-1 0 0,1-1 1 0 0,-1 1 0 0 0,1 0 0 0 0,-1-1 0 0 0,1 0-1 0 0,-1 1 1 0 0,1-1 0 0 0,-1 1 0 0 0,1-1 0 0 0,0 1 0 0 0,0-1-1 0 0,-1 0 1 0 0,1 1 0 0 0,0-1 0 0 0,0 0 0 0 0,-1 1-1 0 0,1-1 1 0 0,0 0 0 0 0,0 1 0 0 0,0-1 0 0 0,0 0-1 0 0,0 1 1 0 0,0-1 0 0 0,0 0 0 0 0,1 0 0 0 0,-1 0-1 0 0,2-1-54 0 0,-1 0-1 0 0,1 0 1 0 0,0 0-1 0 0,0 1 1 0 0,0-1-1 0 0,0 1 0 0 0,0 0 1 0 0,3-2-1 0 0,-3 1 66 0 0,55-30-1053 0 0,65-26-1 0 0,37-21-8909 0 0,-118 55 4797 0 0</inkml:trace>
</inkml:ink>
</file>

<file path=ppt/ink/ink1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2:44.7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329 32 2792 0 0,'-8'-31'14844'0'0,"5"37"-14314"0"0,0 1-1 0 0,0 0 0 0 0,0 0 0 0 0,1 0 1 0 0,0 1-1 0 0,0-1 0 0 0,1 0 0 0 0,-1 9 1 0 0,-3 13 687 0 0,-62 282 4504 0 0,-32 139-3285 0 0,-7 19-1920 0 0,96-423-502 0 0,1 5-57 0 0,5-23-3101 0 0,12-31-160 0 0,-6 2 2890 0 0,0 0 1 0 0,-1-1-1 0 0,1 0 0 0 0,-1 1 0 0 0,1-1 0 0 0,-1 0 0 0 0,1 0 0 0 0,0-2 0 0 0,1 0-565 0 0,53-60-10078 0 0,-29 35 3409 0 0</inkml:trace>
</inkml:ink>
</file>

<file path=ppt/ink/ink1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2:45.0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14 160 2920 0 0,'-14'-28'16962'0'0,"14"27"-16813"0"0,0 1 0 0 0,0-1 0 0 0,0 1 0 0 0,0-1 0 0 0,0 1 0 0 0,0-1 0 0 0,1 1 0 0 0,-1-1 0 0 0,0 1 0 0 0,0-1 0 0 0,0 1 0 0 0,0-1 0 0 0,1 1 0 0 0,-1-1 0 0 0,0 1 0 0 0,0-1 0 0 0,1 1 0 0 0,-1 0 0 0 0,0-1 1 0 0,1 0-1 0 0,2 0-135 0 0,0-1 1 0 0,0 1 0 0 0,-1 0-1 0 0,1 0 1 0 0,0 0 0 0 0,0 0 0 0 0,0 0-1 0 0,5 0 1 0 0,6-2 390 0 0,371-75 93 0 0,-219 52-3918 0 0,-121 23-627 0 0,-13 4-4110 0 0,-17 1 2138 0 0</inkml:trace>
</inkml:ink>
</file>

<file path=ppt/ink/ink1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2:45.4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285 18 1132 0 0,'-89'37'7483'0'0,"-59"19"3294"0"0,144-54-10466 0 0,-1 0-1 0 0,1 0 0 0 0,-1 0 0 0 0,1 0 0 0 0,0 1 0 0 0,-1 0 1 0 0,2 0-1 0 0,-1 0 0 0 0,-5 5 0 0 0,9-7 177 0 0,1 4 273 0 0,-1-5-741 0 0,0 1 0 0 0,0-1 1 0 0,0 0-1 0 0,0 0 0 0 0,0 1 1 0 0,0-1-1 0 0,0 0 0 0 0,0 0 1 0 0,0 1-1 0 0,0-1 1 0 0,0 0-1 0 0,0 0 0 0 0,0 1 1 0 0,0-1-1 0 0,0 0 0 0 0,0 0 1 0 0,0 0-1 0 0,0 1 0 0 0,1-1 1 0 0,-1 0-1 0 0,0 0 1 0 0,0 1-1 0 0,0-1 0 0 0,0 0 1 0 0,0 0-1 0 0,1 0 0 0 0,-1 0 1 0 0,0 1-1 0 0,0-1 0 0 0,0 0 1 0 0,1 0-1 0 0,-1 0 0 0 0,0 0 1 0 0,0 0-1 0 0,0 0 1 0 0,1 0-1 0 0,-1 1 0 0 0,12 1 265 0 0,0-1 0 0 0,-1 1 0 0 0,1-2-1 0 0,0 0 1 0 0,20-2 0 0 0,65-13 24 0 0,-47 6-135 0 0,341-66 177 0 0,-229 41-68 0 0,-103 21 243 0 0,-57 13-452 0 0,1-1-41 0 0,21-5 105 0 0,-22 6-120 0 0,12-4-2340 0 0</inkml:trace>
</inkml:ink>
</file>

<file path=ppt/ink/ink1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2:46.1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850 196 1728 0 0,'-22'-43'7832'0'0,"18"32"-6035"0"0,-1 0 0 0 0,-1 1 1 0 0,-10-17-1 0 0,11 21-996 0 0,3 4-712 0 0,1 0 1 0 0,0 0-1 0 0,0 0 1 0 0,-1 0-1 0 0,1 0 1 0 0,-1 1-1 0 0,0-1 1 0 0,1 0-1 0 0,-1 1 1 0 0,0 0-1 0 0,0-1 1 0 0,0 1-1 0 0,0 0 1 0 0,0 0-1 0 0,0 0 1 0 0,-1 0-1 0 0,1 0 1 0 0,0 0-1 0 0,0 1 1 0 0,-1-1-1 0 0,1 1 1 0 0,0 0-1 0 0,-1-1 1 0 0,1 1-1 0 0,0 0 1 0 0,-1 1-1 0 0,-4 0 1 0 0,-8 2 10 0 0,-1 2 0 0 0,1 0 0 0 0,0 0 0 0 0,0 2 0 0 0,1 0-1 0 0,0 0 1 0 0,0 2 0 0 0,1-1 0 0 0,-24 21 0 0 0,-6 9 407 0 0,-53 62 0 0 0,48-47-127 0 0,4 3 0 0 0,1 2 0 0 0,3 1-1 0 0,3 2 1 0 0,2 2 0 0 0,4 1 0 0 0,-39 109 0 0 0,63-150-339 0 0,1 0-1 0 0,1 0 0 0 0,1 1 1 0 0,2-1-1 0 0,0 1 0 0 0,2 35 1 0 0,0-47-13 0 0,1-1 0 0 0,1 0 0 0 0,-1 0 0 0 0,2 0 0 0 0,0 0 0 0 0,0 0 0 0 0,1-1 0 0 0,0 1 1 0 0,1-1-1 0 0,0 0 0 0 0,1 0 0 0 0,0-1 0 0 0,0 1 0 0 0,1-2 0 0 0,14 16 0 0 0,-15-19-3 0 0,0 0-1 0 0,1 0 1 0 0,0-1-1 0 0,0 0 1 0 0,0 0-1 0 0,0-1 1 0 0,0 0-1 0 0,1 0 0 0 0,-1-1 1 0 0,1 1-1 0 0,13 0 1 0 0,-8-1-4 0 0,0-2 0 0 0,0 1 0 0 0,0-2 0 0 0,1 0 1 0 0,-1 0-1 0 0,19-6 0 0 0,-2-1 0 0 0,-1-2 0 0 0,1-2 0 0 0,-2 0 0 0 0,1-2 0 0 0,29-20 0 0 0,-2-3 12 0 0,-1-2 0 0 0,-3-3 0 0 0,-1-3 0 0 0,-2-1 0 0 0,-2-2 0 0 0,-2-3 0 0 0,-2-1 0 0 0,-3-2 0 0 0,52-92 0 0 0,-79 121-15 0 0,0 0 0 0 0,-2-1 0 0 0,-1 0 0 0 0,-1-1 0 0 0,-2 0 0 0 0,0 0 0 0 0,-2-1-1 0 0,2-28 1 0 0,-6 42-11 0 0,-1 1-1 0 0,0-1 1 0 0,-1 1 0 0 0,0-1-1 0 0,-2 1 1 0 0,1 0-1 0 0,-1 0 1 0 0,-1 0-1 0 0,0 0 1 0 0,-1 1-1 0 0,-1-1 1 0 0,0 1-1 0 0,0 0 1 0 0,-1 1 0 0 0,-1 0-1 0 0,0 0 1 0 0,0 0-1 0 0,-17-15 1 0 0,12 14-20 0 0,-1 1 0 0 0,0 1 0 0 0,-1 0 0 0 0,0 1 0 0 0,0 0 0 0 0,-1 2 0 0 0,-22-9 0 0 0,13 8-271 0 0,0 1 0 0 0,0 2 1 0 0,0 0-1 0 0,-37-1 0 0 0,2 5-1029 0 0,1 3-1 0 0,-1 2 1 0 0,-93 20-1 0 0,-115 43-7581 0 0,113-20-53 0 0</inkml:trace>
</inkml:ink>
</file>

<file path=ppt/ink/ink1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2:47.5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472 1 2592 0 0,'0'0'11503'0'0,"-1"0"-11467"0"0,1 0 0 0 0,-1 0-1 0 0,0 0 1 0 0,0 1 0 0 0,0-1 0 0 0,1 0-1 0 0,-1 1 1 0 0,0-1 0 0 0,0 1 0 0 0,1-1-1 0 0,-1 1 1 0 0,1-1 0 0 0,-1 1-1 0 0,0-1 1 0 0,1 1 0 0 0,-2 1 0 0 0,-16 45 484 0 0,-2 1 0 0 0,-3-2 0 0 0,-41 63 0 0 0,32-55-373 0 0,-117 185-857 0 0,44-83-5593 0 0,84-125 3833 0 0,-5 10-2573 0 0</inkml:trace>
</inkml:ink>
</file>

<file path=ppt/ink/ink1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2:49.0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104 136 2288 0 0,'17'-97'11343'0'0,"-14"122"-10017"0"0,-4 10-505 0 0,-2 0 1 0 0,-2 0-1 0 0,-10 42 1 0 0,-36 101-45 0 0,46-162-701 0 0,-33 105 598 0 0,33-111 304 0 0,5-22-768 0 0,5-22-222 0 0,64-163-286 0 0,-54 162 223 0 0,2 1 0 0 0,1 1 0 0 0,33-48-1 0 0,-47 76 63 0 0,0-1-1 0 0,0 1 1 0 0,1 0-1 0 0,-1 0 1 0 0,1 0-1 0 0,0 1 1 0 0,0 0-1 0 0,0 0 1 0 0,1 0-1 0 0,0 1 1 0 0,-1-1-1 0 0,12-3 1 0 0,-15 6 10 0 0,0 1 1 0 0,0 0-1 0 0,0 0 0 0 0,0 0 0 0 0,0 0 1 0 0,0 0-1 0 0,0 0 0 0 0,0 0 1 0 0,0 1-1 0 0,-1-1 0 0 0,1 1 1 0 0,0-1-1 0 0,0 1 0 0 0,0 0 1 0 0,0 0-1 0 0,-1 0 0 0 0,1 0 1 0 0,0 0-1 0 0,-1 0 0 0 0,1 0 1 0 0,-1 1-1 0 0,1-1 0 0 0,1 3 1 0 0,2 2-4 0 0,0 0-1 0 0,0 0 1 0 0,-1 0 0 0 0,5 9 0 0 0,-4-3 12 0 0,1-1-1 0 0,-2 1 1 0 0,0 0-1 0 0,0 1 1 0 0,-1-1 0 0 0,0 1-1 0 0,-1-1 1 0 0,-1 1-1 0 0,0 23 1 0 0,-3 5 91 0 0,-13 68 1 0 0,13-95-73 0 0,-2 3 9 0 0,4-17-35 0 0,0 0 0 0 0,0 0 0 0 0,0 0 0 0 0,0 0-1 0 0,0 0 1 0 0,0-1 0 0 0,0 1 0 0 0,0 0 0 0 0,0 0-1 0 0,0 0 1 0 0,0 0 0 0 0,0 0 0 0 0,0 0 0 0 0,0 0-1 0 0,0 0 1 0 0,0 0 0 0 0,0 0 0 0 0,0 0 0 0 0,-1 0-1 0 0,1 0 1 0 0,0 0 0 0 0,0 0 0 0 0,0 0 0 0 0,0 0-1 0 0,0 0 1 0 0,0 0 0 0 0,0 0 0 0 0,0-1 0 0 0,0 1-1 0 0,0 0 1 0 0,0 0 0 0 0,0 0 0 0 0,0 0 0 0 0,0 0-1 0 0,0 0 1 0 0,0 0 0 0 0,0 0 0 0 0,0 0 0 0 0,0 0-1 0 0,-1 0 1 0 0,1 0 0 0 0,0 0 0 0 0,0 0 0 0 0,0 0-1 0 0,0 0 1 0 0,0 0 0 0 0,0 0 0 0 0,0 0 0 0 0,0 0-1 0 0,0 0 1 0 0,0 0 0 0 0,0 1 0 0 0,1-21-128 0 0,18-27 18 0 0,3 1 1 0 0,1 0 0 0 0,3 2 0 0 0,48-65 0 0 0,-58 88 72 0 0,1 1 1 0 0,38-37-1 0 0,-48 51 29 0 0,0 0 0 0 0,0 1 0 0 0,1 0 0 0 0,-1 0 1 0 0,1 0-1 0 0,0 1 0 0 0,1 0 0 0 0,-1 1 0 0 0,1 0 0 0 0,0 0 0 0 0,17-3 0 0 0,-23 6 21 0 0,1 0 0 0 0,0 0 0 0 0,0 1 0 0 0,0-1 0 0 0,0 1 0 0 0,-1-1 0 0 0,1 1 0 0 0,0 1 0 0 0,-1-1 0 0 0,1 0 0 0 0,-1 1 0 0 0,1 0 0 0 0,-1 0 0 0 0,0 0 0 0 0,1 0 0 0 0,-1 0 0 0 0,0 0 0 0 0,0 1 0 0 0,-1 0-1 0 0,1 0 1 0 0,-1 0 0 0 0,1 0 0 0 0,-1 0 0 0 0,3 5 0 0 0,0 1 74 0 0,0 1 0 0 0,0-1-1 0 0,-1 1 1 0 0,0 0 0 0 0,-1 1 0 0 0,0-1-1 0 0,1 13 1 0 0,-2 5 36 0 0,-1 0 0 0 0,-1-1-1 0 0,-2 1 1 0 0,0 0 0 0 0,-13 50-1 0 0,2 0-1514 0 0,12-76 1182 0 0,1-1-1 0 0,0 1 0 0 0,0 0 0 0 0,0-1 0 0 0,0 1 1 0 0,0-1-1 0 0,0 1 0 0 0,0 0 0 0 0,1-1 0 0 0,-1 1 0 0 0,0 0 1 0 0,1-1-1 0 0,1 4 0 0 0,-2-5 67 0 0,1 1-1 0 0,0 0 1 0 0,-1 0 0 0 0,1-1 0 0 0,0 1-1 0 0,-1-1 1 0 0,1 1 0 0 0,0 0-1 0 0,0-1 1 0 0,-1 1 0 0 0,1-1 0 0 0,0 0-1 0 0,0 1 1 0 0,0-1 0 0 0,0 0-1 0 0,0 1 1 0 0,0-1 0 0 0,1 0 0 0 0,3 0-825 0 0,1 0 1 0 0,-1 0-1 0 0,1-1 1 0 0,-1 1-1 0 0,0-1 1 0 0,11-4-1 0 0,11-3-3860 0 0</inkml:trace>
</inkml:ink>
</file>

<file path=ppt/ink/ink1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2:49.5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357 178 1908 0 0,'6'-6'1072'0'0,"0"-1"1"0"0,-1 0-1 0 0,0 0 0 0 0,0 0 1 0 0,0-1-1 0 0,-1 0 0 0 0,0 0 1 0 0,-1 0-1 0 0,5-14 0 0 0,-7 19-879 0 0,0 0 0 0 0,-1 0 0 0 0,1 1-1 0 0,-1-1 1 0 0,1 0 0 0 0,-1 0 0 0 0,0 0 0 0 0,0 0-1 0 0,-1 0 1 0 0,1 0 0 0 0,0 0 0 0 0,-1 0-1 0 0,0 1 1 0 0,0-1 0 0 0,0 0 0 0 0,0 0 0 0 0,0 1-1 0 0,0-1 1 0 0,-1 0 0 0 0,1 1 0 0 0,-1-1-1 0 0,0 1 1 0 0,1 0 0 0 0,-1 0 0 0 0,0 0 0 0 0,-1 0-1 0 0,1 0 1 0 0,0 0 0 0 0,0 0 0 0 0,-1 1-1 0 0,1-1 1 0 0,-6-1 0 0 0,4 1-131 0 0,0 1-1 0 0,-1 0 0 0 0,1 0 1 0 0,-1 1-1 0 0,0-1 1 0 0,1 1-1 0 0,-1 0 1 0 0,1 1-1 0 0,-1-1 0 0 0,0 1 1 0 0,1-1-1 0 0,-1 1 1 0 0,1 1-1 0 0,0-1 1 0 0,-1 1-1 0 0,1-1 1 0 0,0 1-1 0 0,-7 5 0 0 0,-6 3 19 0 0,1 1 0 0 0,0 0 0 0 0,-15 14-1 0 0,6-2-7 0 0,1 0 0 0 0,1 2 0 0 0,-24 34-1 0 0,35-43-42 0 0,2 0 0 0 0,0 1-1 0 0,1 0 1 0 0,0 0-1 0 0,2 1 1 0 0,0 0 0 0 0,-5 22-1 0 0,11-36-27 0 0,0-1 1 0 0,0 1-1 0 0,1 0 0 0 0,-1 0 0 0 0,1-1 1 0 0,0 1-1 0 0,0 0 0 0 0,1 0 0 0 0,-1-1 1 0 0,1 1-1 0 0,-1 0 0 0 0,1-1 0 0 0,1 1 1 0 0,-1 0-1 0 0,0-1 0 0 0,1 0 0 0 0,0 1 0 0 0,-1-1 1 0 0,1 0-1 0 0,1 0 0 0 0,-1 0 0 0 0,0 0 1 0 0,4 4-1 0 0,-1-4-45 0 0,0 0-1 0 0,0 1 1 0 0,0-2 0 0 0,0 1 0 0 0,0 0-1 0 0,1-1 1 0 0,-1 0 0 0 0,1 0 0 0 0,-1-1-1 0 0,1 0 1 0 0,0 0 0 0 0,-1 0 0 0 0,1 0-1 0 0,9-1 1 0 0,-5-1-82 0 0,1 1 0 0 0,-1-2 0 0 0,1 1 0 0 0,-1-1 0 0 0,0-1 0 0 0,0 0 0 0 0,0 0-1 0 0,0-1 1 0 0,9-6 0 0 0,-5 3-21 0 0,0-2 1 0 0,-1 0-1 0 0,0-1 0 0 0,0 0 0 0 0,15-17 1 0 0,-10 7 62 0 0,-1-1 0 0 0,0-1-1 0 0,-2-1 1 0 0,-1 0 0 0 0,0 0 0 0 0,17-45 0 0 0,10-34 1257 0 0,-40 100-1009 0 0,-6 23 186 0 0,-39 116 573 0 0,37-114-837 0 0,-6 44-1 0 0,13-61-68 0 0,-1 1 1 0 0,1 0-1 0 0,0 0 0 0 0,0 0 1 0 0,1-1-1 0 0,0 1 1 0 0,0 0-1 0 0,1-1 0 0 0,-1 1 1 0 0,1-1-1 0 0,5 10 1 0 0,-5-13-40 0 0,0 0 0 0 0,0 0 1 0 0,1 0-1 0 0,-1 0 0 0 0,1-1 1 0 0,0 1-1 0 0,0-1 1 0 0,0 0-1 0 0,0 1 0 0 0,0-1 1 0 0,0-1-1 0 0,0 1 0 0 0,1 0 1 0 0,-1-1-1 0 0,1 0 0 0 0,-1 0 1 0 0,1 0-1 0 0,0 0 1 0 0,0 0-1 0 0,-1-1 0 0 0,1 1 1 0 0,0-1-1 0 0,0 0 0 0 0,5-1 1 0 0,4 0-349 0 0,-1-1 0 0 0,0 0 0 0 0,0-1 0 0 0,0 0 1 0 0,0 0-1 0 0,14-8 0 0 0,-2 0-1026 0 0,-1-2 0 0 0,-1-1 0 0 0,0-1-1 0 0,-1 0 1 0 0,0-2 0 0 0,29-30 0 0 0,-11 5-3918 0 0</inkml:trace>
</inkml:ink>
</file>

<file path=ppt/ink/ink1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2:49.8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295 174 1560 0 0,'4'-27'2022'0'0,"0"3"766"0"0,-1-1 0 0 0,-2 0 0 0 0,-1-47 1030 0 0,-2 73-3217 0 0,-1 4-328 0 0,-1-1-1 0 0,1 0 1 0 0,0 1-1 0 0,0 0 0 0 0,1-1 1 0 0,-1 1-1 0 0,-1 8 0 0 0,-13 45 1011 0 0,8-27-693 0 0,-71 262 2448 0 0,20-69-1472 0 0,44-168-1293 0 0,-19 65 268 0 0,-21 141-1 0 0,53-248-777 0 0,2 0-1 0 0,-1 0 1 0 0,2 0-1 0 0,0-1 1 0 0,3 25-1 0 0,-2-37 79 0 0,-1 1-1 0 0,0-1 0 0 0,1 0 0 0 0,0 0 1 0 0,-1 0-1 0 0,1 0 0 0 0,0 1 1 0 0,0-1-1 0 0,-1 0 0 0 0,1 0 0 0 0,0 0 1 0 0,0-1-1 0 0,0 1 0 0 0,0 0 0 0 0,0 0 1 0 0,1 0-1 0 0,-1-1 0 0 0,0 1 1 0 0,0-1-1 0 0,0 1 0 0 0,1-1 0 0 0,-1 1 1 0 0,0-1-1 0 0,1 0 0 0 0,-1 1 1 0 0,0-1-1 0 0,0 0 0 0 0,1 0 0 0 0,-1 0 1 0 0,0 0-1 0 0,1 0 0 0 0,-1 0 1 0 0,0 0-1 0 0,1-1 0 0 0,-1 1 0 0 0,3-1 1 0 0,3-1-1579 0 0,1-1 1 0 0,-1 1-1 0 0,1-1 0 0 0,12-7 1 0 0,4-5-6212 0 0</inkml:trace>
</inkml:ink>
</file>

<file path=ppt/ink/ink1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2:50.4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0 126 628 0 0,'40'-114'14851'0'0,"-40"113"-14789"0"0,1 0-1 0 0,-1 1 0 0 0,0-1 0 0 0,0 0 1 0 0,1 1-1 0 0,-1-1 0 0 0,0 1 0 0 0,1-1 0 0 0,-1 1 1 0 0,1-1-1 0 0,-1 1 0 0 0,0-1 0 0 0,1 1 1 0 0,-1-1-1 0 0,1 1 0 0 0,0 0 0 0 0,-1-1 1 0 0,1 1-1 0 0,-1 0 0 0 0,1-1 0 0 0,0 1 0 0 0,-1 0 1 0 0,1 0-1 0 0,-1-1 0 0 0,1 1 0 0 0,1 0 1 0 0,-1 0 29 0 0,1 0 1 0 0,0 0 0 0 0,-1 1-1 0 0,1-1 1 0 0,-1 1-1 0 0,1-1 1 0 0,-1 1 0 0 0,1-1-1 0 0,-1 1 1 0 0,3 1 0 0 0,2 2 216 0 0,-1 0 1 0 0,1 0 0 0 0,8 10 0 0 0,-1 1 77 0 0,0 0 1 0 0,-2 1 0 0 0,1 1-1 0 0,-2 0 1 0 0,0 0-1 0 0,-2 1 1 0 0,0 0 0 0 0,0 1-1 0 0,6 26 1 0 0,-10-29-211 0 0,-1 0-1 0 0,0 0 1 0 0,-2 0-1 0 0,0 0 1 0 0,0 0 0 0 0,-1 0-1 0 0,-1 0 1 0 0,-1 0 0 0 0,0 0-1 0 0,-1 0 1 0 0,-1 0-1 0 0,-6 15 1 0 0,6-20-24 0 0,-1 1 0 0 0,-1-1 0 0 0,0 0 0 0 0,0-1 0 0 0,-1 1 0 0 0,-1-1 1 0 0,0-1-1 0 0,0 1 0 0 0,0-1 0 0 0,-11 8 0 0 0,18-16-119 0 0,0-1 0 0 0,0 1 1 0 0,0 0-1 0 0,0 0 0 0 0,0-1 1 0 0,0 1-1 0 0,-1 0 0 0 0,1-1 1 0 0,0 1-1 0 0,0-1 0 0 0,-1 0 0 0 0,1 1 1 0 0,0-1-1 0 0,0 0 0 0 0,-1 0 1 0 0,-1 0-1 0 0,2 0-23 0 0,1 0 0 0 0,-1 0 0 0 0,0-1 0 0 0,0 1-1 0 0,1 0 1 0 0,-1-1 0 0 0,0 1 0 0 0,0 0 0 0 0,1-1 0 0 0,-1 1 0 0 0,1-1 0 0 0,-1 1 0 0 0,0-1 0 0 0,1 1 0 0 0,-1-1 0 0 0,1 0 0 0 0,-1 1-1 0 0,1-1 1 0 0,-1-1 0 0 0,0 0-13 0 0,0 0 1 0 0,0-1-1 0 0,0 1 0 0 0,0-1 0 0 0,1 1 0 0 0,-1-1 0 0 0,1 1 0 0 0,0-1 0 0 0,0 1 0 0 0,-1-1 1 0 0,2 1-1 0 0,-1-1 0 0 0,1-3 0 0 0,3-7-71 0 0,0 0-1 0 0,1 0 1 0 0,1 0 0 0 0,0 1-1 0 0,1 0 1 0 0,0 0 0 0 0,1 0 0 0 0,16-18-1 0 0,6-2-491 0 0,47-40-1 0 0,-48 47 160 0 0,1 1 0 0 0,2 1-1 0 0,0 2 1 0 0,1 1-1 0 0,1 1 1 0 0,1 2-1 0 0,1 2 1 0 0,0 1-1 0 0,41-10 1 0 0,6 0 30 0 0,-81 23 361 0 0,1 1 39 0 0,-2 0 29 0 0,-1 0 0 0 0,1 0 0 0 0,0-1 1 0 0,0 1-1 0 0,0 0 0 0 0,-1 0 0 0 0,1 0 0 0 0,0 0 0 0 0,0 1 1 0 0,0-1-1 0 0,-1 0 0 0 0,1 0 0 0 0,0 0 0 0 0,0 1 0 0 0,-1-1 0 0 0,1 0 1 0 0,0 1-1 0 0,-1-1 0 0 0,1 0 0 0 0,0 1 0 0 0,-1-1 0 0 0,1 1 1 0 0,0-1-1 0 0,-1 1 0 0 0,1 0 0 0 0,-1-1 0 0 0,1 1 0 0 0,-1 0 1 0 0,0-1-1 0 0,1 1 0 0 0,-1 0 0 0 0,1-1 0 0 0,-1 1 0 0 0,0 0 0 0 0,0 0 1 0 0,1-1-1 0 0,-1 1 0 0 0,0 0 0 0 0,0 0 0 0 0,0-1 0 0 0,0 1 1 0 0,0 0-1 0 0,0 0 0 0 0,0 0 0 0 0,0-1 0 0 0,0 1 0 0 0,-1 1 1 0 0,-5 28 1001 0 0,-1 0 0 0 0,-2 0 0 0 0,-1-1 0 0 0,-21 42 0 0 0,11-25-681 0 0,17-38-324 0 0,-9 17 86 0 0,2 1 0 0 0,2 1-1 0 0,-9 36 1 0 0,17-37-25 0 0,0-25-113 0 0,0 0 0 0 0,0 0-1 0 0,0 0 1 0 0,0-1 0 0 0,0 1 0 0 0,0 0-1 0 0,0 0 1 0 0,1-1 0 0 0,-1 1 0 0 0,0 0 0 0 0,1 0-1 0 0,-1-1 1 0 0,1 1 0 0 0,-1 0 0 0 0,1-1-1 0 0,-1 1 1 0 0,1 0 0 0 0,-1-1 0 0 0,1 1-1 0 0,-1-1 1 0 0,1 1 0 0 0,0-1 0 0 0,-1 1-1 0 0,1-1 1 0 0,0 0 0 0 0,-1 1 0 0 0,1-1 0 0 0,0 0-1 0 0,0 0 1 0 0,1 1 0 0 0,5-1-326 0 0,1-1 1 0 0,-1 1-1 0 0,1-1 1 0 0,-1-1-1 0 0,0 1 0 0 0,1-1 1 0 0,-1-1-1 0 0,0 0 1 0 0,0 1-1 0 0,0-2 1 0 0,-1 1-1 0 0,1-1 0 0 0,9-8 1 0 0,11-8-2364 0 0,41-42 0 0 0,-57 52 2057 0 0,18-19-4482 0 0,47-62-1 0 0,-44 47-2045 0 0</inkml:trace>
</inkml:ink>
</file>

<file path=ppt/ink/ink1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2:50.6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125 157 316 0 0,'-51'-81'13712'0'0,"34"60"-10695"0"0,-28-31 0 0 0,44 52-3081 0 0,1 0 1 0 0,0-1-1 0 0,0 1 1 0 0,0 0 0 0 0,0 0-1 0 0,-1 0 1 0 0,1 0-1 0 0,0-1 1 0 0,0 1-1 0 0,0 0 1 0 0,-1 0-1 0 0,1 0 1 0 0,0 0-1 0 0,0 0 1 0 0,-1-1-1 0 0,1 1 1 0 0,0 0 0 0 0,0 0-1 0 0,-1 0 1 0 0,1 0-1 0 0,0 0 1 0 0,0 0-1 0 0,-1 0 1 0 0,1 0-1 0 0,0 0 1 0 0,0 0-1 0 0,-1 0 1 0 0,1 0 0 0 0,0 0-1 0 0,0 0 1 0 0,-1 0-1 0 0,1 0 1 0 0,0 1-1 0 0,0-1 1 0 0,-1 0-1 0 0,1 0 1 0 0,0 0-1 0 0,0 0 1 0 0,-1 0-1 0 0,1 1 1 0 0,0-1 0 0 0,0 0-1 0 0,0 0 1 0 0,-1 0-1 0 0,1 1 1 0 0,0-1-1 0 0,0 0 1 0 0,0 0-1 0 0,0 0 1 0 0,0 1-1 0 0</inkml:trace>
</inkml:ink>
</file>

<file path=ppt/ink/ink1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2:50.8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0 1612 0 0,'-9'19'19579'0'0,"7"-12"-17834"0"0,25 39 1643 0 0,53 80-1 0 0,4 7-2603 0 0,15 57-475 0 0,-56-107-5640 0 0,-28-63 2336 0 0</inkml:trace>
</inkml:ink>
</file>

<file path=ppt/ink/ink1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2:51.1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546 162 3116 0 0,'1'-18'3154'0'0,"0"1"-1"0"0,-4-27 0 0 0,3 39-2588 0 0,-1-1 0 0 0,0 1 1 0 0,0 0-1 0 0,0 0 0 0 0,-1 0 0 0 0,1 0 0 0 0,-1 0 0 0 0,-1 0 0 0 0,1 1 0 0 0,-1-1 0 0 0,0 0 0 0 0,-6-6 0 0 0,8 9-432 0 0,0 1-1 0 0,-1 0 1 0 0,1 0-1 0 0,-1 0 0 0 0,1 0 1 0 0,-1 1-1 0 0,0-1 1 0 0,1 0-1 0 0,-1 1 0 0 0,0-1 1 0 0,1 1-1 0 0,-1-1 0 0 0,0 1 1 0 0,0 0-1 0 0,0 0 1 0 0,1 0-1 0 0,-4 0 0 0 0,1 0 70 0 0,-1 1 1 0 0,1 0-1 0 0,-1 0 0 0 0,1 0 0 0 0,0 0 0 0 0,-5 3 0 0 0,-16 8 274 0 0,0 2 1 0 0,1 0-1 0 0,1 2 0 0 0,0 1 1 0 0,2 0-1 0 0,-1 2 0 0 0,-24 28 1 0 0,8-3-307 0 0,2 1 1 0 0,-47 78 0 0 0,50-62-1035 0 0,10-16-1999 0 0,-3-4-5045 0 0</inkml:trace>
</inkml:ink>
</file>

<file path=ppt/ink/ink1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2:51.4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395 113 2028 0 0,'-2'0'279'0'0,"-362"-74"16725"0"0,338 65-15576 0 0,23 8-1120 0 0,6 0-60 0 0,11-4-155 0 0,0 2 0 0 0,1 0 0 0 0,-1 0 0 0 0,1 1 0 0 0,0 1 0 0 0,17 1 0 0 0,4-1-13 0 0,715-8 138 0 0,-448 11-4020 0 0,-277-1 2219 0 0,19-1-7153 0 0</inkml:trace>
</inkml:ink>
</file>

<file path=ppt/ink/ink1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2:51.9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320 33 2144 0 0,'-4'-32'15172'0'0,"4"32"-15080"0"0,-1 0 0 0 0,1 0 0 0 0,0 0 0 0 0,0 0 0 0 0,-1-1 0 0 0,-8 12 1445 0 0,-9 19-367 0 0,-73 161 2885 0 0,-39 100-3096 0 0,93-205-1046 0 0,29-66-2159 0 0,-10 42 1 0 0,15-50 671 0 0,5 4-1486 0 0</inkml:trace>
</inkml:ink>
</file>

<file path=ppt/ink/ink1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2:52.3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314 85 784 0 0,'3'-3'805'0'0,"0"0"-1"0"0,0 0 0 0 0,-1-1 1 0 0,0 1-1 0 0,0-1 1 0 0,0 1-1 0 0,0-1 1 0 0,0 0-1 0 0,-1 0 1 0 0,1 0-1 0 0,-1 0 1 0 0,0 0-1 0 0,0 0 1 0 0,-1 0-1 0 0,1 0 1 0 0,-1-7-1 0 0,0 10-703 0 0,-1 0-1 0 0,1 0 1 0 0,-1 1-1 0 0,1-1 1 0 0,0 0-1 0 0,-1 0 1 0 0,1 1-1 0 0,-1-1 1 0 0,0 0 0 0 0,1 0-1 0 0,-1 1 1 0 0,1-1-1 0 0,-1 1 1 0 0,0-1-1 0 0,0 1 1 0 0,1-1-1 0 0,-1 1 1 0 0,0-1 0 0 0,0 1-1 0 0,0 0 1 0 0,1-1-1 0 0,-1 1 1 0 0,0 0-1 0 0,0 0 1 0 0,0 0-1 0 0,0-1 1 0 0,0 1-1 0 0,0 0 1 0 0,0 0 0 0 0,1 0-1 0 0,-1 1 1 0 0,0-1-1 0 0,-1 0 1 0 0,-27 5 993 0 0,17-1-966 0 0,0 1 0 0 0,0 1-1 0 0,1 0 1 0 0,0 0 0 0 0,1 1-1 0 0,-1 1 1 0 0,1-1 0 0 0,1 2 0 0 0,-1-1-1 0 0,1 1 1 0 0,1 1 0 0 0,0 0 0 0 0,-13 20-1 0 0,20-28-124 0 0,0-1-1 0 0,0 1 0 0 0,0-1 1 0 0,0 1-1 0 0,1 0 0 0 0,-1 0 1 0 0,1-1-1 0 0,-1 1 0 0 0,1 0 1 0 0,-1 0-1 0 0,1 0 0 0 0,0 0 1 0 0,0 0-1 0 0,0-1 0 0 0,0 1 1 0 0,0 0-1 0 0,1 0 0 0 0,-1 0 1 0 0,1 0-1 0 0,-1-1 0 0 0,2 4 1 0 0,0-2-2 0 0,-1 0 0 0 0,1-1 0 0 0,0 1 1 0 0,1-1-1 0 0,-1 1 0 0 0,0-1 0 0 0,1 0 1 0 0,-1 0-1 0 0,1 0 0 0 0,0 0 0 0 0,4 2 1 0 0,6 2 3 0 0,1 0 0 0 0,0-1 0 0 0,0-1 1 0 0,19 4-1 0 0,-17-4-38 0 0,28 9 0 0 0,-40-11 65 0 0,0-1 0 0 0,0 1 1 0 0,0 0-1 0 0,0 1 1 0 0,0-1-1 0 0,0 1 0 0 0,-1 0 1 0 0,0 0-1 0 0,1 0 1 0 0,-1 0-1 0 0,3 4 1 0 0,-5-4 50 0 0,0-1-1 0 0,0 0 1 0 0,-1 1 0 0 0,1-1 0 0 0,-1 1 0 0 0,1-1 0 0 0,-1 1 0 0 0,0-1 0 0 0,0 1 0 0 0,0-1 0 0 0,0 1 0 0 0,-1-1 0 0 0,1 1-1 0 0,-1-1 1 0 0,1 1 0 0 0,-1-1 0 0 0,0 0 0 0 0,0 1 0 0 0,0-1 0 0 0,0 0 0 0 0,-3 4 0 0 0,-2 3 90 0 0,-1 1 1 0 0,0-1-1 0 0,-1 0 1 0 0,0 0-1 0 0,-1-1 1 0 0,0 0-1 0 0,0-1 1 0 0,0 0-1 0 0,-1 0 1 0 0,-12 6-1 0 0,12-8-179 0 0,1-1-1 0 0,-1 1 0 0 0,0-1 0 0 0,-1-1 0 0 0,1 0 0 0 0,-1 0 0 0 0,1-1 0 0 0,-1-1 0 0 0,0 0 0 0 0,1 0 0 0 0,-16-1 0 0 0,22-1-266 0 0,0 1-1 0 0,-1-1 1 0 0,1 0 0 0 0,0 0-1 0 0,0-1 1 0 0,0 1-1 0 0,1-1 1 0 0,-1 0-1 0 0,0 0 1 0 0,1 0-1 0 0,-1 0 1 0 0,1-1 0 0 0,0 0-1 0 0,-1 1 1 0 0,1-1-1 0 0,1 0 1 0 0,-5-5-1 0 0,3 1-1036 0 0,-1 0-1 0 0,1 0 1 0 0,1-1-1 0 0,-1 1 0 0 0,1-1 1 0 0,0 0-1 0 0,-2-15 1 0 0,-2-10-5706 0 0</inkml:trace>
</inkml:ink>
</file>

<file path=ppt/ink/ink1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2:52.5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 82 1704 0 0,'-3'-16'3016'0'0,"3"6"-775"0"0,-4 0-425 0 0,3 1 1192 0 0,-3-4-960 0 0,3-1-408 0 0,-1 4-1516 0 0,9 17-1936 0 0</inkml:trace>
</inkml:ink>
</file>

<file path=ppt/ink/ink1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2:56.2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 3200 0 0,'52'2'12263'0'0,"-48"-2"-11088"0"0,27-2 2291 0 0,-17 0-3953 0 0</inkml:trace>
</inkml:ink>
</file>

<file path=ppt/ink/ink1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2:53.2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394 79 1160 0 0,'10'-12'2261'0'0,"-7"9"-1520"0"0,0 0-1 0 0,0 0 1 0 0,0-1-1 0 0,0 1 0 0 0,0-1 1 0 0,-1 1-1 0 0,0-1 0 0 0,0 0 1 0 0,0 0-1 0 0,0 0 0 0 0,0-1 1 0 0,-1 1-1 0 0,2-8 1 0 0,-3 12-722 0 0,0 0 1 0 0,0-1-1 0 0,0 1 1 0 0,0 0-1 0 0,0 0 1 0 0,0-1-1 0 0,0 1 1 0 0,-1 0-1 0 0,1 0 1 0 0,0-1-1 0 0,0 1 1 0 0,0 0-1 0 0,0-1 1 0 0,0 1 0 0 0,0 0-1 0 0,-1 0 1 0 0,1 0-1 0 0,0-1 1 0 0,0 1-1 0 0,0 0 1 0 0,-1 0-1 0 0,1 0 1 0 0,0-1-1 0 0,0 1 1 0 0,-1 0-1 0 0,1 0 1 0 0,0 0-1 0 0,-1 0 1 0 0,1 0-1 0 0,0 0 1 0 0,0 0 0 0 0,-1 0-1 0 0,1-1 1 0 0,-1 1-1 0 0,-13 2 328 0 0,-13 7-96 0 0,-36 20-56 0 0,0 2 1 0 0,-98 66-1 0 0,158-95-200 0 0,-15 14 6 0 0,18-16-1 0 0,-1 0 1 0 0,1 0-1 0 0,0 1 1 0 0,0-1-1 0 0,-1 0 1 0 0,1 1 0 0 0,0-1-1 0 0,0 0 1 0 0,-1 1-1 0 0,1-1 1 0 0,0 0-1 0 0,0 1 1 0 0,0-1-1 0 0,0 0 1 0 0,0 1 0 0 0,0-1-1 0 0,0 1 1 0 0,-1-1-1 0 0,1 0 1 0 0,0 1-1 0 0,0-1 1 0 0,0 0-1 0 0,0 1 1 0 0,1-1-1 0 0,-1 1 1 0 0,0-1 0 0 0,0 0-1 0 0,0 1 1 0 0,0-1-1 0 0,0 1 1 0 0,0-1-1 0 0,1 0 1 0 0,-1 1-1 0 0,0-1 1 0 0,0 0 0 0 0,0 0-1 0 0,1 1 1 0 0,-1-1-1 0 0,0 0 1 0 0,1 1-1 0 0,-1-1 1 0 0,0 0-1 0 0,0 0 1 0 0,1 1 0 0 0,-1-1-1 0 0,0 0 1 0 0,1 0-1 0 0,-1 0 1 0 0,1 0-1 0 0,-1 0 1 0 0,0 1-1 0 0,1-1 1 0 0,-1 0 0 0 0,1 0-1 0 0,73 18-19 0 0,-50-13 6 0 0,0 1-1 0 0,44 18 0 0 0,-52-17 182 0 0,-1 1 1 0 0,0 1-1 0 0,15 11 1 0 0,-24-15-72 0 0,0 0-1 0 0,0 0 1 0 0,0 1 0 0 0,-1-1 0 0 0,0 1 0 0 0,0 1 0 0 0,-1-1 0 0 0,1 1-1 0 0,2 7 1 0 0,-5-11 51 0 0,-1 0 0 0 0,0 0-1 0 0,0 1 1 0 0,-1-1-1 0 0,1 0 1 0 0,-1 1 0 0 0,1-1-1 0 0,-1 1 1 0 0,0-1 0 0 0,0 0-1 0 0,-1 1 1 0 0,1-1 0 0 0,-1 1-1 0 0,1-1 1 0 0,-1 0-1 0 0,0 0 1 0 0,-1 1 0 0 0,1-1-1 0 0,0 0 1 0 0,-1 0 0 0 0,0 0-1 0 0,1 0 1 0 0,-1 0 0 0 0,-1-1-1 0 0,1 1 1 0 0,0-1-1 0 0,0 1 1 0 0,-5 3 0 0 0,-3 2 193 0 0,0-1 1 0 0,0 0-1 0 0,0 0 1 0 0,-1-1-1 0 0,0 0 1 0 0,-17 7-1 0 0,13-8-161 0 0,1-1 0 0 0,-1 0 0 0 0,0-1-1 0 0,0 0 1 0 0,0-2 0 0 0,0 1 0 0 0,-19-2-1 0 0,22-1-159 0 0,1 0 0 0 0,0 0 0 0 0,0-1 0 0 0,0 0 0 0 0,0-1-1 0 0,0-1 1 0 0,1 0 0 0 0,-1 0 0 0 0,1-1 0 0 0,-14-8-1 0 0,22 12-119 0 0,1 0 0 0 0,-1 0-1 0 0,1 0 1 0 0,-1 0-1 0 0,1 0 1 0 0,0 0-1 0 0,-1-1 1 0 0,1 1 0 0 0,0-1-1 0 0,0 1 1 0 0,0-1-1 0 0,0 1 1 0 0,0-1 0 0 0,0 1-1 0 0,0-1 1 0 0,0 0-1 0 0,1 0 1 0 0,-2-3 0 0 0,2 4-65 0 0,1-1 1 0 0,-1 0 0 0 0,0 1-1 0 0,0-1 1 0 0,1 1 0 0 0,-1-1 0 0 0,1 1-1 0 0,-1-1 1 0 0,1 1 0 0 0,0-1 0 0 0,-1 1-1 0 0,1 0 1 0 0,0-1 0 0 0,0 1-1 0 0,0 0 1 0 0,0 0 0 0 0,2-2 0 0 0,5-4-1480 0 0,1 1 0 0 0,-1-1 0 0 0,1 2 0 0 0,1-1 1 0 0,10-3-1 0 0,-15 6 116 0 0,19-10-5403 0 0</inkml:trace>
</inkml:ink>
</file>

<file path=ppt/ink/ink1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2:53.4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62 892 0 0,'37'-40'14133'0'0,"-23"22"-9767"0"0,-14 18-4311 0 0,0-1 1 0 0,0 1-1 0 0,1 0 0 0 0,-1 0 0 0 0,0-1 1 0 0,0 1-1 0 0,0 0 0 0 0,1 0 0 0 0,-1 0 1 0 0,0 0-1 0 0,0-1 0 0 0,1 1 1 0 0,-1 0-1 0 0,0 0 0 0 0,0 0 0 0 0,1 0 1 0 0,-1 0-1 0 0,0 0 0 0 0,1 0 0 0 0,-1 0 1 0 0,0-1-1 0 0,0 1 0 0 0,1 0 0 0 0,-1 0 1 0 0,0 0-1 0 0,1 1 0 0 0,-1-1 0 0 0,0 0 1 0 0,0 0-1 0 0,1 0 0 0 0,-1 0 0 0 0,0 0 1 0 0,1 0-1 0 0,-1 0 0 0 0,3 10 257 0 0,-1-1 1 0 0,0 1-1 0 0,-1-1 0 0 0,0 1 0 0 0,-1 0 0 0 0,0 11 0 0 0,-9 64 240 0 0,2-31-324 0 0,-1 5-409 0 0,-1 24-1936 0 0,8-70 351 0 0,1 1-1 0 0,0-1 0 0 0,5 26 0 0 0,5-20-5039 0 0</inkml:trace>
</inkml:ink>
</file>

<file path=ppt/ink/ink1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2:53.9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21 142 1888 0 0,'33'-73'16262'0'0,"-32"71"-15684"0"0,9 20 836 0 0,-7-6-1131 0 0,0 1 0 0 0,-1 0 1 0 0,0-1-1 0 0,-1 1 0 0 0,0 20 0 0 0,-9 66 270 0 0,7-91-508 0 0,-6 41 258 0 0,-17 57 0 0 0,23-100-277 0 0,1-5-36 0 0,-1 0 0 0 0,1 0-1 0 0,0 0 1 0 0,-1 0 0 0 0,1 0-1 0 0,0 0 1 0 0,-1 0-1 0 0,1 0 1 0 0,-1 0 0 0 0,1-1-1 0 0,-1 1 1 0 0,0 0-1 0 0,1 0 1 0 0,-1 0 0 0 0,0-1-1 0 0,1 1 1 0 0,-1 0 0 0 0,0-1-1 0 0,0 1 1 0 0,0-1-1 0 0,0 1 1 0 0,0-1 0 0 0,0 1-1 0 0,-1 0 1 0 0,1-1-13 0 0,0 0 1 0 0,1 0-1 0 0,-1 0 1 0 0,0-1-1 0 0,1 1 1 0 0,-1 0 0 0 0,0 0-1 0 0,1 0 1 0 0,-1-1-1 0 0,1 1 1 0 0,-1 0-1 0 0,0 0 1 0 0,1-1-1 0 0,-1 1 1 0 0,1-1-1 0 0,-1 1 1 0 0,1-1-1 0 0,-1 1 1 0 0,1 0-1 0 0,-1-1 1 0 0,1 0-1 0 0,-1 1 1 0 0,1-1 0 0 0,0 1-1 0 0,-1-1 1 0 0,1 1-1 0 0,0-1 1 0 0,0 0-1 0 0,-1 1 1 0 0,1-1-1 0 0,0 0 1 0 0,0 1-1 0 0,0-1 1 0 0,0 0-1 0 0,-2-8-106 0 0,2 0-1 0 0,-1 0 0 0 0,1 0 1 0 0,1 0-1 0 0,-1 1 0 0 0,2-1 1 0 0,-1 0-1 0 0,1 0 0 0 0,4-12 1 0 0,3-3-25 0 0,0 1 1 0 0,14-25 0 0 0,-7 19 78 0 0,0 1 1 0 0,2 1-1 0 0,1 1 1 0 0,25-27-1 0 0,-36 44 65 0 0,0 0 1 0 0,0 1-1 0 0,1 0 0 0 0,1 1 0 0 0,-1 0 1 0 0,1 1-1 0 0,0 0 0 0 0,1 0 0 0 0,-1 1 1 0 0,1 0-1 0 0,0 1 0 0 0,1 0 0 0 0,-1 1 1 0 0,21-4-1 0 0,-25 7 52 0 0,-1 0 0 0 0,1 0 0 0 0,0 0 0 0 0,-1 1 0 0 0,1 0 0 0 0,-1 0 0 0 0,1 0 0 0 0,-1 1 0 0 0,1 0 0 0 0,-1 0 0 0 0,0 1 0 0 0,0 0 0 0 0,0 0 0 0 0,0 0 0 0 0,-1 1 0 0 0,1 0 0 0 0,-1 0 0 0 0,0 0 0 0 0,0 0 0 0 0,0 1 0 0 0,-1 0-1 0 0,1 0 1 0 0,-1 1 0 0 0,-1-1 0 0 0,6 11 0 0 0,-3-6 117 0 0,-2 1-1 0 0,1 0 0 0 0,-1 0 1 0 0,-1 0-1 0 0,0 0 0 0 0,-1 1 0 0 0,0 0 1 0 0,-1-1-1 0 0,0 1 0 0 0,-1 0 1 0 0,0-1-1 0 0,-1 1 0 0 0,-4 21 0 0 0,-6 8-574 0 0,-2-1-1 0 0,-34 72 0 0 0,47-111 333 0 0,-1-1 0 0 0,1 0 0 0 0,0 1 0 0 0,-1-1 0 0 0,1 1 1 0 0,0-1-1 0 0,-1 1 0 0 0,1-1 0 0 0,0 0 0 0 0,0 1 0 0 0,0-1 1 0 0,0 1-1 0 0,-1-1 0 0 0,1 1 0 0 0,0-1 0 0 0,0 1 0 0 0,0-1 0 0 0,0 1 1 0 0,0-1-1 0 0,0 1 0 0 0,0-1 0 0 0,0 1 0 0 0,0-1 0 0 0,0 1 1 0 0,1-1-1 0 0,-1 1 0 0 0,0-1 0 0 0,0 1 0 0 0,0-1 0 0 0,1 1 1 0 0,-1-1-1 0 0,0 1 0 0 0,0-1 0 0 0,1 1 0 0 0,-1-1 0 0 0,0 0 0 0 0,1 1 1 0 0,-1-1-1 0 0,1 0 0 0 0,-1 1 0 0 0,0-1 0 0 0,1 0 0 0 0,-1 0 1 0 0,1 1-1 0 0,-1-1 0 0 0,1 0 0 0 0,-1 0 0 0 0,1 0 0 0 0,-1 1 1 0 0,1-1-1 0 0,-1 0 0 0 0,1 0 0 0 0,-1 0 0 0 0,1 0 0 0 0,-1 0 0 0 0,1 0 1 0 0,-1 0-1 0 0,1 0 0 0 0,-1 0 0 0 0,1-1 0 0 0,-1 1 0 0 0,1 0 1 0 0,-1 0-1 0 0,1 0 0 0 0,-1 0 0 0 0,1-1 0 0 0,38-13-2640 0 0,-17 3-54 0 0,40-26 0 0 0,-44 24 1285 0 0,26-15-2519 0 0</inkml:trace>
</inkml:ink>
</file>

<file path=ppt/ink/ink1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2:54.4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501 207 1264 0 0,'29'-19'1396'0'0,"4"-2"1274"0"0,34-30-1 0 0,-59 44-1783 0 0,0 0-1 0 0,0-1 0 0 0,-1 0 1 0 0,0 0-1 0 0,0-1 0 0 0,-1 0 1 0 0,0 0-1 0 0,9-19 0 0 0,-15 27-832 0 0,1 1 0 0 0,-1-1-1 0 0,0 1 1 0 0,1-1-1 0 0,-1 1 1 0 0,0-1-1 0 0,0 1 1 0 0,1-1-1 0 0,-1 1 1 0 0,0-1 0 0 0,0 1-1 0 0,0-1 1 0 0,0 0-1 0 0,0 1 1 0 0,0-1-1 0 0,0 1 1 0 0,0-1-1 0 0,0 0 1 0 0,0 1 0 0 0,0-1-1 0 0,0 1 1 0 0,0-1-1 0 0,0 1 1 0 0,-1-1-1 0 0,1 1 1 0 0,0-1 0 0 0,0 1-1 0 0,-1-1 1 0 0,1 1-1 0 0,0-1 1 0 0,-1 1-1 0 0,1-1 1 0 0,0 1-1 0 0,-1-1 1 0 0,1 1 0 0 0,-1 0-1 0 0,1-1 1 0 0,-1 1-1 0 0,1 0 1 0 0,-1-1-1 0 0,1 1 1 0 0,-1 0-1 0 0,1 0 1 0 0,-1-1 0 0 0,0 1-1 0 0,-2 0 18 0 0,1 0-1 0 0,0-1 1 0 0,-1 2-1 0 0,1-1 1 0 0,0 0-1 0 0,0 0 1 0 0,-1 1-1 0 0,1-1 1 0 0,-4 2-1 0 0,-11 7 152 0 0,0 0 1 0 0,1 1-1 0 0,1 0 0 0 0,-1 1 0 0 0,2 1 0 0 0,-16 15 0 0 0,13-12-34 0 0,-7 8-9 0 0,0 0 1 0 0,2 2-1 0 0,-21 27 1 0 0,32-36-125 0 0,1 0-1 0 0,0 0 1 0 0,1 1-1 0 0,1 0 1 0 0,0 0-1 0 0,-9 34 1 0 0,16-48-54 0 0,0 0 0 0 0,1 0 0 0 0,-1 0 0 0 0,1 1 0 0 0,0-1 0 0 0,0 0 0 0 0,0 0 0 0 0,0 1 0 0 0,0-1 0 0 0,1 0 0 0 0,-1 0 0 0 0,1 1 0 0 0,0-1 0 0 0,0 0 1 0 0,0 0-1 0 0,1 0 0 0 0,-1 0 0 0 0,1 0 0 0 0,-1 0 0 0 0,1-1 0 0 0,0 1 0 0 0,0-1 0 0 0,0 1 0 0 0,1-1 0 0 0,2 3 0 0 0,-1-3-40 0 0,-1 0 1 0 0,0 0-1 0 0,0 0 0 0 0,0-1 1 0 0,1 0-1 0 0,-1 0 0 0 0,1 0 1 0 0,-1 0-1 0 0,1 0 1 0 0,0-1-1 0 0,-1 1 0 0 0,1-1 1 0 0,-1 0-1 0 0,1 0 0 0 0,0 0 1 0 0,-1-1-1 0 0,1 1 0 0 0,-1-1 1 0 0,1 0-1 0 0,-1 0 1 0 0,1 0-1 0 0,6-4 0 0 0,6-3-157 0 0,0-1 1 0 0,-1-1-1 0 0,0 0 0 0 0,0-1 0 0 0,-1-1 1 0 0,23-24-1 0 0,64-90 84 0 0,-55 64 1077 0 0,-36 53-787 0 0,-10 8-174 0 0,0 1 1 0 0,0 0 0 0 0,0 0-1 0 0,0 0 1 0 0,0 0-1 0 0,1 0 1 0 0,-1 0 0 0 0,0 0-1 0 0,0 0 1 0 0,0 0-1 0 0,0 0 1 0 0,0 0 0 0 0,0 0-1 0 0,0 0 1 0 0,1 0-1 0 0,-1 0 1 0 0,0 0 0 0 0,0 0-1 0 0,0 0 1 0 0,0 1-1 0 0,0-1 1 0 0,0 0-1 0 0,0 0 1 0 0,0 0 0 0 0,0 0-1 0 0,1 0 1 0 0,-1 0-1 0 0,0 0 1 0 0,0 0 0 0 0,0 0-1 0 0,0 0 1 0 0,0 0-1 0 0,0 0 1 0 0,0 1 0 0 0,0-1-1 0 0,0 0 1 0 0,0 0-1 0 0,0 0 1 0 0,0 0 0 0 0,0 0-1 0 0,0 0 1 0 0,0 0-1 0 0,0 0 1 0 0,0 1 0 0 0,0-1-1 0 0,0 0 1 0 0,0 0-1 0 0,0 0 1 0 0,0 0 0 0 0,-3 25 321 0 0,3-23-307 0 0,-68 390 2570 0 0,-43 208 125 0 0,99-548-2386 0 0,-2-1-1 0 0,-22 57 1 0 0,30-94-223 0 0,0 0 1 0 0,-1 0-1 0 0,-1 0 1 0 0,0-1-1 0 0,-1 0 0 0 0,0 0 1 0 0,-1-1-1 0 0,0-1 1 0 0,-1 1-1 0 0,-1-2 1 0 0,-24 19-1 0 0,27-24-39 0 0,-1 0-1 0 0,1-1 1 0 0,-1 0-1 0 0,-1 0 1 0 0,1-1-1 0 0,0 0 0 0 0,-1-1 1 0 0,1 0-1 0 0,-1-1 1 0 0,0 0-1 0 0,1-1 1 0 0,-1 0-1 0 0,0 0 0 0 0,0-2 1 0 0,1 1-1 0 0,-1-1 1 0 0,1 0-1 0 0,0-1 1 0 0,-19-8-1 0 0,20 7-41 0 0,1 0-1 0 0,-1 0 1 0 0,1-1 0 0 0,0 0-1 0 0,0 0 1 0 0,1-1-1 0 0,0 0 1 0 0,0 0 0 0 0,0-1-1 0 0,1 0 1 0 0,-1 0-1 0 0,2-1 1 0 0,-1 0 0 0 0,1 0-1 0 0,0 0 1 0 0,1 0-1 0 0,0-1 1 0 0,1 1 0 0 0,-1-1-1 0 0,1 0 1 0 0,1 0 0 0 0,-3-17-1 0 0,5 10-79 0 0,0 0 1 0 0,0 0-1 0 0,2 0 1 0 0,0 1-1 0 0,0-1 0 0 0,2 1 1 0 0,0-1-1 0 0,0 1 0 0 0,11-21 1 0 0,2-1-628 0 0,3 0 1 0 0,33-48 0 0 0,-13 28-1188 0 0,3 3 1 0 0,93-92-1 0 0,-64 81-3212 0 0,119-84 0 0 0,-146 117 1129 0 0,0 0-1804 0 0</inkml:trace>
</inkml:ink>
</file>

<file path=ppt/ink/ink1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2:54.8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0 240 848 0 0,'8'-8'2573'0'0,"0"-1"0"0"0,-1 0-1 0 0,0 0 1 0 0,-1 0 0 0 0,9-17-1 0 0,-11 18-1288 0 0,-3 6-572 0 0,2-4 604 0 0,-5 15 318 0 0,-6 11-1134 0 0,0 1 0 0 0,2 0 0 0 0,-7 40 0 0 0,-1 69 68 0 0,13-118-566 0 0,1 0 0 0 0,0 0 1 0 0,0 0-1 0 0,1 0 1 0 0,1-1-1 0 0,0 1 1 0 0,1 0-1 0 0,5 13 1 0 0,-7-21-111 0 0,1-1 0 0 0,-1 1 1 0 0,1 0-1 0 0,0-1 0 0 0,1 1 0 0 0,-1-1 1 0 0,0 0-1 0 0,1 0 0 0 0,0 0 1 0 0,0 0-1 0 0,0 0 0 0 0,0-1 0 0 0,0 1 1 0 0,0-1-1 0 0,1 0 0 0 0,-1 0 0 0 0,1 0 1 0 0,0 0-1 0 0,0-1 0 0 0,-1 1 0 0 0,1-1 1 0 0,0 0-1 0 0,0 0 0 0 0,0 0 0 0 0,0-1 1 0 0,0 0-1 0 0,5 1 0 0 0,2-2-332 0 0,0-1-1 0 0,0 0 1 0 0,0 0 0 0 0,0-1-1 0 0,-1 0 1 0 0,1-1 0 0 0,-1 0-1 0 0,0-1 1 0 0,0 0-1 0 0,-1 0 1 0 0,1-1 0 0 0,-1 0-1 0 0,15-14 1 0 0,0-2-293 0 0,-1-1-1 0 0,-1-1 1 0 0,27-37-1 0 0,-11 7 261 0 0,51-98 0 0 0,-22 3 4340 0 0,-51 105-1942 0 0,-15 43-1602 0 0,-9 14 427 0 0,-2 7-243 0 0,1 0 1 0 0,1 0-1 0 0,-7 29 0 0 0,4-12-217 0 0,-2 5-85 0 0,1 1 0 0 0,3 0 0 0 0,-6 56 0 0 0,15-95-268 0 0,-1 1 1 0 0,1 0 0 0 0,0 0-1 0 0,1-1 1 0 0,-1 1-1 0 0,1 0 1 0 0,0-1-1 0 0,0 1 1 0 0,1 0-1 0 0,-1-1 1 0 0,1 1-1 0 0,0-1 1 0 0,0 0-1 0 0,0 0 1 0 0,5 7-1 0 0,-4-9-114 0 0,-1 1 0 0 0,1-1 0 0 0,-1 0 0 0 0,1 0-1 0 0,0 0 1 0 0,0 0 0 0 0,0 0 0 0 0,0-1 0 0 0,0 1-1 0 0,0-1 1 0 0,1 0 0 0 0,-1 1 0 0 0,0-2 0 0 0,1 1 0 0 0,-1 0-1 0 0,1-1 1 0 0,-1 1 0 0 0,0-1 0 0 0,1 0 0 0 0,-1 0-1 0 0,8-2 1 0 0,1 0-945 0 0,-1-1-1 0 0,1 0 1 0 0,0 0-1 0 0,-1-2 1 0 0,0 1-1 0 0,13-9 1 0 0,19-12-4481 0 0</inkml:trace>
</inkml:ink>
</file>

<file path=ppt/ink/ink1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2:55.1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173 156 728 0 0,'14'-25'5450'0'0,"21"-48"1"0"0,-10 17 968 0 0,-24 54-5961 0 0,-8 21 1049 0 0,-43 130 2276 0 0,-37 183 0 0 0,50-165-2405 0 0,-16 85-181 0 0,47-228-1162 0 0,4-14-1719 0 0,0 0 1 0 0,-2 19-1 0 0,4-29 1541 0 0,0 1 0 0 0,1-1-1 0 0,-1 1 1 0 0,0-1 0 0 0,0 1-1 0 0,0-1 1 0 0,0 1 0 0 0,1-1-1 0 0,-1 1 1 0 0,0-1 0 0 0,0 0-1 0 0,1 1 1 0 0,-1-1 0 0 0,0 1-1 0 0,1-1 1 0 0,-1 0 0 0 0,0 1-1 0 0,1-1 1 0 0,-1 0 0 0 0,1 0-1 0 0,-1 1 1 0 0,0-1 0 0 0,1 0-1 0 0,-1 0 1 0 0,1 1 0 0 0,-1-1 0 0 0,1 0-1 0 0,-1 0 1 0 0,1 0 0 0 0,0 0-1 0 0,14 1-1803 0 0,-13-1 1833 0 0,8 1-1348 0 0,0-2-1 0 0,0 0 0 0 0,0 0 1 0 0,9-3-1 0 0,-8 2-461 0 0,20-4-5069 0 0</inkml:trace>
</inkml:ink>
</file>

<file path=ppt/ink/ink1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2:56.0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264 295 1588 0 0,'7'-5'720'0'0,"23"-18"3686"0"0,41-40 0 0 0,-64 56-3600 0 0,0 0 1 0 0,-1 0-1 0 0,0 0 0 0 0,-1-1 0 0 0,1 0 1 0 0,-2 0-1 0 0,1-1 0 0 0,-1 1 0 0 0,0-1 1 0 0,-1 0-1 0 0,4-14 0 0 0,-7 22-758 0 0,0 0 1 0 0,0 0-1 0 0,0 0 0 0 0,0 0 1 0 0,-1 0-1 0 0,1 0 0 0 0,0 0 0 0 0,-1 1 1 0 0,1-1-1 0 0,-1 0 0 0 0,1 0 0 0 0,-1 0 1 0 0,1 1-1 0 0,-1-1 0 0 0,1 0 0 0 0,-1 0 1 0 0,0 1-1 0 0,1-1 0 0 0,-1 1 0 0 0,0-1 1 0 0,0 1-1 0 0,0-1 0 0 0,1 1 0 0 0,-1-1 1 0 0,0 1-1 0 0,0 0 0 0 0,0-1 0 0 0,0 1 1 0 0,0 0-1 0 0,0 0 0 0 0,1-1 0 0 0,-1 1 1 0 0,0 0-1 0 0,0 0 0 0 0,0 0 0 0 0,-2 1 1 0 0,-10 1 29 0 0,0 0-1 0 0,-1 1 1 0 0,1 1 0 0 0,0 0 0 0 0,1 1-1 0 0,-1 1 1 0 0,1 0 0 0 0,0 0 0 0 0,0 1 0 0 0,1 0-1 0 0,-12 11 1 0 0,-6 6-14 0 0,1 1-1 0 0,-49 55 1 0 0,56-54-12 0 0,-30 47-1 0 0,45-62-60 0 0,-1 1 1 0 0,2-1-1 0 0,-1 1 0 0 0,2 0 0 0 0,0 0 0 0 0,0 1 0 0 0,-3 17 0 0 0,7-28-13 0 0,0 0 0 0 0,-1 0-1 0 0,1 1 1 0 0,0-1-1 0 0,0 0 1 0 0,0 0 0 0 0,0 0-1 0 0,1 1 1 0 0,-1-1-1 0 0,1 0 1 0 0,-1 0 0 0 0,1 0-1 0 0,0 0 1 0 0,0 0-1 0 0,-1 0 1 0 0,2 0-1 0 0,-1 0 1 0 0,0 0 0 0 0,0 0-1 0 0,2 1 1 0 0,-1-2-44 0 0,0 1 0 0 0,0-1-1 0 0,0 0 1 0 0,0 0 0 0 0,0 0 0 0 0,0 0 0 0 0,0 0 0 0 0,0 0 0 0 0,0-1 0 0 0,1 1 0 0 0,-1-1 0 0 0,0 0-1 0 0,0 1 1 0 0,1-1 0 0 0,3-1 0 0 0,3 0-132 0 0,0 0 1 0 0,-1-1-1 0 0,1 0 0 0 0,-1 0 0 0 0,0-1 1 0 0,1 0-1 0 0,-1 0 0 0 0,13-9 0 0 0,6-6-99 0 0,-1-2-1 0 0,-1-1 0 0 0,-1-1 0 0 0,24-28 1 0 0,77-106 2857 0 0,-125 156-2551 0 0,1-1 0 0 0,-1 1 0 0 0,0-1 0 0 0,0 1 0 0 0,1-1 0 0 0,-1 1 0 0 0,0 0 0 0 0,1-1 0 0 0,-1 1 0 0 0,0-1-1 0 0,1 1 1 0 0,-1 0 0 0 0,0-1 0 0 0,1 1 0 0 0,-1 0 0 0 0,1-1 0 0 0,-1 1 0 0 0,1 0 0 0 0,-1 0 0 0 0,1-1 0 0 0,-1 1 0 0 0,1 0 0 0 0,-1 0-1 0 0,1 0 1 0 0,-1 0 0 0 0,1 0 0 0 0,-1 0 0 0 0,1 0 0 0 0,-1 0 0 0 0,1 0 0 0 0,-1 0 0 0 0,1 0 0 0 0,-1 0 0 0 0,1 0 0 0 0,-1 0-1 0 0,2 0 1 0 0,-1 2 0 0 0,0-1 0 0 0,0 0-1 0 0,-1 0 1 0 0,1 1 0 0 0,0-1-1 0 0,0 0 1 0 0,-1 1 0 0 0,1-1-1 0 0,-1 1 1 0 0,1-1 0 0 0,-1 1-1 0 0,1 1 1 0 0,3 48 91 0 0,-5-18-67 0 0,2 0-1 0 0,0-1 1 0 0,3 1-1 0 0,13 57 1 0 0,-16-85-228 0 0,1 0 1 0 0,0 0-1 0 0,0 0 1 0 0,1 0-1 0 0,-1 0 1 0 0,1-1-1 0 0,0 1 1 0 0,1-1-1 0 0,-1 0 1 0 0,1 0-1 0 0,0 0 1 0 0,7 7-1 0 0,-8-10-59 0 0,0 1 0 0 0,0 0 0 0 0,0-1 0 0 0,0 0 1 0 0,0 0-1 0 0,0 0 0 0 0,0 0 0 0 0,0 0 0 0 0,1 0 0 0 0,-1-1 0 0 0,0 0 0 0 0,0 1 0 0 0,1-1 1 0 0,-1 0-1 0 0,0-1 0 0 0,1 1 0 0 0,-1-1 0 0 0,0 1 0 0 0,0-1 0 0 0,0 0 0 0 0,1 0 0 0 0,3-2 1 0 0,4-3-233 0 0,-1 0 0 0 0,1-1 0 0 0,-1 0 0 0 0,0 0 1 0 0,-1-1-1 0 0,1 0 0 0 0,-2-1 0 0 0,10-11 0 0 0,58-84-418 0 0,-65 86 879 0 0,110-182 3531 0 0,-58 92 981 0 0,-59 101-4257 0 0,0 1 1 0 0,0 0 0 0 0,0 0 0 0 0,1 0 0 0 0,0 1 0 0 0,0 0 0 0 0,0 0 0 0 0,0 0 0 0 0,7-4 0 0 0,-9 8-176 0 0,-1-1 0 0 0,0 1 0 0 0,1 1 1 0 0,-1-1-1 0 0,1 0 0 0 0,-1 0 0 0 0,1 1 1 0 0,0-1-1 0 0,-1 1 0 0 0,1 0 0 0 0,-1 0 1 0 0,1 0-1 0 0,-1 0 0 0 0,1 1 0 0 0,0-1 0 0 0,-1 0 1 0 0,1 1-1 0 0,-1 0 0 0 0,1 0 0 0 0,-1 0 1 0 0,0 0-1 0 0,1 0 0 0 0,-1 0 0 0 0,0 0 1 0 0,0 1-1 0 0,0-1 0 0 0,1 1 0 0 0,1 3 1 0 0,8 5 210 0 0,-2 1 1 0 0,1 1 0 0 0,-2-1-1 0 0,1 2 1 0 0,-2-1 0 0 0,0 1-1 0 0,0 1 1 0 0,7 18 0 0 0,-3-4 108 0 0,-2 2-1 0 0,-1-1 1 0 0,6 35 0 0 0,-12-51-177 0 0,-1 1 1 0 0,-1-1 0 0 0,0 1 0 0 0,-1 0 0 0 0,-2 18 0 0 0,1-28-17 0 0,1 1 0 0 0,-1-1 0 0 0,0 1 0 0 0,0 0 0 0 0,-1-1 0 0 0,1 0 0 0 0,-1 1 0 0 0,0-1 0 0 0,0 0 0 0 0,-1 0 0 0 0,1 0 0 0 0,-1 0 0 0 0,0-1 0 0 0,0 1 0 0 0,0-1 0 0 0,0 1 0 0 0,-1-1 0 0 0,-6 5 0 0 0,9-7-120 0 0,-1 0 0 0 0,1 0 0 0 0,0 0-1 0 0,-1 0 1 0 0,1-1 0 0 0,-1 1 0 0 0,0 0 0 0 0,1-1-1 0 0,-1 1 1 0 0,1-1 0 0 0,-1 0 0 0 0,0 1-1 0 0,1-1 1 0 0,-1 0 0 0 0,0 0 0 0 0,0 0 0 0 0,1 0-1 0 0,-1 0 1 0 0,0 0 0 0 0,1-1 0 0 0,-1 1-1 0 0,0-1 1 0 0,1 1 0 0 0,-1-1 0 0 0,1 1 0 0 0,-1-1-1 0 0,1 0 1 0 0,-1 0 0 0 0,1 0 0 0 0,-1 0-1 0 0,1 0 1 0 0,0 0 0 0 0,-1 0 0 0 0,1 0 0 0 0,0-1-1 0 0,0 1 1 0 0,0 0 0 0 0,0-1 0 0 0,0 1 0 0 0,0-1-1 0 0,1 1 1 0 0,-1-1 0 0 0,0 1 0 0 0,0-3-1 0 0,-2-4-20 0 0,1 1-1 0 0,0 0 0 0 0,1 0 1 0 0,-1-1-1 0 0,1 1 0 0 0,1-1 1 0 0,-1 1-1 0 0,2-12 0 0 0,1 4-42 0 0,1 1-1 0 0,1 0 0 0 0,0 0 1 0 0,1 0-1 0 0,0 0 0 0 0,1 1 1 0 0,1 0-1 0 0,0 0 0 0 0,1 0 1 0 0,0 1-1 0 0,1 0 0 0 0,0 1 1 0 0,1 0-1 0 0,15-13 0 0 0,2 0-336 0 0,2 2-1 0 0,0 1 1 0 0,1 1-1 0 0,54-26 1 0 0,-66 38-842 0 0,-1 1 0 0 0,2 0 1 0 0,-1 1-1 0 0,22-3 0 0 0,-23 6-2198 0 0,-1 1 1 0 0,24-1-1 0 0,-12 7-8574 0 0</inkml:trace>
</inkml:ink>
</file>

<file path=ppt/ink/ink1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2:56.6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115 0 2440 0 0,'-100'7'12059'0'0,"99"-7"-12052"0"0,0 0-1 0 0,0 0 1 0 0,0 1 0 0 0,0-1 0 0 0,1 0 0 0 0,-1 1 0 0 0,0-1 0 0 0,0 0 0 0 0,0 1 0 0 0,1-1-1 0 0,-1 1 1 0 0,0-1 0 0 0,1 1 0 0 0,-1 0 0 0 0,0-1 0 0 0,0 2 0 0 0</inkml:trace>
</inkml:ink>
</file>

<file path=ppt/ink/ink1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2:57.7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386 114 764 0 0,'0'-16'3713'0'0,"-2"1"1"0"0,-5-24-1 0 0,-1-5 1933 0 0,-4 68-4952 0 0,-149 513 4082 0 0,2-6-4154 0 0,148-480-785 0 0,5-26-2710 0 0,-14 42 0 0 0</inkml:trace>
</inkml:ink>
</file>

<file path=ppt/ink/ink1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2:58.3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79 36 2888 0 0,'12'-12'2141'0'0,"17"-11"4811"0"0,-27 24-6729 0 0,0 1 0 0 0,0 0 0 0 0,0 0-1 0 0,0 0 1 0 0,-1 0 0 0 0,1 1 0 0 0,-1-1 0 0 0,0 0 0 0 0,1 1-1 0 0,-1-1 1 0 0,0 1 0 0 0,-1-1 0 0 0,1 1 0 0 0,0-1 0 0 0,-1 1 0 0 0,1 0-1 0 0,-1 3 1 0 0,2 56 1713 0 0,-2-37-1256 0 0,0 62 543 0 0,-3 0 0 0 0,-19 102-1 0 0,-53 167-481 0 0,67-319-695 0 0,6-25 381 0 0,-1 1 1 0 0,0-1-1 0 0,-9 22 0 0 0,11-32-202 0 0,-9-19 77 0 0,8 7-395 0 0,1-1 0 0 0,0 0 0 0 0,0 0 0 0 0,1-1-1 0 0,2-16 1 0 0,13-58-539 0 0,-8 54 476 0 0,13-57-111 0 0,4 2 0 0 0,4 0 0 0 0,3 2 0 0 0,44-81 0 0 0,-27 74 163 0 0,-39 78 71 0 0,0 0-1 0 0,0 1 1 0 0,2 0-1 0 0,14-15 1 0 0,-23 26 26 0 0,-1 1 0 0 0,1-1 1 0 0,0 1-1 0 0,0-1 0 0 0,0 1 0 0 0,0 0 0 0 0,0 0 0 0 0,0 0 0 0 0,0 0 1 0 0,0 0-1 0 0,0 0 0 0 0,1 0 0 0 0,-1 1 0 0 0,0-1 0 0 0,1 1 1 0 0,-1 0-1 0 0,0-1 0 0 0,1 1 0 0 0,-1 0 0 0 0,4 1 0 0 0,-2 0 6 0 0,-1 0-1 0 0,0 1 0 0 0,1-1 0 0 0,-1 1 1 0 0,0-1-1 0 0,0 1 0 0 0,0 0 1 0 0,-1 0-1 0 0,1 0 0 0 0,0 1 0 0 0,-1-1 1 0 0,4 5-1 0 0,2 3 36 0 0,0 1-1 0 0,-1 0 1 0 0,-1 0-1 0 0,0 0 1 0 0,0 1-1 0 0,5 17 1 0 0,1 11 172 0 0,-2 0 0 0 0,-2 0 0 0 0,5 83 1 0 0,-12 124 260 0 0,-1-246-466 0 0,0 18-236 0 0,-4 143 719 0 0,4-57-6332 0 0</inkml:trace>
</inkml:ink>
</file>

<file path=ppt/ink/ink1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2:58.5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92 221 1296 0 0,'-41'-4'10265'0'0,"-2"0"-3321"0"0,43 4-6893 0 0,-1 0 0 0 0,1 0 0 0 0,0 0-1 0 0,0 0 1 0 0,-1 0 0 0 0,1 0 0 0 0,0 0 0 0 0,-1 0 0 0 0,1 0-1 0 0,0 0 1 0 0,0-1 0 0 0,-1 1 0 0 0,1 0 0 0 0,0 0 0 0 0,0 0 0 0 0,-1 0-1 0 0,1 0 1 0 0,0 0 0 0 0,0-1 0 0 0,-1 1 0 0 0,1 0 0 0 0,0 0-1 0 0,0 0 1 0 0,0-1 0 0 0,0 1 0 0 0,-1 0 0 0 0,1 0 0 0 0,0-1 0 0 0,0 1-1 0 0,0 0 1 0 0,0 0 0 0 0,0-1 0 0 0,0 1 0 0 0,0 0 0 0 0,-1-1-1 0 0,7-9 540 0 0,13-5-282 0 0,34-10-976 0 0,1 2 1 0 0,59-17 0 0 0,73-32-9769 0 0,-143 51 4045 0 0</inkml:trace>
</inkml:ink>
</file>

<file path=ppt/ink/ink1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2:58.8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267 2 2412 0 0,'-2'-1'2868'0'0,"-2"1"-1932"0"0,1 0 0 0 0,0-1 1 0 0,-1 1-1 0 0,1 1 0 0 0,-1-1 0 0 0,1 0 0 0 0,-5 2 1 0 0,6-1-754 0 0,0 0 0 0 0,0 0 1 0 0,0 0-1 0 0,0 0 0 0 0,1 0 1 0 0,-1 1-1 0 0,0-1 0 0 0,1 1 1 0 0,-1-1-1 0 0,1 1 0 0 0,-1-1 1 0 0,1 1-1 0 0,0 0 0 0 0,0 0 1 0 0,0 0-1 0 0,0 0 0 0 0,0 0 1 0 0,0 0-1 0 0,0 0 0 0 0,0 2 1 0 0,-6 22 505 0 0,1 1 0 0 0,1-1 1 0 0,1 1-1 0 0,1 0 0 0 0,2 30 0 0 0,-3 16 165 0 0,-15 135 364 0 0,-57 255 1 0 0,50-355-1071 0 0,-23 115-2587 0 0,49-220 2509 0 0,-2 23-4545 0 0,2-25 4283 0 0,0-1-1 0 0,0 1 0 0 0,1-1 0 0 0,-1 1 0 0 0,0-1 1 0 0,9 5-3665 0 0,-8-5 3664 0 0,-1 0 1 0 0,1 0-1 0 0,-1 0 0 0 0,1 0 0 0 0,-1 0 0 0 0,1 0 0 0 0,-1 0 1 0 0,1 0-1 0 0,-1 0 0 0 0,1 0 0 0 0,-1-1 0 0 0,1 1 1 0 0,-1 0-1 0 0,1-1 0 0 0,17-6-6848 0 0</inkml:trace>
</inkml:ink>
</file>

<file path=ppt/ink/ink1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2:59.1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81 152 1984 0 0,'-2'-2'3169'0'0,"-54"-30"15648"0"0,54 31-18498 0 0,1 1 0 0 0,-1-1 0 0 0,1 0 0 0 0,-1 0 0 0 0,0 0 0 0 0,1 1 0 0 0,-1-2 1 0 0,1 1-1 0 0,0 0 0 0 0,-1 0 0 0 0,1 0 0 0 0,0-1 0 0 0,-2-2 0 0 0,12-1-277 0 0,0 1-1 0 0,1 0 0 0 0,-1 0 0 0 0,1 1 1 0 0,0 0-1 0 0,0 1 0 0 0,0 0 0 0 0,14-1 0 0 0,11-3 2 0 0,194-37-1356 0 0,-78 22-8485 0 0,-142 20 7120 0 0,6 1-501 0 0</inkml:trace>
</inkml:ink>
</file>

<file path=ppt/ink/ink1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2:59.4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176 20 1860 0 0,'-31'16'3720'0'0,"-112"51"12908"0"0,143-67-16591 0 0,0 0-1 0 0,0 0 1 0 0,1 0-1 0 0,-1 0 1 0 0,0 0 0 0 0,1 0-1 0 0,-1 0 1 0 0,0 0 0 0 0,1 0-1 0 0,-1 1 1 0 0,0-1-1 0 0,0 0 1 0 0,1 0 0 0 0,-1 0-1 0 0,0 1 1 0 0,0-1-1 0 0,1 0 1 0 0,-1 0 0 0 0,0 1-1 0 0,0-1 1 0 0,0 0 0 0 0,1 0-1 0 0,-1 1 1 0 0,0-1-1 0 0,0 0 1 0 0,0 1 0 0 0,0-1-1 0 0,0 0 1 0 0,0 1-1 0 0,1-1 1 0 0,-1 0 0 0 0,0 0-1 0 0,0 1 1 0 0,0-1-1 0 0,0 0 1 0 0,0 1 0 0 0,0-1-1 0 0,0 0 1 0 0,-1 1 0 0 0,1-1-1 0 0,0 0 1 0 0,0 1-1 0 0,0-1 1 0 0,0 0 0 0 0,0 1-1 0 0,0-1 1 0 0,-1 0-1 0 0,1 0 1 0 0,0 1 0 0 0,0-1-1 0 0,0 0 1 0 0,-1 0-1 0 0,1 1 1 0 0,0-1 0 0 0,0 0-1 0 0,-1 0 1 0 0,1 0 0 0 0,0 1-1 0 0,0-1 1 0 0,-1 0-1 0 0,1 0 1 0 0,0 0 0 0 0,-1 0-1 0 0,1 0 1 0 0,0 0-1 0 0,-1 0 1 0 0,1 1 0 0 0,0-1-1 0 0,-1 0 1 0 0,36 2 234 0 0,0 0-1 0 0,0-2 1 0 0,0-2 0 0 0,39-7 0 0 0,14 0-157 0 0,156-14-3 0 0,-171 12-54 0 0,93-26 0 0 0,-119 21-444 0 0,-19 2-3135 0 0</inkml:trace>
</inkml:ink>
</file>

<file path=ppt/ink/ink1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2:59.9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227 54 2596 0 0,'-1'-2'2300'0'0,"-10"-42"9480"0"0,10 37-8706 0 0,2 69-1538 0 0,-4 91 721 0 0,-39 140 585 0 0,-24-4-1839 0 0,-19 5-728 0 0,82-285-404 0 0,-12 29-1613 0 0</inkml:trace>
</inkml:ink>
</file>

<file path=ppt/ink/ink1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3:00.4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604 280 2936 0 0,'15'-26'6680'0'0,"16"-36"0"0"0,-15 28-3413 0 0,-15 32-3062 0 0,2-6 409 0 0,-18 29-526 0 0,0 0 0 0 0,-18 38 1 0 0,8-15 19 0 0,0-1 57 0 0,1 1-1 0 0,2 1 0 0 0,2 1 1 0 0,3 0-1 0 0,-23 93 0 0 0,38-130-71 0 0,1 0 1 0 0,0 0-1 0 0,1 0 0 0 0,0 1 0 0 0,0-1 0 0 0,1 0 0 0 0,0 0 0 0 0,1 0 0 0 0,0 0 0 0 0,0 0 0 0 0,4 10 0 0 0,-3-14 25 0 0,-1-1 0 0 0,0 1 0 0 0,1 0 0 0 0,0-1-1 0 0,0 1 1 0 0,1-1 0 0 0,-1 0 0 0 0,1 0-1 0 0,0 0 1 0 0,0-1 0 0 0,0 1 0 0 0,0-1-1 0 0,1 0 1 0 0,-1 0 0 0 0,1 0 0 0 0,0-1 0 0 0,0 0-1 0 0,0 0 1 0 0,0 0 0 0 0,5 1 0 0 0,4 0 53 0 0,0-2 0 0 0,0 0 0 0 0,0 0 0 0 0,-1-1 0 0 0,1-1 0 0 0,0 0 0 0 0,0-1 0 0 0,0-1 0 0 0,-1 0 0 0 0,0 0 0 0 0,24-11 0 0 0,-1-2 221 0 0,0-1 0 0 0,62-42-1 0 0,-58 31-123 0 0,-1-1 0 0 0,-1-2 0 0 0,33-36 1 0 0,-53 48-63 0 0,0-1 0 0 0,-2 0 0 0 0,-1-1 1 0 0,0-1-1 0 0,-2-1 0 0 0,0 0 0 0 0,12-31 1 0 0,-22 44-175 0 0,1 0 1 0 0,-1 0-1 0 0,-1 0 1 0 0,1 0 0 0 0,-2-1-1 0 0,1 1 1 0 0,-2 0-1 0 0,1-1 1 0 0,-1 1 0 0 0,-1-1-1 0 0,0 1 1 0 0,-1 0-1 0 0,1-1 1 0 0,-2 1 0 0 0,0 0-1 0 0,0 0 1 0 0,-1 0-1 0 0,0 1 1 0 0,0-1 0 0 0,-1 1-1 0 0,0 0 1 0 0,-1 0-1 0 0,0 1 1 0 0,-1 0 0 0 0,0 0-1 0 0,0 0 1 0 0,0 1 0 0 0,-1 0-1 0 0,0 0 1 0 0,0 1-1 0 0,-16-9 1 0 0,1 3-130 0 0,0 1 1 0 0,-1 1-1 0 0,0 1 1 0 0,-1 2-1 0 0,0 0 1 0 0,0 1-1 0 0,-1 2 0 0 0,-40-3 1 0 0,23 6-849 0 0,-1 1 1 0 0,1 3-1 0 0,-1 1 1 0 0,-56 13-1 0 0,50-4-465 0 0,2 1 0 0 0,-1 3-1 0 0,2 2 1 0 0,-63 34 0 0 0,47-16-3275 0 0,-60 44 0 0 0,43-21-3223 0 0</inkml:trace>
</inkml:ink>
</file>

<file path=ppt/ink/ink1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3:02.6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296 43 2080 0 0,'12'-15'8259'0'0,"3"-12"1685"0"0,-34 49-9314 0 0,-155 201-1602 0 0,75-101-8550 0 0,69-84 1507 0 0</inkml:trace>
</inkml:ink>
</file>

<file path=ppt/ink/ink1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3:03.7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1 136 1660 0 0,'-1'-8'1435'0'0,"1"1"-1"0"0,0-1 1 0 0,1 0-1 0 0,1-8 0 0 0,-1 9-919 0 0,0 1-1 0 0,1 0 1 0 0,0-1-1 0 0,0 1 1 0 0,5-9-1 0 0,-6 12-468 0 0,1 0-1 0 0,-1 1 0 0 0,1-1 0 0 0,-1 1 1 0 0,1-1-1 0 0,0 1 0 0 0,0 0 0 0 0,1 0 0 0 0,-1 0 1 0 0,0 0-1 0 0,1 0 0 0 0,-1 0 0 0 0,1 0 0 0 0,-1 1 1 0 0,1 0-1 0 0,0-1 0 0 0,0 1 0 0 0,-1 0 1 0 0,1 0-1 0 0,0 0 0 0 0,0 1 0 0 0,0-1 0 0 0,0 1 1 0 0,0 0-1 0 0,0 0 0 0 0,0 0 0 0 0,0 0 1 0 0,0 0-1 0 0,0 0 0 0 0,4 2 0 0 0,1 0-17 0 0,1 1 0 0 0,-1 0 0 0 0,1 1 0 0 0,-1 0 0 0 0,0 0 0 0 0,-1 1 0 0 0,1 0 0 0 0,-1 0 0 0 0,0 1 0 0 0,0 0 0 0 0,0 0 0 0 0,-1 1 0 0 0,0 0 0 0 0,0 0 0 0 0,-1 0 0 0 0,0 1-1 0 0,0-1 1 0 0,5 14 0 0 0,-2-4 6 0 0,-1-1-1 0 0,-1 1 0 0 0,0 1 1 0 0,-1-1-1 0 0,-1 1 0 0 0,-1 0 0 0 0,-1-1 1 0 0,1 27-1 0 0,-5-10 33 0 0,-1-1 1 0 0,-1 1-1 0 0,-2-1 1 0 0,-13 41-1 0 0,11-52 692 0 0,-1 0-1 0 0,-15 29 1 0 0,19-40-267 0 0,5-11-471 0 0,-1 1 0 0 0,1-1 0 0 0,0 1 0 0 0,0-1 0 0 0,0 1 0 0 0,0-1 0 0 0,-1 0 1 0 0,1 1-1 0 0,0-1 0 0 0,0 1 0 0 0,0-1 0 0 0,-1 0 0 0 0,1 1 0 0 0,0-1 0 0 0,-1 0 0 0 0,1 1 0 0 0,0-1 0 0 0,-1 0 0 0 0,1 0 0 0 0,-1 1 0 0 0,1-1 0 0 0,0 0 0 0 0,-1 0 0 0 0,1 1 0 0 0,-1-1 0 0 0,1 0 0 0 0,-1 0 0 0 0,1 0 0 0 0,-1 0 0 0 0,1 0 0 0 0,-1 0 0 0 0,1 0 0 0 0,0 0 0 0 0,-1 0 1 0 0,1 0-1 0 0,-1 0 0 0 0,1 0 0 0 0,-1 0 0 0 0,1 0 0 0 0,-1 0 0 0 0,1-1 0 0 0,-1 1 0 0 0,1 0 0 0 0,0 0 0 0 0,-1 0 0 0 0,1-1 0 0 0,-1 1 0 0 0,1 0 0 0 0,0-1 0 0 0,-1 1 0 0 0,1 0 0 0 0,0-1 0 0 0,-1 1 0 0 0,0-2 0 0 0,0 1-1 0 0,0-1 0 0 0,0 1 1 0 0,0-1-1 0 0,0 1 1 0 0,0-1-1 0 0,1 0 0 0 0,-1 1 1 0 0,0-1-1 0 0,1 0 1 0 0,0 0-1 0 0,-1-2 0 0 0,3-26-22 0 0,1 0 1 0 0,1 1-1 0 0,1 0 0 0 0,2 0 0 0 0,1 0 0 0 0,2 1 0 0 0,0 0 0 0 0,2 1 0 0 0,1 0 0 0 0,1 1 0 0 0,1 0 0 0 0,33-41 0 0 0,-42 59-10 0 0,1 0 1 0 0,1 1-1 0 0,-1-1 0 0 0,1 1 0 0 0,0 1 0 0 0,1 0 0 0 0,0 0 0 0 0,17-9 0 0 0,-22 14 8 0 0,0-1 0 0 0,0 1 1 0 0,0-1-1 0 0,0 1 0 0 0,0 1 0 0 0,1-1 0 0 0,-1 0 0 0 0,0 1 0 0 0,1 0 0 0 0,-1 0 0 0 0,0 0 0 0 0,1 1 0 0 0,-1-1 0 0 0,0 1 1 0 0,0 0-1 0 0,1 0 0 0 0,-1 1 0 0 0,0-1 0 0 0,0 1 0 0 0,0 0 0 0 0,-1 0 0 0 0,1 0 0 0 0,6 5 0 0 0,-4-2 4 0 0,-1 0 0 0 0,0 0 0 0 0,0 0 0 0 0,0 0 0 0 0,-1 1 0 0 0,1 0 0 0 0,-1 0 0 0 0,-1 0 0 0 0,1 0 0 0 0,4 13 0 0 0,-5-9 7 0 0,0 1 0 0 0,0 0-1 0 0,-1 0 1 0 0,0 1 0 0 0,-1-1 0 0 0,0 14 0 0 0,-3 10 29 0 0,-2 0-1 0 0,-1 0 1 0 0,-13 45 0 0 0,17-77-33 0 0,-2 11 30 0 0,1-2 79 0 0,-1 0 0 0 0,-1 0-1 0 0,0 0 1 0 0,-6 12 0 0 0,9-22 30 0 0,0-3-137 0 0,1 0 0 0 0,0 0 0 0 0,-1 0 0 0 0,1 0 0 0 0,0 0 0 0 0,0 0 0 0 0,0 0 0 0 0,0 0 0 0 0,-1 0 0 0 0,1 0 0 0 0,0 0 0 0 0,1 0-1 0 0,-1 0 1 0 0,0 0 0 0 0,0 0 0 0 0,0 0 0 0 0,1 0 0 0 0,0-1 0 0 0,8-23-41 0 0,-8 21 37 0 0,18-43-70 0 0,2 1 0 0 0,2 0-1 0 0,2 2 1 0 0,1 1-1 0 0,60-72 1 0 0,-83 112 59 0 0,1-1 1 0 0,-1 1 0 0 0,1 0-1 0 0,0 0 1 0 0,0 0-1 0 0,0 0 1 0 0,0 0 0 0 0,0 1-1 0 0,0 0 1 0 0,1 0-1 0 0,-1 0 1 0 0,6-1 0 0 0,-8 3 10 0 0,0 0 1 0 0,0-1-1 0 0,0 1 1 0 0,0 0-1 0 0,0 0 1 0 0,0 0 0 0 0,0 0-1 0 0,0 1 1 0 0,0-1-1 0 0,0 0 1 0 0,0 1 0 0 0,0 0-1 0 0,0-1 1 0 0,0 1-1 0 0,0 0 1 0 0,-1 0-1 0 0,1 0 1 0 0,0 0 0 0 0,0 0-1 0 0,-1 0 1 0 0,1 1-1 0 0,-1-1 1 0 0,1 1-1 0 0,-1-1 1 0 0,0 1 0 0 0,1-1-1 0 0,-1 1 1 0 0,0 0-1 0 0,0-1 1 0 0,0 1-1 0 0,1 3 1 0 0,2 5 16 0 0,-1 0 0 0 0,1 0 1 0 0,-2 1-1 0 0,1-1 0 0 0,-2 0 0 0 0,1 1 1 0 0,-1 20-1 0 0,-10 79 201 0 0,5-83-496 0 0,1 0 0 0 0,2 0 0 0 0,1 29 1 0 0,1-53 49 0 0,-1 1 1 0 0,1-1 0 0 0,-1 1 0 0 0,1-1 0 0 0,0 1 0 0 0,0-1-1 0 0,0 1 1 0 0,1-1 0 0 0,-1 0 0 0 0,1 0 0 0 0,0 0 0 0 0,0 0-1 0 0,0 0 1 0 0,0 0 0 0 0,1 0 0 0 0,-1-1 0 0 0,1 1 0 0 0,-1-1-1 0 0,1 1 1 0 0,0-1 0 0 0,6 3 0 0 0,-5-3-293 0 0,0 0 1 0 0,0-1 0 0 0,0 0-1 0 0,1 0 1 0 0,-1 0-1 0 0,0 0 1 0 0,1-1-1 0 0,-1 1 1 0 0,1-1 0 0 0,-1 0-1 0 0,6-1 1 0 0,15-2-3798 0 0</inkml:trace>
</inkml:ink>
</file>

<file path=ppt/ink/ink1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3:05.1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310 978 1500 0 0,'7'-7'1070'0'0,"-1"-1"1"0"0,0 0-1 0 0,-1 0 0 0 0,0-1 1 0 0,0 0-1 0 0,-1 1 0 0 0,5-15 1 0 0,-7 18-612 0 0,0 0 0 0 0,-1 0 1 0 0,0 0-1 0 0,0 0 1 0 0,-1 0-1 0 0,1-1 1 0 0,-1 1-1 0 0,0 0 1 0 0,-1 0-1 0 0,1 0 0 0 0,-1-1 1 0 0,0 1-1 0 0,0 0 1 0 0,-1 0-1 0 0,-3-9 1 0 0,4 13-403 0 0,1 0 0 0 0,-1 0 0 0 0,0 0 0 0 0,1 0 0 0 0,-1 0 0 0 0,0 0 1 0 0,0 0-1 0 0,0 0 0 0 0,0 0 0 0 0,0 0 0 0 0,0 0 0 0 0,0 0 0 0 0,0 1 0 0 0,-1-1 1 0 0,1 1-1 0 0,0-1 0 0 0,0 1 0 0 0,0-1 0 0 0,-1 1 0 0 0,1-1 0 0 0,0 1 1 0 0,-2 0-1 0 0,-1 0 1 0 0,1 0 0 0 0,-1 0 0 0 0,1 0 0 0 0,-1 1 1 0 0,1-1-1 0 0,-1 1 0 0 0,1 0 0 0 0,-5 2 0 0 0,-3 1 20 0 0,-1 2 0 0 0,1 0-1 0 0,-17 11 1 0 0,1 2 25 0 0,1 2 0 0 0,1 0 0 0 0,-30 34 0 0 0,42-41-74 0 0,2 1 0 0 0,0-1 0 0 0,0 2 0 0 0,2 0-1 0 0,-1 0 1 0 0,2 0 0 0 0,-9 27 0 0 0,15-38-20 0 0,1 0 0 0 0,-1 0 0 0 0,1 0 0 0 0,1 1 0 0 0,-1-1 0 0 0,1 0 0 0 0,0 0 0 0 0,0 0 0 0 0,0 0 0 0 0,1 1 0 0 0,2 8 0 0 0,-2-11-19 0 0,0 0 0 0 0,0 0 0 0 0,0-1 0 0 0,1 1-1 0 0,-1 0 1 0 0,1-1 0 0 0,0 0 0 0 0,0 1 0 0 0,0-1 0 0 0,0 0 0 0 0,0 0 0 0 0,0 0 0 0 0,1 0 0 0 0,-1 0 0 0 0,1 0 0 0 0,-1-1 0 0 0,1 1-1 0 0,-1-1 1 0 0,1 0 0 0 0,0 0 0 0 0,5 1 0 0 0,0 1-60 0 0,1-1-1 0 0,-1-1 1 0 0,1 0-1 0 0,0 0 1 0 0,0-1-1 0 0,0 0 1 0 0,-1 0-1 0 0,1-1 1 0 0,0 0-1 0 0,-1-1 1 0 0,1 0-1 0 0,0 0 0 0 0,-1-1 1 0 0,0 0-1 0 0,0 0 1 0 0,0-1-1 0 0,14-8 1 0 0,-11 4 35 0 0,-1 0 0 0 0,0 0-1 0 0,0-1 1 0 0,-1 0 0 0 0,0 0 0 0 0,-1-1 0 0 0,0-1-1 0 0,0 1 1 0 0,-1-1 0 0 0,-1 0 0 0 0,8-19 0 0 0,3-12 899 0 0,-2 0 1 0 0,10-46-1 0 0,-24 85-617 0 0,-10 28-170 0 0,-8 30 98 0 0,-34 119 262 0 0,44-145-392 0 0,2 0-1 0 0,1-1 1 0 0,2 1-1 0 0,1 36 1 0 0,1-59-36 0 0,0-1-1 0 0,1 1 1 0 0,0 0 0 0 0,0 0-1 0 0,0-1 1 0 0,1 1-1 0 0,0 0 1 0 0,4 7 0 0 0,-5-12-18 0 0,0 1 0 0 0,0 0 1 0 0,0-1-1 0 0,0 0 1 0 0,0 1-1 0 0,0-1 0 0 0,1 0 1 0 0,-1 1-1 0 0,0-1 1 0 0,1 0-1 0 0,0 0 1 0 0,-1 0-1 0 0,1 0 0 0 0,-1 0 1 0 0,1-1-1 0 0,0 1 1 0 0,0 0-1 0 0,-1-1 0 0 0,1 0 1 0 0,0 1-1 0 0,0-1 1 0 0,0 0-1 0 0,-1 0 0 0 0,1 0 1 0 0,0 0-1 0 0,0 0 1 0 0,0 0-1 0 0,0 0 1 0 0,-1-1-1 0 0,4 0 0 0 0,5-2-128 0 0,0-1-1 0 0,0 0 1 0 0,0 0-1 0 0,0-1 1 0 0,-1 0-1 0 0,0-1 0 0 0,0 0 1 0 0,8-8-1 0 0,8-7-466 0 0,29-34-1 0 0,-12 4-35 0 0,-2 0-1 0 0,-2-3 0 0 0,-2-1 0 0 0,32-70 0 0 0,94-246-759 0 0,-50 41 1512 0 0,-62 105 3073 0 0,-50 223-3017 0 0,-10 24 4 0 0,-3 22-80 0 0,1 0 0 0 0,-6 53 0 0 0,3-15 68 0 0,-98 568 1492 0 0,113-649-1652 0 0,-20 182 212 0 0,18-150-167 0 0,1-1 1 0 0,2 0-1 0 0,9 55 0 0 0,-9-82-30 0 0,0 0 0 0 0,0 1 1 0 0,1-1-1 0 0,0 0 0 0 0,0 0 0 0 0,0 0 1 0 0,1 0-1 0 0,-1-1 0 0 0,1 1 0 0 0,6 7 0 0 0,-7-11-10 0 0,0 1-1 0 0,-1 0 0 0 0,1-1 0 0 0,0 1 1 0 0,1-1-1 0 0,-1 0 0 0 0,0 1 0 0 0,0-1 1 0 0,1 0-1 0 0,-1-1 0 0 0,0 1 0 0 0,1 0 1 0 0,-1-1-1 0 0,1 1 0 0 0,-1-1 0 0 0,1 0 1 0 0,-1 1-1 0 0,1-1 0 0 0,-1 0 0 0 0,1-1 1 0 0,-1 1-1 0 0,0 0 0 0 0,1-1 0 0 0,-1 0 1 0 0,3 0-1 0 0,14-6-27 0 0,-1-1 0 0 0,0 0 0 0 0,0-1 1 0 0,-1-1-1 0 0,-1-1 0 0 0,0-1 0 0 0,0 0 0 0 0,21-22 0 0 0,-1-2-52 0 0,-3-1-1 0 0,34-49 1 0 0,-47 57 49 0 0,0-1 0 0 0,-2 0 0 0 0,-2-2 0 0 0,24-60 1 0 0,-34 74 106 0 0,-1 0 0 0 0,-1 0 0 0 0,0-1 1 0 0,-1 0-1 0 0,-1 0 0 0 0,-1 1 1 0 0,0-1-1 0 0,-2 0 0 0 0,0 0 0 0 0,-6-30 1 0 0,6 45-61 0 0,0 0 0 0 0,0 0 1 0 0,-1 0-1 0 0,0 0 0 0 0,0 0 1 0 0,0 0-1 0 0,0 1 0 0 0,0-1 1 0 0,-5-5-1 0 0,-7-4 13 0 0,6 12-26 0 0,5 1 1 0 0,0 1-12 0 0,0-1 0 0 0,1 0 1 0 0,-1 0-1 0 0,1 1 0 0 0,-1 0 1 0 0,1-1-1 0 0,-1 1 0 0 0,1 0 1 0 0,-1 0-1 0 0,1 1 0 0 0,-1-1 1 0 0,1 0-1 0 0,0 1 1 0 0,-4 3-1 0 0,5-4-2 0 0,0 1-1 0 0,0-1 1 0 0,0 1 0 0 0,0-1-1 0 0,0 1 1 0 0,0-1 0 0 0,1 1 0 0 0,-1 0-1 0 0,0-1 1 0 0,1 1 0 0 0,0 0-1 0 0,-1-1 1 0 0,1 1 0 0 0,0 0 0 0 0,0 0-1 0 0,0 2 1 0 0,1 1-30 0 0,-1 0 1 0 0,1-1-1 0 0,1 0 0 0 0,-1 1 0 0 0,1-1 1 0 0,-1 0-1 0 0,1 1 0 0 0,0-1 0 0 0,1 0 0 0 0,-1-1 1 0 0,6 8-1 0 0,1-2-47 0 0,1-1 1 0 0,-1-1-1 0 0,1 1 0 0 0,1-2 1 0 0,-1 1-1 0 0,1-1 0 0 0,0-1 1 0 0,0 0-1 0 0,1-1 1 0 0,0 0-1 0 0,16 3 0 0 0,12 1-73 0 0,0-2 1 0 0,45 1-1 0 0,-59-6 89 0 0,0-1 0 0 0,53-7 0 0 0,-65 5 223 0 0,0-1-1 0 0,0-1 1 0 0,0 0-1 0 0,-1-1 1 0 0,1 0 0 0 0,-1-1-1 0 0,14-9 1 0 0,-23 12 120 0 0,0 0 0 0 0,0 0 1 0 0,0-1-1 0 0,0 0 0 0 0,-1 1 1 0 0,5-7-1 0 0,-8 10-253 0 0,1-1 181 0 0,-1 0-189 0 0,0 1-1 0 0,1 0 1 0 0,-1 0 0 0 0,0-1-1 0 0,0 1 1 0 0,0 0 0 0 0,0-1 0 0 0,0 1-1 0 0,0 0 1 0 0,0 0 0 0 0,0-1 0 0 0,0 1-1 0 0,0 0 1 0 0,0-1 0 0 0,0 1-1 0 0,0 0 1 0 0,0 0 0 0 0,0-1 0 0 0,0 1-1 0 0,0 0 1 0 0,0-1 0 0 0,0 1 0 0 0,-1 0-1 0 0,1 0 1 0 0,0-1 0 0 0,0 1-1 0 0,0 0 1 0 0,0 0 0 0 0,-1 0 0 0 0,1-1-1 0 0,0 1 1 0 0,0 0 0 0 0,0 0 0 0 0,-1 0-1 0 0,1-1 1 0 0,0 1 0 0 0,0 0-1 0 0,-1 0 1 0 0,-5 2 2 0 0,0 0-1 0 0,0 0 1 0 0,0 0 0 0 0,0 1-1 0 0,1 0 1 0 0,-1 1 0 0 0,1-1-1 0 0,0 1 1 0 0,-9 8-1 0 0,-44 48 157 0 0,43-44-110 0 0,-8 10-8 0 0,0 1 0 0 0,-26 44-1 0 0,41-58-39 0 0,0 1 0 0 0,1 0-1 0 0,1 0 1 0 0,0 0-1 0 0,1 1 1 0 0,1 0 0 0 0,-6 31-1 0 0,10-43-33 0 0,-1 1 0 0 0,1-1-1 0 0,0 1 1 0 0,0-1 0 0 0,0 1 0 0 0,0-1-1 0 0,1 1 1 0 0,0-1 0 0 0,-1 1 0 0 0,1-1-1 0 0,1 0 1 0 0,-1 1 0 0 0,0-1 0 0 0,1 0-1 0 0,-1 0 1 0 0,1 0 0 0 0,0 0 0 0 0,0 0 0 0 0,0 0-1 0 0,1-1 1 0 0,-1 1 0 0 0,1-1 0 0 0,-1 1-1 0 0,1-1 1 0 0,0 0 0 0 0,4 3-1 0 0,-1-2-141 0 0,1-1-1 0 0,-1 1 0 0 0,1-1 1 0 0,0 0-1 0 0,0 0 0 0 0,0-1 1 0 0,0 0-1 0 0,0 0 0 0 0,0-1 1 0 0,0 0-1 0 0,0 0 0 0 0,9-2 1 0 0,15-3-430 0 0,-2-1 0 0 0,1-1 0 0 0,-1-2 1 0 0,0-1-1 0 0,-1-1 0 0 0,0-1 0 0 0,0-2 1 0 0,37-25-1 0 0,-38 21 614 0 0,-1-2-1 0 0,-1 0 1 0 0,-1-2 0 0 0,-1-1 0 0 0,0-1-1 0 0,-2 0 1 0 0,32-50 0 0 0,-37 45 1725 0 0,-1 0-1 0 0,-2 0 1 0 0,-1-1 0 0 0,-1-1-1 0 0,9-43 1 0 0,-20 72-1079 0 0,-1 3-641 0 0,-1 1-1 0 0,1 0 0 0 0,0 0 0 0 0,-1 0 1 0 0,1 0-1 0 0,0 0 0 0 0,0 0 1 0 0,0 0-1 0 0,-1 5 0 0 0,0-2 65 0 0,-31 68 291 0 0,4 2 0 0 0,2 0 0 0 0,-24 120 0 0 0,48-183-369 0 0,-6 50-1454 0 0,8-58 981 0 0,1 1 1 0 0,0-1-1 0 0,0 1 0 0 0,0-1 0 0 0,1 1 1 0 0,0-1-1 0 0,0 0 0 0 0,0 1 1 0 0,0-1-1 0 0,0 0 0 0 0,3 5 1 0 0,-3-8 169 0 0,0 1 0 0 0,0-1 0 0 0,0 0 1 0 0,0 0-1 0 0,0 1 0 0 0,1-1 0 0 0,-1 0 1 0 0,0 0-1 0 0,1 0 0 0 0,-1 0 0 0 0,1-1 1 0 0,-1 1-1 0 0,1 0 0 0 0,-1-1 0 0 0,1 1 1 0 0,-1-1-1 0 0,1 1 0 0 0,0-1 0 0 0,-1 0 0 0 0,4 1 1 0 0,-1-1-812 0 0,1 0 0 0 0,-1 0-1 0 0,1-1 1 0 0,-1 1 0 0 0,1-1 0 0 0,7-3 0 0 0,13-5-5677 0 0</inkml:trace>
</inkml:ink>
</file>

<file path=ppt/ink/ink1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3:05.4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1 223 140 0 0,'5'-32'6825'0'0,"4"-39"0"0"0,-3 6 573 0 0,-1 12-3030 0 0,-5 52-3973 0 0,2 2-220 0 0,2 1-122 0 0,0 0 0 0 0,-1 0-1 0 0,1 0 1 0 0,-1 1-1 0 0,0-1 1 0 0,0 1-1 0 0,0 0 1 0 0,0 0 0 0 0,0 0-1 0 0,2 5 1 0 0,28 41 670 0 0,-21-28-460 0 0,97 156 777 0 0,-11-17-3046 0 0,-68-116-2273 0 0,-8-20-2322 0 0</inkml:trace>
</inkml:ink>
</file>

<file path=ppt/ink/ink1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3:05.6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454 109 1368 0 0,'-3'-14'3270'0'0,"0"0"0"0"0,-1 0 0 0 0,-1 0 0 0 0,0 1 1 0 0,-11-21-1 0 0,16 33-3213 0 0,-1 1 0 0 0,1 0 0 0 0,0-1 1 0 0,-1 1-1 0 0,1 0 0 0 0,0-1 0 0 0,-1 1 1 0 0,1 0-1 0 0,0-1 0 0 0,-1 1 0 0 0,1 0 1 0 0,-1 0-1 0 0,1 0 0 0 0,-1-1 0 0 0,1 1 1 0 0,0 0-1 0 0,-1 0 0 0 0,1 0 0 0 0,-1 0 1 0 0,1 0-1 0 0,-1 0 0 0 0,1 0 1 0 0,-1 0-1 0 0,1 0 0 0 0,-1 0 0 0 0,1 0 1 0 0,-1 0-1 0 0,1 0 0 0 0,0 0 0 0 0,-1 0 1 0 0,0 1-1 0 0,-12 6 575 0 0,12-6-584 0 0,-13 9 493 0 0,1 0 0 0 0,0 1 0 0 0,1 1 0 0 0,0 0 0 0 0,-11 14 0 0 0,-48 73 522 0 0,51-70-803 0 0,-130 221 407 0 0,96-136-5494 0 0,47-101 3023 0 0</inkml:trace>
</inkml:ink>
</file>

<file path=ppt/ink/ink1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3:05.8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152 187 3432 0 0,'-53'-65'10473'0'0,"-19"-24"-2024"0"0,45 57-11029 0 0</inkml:trace>
</inkml:ink>
</file>

<file path=ppt/ink/ink1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3:06.1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360 1 1292 0 0,'-239'60'15879'0'0,"184"-47"-11999"0"0,36-10-2866 0 0,14-2-754 0 0,0 0 0 0 0,1 0 0 0 0,-1 0 0 0 0,0 0 0 0 0,0 1-1 0 0,0 0 1 0 0,-6 3 0 0 0,10-4-72 0 0,35 6 83 0 0,181-17-2629 0 0,-49 1-811 0 0,23 2-4951 0 0,-95 1-432 0 0</inkml:trace>
</inkml:ink>
</file>

<file path=ppt/ink/ink1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3:06.5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205 28 1516 0 0,'-20'-28'19488'0'0,"19"29"-19429"0"0,1 0 0 0 0,-1 0 0 0 0,1-1 0 0 0,-1 1 1 0 0,1 0-1 0 0,-1 0 0 0 0,1-1 0 0 0,-1 1 0 0 0,1 0 0 0 0,0 0 0 0 0,-1 0 0 0 0,1 0 1 0 0,0 0-1 0 0,0 0 0 0 0,0 0 0 0 0,0-1 0 0 0,0 1 0 0 0,0 1 0 0 0,-18 73 1526 0 0,-52 141-1 0 0,12-48-1509 0 0,35-75-2384 0 0,14-31-2091 0 0,10-41 1459 0 0</inkml:trace>
</inkml:ink>
</file>

<file path=ppt/ink/ink1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3:06.9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206 142 2748 0 0,'9'-14'1569'0'0,"6"-6"1800"0"0,-1-2 0 0 0,-1 1 0 0 0,12-28-1 0 0,-25 49-3270 0 0,0-1-1 0 0,1 1 1 0 0,-1-1-1 0 0,0 1 1 0 0,0-1 0 0 0,0 0-1 0 0,1 1 1 0 0,-1-1-1 0 0,0 1 1 0 0,0-1-1 0 0,0 0 1 0 0,0 1-1 0 0,0-1 1 0 0,0 0-1 0 0,0 1 1 0 0,0-1 0 0 0,0 1-1 0 0,0-1 1 0 0,0 0-1 0 0,0 1 1 0 0,-1-1-1 0 0,1 0 1 0 0,-1 0-54 0 0,1 1 0 0 0,-1 0 0 0 0,1 0 0 0 0,-1 0-1 0 0,1-1 1 0 0,-1 1 0 0 0,1 0 0 0 0,-1 0 0 0 0,1 0 0 0 0,-1 0 0 0 0,1 0 0 0 0,-1 0 0 0 0,1 0 0 0 0,-1 0 0 0 0,1 0 0 0 0,-1 0 0 0 0,1 1 0 0 0,-1-1 0 0 0,1 0 0 0 0,-2 0 0 0 0,-28 17 330 0 0,27-16-230 0 0,-18 12 109 0 0,1 2 0 0 0,-20 17 1 0 0,31-24-204 0 0,0 0-1 0 0,1 1 1 0 0,1-1 0 0 0,-1 2 0 0 0,2-1 0 0 0,-10 16-1 0 0,16-24-37 0 0,0 0-1 0 0,-1 1 1 0 0,1-1-1 0 0,0 0 1 0 0,0 0-1 0 0,0 1 1 0 0,0-1-1 0 0,0 0 1 0 0,0 1-1 0 0,0-1 1 0 0,0 0-1 0 0,0 0 1 0 0,1 1-1 0 0,-1-1 1 0 0,0 0-1 0 0,1 0 1 0 0,-1 1-1 0 0,1-1 1 0 0,0 0 0 0 0,-1 0-1 0 0,1 0 1 0 0,0 0-1 0 0,1 2 1 0 0,0-1 8 0 0,0 0 0 0 0,0 1 0 0 0,0-1 0 0 0,1 0 0 0 0,-1 0 0 0 0,1 0 1 0 0,-1 0-1 0 0,5 2 0 0 0,87 33 74 0 0,13 7-54 0 0,-102-42 77 0 0,-1 0-1 0 0,0 1 0 0 0,1-1 0 0 0,-1 1 0 0 0,0 0 1 0 0,-1 0-1 0 0,1 0 0 0 0,-1 1 0 0 0,1-1 0 0 0,-1 1 1 0 0,0 0-1 0 0,0 0 0 0 0,3 6 0 0 0,-5-7 26 0 0,0-1 0 0 0,0 1 1 0 0,-1-1-1 0 0,1 1 0 0 0,-1 0 0 0 0,0-1 0 0 0,1 1 0 0 0,-1 0 0 0 0,0-1 0 0 0,-1 1 0 0 0,1-1 1 0 0,0 1-1 0 0,-1 0 0 0 0,1-1 0 0 0,-1 1 0 0 0,0-1 0 0 0,0 1 0 0 0,0-1 0 0 0,0 1 1 0 0,-1-1-1 0 0,1 0 0 0 0,0 0 0 0 0,-1 0 0 0 0,0 1 0 0 0,-2 1 0 0 0,-5 6 111 0 0,0-1 1 0 0,-1 0-1 0 0,0-1 0 0 0,-1 0 0 0 0,0 0 0 0 0,0-1 0 0 0,-1-1 1 0 0,-20 9-1 0 0,22-11-72 0 0,-1 0-1 0 0,1 0 1 0 0,-1-2 0 0 0,0 1 0 0 0,-1-1 0 0 0,1-1 0 0 0,0 0-1 0 0,0 0 1 0 0,-1-1 0 0 0,-14-2 0 0 0,20 1-399 0 0,1 0 1 0 0,-1-1-1 0 0,1 1 1 0 0,0-1-1 0 0,0 0 1 0 0,0-1-1 0 0,-8-4 1 0 0,8 4-372 0 0,1 0 1 0 0,0-1-1 0 0,0 1 0 0 0,0-1 0 0 0,1 0 1 0 0,-1 0-1 0 0,1-1 0 0 0,0 1 1 0 0,0-1-1 0 0,1 1 0 0 0,-4-7 0 0 0,2-3-1212 0 0,-1 1 0 0 0,2-1-1 0 0,0 0 1 0 0,0 0-1 0 0,2 0 1 0 0,-1-25-1 0 0,2 2-7146 0 0</inkml:trace>
</inkml:ink>
</file>

<file path=ppt/ink/ink1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3:07.1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144 118 3136 0 0,'-53'-45'8668'0'0,"-24"-22"-704"0"0,77 66-8023 0 0,0 1 0 0 0,0 0 0 0 0,-1 0 0 0 0,1-1-1 0 0,0 1 1 0 0,0 0 0 0 0,0 0 0 0 0,0-1-1 0 0,-1 1 1 0 0,1 0 0 0 0,0 0 0 0 0,0-1 0 0 0,0 1-1 0 0,-1 0 1 0 0,1 0 0 0 0,0 0 0 0 0,0-1-1 0 0,-1 1 1 0 0,1 0 0 0 0,0 0 0 0 0,-1 0 0 0 0,1 0-1 0 0,0 0 1 0 0,-1 0 0 0 0,1 0 0 0 0,0 0 0 0 0,0 0-1 0 0,-1 0 1 0 0,1 0 0 0 0,0 0 0 0 0,-1 0-1 0 0,1 0 1 0 0,0 0 0 0 0,-1 0 0 0 0,1 0 0 0 0,0 0-1 0 0,-1 0 1 0 0,1 0 0 0 0,0 0 0 0 0,0 0-1 0 0,-1 1 1 0 0,1-1 0 0 0,0 0 0 0 0,0 0 0 0 0,-1 0-1 0 0,1 1 1 0 0,0-1 0 0 0,0 0 0 0 0,-1 0-1 0 0,1 0 1 0 0,0 1 0 0 0,0-1 0 0 0,0 0 0 0 0,0 1-1 0 0,0-1 1 0 0,-1 0 0 0 0,1 0 0 0 0,0 1-1 0 0,0-1 1 0 0</inkml:trace>
</inkml:ink>
</file>

<file path=ppt/ink/ink1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3:07.9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68 263 420 0 0,'-6'-5'719'0'0,"0"-1"-1"0"0,0-1 1 0 0,0 1 0 0 0,1-1-1 0 0,0 0 1 0 0,1 0-1 0 0,-1 0 1 0 0,1-1 0 0 0,1 0-1 0 0,-1 1 1 0 0,1-1 0 0 0,1-1-1 0 0,-1 1 1 0 0,-1-16-1 0 0,3 19-632 0 0,1 0-1 0 0,0 0 1 0 0,0 0-1 0 0,0 0 1 0 0,1 0-1 0 0,0 0 1 0 0,0 0-1 0 0,0 0 1 0 0,1 0 0 0 0,-1 0-1 0 0,1 1 1 0 0,0-1-1 0 0,1 0 1 0 0,-1 1-1 0 0,1-1 1 0 0,0 1-1 0 0,0 0 1 0 0,0 0-1 0 0,0 0 1 0 0,1 1-1 0 0,0-1 1 0 0,-1 1-1 0 0,1 0 1 0 0,1 0-1 0 0,6-4 1 0 0,-4 3-48 0 0,-1 1 1 0 0,1 0-1 0 0,-1 1 1 0 0,1 0 0 0 0,0 0-1 0 0,0 0 1 0 0,0 1-1 0 0,0 0 1 0 0,0 0-1 0 0,0 1 1 0 0,0 0 0 0 0,0 0-1 0 0,0 0 1 0 0,0 1-1 0 0,0 0 1 0 0,0 1 0 0 0,0-1-1 0 0,0 2 1 0 0,-1-1-1 0 0,1 0 1 0 0,-1 1 0 0 0,1 1-1 0 0,-1-1 1 0 0,11 9-1 0 0,-10-7 17 0 0,-1 0-1 0 0,1 1 0 0 0,-1 0 0 0 0,-1 0 1 0 0,1 0-1 0 0,-1 1 0 0 0,0-1 0 0 0,0 1 1 0 0,-1 0-1 0 0,0 1 0 0 0,-1-1 0 0 0,1 1 1 0 0,-1 0-1 0 0,-1 0 0 0 0,1 0 0 0 0,-1 0 1 0 0,-1 0-1 0 0,0 0 0 0 0,0 1 0 0 0,0 14 1 0 0,-4-2 178 0 0,-1-1 0 0 0,-1 0 1 0 0,0 0-1 0 0,-2 0 1 0 0,0-1-1 0 0,-1 0 0 0 0,-1-1 1 0 0,-1 1-1 0 0,0-2 0 0 0,-1 1 1 0 0,-1-2-1 0 0,-1 1 0 0 0,-19 18 1 0 0,32-35-221 0 0,-1 0 1 0 0,1 1 0 0 0,0-1-1 0 0,-1 0 1 0 0,1 1 0 0 0,0-1-1 0 0,-1 0 1 0 0,1 0 0 0 0,0 1-1 0 0,-1-1 1 0 0,1 0 0 0 0,-1 0-1 0 0,1 0 1 0 0,0 0 0 0 0,-1 0-1 0 0,1 1 1 0 0,-1-1 0 0 0,1 0-1 0 0,-1 0 1 0 0,1 0-1 0 0,-1 0 1 0 0,1 0 0 0 0,0 0-1 0 0,-1 0 1 0 0,1 0 0 0 0,-1-1-1 0 0,1 1 1 0 0,-1 0 0 0 0,1 0-1 0 0,-1 0 1 0 0,1 0 0 0 0,0-1-1 0 0,-1 1 1 0 0,1 0 0 0 0,0 0-1 0 0,-1-1 1 0 0,1 1 0 0 0,0 0-1 0 0,-1-1 1 0 0,0 0-6 0 0,0 0 0 0 0,1 0 0 0 0,-1 1 0 0 0,0-1 0 0 0,1-1 0 0 0,-1 1 0 0 0,1 0 0 0 0,-1 0 0 0 0,1 0 0 0 0,0 0 0 0 0,-1 0 0 0 0,1 0 0 0 0,0 0 0 0 0,0-2 0 0 0,0-6 0 0 0,1 1 0 0 0,1 0 0 0 0,-1 0 0 0 0,2 0 0 0 0,-1 0-1 0 0,1 0 1 0 0,0 0 0 0 0,5-8 0 0 0,36-60-30 0 0,-38 67 21 0 0,13-18-12 0 0,1 0 0 0 0,1 0 0 0 0,1 2 0 0 0,41-35 0 0 0,-45 44 7 0 0,2 1-1 0 0,0 1 0 0 0,0 1 1 0 0,1 0-1 0 0,1 2 1 0 0,0 1-1 0 0,25-9 0 0 0,-41 17 13 0 0,1 0-1 0 0,-1 1 0 0 0,1-1 0 0 0,-1 1 0 0 0,1 1 0 0 0,-1-1 0 0 0,1 1 1 0 0,0 0-1 0 0,-1 1 0 0 0,1-1 0 0 0,-1 1 0 0 0,1 1 0 0 0,12 3 0 0 0,-16-3 25 0 0,1-1 0 0 0,-1 1-1 0 0,0 0 1 0 0,0 1 0 0 0,0-1-1 0 0,0 0 1 0 0,0 1-1 0 0,0 0 1 0 0,-1-1 0 0 0,1 1-1 0 0,-1 0 1 0 0,0 1-1 0 0,0-1 1 0 0,0 0 0 0 0,0 0-1 0 0,0 1 1 0 0,-1-1 0 0 0,0 1-1 0 0,1 0 1 0 0,-1-1-1 0 0,-1 1 1 0 0,1 0 0 0 0,0 0-1 0 0,-1-1 1 0 0,0 6 0 0 0,0 5 67 0 0,0 0 0 0 0,-1 0 0 0 0,-1 0 1 0 0,-1-1-1 0 0,-4 17 0 0 0,-26 66 159 0 0,7-20-187 0 0,22-65-85 0 0,1-3-282 0 0,1 0 1 0 0,0 0-1 0 0,0 1 0 0 0,-1 11 0 0 0,3-18 163 0 0,0-1 1 0 0,0 1-1 0 0,0-1 1 0 0,0 1-1 0 0,0-1 1 0 0,0 0-1 0 0,1 1 1 0 0,-1-1-1 0 0,0 1 1 0 0,1-1-1 0 0,-1 0 1 0 0,1 1-1 0 0,0-1 1 0 0,-1 0-1 0 0,1 1 1 0 0,0-1-1 0 0,0 0 1 0 0,0 0-1 0 0,0 0 1 0 0,0 0-1 0 0,0 0 1 0 0,0 0-1 0 0,0 0 1 0 0,0 0-1 0 0,0 0 0 0 0,1 0 1 0 0,-1-1-1 0 0,0 1 1 0 0,1 0-1 0 0,-1-1 1 0 0,2 1-1 0 0,1 0-190 0 0,0-1-1 0 0,0 1 1 0 0,0-1 0 0 0,0 0-1 0 0,-1 0 1 0 0,1-1-1 0 0,0 1 1 0 0,0-1-1 0 0,0 1 1 0 0,0-1-1 0 0,4-2 1 0 0,37-18-2838 0 0,-20 6 541 0 0,2-5-615 0 0</inkml:trace>
</inkml:ink>
</file>

<file path=ppt/ink/ink1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3:08.8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101 322 3728 0 0,'26'-38'4214'0'0,"-3"-1"0"0"0,22-46-1 0 0,-33 60-1121 0 0,-27 50-2561 0 0,9-16-388 0 0,-12 24 250 0 0,2 0 1 0 0,-15 44 0 0 0,25-62-328 0 0,2 1-1 0 0,0 0 1 0 0,1 0 0 0 0,0 0 0 0 0,1 0-1 0 0,1 0 1 0 0,2 27 0 0 0,-1-40-47 0 0,0 1 1 0 0,1-1-1 0 0,0 1 0 0 0,-1 0 0 0 0,1-1 1 0 0,1 0-1 0 0,-1 1 0 0 0,0-1 0 0 0,1 0 1 0 0,0 0-1 0 0,0 1 0 0 0,0-2 1 0 0,0 1-1 0 0,0 0 0 0 0,0 0 0 0 0,1 0 1 0 0,0-1-1 0 0,-1 0 0 0 0,1 1 1 0 0,0-1-1 0 0,0 0 0 0 0,0 0 0 0 0,0-1 1 0 0,1 1-1 0 0,-1-1 0 0 0,0 1 0 0 0,1-1 1 0 0,-1 0-1 0 0,1 0 0 0 0,-1-1 1 0 0,1 1-1 0 0,-1-1 0 0 0,1 0 0 0 0,0 0 1 0 0,-1 0-1 0 0,1 0 0 0 0,-1 0 0 0 0,1-1 1 0 0,0 0-1 0 0,-1 1 0 0 0,0-1 1 0 0,1-1-1 0 0,-1 1 0 0 0,6-3 0 0 0,3-3-6 0 0,0 0-1 0 0,-1 0 1 0 0,0-1-1 0 0,-1 0 1 0 0,0-1-1 0 0,0 0 1 0 0,-1 0-1 0 0,0-1 1 0 0,0-1-1 0 0,-1 1 1 0 0,-1-1-1 0 0,0-1 1 0 0,0 1-1 0 0,8-21 1 0 0,-10 19-8 0 0,1-1 1 0 0,-2 0-1 0 0,0 0 1 0 0,0 0-1 0 0,-1-1 0 0 0,-1 1 1 0 0,-1-1-1 0 0,0 0 1 0 0,-1 0-1 0 0,0 1 1 0 0,-1-1-1 0 0,-1 0 1 0 0,-3-15-1 0 0,4 26-11 0 0,0 1-1 0 0,-1-1 0 0 0,1 0 0 0 0,-1 0 0 0 0,0 1 1 0 0,1-1-1 0 0,-2 1 0 0 0,1 0 0 0 0,0-1 0 0 0,-1 1 1 0 0,1 0-1 0 0,-1 0 0 0 0,0 0 0 0 0,0 1 0 0 0,0-1 0 0 0,0 1 1 0 0,-1 0-1 0 0,1 0 0 0 0,-1 0 0 0 0,-4-2 0 0 0,2 2 3 0 0,1 1-1 0 0,-1-1 0 0 0,0 1 0 0 0,0 1 0 0 0,1-1 1 0 0,-1 1-1 0 0,0 0 0 0 0,0 0 0 0 0,1 1 1 0 0,-1-1-1 0 0,0 1 0 0 0,0 1 0 0 0,-7 2 0 0 0,-5 2-3 0 0,1 0 0 0 0,-1 2 0 0 0,1 0 0 0 0,1 1 0 0 0,-1 1 0 0 0,2 0 0 0 0,-1 1 0 0 0,2 1 0 0 0,-1 0 0 0 0,2 1 0 0 0,-1 1 0 0 0,-21 29 0 0 0,32-39-12 0 0,0 1-1 0 0,1 0 0 0 0,-1 0 0 0 0,1 0 0 0 0,0 0 0 0 0,1 0 1 0 0,-1 0-1 0 0,-1 8 0 0 0,3-11-1 0 0,0 0 0 0 0,0 0-1 0 0,0 0 1 0 0,0 0 0 0 0,1 1 0 0 0,-1-1 0 0 0,0-1-1 0 0,1 1 1 0 0,0 0 0 0 0,-1 0 0 0 0,1 0 0 0 0,0 0-1 0 0,0 0 1 0 0,0 0 0 0 0,0-1 0 0 0,0 1 0 0 0,0 0-1 0 0,1-1 1 0 0,-1 1 0 0 0,0-1 0 0 0,1 0-1 0 0,0 1 1 0 0,-1-1 0 0 0,1 0 0 0 0,2 1 0 0 0,3 2-113 0 0,0-1-1 0 0,1 0 1 0 0,0 0 0 0 0,-1 0 0 0 0,1-1 0 0 0,0-1 0 0 0,0 1 0 0 0,0-2-1 0 0,1 1 1 0 0,-1-1 0 0 0,0 0 0 0 0,16-2 0 0 0,6-3-560 0 0,60-16 1 0 0,-51 8 358 0 0,-1-1 0 0 0,0-2-1 0 0,40-23 1 0 0,-19 4-3 0 0,58-45-1 0 0,-39 15 471 0 0,-48 38 660 0 0,36-24 0 0 0,-66 50-783 0 0,1 1 0 0 0,-1-1 1 0 0,1 1-1 0 0,0-1 0 0 0,-1 1 0 0 0,1-1 1 0 0,0 1-1 0 0,0 0 0 0 0,-1-1 1 0 0,1 1-1 0 0,0 0 0 0 0,0 0 1 0 0,0-1-1 0 0,-1 1 0 0 0,1 0 1 0 0,0 0-1 0 0,0 0 0 0 0,0 0 0 0 0,0 0 1 0 0,-1 0-1 0 0,1 0 0 0 0,0 0 1 0 0,0 0-1 0 0,0 1 0 0 0,-1-1 1 0 0,1 0-1 0 0,0 1 0 0 0,0-1 0 0 0,-1 0 1 0 0,2 1-1 0 0,-1 1 2 0 0,0-1-1 0 0,0 0 1 0 0,0 1 0 0 0,0-1-1 0 0,-1 1 1 0 0,1-1 0 0 0,0 1-1 0 0,-1 0 1 0 0,1-1 0 0 0,-1 1-1 0 0,1 0 1 0 0,-1-1 0 0 0,0 4-1 0 0,1 6 67 0 0,-1-1 1 0 0,-1 1-1 0 0,-2 16 0 0 0,-6 12 103 0 0,-1 1-1 0 0,-2-1 1 0 0,-18 41-1 0 0,-60 106 850 0 0,56-118 256 0 0,33-68-1253 0 0,1 1 0 0 0,0 0 0 0 0,0-1 0 0 0,0 1 0 0 0,-1-1 0 0 0,1 1 0 0 0,0-1 0 0 0,0 1 0 0 0,-1 0 1 0 0,1-1-1 0 0,0 1 0 0 0,-1-1 0 0 0,1 0 0 0 0,-1 1 0 0 0,1-1 0 0 0,-1 1 0 0 0,1-1 0 0 0,-1 0 0 0 0,1 1 0 0 0,-1-1 1 0 0,1 0-1 0 0,-1 1 0 0 0,1-1 0 0 0,-1 0 0 0 0,1 0 0 0 0,-1 0 0 0 0,0 0 0 0 0,1 1 0 0 0,-1-1 0 0 0,1 0 0 0 0,-1 0 0 0 0,0 0 1 0 0,1 0-1 0 0,-1 0 0 0 0,1 0 0 0 0,-1-1 0 0 0,0 1 0 0 0,1 0 0 0 0,-2 0 0 0 0,1-4-69 0 0,4-10-73 0 0,1 0 0 0 0,0 1 1 0 0,1 0-1 0 0,1 0 0 0 0,0 0 0 0 0,11-17 0 0 0,54-72-328 0 0,-64 93 411 0 0,15-19-68 0 0,1 1 0 0 0,2 0 0 0 0,45-37 0 0 0,-53 50 67 0 0,0 1 1 0 0,2 1-1 0 0,-1 1 1 0 0,1 1 0 0 0,1 0-1 0 0,0 1 1 0 0,27-8-1 0 0,-43 16 28 0 0,0 0 1 0 0,1 0-1 0 0,-1 0 0 0 0,0 1 0 0 0,0-1 0 0 0,1 1 0 0 0,-1 0 0 0 0,0 0 0 0 0,1 1 0 0 0,-1-1 1 0 0,0 1-1 0 0,0 0 0 0 0,1 0 0 0 0,-1 0 0 0 0,0 1 0 0 0,0 0 0 0 0,0-1 0 0 0,-1 1 1 0 0,6 4-1 0 0,-6-3 16 0 0,1 0 0 0 0,-1 0 0 0 0,0 0 0 0 0,0 1 0 0 0,-1-1 0 0 0,1 1 0 0 0,-1 0 0 0 0,0 0 0 0 0,0 0 0 0 0,0 0 0 0 0,0 0 1 0 0,-1 0-1 0 0,1 1 0 0 0,-1-1 0 0 0,0 0 0 0 0,-1 1 0 0 0,1-1 0 0 0,-1 7 0 0 0,0 5 70 0 0,0 1 0 0 0,-2-1 0 0 0,0 1 0 0 0,-6 23 0 0 0,-24 65 154 0 0,14-47-160 0 0,17-56-142 0 0,0 0 0 0 0,0 0 1 0 0,1 0-1 0 0,-1 0 0 0 0,1 0 1 0 0,-1 0-1 0 0,1 0 0 0 0,0 0 1 0 0,0 0-1 0 0,0 0 0 0 0,0 0 1 0 0,0 0-1 0 0,0 0 0 0 0,1 0 1 0 0,-1 0-1 0 0,1 0 0 0 0,-1 0 1 0 0,1 0-1 0 0,0 0 0 0 0,1 1 1 0 0,-2-2-49 0 0,1-1 1 0 0,0 1 0 0 0,0-1 0 0 0,0 0-1 0 0,0 1 1 0 0,0-1 0 0 0,0 0 0 0 0,0 0-1 0 0,-1 1 1 0 0,1-1 0 0 0,0 0 0 0 0,0 0-1 0 0,0 0 1 0 0,0 0 0 0 0,0 0 0 0 0,1-1-1 0 0,3 1-584 0 0,0 0 0 0 0,0 0 0 0 0,0-1 0 0 0,0 0-1 0 0,0 0 1 0 0,-1 0 0 0 0,1 0 0 0 0,5-3 0 0 0,4 0-3101 0 0,8-3-3080 0 0</inkml:trace>
</inkml:ink>
</file>

<file path=ppt/ink/ink1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3:09.0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0 133 3132 0 0,'4'-27'18520'0'0,"-2"18"-17359"0"0,-1 8-977 0 0,15-3 80 0 0,127-22-1732 0 0,-50 11-1229 0 0,3-5-1099 0 0,-32 3-2438 0 0,-25 4-428 0 0</inkml:trace>
</inkml:ink>
</file>

<file path=ppt/ink/ink1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3:09.8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366 120 1428 0 0,'82'-115'11655'0'0,"-80"111"-11066"0"0,-4 4-209 0 0,-11 8-53 0 0,-17 14-69 0 0,8-5-39 0 0,-264 221 1409 0 0,281-234-1593 0 0,-1 1 0 0 0,1 0 0 0 0,1 0 0 0 0,-1 0 0 0 0,1 0 0 0 0,0 1 0 0 0,0 0 0 0 0,1 0 0 0 0,-1 0 1 0 0,-3 10-1 0 0,7-15-28 0 0,0 0 0 0 0,0-1 0 0 0,0 1 0 0 0,0 0 1 0 0,0-1-1 0 0,1 1 0 0 0,-1 0 0 0 0,0-1 0 0 0,0 1 1 0 0,1 0-1 0 0,-1-1 0 0 0,0 1 0 0 0,1-1 1 0 0,-1 1-1 0 0,0 0 0 0 0,1-1 0 0 0,-1 1 0 0 0,1-1 1 0 0,-1 1-1 0 0,1-1 0 0 0,-1 0 0 0 0,1 1 1 0 0,-1-1-1 0 0,1 1 0 0 0,0-1 0 0 0,-1 0 0 0 0,1 0 1 0 0,0 1-1 0 0,0-1 0 0 0,23 8 82 0 0,-21-7-79 0 0,83 15 198 0 0,-55-12-198 0 0,32 10 0 0 0,-53-11 48 0 0,0 0 1 0 0,-1 0-1 0 0,0 1 1 0 0,1 1-1 0 0,-1 0 0 0 0,-1 0 1 0 0,12 9-1 0 0,-17-12 41 0 0,-1 0-1 0 0,0 0 1 0 0,0-1 0 0 0,0 2-1 0 0,0-1 1 0 0,0 0-1 0 0,0 0 1 0 0,-1 1 0 0 0,1-1-1 0 0,-1 1 1 0 0,0-1-1 0 0,0 1 1 0 0,1-1-1 0 0,-2 1 1 0 0,1 0 0 0 0,0 0-1 0 0,0-1 1 0 0,-1 1-1 0 0,1 3 1 0 0,-2-2 39 0 0,1-1-1 0 0,-1 1 1 0 0,0 0-1 0 0,1-1 1 0 0,-2 1 0 0 0,1-1-1 0 0,0 0 1 0 0,-1 1-1 0 0,1-1 1 0 0,-1 0 0 0 0,0 0-1 0 0,0 0 1 0 0,-3 3-1 0 0,-3 3 136 0 0,-1 0 0 0 0,0-1-1 0 0,0 0 1 0 0,0 0 0 0 0,-1-1-1 0 0,0-1 1 0 0,-22 11 0 0 0,19-11-79 0 0,-1-1 1 0 0,-1-1 0 0 0,1 0-1 0 0,-1 0 1 0 0,-29 2 0 0 0,34-5-136 0 0,0-1 1 0 0,0 0-1 0 0,1-1 1 0 0,-1 0 0 0 0,0 0-1 0 0,0-1 1 0 0,1 0-1 0 0,-1-1 1 0 0,1 0-1 0 0,-10-5 1 0 0,17 8-171 0 0,0-1 0 0 0,0 0 0 0 0,0 0-1 0 0,0-1 1 0 0,1 1 0 0 0,-1 0 0 0 0,0 0 0 0 0,1-1 0 0 0,-1 1 0 0 0,1-1-1 0 0,-1 0 1 0 0,1 1 0 0 0,0-1 0 0 0,0 0 0 0 0,0 0 0 0 0,0 0 0 0 0,0 1-1 0 0,0-1 1 0 0,0 0 0 0 0,1 0 0 0 0,-1-3 0 0 0,0 1-163 0 0,1 1 0 0 0,1 0 1 0 0,-1-1-1 0 0,0 1 0 0 0,1 0 1 0 0,0-1-1 0 0,-1 1 0 0 0,1 0 1 0 0,1 0-1 0 0,-1 0 0 0 0,0 0 1 0 0,3-4-1 0 0,3-4-1685 0 0,1 0 0 0 0,0 1-1 0 0,0 0 1 0 0,1 0 0 0 0,17-14 0 0 0,-9 10-3662 0 0</inkml:trace>
</inkml:ink>
</file>

<file path=ppt/ink/ink1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3:10.0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82 1700 0 0,'12'-8'2787'0'0,"-1"1"0"0"0,-1-2 0 0 0,0 1 0 0 0,0-1 0 0 0,-1-1 0 0 0,15-18 0 0 0,-23 27-2337 0 0,-1 1-421 0 0,0 0-1 0 0,1-1 1 0 0,-1 1-1 0 0,0 0 1 0 0,1 0-1 0 0,-1 0 0 0 0,0 0 1 0 0,0 0-1 0 0,1 0 1 0 0,-1-1-1 0 0,0 1 1 0 0,1 0-1 0 0,-1 0 1 0 0,0 0-1 0 0,1 0 1 0 0,-1 0-1 0 0,0 0 0 0 0,1 0 1 0 0,-1 0-1 0 0,0 1 1 0 0,1-1-1 0 0,-1 0 1 0 0,0 0-1 0 0,0 0 1 0 0,1 0-1 0 0,-1 0 1 0 0,0 0-1 0 0,1 1 0 0 0,-1-1 1 0 0,0 0-1 0 0,0 0 1 0 0,1 0-1 0 0,-1 1 1 0 0,0-1-1 0 0,0 0 1 0 0,4 16 409 0 0,-9 26-276 0 0,3-31-19 0 0,-38 181 487 0 0,25-131-1903 0 0,-13 102 0 0 0,28-159 792 0 0,-1 43-2711 0 0,1-45 2384 0 0,1 1 0 0 0,-1-1 0 0 0,1 1 0 0 0,0-1 0 0 0,-1 1 0 0 0,1-1 0 0 0,0 1 0 0 0,0-1 0 0 0,3 3 0 0 0</inkml:trace>
</inkml:ink>
</file>

<file path=ppt/ink/ink1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3:10.5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48 212 3120 0 0,'7'-13'3542'0'0,"-1"0"-1"0"0,7-21 1 0 0,-8 21-717 0 0,0 0 1 0 0,10-19 913 0 0,-18 72-3534 0 0,-1 1 0 0 0,-2-1-1 0 0,-2 0 1 0 0,-20 58 0 0 0,-1 9-6 0 0,10-40 405 0 0,18-65-536 0 0,1-14-274 0 0,2 1 83 0 0,1 0 0 0 0,0 0-1 0 0,0 0 1 0 0,1 0 0 0 0,0 1-1 0 0,7-11 1 0 0,-2 1-29 0 0,14-31-126 0 0,3 1 1 0 0,46-68 0 0 0,-59 99 238 0 0,1 0-1 0 0,1 1 1 0 0,1 1 0 0 0,1 1 0 0 0,0 0 0 0 0,1 1-1 0 0,0 1 1 0 0,36-21 0 0 0,-47 31 37 0 0,0 1 0 0 0,0 0 0 0 0,1 0 0 0 0,-1 1-1 0 0,1 0 1 0 0,-1 0 0 0 0,1 0 0 0 0,0 1 0 0 0,0 1 0 0 0,0-1 0 0 0,9 2-1 0 0,-14-1 14 0 0,1 1 0 0 0,-1-1 0 0 0,0 1 0 0 0,1 0 0 0 0,-1 0 0 0 0,0 0 0 0 0,0 1 0 0 0,1-1 0 0 0,-1 1 0 0 0,0 0-1 0 0,0 0 1 0 0,-1 0 0 0 0,1 0 0 0 0,0 0 0 0 0,-1 0 0 0 0,1 1 0 0 0,-1 0 0 0 0,0-1 0 0 0,0 1 0 0 0,0 0 0 0 0,0 0 0 0 0,0 0 0 0 0,-1 0-1 0 0,1 0 1 0 0,-1 1 0 0 0,0-1 0 0 0,1 4 0 0 0,1 4 44 0 0,-2 1 0 0 0,1-1 0 0 0,-1 0 0 0 0,-1 1 0 0 0,0-1 0 0 0,0 0 0 0 0,-1 1 0 0 0,-1-1 0 0 0,-4 16 0 0 0,-5 13 29 0 0,-20 47 1 0 0,11-34-207 0 0,0 11-3988 0 0,20-63 3967 0 0,0-1 0 0 0,0 1 0 0 0,0 0 0 0 0,0 0 0 0 0,-1 0 0 0 0,1-1 0 0 0,0 1 0 0 0,1 0 0 0 0,-1 0-1 0 0,0 0 1 0 0,0-1 0 0 0,0 1 0 0 0,0 0 0 0 0,1 0 0 0 0,-1-1 0 0 0,0 1 0 0 0,1 0 0 0 0,-1 0 0 0 0,1-1 0 0 0,-1 1 0 0 0,0 0 0 0 0,1-1 0 0 0,0 1 0 0 0,-1-1 0 0 0,1 1-1 0 0,-1-1 1 0 0,1 1 0 0 0,1 0 0 0 0,-1 0-137 0 0,1 0 1 0 0,0 0-1 0 0,0 0 0 0 0,-1 0 0 0 0,1-1 0 0 0,0 1 0 0 0,0-1 1 0 0,0 1-1 0 0,4 0 0 0 0,36-5-5213 0 0,-14-2 946 0 0</inkml:trace>
</inkml:ink>
</file>

<file path=ppt/ink/ink1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3:11.1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685 248 1460 0 0,'19'-20'3181'0'0,"0"0"-1"0"0,31-45 1 0 0,-46 58-2579 0 0,0 0 0 0 0,0 0 0 0 0,0 0 0 0 0,0 0 0 0 0,-1-1 0 0 0,-1 1-1 0 0,1-1 1 0 0,-1 0 0 0 0,-1 0 0 0 0,1 0 0 0 0,-1 0 0 0 0,-1 0 0 0 0,1 0 0 0 0,-2-14 0 0 0,1 22-571 0 0,-1-1 1 0 0,1 0 0 0 0,0 0 0 0 0,-1 0 0 0 0,1 1 0 0 0,-1-1-1 0 0,1 0 1 0 0,-1 0 0 0 0,1 1 0 0 0,-1-1 0 0 0,1 1 0 0 0,-1-1-1 0 0,0 0 1 0 0,1 1 0 0 0,-1-1 0 0 0,0 1 0 0 0,1-1 0 0 0,-1 1-1 0 0,0 0 1 0 0,0-1 0 0 0,1 1 0 0 0,-1 0 0 0 0,0-1-1 0 0,0 1 1 0 0,0 0 0 0 0,0 0 0 0 0,1 0 0 0 0,-3 0 0 0 0,-23 2 225 0 0,10 3-202 0 0,1 0-1 0 0,0 2 1 0 0,0 0-1 0 0,1 0 1 0 0,0 1-1 0 0,1 1 1 0 0,-1 0-1 0 0,-16 17 0 0 0,6-4-33 0 0,2 1 0 0 0,0 1 0 0 0,-23 35 0 0 0,34-44-15 0 0,2 0 1 0 0,0 1-1 0 0,-12 28 1 0 0,19-40-4 0 0,0 1 0 0 0,1-1 1 0 0,-1 1-1 0 0,1-1 1 0 0,0 1-1 0 0,0 0 0 0 0,0-1 1 0 0,1 1-1 0 0,0 0 0 0 0,0 0 1 0 0,0 0-1 0 0,1-1 0 0 0,-1 1 1 0 0,1 0-1 0 0,0-1 1 0 0,0 1-1 0 0,1 0 0 0 0,-1-1 1 0 0,4 5-1 0 0,-4-7-5 0 0,0 0 1 0 0,1 0-1 0 0,-1-1 1 0 0,1 1-1 0 0,0 0 1 0 0,0-1-1 0 0,-1 1 1 0 0,1-1-1 0 0,0 0 1 0 0,0 0-1 0 0,0 1 1 0 0,1-1-1 0 0,-1-1 0 0 0,0 1 1 0 0,0 0-1 0 0,0 0 1 0 0,1-1-1 0 0,-1 1 1 0 0,0-1-1 0 0,1 0 1 0 0,-1 0-1 0 0,0 0 1 0 0,1 0-1 0 0,-1 0 1 0 0,0 0-1 0 0,1-1 0 0 0,-1 1 1 0 0,0-1-1 0 0,5-1 1 0 0,2-1-28 0 0,0-1 0 0 0,-1 0 1 0 0,1 0-1 0 0,-1-1 0 0 0,16-11 0 0 0,-9 3-19 0 0,-1 1 1 0 0,0-2-1 0 0,-1 0 0 0 0,12-16 0 0 0,41-67-30 0 0,-31 44 181 0 0,-2 3-1 0 0,-33 48-99 0 0,1 2-3 0 0,0 0 0 0 0,0 0 0 0 0,-1 1 1 0 0,1-1-1 0 0,0 0 0 0 0,-1 0 0 0 0,1 1 0 0 0,0-1 0 0 0,-1 0 0 0 0,1 1 1 0 0,-1-1-1 0 0,1 1 0 0 0,0-1 0 0 0,-1 0 0 0 0,1 1 0 0 0,-1-1 1 0 0,1 1-1 0 0,-1 0 0 0 0,1-1 0 0 0,-1 1 0 0 0,0-1 0 0 0,1 1 0 0 0,-1 0 1 0 0,0-1-1 0 0,1 1 0 0 0,-1 0 0 0 0,0-1 0 0 0,0 1 0 0 0,0 0 1 0 0,0 1-1 0 0,2 25 17 0 0,-2-24-13 0 0,-1 54 208 0 0,-19 105-1 0 0,-26 58 226 0 0,25-125-244 0 0,16-70-146 0 0,-66 278 789 0 0,49-227-32 0 0,-61 141-1 0 0,75-201-578 0 0,0 1-1 0 0,-1-2 1 0 0,-1 1 0 0 0,0-1-1 0 0,-1 0 1 0 0,-1-1 0 0 0,0-1-1 0 0,-23 20 1 0 0,27-27-124 0 0,0-1-1 0 0,0 1 0 0 0,-1-2 1 0 0,1 1-1 0 0,-1-1 1 0 0,0 0-1 0 0,0-1 0 0 0,0 0 1 0 0,-1 0-1 0 0,1-1 1 0 0,-1-1-1 0 0,1 1 1 0 0,-1-2-1 0 0,0 1 0 0 0,1-1 1 0 0,-1-1-1 0 0,-18-2 1 0 0,15 0-66 0 0,1 0 1 0 0,-1 0 0 0 0,0-1-1 0 0,1-1 1 0 0,0 0 0 0 0,0-1 0 0 0,1 0-1 0 0,-1-1 1 0 0,1 0 0 0 0,1 0-1 0 0,-1-1 1 0 0,1-1 0 0 0,1 0-1 0 0,0 0 1 0 0,0-1 0 0 0,0 0 0 0 0,2-1-1 0 0,-1 0 1 0 0,1 0 0 0 0,1 0-1 0 0,0-1 1 0 0,0 0 0 0 0,2 0-1 0 0,-1-1 1 0 0,1 1 0 0 0,1-1 0 0 0,0 0-1 0 0,1 0 1 0 0,1 0 0 0 0,0 0-1 0 0,0 0 1 0 0,3-20 0 0 0,1 11-194 0 0,0 0 0 0 0,2 0 0 0 0,1 0 0 0 0,0 1 0 0 0,2 0 0 0 0,12-26-1 0 0,-4 18-429 0 0,0 1 0 0 0,2 0 0 0 0,36-42-1 0 0,-7 19-1488 0 0,3 2 0 0 0,1 3 0 0 0,81-57 0 0 0,88-58-8745 0 0,-177 129 5689 0 0</inkml:trace>
</inkml:ink>
</file>

<file path=ppt/ink/ink1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3:11.6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53 140 592 0 0,'1'-1'341'0'0,"75"-113"12414"0"0,-70 104-11259 0 0,1-5 747 0 0,-14 21-2101 0 0,-1 3-49 0 0,1 0 0 0 0,0 0-1 0 0,0 1 1 0 0,1 0 0 0 0,-8 16 0 0 0,-19 55 56 0 0,29-70-128 0 0,-6 15 23 0 0,1 1 1 0 0,1 0 0 0 0,1 0-1 0 0,1 1 1 0 0,2 0 0 0 0,-1 37-1 0 0,5-62-60 0 0,0 0 1 0 0,0 0-1 0 0,0 0 0 0 0,0 0 0 0 0,1-1 0 0 0,0 1 0 0 0,-1 0 0 0 0,1 0 0 0 0,0-1 0 0 0,0 1 1 0 0,0 0-1 0 0,1-1 0 0 0,-1 1 0 0 0,1-1 0 0 0,-1 0 0 0 0,1 1 0 0 0,0-1 0 0 0,0 0 0 0 0,0 0 0 0 0,0 0 1 0 0,0 0-1 0 0,5 2 0 0 0,-4-2-66 0 0,0-1 1 0 0,0 0 0 0 0,0 0-1 0 0,1 0 1 0 0,-1 0 0 0 0,0 0-1 0 0,0-1 1 0 0,1 1 0 0 0,-1-1-1 0 0,1 0 1 0 0,-1 0-1 0 0,0-1 1 0 0,1 1 0 0 0,-1 0-1 0 0,0-1 1 0 0,0 0 0 0 0,1 0-1 0 0,-1 0 1 0 0,4-2 0 0 0,10-5-197 0 0,-1-1 1 0 0,0-1 0 0 0,-1 0 0 0 0,0-1-1 0 0,0-1 1 0 0,-1 0 0 0 0,22-25 0 0 0,-4-2 703 0 0,44-69 1 0 0,-29 21 3293 0 0,-35 63-2736 0 0,-11 22-777 0 0,-2 4-125 0 0,-30 94 160 0 0,19-67-222 0 0,3 1 0 0 0,-11 52 0 0 0,18-74-29 0 0,1 0 0 0 0,0 0 1 0 0,1 1-1 0 0,0-1 0 0 0,0 0 1 0 0,3 15-1 0 0,-2-20-60 0 0,-1-1 0 0 0,1 1 0 0 0,0-1 0 0 0,0 1 0 0 0,0-1 0 0 0,1 0 0 0 0,-1 1 0 0 0,1-1 1 0 0,-1 0-1 0 0,1 0 0 0 0,0 0 0 0 0,0 0 0 0 0,-1 0 0 0 0,2-1 0 0 0,-1 1 0 0 0,0 0 0 0 0,0-1 0 0 0,0 0 0 0 0,1 1 0 0 0,-1-1 0 0 0,0 0 0 0 0,1 0 1 0 0,-1 0-1 0 0,5 0 0 0 0,0 1-314 0 0,1-1 0 0 0,-1-1 0 0 0,0 1 0 0 0,0-1 0 0 0,1 0 0 0 0,-1-1-1 0 0,0 0 1 0 0,0 0 0 0 0,0 0 0 0 0,0-1 0 0 0,10-4 0 0 0,-3 1-979 0 0,-1-1 1 0 0,1-1-1 0 0,-1 0 0 0 0,19-15 0 0 0,5-7-3590 0 0</inkml:trace>
</inkml:ink>
</file>

<file path=ppt/ink/ink1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3:11.8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295 350 904 0 0,'10'-67'4709'0'0,"-4"0"-1"0"0,-2-109 1 0 0,-4 146-3371 0 0,-3 21-830 0 0,-3 10-209 0 0,-7 14-64 0 0,-12 43 18 0 0,3 1-1 0 0,-17 70 1 0 0,17-54 17 0 0,14-49-180 0 0,-86 294 631 0 0,23 5-478 0 0,69-315-316 0 0,-2 13-642 0 0,-1 39 1 0 0,5-57 344 0 0,0 1 0 0 0,0-1 1 0 0,1 0-1 0 0,-1 0 0 0 0,1 0 0 0 0,0 0 0 0 0,1 0 0 0 0,-1 0 1 0 0,1 0-1 0 0,0 0 0 0 0,0 0 0 0 0,0-1 0 0 0,6 8 1 0 0,-7-10-91 0 0,1-1 0 0 0,0 1 0 0 0,-1-1 0 0 0,1 0 0 0 0,0 0 1 0 0,0 0-1 0 0,0 0 0 0 0,0 0 0 0 0,0 0 0 0 0,0 0 0 0 0,4 0 1 0 0,11 3-4432 0 0</inkml:trace>
</inkml:ink>
</file>

<file path=ppt/ink/ink1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3:12.3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299 138 2652 0 0,'4'-10'1228'0'0,"2"-4"943"0"0,-1 0-1 0 0,-1-1 0 0 0,0 0 1 0 0,0 0-1 0 0,1-28 1 0 0,-5 43-2134 0 0,0-1 0 0 0,0 1-1 0 0,0-1 1 0 0,0 1 0 0 0,0 0 0 0 0,0-1 0 0 0,0 1-1 0 0,0-1 1 0 0,0 1 0 0 0,0-1 0 0 0,0 1 0 0 0,0 0 0 0 0,-1-1-1 0 0,1 1 1 0 0,0-1 0 0 0,0 1 0 0 0,-1 0 0 0 0,1-1-1 0 0,0 1 1 0 0,0-1 0 0 0,-1 1 0 0 0,1 0 0 0 0,0 0 0 0 0,-1-1-1 0 0,1 1 1 0 0,-1 0 0 0 0,1 0 0 0 0,0-1 0 0 0,-1 1 0 0 0,1 0-1 0 0,-1 0 1 0 0,1 0 0 0 0,0 0 0 0 0,-1-1 0 0 0,1 1-1 0 0,-2 0 1 0 0,-13 2 318 0 0,14-1-378 0 0,-7 2 76 0 0,1 0-1 0 0,1 1 1 0 0,-1 0-1 0 0,0 0 1 0 0,1 0 0 0 0,0 1-1 0 0,0 0 1 0 0,0 0-1 0 0,1 1 1 0 0,-9 11 0 0 0,4-7-5 0 0,-22 26 51 0 0,2 1 1 0 0,-41 65 0 0 0,57-79-64 0 0,1 1 1 0 0,2 0-1 0 0,0 0 1 0 0,1 1-1 0 0,2 1 0 0 0,-7 31 1 0 0,14-53-31 0 0,1 0-1 0 0,-1 0 1 0 0,1 0 0 0 0,0 0 0 0 0,0 0 0 0 0,1 0-1 0 0,-1 0 1 0 0,1 0 0 0 0,0-1 0 0 0,0 1 0 0 0,0 0-1 0 0,0 0 1 0 0,0-1 0 0 0,4 7 0 0 0,-4-9-18 0 0,0 1 1 0 0,0-1-1 0 0,1 0 1 0 0,-1 1 0 0 0,0-1-1 0 0,0 0 1 0 0,1 0-1 0 0,-1 0 1 0 0,1 0 0 0 0,-1 0-1 0 0,1 0 1 0 0,-1 0-1 0 0,1-1 1 0 0,0 1-1 0 0,-1 0 1 0 0,1-1 0 0 0,0 1-1 0 0,-1-1 1 0 0,1 0-1 0 0,0 0 1 0 0,0 0-1 0 0,0 1 1 0 0,-1-2 0 0 0,1 1-1 0 0,0 0 1 0 0,0 0-1 0 0,-1 0 1 0 0,1-1 0 0 0,0 1-1 0 0,-1-1 1 0 0,1 0-1 0 0,0 1 1 0 0,1-2-1 0 0,9-4-75 0 0,-1-1-1 0 0,0 0 0 0 0,-1-1 1 0 0,1 0-1 0 0,-1 0 0 0 0,-1-1 0 0 0,0 0 1 0 0,0-1-1 0 0,11-17 0 0 0,7-12-44 0 0,26-52-1 0 0,-51 87 129 0 0,41-85 326 0 0,13-22 1360 0 0,-54 109-1584 0 0,-1 2-95 0 0,-1 0 0 0 0,1 0 0 0 0,0 1 0 0 0,-1-1 0 0 0,1 0 0 0 0,0 1 0 0 0,-1-1 0 0 0,1 0 0 0 0,0 1 0 0 0,-1-1 0 0 0,1 1 0 0 0,-1-1 0 0 0,1 1 0 0 0,-1-1 1 0 0,1 1-1 0 0,-1 0 0 0 0,1-1 0 0 0,-1 1 0 0 0,0 0 0 0 0,1-1 0 0 0,-1 1 0 0 0,0 0 0 0 0,0-1 0 0 0,1 1 0 0 0,-1 0 0 0 0,0 0 0 0 0,0-1 0 0 0,0 1 0 0 0,0 0 0 0 0,0 1 0 0 0,1 28 44 0 0,-2-24-38 0 0,-5 102 74 0 0,2-77-212 0 0,2 1 0 0 0,2 0 0 0 0,4 52 0 0 0,-3-79-197 0 0,0 0-1 0 0,0 0 1 0 0,0 0 0 0 0,0-1-1 0 0,1 1 1 0 0,0 0 0 0 0,0 0-1 0 0,0-1 1 0 0,1 1 0 0 0,0-1-1 0 0,-1 0 1 0 0,1 0-1 0 0,5 5 1 0 0,-6-8 161 0 0,-1 0 1 0 0,0-1-1 0 0,0 1 0 0 0,0 0 1 0 0,1-1-1 0 0,-1 0 0 0 0,0 1 1 0 0,1-1-1 0 0,-1 0 0 0 0,0 0 1 0 0,1 1-1 0 0,-1-1 0 0 0,0 0 1 0 0,1 0-1 0 0,-1-1 0 0 0,0 1 1 0 0,1 0-1 0 0,-1 0 0 0 0,0-1 1 0 0,1 1-1 0 0,-1 0 0 0 0,0-1 1 0 0,1 0-1 0 0,-1 1 0 0 0,0-1 1 0 0,0 0-1 0 0,1 0 0 0 0,3-2-837 0 0,0-1-1 0 0,-1 1 1 0 0,1-1 0 0 0,5-7-1 0 0,4-6-2550 0 0</inkml:trace>
</inkml:ink>
</file>

<file path=ppt/ink/ink1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3:12.6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1 350 5364 0 0,'48'-106'3642'0'0,"45"-91"4551"0"0,-91 194-8096 0 0,0-1-1 0 0,0 1 1 0 0,0 0 0 0 0,0 0-1 0 0,0 0 1 0 0,1 1 0 0 0,-1-1-1 0 0,1 0 1 0 0,0 1 0 0 0,0 0-1 0 0,0-1 1 0 0,0 1 0 0 0,0 0-1 0 0,0 1 1 0 0,1-1 0 0 0,-1 1-1 0 0,6-2 1 0 0,-6 2-53 0 0,0 1 0 0 0,0 0 0 0 0,1 0 0 0 0,-1 0 0 0 0,0 0 1 0 0,0 0-1 0 0,0 1 0 0 0,1 0 0 0 0,-1-1 0 0 0,0 1 0 0 0,0 0 0 0 0,0 1 0 0 0,0-1 0 0 0,0 0 1 0 0,-1 1-1 0 0,1 0 0 0 0,0-1 0 0 0,-1 1 0 0 0,1 0 0 0 0,3 5 0 0 0,3 2 95 0 0,-1 1-1 0 0,-1-1 1 0 0,0 1-1 0 0,0 1 0 0 0,-1-1 1 0 0,0 1-1 0 0,-1 1 1 0 0,8 20-1 0 0,-2 6 336 0 0,10 55-1 0 0,-16-61-202 0 0,-1-1 0 0 0,0 43 0 0 0,-4-61 148 0 0,0-1 0 0 0,-1 1 1 0 0,-1-1-1 0 0,0 1 1 0 0,-1-1-1 0 0,0 0 0 0 0,-1 0 1 0 0,-9 21-1 0 0,11-30-117 0 0,0 1 0 0 0,0-1 0 0 0,0 0 0 0 0,0 0 0 0 0,0 0 0 0 0,-1-1 0 0 0,0 1 0 0 0,-4 3 0 0 0,7-6-261 0 0,-1 1 0 0 0,0-1-1 0 0,1 1 1 0 0,-1-1 0 0 0,0 0-1 0 0,1 1 1 0 0,-1-1 0 0 0,0 0-1 0 0,0 0 1 0 0,0 0 0 0 0,1 1-1 0 0,-1-1 1 0 0,0 0 0 0 0,0 0-1 0 0,0 0 1 0 0,1 0 0 0 0,-1 0-1 0 0,0-1 1 0 0,0 1 0 0 0,0 0-1 0 0,1 0 1 0 0,-1-1 0 0 0,0 1-1 0 0,0 0 1 0 0,1-1 0 0 0,-1 1-1 0 0,0 0 1 0 0,1-1 0 0 0,-1 1-1 0 0,0-1 1 0 0,1 1 0 0 0,-1-1-1 0 0,1 1 1 0 0,-1-1 0 0 0,1 0-1 0 0,-1 1 1 0 0,1-1 0 0 0,-1 0-1 0 0,1 1 1 0 0,0-1 0 0 0,-1 0 0 0 0,1 0-1 0 0,-1 0 1 0 0,0-3-2 0 0,0 1 1 0 0,0 0-1 0 0,0-1 0 0 0,0 0 1 0 0,1 1-1 0 0,-1-1 1 0 0,1 1-1 0 0,0-1 1 0 0,0 0-1 0 0,0 1 0 0 0,0-1 1 0 0,2-4-1 0 0,0-3-13 0 0,1 1-1 0 0,6-19 1 0 0,1 5-198 0 0,2 1 1 0 0,0 1 0 0 0,2 0 0 0 0,0 0 0 0 0,1 1-1 0 0,1 1 1 0 0,1 1 0 0 0,33-29 0 0 0,-24 26-953 0 0,1 1 1 0 0,32-19-1 0 0,-28 22-2802 0 0,61-26 0 0 0,-63 30 256 0 0,-8 4-3093 0 0</inkml:trace>
</inkml:ink>
</file>

<file path=ppt/ink/ink1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3:12.9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159 1 4472 0 0,'-27'0'3517'0'0,"4"2"-849"0"0,4-2-700 0 0,2 0-468 0 0,2 0 528 0 0,-12 1-1315 0 0,6 1-837 0 0,11 1-985 0 0,12 9-1899 0 0</inkml:trace>
</inkml:ink>
</file>

<file path=ppt/ink/ink1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4:13.9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0 769 1620 0 0,'0'0'9174'0'0,"6"23"-6000"0"0,-1 6-1982 0 0,-4-18-1024 0 0,1-1-1 0 0,-1 0 1 0 0,2 0-1 0 0,0 0 1 0 0,0 0 0 0 0,1 0-1 0 0,4 9 1 0 0,-7-18-161 0 0,-1-1 0 0 0,1 1 1 0 0,-1-1-1 0 0,0 0 0 0 0,1 1 1 0 0,-1-1-1 0 0,1 1 0 0 0,-1-1 0 0 0,1 1 1 0 0,-1-1-1 0 0,1 0 0 0 0,-1 0 1 0 0,1 1-1 0 0,-1-1 0 0 0,1 0 0 0 0,0 0 1 0 0,-1 1-1 0 0,1-1 0 0 0,-1 0 1 0 0,1 0-1 0 0,0 0 0 0 0,-1 0 0 0 0,1 0 1 0 0,-1 0-1 0 0,1 0 0 0 0,0 0 1 0 0,17-9 54 0 0,10-18-36 0 0,6-16-49 0 0,46-78 0 0 0,16-56-71 0 0,-8 15 22 0 0,-58 111 52 0 0,19-36-95 0 0,101-132 0 0 0,-149 217 110 0 0,0 1 1 0 0,1-1-1 0 0,-1 0 1 0 0,0 1-1 0 0,1-1 1 0 0,0 1 0 0 0,-1 0-1 0 0,1 0 1 0 0,0 0-1 0 0,-1-1 1 0 0,1 1 0 0 0,0 1-1 0 0,0-1 1 0 0,0 0-1 0 0,0 0 1 0 0,0 1 0 0 0,3-1-1 0 0,-3 1 5 0 0,-1 0-1 0 0,1 0 0 0 0,-1 1 1 0 0,1-1-1 0 0,0 0 0 0 0,-1 1 1 0 0,1-1-1 0 0,-1 1 1 0 0,0 0-1 0 0,1-1 0 0 0,-1 1 1 0 0,1 0-1 0 0,-1 0 0 0 0,0 0 1 0 0,0 0-1 0 0,1 0 1 0 0,1 2-1 0 0,1 4 9 0 0,1-1-1 0 0,0 1 1 0 0,-1 0-1 0 0,-1 0 1 0 0,1 1-1 0 0,-1-1 1 0 0,3 13-1 0 0,20 86 767 0 0,20 176 0 0 0,-37-210-619 0 0,23 313 665 0 0,-30-345-770 0 0,-1-32-60 0 0,2 32 448 0 0,-3-40-433 0 0,0 0-1 0 0,0 0 1 0 0,0-1-1 0 0,0 1 1 0 0,0 0-1 0 0,0 0 1 0 0,0 0-1 0 0,0 0 1 0 0,1 0-1 0 0,-1 0 1 0 0,0 0-1 0 0,0 0 1 0 0,0 0 0 0 0,0 0-1 0 0,0 0 1 0 0,0 0-1 0 0,0 0 1 0 0,0 0-1 0 0,0 0 1 0 0,0 0-1 0 0,0 0 1 0 0,0 0-1 0 0,1 0 1 0 0,-1 0-1 0 0,0 0 1 0 0,0 0-1 0 0,0 0 1 0 0,0 0-1 0 0,0 0 1 0 0,0 0-1 0 0,0 0 1 0 0,0 0-1 0 0,0 0 1 0 0,0 0-1 0 0,0 0 1 0 0,1 0-1 0 0,-1 0 1 0 0,0 0 0 0 0,0 0-1 0 0,0 0 1 0 0,0 0-1 0 0,0 0 1 0 0,0 0-1 0 0,0 0 1 0 0,0 1-1 0 0,0-1 1 0 0,0 0-1 0 0,0 0 1 0 0,0 0-1 0 0,0 0 1 0 0,0 0-1 0 0,6-24 5 0 0,1-26-52 0 0,-1 0 0 0 0,-3-1 0 0 0,-5-85-1 0 0,0 115-5 0 0,-1 0 0 0 0,0 1 0 0 0,-2-1 0 0 0,0 1 0 0 0,-1 0 0 0 0,-1 0 0 0 0,-1 1 0 0 0,-1 0 0 0 0,0 0 0 0 0,-2 1-1 0 0,-21-28 1 0 0,23 35 25 0 0,0 2 0 0 0,-1-1 0 0 0,-1 1 0 0 0,0 1-1 0 0,0 0 1 0 0,0 0 0 0 0,-1 1 0 0 0,0 1 0 0 0,0 0 0 0 0,-1 1-1 0 0,0 0 1 0 0,0 0 0 0 0,0 2 0 0 0,-1 0 0 0 0,1 0-1 0 0,-1 1 1 0 0,1 1 0 0 0,-1 0 0 0 0,0 1 0 0 0,-14 2-1 0 0,12-1 15 0 0,0 1-1 0 0,0 1 1 0 0,0 0-1 0 0,0 2 0 0 0,1-1 1 0 0,-1 2-1 0 0,1 0 0 0 0,0 1 1 0 0,1 1-1 0 0,0 0 0 0 0,0 0 1 0 0,0 2-1 0 0,1 0 1 0 0,1 0-1 0 0,0 1 0 0 0,-16 18 1 0 0,18-16-3 0 0,1 0 1 0 0,-15 26 0 0 0,22-36 17 0 0,0 0-1 0 0,0 1 1 0 0,1-1 0 0 0,-1 1 0 0 0,1-1-1 0 0,0 1 1 0 0,0-1 0 0 0,1 1 0 0 0,-1 0-1 0 0,1 0 1 0 0,0-1 0 0 0,0 1 0 0 0,0 0-1 0 0,0 0 1 0 0,1-1 0 0 0,-1 1 0 0 0,1 0-1 0 0,1 4 1 0 0,0-6 0 0 0,-1 0 0 0 0,1 0 0 0 0,-1 0-1 0 0,1 0 1 0 0,-1-1 0 0 0,1 1 0 0 0,0-1 0 0 0,0 1 0 0 0,0-1-1 0 0,0 0 1 0 0,0 1 0 0 0,0-1 0 0 0,0 0 0 0 0,0 0 0 0 0,1-1-1 0 0,-1 1 1 0 0,0 0 0 0 0,1-1 0 0 0,-1 1 0 0 0,0-1 0 0 0,1 0 0 0 0,3 0-1 0 0,7 0-1 0 0,1 0 0 0 0,21-4 0 0 0,-28 4-7 0 0,93-18-3006 0 0,151-48 0 0 0,-192 49 1309 0 0,3 0-1689 0 0,-1-2-1352 0 0</inkml:trace>
</inkml:ink>
</file>

<file path=ppt/ink/ink1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4:14.1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1 244 0 0,'0'6'2700'0'0,"-1"1"1"0"0,0-1-1 0 0,-2 6 2701 0 0,-1 1-2701 0 0,-1 4 1299 0 0,41-19-3879 0 0,-1-1-1 0 0,43-11 0 0 0,-23 4-4157 0 0,-1 4-5306 0 0</inkml:trace>
</inkml:ink>
</file>

<file path=ppt/ink/ink1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4:14.3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147 1 1096 0 0,'-67'43'7374'0'0,"46"-31"-3186"0"0,-35 28 0 0 0,54-39-3740 0 0,2 0-420 0 0,0-1 0 0 0,0 1 1 0 0,0-1-1 0 0,1 1 1 0 0,-1-1-1 0 0,0 1 1 0 0,0-1-1 0 0,1 0 1 0 0,-1 1-1 0 0,0-1 1 0 0,1 0-1 0 0,-1 1 0 0 0,0-1 1 0 0,1 0-1 0 0,-1 1 1 0 0,0-1-1 0 0,1 0 1 0 0,-1 0-1 0 0,1 1 1 0 0,-1-1-1 0 0,0 0 0 0 0,1 0 1 0 0,-1 0-1 0 0,1 0 1 0 0,-1 1-1 0 0,1-1 1 0 0,-1 0-1 0 0,1 0 1 0 0,-1 0-1 0 0,1 0 0 0 0,0 0 1 0 0,16 0 152 0 0,-15 0-160 0 0,136-15-577 0 0,-3-12-3303 0 0,-89 18 1968 0 0,1-2-2021 0 0,5-3-1872 0 0</inkml:trace>
</inkml:ink>
</file>

<file path=ppt/ink/ink1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4:17.2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324 145 1552 0 0,'2'-15'1892'0'0,"-1"1"0"0"0,0-1 0 0 0,-3-21 0 0 0,2 33-1709 0 0,0 0-1 0 0,0 0 0 0 0,-1 0 0 0 0,0 0 0 0 0,0 0 0 0 0,0 0 0 0 0,0 0 1 0 0,0 0-1 0 0,0 1 0 0 0,-1-1 0 0 0,1 0 0 0 0,-1 1 0 0 0,0-1 1 0 0,0 1-1 0 0,0 0 0 0 0,0-1 0 0 0,0 1 0 0 0,0 0 0 0 0,-1 0 0 0 0,1 0 1 0 0,-1 1-1 0 0,-4-3 0 0 0,4 3-141 0 0,0 0 1 0 0,0 0-1 0 0,0 1 1 0 0,0-1-1 0 0,0 1 1 0 0,0 0-1 0 0,0 0 1 0 0,0 0-1 0 0,0 0 1 0 0,-1 1-1 0 0,1-1 1 0 0,0 1-1 0 0,0 0 1 0 0,0 0-1 0 0,0 0 1 0 0,1 0-1 0 0,-6 3 1 0 0,-2 1 23 0 0,1 1 1 0 0,0 0 0 0 0,-13 11-1 0 0,3 0 39 0 0,0 1-1 0 0,2 1 0 0 0,0 0 0 0 0,-22 35 1 0 0,29-39-57 0 0,1 1 0 0 0,0-1 1 0 0,1 2-1 0 0,1-1 0 0 0,1 1 0 0 0,0 0 1 0 0,-4 25-1 0 0,9-39-34 0 0,1 0 0 0 0,0 0-1 0 0,-1 0 1 0 0,1 0 0 0 0,0 0 0 0 0,1 0-1 0 0,-1 0 1 0 0,0 0 0 0 0,1 0-1 0 0,0 0 1 0 0,-1 0 0 0 0,1 0 0 0 0,1 0-1 0 0,-1 0 1 0 0,0-1 0 0 0,1 1 0 0 0,-1-1-1 0 0,1 1 1 0 0,0-1 0 0 0,-1 1 0 0 0,1-1-1 0 0,3 2 1 0 0,-3-2-3 0 0,1 0 0 0 0,0 0-1 0 0,0-1 1 0 0,0 1 0 0 0,0-1-1 0 0,0 0 1 0 0,0 0 0 0 0,0 0-1 0 0,0 0 1 0 0,0 0 0 0 0,0-1 0 0 0,1 0-1 0 0,-1 1 1 0 0,0-1 0 0 0,0 0-1 0 0,1 0 1 0 0,-1-1 0 0 0,0 1-1 0 0,0-1 1 0 0,5-1 0 0 0,2-2-11 0 0,0 0 1 0 0,-1 0 0 0 0,1-1-1 0 0,-1 0 1 0 0,0 0 0 0 0,0-1-1 0 0,-1-1 1 0 0,0 1 0 0 0,0-1-1 0 0,0-1 1 0 0,-1 1 0 0 0,0-1-1 0 0,9-14 1 0 0,6-13 412 0 0,-1 0 0 0 0,19-45 0 0 0,-19 35 1338 0 0,-11 31-1156 0 0,-10 14-573 0 0,0 0 0 0 0,1 0 0 0 0,-1 0 0 0 0,0 0 0 0 0,0-1 1 0 0,0 1-1 0 0,0 0 0 0 0,1 0 0 0 0,-1 0 0 0 0,0 0 0 0 0,0 0 0 0 0,0 0 1 0 0,0 0-1 0 0,0 0 0 0 0,1 0 0 0 0,-1 1 0 0 0,0-1 0 0 0,0 0 0 0 0,0 0 0 0 0,0 0 1 0 0,0 0-1 0 0,1 0 0 0 0,-1 0 0 0 0,0 0 0 0 0,0 0 0 0 0,0 0 0 0 0,0 0 0 0 0,0 0 1 0 0,0 1-1 0 0,1-1 0 0 0,-1 0 0 0 0,0 0 0 0 0,0 0 0 0 0,0 0 0 0 0,0 0 1 0 0,0 0-1 0 0,0 1 0 0 0,0-1 0 0 0,0 0 0 0 0,0 0 0 0 0,0 0 0 0 0,0 0 0 0 0,0 0 1 0 0,0 1-1 0 0,0-1 0 0 0,0 0 0 0 0,0 0 0 0 0,1 5 167 0 0,0-1 0 0 0,-1 1 1 0 0,0-1-1 0 0,0 1 0 0 0,-1 6 0 0 0,-12 70 563 0 0,-4 46-419 0 0,16-112-1084 0 0,1 0 1 0 0,1 1-1 0 0,4 21 0 0 0,-4-30-227 0 0,1 0-1 0 0,0-1 1 0 0,0 1-1 0 0,6 11 1 0 0,-7-15-155 0 0,1 0 0 0 0,1 1 0 0 0,-1-1 0 0 0,0 0 1 0 0,6 5-1 0 0</inkml:trace>
</inkml:ink>
</file>

<file path=ppt/ink/ink1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4:17.4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56 58 3116 0 0,'1'-3'2703'0'0,"18"-52"15795"0"0,-51 161-13488 0 0,6-22-7032 0 0,16-41-4232 0 0,2 0-5061 0 0</inkml:trace>
</inkml:ink>
</file>

<file path=ppt/ink/ink1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4:17.7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1 109 580 0 0,'40'-44'10487'0'0,"-31"35"-8775"0"0,1 1 1 0 0,16-12-1 0 0,-20 16-1442 0 0,-1 1-1 0 0,1 0 0 0 0,0 0 0 0 0,1 0 0 0 0,-1 1 0 0 0,0-1 0 0 0,1 2 0 0 0,-1-1 1 0 0,1 1-1 0 0,0 0 0 0 0,-1 0 0 0 0,1 1 0 0 0,0 0 0 0 0,0 0 0 0 0,6 1 1 0 0,-11-1-208 0 0,0 1 1 0 0,0-1-1 0 0,0 1 1 0 0,0-1 0 0 0,0 1-1 0 0,-1-1 1 0 0,1 1 0 0 0,0 0-1 0 0,0 0 1 0 0,-1 0-1 0 0,1 0 1 0 0,-1 0 0 0 0,1 1-1 0 0,-1-1 1 0 0,1 0 0 0 0,-1 1-1 0 0,0-1 1 0 0,0 1-1 0 0,0-1 1 0 0,1 1 0 0 0,-2-1-1 0 0,1 1 1 0 0,0 0 0 0 0,0 0-1 0 0,0-1 1 0 0,-1 1-1 0 0,1 0 1 0 0,-1 0 0 0 0,1 0-1 0 0,-1 0 1 0 0,0 0 0 0 0,0 0-1 0 0,0 0 1 0 0,0 0-1 0 0,0 1 1 0 0,-1 5 93 0 0,0 0 0 0 0,0-1-1 0 0,-1 1 1 0 0,1-1 0 0 0,-2 0-1 0 0,1 1 1 0 0,-5 7 0 0 0,-12 19 467 0 0,-2 0 0 0 0,-1-1-1 0 0,-49 56 1 0 0,25-34-233 0 0,44-52-384 0 0,-9 12 153 0 0,11-15-152 0 0,0 1 0 0 0,0-1 1 0 0,0 0-1 0 0,-1 1 0 0 0,1-1 0 0 0,0 0 0 0 0,0 1 1 0 0,0-1-1 0 0,0 0 0 0 0,0 1 0 0 0,0-1 0 0 0,0 1 1 0 0,0-1-1 0 0,0 0 0 0 0,0 1 0 0 0,0-1 0 0 0,0 0 1 0 0,0 1-1 0 0,0-1 0 0 0,0 0 0 0 0,0 1 1 0 0,1-1-1 0 0,-1 0 0 0 0,0 1 0 0 0,0-1 0 0 0,0 0 1 0 0,0 1-1 0 0,1-1 0 0 0,-1 0 0 0 0,0 0 0 0 0,0 1 1 0 0,1-1-1 0 0,-1 0 0 0 0,0 0 0 0 0,1 1 1 0 0,0-1 1 0 0,0 1 1 0 0,0-1 0 0 0,0 0-1 0 0,0 0 1 0 0,0 0 0 0 0,0 1 0 0 0,0-1-1 0 0,0 0 1 0 0,1 0 0 0 0,-1 0 0 0 0,0-1-1 0 0,0 1 1 0 0,0 0 0 0 0,0 0-1 0 0,2-1 1 0 0,1 0 15 0 0,26-3-58 0 0,-1-2-1 0 0,42-12 1 0 0,-18 3-671 0 0,161-41-5947 0 0,-74 12-3835 0 0,-93 26 3334 0 0</inkml:trace>
</inkml:ink>
</file>

<file path=ppt/ink/ink1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4:21.5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404 143 700 0 0,'-2'-17'5446'0'0,"1"-4"-2415"0"0,-1-1 0 0 0,-7-27 0 0 0,8 46-2727 0 0,1 1-226 0 0,-1 0 0 0 0,1 1 0 0 0,-1-1 0 0 0,0 1 0 0 0,0-1 0 0 0,1 1 0 0 0,-1-1 0 0 0,0 1 0 0 0,0 0 0 0 0,0-1 0 0 0,-1 1 1 0 0,1 0-1 0 0,0 0 0 0 0,0 0 0 0 0,-1 0 0 0 0,1 0 0 0 0,0 0 0 0 0,-1 0 0 0 0,1 0 0 0 0,-1 1 0 0 0,1-1 0 0 0,-1 0 0 0 0,0 1 0 0 0,1-1 0 0 0,-1 1 0 0 0,1 0 0 0 0,-1-1 0 0 0,-3 1 1 0 0,-1 0-15 0 0,1 0 1 0 0,-1 0 0 0 0,1 0 0 0 0,-1 1 0 0 0,1 0-1 0 0,-1 0 1 0 0,-7 3 0 0 0,-5 3 36 0 0,0 1 0 0 0,1 1 0 0 0,0 1 0 0 0,1 0 0 0 0,0 1 0 0 0,1 1 0 0 0,-27 26 0 0 0,23-19-37 0 0,0 2 0 0 0,2 0-1 0 0,1 1 1 0 0,0 1 0 0 0,-12 24 0 0 0,24-39-46 0 0,0-1-1 0 0,1 1 1 0 0,0 0 0 0 0,1 0 0 0 0,-1 1-1 0 0,1-1 1 0 0,1 0 0 0 0,-2 15 0 0 0,3-20-10 0 0,0-1-1 0 0,1 0 1 0 0,-1 0 0 0 0,0 0 0 0 0,1 1 0 0 0,-1-1 0 0 0,1 0 0 0 0,0 0-1 0 0,0 0 1 0 0,0 0 0 0 0,0 0 0 0 0,0 0 0 0 0,0 0 0 0 0,0-1 0 0 0,3 4-1 0 0,-2-3-2 0 0,0-1-1 0 0,0 1 1 0 0,1-1 0 0 0,-1 0-1 0 0,0 1 1 0 0,1-1-1 0 0,-1 0 1 0 0,1 0-1 0 0,-1-1 1 0 0,1 1-1 0 0,-1 0 1 0 0,1-1-1 0 0,0 0 1 0 0,-1 0-1 0 0,1 1 1 0 0,2-2-1 0 0,5 1-1 0 0,-1-1 0 0 0,1-1 0 0 0,-1 0 0 0 0,0 0 0 0 0,0 0 0 0 0,0-2-1 0 0,0 1 1 0 0,-1-1 0 0 0,1 0 0 0 0,-1 0 0 0 0,0-1 0 0 0,0-1-1 0 0,-1 1 1 0 0,1-1 0 0 0,-1 0 0 0 0,0-1 0 0 0,-1 0 0 0 0,7-9-1 0 0,11-15 34 0 0,-1-1-1 0 0,-2-1 0 0 0,17-37 1 0 0,-22 40 77 0 0,-1 3 1288 0 0,-14 27-1353 0 0,-1 0-1 0 0,1 0 1 0 0,-1 1 0 0 0,1-1-1 0 0,0 0 1 0 0,-1 0-1 0 0,0 1 1 0 0,1-1 0 0 0,-1 0-1 0 0,1 1 1 0 0,-1-1 0 0 0,1 1-1 0 0,-1-1 1 0 0,0 1-1 0 0,1-1 1 0 0,-1 1 0 0 0,1 0-1 0 0,-3 28 594 0 0,-5 30 0 0 0,3-29-540 0 0,0 35 1 0 0,4-46-505 0 0,-1 6-669 0 0,5 30 1 0 0,4-16-3303 0 0,-6-35 2909 0 0,0 1-1 0 0,0-1 0 0 0,0 1 1 0 0,0-1-1 0 0,5 6 1 0 0</inkml:trace>
</inkml:ink>
</file>

<file path=ppt/ink/ink1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4:21.8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0 112 2836 0 0,'1'-3'963'0'0,"14"-30"7671"0"0,3 4-4249 0 0,-15 25-4148 0 0,0 0 0 0 0,1 1 0 0 0,-1 0 0 0 0,0-1 0 0 0,1 1 0 0 0,0 1 0 0 0,0-1 0 0 0,0 1 0 0 0,0-1 0 0 0,0 1 0 0 0,0 0 0 0 0,1 0 0 0 0,5-1 1 0 0,-4 2-71 0 0,-1-1 0 0 0,1 1 1 0 0,-1 0-1 0 0,1 1 0 0 0,0-1 1 0 0,-1 1-1 0 0,1 0 0 0 0,0 0 1 0 0,-1 1-1 0 0,1 0 0 0 0,7 2 1 0 0,-10-2-88 0 0,-1-1 1 0 0,0 1 0 0 0,0 0 0 0 0,0 0 0 0 0,0 1 0 0 0,-1-1 0 0 0,1 0-1 0 0,0 1 1 0 0,0-1 0 0 0,-1 1 0 0 0,1 0 0 0 0,-1-1 0 0 0,1 1 0 0 0,-1 0-1 0 0,0 0 1 0 0,0 0 0 0 0,0 0 0 0 0,0 0 0 0 0,0 0 0 0 0,0 0-1 0 0,0 0 1 0 0,-1 0 0 0 0,1 1 0 0 0,-1-1 0 0 0,1 0 0 0 0,-1 0 0 0 0,0 0-1 0 0,0 1 1 0 0,0-1 0 0 0,-1 4 0 0 0,0 5 42 0 0,-1 0 0 0 0,-1 0 0 0 0,0 0 0 0 0,0 0 0 0 0,-1 0 0 0 0,0-1 0 0 0,-1 0 0 0 0,0 0 0 0 0,-8 12 0 0 0,-11 13 173 0 0,-31 34 0 0 0,42-53-90 0 0,-6 5 70 0 0,12-14-135 0 0,1 0 1 0 0,0 1-1 0 0,0-1 1 0 0,1 1-1 0 0,-8 14 1 0 0,12-20-84 0 0,2-2-53 0 0,-1 0 1 0 0,1 1-1 0 0,-1-1 1 0 0,1 0-1 0 0,0 1 1 0 0,-1-1-1 0 0,1 0 1 0 0,-1 0-1 0 0,1 0 1 0 0,0 1-1 0 0,-1-1 1 0 0,1 0-1 0 0,0 0 1 0 0,-1 0-1 0 0,1 0 1 0 0,0 0-1 0 0,-1 0 1 0 0,1 0-1 0 0,0-1 1 0 0,-1 1 0 0 0,1 0-1 0 0,1-1 1 0 0,15-2 31 0 0,-17 3-36 0 0,33-9-486 0 0,52-23-1 0 0,29-21-3914 0 0,-41 18 490 0 0,13-9-4483 0 0,-44 20 444 0 0</inkml:trace>
</inkml:ink>
</file>

<file path=ppt/ink/ink1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4:22.1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181 76 2008 0 0,'-6'-14'7628'0'0,"-4"-12"-651"0"0,9 24-6756 0 0,1 1 1 0 0,0-1-1 0 0,0 0 1 0 0,0 1-1 0 0,0-1 1 0 0,0 0-1 0 0,0 1 1 0 0,0-1-1 0 0,1 1 1 0 0,-1-1-1 0 0,0 0 1 0 0,1 1-1 0 0,-1-1 1 0 0,2-1-1 0 0,-1 2-116 0 0,1 0-1 0 0,-1 0 1 0 0,0 0 0 0 0,1 0-1 0 0,-1 0 1 0 0,0 1 0 0 0,1-1-1 0 0,-1 0 1 0 0,1 1 0 0 0,-1-1-1 0 0,1 1 1 0 0,-1 0 0 0 0,1 0-1 0 0,3-1 1 0 0,25 1 939 0 0,-27 1-962 0 0,0-1 1 0 0,0 1-1 0 0,-1 0 0 0 0,1 0 1 0 0,0 0-1 0 0,-1 1 0 0 0,1-1 1 0 0,-1 0-1 0 0,1 1 1 0 0,-1 0-1 0 0,1-1 0 0 0,-1 1 1 0 0,0 0-1 0 0,0 0 1 0 0,0 1-1 0 0,0-1 0 0 0,-1 0 1 0 0,1 1-1 0 0,0-1 1 0 0,2 5-1 0 0,-3-3 36 0 0,0 0 0 0 0,0-1 0 0 0,0 1 0 0 0,0-1 0 0 0,-1 1 0 0 0,1 0 0 0 0,-1-1 0 0 0,0 1 0 0 0,0 0 0 0 0,0 0 0 0 0,-1-1 0 0 0,1 1 0 0 0,-1 0 0 0 0,0-1-1 0 0,0 1 1 0 0,-3 6 0 0 0,-4 7 226 0 0,-1-1-1 0 0,0 0 0 0 0,-1 0 0 0 0,-1-1 0 0 0,-13 14 0 0 0,-67 63 1486 0 0,-9 9-643 0 0,99-100-1171 0 0,0 0 0 0 0,1 0 0 0 0,-1-1 0 0 0,0 1 0 0 0,0 0 0 0 0,1 0 0 0 0,-1 1 0 0 0,1-1 0 0 0,-1 0 0 0 0,1 0 0 0 0,-1 0 0 0 0,1 0 0 0 0,-1 0 0 0 0,1 1 0 0 0,0-1 0 0 0,0 0 0 0 0,0 0 0 0 0,0 0 0 0 0,0 3 0 0 0,0-3-9 0 0,1-1 1 0 0,-1 1-1 0 0,1 0 0 0 0,-1 0 0 0 0,1-1 0 0 0,0 1 0 0 0,0 0 0 0 0,-1-1 1 0 0,1 1-1 0 0,0-1 0 0 0,0 1 0 0 0,-1-1 0 0 0,1 1 0 0 0,0-1 0 0 0,0 0 0 0 0,0 1 1 0 0,0-1-1 0 0,0 0 0 0 0,0 0 0 0 0,0 1 0 0 0,0-1 0 0 0,0 0 0 0 0,1 0 1 0 0,17 1-130 0 0,1-1 1 0 0,-1-1-1 0 0,0 0 1 0 0,1-2 0 0 0,24-6-1 0 0,-15 4-395 0 0,264-66-8017 0 0,-102 11-2273 0 0,-109 33 2002 0 0</inkml:trace>
</inkml:ink>
</file>

<file path=ppt/ink/ink1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4:15.0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963 134 836 0 0,'3'-11'2627'0'0,"0"0"-1"0"0,-1 0 1 0 0,-1 0-1 0 0,0-1 1 0 0,0-11 0 0 0,-3 20-2332 0 0,1 1 0 0 0,0-1 1 0 0,0 1-1 0 0,-1 0 1 0 0,1-1-1 0 0,-1 1 1 0 0,0 0-1 0 0,0 0 1 0 0,0 0-1 0 0,0 1 0 0 0,0-1 1 0 0,0 0-1 0 0,0 1 1 0 0,-3-2-1 0 0,-2-1-122 0 0,-1 1 0 0 0,0 0 0 0 0,0 0 0 0 0,0 0-1 0 0,0 1 1 0 0,0 1 0 0 0,0-1 0 0 0,0 1 0 0 0,-17 1 0 0 0,4 0-40 0 0,-1 2 0 0 0,-32 5 0 0 0,37-3-134 0 0,1 0 1 0 0,0 2-1 0 0,0-1 1 0 0,0 2-1 0 0,1 0 1 0 0,0 1-1 0 0,0 0 1 0 0,0 1-1 0 0,2 1 1 0 0,-1 0-1 0 0,1 1 1 0 0,0 1-1 0 0,1 0 1 0 0,1 0-1 0 0,-11 15 1 0 0,4-1 135 0 0,1 1 0 0 0,1 1 1 0 0,1 1-1 0 0,2 0 0 0 0,1 0 1 0 0,1 1-1 0 0,-7 34 1 0 0,-58 311 1680 0 0,24 4-942 0 0,39-277-684 0 0,-181 1932 1051 0 0,136-496-581 0 0,58-1512-653 0 0,3 68 21 0 0,-2-83-14 0 0,0 0 0 0 0,1-1 0 0 0,0 1 1 0 0,1-1-1 0 0,0 1 0 0 0,7 12 0 0 0,-9-20-10 0 0,1-1 0 0 0,0 1 0 0 0,0-1-1 0 0,-1 0 1 0 0,2 0 0 0 0,-1 0 0 0 0,0 0-1 0 0,0 0 1 0 0,1 0 0 0 0,-1 0-1 0 0,1-1 1 0 0,-1 1 0 0 0,1-1 0 0 0,0 0-1 0 0,-1 0 1 0 0,1 0 0 0 0,0 0 0 0 0,0 0-1 0 0,0-1 1 0 0,0 1 0 0 0,0-1 0 0 0,0 0-1 0 0,0 0 1 0 0,0 0 0 0 0,-1 0 0 0 0,5-1-1 0 0,9-1-4 0 0,0-1-1 0 0,0 0 0 0 0,24-9 1 0 0,-22 7-14 0 0,289-106-1460 0 0,-191 66 273 0 0,-95 37 812 0 0,225-89-3906 0 0,-170 62-1223 0 0,83-49 0 0 0,-85 37-2901 0 0</inkml:trace>
</inkml:ink>
</file>

<file path=ppt/ink/ink1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4:15.9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324 54 1908 0 0,'0'-38'9396'0'0,"0"37"-9301"0"0,0 0 0 0 0,-1 0 0 0 0,1 0 0 0 0,-1 1-1 0 0,1-1 1 0 0,-1 0 0 0 0,1 0 0 0 0,-1 0 0 0 0,0 1 0 0 0,1-1-1 0 0,-1 0 1 0 0,0 1 0 0 0,0-1 0 0 0,1 0 0 0 0,-1 1-1 0 0,0-1 1 0 0,0 1 0 0 0,0-1 0 0 0,0 1 0 0 0,0 0-1 0 0,0-1 1 0 0,0 1 0 0 0,0 0 0 0 0,0 0 0 0 0,0 0 0 0 0,0-1-1 0 0,0 1 1 0 0,0 0 0 0 0,-1 1 0 0 0,-24 1 491 0 0,17 1-527 0 0,0 0 0 0 0,1 1 0 0 0,-1 0 0 0 0,1 0 0 0 0,0 1 1 0 0,0 0-1 0 0,1 1 0 0 0,0-1 0 0 0,-8 8 0 0 0,-8 11 10 0 0,-24 30 0 0 0,33-37-22 0 0,-7 7 1 0 0,-20 34 0 0 0,36-49-29 0 0,-1 1 1 0 0,1-1-1 0 0,1 1 1 0 0,-1 0 0 0 0,2 0-1 0 0,-1 1 1 0 0,-2 14-1 0 0,6-24-11 0 0,0 1 0 0 0,-1 0 0 0 0,1 0-1 0 0,0 0 1 0 0,0-1 0 0 0,0 1-1 0 0,0 0 1 0 0,0 0 0 0 0,0 0 0 0 0,0-1-1 0 0,1 1 1 0 0,-1 0 0 0 0,1 0-1 0 0,-1-1 1 0 0,1 1 0 0 0,0 0-1 0 0,0-1 1 0 0,-1 1 0 0 0,1-1 0 0 0,0 1-1 0 0,1-1 1 0 0,-1 1 0 0 0,0-1-1 0 0,0 0 1 0 0,0 1 0 0 0,1-1 0 0 0,-1 0-1 0 0,1 0 1 0 0,-1 0 0 0 0,1 0-1 0 0,-1 0 1 0 0,1 0 0 0 0,0-1-1 0 0,-1 1 1 0 0,1-1 0 0 0,0 1 0 0 0,0-1-1 0 0,-1 1 1 0 0,1-1 0 0 0,0 0-1 0 0,0 0 1 0 0,2 0 0 0 0,5-1-1 0 0,0 0 0 0 0,0 0 0 0 0,0-1 0 0 0,0-1 0 0 0,0 1 0 0 0,0-1 0 0 0,-1-1 0 0 0,0 0 0 0 0,1 0 1 0 0,-1 0-1 0 0,-1-1 0 0 0,1 0 0 0 0,-1-1 0 0 0,0 0 0 0 0,11-11 0 0 0,-2 0 63 0 0,-1-1 1 0 0,-1 0-1 0 0,0 0 1 0 0,-1-1-1 0 0,13-30 1 0 0,-19 37 641 0 0,-2 0 1 0 0,1-1-1 0 0,-2 0 1 0 0,5-16-1 0 0,3-7 660 0 0,-12 34-1322 0 0,9-22-51 0 0,-8 23 25 0 0,-1 16-183 0 0,-12 122 269 0 0,7-103-120 0 0,1 0 0 0 0,2 0 1 0 0,3 66-1 0 0,1-91-331 0 0,-1-1 0 0 0,1 1 0 0 0,0-1 0 0 0,1 0 1 0 0,0 0-1 0 0,0 0 0 0 0,0 0 0 0 0,1-1 0 0 0,1 1 0 0 0,5 8 0 0 0,-6-12-605 0 0,0 1-1 0 0,0-1 0 0 0,0 0 1 0 0,1 0-1 0 0,-1 0 0 0 0,1-1 0 0 0,0 0 1 0 0,0 0-1 0 0,11 5 0 0 0,4-1-4982 0 0</inkml:trace>
</inkml:ink>
</file>

<file path=ppt/ink/ink1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4:16.2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77 26 2432 0 0,'-8'-26'17105'0'0,"2"34"-15470"0"0,-40 130 2686 0 0,32-66-5622 0 0,12-56-763 0 0,1 0 0 0 0,2 25 1 0 0,-1-39 1664 0 0,2 14-2674 0 0</inkml:trace>
</inkml:ink>
</file>

<file path=ppt/ink/ink1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4:16.4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78 1248 0 0,'15'-24'5503'0'0,"-11"15"-2375"0"0,1 0 1 0 0,1 1-1 0 0,-1-1 0 0 0,11-10 2858 0 0,-17 37-5169 0 0,-1 0-1 0 0,-1-1 1 0 0,-1 0-1 0 0,-12 33 1 0 0,8-24-1911 0 0,-6 28 1 0 0,11-34-849 0 0,1 1-1 0 0,-1 22 1 0 0,3-32-1514 0 0,1 0 1 0 0,4 22-1 0 0</inkml:trace>
</inkml:ink>
</file>

<file path=ppt/ink/ink1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4:20.1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438 79 1936 0 0,'9'-24'8810'0'0,"-9"21"-8249"0"0,-1 0 1 0 0,1 0 0 0 0,0 0 0 0 0,-1 1-1 0 0,1-1 1 0 0,-1 0 0 0 0,0 0-1 0 0,0 1 1 0 0,-2-5 0 0 0,2 5-476 0 0,0 0 1 0 0,0 1-1 0 0,-1-1 1 0 0,1 1 0 0 0,0-1-1 0 0,-1 1 1 0 0,1 0-1 0 0,-1-1 1 0 0,0 1-1 0 0,1 0 1 0 0,-1 0-1 0 0,0 0 1 0 0,0 0 0 0 0,1 0-1 0 0,-1 1 1 0 0,0-1-1 0 0,0 1 1 0 0,0-1-1 0 0,0 1 1 0 0,0 0-1 0 0,0-1 1 0 0,0 1-1 0 0,0 0 1 0 0,0 0 0 0 0,-3 1-1 0 0,-10 1-21 0 0,0 1-1 0 0,0 1 1 0 0,1 0-1 0 0,0 0 1 0 0,0 2-1 0 0,0 0 1 0 0,0 1-1 0 0,1 0 1 0 0,0 1 0 0 0,1 0-1 0 0,-1 1 1 0 0,-11 11-1 0 0,-1 2 29 0 0,2 2-1 0 0,0 0 0 0 0,1 1 0 0 0,-28 44 1 0 0,37-50-54 0 0,-14 31 1 0 0,24-42-21 0 0,0-1-1 0 0,0 1 1 0 0,1-1-1 0 0,0 1 1 0 0,0 0 0 0 0,1 0-1 0 0,-1 13 1 0 0,2-19-15 0 0,0-1 1 0 0,0 0 0 0 0,0 0-1 0 0,0 1 1 0 0,0-1-1 0 0,0 0 1 0 0,0 0 0 0 0,1 1-1 0 0,-1-1 1 0 0,0 0 0 0 0,1 0-1 0 0,-1 0 1 0 0,1 0-1 0 0,0 1 1 0 0,-1-1 0 0 0,1 0-1 0 0,0 0 1 0 0,-1 0-1 0 0,1 0 1 0 0,0 0 0 0 0,0-1-1 0 0,0 1 1 0 0,0 0-1 0 0,0 0 1 0 0,2 0 0 0 0,-1 0-2 0 0,0 0 0 0 0,1-1 0 0 0,-1 1 0 0 0,1-1 0 0 0,-1 1 0 0 0,1-1 0 0 0,-1 0 0 0 0,1 0 0 0 0,-1 0 0 0 0,0 0 0 0 0,1-1 1 0 0,2 0-1 0 0,5-1 2 0 0,0-1 0 0 0,0 0 1 0 0,-1-1-1 0 0,1 0 0 0 0,9-6 1 0 0,3-4-4 0 0,0-2 1 0 0,0 0-1 0 0,-2-2 0 0 0,0 0 1 0 0,31-37-1 0 0,-27 24-1 0 0,0-1 1 0 0,-2-2-1 0 0,22-45 1 0 0,-20 41 548 0 0,-21 72 118 0 0,-8 18-572 0 0,1-18 189 0 0,0 46 0 0 0,5-69-685 0 0,-1 0 1 0 0,2 0 0 0 0,-1-1-1 0 0,2 1 1 0 0,-1-1 0 0 0,1 0-1 0 0,1 1 1 0 0,7 14 0 0 0,-7-18-502 0 0,-1-1 1 0 0,1-1-1 0 0,1 1 1 0 0,8 9-1 0 0,-11-13-112 0 0,1 1-1 0 0,0-1 0 0 0,0 0 1 0 0,0 0-1 0 0,0 0 0 0 0,5 2 0 0 0</inkml:trace>
</inkml:ink>
</file>

<file path=ppt/ink/ink1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4:20.5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1 111 476 0 0,'7'-29'9455'0'0,"-7"25"-8955"0"0,1 0 0 0 0,0 0-1 0 0,-1 1 1 0 0,1-1-1 0 0,1 0 1 0 0,-1 1-1 0 0,0-1 1 0 0,1 1 0 0 0,0-1-1 0 0,0 1 1 0 0,0 0-1 0 0,0-1 1 0 0,0 1-1 0 0,1 0 1 0 0,-1 1 0 0 0,1-1-1 0 0,4-3 1 0 0,-4 4-395 0 0,0 0 0 0 0,0 0 0 0 0,1 0 0 0 0,-1 1-1 0 0,1-1 1 0 0,-1 1 0 0 0,1 0 0 0 0,-1 0 0 0 0,1 0 0 0 0,0 0 0 0 0,0 0 0 0 0,-1 1 0 0 0,1 0 0 0 0,6 0 0 0 0,-7 0-76 0 0,-1 0 1 0 0,1 0-1 0 0,-1 0 0 0 0,1 1 1 0 0,-1-1-1 0 0,1 1 1 0 0,-1-1-1 0 0,0 1 0 0 0,1 0 1 0 0,-1 0-1 0 0,0 0 1 0 0,1 0-1 0 0,-1 1 0 0 0,0-1 1 0 0,0 0-1 0 0,0 1 0 0 0,0 0 1 0 0,0-1-1 0 0,-1 1 1 0 0,1 0-1 0 0,0 0 0 0 0,-1 0 1 0 0,1 0-1 0 0,-1 0 1 0 0,0 0-1 0 0,0 1 0 0 0,0-1 1 0 0,0 0-1 0 0,0 0 1 0 0,0 1-1 0 0,-1-1 0 0 0,1 1 1 0 0,-1-1-1 0 0,1 1 0 0 0,-1-1 1 0 0,0 4-1 0 0,0 5 56 0 0,0 1 0 0 0,-1-1 0 0 0,0 0 0 0 0,-1 0 1 0 0,0 0-1 0 0,-4 14 0 0 0,-11 20 792 0 0,-1-1 1 0 0,-3-1-1 0 0,-32 53 1 0 0,52-95-841 0 0,0 0 1 0 0,0 0-1 0 0,1 0 0 0 0,-1 0 0 0 0,1 1 1 0 0,-1-1-1 0 0,1 0 0 0 0,-1 0 0 0 0,1 0 1 0 0,0 1-1 0 0,-1-1 0 0 0,1 0 1 0 0,0 0-1 0 0,0 1 0 0 0,0 1 0 0 0,0-3-23 0 0,0 0 0 0 0,1 1 0 0 0,-1-1 0 0 0,0 0 0 0 0,0 1 0 0 0,1-1 0 0 0,-1 0 0 0 0,0 0 0 0 0,1 1 0 0 0,-1-1 0 0 0,0 0 0 0 0,1 0 0 0 0,-1 1 0 0 0,0-1 0 0 0,1 0 0 0 0,-1 0 0 0 0,1 0 0 0 0,-1 0 0 0 0,0 0 0 0 0,1 0 0 0 0,-1 1 0 0 0,1-1 0 0 0,-1 0 0 0 0,0 0 1 0 0,1 0-1 0 0,-1 0 0 0 0,1 0 0 0 0,-1-1 0 0 0,1 1 0 0 0,6-1 72 0 0,1-1 1 0 0,-1 0 0 0 0,13-6 0 0 0,-9 4-111 0 0,74-26 34 0 0,138-46-1452 0 0,-75 28-5397 0 0,-101 29 233 0 0,-37 14 3625 0 0</inkml:trace>
</inkml:ink>
</file>

<file path=ppt/ink/ink1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4:20.7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 67 828 0 0,'0'-3'2966'0'0,"13"-60"21814"0"0,-14 74-23878 0 0,-15 102 1080 0 0,-1 22-3273 0 0,16-68-3279 0 0,8 1-4013 0 0,-1-49 2721 0 0</inkml:trace>
</inkml:ink>
</file>

<file path=ppt/ink/ink1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4:24.5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393 124 1796 0 0,'-2'-24'7846'0'0,"1"16"-6729"0"0,-1 0 1 0 0,1 0-1 0 0,-1 0 0 0 0,-1 0 0 0 0,-4-10 0 0 0,6 15-908 0 0,-1 0-1 0 0,1 1 1 0 0,-1-1-1 0 0,0 0 1 0 0,0 1-1 0 0,0-1 0 0 0,0 1 1 0 0,0 0-1 0 0,0-1 1 0 0,-1 1-1 0 0,1 0 0 0 0,-1 1 1 0 0,0-1-1 0 0,1 0 1 0 0,-1 1-1 0 0,-3-2 0 0 0,3 2-155 0 0,0 1 0 0 0,0-1-1 0 0,1 1 1 0 0,-1-1-1 0 0,0 1 1 0 0,0 0-1 0 0,0 0 1 0 0,0 1-1 0 0,0-1 1 0 0,1 1-1 0 0,-1-1 1 0 0,0 1-1 0 0,0 0 1 0 0,-3 1-1 0 0,-35 20 274 0 0,36-19-271 0 0,-18 13 52 0 0,0 2 1 0 0,1 0 0 0 0,1 1 0 0 0,0 1 0 0 0,2 1-1 0 0,0 0 1 0 0,2 2 0 0 0,0 0 0 0 0,-22 42 0 0 0,36-59-95 0 0,0 1 0 0 0,0 0 0 0 0,0 0 0 0 0,1 0 0 0 0,0 0 0 0 0,0 0 0 0 0,1 0 1 0 0,0 1-1 0 0,0-1 0 0 0,1 13 0 0 0,0-17-9 0 0,1 0 1 0 0,-1-1-1 0 0,1 1 1 0 0,-1 0-1 0 0,1-1 1 0 0,0 1-1 0 0,0-1 0 0 0,0 1 1 0 0,1-1-1 0 0,-1 1 1 0 0,0-1-1 0 0,1 0 1 0 0,0 0-1 0 0,-1 0 1 0 0,1 0-1 0 0,0 0 1 0 0,0 0-1 0 0,0 0 0 0 0,1 0 1 0 0,-1-1-1 0 0,0 1 1 0 0,0-1-1 0 0,1 0 1 0 0,-1 0-1 0 0,1 1 1 0 0,-1-2-1 0 0,1 1 1 0 0,0 0-1 0 0,-1 0 0 0 0,1-1 1 0 0,3 1-1 0 0,2 0 0 0 0,0-1-1 0 0,0 1 1 0 0,0-1-1 0 0,1-1 1 0 0,-1 1-1 0 0,0-1 0 0 0,-1-1 1 0 0,1 1-1 0 0,0-2 1 0 0,0 1-1 0 0,-1-1 1 0 0,1 0-1 0 0,-1 0 0 0 0,0-1 1 0 0,0 0-1 0 0,0 0 1 0 0,0-1-1 0 0,-1 0 1 0 0,0 0-1 0 0,0 0 1 0 0,7-9-1 0 0,7-11-6 0 0,-1 0 0 0 0,-1-1 0 0 0,-2-1 0 0 0,16-33 0 0 0,4-5-29 0 0,-27 52-52 0 0,-9 13 84 0 0,0 0 0 0 0,1 0 0 0 0,-1 0 0 0 0,0 0 0 0 0,0-1 0 0 0,0 1 0 0 0,0 0 0 0 0,0 0 0 0 0,0 0 0 0 0,0 0 0 0 0,0 0 0 0 0,0 0 0 0 0,0 0 0 0 0,0 0 0 0 0,0 0 0 0 0,1 0 0 0 0,-1 0 0 0 0,0 0 0 0 0,0 0 0 0 0,0 0 0 0 0,0 0 0 0 0,0 0 0 0 0,0 0 0 0 0,0 0 0 0 0,0 0 0 0 0,1 0 0 0 0,-1 0 0 0 0,0 0 0 0 0,0 0 0 0 0,0 0 0 0 0,0 0 0 0 0,0 0 0 0 0,0 0 0 0 0,0 0 0 0 0,0 0 0 0 0,0 0 0 0 0,1 0 0 0 0,-1 0 0 0 0,0 0 0 0 0,0 0 0 0 0,0 0 0 0 0,0 0 0 0 0,0 0 0 0 0,0 0 0 0 0,0 0 0 0 0,0 0 0 0 0,0 1 0 0 0,0-1 0 0 0,0 0 0 0 0,0 0 0 0 0,1 0 0 0 0,-1 0 0 0 0,-1 23 228 0 0,1-13-101 0 0,-13 77 640 0 0,7-58-417 0 0,-2 53 0 0 0,7-73-624 0 0,2-1 0 0 0,-1 1-1 0 0,1 0 1 0 0,0 0 0 0 0,1-1 0 0 0,0 1-1 0 0,0-1 1 0 0,1 0 0 0 0,0 1 0 0 0,7 10-1 0 0,9 5-3177 0 0,2-13-5483 0 0,-4-9 2555 0 0</inkml:trace>
</inkml:ink>
</file>

<file path=ppt/ink/ink1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4:25.0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49 110 2840 0 0,'6'-29'7625'0'0,"-5"25"-7099"0"0,-1 0-1 0 0,1 0 1 0 0,0 0-1 0 0,0 0 1 0 0,0 0-1 0 0,0 0 1 0 0,1 0-1 0 0,-1 0 1 0 0,1 1-1 0 0,0-1 1 0 0,0 1-1 0 0,0-1 1 0 0,1 1-1 0 0,-1 0 0 0 0,1 0 1 0 0,5-5-1 0 0,-6 6-475 0 0,0 1 0 0 0,0-1-1 0 0,0 1 1 0 0,1 0-1 0 0,-1 0 1 0 0,0 0 0 0 0,0 0-1 0 0,1 0 1 0 0,-1 0-1 0 0,1 1 1 0 0,-1-1 0 0 0,1 1-1 0 0,-1-1 1 0 0,1 1-1 0 0,-1 0 1 0 0,1 0 0 0 0,-1 0-1 0 0,1 1 1 0 0,-1-1-1 0 0,1 0 1 0 0,-1 1 0 0 0,0 0-1 0 0,1 0 1 0 0,-1-1-1 0 0,0 1 1 0 0,1 0-1 0 0,-1 1 1 0 0,0-1 0 0 0,0 0-1 0 0,0 1 1 0 0,0-1-1 0 0,0 1 1 0 0,0 0 0 0 0,-1 0-1 0 0,1-1 1 0 0,0 1-1 0 0,-1 0 1 0 0,1 0 0 0 0,-1 1-1 0 0,0-1 1 0 0,0 0-1 0 0,0 0 1 0 0,0 1 0 0 0,0-1-1 0 0,0 0 1 0 0,-1 1-1 0 0,1-1 1 0 0,-1 1 0 0 0,1-1-1 0 0,-1 1 1 0 0,0 3-1 0 0,-1 2-18 0 0,0-1-1 0 0,0 0 0 0 0,0 0 0 0 0,-1 1 0 0 0,0-1 0 0 0,0 0 1 0 0,-1 0-1 0 0,1-1 0 0 0,-7 10 0 0 0,-4 6 62 0 0,-21 27 0 0 0,16-25 81 0 0,18-24-173 0 0,0 0-1 0 0,0 0 1 0 0,0 0 0 0 0,0 0-1 0 0,-1 0 1 0 0,1 0 0 0 0,0 0 0 0 0,0 1-1 0 0,0-1 1 0 0,0 0 0 0 0,0 0-1 0 0,0 0 1 0 0,0 0 0 0 0,0 0-1 0 0,0 1 1 0 0,0-1 0 0 0,0 0-1 0 0,-1 0 1 0 0,1 0 0 0 0,0 0-1 0 0,0 0 1 0 0,0 1 0 0 0,0-1-1 0 0,0 0 1 0 0,0 0 0 0 0,0 0-1 0 0,0 0 1 0 0,0 1 0 0 0,1-1 0 0 0,-1 0-1 0 0,0 0 1 0 0,0 0 0 0 0,0 0-1 0 0,0 0 1 0 0,0 1 0 0 0,0-1-1 0 0,0 0 1 0 0,0 0 0 0 0,0 0-1 0 0,0 0 1 0 0,0 0 0 0 0,1 0-1 0 0,-1 1 1 0 0,0-1 0 0 0,0 0-1 0 0,0 0 1 0 0,0 0 0 0 0,0 0-1 0 0,1 0 1 0 0,-1 0 0 0 0,0 0 0 0 0,0 0-1 0 0,0 0 1 0 0,0 0 0 0 0,0 0-1 0 0,1 0 1 0 0,-1 0 0 0 0,0 0-1 0 0,0 0 1 0 0,0 0 0 0 0,0 0-1 0 0,1 0 1 0 0,-1 0 0 0 0,0 0-1 0 0,0 0 1 0 0,22-2-34 0 0,18 0 5 0 0,-34 2 112 0 0,0 1-1 0 0,0 0 1 0 0,-1 0 0 0 0,1 0-1 0 0,0 1 1 0 0,0 0-1 0 0,-1 0 1 0 0,1 1 0 0 0,-1-1-1 0 0,0 1 1 0 0,0 0-1 0 0,0 0 1 0 0,0 1 0 0 0,0 0-1 0 0,-1 0 1 0 0,0 0 0 0 0,0 0-1 0 0,0 0 1 0 0,0 1-1 0 0,0 0 1 0 0,-1 0 0 0 0,4 8-1 0 0,-6-11 14 0 0,-1 1 0 0 0,0-1-1 0 0,1 0 1 0 0,-1 1 0 0 0,0-1-1 0 0,-1 0 1 0 0,1 0-1 0 0,0 1 1 0 0,-1-1 0 0 0,1 0-1 0 0,-1 0 1 0 0,0 1 0 0 0,1-1-1 0 0,-1 0 1 0 0,-2 3 0 0 0,0 1 64 0 0,0 0 0 0 0,-1-1 1 0 0,1 1-1 0 0,-6 5 0 0 0,-2 0-68 0 0,-1-1-1 0 0,0 0 1 0 0,-1 0-1 0 0,0-1 1 0 0,0-1-1 0 0,-1 0 1 0 0,0-1-1 0 0,0 0 1 0 0,-1-1-1 0 0,0-1 1 0 0,0 0-1 0 0,0-1 1 0 0,-1-1-1 0 0,-20 2 1 0 0,33-5-492 0 0,-3-1-527 0 0,6 1 873 0 0,0 0 1 0 0,-1 0-1 0 0,1 0 1 0 0,0 0-1 0 0,-1 0 0 0 0,1 0 1 0 0,-1 0-1 0 0,1 0 0 0 0,0 0 1 0 0,-1 0-1 0 0,1 0 1 0 0,0 0-1 0 0,-1 0 0 0 0,1-1 1 0 0,0 1-1 0 0,-1 0 1 0 0,1 0-1 0 0,0 0 0 0 0,-1 0 1 0 0,1-1-1 0 0,0 1 0 0 0,-1 0 1 0 0,1 0-1 0 0,0-1 1 0 0,0 1-1 0 0,-1-1 0 0 0,1-1-709 0 0,0-1 0 0 0,0 0 0 0 0,1 0 1 0 0,-1 1-1 0 0,1-1 0 0 0,-1 0 0 0 0,1 1 0 0 0,0-1 0 0 0,0 1 0 0 0,0-1 0 0 0,0 1 0 0 0,1-1 0 0 0,-1 1 0 0 0,1 0 0 0 0,-1 0 0 0 0,1-1 0 0 0,3-2 0 0 0</inkml:trace>
</inkml:ink>
</file>

<file path=ppt/ink/ink1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4:25.2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38 2400 0 0,'40'-38'21145'0'0,"-39"40"-20892"0"0,0 0 0 0 0,0 0 0 0 0,0 0 0 0 0,0 0 1 0 0,0 0-1 0 0,-1 0 0 0 0,1 0 0 0 0,-1 0 0 0 0,1 0 0 0 0,-1 0 0 0 0,0 0 1 0 0,0 0-1 0 0,0 0 0 0 0,0 4 0 0 0,-6 38 845 0 0,4-30-762 0 0,-16 93 507 0 0,-4 41-4422 0 0,20-123-1605 0 0,3 49 1 0 0,2-56-178 0 0</inkml:trace>
</inkml:ink>
</file>

<file path=ppt/ink/ink1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4:25.8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402 132 1620 0 0,'1'-2'2136'0'0,"0"-5"-563"0"0,0 0 1 0 0,0 0 0 0 0,-1-1-1 0 0,0-7 1 0 0,0 10-842 0 0,-1-1-1 0 0,1 1 0 0 0,-1-1 1 0 0,-1 1-1 0 0,-3-11 1 0 0,4 14-614 0 0,0-1 0 0 0,-1 0 0 0 0,1 1 0 0 0,0-1 0 0 0,-1 1 0 0 0,0 0 0 0 0,0-1 0 0 0,0 1 0 0 0,0 0 0 0 0,0 0 0 0 0,0 0 0 0 0,0 1 0 0 0,-1-1 0 0 0,1 0 0 0 0,0 1 0 0 0,-1-1 0 0 0,0 1 0 0 0,1 0 0 0 0,-1 0 0 0 0,0 0 0 0 0,0 0 0 0 0,1 1 0 0 0,-1-1 0 0 0,0 1 0 0 0,0-1-1 0 0,0 1 1 0 0,0 0 0 0 0,-3 1 0 0 0,-5 0-20 0 0,0 1-1 0 0,0 0 1 0 0,0 1-1 0 0,0 1 0 0 0,0 0 1 0 0,1 0-1 0 0,0 1 1 0 0,0 0-1 0 0,0 1 0 0 0,1 0 1 0 0,-1 0-1 0 0,-11 12 1 0 0,-5 5 24 0 0,1 1 0 0 0,-36 46 0 0 0,52-58-98 0 0,0 0-1 0 0,1 0 1 0 0,1 1-1 0 0,-1 0 1 0 0,2 0 0 0 0,0 1-1 0 0,-5 16 1 0 0,10-27-18 0 0,0 1 0 0 0,0-1 1 0 0,0 0-1 0 0,1 1 0 0 0,-1-1 1 0 0,1 1-1 0 0,0-1 0 0 0,0 1 1 0 0,0-1-1 0 0,0 1 0 0 0,1-1 1 0 0,0 0-1 0 0,-1 1 0 0 0,1-1 1 0 0,0 0-1 0 0,1 1 0 0 0,-1-1 1 0 0,0 0-1 0 0,1 0 1 0 0,0 0-1 0 0,0 0 0 0 0,0 0 1 0 0,0-1-1 0 0,0 1 0 0 0,0-1 1 0 0,1 1-1 0 0,-1-1 0 0 0,1 0 1 0 0,0 0-1 0 0,0 0 0 0 0,0 0 1 0 0,0 0-1 0 0,0 0 0 0 0,0-1 1 0 0,6 2-1 0 0,-3 0-3 0 0,0-1 0 0 0,1 0-1 0 0,-1-1 1 0 0,1 0 0 0 0,-1 0 0 0 0,1 0-1 0 0,0-1 1 0 0,-1 1 0 0 0,1-2 0 0 0,0 1 0 0 0,-1-1-1 0 0,1 0 1 0 0,12-3 0 0 0,-11 0-4 0 0,1 1 0 0 0,-1-1 0 0 0,0-1-1 0 0,0 1 1 0 0,0-1 0 0 0,-1-1 0 0 0,1 1 0 0 0,12-14 0 0 0,1-7 22 0 0,0 0 0 0 0,-2-2 0 0 0,0 0 1 0 0,19-41-1 0 0,-34 61-4 0 0,17-30 1206 0 0,-19 39-812 0 0,-1 1-310 0 0,1-1 1 0 0,-1 1-1 0 0,0 0 0 0 0,1-1 0 0 0,-1 1 0 0 0,0 0 1 0 0,0 0-1 0 0,-1 0 0 0 0,1 0 0 0 0,0 0 1 0 0,0 0-1 0 0,-1 0 0 0 0,1 0 0 0 0,-1 0 0 0 0,0 0 1 0 0,0 0-1 0 0,0 0 0 0 0,0 0 0 0 0,0 0 1 0 0,0 0-1 0 0,0 0 0 0 0,-1 3 0 0 0,-9 58 759 0 0,8-53-781 0 0,-11 51 44 0 0,-12 67-1085 0 0,16-43-5512 0 0,9-60 2154 0 0,3-10-1452 0 0</inkml:trace>
</inkml:ink>
</file>

<file path=ppt/ink/ink1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4:26.3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51 142 956 0 0,'9'-29'6671'0'0,"-6"18"-4833"0"0,0-1 0 0 0,1 1 1 0 0,0 0-1 0 0,1 1 1 0 0,0-1-1 0 0,8-12 0 0 0,-10 21-1729 0 0,-1 0 1 0 0,0 0-1 0 0,1 0 0 0 0,-1 0 0 0 0,1 0 0 0 0,0 0 1 0 0,-1 1-1 0 0,1-1 0 0 0,0 1 0 0 0,0 0 1 0 0,0 0-1 0 0,0 0 0 0 0,0 0 0 0 0,0 1 0 0 0,0-1 1 0 0,0 1-1 0 0,1 0 0 0 0,-1-1 0 0 0,0 1 0 0 0,0 1 1 0 0,0-1-1 0 0,0 0 0 0 0,1 1 0 0 0,-1 0 0 0 0,0 0 1 0 0,5 2-1 0 0,-5-2-82 0 0,0 0-1 0 0,0 0 1 0 0,0 0 0 0 0,0 1 0 0 0,0 0 0 0 0,-1-1 0 0 0,1 1-1 0 0,0 0 1 0 0,-1 0 0 0 0,0 1 0 0 0,1-1 0 0 0,-1 0-1 0 0,0 1 1 0 0,0 0 0 0 0,0-1 0 0 0,0 1 0 0 0,-1 0-1 0 0,1 0 1 0 0,-1 0 0 0 0,0 0 0 0 0,0 0 0 0 0,0 0-1 0 0,0 0 1 0 0,0 0 0 0 0,0 7 0 0 0,-1-4-3 0 0,-1 0 0 0 0,1-1 0 0 0,-1 1 0 0 0,0 0 0 0 0,-1-1 0 0 0,0 1 0 0 0,1 0 0 0 0,-2-1 1 0 0,1 0-1 0 0,-1 0 0 0 0,-4 7 0 0 0,-3 2 8 0 0,-1 0 0 0 0,-17 17 0 0 0,-9 12 100 0 0,30-35-88 0 0,2 0-36 0 0,22-10-28 0 0,-16 2 25 0 0,15-4-71 0 0,0 1-1 0 0,1 1 0 0 0,27-1 1 0 0,-40 3 119 0 0,-1 0 0 0 0,1 0 1 0 0,0 0-1 0 0,0 1 0 0 0,0-1 0 0 0,0 1 1 0 0,-1 0-1 0 0,1 0 0 0 0,0 0 0 0 0,-1 1 1 0 0,1-1-1 0 0,-1 1 0 0 0,1 0 0 0 0,-1 0 1 0 0,0 0-1 0 0,0 1 0 0 0,0-1 0 0 0,0 1 1 0 0,0-1-1 0 0,-1 1 0 0 0,1 0 1 0 0,-1 0-1 0 0,4 5 0 0 0,-5-5 81 0 0,0 0 0 0 0,0 0 0 0 0,0 0 0 0 0,-1 0 0 0 0,1 0 0 0 0,-1 0 0 0 0,0 0 1 0 0,1 1-1 0 0,-1-1 0 0 0,-1 0 0 0 0,1 0 0 0 0,0 0 0 0 0,-1 0 0 0 0,0 0 0 0 0,1 0 0 0 0,-1 0 0 0 0,-1 0 0 0 0,1 0 0 0 0,0 0 0 0 0,-1 0 0 0 0,1-1 0 0 0,-1 1 0 0 0,0-1 0 0 0,0 1 1 0 0,0-1-1 0 0,-2 3 0 0 0,-4 3 167 0 0,0 0 1 0 0,-1 0 0 0 0,0-1-1 0 0,0 0 1 0 0,-17 10 0 0 0,15-12-283 0 0,0 0 1 0 0,-1-1-1 0 0,1 0 0 0 0,-1 0 1 0 0,0-1-1 0 0,0-1 0 0 0,0 0 1 0 0,0-1-1 0 0,0 0 0 0 0,0-1 1 0 0,0 0-1 0 0,0-1 0 0 0,0 0 1 0 0,-13-4-1 0 0,23 5-226 0 0,0 0 0 0 0,0-1-1 0 0,0 1 1 0 0,0-1 0 0 0,0 0 0 0 0,0 0 0 0 0,0 0-1 0 0,1 0 1 0 0,-1 0 0 0 0,0 0 0 0 0,1 0 0 0 0,-3-2 0 0 0,4 2 12 0 0,-1 0 1 0 0,1 1-1 0 0,-1-1 1 0 0,1 0 0 0 0,-1 0-1 0 0,1 1 1 0 0,0-1 0 0 0,-1 0-1 0 0,1 0 1 0 0,0 0 0 0 0,0 0-1 0 0,0 0 1 0 0,0 1-1 0 0,-1-1 1 0 0,1 0 0 0 0,0 0-1 0 0,1 0 1 0 0,-1 0 0 0 0,0-1-1 0 0,2-3-1202 0 0,-1 1-1 0 0,1-1 1 0 0,0 1 0 0 0,1 0-1 0 0,-1 0 1 0 0,1 0 0 0 0,5-6-1 0 0,-3 3-1117 0 0</inkml:trace>
</inkml:ink>
</file>

<file path=ppt/ink/ink1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4:26.6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 48 3120 0 0,'26'-23'10335'0'0,"3"6"-5500"0"0,-25 16-4615 0 0,0-1-1 0 0,0 1 1 0 0,0 0 0 0 0,0 0 0 0 0,1 1-1 0 0,-1-1 1 0 0,0 1 0 0 0,1 0-1 0 0,-1 0 1 0 0,0 0 0 0 0,0 0 0 0 0,1 1-1 0 0,7 2 1 0 0,-6-2-29 0 0,0 1 0 0 0,1 0 1 0 0,-1 1-1 0 0,0-1 0 0 0,-1 1 0 0 0,1 0 0 0 0,0 1 0 0 0,-1-1 1 0 0,0 1-1 0 0,0 0 0 0 0,0 0 0 0 0,6 7 0 0 0,-9-7-68 0 0,1-1 0 0 0,-1 1 0 0 0,0 0 0 0 0,-1-1 0 0 0,1 1-1 0 0,-1 0 1 0 0,1 0 0 0 0,-1 0 0 0 0,0 0 0 0 0,-1 0 0 0 0,1 0 0 0 0,-1 0-1 0 0,1 0 1 0 0,-1 0 0 0 0,0 1 0 0 0,-1-1 0 0 0,1 0 0 0 0,-1 0-1 0 0,0 0 1 0 0,-2 6 0 0 0,-1 1 133 0 0,0 1 0 0 0,-1-1 1 0 0,-1 1-1 0 0,0-2 0 0 0,-1 1 0 0 0,0-1 0 0 0,-12 15 1 0 0,-66 62 1266 0 0,70-73-1272 0 0,-65 65 662 0 0,79-79-910 0 0,1 0 1 0 0,0 1 0 0 0,-1-1 0 0 0,1 0 0 0 0,0 0 0 0 0,0 1-1 0 0,-1-1 1 0 0,1 0 0 0 0,0 1 0 0 0,0-1 0 0 0,0 0 0 0 0,0 0-1 0 0,-1 1 1 0 0,1-1 0 0 0,0 0 0 0 0,0 1 0 0 0,0-1 0 0 0,0 1 0 0 0,0-1-1 0 0,0 0 1 0 0,0 1 0 0 0,0-1 0 0 0,0 0 0 0 0,0 1 0 0 0,0-1-1 0 0,0 0 1 0 0,0 1 0 0 0,0-1 0 0 0,0 1 0 0 0,0-1 0 0 0,0 0-1 0 0,1 1 1 0 0,-1-1 0 0 0,0 0 0 0 0,0 0 0 0 0,0 1 0 0 0,0-1 0 0 0,1 0-1 0 0,-1 1 1 0 0,0-1 0 0 0,0 0 0 0 0,1 0 0 0 0,-1 1 0 0 0,0-1-1 0 0,1 0 1 0 0,-1 0 0 0 0,0 0 0 0 0,1 1 0 0 0,-1-1 0 0 0,0 0-1 0 0,1 0 1 0 0,-1 0 0 0 0,0 0 0 0 0,1 0 0 0 0,-1 0 0 0 0,0 0-1 0 0,1 0 1 0 0,-1 0 0 0 0,0 0 0 0 0,1 0 0 0 0,0 0 0 0 0,23 3 60 0 0,51-9-1660 0 0,106-21 0 0 0,-54-1-3449 0 0,-2-2-4359 0 0,-44 9-2021 0 0</inkml:trace>
</inkml:ink>
</file>

<file path=ppt/ink/ink1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4:18.3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391 108 640 0 0,'10'-20'3075'0'0,"-6"15"-1938"0"0,-1 0-1 0 0,0-1 0 0 0,-1 1 0 0 0,1-1 0 0 0,-1 0 1 0 0,0 0-1 0 0,-1 0 0 0 0,1 0 0 0 0,0-9 0 0 0,-2 14-1053 0 0,0 0-1 0 0,-1 0 1 0 0,1 0-1 0 0,0 0 1 0 0,0 0 0 0 0,-1 0-1 0 0,1 0 1 0 0,-1 0-1 0 0,1 0 1 0 0,-1 0-1 0 0,1 0 1 0 0,-1 1-1 0 0,0-1 1 0 0,1 0-1 0 0,-1 0 1 0 0,0 1-1 0 0,0-1 1 0 0,1 0-1 0 0,-1 1 1 0 0,0-1 0 0 0,0 1-1 0 0,0-1 1 0 0,0 1-1 0 0,0-1 1 0 0,0 1-1 0 0,0-1 1 0 0,0 1-1 0 0,0 0 1 0 0,0 0-1 0 0,0 0 1 0 0,0-1-1 0 0,0 1 1 0 0,0 0-1 0 0,0 0 1 0 0,0 1-1 0 0,-2-1 1 0 0,-9 1 65 0 0,0 1 0 0 0,0 0 0 0 0,-1 1 0 0 0,1 0-1 0 0,1 1 1 0 0,-1 0 0 0 0,1 1 0 0 0,-1 0 0 0 0,1 1 0 0 0,1 1 0 0 0,-1-1 0 0 0,-17 16 0 0 0,-4 5 21 0 0,2 2 1 0 0,-45 52 0 0 0,75-80-168 0 0,-18 19 45 0 0,1 2 0 0 0,-14 25 0 0 0,27-42-32 0 0,1 1-1 0 0,0 0 1 0 0,0 0-1 0 0,0 0 1 0 0,1 0-1 0 0,0 0 1 0 0,0 1 0 0 0,1-1-1 0 0,0 1 1 0 0,0-1-1 0 0,0 1 1 0 0,1-1-1 0 0,0 1 1 0 0,1 10 0 0 0,0-15-12 0 0,-1-1 1 0 0,0 0 0 0 0,1 1 0 0 0,-1-1 0 0 0,1 1-1 0 0,0-1 1 0 0,-1 0 0 0 0,1 1 0 0 0,0-1-1 0 0,0 0 1 0 0,0 0 0 0 0,0 1 0 0 0,0-1 0 0 0,0 0-1 0 0,0 0 1 0 0,0 0 0 0 0,0 0 0 0 0,0-1 0 0 0,1 1-1 0 0,1 1 1 0 0,-1-1-1 0 0,1 0 1 0 0,0-1-1 0 0,-1 1 0 0 0,1 0 0 0 0,0-1 0 0 0,0 0 1 0 0,-1 0-1 0 0,1 0 0 0 0,0 0 0 0 0,4-1 0 0 0,1 0 2 0 0,1-1 0 0 0,-1 0 0 0 0,0-1 0 0 0,0 0 0 0 0,0 0-1 0 0,11-7 1 0 0,-1-2-1 0 0,0 0-1 0 0,-1-2 0 0 0,0 0 1 0 0,-1-1-1 0 0,18-21 0 0 0,66-94-97 0 0,-65 82 62 0 0,-34 47 71 0 0,-1 1 1 0 0,0-1 0 0 0,0 1 0 0 0,0 0 0 0 0,1-1 0 0 0,-1 1 0 0 0,0-1 0 0 0,0 1-1 0 0,1-1 1 0 0,-1 1 0 0 0,0 0 0 0 0,1-1 0 0 0,-1 1 0 0 0,0 0 0 0 0,1 0-1 0 0,-1-1 1 0 0,1 1 0 0 0,-1 0 0 0 0,1 0 0 0 0,-1-1 0 0 0,0 1 0 0 0,1 0 0 0 0,-1 0-1 0 0,1 0 1 0 0,-1 0 0 0 0,1 0 0 0 0,0 0 0 0 0,1 12 756 0 0,-9 22 407 0 0,-39 107 921 0 0,26-83-2224 0 0,1 1 0 0 0,-17 101 0 0 0,35-152-536 0 0,0 1-1 0 0,1-1 0 0 0,0 1 1 0 0,1 9-1 0 0,7 7-3279 0 0</inkml:trace>
</inkml:ink>
</file>

<file path=ppt/ink/ink1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4:18.5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69 42 3040 0 0,'39'-42'22142'0'0,"-39"42"-22091"0"0,0 0 0 0 0,1 1 0 0 0,-1-1 0 0 0,0 0-1 0 0,0 0 1 0 0,1 0 0 0 0,-1 1 0 0 0,0-1-1 0 0,0 0 1 0 0,0 0 0 0 0,0 1 0 0 0,1-1-1 0 0,-1 0 1 0 0,0 0 0 0 0,0 1 0 0 0,0-1 0 0 0,0 0-1 0 0,0 1 1 0 0,0-1 0 0 0,0 0 0 0 0,0 1-1 0 0,0-1 1 0 0,0 0 0 0 0,0 0 0 0 0,0 1-1 0 0,0-1 1 0 0,0 0 0 0 0,0 1 0 0 0,0-1 0 0 0,0 0-1 0 0,0 1 1 0 0,-62 194 4797 0 0,24-78-7397 0 0,28-76-2689 0 0,10-15-2833 0 0</inkml:trace>
</inkml:ink>
</file>

<file path=ppt/ink/ink1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4:19.0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323 122 2416 0 0,'0'-5'1036'0'0,"0"0"0"0"0,1 1 0 0 0,-1-1 0 0 0,1 0 1 0 0,0 1-1 0 0,1-1 0 0 0,-1 0 0 0 0,1 1 0 0 0,0 0 0 0 0,0-1 0 0 0,0 1 0 0 0,5-7 0 0 0,-3 7-650 0 0,-1-1 1 0 0,1 1-1 0 0,0 0 0 0 0,1 0 1 0 0,-1 1-1 0 0,1-1 0 0 0,0 1 1 0 0,0 0-1 0 0,9-5 0 0 0,-8 6-347 0 0,0-1-1 0 0,0 1 1 0 0,1 1-1 0 0,-1-1 1 0 0,1 1-1 0 0,-1 0 0 0 0,1 0 1 0 0,-1 1-1 0 0,1-1 1 0 0,-1 2-1 0 0,1-1 1 0 0,-1 1-1 0 0,1 0 1 0 0,-1 0-1 0 0,1 1 0 0 0,-1 0 1 0 0,0 0-1 0 0,0 0 1 0 0,8 5-1 0 0,-12-6-21 0 0,0 0 0 0 0,-1 0 0 0 0,1 0 1 0 0,0 0-1 0 0,-1 0 0 0 0,1 1 0 0 0,-1-1 0 0 0,0 1 0 0 0,1-1 0 0 0,-1 1 0 0 0,0-1 0 0 0,0 1 0 0 0,0 0 0 0 0,0-1 1 0 0,0 1-1 0 0,-1 0 0 0 0,1 0 0 0 0,0 0 0 0 0,-1 0 0 0 0,0 0 0 0 0,1 3 0 0 0,-1-1-1 0 0,0-1-1 0 0,-1 1 0 0 0,1 0 1 0 0,-1 0-1 0 0,0-1 1 0 0,0 1-1 0 0,0 0 1 0 0,0-1-1 0 0,-1 1 1 0 0,-2 4-1 0 0,-4 5 15 0 0,0-2-1 0 0,-1 1 0 0 0,0-1 1 0 0,-19 19-1 0 0,4-8 27 0 0,14-10-7 0 0,-2-2-1 0 0,-12 11 1 0 0,22-20-56 0 0,2-1 7 0 0,0 0 0 0 0,0 0 0 0 0,-1 0 1 0 0,1 0-1 0 0,0 0 0 0 0,0 0 0 0 0,0 0 0 0 0,0 0 0 0 0,0 0 0 0 0,0 0 0 0 0,0 0 0 0 0,-1 0 0 0 0,1 0 0 0 0,0 0 0 0 0,0 0 0 0 0,0 0 0 0 0,0 0 0 0 0,0 0 0 0 0,0 0 1 0 0,0 0-1 0 0,0 1 0 0 0,-1-1 0 0 0,1 0 0 0 0,0 0 0 0 0,0 0 0 0 0,0 0 0 0 0,0 0 0 0 0,0 0 0 0 0,0 0 0 0 0,0 0 0 0 0,0 0 0 0 0,0 1 0 0 0,0-1 0 0 0,0 0 0 0 0,0 0 1 0 0,0 0-1 0 0,0 0 0 0 0,0 0 0 0 0,0 0 0 0 0,0 0 0 0 0,0 1 0 0 0,0-1 0 0 0,0 0 0 0 0,0 0 0 0 0,0 0 0 0 0,0 0 0 0 0,0 0 0 0 0,0 0 0 0 0,0 0 0 0 0,0 1 0 0 0,0-1 1 0 0,0 0-1 0 0,0 0 0 0 0,0 0 0 0 0,0 0 0 0 0,0 0 0 0 0,0 0 0 0 0,0 0 0 0 0,1 0 0 0 0,4 7-4 0 0,-4-5 0 0 0,0-1 22 0 0,2-1-28 0 0,11 1 118 0 0,0 1 0 0 0,-1 0 1 0 0,1 1-1 0 0,23 9 0 0 0,-32-11 61 0 0,0 1-1 0 0,-1 1 0 0 0,0-1 0 0 0,0 0 1 0 0,1 1-1 0 0,-2 0 0 0 0,1 0 1 0 0,0 0-1 0 0,0 1 0 0 0,-1-1 0 0 0,0 1 1 0 0,0 0-1 0 0,0 0 0 0 0,0 0 1 0 0,0 0-1 0 0,-1 0 0 0 0,0 1 0 0 0,2 5 1 0 0,-3-7-57 0 0,0 0-1 0 0,-1 0 1 0 0,0 0 0 0 0,1 1 0 0 0,-1-1 0 0 0,0 0 0 0 0,-1 0 0 0 0,1 0 0 0 0,0 1 0 0 0,-1-1 0 0 0,0 0-1 0 0,0 0 1 0 0,0 0 0 0 0,0 0 0 0 0,0 0 0 0 0,-1 0 0 0 0,1 0 0 0 0,-1-1 0 0 0,0 1 0 0 0,0 0 0 0 0,0-1-1 0 0,0 1 1 0 0,0-1 0 0 0,0 0 0 0 0,-1 0 0 0 0,1 0 0 0 0,-1 0 0 0 0,-2 1 0 0 0,-4 4-41 0 0,-1-1 0 0 0,1-1 0 0 0,-1 0 1 0 0,0 0-1 0 0,0-1 0 0 0,-21 5 0 0 0,11-5-519 0 0,0 0-1 0 0,-1-2 0 0 0,1-1 1 0 0,-1-1-1 0 0,-33-3 0 0 0,-104-23-8485 0 0,130 20 6948 0 0,-27-6-3207 0 0,-3-2-2489 0 0</inkml:trace>
</inkml:ink>
</file>

<file path=ppt/ink/ink1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4:22.7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503 158 228 0 0,'1'-7'1612'0'0,"1"0"0"0"0,-1 0 0 0 0,0 0-1 0 0,-1 0 1 0 0,0-12 0 0 0,0 13-759 0 0,-1 0 0 0 0,0 0 0 0 0,-1 0 0 0 0,1 0 0 0 0,-1 0 0 0 0,-4-10 0 0 0,5 13-657 0 0,-1 0 0 0 0,0-1 0 0 0,0 1 0 0 0,0 0 0 0 0,0 0 0 0 0,-1 0 1 0 0,1 0-1 0 0,-1 1 0 0 0,1-1 0 0 0,-1 1 0 0 0,0-1 0 0 0,0 1 1 0 0,0 0-1 0 0,-1 0 0 0 0,1 0 0 0 0,0 1 0 0 0,-1-1 0 0 0,1 1 1 0 0,-1 0-1 0 0,1 0 0 0 0,-1 0 0 0 0,0 0 0 0 0,1 1 0 0 0,-1-1 1 0 0,0 1-1 0 0,-5 0 0 0 0,-5 2-71 0 0,0 0 1 0 0,0 1-1 0 0,0 0 0 0 0,0 1 0 0 0,1 0 1 0 0,0 1-1 0 0,0 1 0 0 0,-16 9 1 0 0,0 2-19 0 0,1 1 1 0 0,-35 30 0 0 0,40-29-48 0 0,2 0 0 0 0,-34 41 0 0 0,49-54-48 0 0,0 2 1 0 0,1-1-1 0 0,0 1 0 0 0,0 0 0 0 0,1 0 0 0 0,0 0 0 0 0,1 0 0 0 0,-1 1 1 0 0,1-1-1 0 0,1 1 0 0 0,0 0 0 0 0,0 0 0 0 0,0 9 0 0 0,2-15-9 0 0,1-1 0 0 0,-1 1 0 0 0,0-1 0 0 0,1 1 0 0 0,0-1 0 0 0,-1 1 0 0 0,1-1-1 0 0,0 0 1 0 0,0 0 0 0 0,1 1 0 0 0,-1-1 0 0 0,0 0 0 0 0,1 0 0 0 0,-1 0 0 0 0,1 0-1 0 0,0 0 1 0 0,-1-1 0 0 0,1 1 0 0 0,0 0 0 0 0,0-1 0 0 0,0 1 0 0 0,0-1 0 0 0,1 0-1 0 0,-1 0 1 0 0,0 0 0 0 0,1 0 0 0 0,-1 0 0 0 0,5 1 0 0 0,3 1 9 0 0,0-1 1 0 0,1-1-1 0 0,-1 1 1 0 0,1-1 0 0 0,15-1-1 0 0,-11-1-21 0 0,0-1 0 0 0,0-1 0 0 0,0 0 0 0 0,-1 0 0 0 0,1-2 1 0 0,-1 0-1 0 0,0 0 0 0 0,0-1 0 0 0,-1-1 0 0 0,0-1 0 0 0,0 0 0 0 0,21-16 0 0 0,-7 0-14 0 0,0-1 0 0 0,-2-1 0 0 0,-1-1-1 0 0,24-35 1 0 0,-30 35 8 0 0,-10 15 14 0 0,0 1 1 0 0,13-14-1 0 0,-20 23 221 0 0,-9 45 1561 0 0,-18 30-1172 0 0,-18 62 639 0 0,39-116-1992 0 0,1 1-1 0 0,1 0 0 0 0,0 0 1 0 0,2 0-1 0 0,1 22 0 0 0,0-39 86 0 0,0 1-1 0 0,1 0 1 0 0,0 0-1 0 0,0-1 1 0 0,0 1-1 0 0,0 0 1 0 0,4 6-1 0 0,8 9-7404 0 0</inkml:trace>
</inkml:ink>
</file>

<file path=ppt/ink/ink1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4:23.1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82 150 2820 0 0,'11'-39'9724'0'0,"-10"30"-8399"0"0,1 0 1 0 0,1 0-1 0 0,0 0 1 0 0,0 0-1 0 0,1 1 1 0 0,0-1 0 0 0,0 1-1 0 0,8-10 1 0 0,-9 15-1161 0 0,1 1 1 0 0,-1 0-1 0 0,1-1 1 0 0,0 1 0 0 0,0 0-1 0 0,0 1 1 0 0,0-1-1 0 0,0 1 1 0 0,0 0-1 0 0,0 0 1 0 0,0 0 0 0 0,0 0-1 0 0,1 1 1 0 0,-1 0-1 0 0,6 0 1 0 0,-9 0-165 0 0,1 0 32 0 0,0-1 1 0 0,1 1-1 0 0,-1 1 1 0 0,0-1-1 0 0,1 0 1 0 0,-1 1-1 0 0,0-1 1 0 0,1 1-1 0 0,-1-1 1 0 0,0 1-1 0 0,0 0 1 0 0,1 0-1 0 0,-1 0 1 0 0,0 0-1 0 0,0 1 1 0 0,0-1-1 0 0,0 1 0 0 0,-1-1 1 0 0,1 1-1 0 0,0-1 1 0 0,-1 1-1 0 0,1 0 1 0 0,-1 0-1 0 0,1 0 1 0 0,-1 0-1 0 0,0 0 1 0 0,0 0-1 0 0,0 0 1 0 0,0 0-1 0 0,0 1 1 0 0,0-1-1 0 0,-1 0 1 0 0,1 1-1 0 0,-1-1 1 0 0,1 3-1 0 0,-1 2 46 0 0,0-1-1 0 0,0 1 1 0 0,0-1 0 0 0,-1 0-1 0 0,0 1 1 0 0,0-1 0 0 0,-1 1-1 0 0,0-1 1 0 0,0 0-1 0 0,0 0 1 0 0,-4 7 0 0 0,-11 15 377 0 0,-2 0 0 0 0,0-1 1 0 0,-2-1-1 0 0,-1-1 0 0 0,-28 25 1 0 0,-40 45 299 0 0,86-88-756 0 0,16-3 0 0 0,3-5-29 0 0,-1-1 0 0 0,1-1 0 0 0,-1 0 0 0 0,1 0 0 0 0,-1-2 0 0 0,21-9 0 0 0,-6 3-175 0 0,151-54-7598 0 0,-61 18-4751 0 0,-81 31 2952 0 0</inkml:trace>
</inkml:ink>
</file>

<file path=ppt/ink/ink1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4:23.6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348 100 1888 0 0,'-11'-13'7604'0'0,"7"8"-5218"0"0,0-1 0 0 0,-5-9-1 0 0,-3-13 2414 0 0,12 27-4706 0 0,0 1 0 0 0,0-1-1 0 0,0 0 1 0 0,0 0 0 0 0,0 0 0 0 0,0 0 0 0 0,0 0-1 0 0,0 0 1 0 0,1 0 0 0 0,-1 0 0 0 0,0 0 0 0 0,0 0-1 0 0,1 0 1 0 0,-1 0 0 0 0,1 0 0 0 0,-1 0 0 0 0,1 0-1 0 0,-1 1 1 0 0,1-1 0 0 0,0 0 0 0 0,-1 0 0 0 0,1 1-1 0 0,0-1 1 0 0,-1 0 0 0 0,1 1 0 0 0,0-1 0 0 0,0 1-1 0 0,0-1 1 0 0,0 1 0 0 0,1-1 0 0 0,0-1 1 0 0,1 1 1 0 0,-1 0 0 0 0,0 0 0 0 0,0 1-1 0 0,1-1 1 0 0,-1 0 0 0 0,1 1 0 0 0,-1 0-1 0 0,0-1 1 0 0,1 1 0 0 0,3 0 0 0 0,-1 1-14 0 0,1 0-1 0 0,-1 1 1 0 0,1-1 0 0 0,-1 1 0 0 0,0 1 0 0 0,0-1 0 0 0,0 1 0 0 0,0-1 0 0 0,7 6-1 0 0,-10-6-60 0 0,1 0 0 0 0,-1 0 0 0 0,-1 1 0 0 0,1-1 0 0 0,0 0 0 0 0,0 0 0 0 0,-1 1 0 0 0,1-1 0 0 0,-1 1 0 0 0,0 0 0 0 0,0-1 0 0 0,0 1 0 0 0,0 0 0 0 0,0-1 0 0 0,-1 1 0 0 0,1 0 0 0 0,-1 0 0 0 0,0 0 0 0 0,1 0 0 0 0,-1 0 0 0 0,-1 0 0 0 0,1 3 0 0 0,-2 2 31 0 0,0 1 1 0 0,0-1-1 0 0,-1 0 1 0 0,0 0-1 0 0,-1 0 1 0 0,0 0-1 0 0,0 0 1 0 0,0-1-1 0 0,-1 1 1 0 0,-7 7-1 0 0,-2 1 53 0 0,0 0 0 0 0,-1-1 0 0 0,-19 13-1 0 0,20-18 145 0 0,0 0 85 0 0,13-9-264 0 0,8-3-133 0 0,1-1 50 0 0,0 2-1 0 0,0-1 1 0 0,0 1-1 0 0,0 0 1 0 0,0 0 0 0 0,0 1-1 0 0,0 0 1 0 0,1 1-1 0 0,-1 0 1 0 0,0 0-1 0 0,0 1 1 0 0,0 0-1 0 0,0 0 1 0 0,11 5 0 0 0,-10-2 85 0 0,-1-1 1 0 0,-1 1 0 0 0,1 1 0 0 0,-1-1 0 0 0,0 1 0 0 0,0 0 0 0 0,0 1-1 0 0,-1 0 1 0 0,0 0 0 0 0,-1 0 0 0 0,1 1 0 0 0,4 10 0 0 0,-8-15-4 0 0,0 1 0 0 0,0 0 1 0 0,-1 0-1 0 0,1 0 1 0 0,-1 0-1 0 0,0 0 0 0 0,-1 0 1 0 0,1 1-1 0 0,-1-1 0 0 0,1 0 1 0 0,-1 0-1 0 0,-1 0 1 0 0,1 1-1 0 0,0-1 0 0 0,-1 0 1 0 0,0 0-1 0 0,0 0 0 0 0,0 0 1 0 0,-1 0-1 0 0,1 0 1 0 0,-1 0-1 0 0,0 0 0 0 0,0-1 1 0 0,0 1-1 0 0,-1-1 0 0 0,1 1 1 0 0,-1-1-1 0 0,-5 5 0 0 0,0 0-106 0 0,-2-1-1 0 0,1 0 1 0 0,-1-1-1 0 0,0 0 1 0 0,0 0-1 0 0,-1-1 1 0 0,1 0-1 0 0,-1-1 0 0 0,0 0 1 0 0,-1-1-1 0 0,-20 3 1 0 0,-11 0-3177 0 0,-78 0 0 0 0,109-6 2474 0 0,-103-3-9528 0 0,51-2-422 0 0</inkml:trace>
</inkml:ink>
</file>

<file path=ppt/ink/ink1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4:27.3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410 91 1604 0 0,'0'-5'1208'0'0,"1"0"0"0"0,-1 0 0 0 0,1 0 0 0 0,-1 0 0 0 0,-1 0 0 0 0,1 0 0 0 0,-1 0 0 0 0,-2-7-1 0 0,3 10-997 0 0,-1-1 0 0 0,0 1 0 0 0,0 0 0 0 0,0 0 0 0 0,0 0 0 0 0,0 0 0 0 0,0 1 0 0 0,-1-1 0 0 0,1 0 0 0 0,-1 0-1 0 0,1 1 1 0 0,-1-1 0 0 0,1 1 0 0 0,-1-1 0 0 0,0 1 0 0 0,0 0 0 0 0,0 0 0 0 0,0-1 0 0 0,0 1 0 0 0,-3-1 0 0 0,1 2-75 0 0,0-1 0 0 0,0 0 0 0 0,0 1 0 0 0,0 0 0 0 0,0 0 1 0 0,1 0-1 0 0,-1 0 0 0 0,0 1 0 0 0,0-1 0 0 0,0 1 0 0 0,0 0 0 0 0,0 0 1 0 0,-5 3-1 0 0,-6 3 317 0 0,-25 15-1 0 0,32-18-334 0 0,-24 15 261 0 0,1 2-1 0 0,-48 41 1 0 0,67-52-324 0 0,0 1 0 0 0,1 1 0 0 0,1 0 0 0 0,0 0 0 0 0,0 1 0 0 0,1 0 0 0 0,1 1 0 0 0,-12 27 0 0 0,19-38-46 0 0,0 0 0 0 0,0 0 0 0 0,0-1 0 0 0,0 1 0 0 0,0 0 0 0 0,1 0 0 0 0,0 0 0 0 0,-1 0 0 0 0,1 0 0 0 0,0 0 0 0 0,1 0 0 0 0,-1 0 0 0 0,0 0 0 0 0,1 0 0 0 0,0 0 0 0 0,-1 0 0 0 0,1 0 1 0 0,0-1-1 0 0,1 1 0 0 0,-1 0 0 0 0,0-1 0 0 0,1 1 0 0 0,-1-1 0 0 0,3 3 0 0 0,-1-2-1 0 0,0 0 1 0 0,1-1-1 0 0,-1 1 1 0 0,1-1 0 0 0,-1 0-1 0 0,1 0 1 0 0,0 0-1 0 0,-1 0 1 0 0,1-1 0 0 0,0 0-1 0 0,0 0 1 0 0,0 0-1 0 0,0 0 1 0 0,0 0-1 0 0,0-1 1 0 0,8 0 0 0 0,-3 0-2 0 0,0-1 0 0 0,0 0 1 0 0,-1 0-1 0 0,1-1 1 0 0,-1 0-1 0 0,1-1 1 0 0,-1 0-1 0 0,0 0 0 0 0,0-1 1 0 0,0 0-1 0 0,-1 0 1 0 0,1-1-1 0 0,-1 0 1 0 0,0 0-1 0 0,8-8 0 0 0,5-8 12 0 0,0-1 0 0 0,-1 0 0 0 0,18-29 0 0 0,-9 13 83 0 0,-28 38-77 0 0,0-1 0 0 0,0 1 0 0 0,0 0 0 0 0,0 0-1 0 0,0-1 1 0 0,0 1 0 0 0,0 0 0 0 0,0 0 0 0 0,0-1 0 0 0,0 1 0 0 0,1 0 0 0 0,-1 0-1 0 0,0 0 1 0 0,0-1 0 0 0,0 1 0 0 0,0 0 0 0 0,0 0 0 0 0,1 0 0 0 0,-1 0 0 0 0,0-1-1 0 0,0 1 1 0 0,0 0 0 0 0,1 0 0 0 0,-1 0 0 0 0,0 0 0 0 0,0 0 0 0 0,1 0 0 0 0,-1 0-1 0 0,0 0 1 0 0,0-1 0 0 0,1 1 0 0 0,-1 0 0 0 0,0 0 0 0 0,0 0 0 0 0,1 0 0 0 0,-1 0-1 0 0,0 0 1 0 0,0 0 0 0 0,1 1 0 0 0,-1-1 0 0 0,0 0 0 0 0,0 0 0 0 0,0 0 0 0 0,1 0-1 0 0,-1 0 1 0 0,0 0 0 0 0,1 0 0 0 0,0 15 618 0 0,-6 19-49 0 0,-30 125 332 0 0,32-138-1744 0 0,1 1 1 0 0,0-1-1 0 0,2 1 1 0 0,1-1 0 0 0,5 33-1 0 0,5-19-3087 0 0,2-15-3055 0 0</inkml:trace>
</inkml:ink>
</file>

<file path=ppt/ink/ink1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4:27.8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7 157 1364 0 0,'0'-3'2300'0'0,"3"-5"-674"0"0,2-7 842 0 0,0 1 0 0 0,1-1-1 0 0,12-22 1 0 0,-15 32-2187 0 0,1 1-1 0 0,-1-1 1 0 0,1 1 0 0 0,0 0-1 0 0,0 0 1 0 0,1 0 0 0 0,-1 0-1 0 0,1 1 1 0 0,-1-1 0 0 0,1 1-1 0 0,0 0 1 0 0,0 1 0 0 0,11-4-1 0 0,-9 3-94 0 0,-1 1 0 0 0,1 1 0 0 0,0 0-1 0 0,0 0 1 0 0,0 0 0 0 0,0 0-1 0 0,0 1 1 0 0,0 1 0 0 0,1-1-1 0 0,9 3 1 0 0,-15-3-139 0 0,0 1-1 0 0,0-1 1 0 0,0 1-1 0 0,0 0 1 0 0,0-1-1 0 0,-1 1 1 0 0,1 0-1 0 0,0 0 1 0 0,0 0 0 0 0,0 1-1 0 0,-1-1 1 0 0,1 0-1 0 0,-1 1 1 0 0,1-1-1 0 0,-1 1 1 0 0,0-1-1 0 0,1 1 1 0 0,-1 0-1 0 0,0-1 1 0 0,0 1-1 0 0,0 0 1 0 0,0 0 0 0 0,0 0-1 0 0,-1 0 1 0 0,1 0-1 0 0,0 0 1 0 0,-1 0-1 0 0,0 0 1 0 0,1 0-1 0 0,-1 0 1 0 0,0 0-1 0 0,0 0 1 0 0,0 0 0 0 0,-1 0-1 0 0,1 0 1 0 0,0 0-1 0 0,-1 0 1 0 0,1 0-1 0 0,-2 3 1 0 0,0 3 37 0 0,-1 0 0 0 0,0 0 1 0 0,-1-1-1 0 0,0 1 0 0 0,0-1 1 0 0,0 1-1 0 0,-1-1 0 0 0,-7 8 0 0 0,-8 7 48 0 0,-25 21-1 0 0,-6 7 78 0 0,28-27-20 0 0,22-22-115 0 0,14 2 72 0 0,16-8-93 0 0,-19 3-60 0 0,0 0 0 0 0,-1 1 0 0 0,1 0 1 0 0,0 0-1 0 0,13 2 0 0 0,-14 0-4 0 0,-1 0 1 0 0,0 0 0 0 0,0 1 0 0 0,0 0-1 0 0,15 5 1 0 0,-21-6 100 0 0,1 1-1 0 0,0-1 1 0 0,-1 1 0 0 0,1-1-1 0 0,-1 1 1 0 0,0 0-1 0 0,1 0 1 0 0,-1 0 0 0 0,0 0-1 0 0,0 0 1 0 0,0 0-1 0 0,-1 0 1 0 0,1 1 0 0 0,0-1-1 0 0,-1 1 1 0 0,1-1-1 0 0,-1 1 1 0 0,0 0 0 0 0,0 0-1 0 0,1 4 1 0 0,-2-5 0 0 0,0 1 1 0 0,0-1-1 0 0,0 1 1 0 0,-1-1 0 0 0,1 1-1 0 0,-1 0 1 0 0,1-1-1 0 0,-1 0 1 0 0,0 1-1 0 0,0-1 1 0 0,0 1 0 0 0,0-1-1 0 0,0 0 1 0 0,-1 0-1 0 0,1 0 1 0 0,-1 1-1 0 0,1-2 1 0 0,-3 4 0 0 0,-4 2 169 0 0,1 1 0 0 0,-16 10 0 0 0,16-13-220 0 0,-1 0 0 0 0,0 0 1 0 0,0-2-1 0 0,-1 1 0 0 0,1-1 0 0 0,-1 0 1 0 0,0 0-1 0 0,0-1 0 0 0,0 0 1 0 0,0-1-1 0 0,0 0 0 0 0,0-1 1 0 0,0 1-1 0 0,0-2 0 0 0,0 1 1 0 0,0-1-1 0 0,0-1 0 0 0,0 0 0 0 0,-16-5 1 0 0,23 6-194 0 0,0 1 0 0 0,-1-1 1 0 0,1 0-1 0 0,0 0 0 0 0,0 0 0 0 0,0-1 1 0 0,0 1-1 0 0,0 0 0 0 0,-4-4 1 0 0,6 4-18 0 0,0 1 0 0 0,-1-1 1 0 0,1 1-1 0 0,-1-1 1 0 0,1 0-1 0 0,-1 1 0 0 0,1-1 1 0 0,0 0-1 0 0,0 0 1 0 0,-1 1-1 0 0,1-1 0 0 0,0 0 1 0 0,0 0-1 0 0,0 1 1 0 0,0-1-1 0 0,0 0 0 0 0,0 0 1 0 0,0 1-1 0 0,0-1 1 0 0,0 0-1 0 0,0 0 0 0 0,2-2-528 0 0,-1 0-1 0 0,1 0 1 0 0,-1 1-1 0 0,1-1 1 0 0,0 1-1 0 0,0-1 1 0 0,0 1-1 0 0,0 0 1 0 0,0 0-1 0 0,1 0 0 0 0,-1 0 1 0 0,4-3-1 0 0,10-6-4520 0 0</inkml:trace>
</inkml:ink>
</file>

<file path=ppt/ink/ink1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4:28.3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211 124 2220 0 0,'-5'-23'6431'0'0,"-3"-11"841"0"0,4 4-4071 0 0,4 28-3143 0 0,1 0 0 0 0,-1 1 0 0 0,1-1 0 0 0,-1 1 1 0 0,1 0-1 0 0,0-1 0 0 0,-1 1 0 0 0,1-1 0 0 0,0 1 0 0 0,0 0 0 0 0,0 0 0 0 0,0-1 0 0 0,0 1 0 0 0,0 0 0 0 0,0 0 0 0 0,1 0 0 0 0,-1 0 0 0 0,0 0 0 0 0,0 0 0 0 0,1 1 0 0 0,-1-1 0 0 0,1 0 0 0 0,-1 1 0 0 0,1-1 0 0 0,-1 1 0 0 0,1-1 0 0 0,1 1 0 0 0,3-2-7 0 0,-1 1 1 0 0,1-1-1 0 0,0 2 1 0 0,0-1-1 0 0,0 1 1 0 0,6 0-1 0 0,-8 0-18 0 0,-1 0 0 0 0,0 1 0 0 0,1-1 0 0 0,-1 1 0 0 0,0 0 0 0 0,0 0 0 0 0,1 0 0 0 0,-1 0 0 0 0,0 1-1 0 0,0-1 1 0 0,0 1 0 0 0,0 0 0 0 0,-1 0 0 0 0,1 0 0 0 0,0 0 0 0 0,-1 0 0 0 0,1 1 0 0 0,-1-1 0 0 0,0 1 0 0 0,0 0 0 0 0,0-1 0 0 0,0 1-1 0 0,0 0 1 0 0,-1 0 0 0 0,1 0 0 0 0,-1 0 0 0 0,0 1 0 0 0,0-1 0 0 0,0 0 0 0 0,0 0 0 0 0,-1 1 0 0 0,1-1 0 0 0,-1 0 0 0 0,0 1-1 0 0,0-1 1 0 0,0 1 0 0 0,0-1 0 0 0,-1 0 0 0 0,1 1 0 0 0,-1-1 0 0 0,0 0 0 0 0,0 0 0 0 0,0 1 0 0 0,-2 3 0 0 0,-7 10 74 0 0,1 0 1 0 0,-2-1-1 0 0,-1 0 0 0 0,0-1 1 0 0,0 0-1 0 0,-28 24 1 0 0,27-26 188 0 0,12-12-260 0 0,0 1 15 0 0,1-2-49 0 0,0 0 0 0 0,0 1-1 0 0,0-1 1 0 0,0 0 0 0 0,-1 1-1 0 0,1-1 1 0 0,0 0 0 0 0,0 0-1 0 0,0 1 1 0 0,0-1 0 0 0,0 0-1 0 0,0 1 1 0 0,0-1 0 0 0,0 0-1 0 0,0 0 1 0 0,0 1 0 0 0,0-1-1 0 0,0 0 1 0 0,0 1 0 0 0,0-1-1 0 0,0 0 1 0 0,1 0 0 0 0,-1 1-1 0 0,0-1 1 0 0,0 0 0 0 0,0 0-1 0 0,0 1 1 0 0,0-1 0 0 0,1 0-1 0 0,-1 0 1 0 0,0 1 0 0 0,0-1-1 0 0,1 0 1 0 0,41 9 24 0 0,-28-6-42 0 0,0 0-1 0 0,0 0 1 0 0,21 9 0 0 0,-21-6-10 0 0,0 2 1 0 0,-1-1-1 0 0,16 13 0 0 0,-26-19 127 0 0,-1 1 1 0 0,1 0-1 0 0,-1 0 0 0 0,1 0 1 0 0,-1 1-1 0 0,0-1 0 0 0,0 1 1 0 0,0-1-1 0 0,0 1 1 0 0,-1 0-1 0 0,1-1 0 0 0,-1 1 1 0 0,1 0-1 0 0,-1 0 0 0 0,0 0 1 0 0,0 0-1 0 0,0 0 1 0 0,-1 0-1 0 0,1 1 0 0 0,-1-1 1 0 0,1 0-1 0 0,-1 6 0 0 0,-1-5-9 0 0,-1-1-1 0 0,1 1 1 0 0,0-1-1 0 0,-1 0 0 0 0,0 1 1 0 0,1-1-1 0 0,-1 0 1 0 0,-1 0-1 0 0,1 0 1 0 0,0-1-1 0 0,-1 1 0 0 0,1-1 1 0 0,-1 1-1 0 0,-5 3 1 0 0,-2 1 5 0 0,0-1 0 0 0,0 0 1 0 0,-13 6-1 0 0,-1-2-178 0 0,1-1-1 0 0,-1-2 0 0 0,0 0 1 0 0,-45 6-1 0 0,53-11-933 0 0,-1-1 0 0 0,1-1 0 0 0,-21-2-1 0 0,26 1-795 0 0,0-1-1 0 0,0 0 0 0 0,0-1 1 0 0,0 0-1 0 0,-14-7 0 0 0,-1-4-8178 0 0</inkml:trace>
</inkml:ink>
</file>

<file path=ppt/ink/ink1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4:29.3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402 46 2488 0 0,'-10'-4'14632'0'0,"10"4"-14617"0"0,0 0 0 0 0,0 0 0 0 0,-1 0-1 0 0,1 0 1 0 0,0 0 0 0 0,0 0 0 0 0,0 0-1 0 0,0 0 1 0 0,0 0 0 0 0,0 0 0 0 0,-1 0 0 0 0,1 0-1 0 0,0 0 1 0 0,0 0 0 0 0,0 0 0 0 0,0 0-1 0 0,0 0 1 0 0,0 0 0 0 0,-1 0 0 0 0,1 0-1 0 0,0 0 1 0 0,0-1 0 0 0,0 1 0 0 0,0 0 0 0 0,0 0-1 0 0,0 0 1 0 0,0 0 0 0 0,0 0 0 0 0,0 0-1 0 0,-1 0 1 0 0,1 0 0 0 0,0-1 0 0 0,0 1 0 0 0,0 0-1 0 0,0 0 1 0 0,0 0 0 0 0,0 0 0 0 0,0 0-1 0 0,0 0 1 0 0,0-1 0 0 0,0 1 0 0 0,0 0-1 0 0,0 0 1 0 0,0 0 0 0 0,0 0 0 0 0,0 0 0 0 0,0 0-1 0 0,0-1 1 0 0,0 1 0 0 0,0 0 0 0 0,0 0-1 0 0,0 0 1 0 0,0 0 0 0 0,0 0 0 0 0,1 0 0 0 0,-1-1-1 0 0,0 1 1 0 0,0 0 0 0 0,0 0 0 0 0,0 0-1 0 0,0 0 1 0 0,0 0 0 0 0,13-6 349 0 0,22-2-224 0 0,-20 5-97 0 0,134-15 139 0 0,-129 16-198 0 0,-1 2-1 0 0,1 1 1 0 0,-1 0 0 0 0,1 1 0 0 0,30 8-1 0 0,-42-7 19 0 0,0 0 0 0 0,0 0-1 0 0,-1 0 1 0 0,1 1-1 0 0,-1 0 1 0 0,0 0 0 0 0,0 1-1 0 0,-1 0 1 0 0,1 0 0 0 0,10 12-1 0 0,-9-7 88 0 0,0 0-1 0 0,-1 1 1 0 0,0 0 0 0 0,0 0-1 0 0,-1 0 1 0 0,6 17 0 0 0,0 10 484 0 0,-2 1 0 0 0,-1 1 1 0 0,5 56-1 0 0,14 256 2715 0 0,-23 2-1196 0 0,-2-110-1072 0 0,5 212 347 0 0,12 420-297 0 0,-2 32-467 0 0,-47 3-5 0 0,-38 131 501 0 0,61-918-1082 0 0,-3 52-18 0 0,7-147 1 0 0,2-21 0 0 0,-1 1 0 0 0,1-1 0 0 0,-2 1 0 0 0,-2 13 0 0 0,3-20 0 0 0,0 1 0 0 0,0-1 0 0 0,-1 1 0 0 0,1-1 0 0 0,-1 1 0 0 0,1-1 0 0 0,-1 0 0 0 0,0 0 0 0 0,1 0 0 0 0,-1 0 0 0 0,0 0 0 0 0,0 0 0 0 0,-1 0 0 0 0,1-1 0 0 0,0 1 0 0 0,-1-1 0 0 0,1 1 0 0 0,-5 0 0 0 0,-16 6 0 0 0,-1-2 0 0 0,0-1 0 0 0,0-1 0 0 0,0-1 0 0 0,-40 0 0 0 0,24-1 0 0 0,-129 8-2935 0 0,-204 12-12550 0 0,276-19 3542 0 0</inkml:trace>
</inkml:ink>
</file>

<file path=ppt/ink/ink1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4:34.4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140 53 128 0 0,'21'-52'13571'0'0,"-21"75"-11591"0"0,-17 123 443 0 0,-50 209 1 0 0,0-15-2358 0 0,65-324-316 0 0,-5 41-1448 0 0,7-54 1127 0 0,0 1 1 0 0,0 0 0 0 0,1 0-1 0 0,-1 0 1 0 0,1-1 0 0 0,2 8-1 0 0,2-5-2180 0 0</inkml:trace>
</inkml:ink>
</file>

<file path=ppt/ink/ink1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4:35.0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60 253 2552 0 0,'16'-68'13199'0'0,"-13"80"-12505"0"0,-2 0-1 0 0,1 0 1 0 0,-2 0 0 0 0,1 0 0 0 0,-3 14-1 0 0,-10 63 520 0 0,9-73-948 0 0,-10 67 414 0 0,-24 158 140 0 0,35-225-777 0 0,2-6 102 0 0,-1 0 1 0 0,-1 0 0 0 0,-5 17 0 0 0,7-25 11 0 0,-4-30-2 0 0,8-74-164 0 0,5 0 0 0 0,24-110 0 0 0,-24 164-33 0 0,2 1 0 0 0,2 1 0 0 0,2 0-1 0 0,28-58 1 0 0,-40 99 23 0 0,-1 1 0 0 0,1 1 0 0 0,-1-1 0 0 0,1 0 0 0 0,5-5 0 0 0,-7 8 15 0 0,0 0-1 0 0,0 1 1 0 0,0-1-1 0 0,0 0 1 0 0,0 0-1 0 0,0 1 1 0 0,0-1-1 0 0,0 0 1 0 0,0 1-1 0 0,0-1 1 0 0,0 1 0 0 0,0-1-1 0 0,0 1 1 0 0,0 0-1 0 0,1-1 1 0 0,-1 1-1 0 0,0 0 1 0 0,0 0-1 0 0,0 0 1 0 0,1 0-1 0 0,-1 0 1 0 0,0 0-1 0 0,0 0 1 0 0,0 1-1 0 0,1-1 1 0 0,-1 0-1 0 0,0 0 1 0 0,2 2-1 0 0,3 2 4 0 0,0 1 0 0 0,1 0 0 0 0,-2 1 0 0 0,1 0 0 0 0,-1 0 0 0 0,0 0-1 0 0,0 0 1 0 0,-1 1 0 0 0,1-1 0 0 0,-1 1 0 0 0,-1 1 0 0 0,6 14 0 0 0,2 11 167 0 0,12 56 1 0 0,-19-72-110 0 0,12 75 150 0 0,-4 0 0 0 0,1 110 1 0 0,-4-38-360 0 0,-8-137-2131 0 0</inkml:trace>
</inkml:ink>
</file>

<file path=ppt/ink/ink1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4:35.2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54 129 1896 0 0,'-3'-1'2061'0'0,"-48"-13"6715"0"0,101 1-8551 0 0,54-23 0 0 0,-6-11-6461 0 0,-68 29 1693 0 0</inkml:trace>
</inkml:ink>
</file>

<file path=ppt/ink/ink1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4:35.5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73 30 344 0 0,'-11'-30'17574'0'0,"9"45"-16628"0"0,-7 138 3895 0 0,-1 21-3764 0 0,-6-32-774 0 0,-5 67-256 0 0,18-70-3762 0 0,8-89 109 0 0,5-18-4058 0 0</inkml:trace>
</inkml:ink>
</file>

<file path=ppt/ink/ink1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4:35.7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2 174 344 0 0,'-1'-34'11827'0'0,"1"5"-4698"0"0,0 28-7013 0 0,0 0 1 0 0,0-1-1 0 0,1 1 0 0 0,-1 0 0 0 0,0 0 0 0 0,1 0 0 0 0,-1 0 0 0 0,1 0 0 0 0,-1 0 0 0 0,1 0 0 0 0,0 0 0 0 0,-1 0 0 0 0,1 0 0 0 0,1-1 0 0 0,-2 1-32 0 0,8-3 53 0 0,-1-1 0 0 0,1 1 0 0 0,0 1 1 0 0,0-1-1 0 0,0 1 0 0 0,0 1 0 0 0,13-3 1 0 0,9-4-25 0 0,-26 8-186 0 0,103-32-2672 0 0,-34 17-7886 0 0,-56 13 4148 0 0</inkml:trace>
</inkml:ink>
</file>

<file path=ppt/ink/ink1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4:35.9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92 136 3220 0 0,'-85'78'16261'0'0,"85"-78"-16169"0"0,-1 1 0 0 0,1-1 0 0 0,-1 0 0 0 0,1 1 0 0 0,-1-1 0 0 0,1 1 0 0 0,-1-1 0 0 0,1 1 0 0 0,0-1 0 0 0,-1 0 0 0 0,1 1 0 0 0,0-1 0 0 0,0 1 0 0 0,-1 0 0 0 0,1-1 0 0 0,0 1 0 0 0,0-1 0 0 0,0 1 0 0 0,0-1 0 0 0,-1 1 0 0 0,1-1 0 0 0,0 1 0 0 0,0 0 0 0 0,11 2 449 0 0,18-8-430 0 0,239-92-2543 0 0,-155 54-993 0 0,17-9-3989 0 0,-61 21 748 0 0</inkml:trace>
</inkml:ink>
</file>

<file path=ppt/ink/ink1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4:36.4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152 54 1088 0 0,'-7'-23'7431'0'0,"-4"-7"3220"0"0,11 58-7816 0 0,4 62-926 0 0,-4 0 1 0 0,-17 134-1 0 0,7-127-1329 0 0,-24 279 650 0 0,-43 672 24 0 0,104 229-870 0 0,46-215-230 0 0,17-81-98 0 0,-75-784-426 0 0,-13-186-1189 0 0,11-25-4735 0 0,-13 13 6287 0 0,31-72-11417 0 0,-16 39 2091 0 0</inkml:trace>
</inkml:ink>
</file>

<file path=ppt/ink/ink1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4:50.5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3 270 196 0 0,'-1'-18'1233'0'0,"0"-1"0"0"0,1 1-1 0 0,1-1 1 0 0,0 1 0 0 0,1 0 0 0 0,2 0-1 0 0,-1 0 1 0 0,2 0 0 0 0,1 1 0 0 0,0-1 0 0 0,10-18-1 0 0,-11 18 377 0 0,3 1 408 0 0,-7 18-1935 0 0,-1-1-1 0 0,1 1 1 0 0,0-1 0 0 0,0 1-1 0 0,0-1 1 0 0,0 1 0 0 0,-1 0-1 0 0,1-1 1 0 0,0 1 0 0 0,-1 0-1 0 0,1 0 1 0 0,0-1 0 0 0,-1 1-1 0 0,1 0 1 0 0,-1 0 0 0 0,1 0-1 0 0,-1 0 1 0 0,0 0 0 0 0,1 0-1 0 0,-1 0 1 0 0,0 0 0 0 0,1 1-1 0 0,5 23 971 0 0,84 510 7060 0 0,-5 245-6375 0 0,-41 5-364 0 0,9 1059-1373 0 0,-53-1664 0 0 0,5 245 0 0 0,22-2 0 0 0,-16-337-3311 0 0,20 115-13667 0 0</inkml:trace>
</inkml:ink>
</file>

<file path=ppt/ink/ink1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4:51.5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85 1 2556 0 0,'-69'11'12559'0'0,"67"-10"-11692"0"0,-11 5 2063 0 0,23-5-3194 0 0,-1 0-1 0 0,1 0 0 0 0,0-1 0 0 0,0-1 0 0 0,-1 1 0 0 0,1-1 1 0 0,11-3-1 0 0,17-1-3395 0 0,-17 3-635 0 0,-2 0-2140 0 0</inkml:trace>
</inkml:ink>
</file>

<file path=ppt/ink/ink1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4:51.6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114 76 64 0 0,'-25'24'4274'0'0,"9"-9"-360"0"0,-1 0 0 0 0,-27 19-1 0 0,33-20-1912 0 0,11-13-1985 0 0,0-1 1 0 0,0 0-1 0 0,0 0 0 0 0,0 1 1 0 0,0-1-1 0 0,-1 0 0 0 0,1 0 1 0 0,0 1-1 0 0,0-1 0 0 0,0 0 1 0 0,0 0-1 0 0,0 1 0 0 0,0-1 1 0 0,0 0-1 0 0,0 1 0 0 0,1-1 1 0 0,-1 0-1 0 0,0 0 1 0 0,0 1-1 0 0,0-1 0 0 0,0 0 1 0 0,0 0-1 0 0,0 1 0 0 0,0-1 1 0 0,1 0-1 0 0,-1 0 0 0 0,0 0 1 0 0,0 1-1 0 0,0-1 0 0 0,0 0 1 0 0,1 0-1 0 0,-1 0 0 0 0,0 1 1 0 0,0-1-1 0 0,1 0 0 0 0,-1 0 1 0 0,0 0-1 0 0,0 0 0 0 0,1 0 1 0 0,-1 0-1 0 0,0 0 0 0 0,0 1 1 0 0,1-1-1 0 0,-1 0 0 0 0,0 0 1 0 0,0 0-1 0 0,1 0 0 0 0,-1 0 1 0 0,0 0-1 0 0,1 0 0 0 0,-1 0 1 0 0,0 0-1 0 0,0-1 0 0 0,1 1 1 0 0,-1 0-1 0 0,0 0 0 0 0,0 0 1 0 0,1 0-1 0 0,-1 0 0 0 0,0 0 1 0 0,0 0-1 0 0,0-1 0 0 0,1 1 1 0 0,-1 0-1 0 0,0 0 0 0 0,219-78-2939 0 0,-85 26-886 0 0,-55 25-252 0 0,4-2-1900 0 0</inkml:trace>
</inkml:ink>
</file>

<file path=ppt/ink/ink1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4:52.8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 1 660 0 0,'0'0'3794'0'0,"-15"11"-1213"0"0,14-10-2569 0 0,1 0 0 0 0,0-1 1 0 0,0 1-1 0 0,0 0 0 0 0,0 0 1 0 0,0 0-1 0 0,0 0 0 0 0,0-1 1 0 0,0 1-1 0 0,0 0 0 0 0,0 0 1 0 0,0 0-1 0 0,1-1 0 0 0,-1 1 1 0 0,0 0-1 0 0,1 0 0 0 0,-1-1 1 0 0,0 1-1 0 0,1 0 0 0 0,-1 0 1 0 0,1-1-1 0 0,-1 1 0 0 0,1-1 1 0 0,-1 1-1 0 0,1 0 0 0 0,0-1 1 0 0,0 1-1 0 0,1 0 3 0 0,6 2-219 0 0</inkml:trace>
</inkml:ink>
</file>

<file path=ppt/ink/ink1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4:54.3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298 37 744 0 0,'21'-20'7950'0'0,"-11"3"-2016"0"0,-10 17-5874 0 0,-27 8 2846 0 0,20-6-3436 0 0,-10 4 673 0 0,1 0 0 0 0,-1 1 0 0 0,1 1-1 0 0,1 1 1 0 0,-1 0 0 0 0,2 1 0 0 0,-1 1-1 0 0,1 0 1 0 0,1 1 0 0 0,0 0 0 0 0,1 1-1 0 0,0 0 1 0 0,1 1 0 0 0,0 1 0 0 0,1 0 0 0 0,1 0-1 0 0,1 1 1 0 0,0 0 0 0 0,1 0 0 0 0,0 1-1 0 0,-4 19 1 0 0,3-2 42 0 0,-5 50-1 0 0,12-71-148 0 0,0 1-1 0 0,1-1 1 0 0,1 1-1 0 0,0 0 1 0 0,1-1 0 0 0,6 24-1 0 0,-7-32-22 0 0,0-1-1 0 0,0 0 0 0 0,1 0 1 0 0,0 0-1 0 0,0 0 1 0 0,0-1-1 0 0,0 1 0 0 0,0 0 1 0 0,1-1-1 0 0,-1 0 1 0 0,1 1-1 0 0,0-1 0 0 0,0 0 1 0 0,5 4-1 0 0,-5-7-7 0 0,0 1 0 0 0,0 0 0 0 0,0-1 0 0 0,0 1 0 0 0,0-1 0 0 0,-1 0 0 0 0,1 0 0 0 0,0 0 0 0 0,0 0 0 0 0,0 0 0 0 0,0-1 0 0 0,0 0 1 0 0,0 1-1 0 0,0-1 0 0 0,-1 0 0 0 0,4-2 0 0 0,0 0 0 0 0,0 0 1 0 0,0-1 0 0 0,0 0-1 0 0,0 0 1 0 0,-1-1 0 0 0,0 1 0 0 0,0-1-1 0 0,0-1 1 0 0,0 1 0 0 0,7-12-1 0 0,1-5 13 0 0,18-39-1 0 0,-21 40-14 0 0,11-29 992 0 0,-1-2-1 0 0,19-81 1 0 0,-34 120-539 0 0,-1 18 964 0 0,-2 17-19 0 0,-8 71 632 0 0,-3 68-951 0 0,9-129-992 0 0,1 1 0 0 0,11 61-1 0 0,-9-81-108 0 0,0 0-1 0 0,1 0 1 0 0,0-1-1 0 0,1 0 1 0 0,1 1-1 0 0,-1-2 1 0 0,2 1-1 0 0,0-1 1 0 0,0 0-1 0 0,16 17 0 0 0,-22-27-91 0 0,2-1-650 0 0,11-7-594 0 0,-1-17-6968 0 0,-10 18 6934 0 0,-2 3 566 0 0,1 0-182 0 0</inkml:trace>
</inkml:ink>
</file>

<file path=ppt/ink/ink1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4:54.7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86 556 0 0,'25'-58'17185'0'0,"-9"31"-9038"0"0,-12 35-6908 0 0,-1 15-546 0 0,-1 1-1 0 0,0 0 1 0 0,-2-1-1 0 0,-1 1 1 0 0,-5 33-1 0 0,2-16-660 0 0,0 18-537 0 0,3 0 0 0 0,9 75 0 0 0,-7-115-2060 0 0,1 5-3323 0 0</inkml:trace>
</inkml:ink>
</file>

<file path=ppt/ink/ink1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4:55.0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0 116 488 0 0,'25'-115'30889'0'0,"-22"130"-30703"0"0,0 0 1 0 0,-1 1-1 0 0,-1-1 1 0 0,0 1 0 0 0,-1 0-1 0 0,-2 23 1 0 0,0-5-103 0 0,13 307-84 0 0,-10-307 0 0 0,6 49 0 0 0,-5-70 0 0 0,-1-7 0 0 0,-2-12-70 0 0,-1-12-5843 0 0</inkml:trace>
</inkml:ink>
</file>

<file path=ppt/ink/ink1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4:56.1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769 66 728 0 0,'-1'-3'2170'0'0,"1"2"-1910"0"0,-1-3 437 0 0,-1 0 1 0 0,1 0-1 0 0,0 0 0 0 0,-1 0 1 0 0,0 0-1 0 0,0 0 1 0 0,0 1-1 0 0,0-1 1 0 0,-1 1-1 0 0,1-1 0 0 0,-1 1 1 0 0,0 0-1 0 0,0 0 1 0 0,-4-3-1 0 0,5 5-595 0 0,1 0 0 0 0,-1 1 1 0 0,1-1-1 0 0,-1 1 0 0 0,0 0 0 0 0,1-1 0 0 0,-1 1 0 0 0,0 0 0 0 0,1 0 0 0 0,-1 0 0 0 0,0 0 0 0 0,1 0 1 0 0,-1 0-1 0 0,0 1 0 0 0,1-1 0 0 0,-1 0 0 0 0,0 1 0 0 0,1-1 0 0 0,-1 1 0 0 0,-2 1 0 0 0,-1 1 143 0 0,1-1-1 0 0,-1 1 1 0 0,0 0-1 0 0,-7 7 1 0 0,-14 16 480 0 0,1 1 0 0 0,2 1 0 0 0,0 1 1 0 0,-29 52-1 0 0,-61 136 1627 0 0,103-196-2093 0 0,-68 149 1993 0 0,7 3 0 0 0,9 3-1 0 0,-70 318 1 0 0,113-393-2180 0 0,5 0-1 0 0,4 0 1 0 0,5 1-1 0 0,4 0 1 0 0,18 144-1 0 0,-6-172-50 0 0,3-1 0 0 0,3 0 0 0 0,28 73 0 0 0,-23-91-16 0 0,1 0 0 0 0,3-2 0 0 0,2-1-1 0 0,47 64 1 0 0,-45-78-5 0 0,1 0 0 0 0,3-2 0 0 0,0-2 0 0 0,3-1 0 0 0,60 42 0 0 0,-70-55 0 0 0,51 35 0 0 0,-67-48 0 0 0,2-2 0 0 0,-1-2 0 0 0,-2 1 0 0 0,-1-1 0 0 0,1 2 0 0 0,-5 1 0 0 0,-9-1-45 0 0,3-4-428 0 0</inkml:trace>
</inkml:ink>
</file>

<file path=ppt/ink/ink1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5:00.2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16 1748 0 0,'0'0'6540'0'0,"-12"2"-3898"0"0,24-1-3331 0 0,1 0 1 0 0,-1-1 0 0 0,1-1 0 0 0,-1 1 0 0 0,0-2-1 0 0,24-5 1 0 0,-22 4-490 0 0,18-4-1352 0 0</inkml:trace>
</inkml:ink>
</file>

<file path=ppt/ink/ink1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5:00.4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38 156 0 0,'78'-10'8241'0'0,"-7"-3"-5570"0"0,-57 11-2620 0 0,16-2-845 0 0,57 0 0 0 0,-26 2-3699 0 0,-34-1 1859 0 0</inkml:trace>
</inkml:ink>
</file>

<file path=ppt/ink/ink1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5:00.5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16 508 0 0,'51'-2'6605'0'0,"-6"-3"-3569"0"0,2-1-1724 0 0,18 4-3094 0 0,-21 2-2451 0 0,-18 0 1191 0 0</inkml:trace>
</inkml:ink>
</file>

<file path=ppt/ink/ink1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4:46.2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316 55 1744 0 0,'6'-8'6924'0'0,"-5"6"-6694"0"0,-1 1 0 0 0,1 0-1 0 0,-1-1 1 0 0,0 1 0 0 0,1-1 0 0 0,-1 1-1 0 0,0-1 1 0 0,0 1 0 0 0,0 0 0 0 0,0-1-1 0 0,0 1 1 0 0,0-1 0 0 0,0 1 0 0 0,-1-1-1 0 0,1 1 1 0 0,0 0 0 0 0,-1-1-1 0 0,1 1 1 0 0,-1-1 0 0 0,0 1 0 0 0,0-2-1 0 0,-1 2-131 0 0,1 0 0 0 0,0 0 0 0 0,-1 0 0 0 0,1-1 0 0 0,0 1 0 0 0,-1 1-1 0 0,1-1 1 0 0,-1 0 0 0 0,0 0 0 0 0,1 1 0 0 0,-1-1 0 0 0,0 1 0 0 0,1-1-1 0 0,-1 1 1 0 0,-2-1 0 0 0,-3 1-66 0 0,1-1-1 0 0,-1 1 1 0 0,0 1 0 0 0,1-1-1 0 0,-1 1 1 0 0,0 0 0 0 0,1 1-1 0 0,-11 3 1 0 0,6 0-10 0 0,1 1-1 0 0,0-1 1 0 0,0 2 0 0 0,1-1 0 0 0,0 2-1 0 0,0-1 1 0 0,1 1 0 0 0,0 0 0 0 0,-12 16 0 0 0,0 3 69 0 0,-34 59 0 0 0,46-71-57 0 0,1 0 0 0 0,1 0 0 0 0,0 0 0 0 0,1 0 0 0 0,-3 17 0 0 0,6-26-18 0 0,1-1 0 0 0,0 1 0 0 0,1 0 0 0 0,-1 0 0 0 0,1-1 0 0 0,0 1 0 0 0,1 0 0 0 0,-1 0-1 0 0,1-1 1 0 0,0 1 0 0 0,1-1 0 0 0,-1 1 0 0 0,1-1 0 0 0,0 1 0 0 0,1-1 0 0 0,-1 0 0 0 0,6 8 0 0 0,-5-9-9 0 0,0-1 1 0 0,0-1 0 0 0,0 1 0 0 0,0 0-1 0 0,0-1 1 0 0,1 0 0 0 0,-1 0 0 0 0,1 0-1 0 0,0 0 1 0 0,-1 0 0 0 0,1-1 0 0 0,0 1-1 0 0,0-1 1 0 0,0 0 0 0 0,0 0 0 0 0,0-1-1 0 0,0 1 1 0 0,0-1 0 0 0,1 0 0 0 0,-1 0-1 0 0,0 0 1 0 0,0-1 0 0 0,0 0 0 0 0,0 1-1 0 0,0-1 1 0 0,0 0 0 0 0,5-3 0 0 0,-1 1 1 0 0,0 0 1 0 0,0-1-1 0 0,0 0 1 0 0,-1 0 0 0 0,1 0-1 0 0,-1-1 1 0 0,0-1 0 0 0,0 1-1 0 0,-1-1 1 0 0,1 0 0 0 0,9-13-1 0 0,-6 3 17 0 0,-1 0 0 0 0,0 0-1 0 0,-1-1 1 0 0,9-27 0 0 0,14-72 1462 0 0,-21 75-493 0 0,-9 39-292 0 0,1 34 117 0 0,-2 0 1 0 0,-6 64 0 0 0,0 9-469 0 0,6-90-585 0 0,-1 15 342 0 0,2-1 0 0 0,9 57 0 0 0,-8-77-679 0 0,0 0 0 0 0,1-1 1 0 0,0 1-1 0 0,1 0 1 0 0,7 13-1 0 0,-8-18-339 0 0,0 1 1 0 0,0-1-1 0 0,0 0 0 0 0,1 0 1 0 0,0 0-1 0 0,-1-1 1 0 0,1 1-1 0 0,1-1 0 0 0,-1 0 1 0 0,9 5-1 0 0</inkml:trace>
</inkml:ink>
</file>

<file path=ppt/ink/ink1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4:46.7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111 156 1320 0 0,'4'-41'8154'0'0,"-3"28"-6343"0"0,0 1 0 0 0,1-1 0 0 0,0 1-1 0 0,8-24 1 0 0,-9 34-1742 0 0,0 0 0 0 0,0 1 0 0 0,0-1 0 0 0,0 1 0 0 0,1-1-1 0 0,-1 1 1 0 0,0-1 0 0 0,1 1 0 0 0,0 0 0 0 0,-1-1 0 0 0,1 1 0 0 0,0 0-1 0 0,-1 0 1 0 0,1 0 0 0 0,0 1 0 0 0,0-1 0 0 0,0 0 0 0 0,2 0-1 0 0,25-4 188 0 0,-27 5-243 0 0,0 0 1 0 0,0 0-1 0 0,1 0 1 0 0,-1 1 0 0 0,0-1-1 0 0,0 0 1 0 0,0 1-1 0 0,0-1 1 0 0,0 1-1 0 0,0 0 1 0 0,0 0-1 0 0,0 0 1 0 0,0 0 0 0 0,0 0-1 0 0,-1 0 1 0 0,1 0-1 0 0,0 1 1 0 0,-1-1-1 0 0,1 1 1 0 0,-1-1-1 0 0,1 1 1 0 0,-1 0-1 0 0,1-1 1 0 0,-1 1 0 0 0,0 0-1 0 0,0 0 1 0 0,0 0-1 0 0,0 0 1 0 0,-1 0-1 0 0,1 0 1 0 0,0 0-1 0 0,0 2 1 0 0,0 2 3 0 0,-1-1 0 0 0,1 0 0 0 0,-1 1 0 0 0,0-1 0 0 0,-1 0 0 0 0,1 1 1 0 0,-1-1-1 0 0,0 0 0 0 0,0 1 0 0 0,-1-1 0 0 0,-2 6 0 0 0,-8 15 31 0 0,-1-1 0 0 0,-2 0 0 0 0,-19 25 0 0 0,1-2-7 0 0,32-46-27 0 0,1-2-17 0 0,0 1 3 0 0,0 0 1 0 0,0-1-1 0 0,0 1 0 0 0,0-1 0 0 0,0 1 0 0 0,1-1 1 0 0,-1 1-1 0 0,0-1 0 0 0,0 1 0 0 0,0-1 1 0 0,1 1-1 0 0,-1-1 0 0 0,0 1 0 0 0,1-1 1 0 0,-1 0-1 0 0,0 1 0 0 0,1-1 0 0 0,-1 1 0 0 0,1-1 1 0 0,-1 0-1 0 0,0 1 0 0 0,1-1 0 0 0,-1 0 1 0 0,1 0-1 0 0,-1 1 0 0 0,1-1 0 0 0,-1 0 0 0 0,1 0 1 0 0,-1 0-1 0 0,2 1 0 0 0,-1-1-2 0 0,1 0-16 0 0,1 1 13 0 0,13 2 41 0 0,-1 0-1 0 0,0 1 1 0 0,25 9 0 0 0,-36-11 195 0 0,1 0 1 0 0,0 1-1 0 0,-1-1 1 0 0,0 1 0 0 0,0-1-1 0 0,0 1 1 0 0,0 1-1 0 0,0-1 1 0 0,0 0 0 0 0,-1 1-1 0 0,0 0 1 0 0,1 0-1 0 0,-2 0 1 0 0,1 0 0 0 0,4 9-1 0 0,-6-10-72 0 0,0-1-1 0 0,-1 1 1 0 0,1 0 0 0 0,-1 0-1 0 0,0 0 1 0 0,0 0-1 0 0,0-1 1 0 0,0 1-1 0 0,0 0 1 0 0,-1 0 0 0 0,1 0-1 0 0,-1-1 1 0 0,0 1-1 0 0,0 0 1 0 0,0 0 0 0 0,0-1-1 0 0,0 1 1 0 0,0-1-1 0 0,-1 1 1 0 0,0-1-1 0 0,1 0 1 0 0,-1 1 0 0 0,-2 1-1 0 0,-4 5 91 0 0,0-2-1 0 0,0 1 0 0 0,0-1 1 0 0,-15 9-1 0 0,5-6-245 0 0,-1 0 0 0 0,0-1 0 0 0,-1-2 0 0 0,0 0 0 0 0,0-1 0 0 0,0 0 0 0 0,-1-2 0 0 0,-32 3 0 0 0,50-7-778 0 0,-8-2-1359 0 0</inkml:trace>
</inkml:ink>
</file>

<file path=ppt/ink/ink1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4:46.9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49 2556 0 0,'42'-43'17955'0'0,"-42"43"-17879"0"0,1-1 1 0 0,-1 1-1 0 0,0 0 1 0 0,1-1 0 0 0,-1 1-1 0 0,1-1 1 0 0,-1 1 0 0 0,0 0-1 0 0,1 0 1 0 0,-1-1 0 0 0,1 1-1 0 0,-1 0 1 0 0,1 0-1 0 0,-1-1 1 0 0,1 1 0 0 0,-1 0-1 0 0,1 0 1 0 0,-1 0 0 0 0,1 0-1 0 0,0 0 1 0 0,-1 0 0 0 0,1 0-1 0 0,-1 0 1 0 0,1 0-1 0 0,-1 0 1 0 0,1 0 0 0 0,-1 0-1 0 0,1 0 1 0 0,-1 1 0 0 0,1-1-1 0 0,0 0 1 0 0,0 1 269 0 0,0 0 0 0 0,0 0 0 0 0,0 0 0 0 0,0 0 0 0 0,0 0 1 0 0,0 1-1 0 0,0-1 0 0 0,0 0 0 0 0,0 0 0 0 0,-1 1 0 0 0,2 1 0 0 0,9 35 5305 0 0,-8 0-5651 0 0,-1 1 0 0 0,-2 1 0 0 0,-11 75 0 0 0,2-5 0 0 0,8 0-6684 0 0,2-98 5013 0 0,0 1 0 0 0,1-1 0 0 0,1 0 0 0 0,0 0 0 0 0,0 0 1 0 0,10 21-1 0 0</inkml:trace>
</inkml:ink>
</file>

<file path=ppt/ink/ink1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4:59.3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20 0 0,'3'9'3164'0'0,"1"4"-1212"0"0,-1 1-747 0 0,1-1-401 0 0,1 3-668 0 0,-5-6 136 0 0,1 0-196 0 0,-1 0 120 0 0,0 2-252 0 0,0 1-112 0 0,-1 3-616 0 0,-1-1-1349 0 0,-1 0-147 0 0</inkml:trace>
</inkml:ink>
</file>

<file path=ppt/ink/ink1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4:59.5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1 288 0 0,'0'16'6355'0'0,"0"20"-163"0"0,0-12-6014 0 0,-1 0-5990 0 0</inkml:trace>
</inkml:ink>
</file>

<file path=ppt/ink/ink1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5:02.2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1 680 0 0,'0'0'1484'0'0,"0"12"820"0"0,0 1-1035 0 0,0-1-781 0 0,2-2-184 0 0,0 0-612 0 0</inkml:trace>
</inkml:ink>
</file>

<file path=ppt/ink/ink1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5:03.2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 40 1772 0 0,'6'6'7041'0'0,"-4"-7"-7179"0"0,-2 1 227 0 0,1 0 0 0 0,-1 0 0 0 0,1 0 0 0 0,-1-1 0 0 0,1 1 0 0 0,-1 0 0 0 0,1 0 0 0 0,-1-1 0 0 0,1 1 0 0 0,-1 0 0 0 0,1-1 0 0 0,-1 1 0 0 0,1 0 0 0 0,-1-1 1 0 0,0 1-1 0 0,1-1 0 0 0,-1 1 0 0 0,0-1 0 0 0,1 1 0 0 0,-1-1 0 0 0,0 1 0 0 0,0-1 0 0 0,1 1 0 0 0,-1-1 0 0 0,0 1 0 0 0,0-1 0 0 0,0 0 0 0 0,0 1 0 0 0,0-1 0 0 0,0 1 0 0 0,0-1 0 0 0,0 1 0 0 0,0-1 0 0 0,0 0 0 0 0,0 1 0 0 0,0-1 0 0 0,0 1 0 0 0,0-1 0 0 0,0 1 0 0 0,-1-1 1 0 0,1 1-1 0 0,0-1 0 0 0,0 1 0 0 0,-1-1 0 0 0,1 1 0 0 0,0-1 0 0 0,-1 1 0 0 0,0-2 0 0 0,0 1 228 0 0,-2-1-118 0 0,-1 0 0 0 0,-1 0 0 0 0,1 0 0 0 0,0 1 0 0 0,-9-3 0 0 0,7 3-21 0 0,5 0 68 0 0,-10-4-264 0 0</inkml:trace>
</inkml:ink>
</file>

<file path=ppt/ink/ink1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5:04.4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17 448 0 0,'0'0'7037'0'0,"5"-7"-7561"0"0,0-3-2165 0 0</inkml:trace>
</inkml:ink>
</file>

<file path=ppt/ink/ink1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5:12.0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14 908 0 0,'0'0'2292'0'0,"2"-8"-568"0"0,5 3-1708 0 0</inkml:trace>
</inkml:ink>
</file>

<file path=ppt/ink/ink1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5:12.4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21 1248 0 0,'0'0'5078'0'0,"11"-10"-4605"0"0,-10 8-831 0 0,-4-6-2097 0 0</inkml:trace>
</inkml:ink>
</file>

<file path=ppt/ink/ink1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5:14.0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14 158 908 0 0,'0'0'3224'0'0,"-13"-3"-2088"0"0,14-7-439 0 0,4-4-429 0 0,1 7-116 0 0,0-5 32 0 0,3 2-80 0 0,4-3-88 0 0,3-6-248 0 0,2 0-328 0 0,8-4-1297 0 0,-1-4 221 0 0</inkml:trace>
</inkml:ink>
</file>

<file path=ppt/ink/ink1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5:14.2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6 268 0 0,'0'0'2136'0'0,"9"-5"-1612"0"0</inkml:trace>
</inkml:ink>
</file>

<file path=ppt/ink/ink1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5:15.4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 9 1040 0 0,'-7'-3'739'0'0,"-9"-2"3020"0"0,16 5-3797 0 0,0 0-1 0 0,0-1 1 0 0,-1 1 0 0 0,1 0-1 0 0,0 0 1 0 0,0 0 0 0 0,-1 0-1 0 0,1 0 1 0 0,0 0 0 0 0,0 0-1 0 0,0 0 1 0 0,-1 0-1 0 0,1 0 1 0 0,0 0 0 0 0,0 0-1 0 0,-1 1 1 0 0,1-1 0 0 0,0 0-1 0 0,0 0 1 0 0,0 0-1 0 0,-1 0 1 0 0,1 0 0 0 0,0 0-1 0 0,0 0 1 0 0,0 1 0 0 0,0-1-1 0 0,-1 0 1 0 0,1 0 0 0 0,0 0-1 0 0,0 0 1 0 0,0 1-1 0 0,0-1 1 0 0,0 0 0 0 0,0 0-1 0 0,-1 0 1 0 0,1 1 0 0 0,0-1-1 0 0,0 0 1 0 0,0 0-1 0 0,0 0 1 0 0,0 1 0 0 0,0-1-1 0 0,0 0 1 0 0,0 0 0 0 0,0 1-1 0 0,0-1 1 0 0,0 0 0 0 0,0 0-1 0 0,0 0 1 0 0,0 1-1 0 0,0-1 1 0 0,0 0 0 0 0,1 1-1 0 0</inkml:trace>
</inkml:ink>
</file>

<file path=ppt/ink/ink1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4:49.0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441 150 508 0 0,'-4'-16'3223'0'0,"0"1"0"0"0,-1-1 1 0 0,-13-26-1 0 0,16 38-2882 0 0,0 0 1 0 0,0 0 0 0 0,-1 0-1 0 0,0 0 1 0 0,1 0-1 0 0,-1 0 1 0 0,0 1-1 0 0,-1-1 1 0 0,1 1-1 0 0,-1 0 1 0 0,1 0-1 0 0,-1 0 1 0 0,0 1-1 0 0,0-1 1 0 0,0 1-1 0 0,0 0 1 0 0,-6-2-1 0 0,9 4-294 0 0,-1 0 0 0 0,0 0 0 0 0,1-1 0 0 0,-1 1 0 0 0,0 0 0 0 0,1 0-1 0 0,-1 1 1 0 0,0-1 0 0 0,1 0 0 0 0,-1 0 0 0 0,0 1 0 0 0,1-1 0 0 0,-1 1-1 0 0,-1 0 1 0 0,-3 1 76 0 0,-4 1 32 0 0,0 1 0 0 0,0 0 1 0 0,0 0-1 0 0,0 1 0 0 0,0 0 0 0 0,1 1 0 0 0,0 0 1 0 0,-12 11-1 0 0,-2 4 200 0 0,-32 37-1 0 0,32-32-176 0 0,2 2 1 0 0,-22 33-1 0 0,36-49-140 0 0,0 0-1 0 0,1 0 1 0 0,1 1-1 0 0,-1 0 1 0 0,2 0-1 0 0,0 0 1 0 0,1 1-1 0 0,-3 18 1 0 0,5-27-33 0 0,1-1 0 0 0,0 0 0 0 0,0 0 0 0 0,0 1 0 0 0,0-1 1 0 0,1 0-1 0 0,0 1 0 0 0,0-1 0 0 0,0 0 0 0 0,0 0 0 0 0,1 0 0 0 0,-1 0 1 0 0,1 0-1 0 0,0 0 0 0 0,0 0 0 0 0,1-1 0 0 0,-1 1 0 0 0,1-1 0 0 0,-1 1 1 0 0,1-1-1 0 0,0 0 0 0 0,1 0 0 0 0,-1 0 0 0 0,0-1 0 0 0,1 1 0 0 0,0-1 1 0 0,-1 0-1 0 0,1 0 0 0 0,0 0 0 0 0,0 0 0 0 0,0-1 0 0 0,0 1 0 0 0,0-1 1 0 0,7 1-1 0 0,-1-1 7 0 0,0 1 1 0 0,0-2-1 0 0,0 1 1 0 0,-1-2-1 0 0,1 1 1 0 0,0-1-1 0 0,0 0 1 0 0,0-1 0 0 0,-1 0-1 0 0,1-1 1 0 0,-1 0-1 0 0,0-1 1 0 0,0 0-1 0 0,11-5 1 0 0,-8 0-13 0 0,-1 0-1 0 0,1 0 1 0 0,-1-1 0 0 0,-1 0 0 0 0,0-1 0 0 0,-1-1 0 0 0,0 1-1 0 0,0-1 1 0 0,9-19 0 0 0,1-6-28 0 0,-2 0-1 0 0,14-43 1 0 0,-22 57 83 0 0,-5 14 31 0 0,-1 1 1 0 0,0-1-1 0 0,4-15 1 0 0,-12 156 598 0 0,4-100-822 0 0,4 77-274 0 0,5-56-2366 0 0,7-3-3623 0 0,-8-37 1347 0 0</inkml:trace>
</inkml:ink>
</file>

<file path=ppt/ink/ink1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4:49.5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20 153 1336 0 0,'17'-59'9947'0'0,"-13"51"-8968"0"0,0 0 1 0 0,0 0-1 0 0,0 0 1 0 0,10-12 0 0 0,-12 17-842 0 0,1-1 0 0 0,0 1 1 0 0,1 0-1 0 0,-1 0 0 0 0,0 0 1 0 0,1 0-1 0 0,0 1 0 0 0,0-1 1 0 0,0 1-1 0 0,0 0 0 0 0,0 0 0 0 0,0 1 1 0 0,0-1-1 0 0,0 1 0 0 0,1 0 1 0 0,-1 0-1 0 0,1 0 0 0 0,-1 0 1 0 0,1 1-1 0 0,-1 0 0 0 0,1 0 1 0 0,-1 0-1 0 0,1 1 0 0 0,6 1 0 0 0,-8-2-72 0 0,1 1-1 0 0,-1 0 0 0 0,0-1 0 0 0,0 2 0 0 0,0-1 0 0 0,0 0 1 0 0,0 1-1 0 0,0-1 0 0 0,0 1 0 0 0,0 0 0 0 0,-1 0 0 0 0,1 0 1 0 0,0 0-1 0 0,-1 0 0 0 0,0 1 0 0 0,0-1 0 0 0,1 1 0 0 0,-2-1 1 0 0,1 1-1 0 0,0 0 0 0 0,1 3 0 0 0,-2-3-6 0 0,0 1 0 0 0,0-1 1 0 0,0 1-1 0 0,0-1 0 0 0,-1 1 0 0 0,0 0 0 0 0,1-1 0 0 0,-1 1 0 0 0,-1 0 0 0 0,1-1 1 0 0,-1 1-1 0 0,1-1 0 0 0,-1 1 0 0 0,0-1 0 0 0,0 1 0 0 0,0-1 0 0 0,-1 1 0 0 0,1-1 1 0 0,-3 3-1 0 0,-5 7 39 0 0,0-1 1 0 0,0 0 0 0 0,-2 0 0 0 0,1-1-1 0 0,-1-1 1 0 0,-1 0 0 0 0,0 0 0 0 0,-24 13-1 0 0,-24 22 1141 0 0,52-39-753 0 0,21-11-327 0 0,-5 4-151 0 0,0 0 0 0 0,0 0 0 0 0,-1 1 0 0 0,1 0 0 0 0,0 1 0 0 0,0-1-1 0 0,0 2 1 0 0,-1-1 0 0 0,1 1 0 0 0,-1 0 0 0 0,1 0 0 0 0,-1 1 0 0 0,0 0 0 0 0,9 5 0 0 0,-11-5 131 0 0,1 1 0 0 0,-1-1 1 0 0,0 1-1 0 0,0 0 1 0 0,0 0-1 0 0,0 0 0 0 0,-1 1 1 0 0,1 0-1 0 0,-1 0 0 0 0,0 0 1 0 0,-1 0-1 0 0,1 1 0 0 0,-1 0 1 0 0,0-1-1 0 0,-1 1 0 0 0,1 0 1 0 0,-1 0-1 0 0,1 8 0 0 0,-2-11-70 0 0,-1-1-1 0 0,0 0 1 0 0,0 1-1 0 0,0-1 0 0 0,0 0 1 0 0,0 0-1 0 0,0 1 1 0 0,-1-1-1 0 0,1 0 1 0 0,-1 0-1 0 0,1 1 1 0 0,-1-1-1 0 0,0 0 0 0 0,0 0 1 0 0,0 0-1 0 0,0 0 1 0 0,-2 2-1 0 0,0 0-8 0 0,0-1 0 0 0,-1 1-1 0 0,1-1 1 0 0,0 0 0 0 0,-1 0-1 0 0,0-1 1 0 0,0 1 0 0 0,-5 2-1 0 0,-3 0-5 0 0,0 1 1 0 0,-1-2-1 0 0,1 0 0 0 0,-1-1 0 0 0,-16 3 0 0 0,15-4-243 0 0,0-1 1 0 0,0 0-1 0 0,0-1 0 0 0,-18-2 0 0 0,31 2 36 0 0,0 0 0 0 0,0 0 0 0 0,0 0 0 0 0,0 0 0 0 0,0 0 0 0 0,0 0 0 0 0,0 0 0 0 0,1-1 0 0 0,-1 1 0 0 0,0 0 0 0 0,0-1 0 0 0,0 1 0 0 0,0-1 0 0 0,0 1 0 0 0,0-1 0 0 0,1 1 0 0 0,-1-1 0 0 0,0 1 0 0 0,0-1 0 0 0,1 0 0 0 0,-1 0 0 0 0,0 1 0 0 0,1-1 0 0 0,-1 0 0 0 0,1 0 0 0 0,-1 0 1 0 0,1 1-1 0 0,-1-1 0 0 0,1 0 0 0 0,0 0 0 0 0,-1 0 0 0 0,1 0 0 0 0,0 0 0 0 0,0 0 0 0 0,0 0 0 0 0,0 0 0 0 0,0 0 0 0 0,0 0 0 0 0,0 0 0 0 0,0 0 0 0 0,0 0 0 0 0,0 0 0 0 0,0 0 0 0 0,0 0 0 0 0,1 0 0 0 0,-1 0 0 0 0,0 1 0 0 0,1-1 0 0 0,-1 0 0 0 0,1 0 0 0 0,0-1 0 0 0,3-4-1744 0 0,0 0-1 0 0,-1 0 1 0 0,2 0-1 0 0,-1 1 0 0 0,8-8 1 0 0</inkml:trace>
</inkml:ink>
</file>

<file path=ppt/ink/ink1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4:49.9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88 448 0 0,'6'-14'7803'0'0,"-5"10"-6511"0"0,0 0 0 0 0,1-1 1 0 0,0 1-1 0 0,-1 0 0 0 0,5-6 0 0 0,-4 7-828 0 0,0 0 0 0 0,1 0 0 0 0,-1 1 0 0 0,0-1 0 0 0,1 1 0 0 0,4-4 0 0 0,-2 3-334 0 0,0 0 0 0 0,-1 1 0 0 0,1 0 1 0 0,0 0-1 0 0,0 0 0 0 0,0 0 0 0 0,0 1 0 0 0,1 0 0 0 0,-1 0 0 0 0,0 0 0 0 0,6 1 0 0 0,-3-1-23 0 0,-1 1-1 0 0,1 1 0 0 0,0-1 1 0 0,-1 2-1 0 0,1-1 1 0 0,-1 1-1 0 0,1 0 0 0 0,-1 0 1 0 0,0 1-1 0 0,9 4 1 0 0,-14-6-63 0 0,0 0 1 0 0,1 1 0 0 0,-1-1-1 0 0,0 1 1 0 0,0-1 0 0 0,0 1 0 0 0,0 0-1 0 0,0 0 1 0 0,0 0 0 0 0,-1 0 0 0 0,1 0-1 0 0,0 0 1 0 0,-1 1 0 0 0,0-1-1 0 0,1 0 1 0 0,-1 1 0 0 0,0-1 0 0 0,0 1-1 0 0,-1-1 1 0 0,1 1 0 0 0,0 0 0 0 0,-1-1-1 0 0,0 1 1 0 0,0-1 0 0 0,1 1-1 0 0,-1 0 1 0 0,-1 0 0 0 0,1-1 0 0 0,0 1-1 0 0,-1-1 1 0 0,1 1 0 0 0,-2 3-1 0 0,-3 4 14 0 0,0 1 1 0 0,0-1-1 0 0,-1 0 0 0 0,-1-1 0 0 0,1 1 0 0 0,-1-1 0 0 0,-1-1 0 0 0,0 1 0 0 0,-9 7 0 0 0,-23 26 644 0 0,39-40-514 0 0,5 5-53 0 0,-4-7-131 0 0,0 1 0 0 0,1-1 0 0 0,-1 1 0 0 0,0-1 0 0 0,0 1 0 0 0,1-1 0 0 0,-1 1 0 0 0,0-1 0 0 0,1 0 0 0 0,-1 1 0 0 0,0-1 0 0 0,1 1 0 0 0,-1-1 0 0 0,1 0 0 0 0,-1 0 0 0 0,1 1 0 0 0,-1-1 0 0 0,1 0 0 0 0,-1 0 0 0 0,1 1 0 0 0,-1-1 0 0 0,1 0 0 0 0,-1 0 0 0 0,1 0 0 0 0,-1 0 0 0 0,1 0 0 0 0,0 0 0 0 0,27 7 55 0 0,-8 0 7 0 0,-1 0 0 0 0,0 1 1 0 0,25 15-1 0 0,-35-18 129 0 0,0 0 0 0 0,0 1 0 0 0,-1 0 0 0 0,0 1-1 0 0,-1 0 1 0 0,1 0 0 0 0,-1 1 0 0 0,10 15 0 0 0,-15-21-123 0 0,-1 0 0 0 0,0 1-1 0 0,0-1 1 0 0,0 0 0 0 0,0 1 0 0 0,0-1 0 0 0,0 1-1 0 0,-1 0 1 0 0,1-1 0 0 0,-1 1 0 0 0,0-1 0 0 0,0 1-1 0 0,0 0 1 0 0,0-1 0 0 0,0 1 0 0 0,0 0-1 0 0,-1-1 1 0 0,0 4 0 0 0,-1-1-12 0 0,0-1-1 0 0,0 0 1 0 0,0 1-1 0 0,-1-1 1 0 0,0 0 0 0 0,1-1-1 0 0,-1 1 1 0 0,0 0 0 0 0,-6 4-1 0 0,-2 1-67 0 0,0 0 0 0 0,0-1 0 0 0,-1-1 0 0 0,1 0 0 0 0,-2 0 0 0 0,-15 5 0 0 0,14-7-761 0 0,0-1 0 0 0,0 0 0 0 0,0-1-1 0 0,0-1 1 0 0,-1 0 0 0 0,1-1 0 0 0,-16-1-1 0 0,17-1-1609 0 0,-1 0 0 0 0,0-1 0 0 0,1 0 0 0 0,-19-6 0 0 0,2-4-6327 0 0</inkml:trace>
</inkml:ink>
</file>

<file path=ppt/ink/ink1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5:15.7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1184 0 0,'0'0'1040'0'0</inkml:trace>
</inkml:ink>
</file>

<file path=ppt/ink/ink1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5:16.8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213 106 864 0 0,'0'0'4280'0'0,"0"-15"-278"0"0,0 8-2876 0 0,0 0-1 0 0,-1-1 0 0 0,-3-13 1 0 0,4 19-971 0 0,-1-1 1 0 0,0 1 0 0 0,0 0-1 0 0,1-1 1 0 0,-2 1-1 0 0,1 0 1 0 0,0 0-1 0 0,0 0 1 0 0,-1 0 0 0 0,1 0-1 0 0,-1 0 1 0 0,0 0-1 0 0,1 0 1 0 0,-1 1-1 0 0,0-1 1 0 0,0 0 0 0 0,-4-1-1 0 0,3 1-122 0 0,0 1 0 0 0,0-1 0 0 0,0 1-1 0 0,-1 0 1 0 0,1 0 0 0 0,0 1 0 0 0,-1-1 0 0 0,1 1 0 0 0,0-1-1 0 0,-1 1 1 0 0,1 0 0 0 0,0 0 0 0 0,-1 1 0 0 0,1-1 0 0 0,-1 1-1 0 0,1-1 1 0 0,0 1 0 0 0,0 0 0 0 0,-1 0 0 0 0,1 1 0 0 0,0-1-1 0 0,0 1 1 0 0,0-1 0 0 0,-3 4 0 0 0,-2 0-26 0 0,1 1 0 0 0,0 0 0 0 0,0 0 0 0 0,0 1 0 0 0,1 0 0 0 0,0 0-1 0 0,0 0 1 0 0,1 1 0 0 0,0 0 0 0 0,0 0 0 0 0,1 0 0 0 0,0 0 0 0 0,-4 15 0 0 0,6-17-3 0 0,0 1 0 0 0,0-1 0 0 0,1 0 0 0 0,0 1 1 0 0,0-1-1 0 0,0 1 0 0 0,1 0 0 0 0,0-1 0 0 0,0 1 0 0 0,1-1 0 0 0,0 1 0 0 0,0-1 0 0 0,1 1 1 0 0,-1-1-1 0 0,1 0 0 0 0,1 0 0 0 0,-1 0 0 0 0,1 0 0 0 0,7 11 0 0 0,-8-14 2 0 0,0 0 0 0 0,1 0-1 0 0,-1-1 1 0 0,1 1 0 0 0,0-1-1 0 0,0 1 1 0 0,0-1 0 0 0,0 0 0 0 0,0 0-1 0 0,1 0 1 0 0,-1-1 0 0 0,1 1-1 0 0,-1-1 1 0 0,1 0 0 0 0,-1 0 0 0 0,1 0-1 0 0,0 0 1 0 0,-1 0 0 0 0,1-1-1 0 0,0 0 1 0 0,0 0 0 0 0,-1 0-1 0 0,1 0 1 0 0,7-2 0 0 0,-6 1 0 0 0,-1 0 1 0 0,1-1-1 0 0,0 0 1 0 0,-1 0-1 0 0,0 0 0 0 0,1 0 1 0 0,-1 0-1 0 0,0-1 1 0 0,0 0-1 0 0,0 0 1 0 0,0 0-1 0 0,-1-1 0 0 0,1 1 1 0 0,-1-1-1 0 0,0 0 1 0 0,0 0-1 0 0,0 0 1 0 0,3-6-1 0 0,3-13 14 0 0,0-1 1 0 0,-1 0 0 0 0,-1 0-1 0 0,5-37 875 0 0,-12 107-9 0 0,-1-17-301 0 0,1 1 0 0 0,6 41-1 0 0,-5-62-887 0 0,1-1 1 0 0,0 1-1 0 0,1 0 1 0 0,0-1-1 0 0,0 0 0 0 0,1 0 1 0 0,0 0-1 0 0,0 0 1 0 0,1 0-1 0 0,0-1 0 0 0,0 0 1 0 0,9 9-1 0 0,-10-12-659 0 0,0-1-1 0 0,0 0 1 0 0,0-1-1 0 0,1 1 1 0 0,-1-1-1 0 0,1 0 1 0 0,-1 0-1 0 0,1 0 1 0 0,8 1-1 0 0,1 1-4404 0 0</inkml:trace>
</inkml:ink>
</file>

<file path=ppt/ink/ink1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5:17.2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134 113 1960 0 0,'0'-2'2018'0'0,"-5"-74"10340"0"0,5 75-11902 0 0,0 0-395 0 0,0 0 0 0 0,0 0 0 0 0,0-1 1 0 0,0 1-1 0 0,0 0 0 0 0,0 0 0 0 0,1 0 1 0 0,-1 0-1 0 0,0 0 0 0 0,0 0 1 0 0,1 1-1 0 0,-1-1 0 0 0,1 0 0 0 0,-1 0 1 0 0,1 0-1 0 0,-1 0 0 0 0,1 0 1 0 0,0 0-1 0 0,-1 1 0 0 0,1-1 0 0 0,1-1 1 0 0,1 0-28 0 0,1 1 1 0 0,-1-1-1 0 0,1 1 1 0 0,-1 0 0 0 0,1 0-1 0 0,0 0 1 0 0,-1 0-1 0 0,1 1 1 0 0,0-1 0 0 0,0 1-1 0 0,-1 0 1 0 0,1 0-1 0 0,0 0 1 0 0,0 1 0 0 0,-1-1-1 0 0,1 1 1 0 0,0 0-1 0 0,-1 0 1 0 0,1 1-1 0 0,-1-1 1 0 0,1 0 0 0 0,-1 1-1 0 0,1 0 1 0 0,4 4-1 0 0,-6-4-10 0 0,-1 0 0 0 0,0 0-1 0 0,0-1 1 0 0,0 2 0 0 0,0-1 0 0 0,0 0-1 0 0,0 0 1 0 0,0 0 0 0 0,-1 0-1 0 0,1 1 1 0 0,-1-1 0 0 0,1 0-1 0 0,-1 0 1 0 0,0 1 0 0 0,0-1-1 0 0,0 0 1 0 0,0 1 0 0 0,-1-1-1 0 0,1 0 1 0 0,0 0 0 0 0,-1 1 0 0 0,0-1-1 0 0,1 0 1 0 0,-2 3 0 0 0,-3 5 42 0 0,0 1 0 0 0,0-1 0 0 0,-8 12 0 0 0,12-21-57 0 0,-21 31 361 0 0,-2-2 1 0 0,-2 0-1 0 0,-30 27 1 0 0,-25 30 752 0 0,79-85-965 0 0,2-2-144 0 0,1 1 1 0 0,-1-1 0 0 0,0 1-1 0 0,0-1 1 0 0,0 1 0 0 0,0-1-1 0 0,1 1 1 0 0,-1-1 0 0 0,0 0 0 0 0,1 1-1 0 0,-1-1 1 0 0,0 1 0 0 0,1-1-1 0 0,-1 1 1 0 0,0-1 0 0 0,1 0-1 0 0,-1 1 1 0 0,1-1 0 0 0,-1 0-1 0 0,0 0 1 0 0,1 1 0 0 0,-1-1-1 0 0,1 0 1 0 0,-1 0 0 0 0,1 1-1 0 0,-1-1 1 0 0,1 0 0 0 0,-1 0-1 0 0,1 0 1 0 0,-1 0 0 0 0,1 0-1 0 0,0 0 1 0 0,-1 0 0 0 0,1 0-1 0 0,-1 0 1 0 0,1 0 0 0 0,0 0-1 0 0,26-5 15 0 0,-19 3 23 0 0,49-6-256 0 0,101-16 713 0 0,-56 14-4162 0 0,-40 8-8729 0 0</inkml:trace>
</inkml:ink>
</file>

<file path=ppt/ink/ink1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5:17.7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112 106 1036 0 0,'-21'-41'10171'0'0,"9"-3"-4469"0"0,12 43-5668 0 0,-1 1 1 0 0,1-1 0 0 0,0 0-1 0 0,1 0 1 0 0,-1 1-1 0 0,0-1 1 0 0,0 0 0 0 0,0 1-1 0 0,0-1 1 0 0,0 0-1 0 0,1 1 1 0 0,-1-1 0 0 0,0 0-1 0 0,1 1 1 0 0,-1-1 0 0 0,0 0-1 0 0,1 1 1 0 0,-1-1-1 0 0,1 1 1 0 0,-1-1 0 0 0,1 1-1 0 0,-1-1 1 0 0,1 1-1 0 0,0-1 1 0 0,-1 1 0 0 0,1 0-1 0 0,-1-1 1 0 0,1 1-1 0 0,0 0 1 0 0,-1-1 0 0 0,1 1-1 0 0,0 0 1 0 0,-1 0-1 0 0,2-1 1 0 0,0 1-4 0 0,1-1 0 0 0,-1 1 0 0 0,1 0 0 0 0,0-1 0 0 0,-1 1 0 0 0,1 0 1 0 0,-1 0-1 0 0,5 1 0 0 0,-4 0-12 0 0,0 0 0 0 0,0 0-1 0 0,0 0 1 0 0,-1 0 0 0 0,1 0 0 0 0,0 0 0 0 0,0 1 0 0 0,-1 0 0 0 0,1-1 0 0 0,-1 1 0 0 0,1 0 0 0 0,-1 0 0 0 0,0 0 0 0 0,0 0 0 0 0,0 1 0 0 0,0-1 0 0 0,0 1 0 0 0,-1-1-1 0 0,1 1 1 0 0,-1 0 0 0 0,1-1 0 0 0,-1 1 0 0 0,0 0 0 0 0,0 0 0 0 0,1 4 0 0 0,-1 0 44 0 0,0-1-1 0 0,-1 0 1 0 0,0 0-1 0 0,0 0 1 0 0,0 1-1 0 0,-1-1 1 0 0,0 0-1 0 0,0 0 1 0 0,0 0-1 0 0,-1 0 1 0 0,0 0 0 0 0,-3 7-1 0 0,-10 15 279 0 0,-1-1 0 0 0,-1 0 0 0 0,-34 40-1 0 0,29-39-141 0 0,-21 26 125 0 0,42-52-258 0 0,2-1-58 0 0,0 0 0 0 0,-1 0 0 0 0,1 0 1 0 0,0-1-1 0 0,-1 1 0 0 0,1 0 0 0 0,0 0 1 0 0,0-1-1 0 0,0 1 0 0 0,0 0 0 0 0,0-1 1 0 0,0 1-1 0 0,0-1 0 0 0,0 0 1 0 0,0 1-1 0 0,0-1 0 0 0,0 1 0 0 0,0-1 1 0 0,0 0-1 0 0,0 0 0 0 0,0 0 0 0 0,0 0 1 0 0,0 0-1 0 0,0 0 0 0 0,2 0 0 0 0,53-2 57 0 0,0-2-1 0 0,94-20 1 0 0,-81 15 1682 0 0,-66 9-1573 0 0,17-3-724 0 0,-9-1-4024 0 0</inkml:trace>
</inkml:ink>
</file>

<file path=ppt/ink/ink1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5:18.2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292 96 1880 0 0,'-1'-9'1695'0'0,"0"0"1"0"0,-1 1-1 0 0,0-1 0 0 0,-7-15 1 0 0,9 21-1484 0 0,-1 1 0 0 0,0 0 0 0 0,-1 0 0 0 0,1 0 1 0 0,0 0-1 0 0,0 0 0 0 0,-1 0 0 0 0,1 1 0 0 0,-1-1 0 0 0,0 0 0 0 0,0 1 1 0 0,1-1-1 0 0,-1 1 0 0 0,0-1 0 0 0,0 1 0 0 0,0 0 0 0 0,0 0 1 0 0,-1 0-1 0 0,1 0 0 0 0,0 0 0 0 0,0 1 0 0 0,-1-1 0 0 0,1 1 0 0 0,0-1 1 0 0,-5 1-1 0 0,2 0-54 0 0,-1 1 1 0 0,0 0-1 0 0,0 0 0 0 0,1 0 1 0 0,-1 0-1 0 0,1 1 1 0 0,-1 0-1 0 0,1 0 1 0 0,0 1-1 0 0,-8 4 0 0 0,3 0-2 0 0,1-1 0 0 0,0 2 0 0 0,0-1 0 0 0,1 1 0 0 0,-8 9 0 0 0,3-1-10 0 0,1 1-1 0 0,0 0 1 0 0,1 1-1 0 0,1 0 1 0 0,-13 34-1 0 0,19-42-108 0 0,1 0 0 0 0,0 0 0 0 0,1 0 0 0 0,0 1 0 0 0,1-1 0 0 0,0 1-1 0 0,0-1 1 0 0,1 1 0 0 0,2 11 0 0 0,-2-18-28 0 0,1 0 0 0 0,-1 0 1 0 0,1 0-1 0 0,0-1 0 0 0,1 1 0 0 0,-1 0 1 0 0,1 0-1 0 0,-1-1 0 0 0,1 1 0 0 0,0-1 1 0 0,0 0-1 0 0,1 1 0 0 0,-1-1 0 0 0,1 0 1 0 0,0 0-1 0 0,-1-1 0 0 0,1 1 0 0 0,1 0 1 0 0,-1-1-1 0 0,0 0 0 0 0,0 0 0 0 0,1 0 1 0 0,-1 0-1 0 0,1 0 0 0 0,0-1 0 0 0,7 3 1 0 0,-7-3-4 0 0,1 0 0 0 0,0-1 1 0 0,-1 1-1 0 0,1-1 1 0 0,0 0-1 0 0,0 0 1 0 0,-1 0-1 0 0,1 0 1 0 0,0-1-1 0 0,0 0 1 0 0,-1 0-1 0 0,1 0 0 0 0,-1-1 1 0 0,1 0-1 0 0,-1 1 1 0 0,0-1-1 0 0,7-5 1 0 0,-5 3-6 0 0,0-1 0 0 0,0-1 1 0 0,0 1-1 0 0,0-1 0 0 0,-1 0 1 0 0,0 0-1 0 0,-1-1 0 0 0,1 1 1 0 0,6-15-1 0 0,48-112 20 0 0,-59 132-5 0 0,0 1 0 0 0,0 0-1 0 0,0 0 1 0 0,0-1 0 0 0,1 1 0 0 0,-1 0-1 0 0,0 0 1 0 0,0 0 0 0 0,0-1-1 0 0,0 1 1 0 0,0 0 0 0 0,0 0 0 0 0,0-1-1 0 0,0 1 1 0 0,1 0 0 0 0,-1 0 0 0 0,0 0-1 0 0,0 0 1 0 0,0-1 0 0 0,1 1 0 0 0,-1 0-1 0 0,0 0 1 0 0,0 0 0 0 0,0 0-1 0 0,1 0 1 0 0,-1-1 0 0 0,0 1 0 0 0,0 0-1 0 0,1 0 1 0 0,-1 0 0 0 0,0 0 0 0 0,0 0-1 0 0,0 0 1 0 0,1 0 0 0 0,-1 0-1 0 0,0 0 1 0 0,0 0 0 0 0,1 0 0 0 0,3 10 536 0 0,-1 24 144 0 0,-3-28-649 0 0,1 10-197 0 0,1 19 530 0 0,2 0 0 0 0,12 58 0 0 0,-13-82-1087 0 0,1 0 1 0 0,0 0-1 0 0,1 0 0 0 0,11 19 1 0 0,-12-24-520 0 0,0 0 0 0 0,1 0 0 0 0,0-1-1 0 0,0 1 1 0 0,0-1 0 0 0,1 0 0 0 0,0-1 0 0 0,10 8 0 0 0</inkml:trace>
</inkml:ink>
</file>

<file path=ppt/ink/ink1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5:18.8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123 138 2524 0 0,'4'-47'8580'0'0,"-2"41"-7895"0"0,-1-1 1 0 0,1 1-1 0 0,0 0 0 0 0,1-1 1 0 0,3-5-1 0 0,-4 8-582 0 0,0 1 0 0 0,0 0 0 0 0,0 0 0 0 0,0 0 1 0 0,1 0-1 0 0,-1 1 0 0 0,1-1 0 0 0,0 1 0 0 0,0-1 0 0 0,0 1 0 0 0,0 0 0 0 0,0 0 0 0 0,1 0 0 0 0,-1 0 0 0 0,0 1 0 0 0,1-1 0 0 0,0 1 0 0 0,-1 0 1 0 0,1 0-1 0 0,0 1 0 0 0,-1-1 0 0 0,1 1 0 0 0,0-1 0 0 0,3 1 0 0 0,-2 0-60 0 0,0 1 1 0 0,0-1-1 0 0,0 1 0 0 0,0 0 1 0 0,0 0-1 0 0,0 0 0 0 0,0 1 1 0 0,-1 0-1 0 0,1 0 0 0 0,8 4 1 0 0,-11-5-21 0 0,-1 1 0 0 0,1-1 0 0 0,0 0 0 0 0,-1 1 0 0 0,1-1 0 0 0,-1 1 0 0 0,1 0 0 0 0,-1-1 0 0 0,0 1 0 0 0,0 0 0 0 0,1 0 0 0 0,-1 0 0 0 0,-1 0 0 0 0,1 0 0 0 0,0 0 0 0 0,0 0 0 0 0,-1 0 0 0 0,1 0 0 0 0,-1 0 0 0 0,0 0 0 0 0,1 1 0 0 0,-1-1 0 0 0,0 0 0 0 0,0 0 0 0 0,-1 0 0 0 0,1 1 0 0 0,0-1 0 0 0,-2 3 0 0 0,0 1 4 0 0,0 1 1 0 0,0-1-1 0 0,-1 0 0 0 0,0 0 0 0 0,-1 0 1 0 0,1-1-1 0 0,-1 1 0 0 0,0-1 0 0 0,0 1 1 0 0,-7 4-1 0 0,-6 7 43 0 0,-31 20-1 0 0,14-11 73 0 0,29-23-132 0 0,3-1-6 0 0,16-2-4 0 0,8-2-1 0 0,-10 4-12 0 0,2 0-4 0 0,-8 0 41 0 0,0 0 0 0 0,0 0 0 0 0,1 0 0 0 0,-2 1 0 0 0,1 0 0 0 0,0 0 0 0 0,0 0 0 0 0,-1 1 0 0 0,0 0 0 0 0,0 0 0 0 0,0 0 0 0 0,0 1 0 0 0,5 5 0 0 0,-8-8 74 0 0,-1 0-1 0 0,1 1 1 0 0,-1-1-1 0 0,1 0 1 0 0,-1 0 0 0 0,0 1-1 0 0,0-1 1 0 0,0 1-1 0 0,0-1 1 0 0,0 1 0 0 0,-1-1-1 0 0,1 1 1 0 0,-1 0-1 0 0,1-1 1 0 0,-1 1 0 0 0,0-1-1 0 0,0 1 1 0 0,-1 0-1 0 0,1-1 1 0 0,0 1-1 0 0,-1 0 1 0 0,1-1 0 0 0,-1 1-1 0 0,0-1 1 0 0,0 1-1 0 0,0-1 1 0 0,0 1 0 0 0,0-1-1 0 0,-1 0 1 0 0,1 0-1 0 0,-1 0 1 0 0,0 0 0 0 0,1 0-1 0 0,-5 4 1 0 0,-1 0 56 0 0,-1 0 0 0 0,0 0 0 0 0,0 0 1 0 0,-1-1-1 0 0,0 0 0 0 0,0-1 0 0 0,0 0 0 0 0,0-1 0 0 0,-1 1 1 0 0,1-2-1 0 0,-13 3 0 0 0,3-2-60 0 0,1-1 1 0 0,-1 0-1 0 0,0-1 0 0 0,-35-4 0 0 0,50 3-239 0 0,1 0 0 0 0,-1-1-1 0 0,0 1 1 0 0,1-1 0 0 0,-1 0 0 0 0,1 0-1 0 0,-1-1 1 0 0,1 1 0 0 0,-1-1-1 0 0,-3-2 1 0 0,6 3-56 0 0,0 1 0 0 0,1-1 0 0 0,-1 0 0 0 0,1 0 0 0 0,-1 0 0 0 0,1 0-1 0 0,-1 0 1 0 0,1 0 0 0 0,-1 0 0 0 0,1 0 0 0 0,0 0 0 0 0,-1 0 0 0 0,1 0 0 0 0,0 0 0 0 0,0 0 0 0 0,0 0 0 0 0,0 0-1 0 0,0 0 1 0 0,0 0 0 0 0,0 0 0 0 0,0 0 0 0 0,1 0 0 0 0,-1 0 0 0 0,0 0 0 0 0,0 0 0 0 0,1 0 0 0 0,-1 0-1 0 0,1 0 1 0 0,-1 0 0 0 0,1 0 0 0 0,-1 0 0 0 0,1 1 0 0 0,1-3 0 0 0,17-16-7254 0 0</inkml:trace>
</inkml:ink>
</file>

<file path=ppt/ink/ink1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5:19.3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73 1096 0 0,'15'-44'14639'0'0,"-13"39"-13171"0"0,-1 4-1335 0 0,-1 0 0 0 0,1 0 0 0 0,-1 0 1 0 0,1 0-1 0 0,0 0 0 0 0,-1 0 0 0 0,1 0 0 0 0,0 0 0 0 0,0 0 0 0 0,0 0 0 0 0,-1 0 0 0 0,1 0 0 0 0,2-1 0 0 0,5 0-44 0 0,0 0-1 0 0,0 0 0 0 0,1 1 1 0 0,-1 0-1 0 0,0 1 0 0 0,1 0 1 0 0,-1 0-1 0 0,1 0 0 0 0,-1 1 1 0 0,0 1-1 0 0,1-1 0 0 0,-1 1 0 0 0,0 1 1 0 0,0-1-1 0 0,0 2 0 0 0,0-1 1 0 0,-1 1-1 0 0,0 0 0 0 0,1 0 1 0 0,-1 1-1 0 0,10 8 0 0 0,-15-11-74 0 0,0 1-1 0 0,0-1 1 0 0,0 0-1 0 0,-1 1 1 0 0,1-1-1 0 0,-1 1 1 0 0,1-1-1 0 0,-1 1 1 0 0,0 0-1 0 0,0 0 0 0 0,0-1 1 0 0,0 1-1 0 0,-1 0 1 0 0,1 0-1 0 0,-1 0 1 0 0,1 0-1 0 0,-1 4 1 0 0,-1-2 2 0 0,1 0 1 0 0,-1 0 0 0 0,0 1-1 0 0,-1-1 1 0 0,1 0-1 0 0,-1 0 1 0 0,0 0 0 0 0,0 0-1 0 0,-4 4 1 0 0,-2 4 24 0 0,-1 0 0 0 0,0-1 1 0 0,-1 0-1 0 0,-1-1 0 0 0,-20 18 0 0 0,-33 24 1790 0 0,62-52-1503 0 0,-2 0-70 0 0,5 0-49 0 0,14 0-116 0 0,-4-1-98 0 0,-1 0 0 0 0,1 1 0 0 0,-1 0 0 0 0,1 0 0 0 0,-1 1 0 0 0,1 0 0 0 0,-1 1 0 0 0,0 1 0 0 0,0-1 0 0 0,13 8 0 0 0,-17-8 70 0 0,0 0 1 0 0,-1 0 0 0 0,0 1 0 0 0,0 0 0 0 0,0-1 0 0 0,0 1 0 0 0,0 1 0 0 0,-1-1 0 0 0,0 1 0 0 0,0 0 0 0 0,0 0 0 0 0,0 0 0 0 0,-1 0 0 0 0,0 1 0 0 0,0-1 0 0 0,-1 1 0 0 0,1 0 0 0 0,-1 0 0 0 0,1 7 0 0 0,-2-11 58 0 0,-1 1 1 0 0,0 0 0 0 0,1 0 0 0 0,-1 0-1 0 0,0-1 1 0 0,-1 1 0 0 0,1 0 0 0 0,-1 0-1 0 0,1 0 1 0 0,-1-1 0 0 0,0 1 0 0 0,0 0-1 0 0,0-1 1 0 0,0 1 0 0 0,0-1 0 0 0,-1 1-1 0 0,-1 2 1 0 0,0-2 4 0 0,0 1 1 0 0,0-1-1 0 0,0 0 0 0 0,-1-1 0 0 0,1 1 1 0 0,-1 0-1 0 0,1-1 0 0 0,-1 0 0 0 0,0 0 1 0 0,-5 2-1 0 0,-1-1-14 0 0,1 0-1 0 0,-1 0 1 0 0,0-1 0 0 0,1 0-1 0 0,-1-1 1 0 0,0 0-1 0 0,0-1 1 0 0,-19-1 0 0 0,18-1-171 0 0,1 0 0 0 0,0-1 1 0 0,-16-6-1 0 0,20 7-644 0 0,0-1-1 0 0,0 0 1 0 0,1 0 0 0 0,-8-6-1 0 0,12 8 382 0 0,0 0 0 0 0,0 0 0 0 0,1 0-1 0 0,-1 0 1 0 0,0 0 0 0 0,1 0 0 0 0,-1-1-1 0 0,0 1 1 0 0,1 0 0 0 0,0 0 0 0 0,-1-1-1 0 0,1 1 1 0 0,0 0 0 0 0,-1-1 0 0 0,1 1-1 0 0,0 0 1 0 0,0-1 0 0 0,0 1 0 0 0,0 0-1 0 0,1-3 1 0 0,8-26-9415 0 0</inkml:trace>
</inkml:ink>
</file>

<file path=ppt/ink/ink1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5:19.6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0 143 712 0 0,'16'-33'18583'0'0,"-6"21"-14477"0"0,24-5-584 0 0,313-46-1270 0 0,-282 46-4185 0 0</inkml:trace>
</inkml:ink>
</file>

<file path=ppt/ink/ink1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5:20.4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50 540 0 0,'0'0'756'0'0,"9"-9"-236"0"0,-2 4-140 0 0,3-3-208 0 0,5-4-920 0 0,2-3 212 0 0</inkml:trace>
</inkml:ink>
</file>

<file path=ppt/ink/ink1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5:20.7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20 240 0 0,'7'-7'2424'0'0,"3"-2"-900"0"0,-2 6-1476 0 0</inkml:trace>
</inkml:ink>
</file>

<file path=ppt/ink/ink1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5:21.6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379 50 1184 0 0,'8'-8'6115'0'0,"-8"7"-5979"0"0,1 1-1 0 0,-1-1 0 0 0,1 0 1 0 0,0 0-1 0 0,-1 0 1 0 0,1 1-1 0 0,-1-1 0 0 0,0 0 1 0 0,1 0-1 0 0,-1 0 1 0 0,0 0-1 0 0,0 0 0 0 0,1 0 1 0 0,-1 0-1 0 0,0 0 0 0 0,0 0 1 0 0,0 0-1 0 0,0 0 1 0 0,0 0-1 0 0,0 0 0 0 0,0 0 1 0 0,-1 0-1 0 0,1 0 1 0 0,0 0-1 0 0,-1 0 0 0 0,1 1 1 0 0,0-1-1 0 0,-1 0 0 0 0,1 0 1 0 0,-1 0-1 0 0,1 0 1 0 0,-1 0-1 0 0,0 1 0 0 0,1-1 1 0 0,-1 0-1 0 0,0 1 1 0 0,1-1-1 0 0,-1 0 0 0 0,0 1 1 0 0,0-1-1 0 0,0 1 0 0 0,1-1 1 0 0,-1 1-1 0 0,0-1 1 0 0,0 1-1 0 0,0 0 0 0 0,0 0 1 0 0,0-1-1 0 0,-2 1 1 0 0,-2-1 12 0 0,-1 0 0 0 0,1 0 0 0 0,0 1 0 0 0,-1 0 0 0 0,1 0 0 0 0,-1 0 0 0 0,1 1 0 0 0,-10 2 0 0 0,0 2-11 0 0,1 0 1 0 0,0 1-1 0 0,0 1 1 0 0,0 1-1 0 0,1 0 1 0 0,0 0-1 0 0,1 1 1 0 0,0 1 0 0 0,0 0-1 0 0,-13 16 1 0 0,4-4-5 0 0,2 2-1 0 0,1 0 1 0 0,1 0 0 0 0,-19 39 0 0 0,29-49-103 0 0,0 1 0 0 0,1 0 0 0 0,0 1 0 0 0,1-1 0 0 0,1 1 0 0 0,1 0 0 0 0,-3 31 0 0 0,6-42-20 0 0,0 1 0 0 0,0-1 0 0 0,1 1 1 0 0,0-1-1 0 0,0 0 0 0 0,0 1 0 0 0,0-1 0 0 0,1 0 0 0 0,0 0 0 0 0,0 0 0 0 0,5 9 1 0 0,-4-11-4 0 0,0 1 0 0 0,0-1 0 0 0,0 0 0 0 0,0 0 1 0 0,1 0-1 0 0,-1 0 0 0 0,1 0 0 0 0,0-1 1 0 0,0 1-1 0 0,0-1 0 0 0,0 0 0 0 0,0-1 0 0 0,0 1 1 0 0,0-1-1 0 0,1 1 0 0 0,5 0 0 0 0,-5-1 1 0 0,0 0 0 0 0,1-1-1 0 0,-1 1 1 0 0,1-1 0 0 0,-1 0-1 0 0,1 0 1 0 0,-1-1 0 0 0,1 0 0 0 0,-1 0-1 0 0,1 0 1 0 0,-1-1 0 0 0,0 1-1 0 0,0-1 1 0 0,9-5 0 0 0,-7 3 4 0 0,0-1 1 0 0,0 0-1 0 0,-1 0 0 0 0,1-1 1 0 0,-1 0-1 0 0,0 0 1 0 0,-1 0-1 0 0,9-14 1 0 0,-3 3-1 0 0,-2-1 0 0 0,0 0 0 0 0,-1 0 0 0 0,-1-1 0 0 0,0 0 1 0 0,-2 0-1 0 0,5-26 0 0 0,-3-12-34 0 0,-5 33-20 0 0,10-41-1 0 0,-11 63 35 0 0,1-6 680 0 0,5 73 1966 0 0,19 120-1117 0 0,-21-160-1505 0 0,-3-11-90 0 0,1 1 0 0 0,0 0-1 0 0,11 27 1 0 0,-12-38-380 0 0,0 0 0 0 0,1 0 0 0 0,-1 1-1 0 0,1-2 1 0 0,0 1 0 0 0,0 0 0 0 0,0 0 0 0 0,1-1-1 0 0,-1 0 1 0 0,1 0 0 0 0,0 0 0 0 0,0 0 0 0 0,0 0-1 0 0,0-1 1 0 0,0 0 0 0 0,7 3 0 0 0,8 1-4573 0 0,3-2-2643 0 0</inkml:trace>
</inkml:ink>
</file>

<file path=ppt/ink/ink1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5:22.2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87 103 36 0 0,'-14'-9'3560'0'0,"1"-1"0"0"0,-1-1-1 0 0,2 0 1 0 0,-19-21 0 0 0,30 31-3131 0 0,1 0-393 0 0,0 1 1 0 0,0-1-1 0 0,-1 1 1 0 0,1-1 0 0 0,0 1-1 0 0,0-1 1 0 0,0 1-1 0 0,0-1 1 0 0,0 1 0 0 0,0-1-1 0 0,0 1 1 0 0,0-1-1 0 0,0 1 1 0 0,0-1 0 0 0,0 1-1 0 0,0-1 1 0 0,1 1-1 0 0,-1-1 1 0 0,0 1 0 0 0,0-1-1 0 0,0 1 1 0 0,1-1-1 0 0,-1 1 1 0 0,0-1 0 0 0,1 1-1 0 0,-1 0 1 0 0,0-1-1 0 0,1 1 1 0 0,-1 0 0 0 0,0-1-1 0 0,1 1 1 0 0,-1 0-1 0 0,1-1 1 0 0,-1 1 0 0 0,1-1-1 0 0,8-1 26 0 0,-1-1 0 0 0,1 1 0 0 0,0 1 0 0 0,-1-1-1 0 0,1 1 1 0 0,0 1 0 0 0,0 0 0 0 0,-1 0 0 0 0,1 1 0 0 0,0 0 0 0 0,0 0-1 0 0,-1 1 1 0 0,1 0 0 0 0,14 6 0 0 0,-19-7-52 0 0,0 1 1 0 0,-1-1-1 0 0,1 1 1 0 0,-1 0-1 0 0,1 0 1 0 0,-1 1-1 0 0,0-1 1 0 0,0 1-1 0 0,1-1 1 0 0,-2 1-1 0 0,1 0 1 0 0,0 0-1 0 0,-1 0 1 0 0,1 1-1 0 0,-1-1 1 0 0,0 1-1 0 0,0-1 1 0 0,0 1-1 0 0,-1-1 1 0 0,1 1-1 0 0,-1 0 1 0 0,0 0-1 0 0,0 0 0 0 0,0 0 1 0 0,-1 0-1 0 0,1 0 1 0 0,-1 0-1 0 0,0 0 1 0 0,0 0-1 0 0,-1 0 1 0 0,1 0-1 0 0,-1 0 1 0 0,-2 8-1 0 0,0-4 11 0 0,0 0 0 0 0,-1 0 0 0 0,0 0 0 0 0,0 0 0 0 0,-1 0 0 0 0,0-1 0 0 0,-1 0 0 0 0,0 0-1 0 0,0 0 1 0 0,0-1 0 0 0,0 0 0 0 0,-1 0 0 0 0,-10 6 0 0 0,-7 14 188 0 0,32-25-210 0 0,0 1 1 0 0,0-2 0 0 0,13 1-1 0 0,-12-2 0 0 0,0 1 0 0 0,0 1 0 0 0,0 0-1 0 0,15 3 1 0 0,-13 0-2 0 0,0 0 1 0 0,-1 0-1 0 0,19 11 0 0 0,-26-13 104 0 0,0 0 0 0 0,0 0 0 0 0,-1 0 0 0 0,1 0 0 0 0,-1 0-1 0 0,0 1 1 0 0,0-1 0 0 0,1 1 0 0 0,-2 0 0 0 0,1-1 0 0 0,0 1 0 0 0,0 0 0 0 0,-1 0 0 0 0,0 0 0 0 0,1 0 0 0 0,-1 0 0 0 0,1 6 0 0 0,-2-6 38 0 0,0 0 0 0 0,0 1 0 0 0,0-1 0 0 0,0 0-1 0 0,-1 0 1 0 0,1 1 0 0 0,-1-1 0 0 0,0 0 0 0 0,0 0 0 0 0,0 0 0 0 0,-1 0 0 0 0,1 0 0 0 0,-1 0 0 0 0,1 0 0 0 0,-1 0 0 0 0,0 0 0 0 0,0-1 0 0 0,0 1 0 0 0,0-1-1 0 0,-1 0 1 0 0,1 1 0 0 0,-4 1 0 0 0,-3 4 93 0 0,-2-1-1 0 0,1 0 0 0 0,-1-1 0 0 0,-14 7 1 0 0,16-10-157 0 0,0 0 1 0 0,0 0 0 0 0,-1 0 0 0 0,1-1 0 0 0,-1-1-1 0 0,1 1 1 0 0,-16-1 0 0 0,6-1-48 0 0,0-2-1 0 0,-32-5 1 0 0,50 7-84 0 0,1 0 0 0 0,-1 0 1 0 0,0 0-1 0 0,1 0 0 0 0,-1 0 1 0 0,0-1-1 0 0,1 1 0 0 0,-1 0 0 0 0,0 0 1 0 0,1 0-1 0 0,-1-1 0 0 0,1 1 1 0 0,-1 0-1 0 0,0-1 0 0 0,1 1 0 0 0,-1-1 1 0 0,1 1-1 0 0,-1 0 0 0 0,1-1 1 0 0,-1 1-1 0 0,1-1 0 0 0,0 1 0 0 0,-1-1 1 0 0,1 0-1 0 0,0 1 0 0 0,-1-1 1 0 0,1 1-1 0 0,0-1 0 0 0,-1 0 0 0 0,1 1 1 0 0,0-1-1 0 0,0 0 0 0 0,0 1 0 0 0,0-1 1 0 0,0 0-1 0 0,0 1 0 0 0,0-1 1 0 0,0 0-1 0 0,0 1 0 0 0,0-1 0 0 0,0 0 1 0 0,0 1-1 0 0,0-1 0 0 0,0 0 1 0 0,1 0-1 0 0,0-2-389 0 0,0 1 0 0 0,1-1 0 0 0,-1 1-1 0 0,1 0 1 0 0,-1 0 0 0 0,1 0 0 0 0,0 0 0 0 0,0 0 0 0 0,2-2 0 0 0,27-14-5551 0 0,-17 10 800 0 0</inkml:trace>
</inkml:ink>
</file>

<file path=ppt/ink/ink1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5:22.9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 82 76 0 0,'6'-24'9740'0'0,"-6"20"-8948"0"0,1 1-1 0 0,-1 0 1 0 0,1-1 0 0 0,0 1 0 0 0,0 0 0 0 0,1-1 0 0 0,-1 1 0 0 0,0 0 0 0 0,1 0 0 0 0,3-4 0 0 0,-4 5-655 0 0,1 1 1 0 0,0-1-1 0 0,0 1 1 0 0,-1-1-1 0 0,1 1 0 0 0,0 0 1 0 0,0 0-1 0 0,0-1 1 0 0,0 2-1 0 0,1-1 1 0 0,-1 0-1 0 0,0 0 0 0 0,0 1 1 0 0,0-1-1 0 0,1 1 1 0 0,-1 0-1 0 0,0-1 0 0 0,1 1 1 0 0,1 0-1 0 0,3 0-57 0 0,0 1-1 0 0,0-1 1 0 0,0 1-1 0 0,-1 1 1 0 0,1-1 0 0 0,0 1-1 0 0,-1 0 1 0 0,1 0-1 0 0,11 7 1 0 0,-15-8-50 0 0,-1 1 0 0 0,0 0 0 0 0,1 0 0 0 0,-1-1 1 0 0,0 1-1 0 0,0 0 0 0 0,0 1 0 0 0,0-1 0 0 0,0 0 0 0 0,-1 1 1 0 0,1-1-1 0 0,-1 1 0 0 0,1-1 0 0 0,-1 1 0 0 0,0 0 0 0 0,0-1 1 0 0,0 1-1 0 0,0 0 0 0 0,-1 0 0 0 0,1 0 0 0 0,-1 0 0 0 0,0 0 1 0 0,1 0-1 0 0,-1-1 0 0 0,-1 1 0 0 0,1 0 0 0 0,-1 3 0 0 0,-1 6 41 0 0,-1-1-1 0 0,0 0 0 0 0,0 0 0 0 0,-1-1 0 0 0,-1 1 0 0 0,-9 15 0 0 0,-42 55 1576 0 0,46-67-880 0 0,-14 17 1593 0 0,23-30-2209 0 0,-5 7-177 0 0,-34 58-2 0 0,19-34 34 0 0,20-31-1 0 0,0 0 0 0 0,0 0-1 0 0,1 0 1 0 0,-1 0 0 0 0,1 0 0 0 0,-1 0 0 0 0,1 0-1 0 0,-1 0 1 0 0,1 0 0 0 0,0 0 0 0 0,0 1 0 0 0,-1-1-1 0 0,1 0 1 0 0,0 2 0 0 0,0-3 1 0 0,0 0-1 0 0,0 1 1 0 0,1-1 0 0 0,-1 1-1 0 0,0-1 1 0 0,0 0 0 0 0,0 1-1 0 0,1-1 1 0 0,-1 0 0 0 0,0 0-1 0 0,0 1 1 0 0,1-1 0 0 0,-1 0-1 0 0,0 1 1 0 0,1-1 0 0 0,-1 0-1 0 0,0 0 1 0 0,1 0 0 0 0,-1 1-1 0 0,0-1 1 0 0,1 0 0 0 0,-1 0-1 0 0,1 0 1 0 0,-1 0 0 0 0,0 0-1 0 0,1 0 1 0 0,0 0 0 0 0,4 1 34 0 0,0-1 0 0 0,0-1 1 0 0,0 1-1 0 0,1-1 0 0 0,4-1 1 0 0,-1 0-31 0 0,85-10-90 0 0,-53 8 214 0 0,76-18 1 0 0,-115 21-78 0 0,-1 1-129 0 0,0 0 0 0 0,0 0 0 0 0,0 0 0 0 0,0 0 0 0 0,0-1 0 0 0,0 1 0 0 0,0 0 0 0 0,0 0 0 0 0,0-1 0 0 0,0 1 0 0 0,-1-1 0 0 0,1 1 0 0 0,0-1 1 0 0,0 1-1 0 0,1-1 0 0 0</inkml:trace>
</inkml:ink>
</file>

<file path=ppt/ink/ink1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5:23.5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320 195 1320 0 0,'4'-13'1580'0'0,"-1"1"0"0"0,0 0 0 0 0,-1-1 1 0 0,0 1-1 0 0,-1-1 0 0 0,0 0 0 0 0,-2-21 0 0 0,0 31-1426 0 0,1 0 0 0 0,0 0-1 0 0,-1 0 1 0 0,1-1 0 0 0,-1 1 0 0 0,0 0 0 0 0,0 0 0 0 0,0 0 0 0 0,-1 0-1 0 0,1 0 1 0 0,-1 1 0 0 0,1-1 0 0 0,-1 0 0 0 0,0 1 0 0 0,0-1 0 0 0,0 1-1 0 0,-1-1 1 0 0,1 1 0 0 0,0 0 0 0 0,-1 0 0 0 0,0 0 0 0 0,1 0 0 0 0,-1 1-1 0 0,0-1 1 0 0,0 1 0 0 0,0-1 0 0 0,0 1 0 0 0,0 0 0 0 0,0 0 0 0 0,0 1-1 0 0,0-1 1 0 0,0 1 0 0 0,-1-1 0 0 0,-5 1 0 0 0,0 1-20 0 0,1 0 0 0 0,0 0 0 0 0,-1 1 0 0 0,1 0 0 0 0,0 1 0 0 0,0-1 0 0 0,0 2 0 0 0,1-1 0 0 0,-1 1 0 0 0,1 0 0 0 0,0 1 0 0 0,-11 8 0 0 0,4-2 46 0 0,1 1-1 0 0,0 1 1 0 0,0 0 0 0 0,-19 26 0 0 0,24-27-127 0 0,1-1 0 0 0,0 1 0 0 0,1 1 1 0 0,0-1-1 0 0,1 1 0 0 0,0 0 0 0 0,1 0 1 0 0,1 0-1 0 0,-4 24 0 0 0,7-31-36 0 0,-1 1 0 0 0,1 0 0 0 0,0-1 0 0 0,1 1 0 0 0,-1 0 0 0 0,1-1 0 0 0,1 1 0 0 0,-1-1-1 0 0,1 1 1 0 0,0-1 0 0 0,0 0 0 0 0,1 0 0 0 0,0 0 0 0 0,0 0 0 0 0,1 0 0 0 0,-1-1 0 0 0,1 1 0 0 0,0-1 0 0 0,1 0 0 0 0,-1 0 0 0 0,11 8-1 0 0,-12-11-11 0 0,0 0-1 0 0,0 0 0 0 0,0 0 1 0 0,0-1-1 0 0,1 1 0 0 0,-1-1 0 0 0,0 0 1 0 0,1 0-1 0 0,-1 0 0 0 0,1 0 0 0 0,-1 0 1 0 0,1-1-1 0 0,0 0 0 0 0,-1 1 1 0 0,1-2-1 0 0,0 1 0 0 0,-1 0 0 0 0,1-1 1 0 0,-1 1-1 0 0,1-1 0 0 0,-1 0 0 0 0,1 0 1 0 0,-1 0-1 0 0,6-4 0 0 0,-2 2-4 0 0,-1-1 0 0 0,0 0 0 0 0,0-1 0 0 0,0 1 1 0 0,-1-1-1 0 0,1 0 0 0 0,-1-1 0 0 0,0 1 0 0 0,-1-1 0 0 0,1 0 0 0 0,3-7 0 0 0,4-12 16 0 0,-1 0 0 0 0,-1 0 0 0 0,11-44 0 0 0,-8 26-34 0 0,-9 27 10 0 0,-3 13-2 0 0,-1 0-1 0 0,1-1 0 0 0,0 1 0 0 0,0 0 1 0 0,1 0-1 0 0,-1 0 0 0 0,1 0 0 0 0,2-5 1 0 0,1 44 757 0 0,-5-7-644 0 0,6 162 1613 0 0,-2-162-2225 0 0,9 36 0 0 0,-9-47-935 0 0,2 0 0 0 0,15 33 0 0 0,-5-24-2139 0 0,-2-11-2778 0 0</inkml:trace>
</inkml:ink>
</file>

<file path=ppt/ink/ink1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5:24.0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1 140 1920 0 0,'0'-14'3080'0'0,"-1"2"-724"0"0,2 0 1 0 0,-1 1 0 0 0,5-24-1 0 0,-4 32-2186 0 0,-1 0-1 0 0,1 0 0 0 0,0 1 1 0 0,0-1-1 0 0,0 1 1 0 0,1-1-1 0 0,-1 1 0 0 0,0-1 1 0 0,1 1-1 0 0,0 0 1 0 0,0-1-1 0 0,-1 1 0 0 0,1 0 1 0 0,0 0-1 0 0,1 1 1 0 0,-1-1-1 0 0,0 0 0 0 0,0 1 1 0 0,1-1-1 0 0,-1 1 1 0 0,1 0-1 0 0,3-2 0 0 0,-2 2-59 0 0,1 0 0 0 0,-1 0 0 0 0,1 0 0 0 0,0 0 0 0 0,-1 1 0 0 0,1 0 0 0 0,0 0 0 0 0,0 0 0 0 0,0 1-1 0 0,-1-1 1 0 0,1 1 0 0 0,0 0 0 0 0,-1 0 0 0 0,1 1 0 0 0,-1-1 0 0 0,1 1 0 0 0,-1 0 0 0 0,6 4 0 0 0,-7-4-78 0 0,0 0 1 0 0,0 0 0 0 0,-1 1 0 0 0,1-1 0 0 0,-1 1 0 0 0,1-1 0 0 0,-1 1 0 0 0,0 0 0 0 0,0 0 0 0 0,0 0-1 0 0,-1 0 1 0 0,1 0 0 0 0,-1 0 0 0 0,0 1 0 0 0,0-1 0 0 0,0 0 0 0 0,0 1 0 0 0,0-1 0 0 0,-1 1 0 0 0,1-1-1 0 0,-1 1 1 0 0,0-1 0 0 0,0 1 0 0 0,0-1 0 0 0,-2 7 0 0 0,0 0 3 0 0,-1-1 0 0 0,-1 1-1 0 0,1-1 1 0 0,-1 0 0 0 0,-1 0 0 0 0,0-1 0 0 0,0 1 0 0 0,-8 9-1 0 0,-6 5 126 0 0,-28 28-1 0 0,31-41 163 0 0,17-10 0 0 0,22-3-235 0 0,-16 2-29 0 0,0 1 0 0 0,0 0 0 0 0,0 1 1 0 0,0 0-1 0 0,0 0 0 0 0,0 0 0 0 0,0 1 0 0 0,0 0 1 0 0,0 0-1 0 0,0 1 0 0 0,-1 0 0 0 0,1 0 0 0 0,-1 0 1 0 0,0 1-1 0 0,0 0 0 0 0,0 0 0 0 0,-1 1 0 0 0,0-1 1 0 0,1 1-1 0 0,-1 1 0 0 0,-1-1 0 0 0,1 1 0 0 0,-1-1 1 0 0,0 1-1 0 0,0 0 0 0 0,-1 1 0 0 0,0-1 0 0 0,0 1 1 0 0,4 12-1 0 0,-7-16 31 0 0,0-1 1 0 0,1 1 0 0 0,-1 0-1 0 0,0-1 1 0 0,0 1-1 0 0,-1 0 1 0 0,1 0-1 0 0,-1-1 1 0 0,1 1 0 0 0,-1-1-1 0 0,0 1 1 0 0,0 0-1 0 0,0-1 1 0 0,0 0 0 0 0,0 1-1 0 0,-1-1 1 0 0,1 0-1 0 0,-1 1 1 0 0,1-1-1 0 0,-1 0 1 0 0,0 0 0 0 0,0 0-1 0 0,0 0 1 0 0,0-1-1 0 0,0 1 1 0 0,0-1-1 0 0,-1 1 1 0 0,1-1 0 0 0,0 0-1 0 0,-1 1 1 0 0,-2 0-1 0 0,-3 1-24 0 0,0 0-1 0 0,0-1 1 0 0,0 0-1 0 0,0 0 1 0 0,0-1-1 0 0,-1 0 1 0 0,1 0-1 0 0,0-1 1 0 0,-9 0 0 0 0,-2-1-130 0 0,13 1-50 0 0,1 0 0 0 0,0 0 0 0 0,0 0 0 0 0,0-1 0 0 0,0 0 0 0 0,0 0 0 0 0,0 0 0 0 0,0-1 0 0 0,0 1 1 0 0,0-1-1 0 0,0-1 0 0 0,-4-2 0 0 0,11-10-5491 0 0,14-1 1546 0 0,4 0-3708 0 0</inkml:trace>
</inkml:ink>
</file>

<file path=ppt/ink/ink1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5:24.6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 98 1840 0 0,'14'-63'13724'0'0,"-14"62"-13546"0"0,0-1 0 0 0,0 1 0 0 0,1-1 0 0 0,-1 1-1 0 0,1-1 1 0 0,-1 1 0 0 0,1-1 0 0 0,-1 1 0 0 0,1 0 0 0 0,0-1-1 0 0,0 1 1 0 0,0 0 0 0 0,0 0 0 0 0,0-1 0 0 0,0 1 0 0 0,0 0 0 0 0,0 0-1 0 0,0 0 1 0 0,0 0 0 0 0,1 1 0 0 0,2-3 0 0 0,-1 2-40 0 0,0 0-1 0 0,0 0 1 0 0,0 0 0 0 0,1 1-1 0 0,-1-1 1 0 0,0 1 0 0 0,1 0-1 0 0,-1 0 1 0 0,6 0 0 0 0,4 2-6 0 0,-1 0 0 0 0,0 1 1 0 0,0 1-1 0 0,15 5 0 0 0,-22-7-90 0 0,-1 0-1 0 0,0 0 1 0 0,0 0-1 0 0,0 0 1 0 0,0 1-1 0 0,0-1 1 0 0,0 1-1 0 0,0 0 1 0 0,-1 0-1 0 0,1 1 1 0 0,-1-1-1 0 0,0 1 0 0 0,0 0 1 0 0,-1-1-1 0 0,1 1 1 0 0,3 8-1 0 0,-5-9-5 0 0,0 1-1 0 0,0 0 1 0 0,0 0-1 0 0,-1 0 1 0 0,1 0-1 0 0,-1 0 1 0 0,0 0-1 0 0,0 0 1 0 0,0-1-1 0 0,-1 1 1 0 0,0 0-1 0 0,1 0 1 0 0,-1 0-1 0 0,-1 0 1 0 0,1-1-1 0 0,0 1 1 0 0,-1 0-1 0 0,0-1 0 0 0,0 0 1 0 0,-3 5-1 0 0,-6 6 120 0 0,0 0 0 0 0,0-1-1 0 0,-2 0 1 0 0,1-1-1 0 0,-2 0 1 0 0,-16 10-1 0 0,22-15-34 0 0,0-2 100 0 0,-8 7 821 0 0,16-7-631 0 0,10-3-348 0 0,15-3-45 0 0,-23 1-17 0 0,26 4 5 0 0,-17-2-15 0 0,-1-1 0 0 0,0 2 0 0 0,0-1 0 0 0,0 2-1 0 0,0-1 1 0 0,11 7 0 0 0,-17-8 55 0 0,0 0 0 0 0,0 1 0 0 0,0-1-1 0 0,-1 1 1 0 0,1 0 0 0 0,-1 0 0 0 0,1 0 0 0 0,-1 0 0 0 0,0 1 0 0 0,-1-1 0 0 0,1 1-1 0 0,0 0 1 0 0,-1 0 0 0 0,0 0 0 0 0,0 0 0 0 0,3 8 0 0 0,-5-9 50 0 0,1 0 0 0 0,-1 1 0 0 0,0-1 0 0 0,0 0 0 0 0,0 0-1 0 0,-1 1 1 0 0,1-1 0 0 0,-1 0 0 0 0,0 0 0 0 0,0 1 0 0 0,0-1 0 0 0,0 0 0 0 0,0 0 0 0 0,-1 0 0 0 0,1 0 0 0 0,-1 0 0 0 0,0-1 0 0 0,0 1 0 0 0,0-1 0 0 0,0 1 0 0 0,0-1 0 0 0,-1 1 0 0 0,1-1 0 0 0,-5 3-1 0 0,-1 2 66 0 0,-1-1 0 0 0,0 0 0 0 0,0-1-1 0 0,-1 0 1 0 0,0 0 0 0 0,-12 4-1 0 0,12-5-262 0 0,1-1-1 0 0,-1-1 1 0 0,0 0-1 0 0,0 0 1 0 0,0 0-1 0 0,0-1 0 0 0,0-1 1 0 0,0 0-1 0 0,0 0 1 0 0,0-1-1 0 0,0 0 1 0 0,1-1-1 0 0,-1 0 1 0 0,-15-5-1 0 0,13-3-2941 0 0</inkml:trace>
</inkml:ink>
</file>

<file path=ppt/ink/ink1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5:24.9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453 91 956 0 0,'-1'-2'619'0'0,"-10"-14"2897"0"0,1-1 0 0 0,1 0 0 0 0,-7-21 2497 0 0,25 45-5425 0 0,0 1-1 0 0,-1 0 0 0 0,0 0 1 0 0,-1 1-1 0 0,0 0 1 0 0,0 0-1 0 0,8 15 0 0 0,1 1 40 0 0,10 12-202 0 0,-2 1 0 0 0,-2 0 0 0 0,-2 2 1 0 0,-1 1-1 0 0,-2 0 0 0 0,-2 1 0 0 0,-2 0 0 0 0,-1 2 0 0 0,-3-1 0 0 0,-1 1 0 0 0,-3 0 1 0 0,1 83-1 0 0,-11-45-285 0 0,-3 0 1 0 0,-4-1-1 0 0,-4-1 1 0 0,-2 0 0 0 0,-5-1-1 0 0,-39 93 1 0 0,-10-7-3042 0 0,-166 275-1 0 0,137-284-2827 0 0,29-56-1324 0 0,12-21-1931 0 0</inkml:trace>
</inkml:ink>
</file>

<file path=ppt/ink/ink1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5:25.1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 19 1072 0 0,'0'0'2932'0'0,"-15"-7"473"0"0,5 4-2077 0 0,0-6-4492 0 0</inkml:trace>
</inkml:ink>
</file>

<file path=ppt/ink/ink1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5:28.4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 61 1336 0 0,'-2'-14'24120'0'0,"-16"13"-22646"0"0,16 1-1529 0 0,-4 0 232 0 0,7 5-4 0 0,3-4-161 0 0,0 0 1 0 0,-1 0-1 0 0,1-1 0 0 0,0 0 0 0 0,-1 0 0 0 0,1 0 1 0 0,0 0-1 0 0,5-1 0 0 0,-5 0-14 0 0,268-17 191 0 0,-52 3-188 0 0,-118 7 14 0 0,40-1 52 0 0,-140 9-89 0 0,1 0 38 0 0,9 0-52 0 0,-10 0 52 0 0,1 0-31 0 0,-3 0 14 0 0,1-1 3 0 0,0 1-1 0 0,-1 0 1 0 0,1 0 0 0 0,0 0-1 0 0,-1 0 1 0 0,1 0 0 0 0,0 0 0 0 0,-1 0-1 0 0,1 0 1 0 0,0 0 0 0 0,-1 0-1 0 0,1 0 1 0 0,0 0 0 0 0,-1 1-1 0 0,1-1 1 0 0,0 0 0 0 0,-1 0 0 0 0,1 1-1 0 0,0-1 1 0 0,-1 0 0 0 0,1 1-1 0 0,-1-1 1 0 0,1 1 0 0 0,-1-1-1 0 0,1 1 1 0 0,-1-1 0 0 0,1 1-1 0 0,-1-1 1 0 0,0 1 0 0 0,1-1 0 0 0,-1 1-1 0 0,0 0 1 0 0,1-1 0 0 0,-1 1-1 0 0,0-1 1 0 0,0 1 0 0 0,1 0-1 0 0,-1-1 1 0 0,0 1 0 0 0,0 0 0 0 0,0 1 13 0 0,-35 7-3352 0 0,27-7 2011 0 0,-14 4-2678 0 0,-1-3-4999 0 0</inkml:trace>
</inkml:ink>
</file>

<file path=ppt/ink/ink1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4:38.7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388 114 2504 0 0,'2'-8'1839'0'0,"0"0"0"0"0,0 0 1 0 0,-1 0-1 0 0,0 0 0 0 0,0-13 0 0 0,-1 16-1127 0 0,-1 0 0 0 0,1 0 1 0 0,-2 0-1 0 0,1 0 0 0 0,-3-8 0 0 0,3 12-632 0 0,0 0-1 0 0,0 0 1 0 0,1 0-1 0 0,-1 0 0 0 0,0 0 1 0 0,0 0-1 0 0,0 0 1 0 0,0 0-1 0 0,0 1 1 0 0,0-1-1 0 0,0 0 1 0 0,0 1-1 0 0,0-1 0 0 0,-1 1 1 0 0,1-1-1 0 0,0 1 1 0 0,0-1-1 0 0,0 1 1 0 0,-1 0-1 0 0,1 0 1 0 0,0-1-1 0 0,0 1 0 0 0,-3 0 1 0 0,0 0 30 0 0,-1 0-1 0 0,1 0 1 0 0,0 1 0 0 0,-1-1-1 0 0,-6 3 1 0 0,0 1 2 0 0,1 0 0 0 0,0 1 0 0 0,-1 0 0 0 0,2 1 0 0 0,-1 0 0 0 0,-16 14 0 0 0,-47 50 168 0 0,50-45-210 0 0,1 1 0 0 0,-34 51 0 0 0,45-59-59 0 0,1 1 1 0 0,0 0 0 0 0,1 0-1 0 0,2 1 1 0 0,-10 33 0 0 0,17-50-9 0 0,-1 0 1 0 0,0 1 0 0 0,1 0-1 0 0,-1-1 1 0 0,1 1-1 0 0,0-1 1 0 0,0 1 0 0 0,1-1-1 0 0,-1 1 1 0 0,1 0 0 0 0,-1-1-1 0 0,1 0 1 0 0,0 1-1 0 0,1-1 1 0 0,-1 1 0 0 0,1-1-1 0 0,2 4 1 0 0,-3-5-14 0 0,1 0-1 0 0,0 0 1 0 0,0 0 0 0 0,0-1 0 0 0,0 1 0 0 0,0-1-1 0 0,0 1 1 0 0,0-1 0 0 0,1 0 0 0 0,-1 0-1 0 0,1 0 1 0 0,-1 0 0 0 0,0 0 0 0 0,1 0-1 0 0,0-1 1 0 0,-1 1 0 0 0,1-1 0 0 0,-1 0-1 0 0,1 0 1 0 0,-1 0 0 0 0,1 0 0 0 0,0 0-1 0 0,-1 0 1 0 0,4-2 0 0 0,5 0-24 0 0,-1-1 0 0 0,0 0 0 0 0,0-1 0 0 0,-1 0 1 0 0,1-1-1 0 0,-1 0 0 0 0,0 0 0 0 0,0-1 0 0 0,0 0 0 0 0,-1-1 0 0 0,0 0 1 0 0,-1 0-1 0 0,1 0 0 0 0,-1-1 0 0 0,-1 0 0 0 0,11-17 0 0 0,3-7 71 0 0,-3 0-1 0 0,-1-1 1 0 0,18-50 0 0 0,-29 69 171 0 0,17-37 563 0 0,-21 49-140 0 0,2 4-222 0 0,-3-2-399 0 0,0 0 0 0 0,0 0-1 0 0,1 0 1 0 0,-1 0 0 0 0,0 0-1 0 0,0 0 1 0 0,1 1 0 0 0,-1-1-1 0 0,0 0 1 0 0,0 0 0 0 0,0 0 0 0 0,1 0-1 0 0,-1 0 1 0 0,0 0 0 0 0,0 0-1 0 0,0 1 1 0 0,1-1 0 0 0,-1 0-1 0 0,0 0 1 0 0,0 0 0 0 0,0 0-1 0 0,0 1 1 0 0,1-1 0 0 0,-1 0-1 0 0,0 0 1 0 0,0 0 0 0 0,0 1-1 0 0,0-1 1 0 0,0 0 0 0 0,0 0-1 0 0,0 1 1 0 0,0-1 0 0 0,0 0-1 0 0,0 0 1 0 0,0 1 0 0 0,3 47 573 0 0,-3 48 1 0 0,2 42-399 0 0,1-97-823 0 0,5 43-1691 0 0,2-44-1896 0 0,8-3-3724 0 0</inkml:trace>
</inkml:ink>
</file>

<file path=ppt/ink/ink1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4:38.9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0 106 400 0 0,'22'-81'18760'0'0,"-22"80"-18457"0"0,0 0 1 0 0,0-1-1 0 0,0 1 1 0 0,0 0-1 0 0,1 0 1 0 0,-1 0-1 0 0,0 0 1 0 0,1 0 0 0 0,-1 0-1 0 0,1 1 1 0 0,-1-1-1 0 0,1 0 1 0 0,-1 0-1 0 0,1 0 1 0 0,0 0-1 0 0,-1 0 1 0 0,1 1-1 0 0,0-1 1 0 0,0 0-1 0 0,-1 1 1 0 0,1-1-1 0 0,0 0 1 0 0,0 1-1 0 0,0-1 1 0 0,0 1-1 0 0,0 0 1 0 0,0-1 0 0 0,0 1-1 0 0,0 0 1 0 0,0-1-1 0 0,2 1 1 0 0,-2 1-194 0 0,0 0 1 0 0,0 0 0 0 0,-1 0 0 0 0,1 0 0 0 0,0 0-1 0 0,0 0 1 0 0,-1 0 0 0 0,1 1 0 0 0,0-1-1 0 0,-1 0 1 0 0,1 0 0 0 0,-1 1 0 0 0,0-1 0 0 0,1 0-1 0 0,-1 1 1 0 0,0-1 0 0 0,0 3 0 0 0,0-4 34 0 0,3 30 194 0 0,-2 0 1 0 0,0 0 0 0 0,-3 0 0 0 0,-5 37-1 0 0,0 2-517 0 0,6-57-377 0 0,-3 57-4860 0 0,7-25-3423 0 0</inkml:trace>
</inkml:ink>
</file>

<file path=ppt/ink/ink1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4:39.3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19 166 444 0 0,'18'-51'8485'0'0,"-14"37"-6052"0"0,1-1-1 0 0,11-20 0 0 0,-14 31-2132 0 0,0 0-1 0 0,1 0 1 0 0,0 0-1 0 0,0 0 1 0 0,0 1-1 0 0,0-1 1 0 0,0 1-1 0 0,1 0 1 0 0,0 0-1 0 0,-1 0 1 0 0,1 0-1 0 0,6-2 1 0 0,-6 4-171 0 0,0 0-1 0 0,0 0 1 0 0,0 1 0 0 0,0 0 0 0 0,1 0-1 0 0,-1 0 1 0 0,0 0 0 0 0,0 1 0 0 0,0 0-1 0 0,1 0 1 0 0,-1 0 0 0 0,0 0 0 0 0,0 0 0 0 0,-1 1-1 0 0,8 3 1 0 0,-8-3-62 0 0,0 0 0 0 0,0 0 0 0 0,0 0-1 0 0,0 0 1 0 0,0 0 0 0 0,0 1 0 0 0,-1-1 0 0 0,0 1 0 0 0,1 0-1 0 0,-1 0 1 0 0,0-1 0 0 0,0 2 0 0 0,0-1 0 0 0,-1 0 0 0 0,1 0-1 0 0,1 5 1 0 0,-2-2 21 0 0,0 0 0 0 0,0-1 0 0 0,0 1 0 0 0,-1 0 1 0 0,0-1-1 0 0,0 1 0 0 0,0 0 0 0 0,-1-1 0 0 0,-2 9 0 0 0,-1 4 220 0 0,-2-1 1 0 0,-1 0-1 0 0,0 0 0 0 0,-1-1 1 0 0,-14 23-1 0 0,-9 6 943 0 0,-52 58 0 0 0,31-40-561 0 0,52-63-684 0 0,0 0 1 0 0,-1 0-1 0 0,1 0 1 0 0,0 0 0 0 0,0 1-1 0 0,0-1 1 0 0,-1 0-1 0 0,1 0 1 0 0,0 1 0 0 0,0-1-1 0 0,0 0 1 0 0,0 0-1 0 0,0 1 1 0 0,0-1-1 0 0,0 0 1 0 0,-1 0 0 0 0,1 1-1 0 0,0-1 1 0 0,0 0-1 0 0,0 0 1 0 0,0 1-1 0 0,0-1 1 0 0,0 0 0 0 0,0 1-1 0 0,0-1 1 0 0,1 0-1 0 0,-1 0 1 0 0,0 1 0 0 0,0-1-1 0 0,0 0 1 0 0,0 0-1 0 0,0 1 1 0 0,0-1-1 0 0,1 1 1 0 0,9 2 143 0 0,12-2-61 0 0,-22-1-93 0 0,75-7-498 0 0,109-22 1 0 0,-131 19-469 0 0,-13 3-541 0 0,90-20-2868 0 0,-89 14-369 0 0,-3-4-3363 0 0</inkml:trace>
</inkml:ink>
</file>

<file path=ppt/ink/ink1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5:31.8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76 0 0,'0'0'1344'0'0,"5"16"348"0"0,-5-3-1108 0 0,3-4 256 0 0,-1 6-532 0 0,0-5 120 0 0,-2 9-284 0 0,1-6-104 0 0,1-3-204 0 0,-2 4-412 0 0,2 0-920 0 0,-2 1 680 0 0</inkml:trace>
</inkml:ink>
</file>

<file path=ppt/ink/ink1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4:42.8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382 116 1680 0 0,'0'-3'1859'0'0,"-2"-6"-370"0"0,0 0 0 0 0,-1 1-1 0 0,0-1 1 0 0,0 1 0 0 0,-9-16 0 0 0,10 21-1164 0 0,0-1 1 0 0,-1 1-1 0 0,1 0 1 0 0,-1 0 0 0 0,0 0-1 0 0,0 0 1 0 0,0 0-1 0 0,0 0 1 0 0,0 1 0 0 0,-1 0-1 0 0,1-1 1 0 0,-1 1-1 0 0,0 0 1 0 0,1 1-1 0 0,-6-2 1 0 0,4 2-188 0 0,1 0-1 0 0,-1 1 1 0 0,1-1 0 0 0,-1 1-1 0 0,1 1 1 0 0,-1-1 0 0 0,0 0-1 0 0,1 1 1 0 0,0 0 0 0 0,-1 0-1 0 0,1 1 1 0 0,-1-1 0 0 0,-4 4 0 0 0,-4 1 100 0 0,1 0 0 0 0,0 1 1 0 0,-11 9-1 0 0,2-1-8 0 0,2 2 0 0 0,0 0 0 0 0,0 1 0 0 0,-19 25 0 0 0,31-35-193 0 0,1 1 0 0 0,0 0-1 0 0,0 0 1 0 0,1 0 0 0 0,0 1-1 0 0,0 0 1 0 0,1 0 0 0 0,1 0 0 0 0,0 0-1 0 0,0 0 1 0 0,1 1 0 0 0,-2 20-1 0 0,4-28-28 0 0,0 0-1 0 0,1-1 1 0 0,-1 1 0 0 0,0 0-1 0 0,1 0 1 0 0,0-1-1 0 0,0 1 1 0 0,0-1-1 0 0,0 1 1 0 0,0 0-1 0 0,0-1 1 0 0,0 0-1 0 0,1 1 1 0 0,-1-1-1 0 0,1 0 1 0 0,0 0-1 0 0,2 2 1 0 0,0-1 0 0 0,-1 0 1 0 0,1 0-1 0 0,0 0 0 0 0,0-1 1 0 0,0 0-1 0 0,0 0 0 0 0,1 0 1 0 0,-1 0-1 0 0,8 1 0 0 0,-4-1-25 0 0,0-1 0 0 0,1 1-1 0 0,-1-2 1 0 0,0 1 0 0 0,1-1 0 0 0,-1 0 0 0 0,1-1-1 0 0,-1 0 1 0 0,1 0 0 0 0,14-5 0 0 0,-14 2-18 0 0,0 0 1 0 0,-1 0 0 0 0,1-1 0 0 0,-1 0-1 0 0,0 0 1 0 0,-1-1 0 0 0,1 0 0 0 0,-1 0 0 0 0,0-1-1 0 0,-1 0 1 0 0,7-9 0 0 0,4-9-16 0 0,-1-1 1 0 0,18-39 0 0 0,-26 49 41 0 0,-7 14 139 0 0,6 15 168 0 0,-8 32-381 0 0,-1-11 578 0 0,4 36-1 0 0,8-20-2320 0 0,-8-43 762 0 0,0-1-1 0 0,1 1 0 0 0,0-1 0 0 0,7 12 0 0 0</inkml:trace>
</inkml:ink>
</file>

<file path=ppt/ink/ink1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4:43.1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17 126 720 0 0,'9'-24'6964'0'0,"-8"18"-6357"0"0,0 1-1 0 0,1 0 0 0 0,0 0 1 0 0,0 0-1 0 0,0 1 0 0 0,1-1 1 0 0,0 1-1 0 0,0-1 0 0 0,0 1 1 0 0,0 0-1 0 0,0 0 0 0 0,1 0 0 0 0,4-4 1 0 0,-1 4-231 0 0,-1 0 1 0 0,1 0-1 0 0,0 0 1 0 0,0 1-1 0 0,0 0 1 0 0,1 1-1 0 0,-1-1 1 0 0,14-1-1 0 0,-16 3-216 0 0,-1 0 0 0 0,1 1 1 0 0,0-1-1 0 0,0 1 0 0 0,0 0 0 0 0,-1 1 0 0 0,1-1 0 0 0,0 1 0 0 0,0 0 0 0 0,-1 0 0 0 0,1 0 0 0 0,0 1 0 0 0,-1 0 1 0 0,0 0-1 0 0,6 3 0 0 0,-8-4-85 0 0,-1 0 1 0 0,1 1-1 0 0,-1-1 1 0 0,1 1 0 0 0,-1-1-1 0 0,0 1 1 0 0,0 0-1 0 0,0 0 1 0 0,0-1 0 0 0,0 1-1 0 0,0 0 1 0 0,0 0-1 0 0,-1 0 1 0 0,1 0 0 0 0,-1 0-1 0 0,1 0 1 0 0,-1 0-1 0 0,0 0 1 0 0,0 0 0 0 0,0 0-1 0 0,0 0 1 0 0,0 0-1 0 0,0 0 1 0 0,0 0 0 0 0,-1 0-1 0 0,1 0 1 0 0,-1 0-1 0 0,0 0 1 0 0,1 0 0 0 0,-1 0-1 0 0,-2 2 1 0 0,-3 8 154 0 0,0-1 0 0 0,0 0 0 0 0,-15 18 1 0 0,16-23-113 0 0,-80 92 929 0 0,1 1-42 0 0,82-97-992 0 0,-12 17 129 0 0,14-18-132 0 0,-1-1 0 0 0,1 0 0 0 0,-1 1 1 0 0,1 0-1 0 0,0-1 0 0 0,-1 1 0 0 0,1-1 0 0 0,0 1 0 0 0,0-1 1 0 0,-1 1-1 0 0,1 0 0 0 0,0-1 0 0 0,0 1 0 0 0,0-1 0 0 0,0 1 1 0 0,0 0-1 0 0,0-1 0 0 0,0 1 0 0 0,0 0 0 0 0,0-1 0 0 0,0 1 1 0 0,0 0-1 0 0,0-1 0 0 0,0 1 0 0 0,0-1 0 0 0,0 1 0 0 0,1 0 1 0 0,1 1-4 0 0,1-1 0 0 0,-1 0 1 0 0,1-1-1 0 0,-1 1 1 0 0,1 0-1 0 0,0-1 1 0 0,-1 1-1 0 0,1-1 1 0 0,-1 0-1 0 0,1 0 0 0 0,0 0 1 0 0,-1 0-1 0 0,1 0 1 0 0,0-1-1 0 0,3 0 1 0 0,49-15-89 0 0,-34 9-184 0 0,177-65-7807 0 0,-128 45-197 0 0,-32 12-832 0 0</inkml:trace>
</inkml:ink>
</file>

<file path=ppt/ink/ink1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4:43.4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67 42 2376 0 0,'-14'-22'15191'0'0,"14"21"-14896"0"0,0 0 1 0 0,-1 1-1 0 0,1-1 0 0 0,0 0 0 0 0,0 0 1 0 0,-1 1-1 0 0,1-1 0 0 0,0 0 0 0 0,0 0 1 0 0,0 1-1 0 0,0-1 0 0 0,0 0 0 0 0,0 0 1 0 0,0 1-1 0 0,1-1 0 0 0,-1 0 0 0 0,0 0 1 0 0,1-1-1 0 0,0 2-127 0 0,0-1-1 0 0,1 0 1 0 0,-1 1 0 0 0,0 0-1 0 0,1-1 1 0 0,-1 1 0 0 0,0 0-1 0 0,1-1 1 0 0,-1 1 0 0 0,1 0-1 0 0,-1 0 1 0 0,1 0 0 0 0,-1 0-1 0 0,0 1 1 0 0,3-1 0 0 0,1 1 54 0 0,0 0 0 0 0,0 0 0 0 0,0 0 0 0 0,1 1 0 0 0,-1-1 0 0 0,-1 1 1 0 0,1 0-1 0 0,0 1 0 0 0,7 4 0 0 0,-11-6-158 0 0,1 0 0 0 0,0 0 1 0 0,-1 1-1 0 0,1-1 0 0 0,-1 1 0 0 0,1-1 0 0 0,-1 1 1 0 0,1 0-1 0 0,-1 0 0 0 0,0-1 0 0 0,0 1 0 0 0,0 0 1 0 0,0 0-1 0 0,0 0 0 0 0,-1 0 0 0 0,1 0 0 0 0,-1 1 1 0 0,1-1-1 0 0,-1 0 0 0 0,0 0 0 0 0,1 0 0 0 0,-1 0 1 0 0,0 0-1 0 0,-1 1 0 0 0,1-1 0 0 0,0 0 1 0 0,-1 4-1 0 0,-3 5 66 0 0,0-1 0 0 0,0 1 1 0 0,-1-1-1 0 0,0 0 0 0 0,-1 0 0 0 0,-7 10 1 0 0,-47 53 155 0 0,17-22-201 0 0,42-50-72 0 0,-1 1 1 0 0,1-1-1 0 0,0 0 0 0 0,1 1 0 0 0,-1-1 1 0 0,0 1-1 0 0,0-1 0 0 0,1 1 0 0 0,-1 0 1 0 0,0-1-1 0 0,1 1 0 0 0,0-1 0 0 0,-1 3 1 0 0,1-3-10 0 0,0-1 1 0 0,0 1 0 0 0,0-1-1 0 0,1 0 1 0 0,-1 1 0 0 0,0-1 0 0 0,0 0-1 0 0,0 1 1 0 0,0-1 0 0 0,1 0-1 0 0,-1 1 1 0 0,0-1 0 0 0,0 0-1 0 0,0 1 1 0 0,1-1 0 0 0,-1 0-1 0 0,0 0 1 0 0,1 1 0 0 0,-1-1 0 0 0,0 0-1 0 0,1 0 1 0 0,-1 0 0 0 0,0 1-1 0 0,1-1 1 0 0,17 1 32 0 0,110-24-828 0 0,3-12-3395 0 0,38-25-9905 0 0,-117 39 4061 0 0</inkml:trace>
</inkml:ink>
</file>

<file path=ppt/ink/ink1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5:31.9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1316 0 0,'0'0'1160'0'0,"2"15"412"0"0,-1 1-548 0 0,1 1-836 0 0,-2-7 125 0 0,2 0-213 0 0,0 0 140 0 0,-2 2-184 0 0,1 1 144 0 0,1 1-328 0 0,-2 1-88 0 0,0 1-457 0 0,0-1-959 0 0,2-2 516 0 0</inkml:trace>
</inkml:ink>
</file>

<file path=ppt/ink/ink1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5:32.1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1012 0 0,'0'0'1276'0'0,"2"13"336"0"0,1 1-508 0 0,1-1-427 0 0,-3 3-245 0 0,6-1-200 0 0,-3 0-400 0 0,-3 2-2193 0 0</inkml:trace>
</inkml:ink>
</file>

<file path=ppt/ink/ink1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4:37.5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285 87 1436 0 0,'1'-2'1753'0'0,"2"-4"-424"0"0,-1 1 1 0 0,0-1-1 0 0,0 1 0 0 0,2-11 1 0 0,-4 15-1194 0 0,1-1 0 0 0,-1 1-1 0 0,0-1 1 0 0,0 1 0 0 0,0 0 0 0 0,0-1 0 0 0,0 1 0 0 0,0-1 0 0 0,0 1-1 0 0,0-1 1 0 0,-1 1 0 0 0,1 0 0 0 0,0-1 0 0 0,-1 1 0 0 0,1 0 0 0 0,-1-1 0 0 0,0 1-1 0 0,1 0 1 0 0,-1 0 0 0 0,0-1 0 0 0,0 1 0 0 0,0 0 0 0 0,1 0 0 0 0,-1 0-1 0 0,-1 0 1 0 0,1 0 0 0 0,0 0 0 0 0,-2-1 0 0 0,0 1-60 0 0,-1-1-1 0 0,1 1 1 0 0,-1 0 0 0 0,1 0-1 0 0,-1 0 1 0 0,0 0 0 0 0,0 1-1 0 0,0-1 1 0 0,1 1 0 0 0,-1 0 0 0 0,0 0-1 0 0,0 1 1 0 0,0-1 0 0 0,-5 2-1 0 0,1 0-26 0 0,1 1 0 0 0,1 0 1 0 0,-1 0-1 0 0,0 0 0 0 0,1 1 0 0 0,-1 0 0 0 0,-5 5 0 0 0,-4 4-17 0 0,1 1-1 0 0,0 0 0 0 0,1 1 1 0 0,-19 27-1 0 0,23-27-23 0 0,0 1 0 0 0,1 0 0 0 0,0 0 0 0 0,-11 31 0 0 0,17-39-3 0 0,1-1 0 0 0,0 1 0 0 0,0 0 0 0 0,1 0 0 0 0,0 0 0 0 0,0 0 0 0 0,1-1 0 0 0,0 1 0 0 0,0 0 0 0 0,1 0 0 0 0,0 0 0 0 0,1 0 0 0 0,3 11 0 0 0,-4-16 1 0 0,0 0-1 0 0,0 0 0 0 0,1 0 0 0 0,-1-1 0 0 0,1 1 0 0 0,0 0 0 0 0,-1-1 1 0 0,1 1-1 0 0,1-1 0 0 0,-1 0 0 0 0,0 0 0 0 0,0 0 0 0 0,1 0 0 0 0,-1 0 1 0 0,1 0-1 0 0,0-1 0 0 0,4 3 0 0 0,-3-3 1 0 0,0 0-1 0 0,1 1 1 0 0,-1-2 0 0 0,0 1-1 0 0,1 0 1 0 0,-1-1-1 0 0,1 0 1 0 0,-1 0 0 0 0,1 0-1 0 0,-1-1 1 0 0,6-1 0 0 0,-1 0 7 0 0,-1 0 0 0 0,0 0 1 0 0,0-1-1 0 0,0-1 0 0 0,0 0 0 0 0,-1 0 1 0 0,1 0-1 0 0,-1-1 0 0 0,0 0 1 0 0,0 0-1 0 0,-1-1 0 0 0,10-9 1 0 0,-5-1 44 0 0,-1 0 0 0 0,0-1 0 0 0,-1 0 0 0 0,-1-1 0 0 0,11-33 0 0 0,13-27 1344 0 0,-31 76-1202 0 0,-1 2-165 0 0,1 1 1 0 0,-1-1-1 0 0,0 0 0 0 0,1 0 0 0 0,-1 0 1 0 0,1 1-1 0 0,-1-1 0 0 0,0 0 1 0 0,1 0-1 0 0,-1 1 0 0 0,0-1 0 0 0,0 0 1 0 0,1 1-1 0 0,-1-1 0 0 0,0 0 1 0 0,0 1-1 0 0,1-1 0 0 0,-1 0 0 0 0,0 1 1 0 0,0-1-1 0 0,0 1 0 0 0,1-1 1 0 0,-1 0-1 0 0,0 1 0 0 0,0 0 0 0 0,2 171 2409 0 0,-4-122-2611 0 0,3 1 0 0 0,1-1 0 0 0,13 70 1 0 0,-13-112-391 0 0,0 0 1 0 0,1 0 0 0 0,0 0 0 0 0,0 0 0 0 0,8 13 0 0 0,-9-18-277 0 0,0 0-1 0 0,1 0 0 0 0,-1 0 1 0 0,1 0-1 0 0,-1-1 1 0 0,1 1-1 0 0,0-1 0 0 0,0 1 1 0 0,5 2-1 0 0</inkml:trace>
</inkml:ink>
</file>

<file path=ppt/ink/ink1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4:37.7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67 2552 0 0,'22'-66'16681'0'0,"-19"67"-15429"0"0,-3-1-1218 0 0,1 0-1 0 0,-1 0 1 0 0,0 0-1 0 0,0 0 1 0 0,1 0-1 0 0,-1 0 1 0 0,0 0-1 0 0,0 0 1 0 0,1 0-1 0 0,-1 0 1 0 0,0 0-1 0 0,0 0 1 0 0,1 0-1 0 0,-1 0 1 0 0,0 1-1 0 0,0-1 1 0 0,1 0-1 0 0,-1 0 1 0 0,0 0-1 0 0,0 0 1 0 0,1 1-1 0 0,-1-1 1 0 0,0 0-1 0 0,0 0 1 0 0,0 0-1 0 0,0 1 1 0 0,1-1-1 0 0,-1 0 1 0 0,0 0-1 0 0,0 1 1 0 0,0-1-1 0 0,0 0 0 0 0,0 1 1 0 0,3 20 603 0 0,-1 1 1 0 0,-1 0-1 0 0,-1-1 1 0 0,-1 1-1 0 0,-5 28 1 0 0,-1 28-424 0 0,6-58-828 0 0,0 46-1874 0 0,7-34-1945 0 0,-5-29 3210 0 0,0 0 1 0 0,0 0-1 0 0,1 1 1 0 0,-1-1-1 0 0,1 0 1 0 0,3 4-1 0 0</inkml:trace>
</inkml:ink>
</file>

<file path=ppt/ink/ink1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4:37.9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89 1768 0 0,'15'-29'6002'0'0,"-8"16"-1825"0"0,-1 1 1 0 0,7-22 0 0 0,-10 36-3524 0 0,-2-1-630 0 0,0-1-1 0 0,-1 0 0 0 0,1 0 1 0 0,-1 0-1 0 0,1 0 0 0 0,-1 1 1 0 0,1-1-1 0 0,-1 0 1 0 0,0 0-1 0 0,1 1 0 0 0,-1-1 1 0 0,1 0-1 0 0,-1 1 0 0 0,0-1 1 0 0,1 1-1 0 0,-1-1 1 0 0,0 0-1 0 0,1 1 0 0 0,-1-1 1 0 0,1 1-1 0 0,1 11 155 0 0,0-1 0 0 0,0 0 0 0 0,-1 1 0 0 0,-1 18 0 0 0,2 16-74 0 0,5 32-1372 0 0,1 13-2946 0 0,1-30-3242 0 0,-4-36 356 0 0</inkml:trace>
</inkml:ink>
</file>

<file path=ppt/ink/ink1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5:33.6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64 0 0,'0'0'2928'0'0,"10"3"-2676"0"0,6-3-304 0 0,6-1-1892 0 0</inkml:trace>
</inkml:ink>
</file>

<file path=ppt/ink/ink1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5:33.9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1124 0 0,'14'0'2156'0'0,"6"2"-864"0"0,-1-2-516 0 0,1 2-275 0 0,5-2-341 0 0,-9 1 0 0 0,1-1-48 0 0,6 0-52 0 0,3 2-180 0 0,1 0-160 0 0,7-2-297 0 0,3 0-1119 0 0,0 0 432 0 0</inkml:trace>
</inkml:ink>
</file>

<file path=ppt/ink/ink1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5:34.0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35 580 0 0,'0'0'1304'0'0,"16"-5"380"0"0,-4 1-636 0 0,1-3-420 0 0,6 2-456 0 0,-1 0-588 0 0,-4 2-516 0 0,0 1-344 0 0,1-1 888 0 0</inkml:trace>
</inkml:ink>
</file>

<file path=ppt/ink/ink1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4:44.1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406 106 1680 0 0,'2'-7'1469'0'0,"-1"1"0"0"0,0-1 0 0 0,-1 0 0 0 0,1 0 0 0 0,-1 1 0 0 0,0-1 0 0 0,-2-10 0 0 0,1 15-1280 0 0,1 0 0 0 0,0 0 1 0 0,-1 0-1 0 0,1 0 1 0 0,-1 0-1 0 0,0 0 1 0 0,0 1-1 0 0,1-1 0 0 0,-1 0 1 0 0,0 0-1 0 0,-1 1 1 0 0,1-1-1 0 0,0 1 1 0 0,0-1-1 0 0,-1 1 0 0 0,1-1 1 0 0,-1 1-1 0 0,1 0 1 0 0,-1 0-1 0 0,1 0 0 0 0,-1 0 1 0 0,0 0-1 0 0,1 0 1 0 0,-1 0-1 0 0,0 0 1 0 0,0 1-1 0 0,0-1 0 0 0,0 1 1 0 0,0-1-1 0 0,0 1 1 0 0,0 0-1 0 0,-3 0 0 0 0,-9 1 72 0 0,0 0-1 0 0,1 2 1 0 0,-1-1-1 0 0,0 2 1 0 0,1 0-1 0 0,0 1 0 0 0,0 0 1 0 0,0 0-1 0 0,0 2 1 0 0,1 0-1 0 0,-15 10 0 0 0,2 1-43 0 0,1 1 0 0 0,1 1 0 0 0,1 1 0 0 0,-27 32 0 0 0,44-47-201 0 0,-1 1 0 0 0,1 1 0 0 0,1-1-1 0 0,-1 1 1 0 0,1 0 0 0 0,0 0 0 0 0,1 0 0 0 0,-4 15 0 0 0,6-20-11 0 0,0 0 0 0 0,1 0 0 0 0,-1 0 0 0 0,1 0 0 0 0,0 0 0 0 0,0 0 0 0 0,0 0 0 0 0,1 0 1 0 0,-1-1-1 0 0,1 1 0 0 0,-1 0 0 0 0,1 0 0 0 0,0 0 0 0 0,0-1 0 0 0,0 1 0 0 0,0 0 0 0 0,1-1 0 0 0,-1 1 1 0 0,1-1-1 0 0,0 1 0 0 0,-1-1 0 0 0,1 0 0 0 0,0 0 0 0 0,0 0 0 0 0,1 0 0 0 0,-1 0 0 0 0,0 0 1 0 0,1 0-1 0 0,-1-1 0 0 0,4 2 0 0 0,3 2-7 0 0,1-1-1 0 0,-1-1 1 0 0,1 1 0 0 0,0-1 0 0 0,0-1-1 0 0,0 0 1 0 0,0-1 0 0 0,0 0 0 0 0,0 0-1 0 0,0-1 1 0 0,0 0 0 0 0,1-1 0 0 0,-1 0-1 0 0,0 0 1 0 0,0-2 0 0 0,0 1 0 0 0,-1-1-1 0 0,13-5 1 0 0,-10 3-3 0 0,0-1 0 0 0,0-1 0 0 0,0 0 0 0 0,0-1 0 0 0,-1 0 0 0 0,-1 0-1 0 0,1-2 1 0 0,-1 1 0 0 0,-1-1 0 0 0,0 0 0 0 0,0-1 0 0 0,-1 0 0 0 0,7-13 0 0 0,-4 2 41 0 0,0-1 1 0 0,7-26-1 0 0,3-6 1479 0 0,-18 67-42 0 0,-1 175 1458 0 0,3-59-7137 0 0,-4-124 3500 0 0,4 37-4303 0 0,7-17-5363 0 0</inkml:trace>
</inkml:ink>
</file>

<file path=ppt/ink/ink1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4:44.4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33 117 32 0 0,'13'-20'6614'0'0,"-5"7"-3333"0"0,0 1 0 0 0,16-17 0 0 0,-20 24-2861 0 0,1 1-1 0 0,-1 0 0 0 0,1 1 1 0 0,0-1-1 0 0,0 1 0 0 0,1 0 1 0 0,-1 0-1 0 0,1 0 0 0 0,8-2 1 0 0,-11 4-192 0 0,1 0 1 0 0,-1 0-1 0 0,1 0 0 0 0,0 0 1 0 0,-1 1-1 0 0,1-1 1 0 0,0 1-1 0 0,0 0 1 0 0,-1 1-1 0 0,1-1 1 0 0,0 0-1 0 0,-1 1 1 0 0,1 0-1 0 0,-1 0 1 0 0,1 0-1 0 0,-1 0 1 0 0,1 1-1 0 0,-1-1 1 0 0,6 5-1 0 0,-7-5-113 0 0,0 1 0 0 0,0 0 0 0 0,-1 0-1 0 0,1-1 1 0 0,0 1 0 0 0,-1 0 0 0 0,0 1-1 0 0,1-1 1 0 0,-1 0 0 0 0,0 0 0 0 0,0 0 0 0 0,0 1-1 0 0,-1-1 1 0 0,1 1 0 0 0,0-1 0 0 0,-1 1 0 0 0,0-1-1 0 0,1 0 1 0 0,-1 1 0 0 0,0-1 0 0 0,0 1 0 0 0,0-1-1 0 0,-1 1 1 0 0,1-1 0 0 0,-1 1 0 0 0,1-1 0 0 0,-1 1-1 0 0,0-1 1 0 0,-1 4 0 0 0,-5 10 182 0 0,-1-1 0 0 0,0 0 0 0 0,-1 0 0 0 0,-20 24 0 0 0,-52 52 549 0 0,30-36-327 0 0,43-46-461 0 0,3-5-14 0 0,1 1 0 0 0,-1 0 0 0 0,1 1 0 0 0,1-1 0 0 0,-1 1 1 0 0,1-1-1 0 0,-5 11 0 0 0,8-15-40 0 0,0-1 0 0 0,0 1 0 0 0,0-1 0 0 0,0 1 0 0 0,0-1 0 0 0,0 0 0 0 0,0 1-1 0 0,0-1 1 0 0,0 1 0 0 0,0-1 0 0 0,0 1 0 0 0,0-1 0 0 0,0 0 0 0 0,0 1 0 0 0,1-1 0 0 0,-1 1 0 0 0,0-1 0 0 0,0 0 0 0 0,0 1 0 0 0,1-1 0 0 0,-1 0 0 0 0,0 1 0 0 0,1-1 0 0 0,-1 0-1 0 0,0 1 1 0 0,1-1 0 0 0,-1 0 0 0 0,0 0 0 0 0,1 1 0 0 0,-1-1 0 0 0,0 0 0 0 0,1 0 0 0 0,18 4 37 0 0,16-5-639 0 0,0-3 0 0 0,60-12 0 0 0,75-27-4659 0 0,-137 34 4012 0 0,-14 4 404 0 0,93-27-4614 0 0,-37 8-1775 0 0,-27 5-672 0 0</inkml:trace>
</inkml:ink>
</file>

<file path=ppt/ink/ink1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4:44.9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360 54 480 0 0,'-28'-17'7839'0'0,"-25"-20"7930"0"0,53 37-15718 0 0,6 0 85 0 0,1 1-1 0 0,-1 0 1 0 0,0 0 0 0 0,0 1 0 0 0,0-1-1 0 0,0 1 1 0 0,0 1 0 0 0,0-1 0 0 0,0 1-1 0 0,-1 0 1 0 0,1 0 0 0 0,9 8 0 0 0,-14-10-119 0 0,1 1 0 0 0,0-1 0 0 0,-1 1 1 0 0,1-1-1 0 0,-1 1 0 0 0,1 0 0 0 0,-1 0 1 0 0,0 0-1 0 0,0 0 0 0 0,1 0 0 0 0,-2 0 1 0 0,1 0-1 0 0,0 0 0 0 0,0 0 0 0 0,-1 0 1 0 0,1 0-1 0 0,-1 1 0 0 0,1-1 0 0 0,-1 0 1 0 0,0 0-1 0 0,0 0 0 0 0,0 1 0 0 0,0-1 1 0 0,-1 0-1 0 0,1 0 0 0 0,0 1 0 0 0,-1-1 1 0 0,0 0-1 0 0,1 0 0 0 0,-1 0 0 0 0,0 0 1 0 0,0 0-1 0 0,0 0 0 0 0,-1 0 1 0 0,1 0-1 0 0,0 0 0 0 0,-1-1 0 0 0,1 1 1 0 0,-1 0-1 0 0,-1 1 0 0 0,-10 10 103 0 0,-26 19 0 0 0,27-23-103 0 0,2-1 0 0 0,-1 2 0 0 0,-17 19 0 0 0,27-28 11 0 0,2 0-24 0 0,-1-1 1 0 0,0 1-1 0 0,0 0 0 0 0,1 0 1 0 0,-1-1-1 0 0,0 1 0 0 0,1-1 1 0 0,-1 1-1 0 0,0 0 0 0 0,1-1 1 0 0,-1 1-1 0 0,1-1 0 0 0,-1 1 1 0 0,1-1-1 0 0,-1 1 0 0 0,1-1 1 0 0,-1 1-1 0 0,1-1 0 0 0,0 0 1 0 0,-1 1-1 0 0,2 0 0 0 0,19 7 116 0 0,-21-7-112 0 0,12 3 72 0 0,71 30 1898 0 0,-74-30-1596 0 0,0 1 0 0 0,0 1 0 0 0,0 0 0 0 0,-1 0 0 0 0,0 0 0 0 0,13 15 0 0 0,-20-20-348 0 0,0 0 1 0 0,0 0-1 0 0,0 0 0 0 0,0 0 0 0 0,-1 0 0 0 0,1 0 1 0 0,0 1-1 0 0,-1-1 0 0 0,1 0 0 0 0,-1 1 0 0 0,1-1 1 0 0,-1 0-1 0 0,0 1 0 0 0,1-1 0 0 0,-1 0 0 0 0,0 1 1 0 0,0-1-1 0 0,0 0 0 0 0,0 1 0 0 0,0-1 0 0 0,0 1 1 0 0,-1 2-1 0 0,0-2-19 0 0,-1 1 0 0 0,1-1 0 0 0,0 0 0 0 0,-1 1 0 0 0,1-1 0 0 0,-1 0 0 0 0,0 0 0 0 0,0 0 0 0 0,0 0 0 0 0,-4 4 0 0 0,-5 1-72 0 0,0 0 1 0 0,0 0-1 0 0,-22 9 1 0 0,31-15 62 0 0,-28 11-2123 0 0,-1-1 0 0 0,-60 13 1 0 0,-66 1-11000 0 0,93-17 2352 0 0</inkml:trace>
</inkml:ink>
</file>

<file path=ppt/ink/ink1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5:36.8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0 512 0 0,'0'0'2240'0'0,"-1"11"-1480"0"0,-3-1-608 0 0,-1 5-1556 0 0,2-6 692 0 0</inkml:trace>
</inkml:ink>
</file>

<file path=ppt/ink/ink1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4:41.7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416 101 184 0 0,'0'0'2653'0'0,"0"-16"3425"0"0,-2 9-4734 0 0,-1 0 0 0 0,1 0 0 0 0,-1 0 0 0 0,0 0 0 0 0,-1 0 0 0 0,1 1-1 0 0,-7-8 1 0 0,9 12-1226 0 0,-1 0-1 0 0,0 0 1 0 0,1 1-1 0 0,-1-1 1 0 0,0 0-1 0 0,0 1 0 0 0,0 0 1 0 0,0-1-1 0 0,0 1 1 0 0,0 0-1 0 0,-1 0 0 0 0,1 0 1 0 0,0 0-1 0 0,-1 1 1 0 0,1-1-1 0 0,0 1 1 0 0,-1-1-1 0 0,1 1 0 0 0,-1 0 1 0 0,1 0-1 0 0,-1 0 1 0 0,1 0-1 0 0,0 0 0 0 0,-1 1 1 0 0,1-1-1 0 0,-1 1 1 0 0,-3 1-1 0 0,-11 5 130 0 0,0 0 0 0 0,1 1 0 0 0,1 1 0 0 0,-1 0 0 0 0,1 1 0 0 0,1 1 0 0 0,-15 14 0 0 0,-3 5 156 0 0,-49 61-1 0 0,69-76-348 0 0,1 1 0 0 0,1-1 1 0 0,-10 19-1 0 0,18-29-45 0 0,0-1 1 0 0,0 1 0 0 0,0 0 0 0 0,0 0-1 0 0,1 0 1 0 0,-1 0 0 0 0,1 0-1 0 0,1 0 1 0 0,-1 0 0 0 0,1 0-1 0 0,0 0 1 0 0,0 0 0 0 0,0 0-1 0 0,1 1 1 0 0,-1-1 0 0 0,3 5-1 0 0,-2-8-7 0 0,0 0 0 0 0,0 1 0 0 0,1-1-1 0 0,-1 0 1 0 0,1 0 0 0 0,-1 0-1 0 0,1 0 1 0 0,0 0 0 0 0,0 0-1 0 0,0-1 1 0 0,0 1 0 0 0,0-1 0 0 0,0 1-1 0 0,0-1 1 0 0,1 0 0 0 0,-1 0-1 0 0,0 0 1 0 0,1 0 0 0 0,-1 0 0 0 0,1 0-1 0 0,-1-1 1 0 0,1 1 0 0 0,-1-1-1 0 0,1 0 1 0 0,0 0 0 0 0,-1 0 0 0 0,1 0-1 0 0,4-1 1 0 0,4 0-9 0 0,0 0 1 0 0,0-1-1 0 0,-1-1 1 0 0,1 0-1 0 0,13-6 0 0 0,-13 4-3 0 0,-1 0-1 0 0,0-1 1 0 0,0-1-1 0 0,-1 1 1 0 0,0-2-1 0 0,0 1 0 0 0,0-1 1 0 0,-1-1-1 0 0,-1 1 1 0 0,1-1-1 0 0,11-19 1 0 0,2-9 68 0 0,32-73 1 0 0,-40 81-26 0 0,-3 5-27 0 0,-6 12 27 0 0,2 0 1 0 0,8-15-1 0 0,-13 25 213 0 0,6 16 348 0 0,-14 104 622 0 0,1 31-1058 0 0,6-132-909 0 0,1 0-1 0 0,1 0 1 0 0,1 0 0 0 0,9 31 0 0 0,-10-42 60 0 0,0-1-1 0 0,0 0 1 0 0,1 0 0 0 0,0 0-1 0 0,0 0 1 0 0,0 0 0 0 0,8 7 0 0 0,-8-9-74 0 0,-1-1 0 0 0,1 1 0 0 0,0-1 0 0 0,0 0 0 0 0,0 0 0 0 0,1 0 0 0 0,-1-1 0 0 0,0 1 0 0 0,1-1-1 0 0,-1 0 1 0 0,1 0 0 0 0,-1 0 0 0 0,6 1 0 0 0</inkml:trace>
</inkml:ink>
</file>

<file path=ppt/ink/ink1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4:42.0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1 192 3936 0 0,'4'-9'1480'0'0,"0"1"0"0"0,0-1 0 0 0,0 1 0 0 0,-2-1-1 0 0,1 0 1 0 0,-1 0 0 0 0,2-11 0 0 0,-3 12-835 0 0,0 0 0 0 0,0 1 0 0 0,1-1 0 0 0,1 1 0 0 0,-1-1 0 0 0,1 1 0 0 0,0 0-1 0 0,1 0 1 0 0,0 0 0 0 0,6-9 0 0 0,-7 13-529 0 0,-1 2-1 0 0,0-1 1 0 0,1 0-1 0 0,-1 0 1 0 0,1 1-1 0 0,-1-1 0 0 0,1 1 1 0 0,0 0-1 0 0,-1 0 1 0 0,1 0-1 0 0,0 0 0 0 0,0 0 1 0 0,0 0-1 0 0,0 1 1 0 0,0 0-1 0 0,0-1 1 0 0,0 1-1 0 0,5 1 0 0 0,-3-1 27 0 0,-1 1 0 0 0,1 0-1 0 0,-1 0 1 0 0,1 0-1 0 0,-1 0 1 0 0,0 1 0 0 0,1-1-1 0 0,-1 1 1 0 0,0 0 0 0 0,0 1-1 0 0,6 3 1 0 0,-8-3-68 0 0,1-1 0 0 0,-1 0 0 0 0,1 1 0 0 0,-1 0 0 0 0,0-1 0 0 0,0 1 0 0 0,-1 0 0 0 0,1 0 0 0 0,0 0 0 0 0,-1 0 0 0 0,0 1 0 0 0,0-1 0 0 0,0 0 0 0 0,0 0 0 0 0,0 1 0 0 0,-1-1 0 0 0,1 1 0 0 0,-1-1 0 0 0,0 0 0 0 0,0 1 0 0 0,0-1 0 0 0,-1 1 0 0 0,1-1 0 0 0,-1 0 0 0 0,-1 5 0 0 0,-3 7 142 0 0,0 1 0 0 0,-1-1 0 0 0,-1 0 0 0 0,-9 14 1 0 0,4-6 192 0 0,-16 28 568 0 0,-44 58 0 0 0,71-108-959 0 0,0 0 0 0 0,0 1 0 0 0,0-1 0 0 0,0 1 0 0 0,0-1 0 0 0,0 1 1 0 0,1-1-1 0 0,-1 1 0 0 0,0-1 0 0 0,1 1 0 0 0,-1 0 0 0 0,1-1 0 0 0,0 1 0 0 0,0 0 1 0 0,-1 0-1 0 0,1-1 0 0 0,0 1 0 0 0,0 0 0 0 0,1 0 0 0 0,-1-1 0 0 0,0 1 1 0 0,1 0-1 0 0,-1-1 0 0 0,1 3 0 0 0,0-3-14 0 0,0-1 0 0 0,0 1 1 0 0,0-1-1 0 0,0 1 0 0 0,-1-1 0 0 0,1 0 1 0 0,0 1-1 0 0,0-1 0 0 0,0 0 0 0 0,0 0 1 0 0,0 0-1 0 0,0 1 0 0 0,0-1 0 0 0,0 0 1 0 0,0 0-1 0 0,0-1 0 0 0,0 1 0 0 0,0 0 1 0 0,-1 0-1 0 0,3-1 0 0 0,18-4-112 0 0,33-15-4290 0 0,66-35 0 0 0,-8-4-8914 0 0,-81 41 5260 0 0</inkml:trace>
</inkml:ink>
</file>

<file path=ppt/ink/ink1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4:42.2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52 1156 0 0,'16'-24'13868'0'0,"5"-3"-2530"0"0,-17 32-11086 0 0,0 0 1 0 0,0 0 0 0 0,0 0 0 0 0,-1 1-1 0 0,0 0 1 0 0,0 0 0 0 0,-1 0 0 0 0,1 0-1 0 0,-1 0 1 0 0,2 10 0 0 0,1 11 1347 0 0,2 33 0 0 0,-4-27-1175 0 0,0 8-794 0 0,-3 45-1 0 0,3 39-1439 0 0,0-104-506 0 0,0 9-2911 0 0</inkml:trace>
</inkml:ink>
</file>

<file path=ppt/ink/ink1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4:59.0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 1 268 0 0,'1'9'1469'0'0,"1"20"8500"0"0,-2-23-9757 0 0,0-4 569 0 0,0 23-1124 0 0,-16 59-6527 0 0,12-64 3788 0 0</inkml:trace>
</inkml:ink>
</file>

<file path=ppt/ink/ink1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4:59.2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1 268 0 0,'13'39'8996'0'0,"0"-12"-5748"0"0,-10-17-3196 0 0,-1 0 1 0 0,0 0 0 0 0,2 21-1 0 0,-3 33-3885 0 0,-2-33 273 0 0,1-14 635 0 0</inkml:trace>
</inkml:ink>
</file>

<file path=ppt/ink/ink1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5:43.0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9 1124 0 0,'0'0'2850'0'0,"-2"-9"-3312"0"0</inkml:trace>
</inkml:ink>
</file>

<file path=ppt/ink/ink1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5:43.6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1 136 0 0,'0'0'3908'0'0,"12"3"-3036"0"0</inkml:trace>
</inkml:ink>
</file>

<file path=ppt/ink/ink1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5:40.8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251 173 1632 0 0,'6'-7'1395'0'0,"0"1"0"0"0,0-1-1 0 0,-1 0 1 0 0,0 0 0 0 0,0-1 0 0 0,7-15-1 0 0,-11 20-1221 0 0,0 0-1 0 0,1-1 0 0 0,-1 1 1 0 0,0-1-1 0 0,-1 1 1 0 0,1-1-1 0 0,-1 1 0 0 0,1-1 1 0 0,-1 1-1 0 0,0-1 0 0 0,-1 0 1 0 0,1 1-1 0 0,-1-1 1 0 0,1 1-1 0 0,-1-1 0 0 0,0 1 1 0 0,-3-7-1 0 0,2 7-142 0 0,-1 0-1 0 0,0 0 1 0 0,0 0 0 0 0,-1 0-1 0 0,1 1 1 0 0,0-1 0 0 0,-1 1-1 0 0,0 0 1 0 0,1 0 0 0 0,-1 0-1 0 0,0 0 1 0 0,0 1 0 0 0,0 0-1 0 0,0-1 1 0 0,-8 0 0 0 0,7 1-16 0 0,-1 0 0 0 0,0 1 1 0 0,1-1-1 0 0,-1 1 0 0 0,0 1 1 0 0,0-1-1 0 0,1 1 1 0 0,-1 0-1 0 0,0 0 0 0 0,1 0 1 0 0,-1 1-1 0 0,1 0 0 0 0,0 0 1 0 0,-8 4-1 0 0,5-1-1 0 0,0 0 0 0 0,1 1 0 0 0,0-1-1 0 0,0 1 1 0 0,1 1 0 0 0,0-1 0 0 0,0 1 0 0 0,-8 12 0 0 0,4-3-4 0 0,0 1 0 0 0,1 1 0 0 0,1 0 0 0 0,1 0 0 0 0,0 0 0 0 0,2 1 0 0 0,0 0 0 0 0,-2 19 0 0 0,5-25 3 0 0,1 0 0 0 0,1 0 0 0 0,0 0 0 0 0,0 0 1 0 0,1 0-1 0 0,1 0 0 0 0,0-1 0 0 0,1 1 0 0 0,9 22 1 0 0,-10-29-4 0 0,0 0 1 0 0,1-1-1 0 0,0 1 1 0 0,0-1-1 0 0,1 0 1 0 0,-1 0-1 0 0,1 0 1 0 0,0-1-1 0 0,0 1 1 0 0,1-1-1 0 0,-1 0 1 0 0,1 0-1 0 0,0-1 1 0 0,0 1-1 0 0,0-1 1 0 0,1 0-1 0 0,-1 0 1 0 0,1-1-1 0 0,-1 0 1 0 0,1 0-1 0 0,0 0 1 0 0,10 1-1 0 0,-12-2-2 0 0,0-1-1 0 0,0 0 0 0 0,0-1 1 0 0,0 1-1 0 0,0-1 0 0 0,-1 1 1 0 0,1-1-1 0 0,0 0 0 0 0,0 0 1 0 0,-1-1-1 0 0,1 1 0 0 0,0-1 1 0 0,-1 0-1 0 0,0 0 0 0 0,1 0 1 0 0,-1 0-1 0 0,0-1 0 0 0,0 1 1 0 0,0-1-1 0 0,-1 0 0 0 0,1 0 1 0 0,-1 0-1 0 0,1 0 0 0 0,-1 0 1 0 0,3-6-1 0 0,5-9 16 0 0,-1 1 0 0 0,-1-1 0 0 0,9-34 0 0 0,-12 39-9 0 0,27-104 63 0 0,-35 249 3293 0 0,3-112-3211 0 0,0 18 69 0 0,7 46 1 0 0,-4-67-585 0 0,0 0 1 0 0,1-1-1 0 0,1 0 0 0 0,0 0 1 0 0,9 19-1 0 0,6-3-3268 0 0,-2-15-2598 0 0</inkml:trace>
</inkml:ink>
</file>

<file path=ppt/ink/ink1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5:41.0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92 1668 0 0,'3'-92'18261'0'0,"2"117"-14752"0"0,-11 161 2215 0 0,0 0-6420 0 0,6-184 313 0 0,0 0-1 0 0,0 1 1 0 0,0-1 0 0 0,1 0-1 0 0,-1 0 1 0 0,0 0 0 0 0,1 1-1 0 0,0-1 1 0 0,-1 0 0 0 0,1 0 0 0 0,0 0-1 0 0,0 0 1 0 0,0 0 0 0 0,0 0-1 0 0,1 0 1 0 0,1 2 0 0 0</inkml:trace>
</inkml:ink>
</file>

<file path=ppt/ink/ink1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5:41.4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1 121 644 0 0,'8'-28'5811'0'0,"-5"19"-4529"0"0,-1-1 0 0 0,1 1 1 0 0,1 0-1 0 0,0 1 0 0 0,5-10 1 0 0,-8 16-1115 0 0,1-1 0 0 0,-1 1 1 0 0,1 0-1 0 0,0 0 1 0 0,0 1-1 0 0,-1-1 0 0 0,1 0 1 0 0,1 0-1 0 0,-1 1 0 0 0,0 0 1 0 0,0-1-1 0 0,0 1 1 0 0,1 0-1 0 0,-1 0 0 0 0,1 0 1 0 0,-1 0-1 0 0,1 1 1 0 0,-1-1-1 0 0,1 1 0 0 0,-1-1 1 0 0,1 1-1 0 0,0 0 1 0 0,-1 0-1 0 0,4 0 0 0 0,2 1 27 0 0,0 0 1 0 0,0 0-1 0 0,-1 1 0 0 0,1 0 0 0 0,0 1 0 0 0,0-1 0 0 0,-1 1 0 0 0,0 1 0 0 0,0 0 0 0 0,0 0 1 0 0,0 0-1 0 0,7 6 0 0 0,-10-6-95 0 0,0-1 1 0 0,0 1 0 0 0,0 1-1 0 0,0-1 1 0 0,0 1-1 0 0,-1-1 1 0 0,0 1 0 0 0,0 0-1 0 0,-1 0 1 0 0,1 0-1 0 0,-1 1 1 0 0,0-1 0 0 0,0 1-1 0 0,-1-1 1 0 0,0 1-1 0 0,0-1 1 0 0,0 1-1 0 0,0 9 1 0 0,-2-4 57 0 0,0 0 0 0 0,0 0-1 0 0,-1-1 1 0 0,-1 1 0 0 0,0-1-1 0 0,0 1 1 0 0,-1-1 0 0 0,0 0 0 0 0,-11 18-1 0 0,-5 4 702 0 0,-36 43 0 0 0,50-68-703 0 0,-52 68 1928 0 0,57-73-1864 0 0,4 1 140 0 0,-3-2-352 0 0,0-1 0 0 0,0 0 0 0 0,0 1 0 0 0,0-1 1 0 0,0 0-1 0 0,0 0 0 0 0,0 1 0 0 0,0-1 0 0 0,1 0 0 0 0,-1 0 0 0 0,0 1 0 0 0,0-1 0 0 0,0 0 0 0 0,0 0 0 0 0,0 1 0 0 0,1-1 0 0 0,-1 0 0 0 0,0 0 0 0 0,0 0 0 0 0,0 1 0 0 0,1-1 0 0 0,-1 0 0 0 0,0 0 0 0 0,0 0 0 0 0,1 0 0 0 0,-1 1 0 0 0,0-1 0 0 0,1 0 0 0 0,-1 0 0 0 0,0 0 1 0 0,0 0-1 0 0,1 0 0 0 0,-1 0 0 0 0,1 0 0 0 0,22 0 109 0 0,0-2 0 0 0,0 0 0 0 0,0-1 0 0 0,28-9 0 0 0,-24 7-72 0 0,12-3-513 0 0,1-2-1 0 0,-1-1 1 0 0,73-33-1 0 0,-108 42-30 0 0,-1 0-1 0 0,0 0 1 0 0,0 0 0 0 0,0 0-1 0 0,0-1 1 0 0,-1 1-1 0 0,1-1 1 0 0,-1 0 0 0 0,1 0-1 0 0,2-5 1 0 0,9-21-10956 0 0</inkml:trace>
</inkml:ink>
</file>

<file path=ppt/ink/ink1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5:41.8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406 130 2500 0 0,'2'-25'2074'0'0,"0"1"1350"0"0,-1 1 1 0 0,-2-32-1 0 0,0 53-2498 0 0,-1 3-33 0 0,-1 0-693 0 0,-1 1-1 0 0,1 0 0 0 0,0 1 1 0 0,0-1-1 0 0,1 0 0 0 0,-1 1 1 0 0,0 0-1 0 0,1-1 0 0 0,0 1 1 0 0,-1 0-1 0 0,1 0 0 0 0,0 1 1 0 0,1-1-1 0 0,-3 5 0 0 0,-23 58 1492 0 0,22-51-1279 0 0,-130 392 5267 0 0,-13 223-2467 0 0,127-505-2980 0 0,-8 183 0 0 0,27-241-368 0 0,4 1 0 0 0,2-1 1 0 0,3-1-1 0 0,24 99 0 0 0,-24-136-719 0 0,2-1-1 0 0,1 1 1 0 0,2-2 0 0 0,16 30-1 0 0,-19-42-430 0 0,1 1 0 0 0,1-2 0 0 0,12 15 0 0 0,-13-19-756 0 0,0-1 0 0 0,0 0-1 0 0,1 0 1 0 0,18 11-1 0 0,-2-4-6355 0 0</inkml:trace>
</inkml:ink>
</file>

<file path=ppt/ink/ink1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5:44.8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246 80 764 0 0,'0'0'1504'0'0,"2"-1"-296"0"0,37-6 4394 0 0,-36 6-4907 0 0,11-16 3665 0 0,-14 15-4267 0 0,0 0 0 0 0,0 0-1 0 0,0 0 1 0 0,0 0 0 0 0,0 1-1 0 0,0-1 1 0 0,0 0 0 0 0,0 0-1 0 0,-1 0 1 0 0,1 0 0 0 0,-1 1-1 0 0,0-1 1 0 0,1 0 0 0 0,-1 0-1 0 0,0 1 1 0 0,0-1 0 0 0,0 0-1 0 0,0 1 1 0 0,0-1 0 0 0,0 1-1 0 0,-1 0 1 0 0,1-1 0 0 0,0 1-1 0 0,-1 0 1 0 0,1 0 0 0 0,-1 0-1 0 0,1 0 1 0 0,-1 0 0 0 0,0 0-1 0 0,1 0 1 0 0,-1 0 0 0 0,0 1-1 0 0,0-1 1 0 0,1 1 0 0 0,-1-1-1 0 0,0 1 1 0 0,-3-1 0 0 0,-1 1-65 0 0,1-1 0 0 0,-1 1 1 0 0,0 0-1 0 0,0 0 1 0 0,0 1-1 0 0,0-1 1 0 0,0 1-1 0 0,0 1 0 0 0,1-1 1 0 0,-1 1-1 0 0,-8 4 1 0 0,3 0 3 0 0,0 1 1 0 0,1 0 0 0 0,0 1-1 0 0,0 0 1 0 0,1 1 0 0 0,0 0 0 0 0,1 0-1 0 0,-1 1 1 0 0,-11 18 0 0 0,8-8 22 0 0,1 0 0 0 0,1 0 0 0 0,1 1 0 0 0,-11 34 0 0 0,16-42-20 0 0,0 0-1 0 0,2 0 0 0 0,-1 1 0 0 0,2-1 0 0 0,0 1 0 0 0,0-1 1 0 0,3 19-1 0 0,-2-28-25 0 0,0-1 0 0 0,1 1-1 0 0,0-1 1 0 0,-1 0 0 0 0,1 1 0 0 0,1-1 0 0 0,-1 0 0 0 0,0 1 0 0 0,1-1 0 0 0,0 0 0 0 0,-1 0 0 0 0,1 0 0 0 0,1-1-1 0 0,-1 1 1 0 0,0 0 0 0 0,1-1 0 0 0,-1 1 0 0 0,1-1 0 0 0,0 0 0 0 0,-1 0 0 0 0,1 0 0 0 0,0 0 0 0 0,1 0 0 0 0,-1-1-1 0 0,0 0 1 0 0,0 1 0 0 0,1-1 0 0 0,-1 0 0 0 0,0-1 0 0 0,1 1 0 0 0,-1 0 0 0 0,8-1 0 0 0,-7 0-4 0 0,1 0 1 0 0,-1 0-1 0 0,1 0 1 0 0,-1-1-1 0 0,1 0 1 0 0,-1 0 0 0 0,0 0-1 0 0,1-1 1 0 0,-1 1-1 0 0,0-1 1 0 0,0 0-1 0 0,7-4 1 0 0,-4 1-1 0 0,0-1 1 0 0,-1 1-1 0 0,0-1 0 0 0,0 0 1 0 0,0 0-1 0 0,6-10 1 0 0,1-4 10 0 0,-1 0 0 0 0,0-1 0 0 0,15-42 0 0 0,-9 13 13 0 0,19-89 0 0 0,-33 121 13 0 0,-3 18 157 0 0,0 3 77 0 0,-3 31 978 0 0,2-15-988 0 0,-2 41-483 0 0,0-28 609 0 0,2 0-1 0 0,1 0 0 0 0,1 0 0 0 0,8 38 1 0 0,-7-61-843 0 0,-1 0 0 0 0,1-1 0 0 0,1 1 1 0 0,0-1-1 0 0,0 1 0 0 0,0-1 0 0 0,12 15 1 0 0,-12-18-475 0 0,1 1 1 0 0,1-1 0 0 0,-1 0-1 0 0,1-1 1 0 0,0 1 0 0 0,0-1-1 0 0,0 0 1 0 0,1 0 0 0 0,-1-1-1 0 0,1 0 1 0 0,9 3 0 0 0,2-1-5149 0 0</inkml:trace>
</inkml:ink>
</file>

<file path=ppt/ink/ink1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5:45.1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52 129 1160 0 0,'3'-22'4998'0'0,"-2"11"-2992"0"0,0 1-1 0 0,1 0 1 0 0,6-21-1 0 0,-7 29-1816 0 0,0-1 0 0 0,1 1 0 0 0,-1-1 0 0 0,1 1 0 0 0,-1-1-1 0 0,1 1 1 0 0,0 0 0 0 0,-1-1 0 0 0,1 1 0 0 0,0 0-1 0 0,1 0 1 0 0,-1 1 0 0 0,0-1 0 0 0,0 0 0 0 0,1 1 0 0 0,-1-1-1 0 0,1 1 1 0 0,0 0 0 0 0,4-2 0 0 0,-4 2-159 0 0,0 0-1 0 0,1 1 1 0 0,-1-1 0 0 0,1 1-1 0 0,-1-1 1 0 0,0 1 0 0 0,1 0-1 0 0,-1 0 1 0 0,1 1 0 0 0,-1-1-1 0 0,1 1 1 0 0,-1-1 0 0 0,1 1 0 0 0,-1 0-1 0 0,0 1 1 0 0,0-1 0 0 0,0 0-1 0 0,1 1 1 0 0,-1 0 0 0 0,0 0-1 0 0,-1 0 1 0 0,1 0 0 0 0,0 0-1 0 0,-1 1 1 0 0,1-1 0 0 0,-1 1-1 0 0,0-1 1 0 0,0 1 0 0 0,0 0-1 0 0,0 0 1 0 0,0 0 0 0 0,0 0 0 0 0,-1 0-1 0 0,0 0 1 0 0,1 1 0 0 0,-1-1-1 0 0,-1 0 1 0 0,1 1 0 0 0,0-1-1 0 0,-1 1 1 0 0,1-1 0 0 0,-1 1-1 0 0,0-1 1 0 0,-1 1 0 0 0,1-1-1 0 0,0 0 1 0 0,-1 1 0 0 0,0-1-1 0 0,-1 6 1 0 0,-3 4 43 0 0,-1-1-1 0 0,0 0 1 0 0,-1 0-1 0 0,0-1 1 0 0,0 0 0 0 0,-11 11-1 0 0,-59 58 413 0 0,1 0 1308 0 0,75-78-1567 0 0,1-2-207 0 0,0 0 0 0 0,0 1 0 0 0,0-1 0 0 0,0 0 0 0 0,0 1-1 0 0,0-1 1 0 0,0 0 0 0 0,0 1 0 0 0,0-1 0 0 0,0 0 0 0 0,0 1 0 0 0,0-1-1 0 0,0 0 1 0 0,0 1 0 0 0,0-1 0 0 0,0 0 0 0 0,1 0 0 0 0,-1 1 0 0 0,0-1-1 0 0,0 0 1 0 0,0 1 0 0 0,1-1 0 0 0,-1 0 0 0 0,0 0 0 0 0,0 0 0 0 0,1 1-1 0 0,-1-1 1 0 0,0 0 0 0 0,0 0 0 0 0,1 0 0 0 0,-1 1 0 0 0,1-1-1 0 0,19 2 73 0 0,0-1-1 0 0,0-1 0 0 0,1-1 0 0 0,30-5 0 0 0,2 1-586 0 0,31-4-2989 0 0,-30-3-5313 0 0,-33 4 455 0 0</inkml:trace>
</inkml:ink>
</file>

<file path=ppt/ink/ink1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5:45.4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59 1636 0 0,'4'-26'10079'0'0,"3"-7"2815"0"0,-2 53-12166 0 0,-1 1 1 0 0,-1-1 0 0 0,1 33-1 0 0,-6 68 3249 0 0,0-37-2710 0 0,-4 163-1346 0 0,6-245-567 0 0</inkml:trace>
</inkml:ink>
</file>

<file path=ppt/ink/ink1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4:40.1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351 181 2224 0 0,'11'-18'2963'0'0,"-1"0"1"0"0,10-28-1 0 0,-17 41-2476 0 0,-1 0 1 0 0,0 0-1 0 0,-1 0 0 0 0,0 0 1 0 0,1-1-1 0 0,-2 1 1 0 0,1-1-1 0 0,-1 1 1 0 0,1 0-1 0 0,-1-1 0 0 0,-1 1 1 0 0,1-1-1 0 0,-1 1 1 0 0,-2-7-1 0 0,3 11-446 0 0,-1 0 0 0 0,1 0 0 0 0,-1 0 0 0 0,1 1 0 0 0,-1-1 0 0 0,0 0 0 0 0,0 1 0 0 0,1-1 0 0 0,-1 0 0 0 0,0 1-1 0 0,0-1 1 0 0,0 1 0 0 0,1-1 0 0 0,-1 1 0 0 0,0-1 0 0 0,0 1 0 0 0,0 0 0 0 0,0 0 0 0 0,0-1 0 0 0,0 1 0 0 0,0 0 0 0 0,0 0 0 0 0,0 0 0 0 0,0 0 0 0 0,-2 0 0 0 0,-24 4 369 0 0,13 0-245 0 0,1 1-1 0 0,0 1 1 0 0,0 0 0 0 0,0 0-1 0 0,1 1 1 0 0,0 1 0 0 0,-21 17-1 0 0,-1 6 236 0 0,-34 37-1 0 0,48-47-256 0 0,2 2-1 0 0,-21 31 1 0 0,32-44-105 0 0,0 1-1 0 0,1 1 0 0 0,1-1 1 0 0,0 1-1 0 0,1 0 1 0 0,0 0-1 0 0,-4 23 0 0 0,8-33-31 0 0,-1 0 0 0 0,1-1 0 0 0,0 1-1 0 0,0 0 1 0 0,0 0 0 0 0,0-1-1 0 0,0 1 1 0 0,1 0 0 0 0,-1 0-1 0 0,0-1 1 0 0,1 1 0 0 0,-1 0 0 0 0,1-1-1 0 0,0 1 1 0 0,-1-1 0 0 0,1 1-1 0 0,0 0 1 0 0,0-1 0 0 0,0 0 0 0 0,0 1-1 0 0,3 1 1 0 0,-2-1-1 0 0,0-1 1 0 0,0 1-1 0 0,1-1 0 0 0,-1 0 1 0 0,1 0-1 0 0,-1 0 0 0 0,1 0 1 0 0,-1-1-1 0 0,1 1 0 0 0,-1-1 1 0 0,1 1-1 0 0,5-1 0 0 0,2 0 4 0 0,-1-1 0 0 0,1 0 0 0 0,0 0 0 0 0,-1-1 0 0 0,1 0 0 0 0,16-7 0 0 0,-9 1 8 0 0,-1-1 0 0 0,0 0 0 0 0,0-1 0 0 0,-1-1-1 0 0,-1-1 1 0 0,0 0 0 0 0,-1 0 0 0 0,23-28 0 0 0,2-9-45 0 0,39-68 0 0 0,-76 116 28 0 0,-1 1 13 0 0,0-1 0 0 0,1 0 1 0 0,-1 1-1 0 0,0-1 0 0 0,1 0 1 0 0,-1 1-1 0 0,0-1 0 0 0,1 1 0 0 0,-1-1 1 0 0,1 1-1 0 0,-1-1 0 0 0,1 1 1 0 0,-1-1-1 0 0,1 1 0 0 0,0-1 1 0 0,-1 1-1 0 0,1 0 0 0 0,-1-1 1 0 0,1 1-1 0 0,0 0 0 0 0,-1 0 0 0 0,1-1 1 0 0,0 1-1 0 0,-1 0 0 0 0,1 0 1 0 0,0 0-1 0 0,1 0 0 0 0,-2 0 25 0 0,1 1-1 0 0,0-1 0 0 0,0 1 1 0 0,-1 0-1 0 0,1-1 1 0 0,0 1-1 0 0,-1 0 0 0 0,1-1 1 0 0,0 1-1 0 0,-1 0 1 0 0,1 0-1 0 0,-1 0 0 0 0,0 0 1 0 0,1-1-1 0 0,-1 1 1 0 0,0 0-1 0 0,1 1 0 0 0,1 6 226 0 0,0 0-1 0 0,0 0 1 0 0,0 13-1 0 0,-2 21 339 0 0,-11 83-1 0 0,0 17-842 0 0,11-131-296 0 0,0 1 0 0 0,1 0 0 0 0,0 0 0 0 0,1-1-1 0 0,4 15 1 0 0,-4-22-104 0 0,-1 0-1 0 0,1 1 0 0 0,0-1 0 0 0,0 0 0 0 0,1 0 0 0 0,5 6 0 0 0,-6-7-390 0 0,1 0 0 0 0,0 0 0 0 0,0-1 0 0 0,0 1 0 0 0,0-1 0 0 0,1 0 0 0 0,-1 0 0 0 0,8 3 0 0 0</inkml:trace>
</inkml:ink>
</file>

<file path=ppt/ink/ink1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4:40.3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2 113 680 0 0,'0'0'428'0'0,"8"-25"7016"0"0,1 0 1 0 0,20-37 1086 0 0,-22 72-5654 0 0,-5 0-2297 0 0,0-1-1 0 0,-1 1 0 0 0,0-1 1 0 0,-1 1-1 0 0,0 0 1 0 0,-2 13-1 0 0,-13 64 376 0 0,10-60-700 0 0,-7 33-361 0 0,-11 69-251 0 0,20-107-1626 0 0,2-1-1 0 0,2 23 1 0 0,-1-42 1410 0 0,3 21-3560 0 0</inkml:trace>
</inkml:ink>
</file>

<file path=ppt/ink/ink1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4:40.8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549 142 2528 0 0,'3'-12'2313'0'0,"0"0"0"0"0,0 0 0 0 0,1 0 0 0 0,1 1 0 0 0,8-16-1 0 0,-11 23-2069 0 0,1 0-1 0 0,-1 0 0 0 0,1 1 0 0 0,0-1 0 0 0,1 1 0 0 0,-1 0 1 0 0,0 0-1 0 0,1 0 0 0 0,0 0 0 0 0,0 0 0 0 0,0 1 1 0 0,0 0-1 0 0,0 0 0 0 0,0 0 0 0 0,0 0 0 0 0,1 1 0 0 0,7-2 1 0 0,-2 1-117 0 0,1 1 0 0 0,0 0 0 0 0,-1 0 0 0 0,1 2 0 0 0,0-1 0 0 0,-1 1 0 0 0,17 4 0 0 0,-22-4-92 0 0,0 0 0 0 0,0 0 0 0 0,0 1-1 0 0,0 0 1 0 0,0 0 0 0 0,0 0 0 0 0,-1 1 0 0 0,1-1 0 0 0,-1 1-1 0 0,1 0 1 0 0,-1 1 0 0 0,0-1 0 0 0,0 1 0 0 0,-1-1 0 0 0,1 1-1 0 0,-1 0 1 0 0,4 6 0 0 0,-6-6-6 0 0,1-1 1 0 0,-1 1-1 0 0,0 0 0 0 0,-1-1 1 0 0,1 1-1 0 0,-1 0 1 0 0,1 0-1 0 0,-1-1 0 0 0,0 1 1 0 0,-1 0-1 0 0,1 0 0 0 0,-1 0 1 0 0,1-1-1 0 0,-1 1 0 0 0,0 0 1 0 0,-1-1-1 0 0,1 1 0 0 0,0-1 1 0 0,-1 1-1 0 0,-4 5 0 0 0,-3 6 79 0 0,-1 0 0 0 0,-23 26 0 0 0,-42 40 2378 0 0,75-80-2478 0 0,0-1-1 0 0,0 0 1 0 0,0 1-1 0 0,0-1 1 0 0,0 0-1 0 0,0 0 1 0 0,0 1-1 0 0,0-1 1 0 0,0 0-1 0 0,0 1 1 0 0,0-1-1 0 0,0 0 1 0 0,1 0-1 0 0,-1 1 1 0 0,0-1-1 0 0,0 0 1 0 0,0 0-1 0 0,0 1 1 0 0,1-1-1 0 0,-1 0 1 0 0,0 0-1 0 0,0 0 1 0 0,1 1-1 0 0,-1-1 1 0 0,0 0-1 0 0,0 0 1 0 0,1 0-1 0 0,-1 0 1 0 0,0 0-1 0 0,0 0 1 0 0,1 1-1 0 0,-1-1 1 0 0,0 0-1 0 0,1 0 1 0 0,-1 0-1 0 0,0 0 1 0 0,0 0-1 0 0,1 0 1 0 0,-1 0-1 0 0,0 0 1 0 0,1 0-1 0 0,-1-1 1 0 0,18 5 92 0 0,-6-3-43 0 0,0 2 0 0 0,0-1 0 0 0,0 2 0 0 0,-1-1 0 0 0,1 2 0 0 0,-1-1 0 0 0,13 9 0 0 0,-16-9 178 0 0,0 1 1 0 0,0 1 0 0 0,0-1 0 0 0,-1 1-1 0 0,0 1 1 0 0,0-1 0 0 0,0 1-1 0 0,-1 1 1 0 0,11 14 0 0 0,-16-19-175 0 0,0-1 1 0 0,0 1 0 0 0,0-1 0 0 0,0 1-1 0 0,0 0 1 0 0,-1-1 0 0 0,1 1 0 0 0,-1 0-1 0 0,1 0 1 0 0,-1-1 0 0 0,0 1 0 0 0,0 0-1 0 0,-1 0 1 0 0,1-1 0 0 0,0 1 0 0 0,-1 0-1 0 0,0-1 1 0 0,1 1 0 0 0,-1 0 0 0 0,0-1-1 0 0,0 1 1 0 0,-1-1 0 0 0,1 1 0 0 0,-1-1-1 0 0,1 0 1 0 0,-1 0 0 0 0,1 1 0 0 0,-1-1-1 0 0,0 0 1 0 0,0-1 0 0 0,-4 4 0 0 0,-5 4-42 0 0,0 0 0 0 0,-1-1 0 0 0,-1 0 0 0 0,-20 10 0 0 0,-9 1-841 0 0,-1-2 1 0 0,0-2 0 0 0,-1-2 0 0 0,-55 10 0 0 0,-185 16-7603 0 0,278-39 8236 0 0,-157 16-7862 0 0,72-8 226 0 0</inkml:trace>
</inkml:ink>
</file>

<file path=ppt/ink/ink1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5:00.7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48 312 0 0,'14'-2'2284'0'0,"1"-1"0"0"0,-1 0 0 0 0,18-6 0 0 0,10-4-225 0 0,36-2-7738 0 0,-60 12 2255 0 0</inkml:trace>
</inkml:ink>
</file>

<file path=ppt/ink/ink1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5:01.0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36 252 0 0,'76'-17'10084'0'0,"1"-1"-8007"0"0,-24 18-9062 0 0</inkml:trace>
</inkml:ink>
</file>

<file path=ppt/ink/ink1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5:01.2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 1716 0 0,'3'1'3594'0'0,"-2"-1"-3640"0"0,32-1 9478 0 0,-25-2-8229 0 0</inkml:trace>
</inkml:ink>
</file>

<file path=ppt/ink/ink1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5:34.2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 1104 0 0,'0'0'1144'0'0,"3"0"-206"0"0,41-2 2506 0 0,-42 2-3283 0 0,1 0-333 0 0,11 0-2167 0 0</inkml:trace>
</inkml:ink>
</file>

<file path=ppt/ink/ink1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5:34.5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2 844 0 0,'0'0'3017'0'0,"3"0"-1921"0"0,38-1 2801 0 0,-39 1-4242 0 0</inkml:trace>
</inkml:ink>
</file>

<file path=ppt/ink/ink1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5:52.9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1 432 0 0,'0'0'3608'0'0</inkml:trace>
</inkml:ink>
</file>

<file path=ppt/ink/ink1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5:54.1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82 25 1096 0 0,'-2'1'2584'0'0,"-74"36"23827"0"0,72-30-23743 0 0,11-2-2660 0 0,9-2-8 0 0,23 0 0 0 0,1-1 0 0 0,45-4 0 0 0,82-15 0 0 0,-80 7 0 0 0,221-27-7 0 0,-261 30-1449 0 0,-4-3-4315 0 0</inkml:trace>
</inkml:ink>
</file>

<file path=ppt/ink/ink1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5:54.4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 26 2600 0 0,'-11'-25'10915'0'0,"11"25"-10834"0"0,0-1-1 0 0,-1 1 1 0 0,1 0-1 0 0,0 0 1 0 0,0 0-1 0 0,0 0 1 0 0,-1 0-1 0 0,1 0 1 0 0,0 0-1 0 0,0 0 1 0 0,0 0-1 0 0,-1 0 1 0 0,1 0-1 0 0,0 0 1 0 0,0 0-1 0 0,0 0 1 0 0,-1 1-1 0 0,1-1 1 0 0,0 0 0 0 0,-4 11 1799 0 0,3 29-552 0 0,1-28-724 0 0,-6 347 2185 0 0,6-305-2608 0 0,0-45-345 0 0,1 0 1 0 0,-1 0-1 0 0,1 0 1 0 0,1 0-1 0 0,0-1 1 0 0,0 1-1 0 0,4 9 0 0 0,-4-13-422 0 0,1 0-1 0 0,-1-1 0 0 0,1 1 1 0 0,0-1-1 0 0,5 7 0 0 0,-4-8-487 0 0,-1 0 0 0 0,1 1-1 0 0,0-1 1 0 0,0 0 0 0 0,0-1-1 0 0,7 5 1 0 0,8 0-6081 0 0</inkml:trace>
</inkml:ink>
</file>

<file path=ppt/ink/ink1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5:54.9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258 141 2392 0 0,'7'-18'3247'0'0,"0"0"-1"0"0,-1 0 1 0 0,3-20-1 0 0,-6 26-1497 0 0,-2 10-1674 0 0,-1 1 0 0 0,1 0 0 0 0,-1 0 0 0 0,0 0 1 0 0,1 0-1 0 0,-1-1 0 0 0,0 1 0 0 0,0 0 0 0 0,0 0 1 0 0,0-1-1 0 0,0 1 0 0 0,0 0 0 0 0,0 0 1 0 0,0-1-1 0 0,-1 1 0 0 0,1 0 0 0 0,0 0 0 0 0,-1 0 1 0 0,1-1-1 0 0,-1 1 0 0 0,1 0 0 0 0,-2-2 0 0 0,1 2-54 0 0,0 1 1 0 0,0-1-1 0 0,1 0 0 0 0,-1 1 0 0 0,0-1 0 0 0,0 1 0 0 0,0-1 0 0 0,0 1 0 0 0,0 0 0 0 0,0-1 0 0 0,0 1 0 0 0,0 0 0 0 0,0 0 1 0 0,0 0-1 0 0,0-1 0 0 0,0 1 0 0 0,0 0 0 0 0,0 0 0 0 0,0 0 0 0 0,0 1 0 0 0,-2-1 0 0 0,-20 7 90 0 0,4 4-89 0 0,-1 1-1 0 0,2 0 0 0 0,0 2 1 0 0,0 0-1 0 0,1 1 0 0 0,1 0 1 0 0,1 2-1 0 0,0 0 1 0 0,1 0-1 0 0,1 2 0 0 0,0-1 1 0 0,-19 41-1 0 0,30-52-5 0 0,-1-1 0 0 0,1 1 0 0 0,0 0 0 0 0,0 0 0 0 0,1 0 0 0 0,0 0 0 0 0,1 0 0 0 0,-1 0 0 0 0,1 0 0 0 0,1 0 0 0 0,0 8 0 0 0,-1-12-6 0 0,1-1 0 0 0,0 1 0 0 0,-1 0 0 0 0,1-1 0 0 0,0 1-1 0 0,0-1 1 0 0,0 1 0 0 0,1-1 0 0 0,-1 0 0 0 0,0 1 0 0 0,1-1-1 0 0,0 0 1 0 0,-1 0 0 0 0,1 0 0 0 0,0 0 0 0 0,0 0 0 0 0,0 0-1 0 0,0-1 1 0 0,1 1 0 0 0,-1-1 0 0 0,0 1 0 0 0,1-1 0 0 0,-1 0-1 0 0,1 0 1 0 0,-1 0 0 0 0,1 0 0 0 0,0-1 0 0 0,-1 1 0 0 0,1-1 0 0 0,0 1-1 0 0,-1-1 1 0 0,1 0 0 0 0,3 0 0 0 0,0 0-4 0 0,1-1-1 0 0,-1 0 1 0 0,1 0 0 0 0,-1 0 0 0 0,0-1 0 0 0,0 0 0 0 0,0 0-1 0 0,0 0 1 0 0,0-1 0 0 0,0 0 0 0 0,-1 0 0 0 0,1 0-1 0 0,-1-1 1 0 0,0 0 0 0 0,6-5 0 0 0,1-3 1 0 0,-1-1 0 0 0,0 0 0 0 0,-1 0 0 0 0,16-28 0 0 0,38-79 655 0 0,-64 120-657 0 0,0 0 0 0 0,0 0 1 0 0,0-1-1 0 0,0 1 0 0 0,0 0 0 0 0,0 0 1 0 0,0 0-1 0 0,0-1 0 0 0,0 1 0 0 0,0 0 1 0 0,0 0-1 0 0,0-1 0 0 0,0 1 0 0 0,1 0 0 0 0,-1 0 1 0 0,0 0-1 0 0,0 0 0 0 0,0-1 0 0 0,0 1 1 0 0,0 0-1 0 0,1 0 0 0 0,-1 0 0 0 0,0 0 1 0 0,0 0-1 0 0,0-1 0 0 0,1 1 0 0 0,-1 0 1 0 0,0 0-1 0 0,0 0 0 0 0,0 0 0 0 0,1 0 0 0 0,-1 0 1 0 0,0 0-1 0 0,0 0 0 0 0,1 0 0 0 0,-1 0 1 0 0,0 0-1 0 0,0 0 0 0 0,0 0 0 0 0,1 0 1 0 0,-1 0-1 0 0,0 0 0 0 0,0 0 0 0 0,1 0 1 0 0,-1 0-1 0 0,0 0 0 0 0,5 13 249 0 0,-1 17 149 0 0,-7 73 176 0 0,1-53-1036 0 0,1 1 0 0 0,3 0 0 0 0,10 63 0 0 0,-12-113 417 0 0,10 33-3348 0 0,2-15-3930 0 0</inkml:trace>
</inkml:ink>
</file>

<file path=ppt/ink/ink1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5:55.2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51 2640 0 0,'17'-45'13389'0'0,"-13"42"-11918"0"0,0 0-479 0 0,1 12 46 0 0,1 12 435 0 0,0 1-1 0 0,-2 0 1 0 0,3 29-1 0 0,-2 69 468 0 0,-1-9-2587 0 0,-4-106-2 0 0,0-1-1 0 0,1 1 1 0 0,-1-1-1 0 0,1 1 1 0 0,0-1-1 0 0,1 1 1 0 0,1 4-1 0 0,4 1-3441 0 0</inkml:trace>
</inkml:ink>
</file>

<file path=ppt/ink/ink1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5:55.7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0 209 3248 0 0,'0'-11'2435'0'0,"1"-1"1"0"0,0 1-1 0 0,5-18 0 0 0,-3 19-1486 0 0,0 0-1 0 0,0 0 1 0 0,1 1-1 0 0,6-11 1 0 0,-6 14-774 0 0,0-1 1 0 0,1 0-1 0 0,0 1 0 0 0,0 0 1 0 0,0 0-1 0 0,1 1 1 0 0,-1-1-1 0 0,1 1 1 0 0,1 0-1 0 0,-1 1 1 0 0,1-1-1 0 0,0 1 0 0 0,11-4 1 0 0,-16 7-171 0 0,-1 0 1 0 0,1 0 0 0 0,-1 0-1 0 0,1 1 1 0 0,0-1-1 0 0,-1 1 1 0 0,1-1 0 0 0,0 1-1 0 0,-1 0 1 0 0,1-1-1 0 0,0 1 1 0 0,0 0-1 0 0,-1 0 1 0 0,1 0 0 0 0,0 1-1 0 0,-1-1 1 0 0,1 0-1 0 0,0 1 1 0 0,0-1-1 0 0,-1 1 1 0 0,1-1 0 0 0,-1 1-1 0 0,1 0 1 0 0,-1 0-1 0 0,1 0 1 0 0,-1 0 0 0 0,1 0-1 0 0,-1 0 1 0 0,0 0-1 0 0,1 0 1 0 0,-1 0-1 0 0,0 1 1 0 0,0-1 0 0 0,0 0-1 0 0,0 1 1 0 0,0-1-1 0 0,0 1 1 0 0,0-1 0 0 0,-1 1-1 0 0,1 0 1 0 0,0-1-1 0 0,0 3 1 0 0,0 3 2 0 0,0-1 1 0 0,0 0 0 0 0,0 1-1 0 0,-1-1 1 0 0,1 0-1 0 0,-2 1 1 0 0,1-1 0 0 0,-1 0-1 0 0,-2 12 1 0 0,-5 5 23 0 0,-1 0 0 0 0,-12 23 0 0 0,-10 27 215 0 0,27-64-170 0 0,4-9-70 0 0,0 1-1 0 0,-1 0 0 0 0,1-1 1 0 0,0 1-1 0 0,0-1 1 0 0,0 1-1 0 0,-1 0 1 0 0,1-1-1 0 0,0 1 1 0 0,0 0-1 0 0,0-1 0 0 0,0 1 1 0 0,0-1-1 0 0,0 1 1 0 0,0 0-1 0 0,1-1 1 0 0,-1 1-1 0 0,0 0 1 0 0,1 1 9 0 0,2-1-3 0 0,0-1 21 0 0,27 6-79 0 0,1 0 0 0 0,-1 2 0 0 0,37 14 0 0 0,-58-17 105 0 0,0-1-1 0 0,0 1 1 0 0,0 1-1 0 0,0-1 1 0 0,-1 1-1 0 0,8 8 1 0 0,-11-10 137 0 0,-1 1 0 0 0,0 0 0 0 0,0 0 0 0 0,-1 0 0 0 0,1 0 1 0 0,-1 0-1 0 0,0 1 0 0 0,0-1 0 0 0,-1 1 0 0 0,0 0 1 0 0,2 6-1 0 0,-3-8 69 0 0,0 0 1 0 0,-1-1-1 0 0,1 1 1 0 0,-1 0-1 0 0,0 0 1 0 0,0-1-1 0 0,0 1 1 0 0,0 0-1 0 0,-1 0 1 0 0,1-1 0 0 0,-1 1-1 0 0,0 0 1 0 0,0-1-1 0 0,-1 1 1 0 0,1-1-1 0 0,-3 6 1 0 0,1-5-50 0 0,-1 1 1 0 0,1-1 0 0 0,-1 0 0 0 0,0 1 0 0 0,0-2 0 0 0,0 1 0 0 0,-1 0-1 0 0,1-1 1 0 0,-11 6 0 0 0,-1-2-35 0 0,0 0-1 0 0,0-1 0 0 0,-1 0 1 0 0,0-1-1 0 0,-35 4 1 0 0,30-6-610 0 0,-1-1 0 0 0,-40-3-1 0 0,62 1 218 0 0,0 0-1 0 0,0 0 0 0 0,0 0 0 0 0,0 0 1 0 0,0 0-1 0 0,0 0 0 0 0,0-1 0 0 0,0 1 1 0 0,0 0-1 0 0,0-1 0 0 0,0 1 0 0 0,0 0 1 0 0,0-1-1 0 0,0 0 0 0 0,0 1 0 0 0,0-1 0 0 0,0 1 1 0 0,0-1-1 0 0,1 0 0 0 0,-1 0 0 0 0,0 0 1 0 0,1 1-1 0 0,-1-1 0 0 0,0 0 0 0 0,1 0 1 0 0,-1 0-1 0 0,1 0 0 0 0,-1 0 0 0 0,1 0 1 0 0,0 0-1 0 0,-1 0 0 0 0,1 0 0 0 0,0 0 0 0 0,0 0 1 0 0,-1 0-1 0 0,1-2 0 0 0,1-2-1213 0 0,-1 1 0 0 0,1-1 0 0 0,0 1-1 0 0,0-1 1 0 0,0 1 0 0 0,3-7 0 0 0</inkml:trace>
</inkml:ink>
</file>

<file path=ppt/ink/ink1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4:47.6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200 204 524 0 0,'9'-17'2319'0'0,"0"1"1"0"0,-1-2-1 0 0,7-18 0 0 0,-13 28-1584 0 0,1 0-1 0 0,-1-1 0 0 0,-1 1 0 0 0,1-1 0 0 0,-1 1 0 0 0,-1-1 0 0 0,0 0 0 0 0,-1-16 0 0 0,1 24-679 0 0,0 0 0 0 0,-1 0-1 0 0,1 0 1 0 0,0 0 0 0 0,0 0 0 0 0,-1 0-1 0 0,1 0 1 0 0,-1-1 0 0 0,1 1-1 0 0,-1 0 1 0 0,1 1 0 0 0,-1-1 0 0 0,1 0-1 0 0,-1 0 1 0 0,0 0 0 0 0,0 0-1 0 0,1 0 1 0 0,-1 1 0 0 0,0-1 0 0 0,0 0-1 0 0,0 1 1 0 0,0-1 0 0 0,-2-1 0 0 0,2 2-22 0 0,-1 0 0 0 0,0 0 1 0 0,1-1-1 0 0,-1 1 1 0 0,0 0-1 0 0,0 1 1 0 0,1-1-1 0 0,-1 0 1 0 0,0 0-1 0 0,1 1 0 0 0,-1-1 1 0 0,0 1-1 0 0,1-1 1 0 0,-2 2-1 0 0,-4 1 10 0 0,0 1 0 0 0,1 0 0 0 0,-1 0 0 0 0,1 0 0 0 0,-10 10 0 0 0,-3 6 7 0 0,1 1-1 0 0,1 1 1 0 0,0 0-1 0 0,-16 31 1 0 0,24-37-30 0 0,1 1 1 0 0,0 0 0 0 0,1 1 0 0 0,1-1 0 0 0,1 1 0 0 0,1 0 0 0 0,-4 25 0 0 0,8-40-16 0 0,-1 0 0 0 0,1 1 0 0 0,0-1 0 0 0,0 0 0 0 0,1 0 0 0 0,-1 1-1 0 0,1-1 1 0 0,-1 0 0 0 0,1 0 0 0 0,0 0 0 0 0,0 1 0 0 0,1-1 0 0 0,-1 0 0 0 0,0-1 0 0 0,1 1 0 0 0,0 0 0 0 0,0 0 0 0 0,0-1 0 0 0,0 1 0 0 0,0-1 0 0 0,0 1 0 0 0,6 3 0 0 0,-4-4 0 0 0,1 1 0 0 0,-1-1 0 0 0,1 1 1 0 0,0-1-1 0 0,0-1 0 0 0,0 1 0 0 0,0-1 0 0 0,0 0 1 0 0,0 0-1 0 0,0 0 0 0 0,0-1 0 0 0,1 0 0 0 0,9 0 0 0 0,-4-1 0 0 0,-1-1-1 0 0,0 1 1 0 0,0-2-1 0 0,0 1 1 0 0,0-1-1 0 0,0-1 1 0 0,-1 0-1 0 0,0 0 1 0 0,1-1-1 0 0,-1 0 1 0 0,-1 0-1 0 0,1-1 1 0 0,-1 0-1 0 0,0-1 1 0 0,11-11-1 0 0,-8 4 9 0 0,0 0-1 0 0,-1 0 1 0 0,-1-1-1 0 0,0 0 1 0 0,-1-1-1 0 0,0 0 1 0 0,-1 0 0 0 0,6-24-1 0 0,18-82 2732 0 0,-42 276 1748 0 0,7 30-3858 0 0,14-93-1673 0 0,-6-71-409 0 0,1 0 0 0 0,10 27-1 0 0,-12-40 220 0 0,0 0-1 0 0,1 0 1 0 0,7 11-1 0 0,9 6-5966 0 0</inkml:trace>
</inkml:ink>
</file>

<file path=ppt/ink/ink1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4:48.1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32 225 984 0 0,'-9'-45'8088'0'0,"5"32"-6608"0"0,2 1 0 0 0,0-1 0 0 0,0 1 0 0 0,1-1 0 0 0,1-19 0 0 0,0 28-1348 0 0,1 0 0 0 0,0 0 0 0 0,0 1 0 0 0,0-1 0 0 0,0 0 1 0 0,1 1-1 0 0,-1-1 0 0 0,1 1 0 0 0,0 0 0 0 0,0-1 0 0 0,0 1 0 0 0,1 0 0 0 0,-1 0 0 0 0,1 0 0 0 0,0 1 0 0 0,-1-1 0 0 0,1 1 0 0 0,0-1 1 0 0,1 1-1 0 0,-1 0 0 0 0,0 0 0 0 0,8-3 0 0 0,-5 3-66 0 0,0 0 1 0 0,0 0 0 0 0,0 0-1 0 0,0 1 1 0 0,1 0-1 0 0,-1 1 1 0 0,1-1-1 0 0,-1 1 1 0 0,1 0-1 0 0,-1 1 1 0 0,0-1-1 0 0,1 1 1 0 0,-1 1-1 0 0,0-1 1 0 0,1 1 0 0 0,-1 0-1 0 0,9 5 1 0 0,-11-6-45 0 0,0 1 1 0 0,-1 0-1 0 0,1 0 1 0 0,-1 0 0 0 0,0 1-1 0 0,1-1 1 0 0,-1 1-1 0 0,0 0 1 0 0,-1 0 0 0 0,1 0-1 0 0,0 0 1 0 0,-1 0-1 0 0,0 0 1 0 0,0 1 0 0 0,0-1-1 0 0,0 1 1 0 0,0 0-1 0 0,-1-1 1 0 0,0 1 0 0 0,1 0-1 0 0,-1 0 1 0 0,-1 0-1 0 0,1 0 1 0 0,-1 0-1 0 0,1 0 1 0 0,-1 0 0 0 0,0 0-1 0 0,0 0 1 0 0,-2 5-1 0 0,0 2-3 0 0,-1 0-1 0 0,-1 0 0 0 0,0 0 0 0 0,-1-1 1 0 0,0 1-1 0 0,0-1 0 0 0,-1 0 0 0 0,-1-1 1 0 0,1 1-1 0 0,-2-1 0 0 0,1-1 0 0 0,-10 9 1 0 0,-8 5 232 0 0,-1 0 0 0 0,-52 32 1 0 0,47-40 228 0 0,29-14-379 0 0,1-1-102 0 0,1 1 1 0 0,0-1-1 0 0,0 0 1 0 0,0 0-1 0 0,0 1 1 0 0,0-1 0 0 0,1 0-1 0 0,-1 0 1 0 0,0 1-1 0 0,0-1 1 0 0,0 0 0 0 0,1 0-1 0 0,-1 1 1 0 0,0-1-1 0 0,1 0 1 0 0,-1 1-1 0 0,1-1 1 0 0,0-1 0 0 0,12-4-18 0 0,-1 0 1 0 0,1 1 0 0 0,0 1 0 0 0,1 0 0 0 0,-1 0 0 0 0,1 2 0 0 0,14-2 0 0 0,-23 3 69 0 0,0 1 0 0 0,0 0-1 0 0,1 0 1 0 0,-1 1 0 0 0,0-1 0 0 0,1 1 0 0 0,-1 0 0 0 0,0 1 0 0 0,0-1-1 0 0,0 1 1 0 0,0 0 0 0 0,0 0 0 0 0,-1 1 0 0 0,1-1 0 0 0,-1 1 0 0 0,1 0-1 0 0,-1 0 1 0 0,0 1 0 0 0,0-1 0 0 0,0 1 0 0 0,-1 0 0 0 0,4 4 0 0 0,-5-5 84 0 0,-1-1 0 0 0,1 0 0 0 0,-1 1 1 0 0,1 0-1 0 0,-1-1 0 0 0,0 1 1 0 0,0 0-1 0 0,-1-1 0 0 0,1 1 0 0 0,0 0 1 0 0,-1 0-1 0 0,0 0 0 0 0,0-1 0 0 0,0 1 1 0 0,0 0-1 0 0,0 3 0 0 0,-1-1 7 0 0,0 0 0 0 0,-1-1 0 0 0,1 1-1 0 0,-1 0 1 0 0,0-1 0 0 0,0 0 0 0 0,0 1 0 0 0,-6 6-1 0 0,1-1-34 0 0,-1-1 0 0 0,0-1 0 0 0,-1 1 0 0 0,0-2 0 0 0,0 1-1 0 0,0-1 1 0 0,-12 7 0 0 0,6-6-77 0 0,1 0 1 0 0,-1-2-1 0 0,-1 1 0 0 0,-17 4 0 0 0,-6-6-2832 0 0,38-5 2610 0 0,0 0 1 0 0,0 0-1 0 0,1 0 0 0 0,-1 0 0 0 0,0 0 1 0 0,0 0-1 0 0,1 0 0 0 0,-1 0 0 0 0,0-1 0 0 0,1 1 1 0 0,-1 0-1 0 0,0 0 0 0 0,1-1 0 0 0,-1 1 1 0 0,0 0-1 0 0,1-1 0 0 0,-1 1 0 0 0,1-1 0 0 0,-1 1 1 0 0,1-1-1 0 0,-1 1 0 0 0,1-1 0 0 0,-1 1 1 0 0,1-1-1 0 0,-1 0 0 0 0,1 1 0 0 0,0-1 0 0 0,-1 1 1 0 0,1-1-1 0 0,0 0 0 0 0,0 1 0 0 0,0-1 1 0 0,-1 0-1 0 0,1 0 0 0 0,0 1 0 0 0,0-1 0 0 0,0-1 1 0 0,0 0-672 0 0,0 0 0 0 0,0 0 0 0 0,0 0 0 0 0,1-1 0 0 0,-1 1 0 0 0,1 0 0 0 0,-1 0 0 0 0,1 0 0 0 0,0 0 0 0 0,1-2 0 0 0</inkml:trace>
</inkml:ink>
</file>

<file path=ppt/ink/ink1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4:48.4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83 3400 0 0,'3'-3'628'0'0,"50"-54"11435"0"0,-30 40-9446 0 0,-20 16-2380 0 0,0 0 0 0 0,1 0 0 0 0,-1 0 0 0 0,1 0 0 0 0,0 1 0 0 0,-1-1 0 0 0,1 1 0 0 0,-1 0 0 0 0,1 0 0 0 0,0 1 0 0 0,-1-1 0 0 0,1 1 0 0 0,-1-1-1 0 0,1 1 1 0 0,-1 0 0 0 0,1 1 0 0 0,-1-1 0 0 0,4 2 0 0 0,-2 0-36 0 0,0-1 0 0 0,-1 0 0 0 0,0 1 0 0 0,0 0 0 0 0,0 0 0 0 0,0 0 0 0 0,0 1 0 0 0,0-1 0 0 0,-1 1 0 0 0,0 0 0 0 0,1 0 0 0 0,-2 0 0 0 0,1 0 1 0 0,0 1-1 0 0,3 8 0 0 0,-4-8 3 0 0,-1 1 0 0 0,0 0 0 0 0,0 0 0 0 0,0 0 1 0 0,0 0-1 0 0,-1 0 0 0 0,0 0 0 0 0,-1 1 0 0 0,1-1 1 0 0,-1 0-1 0 0,-2 8 0 0 0,-5 9 351 0 0,0-1 0 0 0,-2-1 0 0 0,0 1-1 0 0,-1-2 1 0 0,-21 30 0 0 0,-72 94 6 0 0,99-135-561 0 0,6 1 0 0 0,1-9 0 0 0,0 0 0 0 0,0 0 0 0 0,0-1 0 0 0,0 1 0 0 0,0-1 0 0 0,0 0 0 0 0,0 1 0 0 0,1-1 0 0 0,-1 0 0 0 0,0 0 0 0 0,0 0 0 0 0,0 0 0 0 0,0-1 0 0 0,0 1 0 0 0,0-1 0 0 0,0 1 0 0 0,4-2 0 0 0,0 0 0 0 0,318-83-5440 0 0,-200 49 3219 0 0,24-8-3712 0 0,-50 13-1253 0 0,-17 4-2397 0 0</inkml:trace>
</inkml:ink>
</file>

<file path=ppt/ink/ink1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5:32.3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1 1276 0 0,'0'0'1720'0'0,"-1"17"680"0"0,-1-2-947 0 0,2-1-493 0 0,0-1-360 0 0,0 3-324 0 0,3-1-552 0 0,1-2-1312 0 0,-4 1-2829 0 0</inkml:trace>
</inkml:ink>
</file>

<file path=ppt/ink/ink1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5:32.5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1128 0 0,'0'47'8770'0'0,"0"-45"-8386"0"0,4 22 230 0 0,-2-17-822 0 0</inkml:trace>
</inkml:ink>
</file>

<file path=ppt/ink/ink1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6:01.1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1 156 0 0,'0'0'312'0'0,"-2"8"140"0"0,-1 2-204 0 0,-4-1-912 0 0</inkml:trace>
</inkml:ink>
</file>

<file path=ppt/ink/ink1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5:46.0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369 186 392 0 0,'0'-15'2315'0'0,"-1"1"0"0"0,0 0 0 0 0,-5-21 0 0 0,3 27-1741 0 0,1 0 0 0 0,-1 0 0 0 0,0 0 0 0 0,0 1 1 0 0,-1-1-1 0 0,0 1 0 0 0,-7-10 0 0 0,9 14-442 0 0,-1 0-1 0 0,1 0 0 0 0,-1 1 1 0 0,1-1-1 0 0,-1 1 1 0 0,0-1-1 0 0,0 1 0 0 0,0 0 1 0 0,0 0-1 0 0,0 0 0 0 0,-1 1 1 0 0,1-1-1 0 0,-1 1 1 0 0,1 0-1 0 0,-1-1 0 0 0,1 2 1 0 0,-7-2-1 0 0,5 2-8 0 0,0 0 1 0 0,0 0-1 0 0,0 1 0 0 0,-1 0 0 0 0,1 0 1 0 0,0 0-1 0 0,0 0 0 0 0,1 1 0 0 0,-1 0 1 0 0,0 0-1 0 0,-6 4 0 0 0,-1 1 53 0 0,0 1-1 0 0,0 1 1 0 0,1 0 0 0 0,0 1-1 0 0,1 0 1 0 0,0 1 0 0 0,1 0-1 0 0,-9 12 1 0 0,3 0 40 0 0,1 0-1 0 0,2 1 1 0 0,0 1 0 0 0,-13 36 0 0 0,21-48-167 0 0,0 0-1 0 0,1 1 1 0 0,1-1 0 0 0,0 1 0 0 0,0-1-1 0 0,1 1 1 0 0,1-1 0 0 0,1 1 0 0 0,-1-1 0 0 0,6 26-1 0 0,-4-34-30 0 0,0 1-1 0 0,0-1 0 0 0,0 0 0 0 0,1 0 0 0 0,-1 0 1 0 0,1 0-1 0 0,0 0 0 0 0,1-1 0 0 0,-1 1 1 0 0,1-1-1 0 0,8 8 0 0 0,-10-10-12 0 0,1 0-1 0 0,-1-1 1 0 0,0 1 0 0 0,1-1-1 0 0,-1 1 1 0 0,1-1 0 0 0,0 0-1 0 0,-1 0 1 0 0,1 0 0 0 0,0 0-1 0 0,0-1 1 0 0,0 1 0 0 0,-1-1-1 0 0,1 1 1 0 0,0-1 0 0 0,0 0-1 0 0,0 0 1 0 0,0-1 0 0 0,0 1-1 0 0,0 0 1 0 0,-1-1 0 0 0,1 0-1 0 0,0 0 1 0 0,0 1 0 0 0,4-4-1 0 0,4-2-5 0 0,0-1-1 0 0,-1-1 1 0 0,0 0 0 0 0,0 0-1 0 0,-1-1 1 0 0,0 0-1 0 0,-1-1 1 0 0,0 0 0 0 0,0 0-1 0 0,9-18 1 0 0,6-13-12 0 0,26-65 0 0 0,-25 45-24 0 0,18-41 82 0 0,-42 102-14 0 0,0 0 0 0 0,0-1 0 0 0,0 1 1 0 0,0 0-1 0 0,0-1 0 0 0,1 1 0 0 0,-1-1 0 0 0,0 1 0 0 0,0 0 1 0 0,0-1-1 0 0,0 1 0 0 0,0 0 0 0 0,1-1 0 0 0,-1 1 0 0 0,0 0 1 0 0,0 0-1 0 0,1-1 0 0 0,-1 1 0 0 0,0 0 0 0 0,0-1 0 0 0,1 1 1 0 0,-1 0-1 0 0,0 0 0 0 0,1 0 0 0 0,-1-1 0 0 0,0 1 0 0 0,1 0 1 0 0,-1 0-1 0 0,0 0 0 0 0,1 0 0 0 0,-1 0 0 0 0,0 0 0 0 0,1 0 1 0 0,-1 0-1 0 0,0-1 0 0 0,1 1 0 0 0,-1 0 0 0 0,0 1 0 0 0,1-1 1 0 0,-1 0-1 0 0,1 0 0 0 0,-1 0 0 0 0,0 0 0 0 0,1 0 0 0 0,-1 0 1 0 0,0 0-1 0 0,1 0 0 0 0,-1 1 0 0 0,0-1 0 0 0,1 0 0 0 0,-1 0 1 0 0,0 0-1 0 0,0 1 0 0 0,1-1 0 0 0,-1 0 0 0 0,0 0 0 0 0,0 1 1 0 0,1-1-1 0 0,-1 0 0 0 0,0 1 0 0 0,0-1 0 0 0,0 0 0 0 0,1 1 1 0 0,-1-1-1 0 0,0 0 0 0 0,0 1 0 0 0,0-1 0 0 0,0 0 0 0 0,0 1 1 0 0,9 29 1555 0 0,-8-26-1244 0 0,6 34 945 0 0,-1 0 0 0 0,1 48 0 0 0,6 47-867 0 0,-9-110-1465 0 0,7 32-2817 0 0,4-20-8236 0 0</inkml:trace>
</inkml:ink>
</file>

<file path=ppt/ink/ink1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5:46.5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6 134 2036 0 0,'-2'-14'2418'0'0,"-2"-40"5612"0"0,4 50-7556 0 0,0 1 1 0 0,1-1-1 0 0,-1 0 0 0 0,1 1 1 0 0,-1-1-1 0 0,1 1 0 0 0,0-1 0 0 0,0 1 1 0 0,1 0-1 0 0,-1-1 0 0 0,5-5 1 0 0,-5 7-342 0 0,1 1 1 0 0,0-1-1 0 0,0 0 0 0 0,0 1 1 0 0,0 0-1 0 0,0-1 1 0 0,0 1-1 0 0,1 0 1 0 0,-1 0-1 0 0,0 1 1 0 0,1-1-1 0 0,-1 0 0 0 0,0 1 1 0 0,1-1-1 0 0,-1 1 1 0 0,1 0-1 0 0,2 0 1 0 0,2-1 11 0 0,-1 1 1 0 0,1 1-1 0 0,-1-1 1 0 0,1 1 0 0 0,8 3-1 0 0,-8-2-90 0 0,-1 0-1 0 0,0 1 1 0 0,0-1-1 0 0,0 1 1 0 0,0 1-1 0 0,-1-1 1 0 0,1 1 0 0 0,-1 0-1 0 0,0 0 1 0 0,0 1-1 0 0,0-1 1 0 0,6 9-1 0 0,-9-10-44 0 0,0 0 1 0 0,0 0-1 0 0,0 1 0 0 0,0-1 0 0 0,-1 0 0 0 0,1 1 1 0 0,-1-1-1 0 0,0 1 0 0 0,0-1 0 0 0,0 1 1 0 0,-1 0-1 0 0,1-1 0 0 0,-1 1 0 0 0,0 0 0 0 0,0-1 1 0 0,0 1-1 0 0,0 0 0 0 0,-1-1 0 0 0,0 1 1 0 0,1 0-1 0 0,-1-1 0 0 0,-1 1 0 0 0,-1 5 0 0 0,-3 0 15 0 0,0 0-1 0 0,-1 0 0 0 0,0-1 0 0 0,0 0 0 0 0,0 0 0 0 0,-1-1 0 0 0,-1 0 0 0 0,1 0 1 0 0,-1-1-1 0 0,-16 9 0 0 0,-3 4 59 0 0,20-15-56 0 0,-5 4 96 0 0,11-7 41 0 0,21 0-152 0 0,-1 0 0 0 0,0 1 0 0 0,1 0 0 0 0,-1 2 0 0 0,0 0 0 0 0,27 10 0 0 0,-36-10 100 0 0,-1-1 0 0 0,1 2 0 0 0,-1-1 0 0 0,0 1-1 0 0,0 0 1 0 0,0 1 0 0 0,-1 0 0 0 0,0 0 0 0 0,0 0 0 0 0,0 1-1 0 0,-1 0 1 0 0,0 1 0 0 0,0-1 0 0 0,8 16 0 0 0,-13-21-5 0 0,0 1 1 0 0,1-1 0 0 0,-1 0 0 0 0,-1 1-1 0 0,1-1 1 0 0,0 1 0 0 0,0 0-1 0 0,-1-1 1 0 0,0 1 0 0 0,1 0 0 0 0,-1-1-1 0 0,0 1 1 0 0,0 0 0 0 0,-1-1 0 0 0,1 1-1 0 0,0-1 1 0 0,-1 1 0 0 0,0 0 0 0 0,1-1-1 0 0,-2 3 1 0 0,0-1-17 0 0,-1-1 1 0 0,1 0-1 0 0,0 0 0 0 0,-1 0 0 0 0,1-1 1 0 0,-1 1-1 0 0,0-1 0 0 0,0 1 0 0 0,0-1 1 0 0,0 0-1 0 0,0 0 0 0 0,-6 2 1 0 0,-4 2 21 0 0,0-1 0 0 0,-1-1 0 0 0,0 0 0 0 0,1-1 0 0 0,-1-1 0 0 0,-20 1 0 0 0,-84 1 77 0 0,118-4-273 0 0,-1 0-1 0 0,1 1 1 0 0,0-1 0 0 0,-1 0 0 0 0,1 0-1 0 0,-1 0 1 0 0,1 0 0 0 0,0 0 0 0 0,-1 0-1 0 0,1 0 1 0 0,-1 0 0 0 0,1 0 0 0 0,0 0-1 0 0,-1 0 1 0 0,1 0 0 0 0,-1 0 0 0 0,1 0-1 0 0,0 0 1 0 0,-1 0 0 0 0,1-1 0 0 0,0 1-1 0 0,-1 0 1 0 0,1 0 0 0 0,0 0 0 0 0,-1-1-1 0 0,1 1 1 0 0,0 0 0 0 0,-1 0-1 0 0,1-1 1 0 0,0 1 0 0 0,-1 0 0 0 0,1-1-1 0 0,0 1 1 0 0,0 0 0 0 0,0-1 0 0 0,-1 1-1 0 0,1 0 1 0 0,0-1 0 0 0,0 1 0 0 0,0-1-1 0 0,0 1 1 0 0,0 0 0 0 0,0-1 0 0 0,0 1-1 0 0,0 0 1 0 0,0-1 0 0 0,0 1 0 0 0,0-1-1 0 0,0 1 1 0 0,0 0 0 0 0,0-1 0 0 0,0 1-1 0 0,0-1 1 0 0,0 1 0 0 0,0 0-1 0 0,0-1 1 0 0,1 1 0 0 0,-1-1 0 0 0,14-16-5264 0 0,10-2-3430 0 0</inkml:trace>
</inkml:ink>
</file>

<file path=ppt/ink/ink1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5:47.1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 84 2144 0 0,'1'-3'2372'0'0,"2"-13"1785"0"0,-3 11-2959 0 0,1 0 0 0 0,0-1 1 0 0,0 1-1 0 0,0 0 1 0 0,1 0-1 0 0,0 0 0 0 0,0 0 1 0 0,0 1-1 0 0,0-1 0 0 0,8-9 632 0 0,9 17-342 0 0,-14-1-1348 0 0,-1 1-1 0 0,1-1 1 0 0,-1 1 0 0 0,0 0-1 0 0,0 1 1 0 0,0-1-1 0 0,0 1 1 0 0,-1 0-1 0 0,1 0 1 0 0,-1 0 0 0 0,0 0-1 0 0,0 0 1 0 0,-1 1-1 0 0,1-1 1 0 0,-1 1-1 0 0,0 0 1 0 0,0 0 0 0 0,0 0-1 0 0,1 7 1 0 0,-2-6-82 0 0,0 0 0 0 0,0 0 1 0 0,-1 0-1 0 0,0 0 0 0 0,0 1 0 0 0,0-1 0 0 0,-1 0 1 0 0,0 0-1 0 0,0 0 0 0 0,0 0 0 0 0,-1-1 1 0 0,0 1-1 0 0,0 0 0 0 0,0-1 0 0 0,-1 1 1 0 0,-6 9-1 0 0,-2-1 122 0 0,-1-1 0 0 0,-24 21 0 0 0,8-8 1055 0 0,27-25-911 0 0,0 0-272 0 0,1-1-1 0 0,0 0 1 0 0,-1 0 0 0 0,1 1 0 0 0,0-1 0 0 0,-1 0 0 0 0,1 1 0 0 0,0-1 0 0 0,-1 0 0 0 0,1 1-1 0 0,0-1 1 0 0,0 1 0 0 0,0-1 0 0 0,-1 1 0 0 0,1-1 0 0 0,0 0 0 0 0,0 1 0 0 0,0-1 0 0 0,0 1-1 0 0,0-1 1 0 0,0 2 0 0 0,37 8 249 0 0,-30-9-295 0 0,-1 0 0 0 0,1 1 0 0 0,0 0 0 0 0,7 3 1 0 0,-3 1 26 0 0,1 0 0 0 0,-1 0 0 0 0,0 1 0 0 0,-1 0 0 0 0,0 1 0 0 0,0 1 0 0 0,-1-1 0 0 0,1 2 0 0 0,-2-1 1 0 0,0 1-1 0 0,0 0 0 0 0,-1 1 0 0 0,8 12 0 0 0,-15-21-15 0 0,1-1 0 0 0,0 1 1 0 0,-1-1-1 0 0,1 1 0 0 0,-1 0 0 0 0,0-1 0 0 0,1 1 1 0 0,-1 0-1 0 0,0-1 0 0 0,0 1 0 0 0,0-1 1 0 0,0 1-1 0 0,0 0 0 0 0,-1-1 0 0 0,1 1 0 0 0,0 0 1 0 0,-1-1-1 0 0,1 1 0 0 0,-1-1 0 0 0,0 1 0 0 0,1-1 1 0 0,-1 1-1 0 0,0-1 0 0 0,0 1 0 0 0,0-1 1 0 0,0 0-1 0 0,-1 2 0 0 0,-2 1 49 0 0,0-1-1 0 0,-1 1 1 0 0,1-1-1 0 0,0 1 1 0 0,-1-2-1 0 0,-7 5 1 0 0,4-3-67 0 0,5-2 0 0 0,0-1 0 0 0,0 0 0 0 0,0 0 0 0 0,0 0 0 0 0,-1 0 0 0 0,1 0 0 0 0,0 0 0 0 0,-1-1 0 0 0,1 0 0 0 0,-7 0 0 0 0,-29 3 0 0 0,27-6 0 0 0,1 0 0 0 0,-16-5-1831 0 0,19 6-15 0 0,-1-2-1 0 0,1 1 1 0 0,-10-6 0 0 0,16 8 1405 0 0,0 0 1 0 0,0-1-1 0 0,0 1 0 0 0,0 0 0 0 0,0-1 1 0 0,0 1-1 0 0,0-1 0 0 0,1 1 0 0 0,-1-1 1 0 0,1 0-1 0 0,-1 0 0 0 0,1 0 0 0 0,0 0 0 0 0,-1 0 1 0 0,1 0-1 0 0,0 0 0 0 0,0 0 0 0 0,1 0 1 0 0,-1-1-1 0 0,0 1 0 0 0,1 0 0 0 0,-1-1 1 0 0,1 1-1 0 0,0 0 0 0 0,0-1 0 0 0,0 1 0 0 0,0 0 1 0 0,0-4-1 0 0</inkml:trace>
</inkml:ink>
</file>

<file path=ppt/ink/ink1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5:47.6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56 43 2872 0 0,'-47'-20'16846'0'0,"39"15"-13609"0"0,7 0-1445 0 0,10 1-710 0 0,55-1-448 0 0,89 3 1 0 0,-88 3-535 0 0,-27 0 14 0 0,-9-1-341 0 0,-7-1-2718 0 0,-14-2 319 0 0</inkml:trace>
</inkml:ink>
</file>

<file path=ppt/ink/ink1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5:48.3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421 158 432 0 0,'0'-2'2136'0'0,"2"-4"-1163"0"0,0 1 0 0 0,-1-1 0 0 0,1 0 1 0 0,-1 0-1 0 0,-1 0 0 0 0,1 0 0 0 0,-2-10 1 0 0,1 10-643 0 0,-1 1 0 0 0,0-1 0 0 0,0 0 0 0 0,0 1 0 0 0,-1-1 0 0 0,0 1 0 0 0,-5-11 1 0 0,5 13-314 0 0,0 0 1 0 0,0 0-1 0 0,0 0 1 0 0,0 1-1 0 0,0-1 1 0 0,0 0 0 0 0,-1 1-1 0 0,0 0 1 0 0,1-1-1 0 0,-1 1 1 0 0,0 0 0 0 0,0 0-1 0 0,0 1 1 0 0,0-1-1 0 0,0 1 1 0 0,-1-1-1 0 0,1 1 1 0 0,0 0 0 0 0,-1 0-1 0 0,1 1 1 0 0,0-1-1 0 0,-1 1 1 0 0,1-1-1 0 0,-1 1 1 0 0,1 0 0 0 0,-1 0-1 0 0,1 1 1 0 0,-1-1-1 0 0,1 1 1 0 0,-6 1 0 0 0,-11 4-4 0 0,0 1 1 0 0,1 1 0 0 0,0 1 0 0 0,1 0 0 0 0,0 1 0 0 0,0 1-1 0 0,1 1 1 0 0,-17 15 0 0 0,20-15-9 0 0,0 1-1 0 0,1 1 0 0 0,1-1 1 0 0,0 2-1 0 0,1 0 1 0 0,0 0-1 0 0,1 1 1 0 0,1 1-1 0 0,-8 20 1 0 0,15-32 1 0 0,0 0 0 0 0,0 0 0 0 0,1 1 0 0 0,0-1 0 0 0,0 1 0 0 0,0 0 0 0 0,1-1 0 0 0,0 1 0 0 0,0-1-1 0 0,0 1 1 0 0,1 0 0 0 0,-1-1 0 0 0,1 1 0 0 0,1-1 0 0 0,-1 1 0 0 0,1-1 0 0 0,0 0 0 0 0,0 0 0 0 0,1 0 0 0 0,-1 0 0 0 0,1 0 0 0 0,0 0 0 0 0,1-1 0 0 0,-1 1 0 0 0,8 7 0 0 0,-5-7 7 0 0,0 0 1 0 0,0-1-1 0 0,0 0 1 0 0,0 0-1 0 0,1 0 1 0 0,-1-1-1 0 0,1 0 0 0 0,0 0 1 0 0,0 0-1 0 0,0-1 1 0 0,1 0-1 0 0,-1-1 1 0 0,0 1-1 0 0,1-1 1 0 0,-1-1-1 0 0,1 0 1 0 0,-1 0-1 0 0,15-2 1 0 0,-12 0-13 0 0,-1 0 1 0 0,1-1-1 0 0,-1-1 1 0 0,0 1 0 0 0,0-1-1 0 0,-1-1 1 0 0,1 0-1 0 0,-1 0 1 0 0,0-1 0 0 0,0 0-1 0 0,-1 0 1 0 0,0 0-1 0 0,12-14 1 0 0,4-9 310 0 0,-1-1 0 0 0,24-43 0 0 0,-11 18 2133 0 0,-34 53-2206 0 0,1 5-151 0 0,-1-3-87 0 0,-1 0 1 0 0,0 0 0 0 0,0 0 0 0 0,0 0 0 0 0,1 0-1 0 0,-1 0 1 0 0,0 1 0 0 0,0-1 0 0 0,0 0 0 0 0,0 0 0 0 0,1 0-1 0 0,-1 0 1 0 0,0 0 0 0 0,0 0 0 0 0,0 1 0 0 0,0-1-1 0 0,0 0 1 0 0,1 0 0 0 0,-1 0 0 0 0,0 0 0 0 0,0 1 0 0 0,0-1-1 0 0,0 0 1 0 0,0 0 0 0 0,0 0 0 0 0,0 1 0 0 0,0-1-1 0 0,0 0 1 0 0,0 0 0 0 0,0 0 0 0 0,0 1 0 0 0,0-1-1 0 0,0 0 1 0 0,0 0 0 0 0,0 0 0 0 0,0 1 0 0 0,0-1 0 0 0,0 0-1 0 0,0 0 1 0 0,0 1 0 0 0,-26 177 1491 0 0,23-142-1609 0 0,2 0 0 0 0,2 0-1 0 0,5 39 1 0 0,-5-68-458 0 0,0 1-1 0 0,1-1 1 0 0,0 0 0 0 0,4 9 0 0 0,11 10-6763 0 0</inkml:trace>
</inkml:ink>
</file>

<file path=ppt/ink/ink1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5:48.8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0 120 964 0 0,'36'-88'14616'0'0,"-28"68"-12546"0"0,-8 20-2037 0 0,0-1 0 0 0,0 0 0 0 0,1 1 0 0 0,-1-1-1 0 0,1 0 1 0 0,-1 1 0 0 0,1-1 0 0 0,-1 0 0 0 0,1 1-1 0 0,-1-1 1 0 0,1 1 0 0 0,-1-1 0 0 0,1 1 0 0 0,0 0 0 0 0,-1-1-1 0 0,1 1 1 0 0,0-1 0 0 0,-1 1 0 0 0,1 0 0 0 0,0 0-1 0 0,0-1 1 0 0,-1 1 0 0 0,1 0 0 0 0,0 0 0 0 0,0 0-1 0 0,-1 0 1 0 0,1 0 0 0 0,0 0 0 0 0,0 0 0 0 0,0 0 0 0 0,-1 0-1 0 0,1 0 1 0 0,0 0 0 0 0,0 1 0 0 0,-1-1 0 0 0,1 0-1 0 0,0 0 1 0 0,-1 1 0 0 0,1-1 0 0 0,1 1 0 0 0,1 1-18 0 0,0-1 0 0 0,0 1-1 0 0,0 0 1 0 0,0 0 0 0 0,-1 0 0 0 0,1 1 0 0 0,3 3 0 0 0,-3-2-5 0 0,0 0 0 0 0,0 0 0 0 0,-1 0 1 0 0,1 1-1 0 0,-1-1 0 0 0,0 1 0 0 0,0 0 0 0 0,0 0 0 0 0,-1 0 0 0 0,0-1 1 0 0,0 1-1 0 0,0 1 0 0 0,-1-1 0 0 0,1 0 0 0 0,-1 0 0 0 0,0 0 0 0 0,-1 0 0 0 0,1 0 1 0 0,-3 7-1 0 0,-1 3 34 0 0,-1-1 0 0 0,0 0 1 0 0,-1-1-1 0 0,-1 1 0 0 0,-11 15 1 0 0,4-8 114 0 0,11-17-116 0 0,0 0 0 0 0,0 1 1 0 0,0-1-1 0 0,0 1 0 0 0,1-1 1 0 0,-1 1-1 0 0,1 0 0 0 0,0 0 1 0 0,-1 6-1 0 0,27-2-22 0 0,-12-4-42 0 0,0 0 0 0 0,-1 1-1 0 0,0 0 1 0 0,0 1 0 0 0,-1 0-1 0 0,11 10 1 0 0,-16-13 150 0 0,-1 0 0 0 0,0 0 0 0 0,0 1 0 0 0,-1 0 1 0 0,1 0-1 0 0,-1 0 0 0 0,0 0 0 0 0,0 0 0 0 0,-1 1 0 0 0,0-1 0 0 0,0 1 0 0 0,0-1 0 0 0,0 1 1 0 0,1 11-1 0 0,-3-16-29 0 0,-1 1 0 0 0,1-1 0 0 0,0 1 0 0 0,0 0 0 0 0,-1-1 0 0 0,1 1 1 0 0,-1-1-1 0 0,1 1 0 0 0,-1-1 0 0 0,0 0 0 0 0,0 1 0 0 0,1-1 0 0 0,-1 1 0 0 0,0-1 1 0 0,0 0-1 0 0,0 0 0 0 0,0 0 0 0 0,-1 0 0 0 0,1 1 0 0 0,0-2 0 0 0,0 1 0 0 0,-1 0 0 0 0,1 0 1 0 0,0 0-1 0 0,-1 0 0 0 0,1-1 0 0 0,-1 1 0 0 0,1-1 0 0 0,-1 1 0 0 0,-2-1 0 0 0,-5 3 109 0 0,0-1 0 0 0,0 0-1 0 0,-13 0 1 0 0,21-2-196 0 0,-15 1 134 0 0,-1-1-1 0 0,-24-4 1 0 0,39 4-119 0 0,-16-3-614 0 0,10 0-763 0 0,22-31-13380 0 0</inkml:trace>
</inkml:ink>
</file>

<file path=ppt/ink/ink1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5:49.0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57 2688 0 0,'56'-56'17379'0'0,"-44"64"-15631"0"0,-10-5-1476 0 0,-1-1-1 0 0,1 0 1 0 0,-1 0 0 0 0,0 1-1 0 0,0-1 1 0 0,0 1-1 0 0,0-1 1 0 0,0 1-1 0 0,0-1 1 0 0,0 1 0 0 0,0 4-1 0 0,1 33 1316 0 0,-1-30-1272 0 0,-1 114 1391 0 0,3 43-1321 0 0,-1-140-1445 0 0,2-1 1 0 0,7 30 0 0 0,-8-49 172 0 0,-1 1-1 0 0,1-1 1 0 0,6 13 0 0 0,10 4-8471 0 0</inkml:trace>
</inkml:ink>
</file>

<file path=ppt/ink/ink1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5:49.7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381 111 1188 0 0,'-2'-8'1804'0'0,"-2"-4"-153"0"0,0 0 0 0 0,-1 1 0 0 0,0 0 0 0 0,-9-16 0 0 0,13 25-1589 0 0,-1 0 0 0 0,1 0 0 0 0,-1 0 0 0 0,0 0 0 0 0,1 0 0 0 0,-1 0 0 0 0,0 0 0 0 0,0 1 0 0 0,0-1 0 0 0,0 1 0 0 0,0-1 0 0 0,0 1 0 0 0,-1 0 0 0 0,1 0 0 0 0,0 0 0 0 0,-1 0 0 0 0,1 0 0 0 0,-1 1 0 0 0,1-1 0 0 0,-1 1 0 0 0,1-1 0 0 0,-1 1 0 0 0,1 0 0 0 0,-1 0 0 0 0,1 0 0 0 0,-1 1 0 0 0,0-1 0 0 0,-2 1 0 0 0,-9 4-4 0 0,-1 0 1 0 0,1 1 0 0 0,0 0-1 0 0,0 1 1 0 0,1 1 0 0 0,-1 0 0 0 0,2 1-1 0 0,-1 0 1 0 0,2 1 0 0 0,-12 12-1 0 0,8-7-10 0 0,1 1-1 0 0,0 1 1 0 0,1 0-1 0 0,1 0 1 0 0,1 2-1 0 0,-15 33 1 0 0,22-43-15 0 0,1 0 0 0 0,0 1-1 0 0,0 0 1 0 0,1 0 0 0 0,1 0 0 0 0,-1 0 0 0 0,2 0 0 0 0,-1 0 0 0 0,1 0 0 0 0,3 15 0 0 0,-3-22-20 0 0,1 0 1 0 0,-1 1-1 0 0,1-1 0 0 0,0 0 0 0 0,0 0 1 0 0,0 0-1 0 0,1 0 0 0 0,-1 0 0 0 0,1 0 1 0 0,0 0-1 0 0,0-1 0 0 0,0 1 0 0 0,0 0 1 0 0,0-1-1 0 0,0 1 0 0 0,1-1 1 0 0,-1 0-1 0 0,1 0 0 0 0,-1 0 0 0 0,1 0 1 0 0,0-1-1 0 0,0 1 0 0 0,0-1 0 0 0,0 1 1 0 0,0-1-1 0 0,0 0 0 0 0,1 0 1 0 0,-1-1-1 0 0,0 1 0 0 0,0 0 0 0 0,1-1 1 0 0,-1 0-1 0 0,0 0 0 0 0,0 0 0 0 0,4-1 1 0 0,1 0-3 0 0,-1 0 1 0 0,0-1-1 0 0,1 0 1 0 0,-1 0-1 0 0,0-1 1 0 0,0 0-1 0 0,-1 0 1 0 0,1-1-1 0 0,0 0 1 0 0,-1 0-1 0 0,0 0 1 0 0,0-1-1 0 0,0 0 0 0 0,-1 0 1 0 0,0 0-1 0 0,8-10 1 0 0,4-7 0 0 0,-1 0 1 0 0,-2-2 0 0 0,15-27-1 0 0,18-49 2276 0 0,-44 93-1890 0 0,6-9-69 0 0,-9 16-320 0 0,1 0 1 0 0,-1 0 0 0 0,0-1 0 0 0,0 1 0 0 0,0 0-1 0 0,0 0 1 0 0,0 0 0 0 0,1 0 0 0 0,-1 0 0 0 0,0-1-1 0 0,0 1 1 0 0,0 0 0 0 0,1 0 0 0 0,-1 0 0 0 0,0 0-1 0 0,0 0 1 0 0,0 0 0 0 0,1 0 0 0 0,-1 0-1 0 0,0 0 1 0 0,0 0 0 0 0,1 0 0 0 0,-1 0 0 0 0,0 0-1 0 0,0 0 1 0 0,0 0 0 0 0,1 0 0 0 0,-1 0 0 0 0,0 0-1 0 0,0 0 1 0 0,0 0 0 0 0,1 0 0 0 0,-1 0 0 0 0,0 0-1 0 0,0 1 1 0 0,0-1 0 0 0,1 0 0 0 0,-1 0 0 0 0,0 0-1 0 0,0 0 1 0 0,0 0 0 0 0,0 1 0 0 0,1-1 0 0 0,-1 0-1 0 0,0 0 1 0 0,0 0 0 0 0,0 1 0 0 0,0-1 0 0 0,0 0-1 0 0,0 0 1 0 0,0 0 0 0 0,0 1 0 0 0,0-1-1 0 0,1 0 1 0 0,-1 1 0 0 0,1 3 54 0 0,0 0 0 0 0,-1 1 0 0 0,1-1 0 0 0,-1 0 0 0 0,0 1 0 0 0,0-1 0 0 0,0 1 0 0 0,-2 5 0 0 0,1 4 78 0 0,1-10-185 0 0,0 35 479 0 0,9 75 1 0 0,-6-100-778 0 0,0 0 0 0 0,1 0 1 0 0,7 16-1 0 0,-7-20-618 0 0,1-1 0 0 0,0 0 0 0 0,0 0 0 0 0,1 0 0 0 0,9 10 1 0 0,-3-7-3332 0 0,3-1-2119 0 0</inkml:trace>
</inkml:ink>
</file>

<file path=ppt/ink/ink1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5:50.1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70 93 1824 0 0,'13'-42'10401'0'0,"4"5"-5604"0"0,-17 36-4749 0 0,1 0-1 0 0,0 0 0 0 0,0 0 1 0 0,-1 0-1 0 0,1 0 0 0 0,0 0 1 0 0,0 0-1 0 0,0 1 1 0 0,0-1-1 0 0,0 0 0 0 0,0 1 1 0 0,0-1-1 0 0,1 1 0 0 0,-1-1 1 0 0,0 1-1 0 0,0-1 1 0 0,0 1-1 0 0,0 0 0 0 0,1 0 1 0 0,-1-1-1 0 0,0 1 0 0 0,0 0 1 0 0,1 0-1 0 0,-1 0 1 0 0,0 0-1 0 0,0 1 0 0 0,1-1 1 0 0,1 1-1 0 0,0-1-24 0 0,-1 1 0 0 0,1 0-1 0 0,0 0 1 0 0,-1 0 0 0 0,1 1 0 0 0,-1-1-1 0 0,1 0 1 0 0,-1 1 0 0 0,0 0 0 0 0,4 2-1 0 0,-3 0 21 0 0,-1-1 1 0 0,1 1-1 0 0,-1-1 0 0 0,0 1 0 0 0,0 0 0 0 0,0-1 0 0 0,0 1 0 0 0,0 0 0 0 0,-1 0 0 0 0,0 1 0 0 0,0-1 0 0 0,0 0 1 0 0,0 7-1 0 0,-1-4 73 0 0,0 0 0 0 0,0 0 0 0 0,-1 0 0 0 0,0 0-1 0 0,0 0 1 0 0,-1 0 0 0 0,-4 11 0 0 0,-1-2 109 0 0,-1-1-1 0 0,0 1 0 0 0,-1-2 0 0 0,0 1 0 0 0,-2-1 0 0 0,-11 13 1 0 0,-12 9 172 0 0,-34 43 2727 0 0,67-77-2828 0 0,4-2-258 0 0,1 1 0 0 0,0-1 0 0 0,0 0 0 0 0,0 0 0 0 0,0 0 0 0 0,-1 0 0 0 0,5-1 0 0 0,-8 1-33 0 0,195-36-2875 0 0,-131 19-1926 0 0,-1-2-3594 0 0,-34 9 977 0 0</inkml:trace>
</inkml:ink>
</file>

<file path=ppt/ink/ink1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5:50.6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9 106 616 0 0,'0'-4'2564'0'0,"-8"-80"13458"0"0,8 82-15665 0 0,0-1 35 0 0,0 3-377 0 0,0 0 0 0 0,0-1 0 0 0,-1 1 0 0 0,1 0 0 0 0,0-1 0 0 0,0 1 0 0 0,0 0 0 0 0,0 0 0 0 0,0-1 0 0 0,0 1 0 0 0,0 0-1 0 0,0-1 1 0 0,0 1 0 0 0,0 0 0 0 0,0 0 0 0 0,1-1 0 0 0,-1 1 0 0 0,0 0 0 0 0,0-1 0 0 0,0 1 0 0 0,0 0 0 0 0,0 0 0 0 0,0-1 0 0 0,1 1 0 0 0,-1 0-1 0 0,0 0 1 0 0,0-1 0 0 0,0 1 0 0 0,1 0 0 0 0,1-1 7 0 0,1 0 0 0 0,-1 0 0 0 0,1 1 0 0 0,-1-1 0 0 0,0 1 0 0 0,1-1 0 0 0,-1 1-1 0 0,1 0 1 0 0,-1 0 0 0 0,1 0 0 0 0,-1 1 0 0 0,1-1 0 0 0,-1 0 0 0 0,1 1 0 0 0,-1 0 0 0 0,0 0 0 0 0,1-1 0 0 0,3 3-1 0 0,-3-1-10 0 0,0 1-1 0 0,0-1 0 0 0,0 0 0 0 0,0 1 0 0 0,-1 0 1 0 0,1-1-1 0 0,-1 1 0 0 0,1 0 0 0 0,-1 0 0 0 0,0 1 1 0 0,2 4-1 0 0,-1-2-7 0 0,-1-1-1 0 0,1 1 1 0 0,-1 0 0 0 0,-1 0 0 0 0,1 0 0 0 0,-1 0-1 0 0,0 0 1 0 0,-1 0 0 0 0,1 0 0 0 0,-1 0 0 0 0,0 0-1 0 0,-1 1 1 0 0,0-1 0 0 0,1 0 0 0 0,-4 8 0 0 0,-6 10 55 0 0,-22 39 0 0 0,31-61-66 0 0,-1 1-3 0 0,0 0 10 0 0,5 10 4 0 0,-1-10 1 0 0,0 0 1 0 0,0 0 0 0 0,1 0-1 0 0,-1 0 1 0 0,1-1-1 0 0,-1 1 1 0 0,1-1-1 0 0,0 1 1 0 0,0-1-1 0 0,5 2 1 0 0,11 11 11 0 0,-9-6 196 0 0,0 1-1 0 0,0 1 1 0 0,-1 0 0 0 0,-1 0 0 0 0,0 0 0 0 0,0 1-1 0 0,10 22 1 0 0,-18-33-77 0 0,1 0 0 0 0,-1 1-1 0 0,1-1 1 0 0,-1 0 0 0 0,0 1 0 0 0,0-1 0 0 0,1 0-1 0 0,-1 1 1 0 0,0-1 0 0 0,0 1 0 0 0,0-1-1 0 0,0 0 1 0 0,-1 1 0 0 0,1-1 0 0 0,0 0 0 0 0,-1 1-1 0 0,1-1 1 0 0,-1 0 0 0 0,1 1 0 0 0,-1-1-1 0 0,1 0 1 0 0,-1 0 0 0 0,0 0 0 0 0,0 1 0 0 0,0-1-1 0 0,1 0 1 0 0,-1 0 0 0 0,0 0 0 0 0,0 0-1 0 0,-1-1 1 0 0,1 1 0 0 0,0 0 0 0 0,0 0 0 0 0,0-1-1 0 0,0 1 1 0 0,-1 0 0 0 0,1-1 0 0 0,0 1-1 0 0,-1-1 1 0 0,1 0 0 0 0,-2 1 0 0 0,-5 1 41 0 0,0-1 0 0 0,1 1 0 0 0,-1-1 0 0 0,-14-1 0 0 0,21 0-148 0 0,-4 0-172 0 0,-1 0-1 0 0,1 0 0 0 0,-1 0 1 0 0,1-1-1 0 0,0 0 1 0 0,-1 0-1 0 0,1-1 0 0 0,0 1 1 0 0,-7-4-1 0 0,11 4-253 0 0,-1 0 0 0 0,1 0 1 0 0,-1 0-1 0 0,1 0 0 0 0,0 0 0 0 0,-1-1 1 0 0,1 1-1 0 0,0 0 0 0 0,0-1 0 0 0,0 1 1 0 0,0-1-1 0 0,-1-1 0 0 0,1 1-553 0 0,0 0-1 0 0,1-1 1 0 0,-1 1 0 0 0,1 0-1 0 0,-1-1 1 0 0,1 1 0 0 0,0 0-1 0 0,0-1 1 0 0,0 1-1 0 0,0-5 1 0 0</inkml:trace>
</inkml:ink>
</file>

<file path=ppt/ink/ink1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5:50.8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168 74 556 0 0,'-3'-16'3072'0'0,"0"4"965"0"0,1 0 0 0 0,2-22 1376 0 0,4 37-5034 0 0,1-1 0 0 0,-1 1-1 0 0,1-1 1 0 0,-1 1 0 0 0,0 0 0 0 0,0 1 0 0 0,0-1-1 0 0,6 8 1 0 0,29 40 1335 0 0,-19-23-1011 0 0,9 11 50 0 0,-1 1 0 0 0,-2 1 0 0 0,38 83 0 0 0,-51-92-602 0 0,-2 0 1 0 0,-1 1 0 0 0,-1 0-1 0 0,-1 1 1 0 0,-3 0 0 0 0,3 45-1 0 0,-8-28-100 0 0,-2-1 0 0 0,-3 1 0 0 0,-2-1 0 0 0,-2 0-1 0 0,-2-1 1 0 0,-2 0 0 0 0,-25 58 0 0 0,-19 28-2151 0 0,-89 152 0 0 0,71-157-1894 0 0,22-46-1862 0 0,-4 9-5111 0 0</inkml:trace>
</inkml:ink>
</file>

<file path=ppt/ink/ink1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5:51.0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 63 2476 0 0,'-3'-9'5577'0'0,"-8"-2"-2165"0"0,8-1-1248 0 0,1 0-792 0 0,6 0-920 0 0,-1 5-1256 0 0</inkml:trace>
</inkml:ink>
</file>

<file path=ppt/ink/ink1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5:56.1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548 103 996 0 0,'-5'-103'16133'0'0,"1"104"-15500"0"0,-2 2-412 0 0,0 0 0 0 0,0 1 0 0 0,0 0 1 0 0,0-1-1 0 0,1 2 0 0 0,-1-1 0 0 0,1 1 1 0 0,0-1-1 0 0,1 2 0 0 0,-6 5 0 0 0,-44 66 1366 0 0,40-55-1097 0 0,-37 59 1011 0 0,4 2 1 0 0,-52 127-1 0 0,-38 191 217 0 0,117-325-1568 0 0,3 1 0 0 0,3 1 0 0 0,-4 79 0 0 0,16-120-377 0 0,2 1 0 0 0,1-1 1 0 0,2 1-1 0 0,1-1 0 0 0,2 0 0 0 0,2 0 1 0 0,2-1-1 0 0,19 52 0 0 0,-19-67-771 0 0,1 0 0 0 0,1 0 0 0 0,0-1 1 0 0,2 0-1 0 0,30 33 0 0 0,-27-35-2386 0 0,2-1 1 0 0,39 29 0 0 0,-13-16-5129 0 0</inkml:trace>
</inkml:ink>
</file>

<file path=ppt/ink/ink1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5:56.2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42 3884 0 0,'46'-26'15451'0'0,"-36"20"-13079"0"0,2-3-1173 0 0</inkml:trace>
</inkml:ink>
</file>

<file path=ppt/ink/ink1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6:02.6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267 82 1100 0 0,'-2'-10'4743'0'0,"-1"-3"-1326"0"0,2 10-3121 0 0,1 1 0 0 0,-1-1 0 0 0,1 1 0 0 0,-1-1 0 0 0,0 1 0 0 0,0-1 0 0 0,0 1 1 0 0,-1 0-1 0 0,1-1 0 0 0,0 1 0 0 0,-1 0 0 0 0,1 0 0 0 0,-1 0 0 0 0,0 0 0 0 0,0 1 0 0 0,1-1 0 0 0,-1 0 0 0 0,-1 1 0 0 0,-1-2 0 0 0,0 1-262 0 0,1 0 0 0 0,-1 0 0 0 0,1 0 0 0 0,-1 1 0 0 0,0 0 0 0 0,0-1 0 0 0,0 1 0 0 0,0 1 0 0 0,0-1 0 0 0,0 1 0 0 0,0-1 0 0 0,0 1 0 0 0,0 1 0 0 0,-6 0-1 0 0,3 0-18 0 0,1 0 0 0 0,-1 1-1 0 0,1 1 1 0 0,0-1-1 0 0,-1 1 1 0 0,1 0 0 0 0,1 0-1 0 0,-9 5 1 0 0,5-1-18 0 0,1 0 0 0 0,-1 0 0 0 0,1 1 0 0 0,1 0 0 0 0,-1 0-1 0 0,1 1 1 0 0,1 0 0 0 0,0 0 0 0 0,0 0 0 0 0,-8 18 0 0 0,11-17 7 0 0,0-1-1 0 0,0 1 0 0 0,1 0 1 0 0,0-1-1 0 0,0 1 1 0 0,1 0-1 0 0,1 0 0 0 0,0 0 1 0 0,0 1-1 0 0,1-1 1 0 0,3 13-1 0 0,-4-18 0 0 0,2-1-1 0 0,-1 0 0 0 0,0 0 1 0 0,1 1-1 0 0,0-1 1 0 0,0 0-1 0 0,0-1 0 0 0,0 1 1 0 0,1 0-1 0 0,-1 0 1 0 0,1-1-1 0 0,0 0 1 0 0,0 1-1 0 0,0-1 0 0 0,1 0 1 0 0,-1-1-1 0 0,1 1 1 0 0,0-1-1 0 0,-1 1 0 0 0,1-1 1 0 0,0 0-1 0 0,0 0 1 0 0,1-1-1 0 0,-1 1 1 0 0,0-1-1 0 0,0 0 0 0 0,6 0 1 0 0,-6 0-3 0 0,0-1 0 0 0,-1 0 1 0 0,1 0-1 0 0,0 0 0 0 0,0-1 0 0 0,-1 0 1 0 0,1 1-1 0 0,0-1 0 0 0,-1 0 1 0 0,1-1-1 0 0,-1 1 0 0 0,0-1 0 0 0,1 1 1 0 0,-1-1-1 0 0,0 0 0 0 0,0 0 0 0 0,0-1 1 0 0,0 1-1 0 0,0 0 0 0 0,0-1 0 0 0,-1 0 1 0 0,1 0-1 0 0,-1 0 0 0 0,0 0 1 0 0,3-5-1 0 0,4-8 119 0 0,-1 1-1 0 0,-1-2 1 0 0,0 1 0 0 0,4-18 0 0 0,-7 20 221 0 0,5-9 444 0 0,6-27 406 0 0,-11 42-1090 0 0,1 12-29 0 0,2 9-30 0 0,7 43-87 0 0,-8-32 57 0 0,13 35 1 0 0,-16-50-485 0 0,1-1 0 0 0,0 0 0 0 0,1-1 0 0 0,0 1 0 0 0,0-1 0 0 0,0 0 0 0 0,13 13 0 0 0,14 4-5993 0 0,-15-14 119 0 0</inkml:trace>
</inkml:ink>
</file>

<file path=ppt/ink/ink1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6:03.0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0 127 2236 0 0,'2'-18'3593'0'0,"6"-38"5467"0"0,-8 52-8731 0 0,1 1 0 0 0,0 0-1 0 0,0 0 1 0 0,0-1 0 0 0,0 1-1 0 0,1 0 1 0 0,0 0 0 0 0,-1 0-1 0 0,1 0 1 0 0,0 1-1 0 0,0-1 1 0 0,5-4 0 0 0,-4 5-252 0 0,1 1 1 0 0,0 0 0 0 0,0-1 0 0 0,0 1-1 0 0,0 1 1 0 0,0-1 0 0 0,0 0-1 0 0,0 1 1 0 0,0 0 0 0 0,0 0-1 0 0,0 0 1 0 0,0 1 0 0 0,0-1 0 0 0,4 2-1 0 0,-4-1-62 0 0,0 0-1 0 0,0 0 1 0 0,-1 0-1 0 0,1 1 1 0 0,-1-1-1 0 0,0 1 1 0 0,1 0-1 0 0,-1 0 1 0 0,0 0-1 0 0,0 0 1 0 0,0 0-1 0 0,0 1 1 0 0,0 0 0 0 0,-1-1-1 0 0,1 1 1 0 0,-1 0-1 0 0,3 4 1 0 0,-3-3-7 0 0,0 1 0 0 0,0 0 1 0 0,0 0-1 0 0,-1-1 0 0 0,0 1 0 0 0,0 0 1 0 0,0 0-1 0 0,0 0 0 0 0,-1 1 1 0 0,0-1-1 0 0,0 6 0 0 0,-2 5 5 0 0,-1-1-1 0 0,0 1 1 0 0,-1-1 0 0 0,0 0-1 0 0,-1-1 1 0 0,-1 1 0 0 0,-8 14-1 0 0,-73 124 108 0 0,87-153-119 0 0,0 1 0 0 0,-1-1 0 0 0,1 0 1 0 0,0 1-1 0 0,-1-1 0 0 0,1 1 0 0 0,0-1 1 0 0,0 1-1 0 0,0-1 0 0 0,0 0 0 0 0,-1 1 1 0 0,1-1-1 0 0,0 1 0 0 0,0-1 0 0 0,0 1 1 0 0,0-1-1 0 0,0 1 0 0 0,0-1 0 0 0,0 1 1 0 0,0-1-1 0 0,0 1 0 0 0,0-1 0 0 0,0 1 1 0 0,1-1-1 0 0,-1 1 0 0 0,0-1 0 0 0,0 1 1 0 0,0-1-1 0 0,1 0 0 0 0,-1 1 0 0 0,0-1 1 0 0,0 1-1 0 0,1-1 0 0 0,-1 0 0 0 0,0 1 1 0 0,1-1-1 0 0,-1 0 0 0 0,0 1 0 0 0,1-1 1 0 0,-1 0-1 0 0,1 1 0 0 0,-1-1 0 0 0,0 0 1 0 0,1 0-1 0 0,-1 0 0 0 0,1 0 1 0 0,-1 1-1 0 0,1-1 0 0 0,-1 0 0 0 0,1 0 1 0 0,-1 0-1 0 0,1 0 0 0 0,0 0 0 0 0,27 0 10 0 0,-26 0-10 0 0,144-19-2520 0 0,-51 0-6368 0 0,-62 11 1709 0 0</inkml:trace>
</inkml:ink>
</file>

<file path=ppt/ink/ink1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6:03.3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91 107 164 0 0,'3'-91'20740'0'0,"-3"75"-17892"0"0,-17 41-588 0 0,4 12-379 0 0,-11 46 1 0 0,11-23-1203 0 0,-6 67 1 0 0,12 82-81 0 0,7-200-578 0 0,0-8-148 0 0,0-1 1 0 0,0 1-1 0 0,0-1 1 0 0,0 1-1 0 0,0-1 0 0 0,0 1 1 0 0,0-1-1 0 0,0 0 1 0 0,0 1-1 0 0,0-1 1 0 0,0 1-1 0 0,0-1 1 0 0,0 1-1 0 0,0-1 1 0 0,0 1-1 0 0,1-1 1 0 0,-1 0-1 0 0,0 1 1 0 0,0-1-1 0 0,1 1 1 0 0,-1-1-1 0 0,0 0 1 0 0,0 1-1 0 0,1-1 1 0 0,-1 0-1 0 0,0 1 1 0 0,1-1-1 0 0,-1 0 1 0 0,0 0-1 0 0,1 1 1 0 0,-1-1-1 0 0,1 0 1 0 0,-1 0-1 0 0,1 0 1 0 0,-1 1-1 0 0,1-1 1 0 0,1 0-197 0 0,-1-1 1 0 0,1 1 0 0 0,-1 0-1 0 0,1-1 1 0 0,-1 1 0 0 0,0-1-1 0 0,1 0 1 0 0,-1 1 0 0 0,1-1 0 0 0,-1 0-1 0 0,2-1 1 0 0,30-29-11381 0 0</inkml:trace>
</inkml:ink>
</file>

<file path=ppt/ink/ink1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6:03.8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307 133 1368 0 0,'10'-31'5626'0'0,"-7"25"-4610"0"0,0-1 0 0 0,-1 0 0 0 0,0 0 0 0 0,0 0 0 0 0,-1 0 0 0 0,0 0 0 0 0,0-1 0 0 0,-1 1 0 0 0,-1-12 0 0 0,1 18-971 0 0,0 0-1 0 0,-1 0 0 0 0,0 0 1 0 0,1 0-1 0 0,-1 0 1 0 0,1 0-1 0 0,-1 0 0 0 0,0 1 1 0 0,1-1-1 0 0,-1 0 1 0 0,0 1-1 0 0,0-1 0 0 0,0 0 1 0 0,0 1-1 0 0,0-1 1 0 0,0 1-1 0 0,1-1 0 0 0,-1 1 1 0 0,0 0-1 0 0,0-1 1 0 0,0 1-1 0 0,-1 0 0 0 0,0 0 1 0 0,-22-4 285 0 0,16 4-295 0 0,1 1 0 0 0,-1 0-1 0 0,1 0 1 0 0,-1 0-1 0 0,1 1 1 0 0,0 0-1 0 0,0 1 1 0 0,0 0 0 0 0,0 0-1 0 0,0 0 1 0 0,1 1-1 0 0,-9 5 1 0 0,0 3-8 0 0,-1-1 0 0 0,2 2 0 0 0,-21 21 0 0 0,20-16-19 0 0,0 0 1 0 0,1 1-1 0 0,-16 28 1 0 0,26-39 17 0 0,-1 1-1 0 0,1-1 1 0 0,1 1 0 0 0,-1 0 0 0 0,1 0-1 0 0,1 1 1 0 0,0-1 0 0 0,0 1 0 0 0,1-1-1 0 0,0 19 1 0 0,1-26-15 0 0,0 0 1 0 0,0 0-1 0 0,0 0 0 0 0,1 0 0 0 0,-1 1 0 0 0,0-1 1 0 0,1 0-1 0 0,0 0 0 0 0,0 0 0 0 0,-1 0 1 0 0,1 0-1 0 0,0-1 0 0 0,1 1 0 0 0,-1 0 1 0 0,0 0-1 0 0,0-1 0 0 0,1 1 0 0 0,-1 0 0 0 0,1-1 1 0 0,-1 0-1 0 0,1 1 0 0 0,0-1 0 0 0,0 0 1 0 0,-1 0-1 0 0,1 0 0 0 0,0 0 0 0 0,0 0 1 0 0,0 0-1 0 0,0 0 0 0 0,0-1 0 0 0,0 1 0 0 0,0-1 1 0 0,0 0-1 0 0,1 1 0 0 0,-1-1 0 0 0,0 0 1 0 0,0 0-1 0 0,0 0 0 0 0,0-1 0 0 0,4 0 0 0 0,1 0 0 0 0,0 0-1 0 0,0-1 0 0 0,0 0 1 0 0,-1-1-1 0 0,1 1 0 0 0,0-1 1 0 0,-1-1-1 0 0,0 1 0 0 0,0-1 1 0 0,0 0-1 0 0,6-6 0 0 0,9-11 9 0 0,-2-1-1 0 0,0-2 0 0 0,-1 0 1 0 0,-2 0-1 0 0,22-45 0 0 0,-19 39 74 0 0,-18 29-42 0 0,2 10 117 0 0,-1 0 1 0 0,0 0-1 0 0,0 0 0 0 0,-1 0 0 0 0,0 0 1 0 0,-1 0-1 0 0,0 0 0 0 0,0 0 0 0 0,-2 11 0 0 0,0 17 67 0 0,2-17-169 0 0,0 0 1 0 0,2 0-1 0 0,0-1 1 0 0,2 1-1 0 0,9 33 0 0 0,-10-44-501 0 0,1-1 0 0 0,-1 0 0 0 0,2 0 0 0 0,-1 0 0 0 0,1-1 1 0 0,7 10-1 0 0,-6-11-650 0 0,-1-1 0 0 0,1 1 0 0 0,0-1 0 0 0,0 0 1 0 0,0-1-1 0 0,1 0 0 0 0,0 0 0 0 0,7 4 1 0 0,7 1-6247 0 0</inkml:trace>
</inkml:ink>
</file>

<file path=ppt/ink/ink1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6:04.4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139 149 1976 0 0,'4'-36'8593'0'0,"-1"-35"0"0"0,-2 70-8521 0 0,-1-1 0 0 0,1 0 0 0 0,0 0 0 0 0,0 0 0 0 0,0 1 0 0 0,0-1 0 0 0,0 0 0 0 0,0 1 0 0 0,0-1 0 0 0,0 1 1 0 0,1-1-1 0 0,-1 1 0 0 0,1 0 0 0 0,-1-1 0 0 0,1 1 0 0 0,-1 0 0 0 0,1 0 0 0 0,0 0 0 0 0,0 0 0 0 0,1 0 0 0 0,3-2-26 0 0,0 1 0 0 0,0 1 0 0 0,0-1-1 0 0,0 1 1 0 0,0 0 0 0 0,0 0 0 0 0,0 1-1 0 0,12 0 1 0 0,-16 0-43 0 0,0 1 0 0 0,0-1-1 0 0,0 1 1 0 0,-1-1 0 0 0,1 1-1 0 0,0 0 1 0 0,0 0-1 0 0,0 0 1 0 0,-1 0 0 0 0,1 0-1 0 0,0 0 1 0 0,-1 0 0 0 0,1 1-1 0 0,-1-1 1 0 0,0 0 0 0 0,1 1-1 0 0,-1 0 1 0 0,0-1 0 0 0,0 1-1 0 0,0-1 1 0 0,0 1 0 0 0,0 0-1 0 0,0 0 1 0 0,0 2 0 0 0,1 1 2 0 0,-1-1 0 0 0,0 1 0 0 0,0-1 0 0 0,0 1 0 0 0,-1 0 0 0 0,1-1 0 0 0,-1 1 0 0 0,-1 6 0 0 0,0-2 0 0 0,-1 0-1 0 0,0-1 1 0 0,0 1 0 0 0,-1-1 0 0 0,0 0 0 0 0,-1 0 0 0 0,-6 11 0 0 0,-3 3 56 0 0,-21 23 0 0 0,8-11 90 0 0,15-22 133 0 0,9-11-183 0 0,0 0 0 0 0,1 0 0 0 0,-1 0 0 0 0,1 1 0 0 0,0-1 0 0 0,-1 1 0 0 0,1-1 0 0 0,0 1 0 0 0,0-1 0 0 0,0 1 0 0 0,0 0 0 0 0,0-1 0 0 0,0 1-1 0 0,0 2 1 0 0,1-3-89 0 0,1 1-1 0 0,-1-1 1 0 0,1 0-1 0 0,-1 0 1 0 0,1 0-1 0 0,0 0 1 0 0,0 0-1 0 0,-1 0 1 0 0,1 0-1 0 0,0 0 1 0 0,0 0-1 0 0,0-1 1 0 0,0 1-1 0 0,0 0 1 0 0,0 0-1 0 0,0-1 1 0 0,1 1-1 0 0,29 16 20 0 0,-13-7-42 0 0,-11-5 20 0 0,-1 0 0 0 0,0 0 0 0 0,-1 0 1 0 0,1 0-1 0 0,-1 1 0 0 0,0 0 0 0 0,0 0 0 0 0,-1 1 0 0 0,0-1 0 0 0,0 1 0 0 0,-1 0 0 0 0,1 0 1 0 0,-1 0-1 0 0,-1 1 0 0 0,4 13 0 0 0,-5-15 398 0 0,-1 0-1 0 0,1 0 1 0 0,-1 0 0 0 0,0 0 0 0 0,0-1-1 0 0,-1 1 1 0 0,-2 10 0 0 0,2-13-185 0 0,0 0 0 0 0,0 0 1 0 0,-1 0-1 0 0,0-1 0 0 0,1 1 0 0 0,-1 0 1 0 0,0-1-1 0 0,0 0 0 0 0,-1 1 0 0 0,1-1 1 0 0,0 0-1 0 0,-1 0 0 0 0,1 0 0 0 0,-1 0 1 0 0,0-1-1 0 0,0 1 0 0 0,0-1 0 0 0,1 0 1 0 0,-1 0-1 0 0,0 0 0 0 0,0 0 0 0 0,-1 0 1 0 0,1 0-1 0 0,0-1 0 0 0,-4 1 0 0 0,-1 0-214 0 0,0 1-1 0 0,0-2 0 0 0,0 1 1 0 0,0-1-1 0 0,0 0 0 0 0,0 0 1 0 0,-11-3-1 0 0,3 1-13 0 0,5 0 6 0 0,0 0 0 0 0,1 0 0 0 0,0-1 0 0 0,0 0 0 0 0,0 0 0 0 0,0-2 0 0 0,-16-8 0 0 0,0-3 43 0 0,19 4-196 0 0,6 9 2 0 0,1 0-389 0 0,-1 0 0 0 0,1 1 0 0 0,0-1-1 0 0,1 0 1 0 0,-1 1 0 0 0,0-1 0 0 0,1 0 0 0 0,-1 1-1 0 0,1-1 1 0 0,0 1 0 0 0,0-1 0 0 0,0 1-1 0 0,0-1 1 0 0,1 1 0 0 0,-1 0 0 0 0,0-1 0 0 0,1 1-1 0 0,3-3 1 0 0,21-18-8344 0 0</inkml:trace>
</inkml:ink>
</file>

<file path=ppt/ink/ink1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6:04.9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46 380 0 0,'35'-33'15670'0'0,"-19"20"-11325"0"0,0 14-3535 0 0,-12 0-782 0 0,-1 0-1 0 0,0 0 0 0 0,0 0 0 0 0,0 1 1 0 0,-1-1-1 0 0,1 1 0 0 0,0 0 1 0 0,0 0-1 0 0,-1 0 0 0 0,1 0 0 0 0,-1 0 1 0 0,0 0-1 0 0,0 1 0 0 0,0-1 0 0 0,0 1 1 0 0,2 3-1 0 0,-1 0 20 0 0,0-1 1 0 0,-1 1-1 0 0,0-1 1 0 0,0 1-1 0 0,-1 0 0 0 0,0 0 1 0 0,0 0-1 0 0,1 9 1 0 0,-2-2 216 0 0,0 0 0 0 0,-1 0 1 0 0,0 1-1 0 0,-1-1 0 0 0,-1 0 1 0 0,0 0-1 0 0,-9 23 0 0 0,-8 5 1733 0 0,-29 46 0 0 0,48-86-1931 0 0,-28 49 2672 0 0,28-49-2513 0 0,1 0-199 0 0,0-1-1 0 0,0 0 1 0 0,0 0 0 0 0,0 1 0 0 0,-1-1 0 0 0,1 0-1 0 0,0 1 1 0 0,0-1 0 0 0,0 0 0 0 0,0 1 0 0 0,0-1-1 0 0,0 0 1 0 0,0 1 0 0 0,0-1 0 0 0,0 0 0 0 0,0 1-1 0 0,0-1 1 0 0,0 0 0 0 0,0 1 0 0 0,0-1 0 0 0,0 0 0 0 0,1 1-1 0 0,-1-1 1 0 0,0 0 0 0 0,0 0 0 0 0,0 1 0 0 0,0-1-1 0 0,1 0 1 0 0,-1 1 0 0 0,5 1 33 0 0,1 0-1 0 0,-1 0 1 0 0,1-1 0 0 0,0 0 0 0 0,-1 0-1 0 0,1 0 1 0 0,10-1 0 0 0,50-3 106 0 0,-26 0-91 0 0,175-10-23 0 0,-195 12-51 0 0,-2 0 0 0 0,0-1 0 0 0,0 0 0 0 0,-4 0 0 0 0,-3 1-279 0 0</inkml:trace>
</inkml:ink>
</file>

<file path=ppt/ink/ink1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6:05.2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2 121 48 0 0,'-1'-33'22233'0'0,"2"28"-21018"0"0,-1 4-987 0 0,1 0 1 0 0,-1 0-1 0 0,1 0 0 0 0,0 1 0 0 0,0-1 1 0 0,-1 0-1 0 0,1 0 0 0 0,0 0 0 0 0,0 1 1 0 0,0-1-1 0 0,0 0 0 0 0,0 1 0 0 0,-1-1 1 0 0,1 1-1 0 0,0-1 0 0 0,1 1 0 0 0,-1 0 1 0 0,0-1-1 0 0,0 1 0 0 0,0 0 0 0 0,0 0 0 0 0,0-1 1 0 0,1 1-1 0 0,102-14 1312 0 0,-48 8-1108 0 0,86-22 0 0 0,-74 14-94 0 0,-66 14-328 0 0,24-6-470 0 0,-24 5 55 0 0</inkml:trace>
</inkml:ink>
</file>

<file path=ppt/ink/ink1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6:06.6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381 131 1140 0 0,'10'-8'3406'0'0,"-7"6"-3049"0"0,-1 0-1 0 0,0 0 1 0 0,0 0-1 0 0,0 0 1 0 0,0-1-1 0 0,0 1 1 0 0,0 0-1 0 0,0-1 0 0 0,-1 0 1 0 0,1 1-1 0 0,-1-1 1 0 0,0 0-1 0 0,0 1 1 0 0,0-1-1 0 0,0 0 1 0 0,0 0-1 0 0,-1 0 0 0 0,1 0 1 0 0,-1 0-1 0 0,0 0 1 0 0,0 0-1 0 0,0 0 1 0 0,0 0-1 0 0,-1 0 0 0 0,0-5 1 0 0,-1 5-279 0 0,1 0 1 0 0,0 0-1 0 0,-1 0 1 0 0,0 1-1 0 0,0-1 1 0 0,0 0-1 0 0,0 1 0 0 0,0-1 1 0 0,0 1-1 0 0,-1 0 1 0 0,1 0-1 0 0,-1 0 1 0 0,1 0-1 0 0,-1 0 0 0 0,0 1 1 0 0,0-1-1 0 0,0 1 1 0 0,0 0-1 0 0,0 0 1 0 0,-5-2-1 0 0,3 2-62 0 0,0 1 1 0 0,0-1-1 0 0,0 1 0 0 0,0 0 0 0 0,0 0 1 0 0,0 0-1 0 0,0 0 0 0 0,0 1 0 0 0,0 0 1 0 0,0 0-1 0 0,0 1 0 0 0,1-1 1 0 0,-9 5-1 0 0,-9 6-12 0 0,1 1 1 0 0,1 1 0 0 0,0 1 0 0 0,0 1-1 0 0,2 1 1 0 0,0 0 0 0 0,1 1-1 0 0,1 1 1 0 0,1 1 0 0 0,0 0 0 0 0,2 1-1 0 0,0 0 1 0 0,1 1 0 0 0,2 1-1 0 0,0 0 1 0 0,-12 43 0 0 0,21-60 34 0 0,-1 1 0 0 0,1 0 0 0 0,1 0 0 0 0,-1 0 0 0 0,1 0 0 0 0,0 0 0 0 0,3 11 0 0 0,-3-16-22 0 0,0 0 1 0 0,1 0-1 0 0,-1 0 1 0 0,1-1-1 0 0,0 1 1 0 0,0 0 0 0 0,0 0-1 0 0,0-1 1 0 0,0 1-1 0 0,0 0 1 0 0,0-1-1 0 0,0 1 1 0 0,0-1-1 0 0,1 0 1 0 0,-1 1-1 0 0,1-1 1 0 0,-1 0 0 0 0,1 0-1 0 0,0 0 1 0 0,-1 0-1 0 0,1 0 1 0 0,0 0-1 0 0,0 0 1 0 0,-1-1-1 0 0,1 1 1 0 0,0-1-1 0 0,0 1 1 0 0,0-1 0 0 0,0 0-1 0 0,0 0 1 0 0,0 1-1 0 0,0-1 1 0 0,0-1-1 0 0,2 1 1 0 0,6-1 8 0 0,1-1 0 0 0,0-1 0 0 0,-1 1 0 0 0,0-2 0 0 0,0 1 1 0 0,0-1-1 0 0,0-1 0 0 0,0 0 0 0 0,-1 0 0 0 0,9-8 0 0 0,17-12 893 0 0,37-37-1 0 0,-37 32 1188 0 0,-20 19-1695 0 0,-6 12-191 0 0,-8 1-210 0 0,0 0 1 0 0,0-1 0 0 0,0 1 0 0 0,-1 0 0 0 0,1 0 0 0 0,0 0 0 0 0,-1 0-1 0 0,0 0 1 0 0,1 0 0 0 0,-1-1 0 0 0,0 1 0 0 0,0 3 0 0 0,2 149 261 0 0,-4-95-1447 0 0,8 65 0 0 0,1-80-1970 0 0,3-15-3774 0 0</inkml:trace>
</inkml:ink>
</file>

<file path=ppt/ink/ink1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6:07.1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0 154 244 0 0,'5'-14'2522'0'0,"0"-1"-1"0"0,0 2 1 0 0,2-1-1 0 0,12-20 1 0 0,-16 29-2268 0 0,1 0 0 0 0,0 1 0 0 0,1-1 0 0 0,-1 1 0 0 0,1 0 0 0 0,-1 0-1 0 0,1 0 1 0 0,0 0 0 0 0,1 1 0 0 0,-1 0 0 0 0,1 0 0 0 0,-1 1 0 0 0,12-4 0 0 0,-13 4-183 0 0,1 1 0 0 0,0 0-1 0 0,1 0 1 0 0,-1 0 0 0 0,0 0 0 0 0,0 1 0 0 0,0 0 0 0 0,0 0-1 0 0,0 0 1 0 0,1 1 0 0 0,6 1 0 0 0,-9-2-58 0 0,-1 1-1 0 0,1-1 1 0 0,0 1 0 0 0,-1 0-1 0 0,1 0 1 0 0,-1 0 0 0 0,1 0-1 0 0,-1 0 1 0 0,0 0 0 0 0,1 1-1 0 0,-1-1 1 0 0,0 1 0 0 0,0-1-1 0 0,0 1 1 0 0,0 0 0 0 0,0 0-1 0 0,-1 0 1 0 0,1 0 0 0 0,0 0 0 0 0,-1 0-1 0 0,0 1 1 0 0,1-1 0 0 0,-1 0-1 0 0,0 1 1 0 0,0-1 0 0 0,0 1-1 0 0,-1-1 1 0 0,1 1 0 0 0,0 0-1 0 0,-1-1 1 0 0,0 1 0 0 0,0 0-1 0 0,0-1 1 0 0,0 1 0 0 0,0 0-1 0 0,-1 3 1 0 0,-1 4 48 0 0,0 0 1 0 0,-1 0-1 0 0,0 0 1 0 0,0 0-1 0 0,-1-1 1 0 0,0 0-1 0 0,-11 17 1 0 0,-25 32 311 0 0,40-57-308 0 0,-1 0-44 0 0,0-1 0 0 0,1 1-1 0 0,-1 0 1 0 0,1-1-1 0 0,-1 1 1 0 0,1 0-1 0 0,-1 0 1 0 0,1 0 0 0 0,0-1-1 0 0,-1 1 1 0 0,1 0-1 0 0,0 0 1 0 0,-1 0 0 0 0,1 0-1 0 0,0 0 1 0 0,0-1-1 0 0,0 1 1 0 0,0 0-1 0 0,0 0 1 0 0,0 0 0 0 0,0 0-1 0 0,0 0 1 0 0,0 0-1 0 0,1-1 1 0 0,-1 1 0 0 0,0 0-1 0 0,0 0 1 0 0,1 0-1 0 0,-1 0 1 0 0,1-1-1 0 0,-1 1 1 0 0,1 0 0 0 0,-1 0-1 0 0,1-1 1 0 0,-1 1-1 0 0,1 0 1 0 0,0-1 0 0 0,0 1-1 0 0,10 6 6 0 0,-1 1 0 0 0,1 0 0 0 0,-1 0-1 0 0,-1 1 1 0 0,0 0 0 0 0,13 16 0 0 0,-19-21 212 0 0,0 0 1 0 0,0-1-1 0 0,-1 1 1 0 0,0 0-1 0 0,1 1 1 0 0,-1-1-1 0 0,0 0 1 0 0,-1 0-1 0 0,1 1 1 0 0,-1-1-1 0 0,0 1 1 0 0,0 0-1 0 0,-1-1 1 0 0,1 1-1 0 0,-1 0 1 0 0,0-1-1 0 0,0 1 1 0 0,0 0-1 0 0,-1-1 1 0 0,0 1-1 0 0,-2 7 1 0 0,2-9-82 0 0,-1 0-1 0 0,1 0 1 0 0,-1 0-1 0 0,0 0 1 0 0,0 0 0 0 0,0 0-1 0 0,0 0 1 0 0,-1-1-1 0 0,1 1 1 0 0,-1-1 0 0 0,0 0-1 0 0,1 1 1 0 0,-1-1-1 0 0,0-1 1 0 0,0 1-1 0 0,0 0 1 0 0,-1-1 0 0 0,-3 2-1 0 0,-4 0-242 0 0,-1 0 0 0 0,1-1-1 0 0,-24 2 1 0 0,19-3-576 0 0,15-1 422 0 0,0 1-1 0 0,0-1 1 0 0,0-1-1 0 0,0 1 1 0 0,0 0 0 0 0,0 0-1 0 0,-1 0 1 0 0,1 0-1 0 0,0-1 1 0 0,0 1 0 0 0,0-1-1 0 0,0 1 1 0 0,0-1-1 0 0,0 1 1 0 0,0-1-1 0 0,-1 0 1 0 0</inkml:trace>
</inkml:ink>
</file>

<file path=ppt/ink/ink1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6:07.4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79 2168 0 0,'16'-22'10189'0'0,"31"-34"1639"0"0,-46 56-11643 0 0,1 0 0 0 0,-1 1 1 0 0,0-1-1 0 0,0 1 0 0 0,0-1 0 0 0,0 1 1 0 0,0-1-1 0 0,0 1 0 0 0,1 0 0 0 0,-1-1 1 0 0,-1 1-1 0 0,1 0 0 0 0,0 0 0 0 0,0 0 1 0 0,0 0-1 0 0,0 0 0 0 0,-1 0 0 0 0,1 0 0 0 0,0 0 1 0 0,-1 0-1 0 0,1 0 0 0 0,-1 0 0 0 0,1 0 1 0 0,-1 0-1 0 0,1 1 0 0 0,-1 1 0 0 0,8 39 1464 0 0,-6-33-1072 0 0,2 32 10 0 0,-2 0 0 0 0,-2 48 0 0 0,-2-43-2532 0 0,8 63 1 0 0,-6-105 1420 0 0,0-1 0 0 0,1 1-1 0 0,0-1 1 0 0,0 0 0 0 0,0 1 0 0 0,0-1-1 0 0,0 0 1 0 0,1 1 0 0 0,0-1 0 0 0,2 4-1 0 0</inkml:trace>
</inkml:ink>
</file>

<file path=ppt/ink/ink1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6:07.8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357 151 1772 0 0,'1'-38'4638'0'0,"0"24"-2061"0"0,0-1 0 0 0,-1 1 1 0 0,-3-18-1 0 0,3 30-2394 0 0,0 0 0 0 0,-1 0-1 0 0,1 0 1 0 0,-1 0 0 0 0,1 0 0 0 0,-1 0 0 0 0,0 0 0 0 0,1 1 0 0 0,-1-1 0 0 0,0 0-1 0 0,0 0 1 0 0,-1 1 0 0 0,1-1 0 0 0,0 1 0 0 0,0-1 0 0 0,-3-1 0 0 0,3 2-140 0 0,-1 0 0 0 0,0 1 0 0 0,0-1 0 0 0,1 1 0 0 0,-1-1-1 0 0,0 1 1 0 0,0-1 0 0 0,0 1 0 0 0,0 0 0 0 0,0 0 0 0 0,0 0 0 0 0,0 0 0 0 0,0 0 0 0 0,0 0 0 0 0,0 1 0 0 0,1-1 0 0 0,-1 1 0 0 0,-3 0 0 0 0,-7 4 50 0 0,-1-1 0 0 0,1 2 1 0 0,0 0-1 0 0,0 0 0 0 0,1 1 0 0 0,0 1 1 0 0,0 0-1 0 0,1 0 0 0 0,0 1 0 0 0,-10 11 1 0 0,-2 4 61 0 0,2 2 0 0 0,-35 54 0 0 0,45-64-102 0 0,0 1 0 0 0,2 0-1 0 0,0 1 1 0 0,1 0 0 0 0,0 0-1 0 0,2 1 1 0 0,0-1 0 0 0,1 1-1 0 0,1 0 1 0 0,1 0 0 0 0,0 25-1 0 0,2-41-35 0 0,0 0-1 0 0,0-1 0 0 0,0 1 0 0 0,0-1 0 0 0,1 1 0 0 0,0 0 0 0 0,-1-1 0 0 0,1 1 0 0 0,0-1 1 0 0,0 1-1 0 0,0-1 0 0 0,0 0 0 0 0,1 1 0 0 0,-1-1 0 0 0,1 0 0 0 0,-1 0 0 0 0,1 0 0 0 0,0 0 1 0 0,0 0-1 0 0,0-1 0 0 0,0 1 0 0 0,0 0 0 0 0,0-1 0 0 0,0 1 0 0 0,0-1 0 0 0,1 0 0 0 0,-1 0 1 0 0,1 0-1 0 0,2 1 0 0 0,-4-2-14 0 0,0 0 0 0 0,0 1 1 0 0,0-1-1 0 0,0 0 0 0 0,0 0 0 0 0,0 0 1 0 0,1 0-1 0 0,-1 0 0 0 0,0 0 0 0 0,0-1 1 0 0,0 1-1 0 0,0 0 0 0 0,0 0 0 0 0,0-1 1 0 0,0 1-1 0 0,0-1 0 0 0,0 1 0 0 0,2-2 1 0 0,1 0 4 0 0,3 0-3 0 0,-1-2 0 0 0,1 1 0 0 0,-1-1 0 0 0,1 0 0 0 0,-1 0 0 0 0,0 0 0 0 0,-1-1 0 0 0,1 0 0 0 0,8-9-1 0 0,3-7-58 0 0,19-30-1 0 0,-18 25 14 0 0,40-68-29 0 0,-39 61 1064 0 0,34-46 0 0 0,-52 78-833 0 0,0 2-117 0 0,1 0 0 0 0,-1 0-1 0 0,0 0 1 0 0,0 0-1 0 0,0 0 1 0 0,0 0 0 0 0,0 0-1 0 0,0 0 1 0 0,0 1 0 0 0,0-1-1 0 0,0 0 1 0 0,0 1-1 0 0,0 2 1 0 0,5 23 225 0 0,-1 0 0 0 0,-2 0-1 0 0,-1 0 1 0 0,-1 0 0 0 0,-2 33 0 0 0,0 25-531 0 0,2-64-696 0 0,4 57-3003 0 0,-3-69 971 0 0,0 0 1 0 0,0 0-1 0 0,5 12 1 0 0</inkml:trace>
</inkml:ink>
</file>

<file path=ppt/ink/ink1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6:08.2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1 185 1572 0 0,'5'-21'3470'0'0,"1"1"0"0"0,0 0 0 0 0,11-22 0 0 0,-14 36-3107 0 0,0 1 0 0 0,0-1 0 0 0,1 1 0 0 0,0-1 0 0 0,0 1 0 0 0,0 0-1 0 0,1 1 1 0 0,-1-1 0 0 0,1 1 0 0 0,0 0 0 0 0,0 0 0 0 0,1 0 0 0 0,-1 1 0 0 0,9-4 0 0 0,-11 5-295 0 0,0 1 0 0 0,-1 0-1 0 0,1 0 1 0 0,0 0 0 0 0,0 1 0 0 0,-1-1 0 0 0,1 1 0 0 0,0-1 0 0 0,0 1-1 0 0,0 0 1 0 0,0 0 0 0 0,0 0 0 0 0,-1 0 0 0 0,1 1 0 0 0,0-1-1 0 0,0 1 1 0 0,0 0 0 0 0,0 0 0 0 0,-1 0 0 0 0,1 0 0 0 0,-1 0 0 0 0,1 0-1 0 0,-1 1 1 0 0,1 0 0 0 0,-1-1 0 0 0,0 1 0 0 0,1 0 0 0 0,-1 0-1 0 0,0 0 1 0 0,0 0 0 0 0,0 0 0 0 0,-1 1 0 0 0,1-1 0 0 0,1 3 0 0 0,0 1 97 0 0,0 1 1 0 0,0-1-1 0 0,0 1 1 0 0,-1 0 0 0 0,0 0-1 0 0,0 0 1 0 0,-1 0 0 0 0,0 0-1 0 0,0 0 1 0 0,-1 0-1 0 0,1 0 1 0 0,-3 15 0 0 0,-2-2 17 0 0,-1-1 0 0 0,0 1 0 0 0,-2-1 0 0 0,0 0 0 0 0,-1 0 0 0 0,-21 33 0 0 0,-1-4 2113 0 0,-45 51 1 0 0,51-66-828 0 0,19-26-1469 0 0,4 0 0 0 0,12-8 0 0 0,30-7 0 0 0,72-5 0 0 0,-5 2 0 0 0,-85 9 0 0 0,-3 0 0 0 0,20-5-2915 0 0,-34 6 1434 0 0</inkml:trace>
</inkml:ink>
</file>

<file path=ppt/ink/ink1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6:08.7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44 123 184 0 0,'8'-44'10071'0'0,"4"-11"1023"0"0,-12 54-10982 0 0,1-1-1 0 0,0 1 1 0 0,0-1-1 0 0,-1 1 0 0 0,1 0 1 0 0,0 0-1 0 0,0-1 1 0 0,0 1-1 0 0,0 0 1 0 0,0 0-1 0 0,1 0 0 0 0,-1 0 1 0 0,0 0-1 0 0,0 0 1 0 0,1 0-1 0 0,-1 1 0 0 0,1-1 1 0 0,-1 0-1 0 0,1 1 1 0 0,-1-1-1 0 0,1 1 1 0 0,-1-1-1 0 0,1 1 0 0 0,-1 0 1 0 0,1 0-1 0 0,-1 0 1 0 0,1 0-1 0 0,2 0 1 0 0,0 0-57 0 0,0 0 1 0 0,0 1-1 0 0,0-1 1 0 0,0 1-1 0 0,-1 0 1 0 0,1 0-1 0 0,0 1 1 0 0,0-1-1 0 0,5 4 1 0 0,-5-3-7 0 0,-1 1 0 0 0,1-1-1 0 0,-1 1 1 0 0,1 0 0 0 0,-1 0 0 0 0,0 1 0 0 0,0-1 0 0 0,-1 1 0 0 0,1-1 0 0 0,-1 1 0 0 0,1 0 0 0 0,-1 0 0 0 0,0 0 0 0 0,2 7 0 0 0,-2-3 36 0 0,-1-1 0 0 0,1 0 0 0 0,-1 0 1 0 0,-1 1-1 0 0,0-1 0 0 0,0 0 0 0 0,0 1 1 0 0,-2 9-1 0 0,-2 0 177 0 0,0 1 1 0 0,-1-1 0 0 0,-1 0-1 0 0,-1 0 1 0 0,0-1 0 0 0,-15 24-1 0 0,-12 13 1803 0 0,-41 48-1 0 0,52-72-1901 0 0,16-18-163 0 0,7-10 0 0 0,0-1 0 0 0,0 0 0 0 0,0 1 0 0 0,0-1 0 0 0,0 0 0 0 0,-1 1 0 0 0,1-1 0 0 0,0 1 0 0 0,0-1 0 0 0,0 0 0 0 0,0 1 0 0 0,0-1 0 0 0,0 1 0 0 0,1-1 0 0 0,-1 1 0 0 0,0-1 0 0 0,0 0 0 0 0,0 1 0 0 0,0-1 0 0 0,0 0 0 0 0,0 1 0 0 0,1-1 0 0 0,-1 1 0 0 0,13 2 0 0 0,26-3 0 0 0,0-2 0 0 0,0-1 0 0 0,53-12 0 0 0,12-2 0 0 0,-85 13 0 0 0,-1 0 0 0 0,22-12-4314 0 0,-23-3-2570 0 0</inkml:trace>
</inkml:ink>
</file>

<file path=ppt/ink/ink1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6:09.0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206 82 992 0 0,'-40'-81'15102'0'0,"40"81"-14966"0"0,10 0 1480 0 0,13 11-17 0 0,10 13-154 0 0,-2 1 0 0 0,0 1 0 0 0,35 40 0 0 0,-19-12-131 0 0,41 60 0 0 0,-64-78-1079 0 0,-1 2 0 0 0,-1 0 0 0 0,-3 1 0 0 0,-1 2-1 0 0,-2-1 1 0 0,-2 2 0 0 0,-1 0 0 0 0,-3 1 0 0 0,-1 0 0 0 0,-2 0-1 0 0,-2 1 1 0 0,-2-1 0 0 0,-4 76 0 0 0,-6-49-168 0 0,-2 0 0 0 0,-4-1 0 0 0,-28 89-1 0 0,-87 194-1515 0 0,-100 146-4850 0 0,54-177-5097 0 0,98-191 1536 0 0</inkml:trace>
</inkml:ink>
</file>

<file path=ppt/ink/ink1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6:09.2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 68 3812 0 0,'-5'-10'3445'0'0,"3"2"-685"0"0,-1-1-648 0 0,1 1 960 0 0,-3-7-1119 0 0,1 4-401 0 0,1 5-1752 0 0,-2 18-4805 0 0</inkml:trace>
</inkml:ink>
</file>

<file path=ppt/ink/ink1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6:23.1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102 729 788 0 0,'-14'0'707'0'0,"11"0"510"0"0,1 0-758 0 0,-1 0-87 0 0,-1 0 0 0 0,1 0 0 0 0,0 0 0 0 0,0 0 0 0 0,-1 0 0 0 0,1 1 1 0 0,0-1-1 0 0,0 1 0 0 0,0 0 0 0 0,0 0 0 0 0,0 0 0 0 0,0 1 1 0 0,-5 2-1 0 0,6-2-271 0 0,0 1 0 0 0,0 0-1 0 0,0 0 1 0 0,0 0 0 0 0,1 0 0 0 0,-1 0 0 0 0,1 0 0 0 0,0 0 0 0 0,0 0-1 0 0,0 0 1 0 0,0 1 0 0 0,-1 5 0 0 0,2-5-19 0 0,-12 60 328 0 0,12-62-374 0 0,-1 10 820 0 0,1-12-837 0 0,0-1 0 0 0,0 1-1 0 0,0 0 1 0 0,0 0 0 0 0,0 0 0 0 0,0 0-1 0 0,0 0 1 0 0,0 0 0 0 0,0 0-1 0 0,0 0 1 0 0,0-1 0 0 0,1 1-1 0 0,-1 0 1 0 0,0 0 0 0 0,0 0-1 0 0,0 0 1 0 0,0 0 0 0 0,0 0 0 0 0,0 0-1 0 0,1 0 1 0 0,-1 0 0 0 0,0 0-1 0 0,0 0 1 0 0,0 0 0 0 0,0 0-1 0 0,0 0 1 0 0,0 0 0 0 0,1 0-1 0 0,-1 0 1 0 0,0 0 0 0 0,0 0 0 0 0,0 0-1 0 0,0 0 1 0 0,0 0 0 0 0,1 0-1 0 0,-1 0 1 0 0,0 0 0 0 0,0 0-1 0 0,0 0 1 0 0,0 0 0 0 0,0 0-1 0 0,0 1 1 0 0,0-1 0 0 0,1 0 0 0 0,-1 0-1 0 0,0 0 1 0 0,0 0 0 0 0,0 0-1 0 0,0 0 1 0 0,0 0 0 0 0,0 0-1 0 0,0 1 1 0 0,0-1 0 0 0,0 0 0 0 0,0 0-1 0 0,0 0 1 0 0,0 0 0 0 0,0 0-1 0 0,0 1 1 0 0,0-1 0 0 0,0 0-1 0 0,0 0 1 0 0,0 0 0 0 0,0 0-1 0 0,14-17 262 0 0,11-26-281 0 0,76-165 11 0 0,149-275 73 0 0,-243 471-110 0 0,0-1-4 0 0,0 0 0 0 0,1 0 0 0 0,1 1-1 0 0,0 0 1 0 0,0 1 0 0 0,21-18 0 0 0,-28 27 74 0 0,-1 2-37 0 0,1 1 0 0 0,-1-1 0 0 0,1 1 0 0 0,-1-1 0 0 0,0 1 0 0 0,1-1-1 0 0,-1 1 1 0 0,0 0 0 0 0,1 0 0 0 0,-1 0 0 0 0,0 0 0 0 0,0 0 0 0 0,0 0 0 0 0,0 0 0 0 0,0 0 0 0 0,0 0 0 0 0,0 0-1 0 0,0 0 1 0 0,0 1 0 0 0,-1-1 0 0 0,1 0 0 0 0,0 1 0 0 0,-1-1 0 0 0,1 1 0 0 0,-1-1 0 0 0,1 1 0 0 0,-1-1-1 0 0,0 0 1 0 0,0 3 0 0 0,3 8-8 0 0,-1 1 0 0 0,0 18 1 0 0,-2-20-2 0 0,-4 240 470 0 0,1-185-141 0 0,-17 291 1108 0 0,19-315-1310 0 0,-6 71 486 0 0,9-104-872 0 0,5-12-401 0 0,5-13-2427 0 0,-8 7-638 0 0</inkml:trace>
</inkml:ink>
</file>

<file path=ppt/ink/ink1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6:23.3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127 163 2200 0 0,'-36'-4'3552'0'0,"10"1"394"0"0,-39 1 1 0 0,84-9-3601 0 0,205-60-406 0 0,-73 28-3879 0 0,-89 26 460 0 0,-19 5-630 0 0</inkml:trace>
</inkml:ink>
</file>

<file path=ppt/ink/ink1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6:23.6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25 1116 0 0,'20'11'14199'0'0,"-12"-8"-13014"0"0,15-3-1073 0 0,0-1-1 0 0,0-1 1 0 0,0-1-1 0 0,36-9 1 0 0,9-1-2702 0 0,-29 5-4518 0 0</inkml:trace>
</inkml:ink>
</file>

<file path=ppt/ink/ink1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6:23.8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141 0 32 0 0,'-56'42'6959'0'0,"32"-25"-1803"0"0,-36 33 0 0 0,59-48-4691 0 0,4-2-275 0 0,2 2-138 0 0,0-1 1 0 0,1-1 0 0 0,-1 1-1 0 0,1-1 1 0 0,0 0 0 0 0,-1 0-1 0 0,10-1 1 0 0,44-11-199 0 0,-37 8-105 0 0,132-31-3610 0 0,-50 6-2079 0 0,-43 11 163 0 0</inkml:trace>
</inkml:ink>
</file>

<file path=ppt/ink/ink1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6:25.3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510 79 712 0 0,'3'-2'1201'0'0,"0"-1"1"0"0,0 1-1 0 0,3-3 1202 0 0,-3 2-1202 0 0,-1 0 1 0 0,0 0-1 0 0,1 0 1 0 0,-1-1-1 0 0,0 1 0 0 0,-1-1 1 0 0,1 1-1 0 0,2-8 874 0 0,-5 9-1944 0 0,-2-5 73 0 0,0 6-174 0 0,0-1-1 0 0,0 0 1 0 0,0 1 0 0 0,0 0 0 0 0,-1-1 0 0 0,1 1 0 0 0,0 0 0 0 0,-1 1-1 0 0,1-1 1 0 0,0 1 0 0 0,-1-1 0 0 0,-4 1 0 0 0,2-1 0 0 0,-53-3-14 0 0,0 1 0 0 0,0 4 0 0 0,0 2-1 0 0,-88 16 1 0 0,104-13-25 0 0,41-5-25 0 0,-24 5 17 0 0,24-5 19 0 0,0 0 0 0 0,0 0 1 0 0,0 1-1 0 0,0-1 0 0 0,0 1 0 0 0,0 0 0 0 0,0-1 1 0 0,1 1-1 0 0,-1 0 0 0 0,1 0 0 0 0,-1 0 0 0 0,1 0 0 0 0,0 0 1 0 0,0 1-1 0 0,0-1 0 0 0,0 0 0 0 0,0 0 0 0 0,0 1 1 0 0,0-1-1 0 0,1 1 0 0 0,-1-1 0 0 0,1 1 0 0 0,0 3 1 0 0,-2 13-1 0 0,1 1 0 0 0,1 18 1 0 0,1-19-79 0 0,17 380 2336 0 0,0-80-6 0 0,10 792 499 0 0,-12-675-2309 0 0,1-11-17 0 0,-16 96-131 0 0,-3-256-50 0 0,11 1 469 0 0,-2-122-381 0 0,-13 157 1 0 0,-9-60-499 0 0,13-211 158 0 0,-4 133-186 0 0,6-162 184 0 0,-1 3-28 0 0,1 16 207 0 0,0-20-165 0 0,0 1-1 0 0,0-1 1 0 0,1 1-1 0 0,-1-1 1 0 0,0 1-1 0 0,0-1 1 0 0,0 1 0 0 0,0-1-1 0 0,1 0 1 0 0,-1 1-1 0 0,0-1 1 0 0,0 1-1 0 0,1-1 1 0 0,-1 0-1 0 0,0 1 1 0 0,1-1-1 0 0,-1 1 1 0 0,1-1-1 0 0,-1 0 1 0 0,0 0-1 0 0,1 1 1 0 0,-1-1 0 0 0,1 0-1 0 0,-1 0 1 0 0,1 1-1 0 0,-1-1 1 0 0,1 0-1 0 0,-1 0 1 0 0,1 0-1 0 0,-1 0 1 0 0,1 0-1 0 0,-1 0 1 0 0,1 0-1 0 0,-1 0 1 0 0,1 0-1 0 0,-1 0 1 0 0,1 0-1 0 0,0 0 1 0 0,151-18 65 0 0,67-14-2091 0 0,70-11-3910 0 0,-100 5-3794 0 0,-120 22 525 0 0</inkml:trace>
</inkml:ink>
</file>

<file path=ppt/ink/ink1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6:30.2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8 157 1168 0 0,'-7'-30'7159'0'0,"7"26"-6945"0"0,0 0-1 0 0,1 0 1 0 0,-1 1 0 0 0,1-1 0 0 0,0 0-1 0 0,0 1 1 0 0,0-1 0 0 0,1 0 0 0 0,-1 1 0 0 0,1 0-1 0 0,0-1 1 0 0,0 1 0 0 0,0 0 0 0 0,0 0 0 0 0,0 0-1 0 0,1 0 1 0 0,0 0 0 0 0,-1 0 0 0 0,1 1-1 0 0,0 0 1 0 0,7-5 0 0 0,3 0-238 0 0,1 0 0 0 0,0 0 0 0 0,1 1 0 0 0,16-4 0 0 0,0 0 163 0 0,-23 8-125 0 0,-1 1 0 0 0,1 1 0 0 0,0-1 0 0 0,-1 1 1 0 0,1 0-1 0 0,0 1 0 0 0,-1 0 0 0 0,1 0 0 0 0,12 4 1 0 0,-16-4-7 0 0,0 1 0 0 0,0-1 1 0 0,0 1-1 0 0,0 0 0 0 0,0 0 1 0 0,0 0-1 0 0,0 0 0 0 0,-1 1 1 0 0,1 0-1 0 0,-1 0 0 0 0,0 0 0 0 0,0 0 1 0 0,0 0-1 0 0,0 0 0 0 0,0 1 1 0 0,-1-1-1 0 0,1 1 0 0 0,-1 0 1 0 0,0 0-1 0 0,0 0 0 0 0,1 6 1 0 0,-1-4-6 0 0,-1 0 0 0 0,0 0 0 0 0,0 0 0 0 0,-1 0-1 0 0,1 0 1 0 0,-1 0 0 0 0,-1 0 0 0 0,1 0 0 0 0,-1 1 0 0 0,0-1 0 0 0,-1 0 0 0 0,1-1 0 0 0,-1 1 0 0 0,-5 10 0 0 0,-3 4 40 0 0,-18 25-1 0 0,-6 11 2742 0 0,34-55-2512 0 0,-1 5 344 0 0,1-6-604 0 0,0 0 1 0 0,0 1-1 0 0,0-1 1 0 0,0 0 0 0 0,0 0-1 0 0,0 0 1 0 0,0 0-1 0 0,0 0 1 0 0,0 1 0 0 0,0-1-1 0 0,0 0 1 0 0,0 0-1 0 0,0 0 1 0 0,0 0 0 0 0,0 0-1 0 0,0 0 1 0 0,0 1-1 0 0,0-1 1 0 0,0 0-1 0 0,0 0 1 0 0,0 0 0 0 0,0 0-1 0 0,0 0 1 0 0,1 0-1 0 0,-1 0 1 0 0,0 0 0 0 0,0 1-1 0 0,0-1 1 0 0,0 0-1 0 0,0 0 1 0 0,0 0 0 0 0,0 0-1 0 0,0 0 1 0 0,1 0-1 0 0,-1 0 1 0 0,0 0 0 0 0,0 0-1 0 0,0 0 1 0 0,0 0-1 0 0,0 0 1 0 0,0 0-1 0 0,1 0 1 0 0,-1 0 0 0 0,0 0-1 0 0,0 0 1 0 0,0 0-1 0 0,0 0 1 0 0,0 0 0 0 0,1 0-1 0 0,-1 0 1 0 0,0 0-1 0 0,0 0 1 0 0,0 0 0 0 0,0 0-1 0 0,0 0 1 0 0,0 0-1 0 0,1 0 1 0 0,1 0-110 0 0,0 0 113 0 0,17 1 11 0 0,-13 1-31 0 0,1 1 0 0 0,-1 0 0 0 0,0 0-1 0 0,0 0 1 0 0,-1 1 0 0 0,1 0 0 0 0,-1 0 0 0 0,0 0 0 0 0,0 1 0 0 0,0 0 0 0 0,0 0-1 0 0,-1 0 1 0 0,5 8 0 0 0,-6-9 32 0 0,0 0 0 0 0,0 1-1 0 0,-1 0 1 0 0,1-1 0 0 0,-1 1-1 0 0,0 0 1 0 0,-1 0 0 0 0,1 0 0 0 0,-1 0-1 0 0,0 1 1 0 0,0-1 0 0 0,-1 0-1 0 0,0 0 1 0 0,0 1 0 0 0,0-1 0 0 0,0 0-1 0 0,-1 0 1 0 0,-1 6 0 0 0,1-7 179 0 0,0-1 1 0 0,0 0-1 0 0,-1 1 1 0 0,0-1-1 0 0,1 0 1 0 0,-1 0-1 0 0,0 0 1 0 0,-1 0-1 0 0,1 0 1 0 0,0 0-1 0 0,-1 0 0 0 0,0-1 1 0 0,1 1-1 0 0,-1-1 1 0 0,-6 4-1 0 0,3-3-3 0 0,1-1-1 0 0,-1 0 1 0 0,0 0 0 0 0,0 0-1 0 0,0 0 1 0 0,0-1-1 0 0,0 0 1 0 0,-11 0-1 0 0,-3-1 16 0 0,0-2-1 0 0,0 0 0 0 0,1-1 1 0 0,-1 0-1 0 0,-18-8 1 0 0,-54-12-952 0 0,91 23-96 0 0,-5-3-587 0 0,-1 2-153 0 0</inkml:trace>
</inkml:ink>
</file>

<file path=ppt/ink/ink1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6:30.8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69 38 1656 0 0,'-49'-1'9424'0'0,"46"1"-8420"0"0,-14-2 2649 0 0,38 0-582 0 0,120-13-2500 0 0,-77 10-504 0 0,101-4 736 0 0,-163 9-671 0 0,17-1 144 0 0,7-1-124 0 0,-23 2-211 0 0</inkml:trace>
</inkml:ink>
</file>

<file path=ppt/ink/ink1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6:31.4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157 94 496 0 0,'3'-28'8121'0'0,"1"-9"-462"0"0,-4 35-7114 0 0,16-15 932 0 0,-10 15-1425 0 0,0 0 1 0 0,1 0-1 0 0,-1 1 0 0 0,0 0 1 0 0,1 0-1 0 0,0 1 1 0 0,-1 0-1 0 0,1 0 1 0 0,-1 0-1 0 0,1 1 1 0 0,9 2-1 0 0,-9-1-40 0 0,0-1 0 0 0,0 1 0 0 0,0 1-1 0 0,-1-1 1 0 0,1 1 0 0 0,-1 0 0 0 0,0 1 0 0 0,0 0 0 0 0,0 0-1 0 0,0 0 1 0 0,-1 0 0 0 0,1 1 0 0 0,-1 0 0 0 0,8 10 0 0 0,-10-11 0 0 0,-1-1 0 0 0,0 1 0 0 0,0 0 0 0 0,0 0 1 0 0,0 0-1 0 0,-1 0 0 0 0,1 0 0 0 0,-1 0 0 0 0,0 0 0 0 0,-1 1 1 0 0,1-1-1 0 0,-1 0 0 0 0,1 1 0 0 0,-1-1 0 0 0,0 0 0 0 0,-1 1 1 0 0,1-1-1 0 0,-1 0 0 0 0,0 0 0 0 0,0 1 0 0 0,0-1 1 0 0,-1 0-1 0 0,1 0 0 0 0,-5 7 0 0 0,-38 55 489 0 0,44-65-382 0 0,-4 4 158 0 0,-1 4 114 0 0,6-8-384 0 0,0 0 0 0 0,-1 0 0 0 0,1 0 0 0 0,0 0 0 0 0,0 0 0 0 0,-1 0 0 0 0,1 0 0 0 0,0 0 0 0 0,0 0 0 0 0,0-1 0 0 0,0 1 0 0 0,0 0 0 0 0,0-1 0 0 0,0 1 0 0 0,3 0 0 0 0,3 4 2 0 0,0 0 0 0 0,0 0 0 0 0,-1 1 0 0 0,1 0 0 0 0,-1 0 0 0 0,-1 0-1 0 0,1 1 1 0 0,-1 0 0 0 0,0 0 0 0 0,-1 0 0 0 0,1 1 0 0 0,-1-1 0 0 0,-1 1 0 0 0,0 0 0 0 0,0 0-1 0 0,0 1 1 0 0,-1-1 0 0 0,0 0 0 0 0,-1 1 0 0 0,1 16 0 0 0,-2-21 113 0 0,-1 0-1 0 0,0 0 1 0 0,0-1-1 0 0,0 1 1 0 0,0 0 0 0 0,0-1-1 0 0,-1 1 1 0 0,0-1 0 0 0,0 1-1 0 0,0-1 1 0 0,0 0 0 0 0,0 0-1 0 0,0 0 1 0 0,-4 3 0 0 0,1-1 107 0 0,0-1 0 0 0,0 0 0 0 0,-1 0 0 0 0,0 0 0 0 0,0 0 0 0 0,0-1 0 0 0,-9 3 0 0 0,0 0 86 0 0,0-2-1 0 0,0 0 0 0 0,-1-1 0 0 0,1 0 0 0 0,-1-2 0 0 0,-19 1 0 0 0,4-3-192 0 0,-1-1-1 0 0,0-1 0 0 0,-33-8 0 0 0,3-8-4729 0 0</inkml:trace>
</inkml:ink>
</file>

<file path=ppt/ink/ink1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6:32.2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59 76 1736 0 0,'1'-9'2341'0'0,"2"1"-1"0"0,-1 0 1 0 0,1 0-1 0 0,7-15 1 0 0,-9 3 4011 0 0,-5 27-6033 0 0,-11 26-218 0 0,2 1-1 0 0,1 0 1 0 0,2 0 0 0 0,2 1-1 0 0,-8 60 1 0 0,16-91-86 0 0,0 1-1 0 0,0-1 1 0 0,0 1 0 0 0,0-1-1 0 0,1 1 1 0 0,0-1 0 0 0,0 1-1 0 0,0-1 1 0 0,0 0 0 0 0,1 1-1 0 0,0-1 1 0 0,0 0 0 0 0,0 0-1 0 0,0 0 1 0 0,1 0 0 0 0,-1-1-1 0 0,1 1 1 0 0,0-1 0 0 0,0 1-1 0 0,0-1 1 0 0,0 0 0 0 0,1 0-1 0 0,-1-1 1 0 0,1 1 0 0 0,0-1-1 0 0,0 1 1 0 0,0-1 0 0 0,0-1-1 0 0,0 1 1 0 0,0 0 0 0 0,1-1-1 0 0,-1 0 1 0 0,1 0 0 0 0,6 1-1 0 0,-3-1 0 0 0,-1-1-1 0 0,1 0 0 0 0,-1 0 1 0 0,1 0-1 0 0,-1-1 1 0 0,1 0-1 0 0,-1 0 1 0 0,0-1-1 0 0,1 0 0 0 0,-1 0 1 0 0,0-1-1 0 0,0 0 1 0 0,-1 0-1 0 0,1-1 0 0 0,-1 1 1 0 0,1-1-1 0 0,-1-1 1 0 0,0 1-1 0 0,-1-1 0 0 0,1 0 1 0 0,-1-1-1 0 0,0 1 1 0 0,0-1-1 0 0,0 0 0 0 0,-1 0 1 0 0,0-1-1 0 0,5-10 1 0 0,19-60 6182 0 0,-28 76-5960 0 0,1-7 148 0 0,2 13-58 0 0,0 14-152 0 0,-3 88-299 0 0,-3 199-952 0 0,-3-204-4426 0 0,-4-1-5007 0 0,5-67 1210 0 0</inkml:trace>
</inkml:ink>
</file>

<file path=ppt/ink/ink1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6:34.4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128 41 1160 0 0,'-17'48'16104'0'0,"16"-48"-16069"0"0,0 0 0 0 0,1 0 0 0 0,-1 0 0 0 0,0 0 0 0 0,1 0 0 0 0,-1 0 0 0 0,0 0 0 0 0,0 0 0 0 0,1 0 0 0 0,-1 0 0 0 0,0 0 0 0 0,0-1 0 0 0,1 1 0 0 0,-1 0 1 0 0,0 0-1 0 0,1-1 0 0 0,-1 1 0 0 0,0 0 0 0 0,1-1 0 0 0,-1 1 0 0 0,1-1 0 0 0,-1 1 0 0 0,1-1 0 0 0,-1 1 0 0 0,1-1 0 0 0,-1 1 0 0 0,1-1 0 0 0,-1 0 0 0 0,1 1 1 0 0,0-1-1 0 0,-1 1 0 0 0,1-1 0 0 0,0 0 0 0 0,-1 0 0 0 0,1 1 0 0 0,0-1 0 0 0,0 0 0 0 0,0 1 0 0 0,0-1 0 0 0,0 0 0 0 0,0 0 0 0 0,0 1 0 0 0,0-1 0 0 0,0 0 1 0 0,0 0-1 0 0,0 1 0 0 0,0-1 0 0 0,0 0 0 0 0,1 1 0 0 0,-1-1 0 0 0,0 0 0 0 0,0 1 0 0 0,1-1 0 0 0,-1 0 0 0 0,1 0 0 0 0,1-2-19 0 0,0-1 0 0 0,-1 1 0 0 0,1 0 0 0 0,1 0 0 0 0,-1 0 0 0 0,0 0 0 0 0,1 0 0 0 0,0 1 0 0 0,-1-1 0 0 0,6-3-1 0 0,-1 2-11 0 0,0 1-1 0 0,0-1 0 0 0,1 2 0 0 0,-1-1 1 0 0,1 1-1 0 0,0 0 0 0 0,-1 0 0 0 0,1 1 1 0 0,0 0-1 0 0,0 0 0 0 0,0 1 0 0 0,0 0 1 0 0,0 0-1 0 0,0 1 0 0 0,-1 0 0 0 0,15 4 1 0 0,-16-3-2 0 0,0 1 1 0 0,0-1-1 0 0,0 1 1 0 0,0 0 0 0 0,0 0-1 0 0,-1 1 1 0 0,1 0-1 0 0,-1 0 1 0 0,0 0-1 0 0,0 1 1 0 0,-1-1 0 0 0,1 1-1 0 0,-1 0 1 0 0,0 0-1 0 0,0 1 1 0 0,-1-1-1 0 0,0 1 1 0 0,0 0 0 0 0,0 0-1 0 0,3 11 1 0 0,-4-8 2 0 0,0 0 1 0 0,-1 0-1 0 0,0 0 0 0 0,0 0 1 0 0,-1 0-1 0 0,-1 1 1 0 0,1-1-1 0 0,-1 0 0 0 0,-1 0 1 0 0,0 0-1 0 0,0 0 1 0 0,-1 0-1 0 0,0 0 1 0 0,0-1-1 0 0,-1 1 0 0 0,0-1 1 0 0,-9 12-1 0 0,-4 5 8 0 0,0 0-1 0 0,-2-1 0 0 0,-44 42 0 0 0,18-26 57 0 0,-52 34 0 0 0,31-24 140 0 0,55-38-65 0 0,10-11-102 0 0,3-1-3 0 0,9 0-22 0 0,-1 0 1 0 0,1-1-1 0 0,-1-1 0 0 0,21-5 1 0 0,-1 0-8 0 0,483-78 66 0 0,-477 79-2130 0 0,47-6-8264 0 0,-66 10 4691 0 0</inkml:trace>
</inkml:ink>
</file>

<file path=ppt/ink/ink1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6:35.2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90 69 1720 0 0,'-3'-1'1810'0'0,"-36"-9"6643"0"0,37 9-7607 0 0,-10-5 2831 0 0,-14 1 6405 0 0,21 4-9844 0 0,2 1 389 0 0,7 0-563 0 0,292-36 434 0 0,-294 36-474 0 0,17-2 6 0 0,-13 1-582 0 0,24-4 140 0 0</inkml:trace>
</inkml:ink>
</file>

<file path=ppt/ink/ink1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6:35.8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107 138 2544 0 0,'-6'-30'7723'0'0,"3"19"-5965"0"0,1 0-1 0 0,0 0 1 0 0,0-12-1 0 0,2 21-1718 0 0,1 1 0 0 0,-1-1 0 0 0,0 1 1 0 0,1-1-1 0 0,-1 1 0 0 0,1 0 0 0 0,0-1 0 0 0,-1 1 0 0 0,1 0 1 0 0,0 0-1 0 0,0 0 0 0 0,0-1 0 0 0,0 1 0 0 0,0 0 0 0 0,0 0 0 0 0,0 0 1 0 0,0 0-1 0 0,0 1 0 0 0,0-1 0 0 0,1 0 0 0 0,1-1 0 0 0,27-10 141 0 0,-17 8-145 0 0,1 1 0 0 0,1 1-1 0 0,-1 0 1 0 0,0 0-1 0 0,25 2 1 0 0,-32 0-31 0 0,-1 1 0 0 0,1 0-1 0 0,0 0 1 0 0,-1 0 0 0 0,1 1 0 0 0,-1 0 0 0 0,0 0-1 0 0,1 0 1 0 0,-1 1 0 0 0,0 0 0 0 0,0 0 0 0 0,-1 1-1 0 0,1 0 1 0 0,6 5 0 0 0,-10-7 0 0 0,0 1 0 0 0,-1-1-1 0 0,1 0 1 0 0,0 1 0 0 0,-1 0 0 0 0,0-1-1 0 0,0 1 1 0 0,0-1 0 0 0,0 1 0 0 0,0 0 0 0 0,0 0-1 0 0,-1 0 1 0 0,1 0 0 0 0,-1-1 0 0 0,0 1-1 0 0,0 0 1 0 0,0 0 0 0 0,0 0 0 0 0,-1 0 0 0 0,1 0-1 0 0,-1-1 1 0 0,1 1 0 0 0,-1 0 0 0 0,-2 5-1 0 0,-3 6 14 0 0,-1-1-1 0 0,0 1 1 0 0,-13 18-1 0 0,12-19-6 0 0,-57 76 315 0 0,64-88-221 0 0,32-6-105 0 0,-26 3 1 0 0,-1 1 1 0 0,21 5-9 0 0,-17-2 12 0 0,0 0 0 0 0,0 1 0 0 0,0 0 1 0 0,0 0-1 0 0,0 1 0 0 0,-1 0 0 0 0,0 0 1 0 0,0 1-1 0 0,0 0 0 0 0,0 0 0 0 0,-1 1 1 0 0,0 0-1 0 0,0 0 0 0 0,0 0 0 0 0,-1 1 0 0 0,0 0 1 0 0,0 0-1 0 0,-1 0 0 0 0,6 13 0 0 0,-7-13 109 0 0,1 0-1 0 0,-2 0 0 0 0,1 0 1 0 0,-1 1-1 0 0,0-1 0 0 0,-1 1 1 0 0,0-1-1 0 0,0 1 0 0 0,0 0 1 0 0,-1 0-1 0 0,0-1 0 0 0,-1 1 0 0 0,0 0 1 0 0,0-1-1 0 0,-1 1 0 0 0,0-1 1 0 0,0 1-1 0 0,0-1 0 0 0,-1 0 1 0 0,0 0-1 0 0,-7 11 0 0 0,4-9 18 0 0,-1-1 0 0 0,-1 1 0 0 0,1-1 0 0 0,-2-1 0 0 0,1 1 0 0 0,-1-1 0 0 0,0-1 0 0 0,0 1 0 0 0,-1-2 0 0 0,0 1 0 0 0,0-1-1 0 0,0-1 1 0 0,0 0 0 0 0,-1 0 0 0 0,0-1 0 0 0,-14 2 0 0 0,3-1-117 0 0,0-2 0 0 0,-1-1 0 0 0,1 0 0 0 0,0-1 0 0 0,-1-2 0 0 0,1 0 0 0 0,-28-7 0 0 0,45 8-266 0 0,0-1 0 0 0,0 1 1 0 0,0-1-1 0 0,0 0 0 0 0,1 0 0 0 0,-1 0 0 0 0,1-1 0 0 0,-5-3 0 0 0,7 5-187 0 0,1-1 1 0 0,-1 1-1 0 0,0-1 0 0 0,1 0 1 0 0,-1 0-1 0 0,1 0 0 0 0,0 0 0 0 0,-2-3 1 0 0,2 4-220 0 0,0-1 0 0 0,1 0 0 0 0,-1 0 0 0 0,1 0 1 0 0,-1 0-1 0 0,1 0 0 0 0,0 0 0 0 0,0 0 0 0 0,0 0 1 0 0,0 0-1 0 0,0-2 0 0 0</inkml:trace>
</inkml:ink>
</file>

<file path=ppt/ink/ink1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6:36.8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77 908 0 0,'1'-3'2296'0'0,"28"-71"13679"0"0,-26 82-15740 0 0,-2-7-221 0 0,-1 0-1 0 0,1-1 1 0 0,-1 1 0 0 0,0 0 0 0 0,1 0-1 0 0,-1-1 1 0 0,0 1 0 0 0,1 0-1 0 0,-1 0 1 0 0,0-1 0 0 0,0 1 0 0 0,0 0-1 0 0,0 0 1 0 0,0-1 0 0 0,0 1-1 0 0,0 1 1 0 0,-19 123 959 0 0,3-26-728 0 0,15-93-225 0 0,0 0 1 0 0,0 0 0 0 0,1 1-1 0 0,0-1 1 0 0,1 0 0 0 0,-1 0 0 0 0,1 0-1 0 0,2 7 1 0 0,-2-11-8 0 0,-1 0-1 0 0,2 1 1 0 0,-1-1 0 0 0,0 0-1 0 0,0 0 1 0 0,1 0-1 0 0,-1 0 1 0 0,1 0 0 0 0,-1 0-1 0 0,1 0 1 0 0,0-1 0 0 0,0 1-1 0 0,0 0 1 0 0,0-1 0 0 0,0 0-1 0 0,0 1 1 0 0,0-1 0 0 0,0 0-1 0 0,1 0 1 0 0,-1 0 0 0 0,0 0-1 0 0,5 0 1 0 0,3 1 1 0 0,0-1 0 0 0,0 0 0 0 0,0 0 0 0 0,0-1 0 0 0,1 0 0 0 0,-1-1 0 0 0,0 0 0 0 0,0-1 0 0 0,0 0 0 0 0,0-1 0 0 0,-1 0-1 0 0,1 0 1 0 0,-1-1 0 0 0,1 0 0 0 0,-1-1 0 0 0,-1 0 0 0 0,1 0 0 0 0,-1-1 0 0 0,1 0 0 0 0,-2-1 0 0 0,1 1 0 0 0,-1-2 0 0 0,0 1 0 0 0,0-1 0 0 0,-1 0 0 0 0,0 0 0 0 0,-1-1 0 0 0,0 1 0 0 0,0-1 0 0 0,6-15 0 0 0,-9 17 130 0 0,2-3 1512 0 0,-1 1 1 0 0,0-1 0 0 0,0 0 0 0 0,2-19 648 0 0,-1 23-1213 0 0,-3 11-281 0 0,-1-2-798 0 0,-4 295-578 0 0,0-110-6424 0 0,-11-64-5212 0 0,4-78 1593 0 0</inkml:trace>
</inkml:ink>
</file>

<file path=ppt/ink/ink1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6:37.8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167 138 504 0 0,'-25'-128'11477'0'0,"25"127"-11226"0"0,0 0-232 0 0,0 1 0 0 0,0 0 0 0 0,0 0 0 0 0,0 0 0 0 0,0-1 0 0 0,0 1 0 0 0,0 0 0 0 0,0 0 0 0 0,0-1 0 0 0,0 1 0 0 0,0 0 0 0 0,0-1 0 0 0,0 1 0 0 0,0 0 0 0 0,0 0 0 0 0,0-1 0 0 0,0 1 0 0 0,0 0 0 0 0,0 0 0 0 0,0-1-1 0 0,0 1 1 0 0,0 0 0 0 0,0 0 0 0 0,-1 0 0 0 0,1-1 0 0 0,0 1 0 0 0,0 0 0 0 0,0 0 0 0 0,0 0 0 0 0,-1-1 0 0 0,1 1 0 0 0,0 0 0 0 0,0 0 0 0 0,-1 0 0 0 0,1 0 0 0 0,0 0 0 0 0,0-1 0 0 0,0 1 0 0 0,-1 0 0 0 0,1 0 0 0 0,-9 8 277 0 0,-5 17 53 0 0,-62 175 1991 0 0,66-164-2177 0 0,1 0 0 0 0,2 0 1 0 0,-5 67-1 0 0,12-94-120 0 0,0 0-1 0 0,0-1 0 0 0,1 1 1 0 0,0 0-1 0 0,0 0 0 0 0,1-1 1 0 0,0 1-1 0 0,1-1 0 0 0,0 1 1 0 0,0-1-1 0 0,1 0 1 0 0,6 10-1 0 0,-6-13 10 0 0,-1 0-1 0 0,1-1 1 0 0,0 0-1 0 0,0 0 1 0 0,0 0 0 0 0,0-1-1 0 0,1 1 1 0 0,0-1 0 0 0,-1 0-1 0 0,1 0 1 0 0,0-1-1 0 0,0 1 1 0 0,1-1 0 0 0,-1 0-1 0 0,1-1 1 0 0,-1 1 0 0 0,1-1-1 0 0,-1 0 1 0 0,1-1-1 0 0,7 1 1 0 0,-1-1 37 0 0,0 0 0 0 0,0-1-1 0 0,0-1 1 0 0,0 0 0 0 0,0 0 0 0 0,0-1-1 0 0,0-1 1 0 0,-1 0 0 0 0,0 0 0 0 0,0-2 0 0 0,0 1-1 0 0,0-1 1 0 0,-1-1 0 0 0,0 1 0 0 0,0-2 0 0 0,-1 0-1 0 0,15-14 1 0 0,-12 8 54 0 0,-1 1-1 0 0,0-2 1 0 0,0 0-1 0 0,-2 0 1 0 0,0-1-1 0 0,-1 0 1 0 0,0-1-1 0 0,-1 1 1 0 0,-1-1-1 0 0,-1-1 1 0 0,5-23-1 0 0,-8 28-57 0 0,0 0-1 0 0,-1 0 0 0 0,-1 1 0 0 0,0-1 1 0 0,0 0-1 0 0,-1 0 0 0 0,-1 0 0 0 0,-3-14 1 0 0,3 20-70 0 0,0 1 1 0 0,-1-1-1 0 0,1 1 1 0 0,-1-1 0 0 0,-1 1-1 0 0,1 0 1 0 0,-1 0-1 0 0,0 1 1 0 0,0-1 0 0 0,-1 1-1 0 0,0 0 1 0 0,0 0-1 0 0,0 0 1 0 0,0 0 0 0 0,-1 1-1 0 0,-9-5 1 0 0,7 4-1 0 0,-1 1 0 0 0,0 0 0 0 0,0 1 0 0 0,0 0 0 0 0,-1 1 0 0 0,1-1 0 0 0,-1 2 0 0 0,1-1 0 0 0,-1 1 0 0 0,1 1 0 0 0,-1 0 0 0 0,-11 1 0 0 0,14 0-213 0 0,1 0 0 0 0,-1 0 0 0 0,1 1 0 0 0,-1-1 0 0 0,1 1-1 0 0,0 1 1 0 0,0-1 0 0 0,0 1 0 0 0,0 0 0 0 0,0 1 0 0 0,0 0 0 0 0,1-1 0 0 0,0 2-1 0 0,0-1 1 0 0,0 1 0 0 0,0-1 0 0 0,1 1 0 0 0,-7 9 0 0 0,10-12-168 0 0,0 1 0 0 0,-1-1 0 0 0,1 1 0 0 0,0-1 0 0 0,0 1 0 0 0,0 0 0 0 0,1-1-1 0 0,-2 6 1 0 0,5 12-6002 0 0</inkml:trace>
</inkml:ink>
</file>

<file path=ppt/ink/ink1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6:39.8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 45 2012 0 0,'-14'-44'30442'0'0,"14"45"-30186"0"0,-1 2-250 0 0,0 0-1 0 0,0 0 1 0 0,1-1-1 0 0,-1 1 1 0 0,1 0-1 0 0,0 0 1 0 0,0 0-1 0 0,0-1 1 0 0,0 1-1 0 0,0 0 1 0 0,1 3-1 0 0,1 7-14 0 0,-4 176-3062 0 0,4 189-8230 0 0,0-329 5075 0 0,2-1-3539 0 0</inkml:trace>
</inkml:ink>
</file>

<file path=ppt/ink/ink1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6:42.8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148 79 1184 0 0,'-18'-19'9664'0'0,"19"19"-9511"0"0,0 0-1 0 0,-1-1 0 0 0,1 1 1 0 0,0 0-1 0 0,-1-1 1 0 0,1 1-1 0 0,0 0 0 0 0,-1 0 1 0 0,1 0-1 0 0,0 0 1 0 0,-1 0-1 0 0,1 0 0 0 0,0 0 1 0 0,0 0-1 0 0,-1 0 1 0 0,1 0-1 0 0,0 0 0 0 0,0 0 1 0 0,-1 0-1 0 0,2 1 1 0 0,18 0 338 0 0,0-1 0 0 0,0 0 0 0 0,35-6 1 0 0,62-19 49 0 0,-46 9 591 0 0,-30 6-144 0 0,-38 10-977 0 0,-2-1-4 0 0,0 1 0 0 0,0 0 0 0 0,0-1 0 0 0,0 1 0 0 0,0 0 0 0 0,0 0-1 0 0,0 0 1 0 0,0 0 0 0 0,0 0 0 0 0,1 0 0 0 0,-1 0 0 0 0,0 0 0 0 0,0 0 0 0 0,0 0-1 0 0,0 1 1 0 0,0-1 0 0 0,0 0 0 0 0,0 1 0 0 0,0-1 0 0 0,0 1 0 0 0,0-1 0 0 0,2 2-1 0 0,0 6 26 0 0,1 1 0 0 0,-2-1 0 0 0,1 1 0 0 0,-1 0 0 0 0,0-1 0 0 0,-1 1 0 0 0,0 14-1 0 0,-4 68 279 0 0,1-54-101 0 0,1 541 3429 0 0,5-366-2785 0 0,21 340 1043 0 0,-4-130-1270 0 0,-12 226-295 0 0,-13-482-214 0 0,5 398-8 0 0,5-389-39 0 0,4 61 207 0 0,-4-111 113 0 0,3 25 420 0 0,-6-93 1753 0 0,-3-55-2105 0 0,1 9-148 0 0,3 39-320 0 0,-3-49-22 0 0,0 45 104 0 0,-1-46-72 0 0,1 2 24 0 0,-1-1 1 0 0,0 1-1 0 0,0 0 0 0 0,0-1 0 0 0,0 1 0 0 0,0 0 0 0 0,-1-1 0 0 0,1 1 0 0 0,0-1 0 0 0,-1 1 0 0 0,1 0 1 0 0,-1-1-1 0 0,-1 3 0 0 0,0-3 6 0 0,0 0 0 0 0,0 1 1 0 0,0-1-1 0 0,-1-1 0 0 0,1 1 1 0 0,0 0-1 0 0,-1 0 0 0 0,1-1 0 0 0,0 0 1 0 0,-4 1-1 0 0,-132 19-2851 0 0,-191 2-13100 0 0,201-18 4300 0 0</inkml:trace>
</inkml:ink>
</file>

<file path=ppt/ink/ink1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6:45.3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244 68 1860 0 0,'1'-3'1706'0'0,"3"-7"652"0"0,-1 5-1309 0 0,-1 0 0 0 0,-1 0 0 0 0,1-1 0 0 0,-1 1 0 0 0,0 0 0 0 0,1-11 0 0 0,2 9 575 0 0,-8 13-1548 0 0,0-1-1 0 0,1 1 0 0 0,-1 1 1 0 0,1-1-1 0 0,1 0 1 0 0,-1 1-1 0 0,1 0 0 0 0,-2 9 1 0 0,-7 18 51 0 0,-92 261 706 0 0,22-59-317 0 0,69-202-411 0 0,-16 41 3108 0 0,27-74-2916 0 0,2-18-98 0 0,1 0 0 0 0,0-1 1 0 0,1 1-1 0 0,7-24 1 0 0,29-67-271 0 0,-26 72 114 0 0,25-61-166 0 0,84-156 1 0 0,-105 224 106 0 0,26-44-60 0 0,-42 72 72 0 0,-1 0 0 0 0,1 0 1 0 0,-1 0-1 0 0,1 1 1 0 0,0-1-1 0 0,-1 0 0 0 0,1 0 1 0 0,0 1-1 0 0,0-1 1 0 0,-1 1-1 0 0,1-1 0 0 0,0 1 1 0 0,0-1-1 0 0,0 1 1 0 0,0-1-1 0 0,-1 1 0 0 0,1 0 1 0 0,0-1-1 0 0,0 1 1 0 0,0 0-1 0 0,0 0 0 0 0,0 0 1 0 0,0 0-1 0 0,0 0 1 0 0,0 0-1 0 0,1 0 0 0 0,0 0 2 0 0,0 1 0 0 0,-1 0 0 0 0,1 0 0 0 0,0 0 0 0 0,-1 0 0 0 0,1 0-1 0 0,-1 0 1 0 0,1 0 0 0 0,-1 0 0 0 0,0 0 0 0 0,1 1 0 0 0,1 2 0 0 0,1 2 3 0 0,0 0-1 0 0,0 0 1 0 0,-1 0 0 0 0,0 0 0 0 0,0 1 0 0 0,2 8 0 0 0,13 75 156 0 0,-5 0 0 0 0,3 135 1 0 0,-7-71-22 0 0,-8-134-145 0 0,0-10 56 0 0,-1 0 0 0 0,1 0 0 0 0,1 0 0 0 0,0 0 0 0 0,4 13 0 0 0,-5-22-54 0 0,-1-1-1 0 0,1 1 1 0 0,-1-1-1 0 0,1 1 1 0 0,-1-1-1 0 0,1 0 1 0 0,0 1-1 0 0,-1-1 0 0 0,1 1 1 0 0,0-1-1 0 0,-1 0 1 0 0,1 0-1 0 0,0 0 1 0 0,-1 1-1 0 0,1-1 1 0 0,0 0-1 0 0,-1 0 1 0 0,1 0-1 0 0,0 0 0 0 0,0 0 1 0 0,-1 0-1 0 0,1 0 1 0 0,0 0-1 0 0,-1 0 1 0 0,1-1-1 0 0,0 1 1 0 0,0 0-1 0 0,20-7-1041 0 0,-10 2-698 0 0,-1 0 0 0 0,17-13 0 0 0,1-6-4825 0 0,-13 8-6 0 0</inkml:trace>
</inkml:ink>
</file>

<file path=ppt/ink/ink1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6:45.5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102 83 704 0 0,'-83'-2'15798'0'0,"79"2"-15173"0"0,2 0-136 0 0,-8-1-102 0 0,7 1 595 0 0,15-3-705 0 0,121-33-2599 0 0,-45 7-5859 0 0,-51 17 1826 0 0</inkml:trace>
</inkml:ink>
</file>

<file path=ppt/ink/ink1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6:45.7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21 130 2352 0 0,'-17'-27'17981'0'0,"13"21"-15777"0"0,14-1-1640 0 0,32 2-1066 0 0,0-1 0 0 0,52-17-1 0 0,-35 3-4026 0 0,-4-5-3941 0 0,-34 15 2279 0 0</inkml:trace>
</inkml:ink>
</file>

<file path=ppt/ink/ink1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6:46.0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 50 528 0 0,'1'-7'2402'0'0,"1"1"1"0"0,0 1-1 0 0,0-1 0 0 0,1 0 0 0 0,7-14 4457 0 0,-9 21-6815 0 0,0-1 0 0 0,-1 1-1 0 0,1-1 1 0 0,0 1 0 0 0,-1-1-1 0 0,1 1 1 0 0,-1-1-1 0 0,1 1 1 0 0,0 0 0 0 0,-1-1-1 0 0,1 1 1 0 0,-1 0 0 0 0,0 0-1 0 0,1-1 1 0 0,-1 1 0 0 0,0 0-1 0 0,1 0 1 0 0,-1 0-1 0 0,0-1 1 0 0,0 1 0 0 0,0 0-1 0 0,0 0 1 0 0,0 0 0 0 0,0-1-1 0 0,0 2 1 0 0,2 24 350 0 0,-5 38 38 0 0,-20 112 1 0 0,-1 2-1676 0 0,23-167 898 0 0,-6 92-2727 0 0,6-34-3810 0 0,1-28-964 0 0</inkml:trace>
</inkml:ink>
</file>

<file path=ppt/ink/ink1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6:48.8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818 115 528 0 0,'-11'-20'4941'0'0,"6"10"-4045"0"0,0 1 0 0 0,0 0 0 0 0,0 0 0 0 0,-1 0 1 0 0,-1 1-1 0 0,1 0 0 0 0,-1 0 0 0 0,-1 0 0 0 0,-10-8 1 0 0,16 15-777 0 0,-1 2-18 0 0,-3 0-75 0 0,0 1 1 0 0,0 1 0 0 0,1-1 0 0 0,-1 1-1 0 0,1 0 1 0 0,0 0 0 0 0,-1 0 0 0 0,1 1-1 0 0,1 0 1 0 0,-1 0 0 0 0,1 0 0 0 0,-1 1-1 0 0,-6 9 1 0 0,-8 10 59 0 0,-22 42 0 0 0,31-49-55 0 0,-20 35 460 0 0,3 2-1 0 0,3 0 1 0 0,1 2-1 0 0,4 0 1 0 0,-21 94-1 0 0,22-51 230 0 0,4 2 1 0 0,-2 150-1 0 0,16-103-193 0 0,-8 161 794 0 0,4-254-507 0 0,-3-1 0 0 0,-2-1 0 0 0,-27 85 0 0 0,34-130-528 0 0,-1 0 0 0 0,0-1 0 0 0,0 0 0 0 0,-1 0 0 0 0,-8 13 0 0 0,10-18-214 0 0,0 0-1 0 0,0 0 0 0 0,0 0 0 0 0,0 0 0 0 0,0 0 0 0 0,0 0 0 0 0,-1 0 0 0 0,1-1 0 0 0,-1 1 0 0 0,1-1 0 0 0,-1 0 0 0 0,1 0 0 0 0,-1 0 0 0 0,0 0 0 0 0,0 0 0 0 0,0 0 0 0 0,1-1 0 0 0,-1 0 0 0 0,0 1 0 0 0,0-1 0 0 0,-4 0 0 0 0,-1-1-17 0 0,0 0 1 0 0,0-1 0 0 0,-1 0 0 0 0,1 0 0 0 0,0 0 0 0 0,1-1 0 0 0,-1 0-1 0 0,0-1 1 0 0,1 0 0 0 0,0 0 0 0 0,-11-8 0 0 0,9 5-21 0 0,0-1-1 0 0,1 0 1 0 0,0-1 0 0 0,0 0 0 0 0,1 0 0 0 0,0-1 0 0 0,-10-18 0 0 0,10 15-40 0 0,1-1 0 0 0,0 0 1 0 0,1 0-1 0 0,0 0 1 0 0,1-1-1 0 0,1 1 0 0 0,1-1 1 0 0,0 0-1 0 0,1 0 1 0 0,0 0-1 0 0,1 0 1 0 0,1 0-1 0 0,4-25 0 0 0,1 18-2 0 0,0 1-1 0 0,2-1 1 0 0,1 1 0 0 0,0 1-1 0 0,2-1 1 0 0,0 2-1 0 0,1 0 1 0 0,28-33-1 0 0,-6 13-830 0 0,3 1-1 0 0,71-56 0 0 0,-89 80-1605 0 0,36-21 0 0 0,-3 7-5735 0 0,-38 21 4654 0 0,5-4-4557 0 0</inkml:trace>
</inkml:ink>
</file>

<file path=ppt/ink/ink1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6:49.1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80 43 388 0 0,'0'-26'11100'0'0,"-2"10"-5297"0"0,0 24-5248 0 0,-36 191 3894 0 0,27-136-4219 0 0,-2 14-478 0 0,0-29-2877 0 0,13-35 1083 0 0</inkml:trace>
</inkml:ink>
</file>

<file path=ppt/ink/ink1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6:49.3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 96 2544 0 0,'1'-68'11221'0'0,"-2"43"-9383"0"0,1 23-1215 0 0,-9 11-4485 0 0,3 17-1326 0 0,3-14 416 0 0</inkml:trace>
</inkml:ink>
</file>

<file path=ppt/ink/ink1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6:49.7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75 1264 0 0,'16'26'8416'0'0,"-7"-3"-7423"0"0,-2 0 0 0 0,0 1 0 0 0,-2-1 0 0 0,0 1 0 0 0,-2 1 0 0 0,0-1 0 0 0,-2 35 0 0 0,-8-8 3864 0 0,4-53-4441 0 0,2 2-407 0 0,1 0 0 0 0,0 0 0 0 0,0 0 0 0 0,-1 0 0 0 0,1 0 0 0 0,0 0 1 0 0,-1 0-1 0 0,1 0 0 0 0,0 0 0 0 0,0 0 0 0 0,-1-1 0 0 0,1 1 0 0 0,0 0 0 0 0,0 0 0 0 0,-1 0 0 0 0,1 0 0 0 0,0-1 0 0 0,0 1 0 0 0,-1 0 1 0 0,1 0-1 0 0,0 0 0 0 0,0-1 0 0 0,0 1 0 0 0,-1 0 0 0 0,1 0 0 0 0,0-1 0 0 0,0 1 0 0 0,0 0 0 0 0,0 0 0 0 0,0-1 0 0 0,0 1 0 0 0,-2-12 59 0 0,1 0-1 0 0,0 0 0 0 0,1 1 0 0 0,0-1 1 0 0,1 0-1 0 0,0 0 0 0 0,1 1 0 0 0,0-1 0 0 0,1 0 1 0 0,6-16-1 0 0,-2 11-57 0 0,-1 1 0 0 0,2 1 1 0 0,0-1-1 0 0,1 1 0 0 0,1 0 1 0 0,18-21-1 0 0,-20 27-17 0 0,0 0-1 0 0,1 1 1 0 0,-1 0 0 0 0,2 1-1 0 0,-1 0 1 0 0,1 0 0 0 0,0 1 0 0 0,0 1-1 0 0,1-1 1 0 0,0 2 0 0 0,-1-1-1 0 0,2 1 1 0 0,20-4 0 0 0,-28 8 4 0 0,0-1 0 0 0,-1 1 1 0 0,1 0-1 0 0,0 0 0 0 0,-1 0 0 0 0,1 1 1 0 0,0 0-1 0 0,-1-1 0 0 0,1 1 1 0 0,-1 0-1 0 0,1 0 0 0 0,-1 1 0 0 0,1-1 1 0 0,-1 1-1 0 0,0 0 0 0 0,0 0 0 0 0,4 3 1 0 0,-3-1-7 0 0,0-1-1 0 0,-1 1 1 0 0,0 0 0 0 0,0 0 0 0 0,0 1 0 0 0,-1-1 0 0 0,1 1 0 0 0,-1-1 0 0 0,0 1 0 0 0,0 0 0 0 0,1 5 0 0 0,0 5-12 0 0,0 0 0 0 0,-1 0 1 0 0,-1 0-1 0 0,0 0 0 0 0,-1 0 1 0 0,0 0-1 0 0,-4 19 0 0 0,1-17-72 0 0,-1 6-3252 0 0,-1 36-1 0 0,7-45 412 0 0</inkml:trace>
</inkml:ink>
</file>

<file path=ppt/ink/ink1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6:50.2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263 539 2132 0 0,'3'-12'1123'0'0,"-1"1"0"0"0,0-1 0 0 0,0 0 0 0 0,-2 1 0 0 0,1-1 0 0 0,-2 0 1 0 0,1 0-1 0 0,-2 1 0 0 0,0-1 0 0 0,0 1 0 0 0,-5-15 0 0 0,7 25-1097 0 0,-1 1 0 0 0,1-1 1 0 0,0 0-1 0 0,-1 1 1 0 0,1-1-1 0 0,-1 1 0 0 0,1-1 1 0 0,-1 0-1 0 0,1 1 0 0 0,-1-1 1 0 0,1 1-1 0 0,-1 0 0 0 0,0-1 1 0 0,1 1-1 0 0,-1-1 0 0 0,0 1 1 0 0,1 0-1 0 0,-1 0 0 0 0,0-1 1 0 0,0 1-1 0 0,1 0 0 0 0,-1 0 1 0 0,0 0-1 0 0,1 0 0 0 0,-1 0 1 0 0,0 0-1 0 0,0 0 1 0 0,0 0-1 0 0,1 0 0 0 0,-1 0 1 0 0,0 0-1 0 0,-1 1 0 0 0,-21 8 244 0 0,12-1-216 0 0,0 0 0 0 0,1 1 0 0 0,0 1 0 0 0,0 0 0 0 0,1 0 0 0 0,0 0 0 0 0,1 1 0 0 0,-8 14-1 0 0,-4 10 40 0 0,-23 56-1 0 0,33-69-48 0 0,0 1 1 0 0,2 1-1 0 0,1-1 1 0 0,1 1-1 0 0,1 1 1 0 0,1-1-1 0 0,1 1 1 0 0,0 27-1 0 0,3-49-26 0 0,0 0-1 0 0,0-1 1 0 0,0 1-1 0 0,1 0 0 0 0,-1-1 1 0 0,1 1-1 0 0,0 0 1 0 0,-1-1-1 0 0,1 1 1 0 0,1-1-1 0 0,-1 1 1 0 0,0-1-1 0 0,0 0 0 0 0,1 1 1 0 0,-1-1-1 0 0,1 0 1 0 0,0 0-1 0 0,0 0 1 0 0,0 0-1 0 0,0 0 0 0 0,0-1 1 0 0,0 1-1 0 0,0 0 1 0 0,1-1-1 0 0,3 2 1 0 0,-2-1-4 0 0,1-1 1 0 0,0 0-1 0 0,-1-1 1 0 0,1 1-1 0 0,0-1 1 0 0,0 1-1 0 0,-1-2 1 0 0,1 1-1 0 0,0 0 1 0 0,0-1-1 0 0,-1 0 1 0 0,1 0-1 0 0,0 0 1 0 0,4-3-1 0 0,8-3-4 0 0,0-1 0 0 0,0 0 0 0 0,-1-1 1 0 0,0-1-1 0 0,0-1 0 0 0,-1 0 0 0 0,-1-1 0 0 0,0-1 0 0 0,-1 0 0 0 0,18-23 1 0 0,-2-2-23 0 0,-1-2 1 0 0,42-81-1 0 0,-43 64-20 0 0,-3-1-1 0 0,-2-1 0 0 0,-3 0 1 0 0,19-104-1 0 0,-34 143 134 0 0,0-1 0 0 0,-2 0 0 0 0,0-1 0 0 0,-2 1 0 0 0,-3-37-1 0 0,3 57-100 0 0,0 0-1 0 0,0 1 0 0 0,0-1 1 0 0,0 0-1 0 0,-1 1 0 0 0,1-1 1 0 0,0 0-1 0 0,-1 1 0 0 0,1-1 1 0 0,0 1-1 0 0,-1-1 0 0 0,1 0 1 0 0,-1 1-1 0 0,1-1 0 0 0,-1 1 1 0 0,1 0-1 0 0,-1-1 0 0 0,1 1 1 0 0,-1-1-1 0 0,0 1 0 0 0,1 0 0 0 0,-1-1 1 0 0,1 1-1 0 0,-1 0 0 0 0,0 0 1 0 0,1-1-1 0 0,-1 1 0 0 0,0 0 1 0 0,1 0-1 0 0,-1 0 0 0 0,0 0 1 0 0,0 0-1 0 0,1 0 0 0 0,-1 0 1 0 0,0 0-1 0 0,1 0 0 0 0,-1 0 1 0 0,-1 1-1 0 0,-1 0-10 0 0,0 0-1 0 0,0 0 1 0 0,0 0-1 0 0,0 0 1 0 0,0 0-1 0 0,1 1 1 0 0,-4 2-1 0 0,-1 2 11 0 0,0 0 0 0 0,0 0-1 0 0,1 1 1 0 0,0 0 0 0 0,0 0-1 0 0,1 0 1 0 0,0 1-1 0 0,-8 16 1 0 0,0 6 26 0 0,-11 35 0 0 0,20-54-19 0 0,-12 35 26 0 0,2 0-1 0 0,3 1 1 0 0,1 0-1 0 0,3 0 0 0 0,2 1 1 0 0,1 0-1 0 0,3 0 1 0 0,6 57-1 0 0,-4-94-386 0 0,1 0-1 0 0,1 1 1 0 0,0-1-1 0 0,0 0 1 0 0,1-1-1 0 0,8 18 1 0 0,-8-21-380 0 0,0-1 0 0 0,0 0 1 0 0,1 0-1 0 0,-1 0 0 0 0,1 0 0 0 0,1-1 1 0 0,-1 0-1 0 0,1 0 0 0 0,0 0 1 0 0,0-1-1 0 0,8 5 0 0 0,17 8-4773 0 0</inkml:trace>
</inkml:ink>
</file>

<file path=ppt/ink/ink1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6:50.5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6 804 0 0,'3'0'3092'0'0,"33"0"7466"0"0,-24 0-9323 0 0,-9 0-228 0 0,13-2 1419 0 0,-4 1-2945 0 0,-3-2-2297 0 0</inkml:trace>
</inkml:ink>
</file>

<file path=ppt/ink/ink1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6:51.5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253 39 2248 0 0,'1'-12'5230'0'0,"-4"-13"1941"0"0,2 24-6786 0 0,1 1-347 0 0,0 0 1 0 0,0 0-1 0 0,0 0 1 0 0,0 0-1 0 0,0 0 1 0 0,-1-1-1 0 0,1 1 1 0 0,0 0-1 0 0,0 0 1 0 0,0 0-1 0 0,0 0 1 0 0,0 0-1 0 0,0 0 1 0 0,0 0-1 0 0,-1 0 1 0 0,1 0-1 0 0,0 0 1 0 0,0 0-1 0 0,0 0 1 0 0,0 0-1 0 0,0 0 1 0 0,0 0-1 0 0,0 0 1 0 0,-1 0-1 0 0,1 1 1 0 0,-1-1 346 0 0,1 0-347 0 0,0 0 1 0 0,0 0-1 0 0,0 1 1 0 0,0-1-1 0 0,0 0 1 0 0,0 0-1 0 0,-7 16 479 0 0,-61 257 4862 0 0,41-154-3722 0 0,-97 409 1728 0 0,119-505-3348 0 0,4-13-47 0 0,-2-1-1 0 0,1 0 1 0 0,-6 14 0 0 0,7-21-473 0 0</inkml:trace>
</inkml:ink>
</file>

<file path=ppt/ink/ink1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6:52.1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99 226 2036 0 0,'7'-19'6849'0'0,"16"-30"1686"0"0,-22 50-8502 0 0,-1-1 1 0 0,0 0 0 0 0,1 0-1 0 0,-1 1 1 0 0,1-1 0 0 0,-1 0-1 0 0,0 1 1 0 0,1-1 0 0 0,-1 1-1 0 0,0-1 1 0 0,1 0 0 0 0,-1 1-1 0 0,0-1 1 0 0,1 1 0 0 0,-1-1 0 0 0,0 1-1 0 0,0-1 1 0 0,0 1 0 0 0,0-1-1 0 0,1 1 1 0 0,-1-1 0 0 0,0 1-1 0 0,0-1 1 0 0,0 1 0 0 0,0-1-1 0 0,0 1 1 0 0,0-1 0 0 0,0 1-1 0 0,0 15 369 0 0,0-15-399 0 0,-7 69 1044 0 0,-4 0 0 0 0,-26 98 0 0 0,16-79-817 0 0,-23 95 1096 0 0,39-172 521 0 0,0-19-1394 0 0,0-18-335 0 0,6-20-72 0 0,3 1 0 0 0,18-87 0 0 0,40-84-203 0 0,-5 67 106 0 0,-46 124-3 0 0,1 1 0 0 0,1 0 0 0 0,1 1 0 0 0,18-22 0 0 0,-31 41 41 0 0,1 1-1 0 0,-1 0 0 0 0,1 0 0 0 0,-1 0 0 0 0,1 1 0 0 0,0-1 0 0 0,0 0 1 0 0,0 1-1 0 0,0-1 0 0 0,0 1 0 0 0,0-1 0 0 0,0 1 0 0 0,0 0 1 0 0,1 0-1 0 0,-1 0 0 0 0,0 0 0 0 0,1 0 0 0 0,-1 1 0 0 0,1-1 1 0 0,-1 1-1 0 0,0 0 0 0 0,1-1 0 0 0,-1 1 0 0 0,4 0 0 0 0,-4 1 5 0 0,0 0 0 0 0,1-1 0 0 0,-1 1 0 0 0,0 0 0 0 0,0 0 0 0 0,0 0 0 0 0,0 0 0 0 0,0 0 0 0 0,0 0 0 0 0,0 1 0 0 0,0-1-1 0 0,0 1 1 0 0,-1-1 0 0 0,1 1 0 0 0,-1 0 0 0 0,1 0 0 0 0,2 3 0 0 0,17 37 19 0 0,-17-33 9 0 0,10 26 8 0 0,-1 1 0 0 0,-1 1-1 0 0,9 59 1 0 0,6 115 294 0 0,-20-150-700 0 0,6 75 923 0 0,-10-48-5684 0 0</inkml:trace>
</inkml:ink>
</file>

<file path=ppt/ink/ink1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6:52.4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68 116 1612 0 0,'-4'-1'2774'0'0,"-36"-10"7668"0"0,24 7-7165 0 0,9 0-2246 0 0,12 0-684 0 0,19-1-391 0 0,-19 4 153 0 0,40-10-951 0 0,44-16 1 0 0,-3-6-7601 0 0,-55 19 1423 0 0</inkml:trace>
</inkml:ink>
</file>

<file path=ppt/ink/ink1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6:52.7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118 36 1140 0 0,'-19'-36'16092'0'0,"18"36"-16019"0"0,1 0 1 0 0,-1 0-1 0 0,1 0 1 0 0,-1 0 0 0 0,1 1-1 0 0,-1-1 1 0 0,1 0-1 0 0,-1 0 1 0 0,1 0-1 0 0,-1 1 1 0 0,1-1 0 0 0,-1 0-1 0 0,1 1 1 0 0,-1-1-1 0 0,1 0 1 0 0,0 1 0 0 0,-1-1-1 0 0,1 1 1 0 0,-1-1-1 0 0,1 0 1 0 0,0 1 0 0 0,-1-1-1 0 0,1 1 1 0 0,0-1-1 0 0,0 1 1 0 0,0-1-1 0 0,-1 1 1 0 0,1 0 0 0 0,-3 18 1261 0 0,2-14-1003 0 0,-13 197 5618 0 0,8-78-4434 0 0,0-39-651 0 0,-43 360 1022 0 0,46-431-1974 0 0,-2 6 30 0 0</inkml:trace>
</inkml:ink>
</file>

<file path=ppt/ink/ink1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6:52.9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21 3716 0 0,'0'0'19749'0'0,"15"-5"-19476"0"0,52 1-207 0 0,-2 1-3552 0 0,-20-2-6831 0 0,-26 2 2720 0 0</inkml:trace>
</inkml:ink>
</file>

<file path=ppt/ink/ink1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6:53.2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94 7 2268 0 0,'-48'36'10101'0'0,"4"-3"-3094"0"0,43-32-6523 0 0,1 0-459 0 0,0-1 0 0 0,0 1 0 0 0,0-1 0 0 0,0 1 0 0 0,1-1 0 0 0,-1 1-1 0 0,0 0 1 0 0,0-1 0 0 0,1 1 0 0 0,-1-1 0 0 0,1 1 0 0 0,-1-1 0 0 0,0 0 0 0 0,1 1-1 0 0,-1-1 1 0 0,1 1 0 0 0,-1-1 0 0 0,1 0 0 0 0,-1 1 0 0 0,2-1 0 0 0,31 1-65 0 0,0-2 1 0 0,1-2-1 0 0,-1-1 1 0 0,56-14-1 0 0,-28 6-1379 0 0,40-10-2880 0 0,-35 6-1612 0 0,-24 5-241 0 0</inkml:trace>
</inkml:ink>
</file>

<file path=ppt/ink/ink1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7:05.0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4 0 0,'0'0'2048'0'0,"7"9"-1948"0"0,-14-4-1388 0 0</inkml:trace>
</inkml:ink>
</file>

<file path=ppt/ink/ink1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7:04.2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69 1712 0 0,'-8'22'22652'0'0,"8"-25"-22627"0"0,4-10 53 0 0,18-10-31 0 0,-14 17-57 0 0,1 0 0 0 0,0 0 0 0 0,1 1 0 0 0,-1 0 0 0 0,1 1 0 0 0,0 0 0 0 0,0 0 0 0 0,0 1 0 0 0,19-3 0 0 0,-22 5 3 0 0,1 0 1 0 0,-1 1-1 0 0,0 0 1 0 0,0 0-1 0 0,0 0 1 0 0,0 1-1 0 0,1 0 1 0 0,-1 0 0 0 0,0 1-1 0 0,-1 0 1 0 0,1 0-1 0 0,0 1 1 0 0,0-1-1 0 0,-1 1 1 0 0,11 7-1 0 0,-14-8 9 0 0,-1 1 0 0 0,1-1-1 0 0,0 0 1 0 0,-1 1 0 0 0,0-1-1 0 0,1 1 1 0 0,-1 0 0 0 0,0 0 0 0 0,0 0-1 0 0,-1 0 1 0 0,1 0 0 0 0,-1 0-1 0 0,1 0 1 0 0,-1 1 0 0 0,1 5 0 0 0,-1-4 7 0 0,-1 1 1 0 0,1 0-1 0 0,-1-1 1 0 0,0 1-1 0 0,-1 0 1 0 0,0-1-1 0 0,0 1 1 0 0,-3 10-1 0 0,-3 4 27 0 0,-1 0 0 0 0,-1-1-1 0 0,-23 37 1 0 0,28-50-36 0 0,-24 35 37 0 0,-7 12 241 0 0,33-50-208 0 0,1-2-27 0 0,0 1 0 0 0,0 0 0 0 0,0-1 0 0 0,0 1 0 0 0,0-1 0 0 0,0 0 0 0 0,-1 1-1 0 0,1-1 1 0 0,-1 0 0 0 0,1 0 0 0 0,-1 0 0 0 0,1 0 0 0 0,-1 0 0 0 0,-2 1 0 0 0,3-1 174 0 0,1-2-212 0 0,0 0-1 0 0,0 0 1 0 0,0 0-1 0 0,0 0 1 0 0,0 0-1 0 0,0 0 1 0 0,0 0 0 0 0,1 0-1 0 0,-1-1 1 0 0,0 1-1 0 0,1 0 1 0 0,-1 0-1 0 0,1 1 1 0 0,-1-1-1 0 0,1 0 1 0 0,-1 0-1 0 0,2-2 1 0 0,2 1 3 0 0,-1-2-14 0 0,1 1 0 0 0,-1 0-1 0 0,1 0 1 0 0,-1 0 0 0 0,1 1 0 0 0,0 0 0 0 0,0-1-1 0 0,1 1 1 0 0,-1 0 0 0 0,0 1 0 0 0,1-1 0 0 0,-1 1-1 0 0,0 0 1 0 0,1 0 0 0 0,0 1 0 0 0,-1-1 0 0 0,1 1-1 0 0,0 0 1 0 0,-1 0 0 0 0,6 1 0 0 0,-3 1 7 0 0,0 0-1 0 0,1 1 1 0 0,-1 0 0 0 0,-1 0 0 0 0,1 0 0 0 0,0 1 0 0 0,-1 0 0 0 0,0 0 0 0 0,0 1 0 0 0,0 0 0 0 0,0 0-1 0 0,-1 0 1 0 0,0 1 0 0 0,0 0 0 0 0,0 0 0 0 0,-1 0 0 0 0,6 10 0 0 0,-3-3 23 0 0,0 0 0 0 0,-1 1 0 0 0,-1 0 0 0 0,0 0 0 0 0,0 0 0 0 0,-1 1 0 0 0,-1-1 0 0 0,1 19 0 0 0,-3-28 79 0 0,-1-1 1 0 0,0 0-1 0 0,0 1 1 0 0,0-1-1 0 0,-1 1 1 0 0,1-1-1 0 0,-1 1 1 0 0,0-1-1 0 0,0 0 1 0 0,-1 1-1 0 0,1-1 0 0 0,-1 0 1 0 0,0 0-1 0 0,0 0 1 0 0,0 0-1 0 0,-1-1 1 0 0,0 1-1 0 0,1-1 1 0 0,-1 1-1 0 0,-4 2 1 0 0,1-1 55 0 0,0-1 0 0 0,0 0 0 0 0,-1 0 0 0 0,0 0 0 0 0,1-1 0 0 0,-1 0 0 0 0,-1-1 0 0 0,1 1 0 0 0,0-1 0 0 0,-1-1 0 0 0,-13 2 0 0 0,-2 0-100 0 0,0-1-1 0 0,0-1 1 0 0,0-1-1 0 0,0-1 1 0 0,1-1-1 0 0,-1-1 1 0 0,-42-12-1 0 0,18 0-3357 0 0</inkml:trace>
</inkml:ink>
</file>

<file path=ppt/ink/ink1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7:05.9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312 28 1336 0 0,'4'-28'15395'0'0,"-8"32"-15290"0"0,0 0 1 0 0,0 0-1 0 0,1 0 1 0 0,0 1-1 0 0,0 0 1 0 0,0-1-1 0 0,-4 10 1 0 0,-15 44 497 0 0,15-40-406 0 0,-43 127 1354 0 0,-53 264 0 0 0,21 162 190 0 0,68-434-1369 0 0,7 1 0 0 0,14 192 0 0 0,1-261-221 0 0,2 0 1 0 0,27 92 0 0 0,-23-114-71 0 0,3-1-1 0 0,1-1 1 0 0,3-1 0 0 0,29 49 0 0 0,-32-66-140 0 0,0-1 1 0 0,2 0-1 0 0,0-2 0 0 0,2 0 0 0 0,1-2 1 0 0,1 0-1 0 0,51 35 0 0 0,-53-43-658 0 0,0-2 0 0 0,0 0 0 0 0,2-1 0 0 0,29 9-1 0 0,-32-14-1009 0 0,0-1 0 0 0,0 0-1 0 0,1-2 1 0 0,-1-1-1 0 0,32 0 1 0 0,-6-4-6642 0 0</inkml:trace>
</inkml:ink>
</file>

<file path=ppt/ink/ink1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7:12.0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67 1028 0 0,'-9'-3'17426'0'0,"37"1"-16972"0"0,-1-2 1 0 0,0 0-1 0 0,29-10 1 0 0,4 0-252 0 0,-2 3 710 0 0,-56 11-716 0 0,4 0-40 0 0,0-1 0 0 0,0 1 1 0 0,0-1-1 0 0,-1 0 0 0 0,1-1 0 0 0,7-2 0 0 0,-9 3-131 0 0,-2 1-13 0 0,6-4-735 0 0</inkml:trace>
</inkml:ink>
</file>

<file path=ppt/ink/ink1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7:12.7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129 112 1840 0 0,'-1'-3'2205'0'0,"-30"-52"9932"0"0,31 53-11721 0 0,9-18 760 0 0,-2 16-1128 0 0,0 0-1 0 0,0 0 0 0 0,0 1 0 0 0,1 0 1 0 0,-1 0-1 0 0,1 1 0 0 0,0 0 0 0 0,0 0 1 0 0,15-1-1 0 0,-15 2-40 0 0,-1 1 1 0 0,0 0-1 0 0,1 0 1 0 0,-1 1-1 0 0,0-1 1 0 0,1 2-1 0 0,-1-1 1 0 0,0 1-1 0 0,0 0 0 0 0,0 0 1 0 0,10 6-1 0 0,-14-6-2 0 0,1 0 0 0 0,-1 1 0 0 0,0-1 0 0 0,1 1 0 0 0,-1 0 0 0 0,-1 0 0 0 0,1 0 0 0 0,0 0-1 0 0,-1 1 1 0 0,0-1 0 0 0,1 1 0 0 0,-1-1 0 0 0,-1 1 0 0 0,3 5 0 0 0,-2-2 6 0 0,0 0-1 0 0,0 1 1 0 0,-1-1 0 0 0,0 1 0 0 0,0-1-1 0 0,-1 1 1 0 0,-1 9 0 0 0,-1 3 11 0 0,-1 0 1 0 0,-1-1-1 0 0,-1 1 1 0 0,-1-1 0 0 0,-9 20-1 0 0,-24 68 3306 0 0,38-105-2958 0 0,-1 9 872 0 0,2-10-1225 0 0,0-1 0 0 0,0 1 0 0 0,0-1 0 0 0,0 1 1 0 0,0 0-1 0 0,0-1 0 0 0,0 1 0 0 0,0-1 0 0 0,0 1 0 0 0,0-1 1 0 0,0 1-1 0 0,0-1 0 0 0,1 1 0 0 0,-1-1 0 0 0,0 0 0 0 0,0 1 0 0 0,1-1 1 0 0,-1 1-1 0 0,0-1 0 0 0,1 1 0 0 0,-1-1 0 0 0,0 0 0 0 0,1 1 1 0 0,-1-1-1 0 0,1 0 0 0 0,-1 1 0 0 0,0-1 0 0 0,1 0 0 0 0,-1 0 0 0 0,1 1 1 0 0,0-1-1 0 0,23 10-19 0 0,-1-1-15 0 0,-12-2 24 0 0,0 1 0 0 0,-1 0-1 0 0,0 1 1 0 0,0 0 0 0 0,-1 0 0 0 0,0 1 0 0 0,-1 1 0 0 0,0-1 0 0 0,11 20 0 0 0,-16-25 182 0 0,0 0-1 0 0,-1 0 1 0 0,0 0 0 0 0,0 1 0 0 0,-1-1 0 0 0,1 0 0 0 0,-1 1 0 0 0,0-1 0 0 0,-1 0 0 0 0,1 1 0 0 0,-1-1 0 0 0,0 1 0 0 0,0 0 0 0 0,-1-1 0 0 0,0 0 0 0 0,0 1 0 0 0,0-1-1 0 0,0 1 1 0 0,-1-1 0 0 0,0 0 0 0 0,0 0 0 0 0,-1 0 0 0 0,1 0 0 0 0,-1 0 0 0 0,-7 8 0 0 0,4-5-22 0 0,-1 0-1 0 0,-1-1 1 0 0,1 0 0 0 0,-1 0-1 0 0,0-1 1 0 0,-1 0 0 0 0,0 0-1 0 0,0-1 1 0 0,0 0 0 0 0,-1 0-1 0 0,-12 4 1 0 0,-2-3 170 0 0,0 0 0 0 0,0-1 0 0 0,0-2 0 0 0,-40 1 0 0 0,40-3-337 0 0,2-2 0 0 0,2 1 0 0 0,3-2 0 0 0,1-1 0 0 0,14 3-315 0 0,0-1 0 0 0,0 1 0 0 0,0-1 0 0 0,0 1-1 0 0,0-1 1 0 0,0 0 0 0 0,0 0 0 0 0,0 0 0 0 0,0 0 0 0 0,0 0 0 0 0,1 0-1 0 0,-1-1 1 0 0,0 1 0 0 0,1-1 0 0 0,-1 1 0 0 0,1-1 0 0 0,-1 1 0 0 0,1-1 0 0 0,0 0-1 0 0,0 0 1 0 0,-1 0 0 0 0,1 1 0 0 0,1-1 0 0 0,-1 0 0 0 0,0 0 0 0 0,0-1 0 0 0,1 1-1 0 0,-1 0 1 0 0,1 0 0 0 0,-1-4 0 0 0</inkml:trace>
</inkml:ink>
</file>

<file path=ppt/ink/ink1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7:13.6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 58 2084 0 0,'-29'-13'23531'0'0,"14"15"-18507"0"0,12 1-3883 0 0,4 0-458 0 0,12-2-379 0 0,244-23-304 0 0,-209 16 0 0 0,21-1 0 0 0,-48 4 0 0 0,-2 1 0 0 0,-1 0 0 0 0,1 1 0 0 0,-3-1 0 0 0,-3 0 0 0 0,6-2 8 0 0,-17 2-119 0 0,-1 2-453 0 0</inkml:trace>
</inkml:ink>
</file>

<file path=ppt/ink/ink1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6:38.3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64 10 2176 0 0,'-48'19'12560'0'0,"47"-19"-12376"0"0,1 0-1 0 0,-1 0 1 0 0,0 1-1 0 0,0-1 1 0 0,1 0 0 0 0,-1 1-1 0 0,0-1 1 0 0,1 0 0 0 0,-1 1-1 0 0,0-1 1 0 0,1 0-1 0 0,-1 1 1 0 0,1-1 0 0 0,-1 1-1 0 0,1-1 1 0 0,-1 1-1 0 0,1 0 1 0 0,-1-1 0 0 0,0 2-1 0 0,1-2-148 0 0,0 0 1 0 0,0 0-1 0 0,-1 0 0 0 0,1 0 0 0 0,0 1 1 0 0,0-1-1 0 0,0 0 0 0 0,0 0 0 0 0,-1 0 0 0 0,1 1 1 0 0,0-1-1 0 0,0 0 0 0 0,0 0 0 0 0,0 0 0 0 0,0 1 1 0 0,0-1-1 0 0,0 0 0 0 0,0 0 0 0 0,0 1 1 0 0,0-1-1 0 0,0 0 0 0 0,0 0 0 0 0,0 1 0 0 0,0-1 1 0 0,0 0-1 0 0,0 0 0 0 0,0 1 0 0 0,0-1 0 0 0,0 0 1 0 0,0 0-1 0 0,0 0 0 0 0,0 1 0 0 0,0-1 1 0 0,0 0-1 0 0,0 0 0 0 0,0 1 0 0 0,1-1 0 0 0,-1 0 1 0 0,0 0-1 0 0,0 0 0 0 0,0 0 0 0 0,0 1 0 0 0,1-1 1 0 0,-1 0-1 0 0,0 0 0 0 0,0 0 0 0 0,0 0 1 0 0,1 0-1 0 0,-1 0 0 0 0,0 1 0 0 0,0-1 0 0 0,1 0 1 0 0,-1 0-1 0 0,0 0 0 0 0,0 0 0 0 0,0 0 0 0 0,1 0 1 0 0,-1 0-1 0 0,0 0 0 0 0,0 0 0 0 0,1 0 1 0 0,-1 0-1 0 0,0 0 0 0 0,221-19 872 0 0,-130 9-496 0 0,-40 1 185 0 0,-23 0-6182 0 0</inkml:trace>
</inkml:ink>
</file>

<file path=ppt/ink/ink1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6:38.6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16 2988 0 0,'23'-15'17503'0'0,"-21"15"-17251"0"0,-1 2-38 0 0,0 0 1 0 0,-1 0 0 0 0,1-1-1 0 0,0 1 1 0 0,-1 0 0 0 0,1 0-1 0 0,-1 0 1 0 0,1 0 0 0 0,-1 0-1 0 0,0 0 1 0 0,0 2 0 0 0,1 45 1032 0 0,-2 0 1 0 0,-7 49-1 0 0,-2 47-3199 0 0,14-74-3084 0 0,-2-52 566 0 0,9 32 0 0 0</inkml:trace>
</inkml:ink>
</file>

<file path=ppt/ink/ink1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7:14.6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1 580 0 0,'0'0'2760'0'0</inkml:trace>
</inkml:ink>
</file>

<file path=ppt/ink/ink1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7:16.8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187 28 1308 0 0,'8'-27'11303'0'0,"-12"33"-11115"0"0,-1 0-1 0 0,1 1 0 0 0,0-1 1 0 0,0 1-1 0 0,1 0 1 0 0,0 0-1 0 0,0 0 0 0 0,0 1 1 0 0,-1 8-1 0 0,-3 6 141 0 0,-30 87 369 0 0,5 2 0 0 0,5 1 0 0 0,5 2 0 0 0,-9 129 0 0 0,30-223-624 0 0,1 1-1 0 0,3 33 0 0 0,-2-47-102 0 0,0 1 0 0 0,1-1 1 0 0,0 1-1 0 0,0-1 0 0 0,0 1 0 0 0,1-1 0 0 0,1 0 0 0 0,-1 0 0 0 0,1-1 0 0 0,5 8 0 0 0,-7-11-184 0 0,0-1-1 0 0,1 0 1 0 0,-1 1-1 0 0,1-1 1 0 0,0 0-1 0 0,0 0 1 0 0,0 0 0 0 0,0-1-1 0 0,0 1 1 0 0,0-1-1 0 0,1 0 1 0 0,-1 1-1 0 0,6 0 1 0 0,27 0-6039 0 0,-14-5-274 0 0</inkml:trace>
</inkml:ink>
</file>

<file path=ppt/ink/ink1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7:17.1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 97 2320 0 0,'-34'-27'13142'0'0,"20"17"-7532"0"0,14 9-5523 0 0,38 0 921 0 0,-21 1-723 0 0,0-1 0 0 0,19-3 0 0 0,102-28 651 0 0,-136 32-904 0 0,0-1-92 0 0,1 1 0 0 0,-1 0 0 0 0,0-1 0 0 0,1 1 0 0 0,-1-1 1 0 0,0 0-1 0 0,1 1 0 0 0,-1-1 0 0 0,0 0 0 0 0,3-2 0 0 0,11-8-5937 0 0</inkml:trace>
</inkml:ink>
</file>

<file path=ppt/ink/ink1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7:17.7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 44 1832 0 0,'-6'-25'11876'0'0,"2"8"-4929"0"0,-3 30-5611 0 0,4 22-94 0 0,3 56 0 0 0,1-74-1166 0 0,1 0 0 0 0,1 0 0 0 0,0 0 1 0 0,2 0-1 0 0,8 23 0 0 0,-13-38-108 0 0,1 0 1 0 0,0 0 0 0 0,0 0 0 0 0,0 0 0 0 0,0 0-1 0 0,0 0 1 0 0,1 0 0 0 0,-1-1 0 0 0,0 1 0 0 0,1 0-1 0 0,-1-1 1 0 0,1 1 0 0 0,0-1 0 0 0,0 0 0 0 0,-1 1-1 0 0,1-1 1 0 0,0 0 0 0 0,0 0 0 0 0,0 0 0 0 0,0 0-1 0 0,3 0 1 0 0,-2 0-63 0 0,0-1-1 0 0,0 0 1 0 0,0 0 0 0 0,0 0-1 0 0,1-1 1 0 0,-1 1-1 0 0,0-1 1 0 0,-1 0 0 0 0,1 0-1 0 0,0 0 1 0 0,0 0-1 0 0,0 0 1 0 0,4-3-1 0 0,4-3-258 0 0,0 0 0 0 0,-1-2-1 0 0,0 1 1 0 0,0-1-1 0 0,16-19 1 0 0,-6 1 518 0 0,0-2 0 0 0,-2-1 0 0 0,25-56 0 0 0,-21 41 3436 0 0,-21 44-3256 0 0,-1 1-335 0 0,0 0 0 0 0,0 0 0 0 0,0 0 0 0 0,0 0 0 0 0,0 0 0 0 0,0 0 0 0 0,0 0 0 0 0,0 0 0 0 0,1 0 0 0 0,-1 0 0 0 0,0 0 0 0 0,0 0 0 0 0,0 0 0 0 0,0 0 0 0 0,0 0 0 0 0,0 0 0 0 0,0 0 0 0 0,0 0 0 0 0,1 0 0 0 0,-1 0 0 0 0,0 0 0 0 0,0 0 0 0 0,0 0 0 0 0,0 0 0 0 0,0 0 0 0 0,0 0 0 0 0,0 0-1 0 0,0 0 1 0 0,0 0 0 0 0,1 0 0 0 0,-1 0 0 0 0,0 0 0 0 0,0 0 0 0 0,0-1 0 0 0,0 1 0 0 0,0 0 0 0 0,0 0 0 0 0,0 0 0 0 0,0 0 0 0 0,0 0 0 0 0,0 0 0 0 0,0 0 0 0 0,0 0 0 0 0,0 0 0 0 0,0-1 0 0 0,0 1 0 0 0,0 0 0 0 0,0 0 0 0 0,0 0 0 0 0,0 0 0 0 0,0 0 0 0 0,0 0 0 0 0,0 0 0 0 0,0 0 0 0 0,0-1 0 0 0,0 1 0 0 0,0 0 0 0 0,0 0 0 0 0,0 0 0 0 0,0 0 0 0 0,0 0 0 0 0,0 0 0 0 0,0 0 0 0 0,0 0 0 0 0,0 0 0 0 0,0-1 0 0 0,4 15 999 0 0,-3 140 2723 0 0,-2-79-2869 0 0,1 29-610 0 0,-5 231 579 0 0,4-320-2777 0 0,1 11-4405 0 0</inkml:trace>
</inkml:ink>
</file>

<file path=ppt/ink/ink1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7:18.0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129 76 2428 0 0,'-34'-76'16935'0'0,"42"92"-15975"0"0,36 73 2353 0 0,-14-31-1669 0 0,22 63 0 0 0,-36-72-1252 0 0,-2 1 0 0 0,-1 1 0 0 0,-3 0 0 0 0,-3 0 0 0 0,-1 0 1 0 0,-3 1-1 0 0,-6 96 0 0 0,-1-105-448 0 0,-3 0 1 0 0,-1-1-1 0 0,-2 0 1 0 0,-2 0-1 0 0,-2-1 1 0 0,-1-1-1 0 0,-2 0 1 0 0,-2-2 0 0 0,-43 67-1 0 0,-9-12-3309 0 0,59-80 637 0 0,0-1 0 0 0,-20 17-1 0 0</inkml:trace>
</inkml:ink>
</file>

<file path=ppt/ink/ink1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7:18.5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254 53 1556 0 0,'-16'-32'12526'0'0,"9"17"-7037"0"0,3 9-3561 0 0,21 22-694 0 0,-2 1 1 0 0,1 0-1 0 0,20 32 0 0 0,-11-15-522 0 0,22 28-197 0 0,-3 3-1 0 0,-3 1 1 0 0,-2 2 0 0 0,-4 2 0 0 0,-3 1 0 0 0,-2 1-1 0 0,-4 2 1 0 0,-4 0 0 0 0,23 132 0 0 0,-29-82-444 0 0,-7 1 0 0 0,-5 0 1 0 0,-15 171-1 0 0,-10-105 22 0 0,-69 279 0 0 0,46-298-2111 0 0,-7-2 0 0 0,-8-2-1 0 0,-7-4 1 0 0,-154 276 0 0 0,189-389-3184 0 0,-49 59-1 0 0,27-45-4664 0 0</inkml:trace>
</inkml:ink>
</file>

<file path=ppt/ink/ink1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7:23.7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 97 936 0 0,'-47'22'25423'0'0,"47"-22"-25367"0"0,0 0-1 0 0,-1 0 1 0 0,1 0 0 0 0,0 0 0 0 0,0 0-1 0 0,0 1 1 0 0,0-1 0 0 0,-1 0-1 0 0,1 0 1 0 0,0 0 0 0 0,0 0-1 0 0,0 0 57 0 0,0 0-57 0 0,0 1 1 0 0,-1-1 0 0 0,1 0 0 0 0,0 0-1 0 0,0 0 1 0 0,0 0 0 0 0,0 1-1 0 0,0-1 1 0 0,0 0 0 0 0,0 0-1 0 0,0 0 1 0 0,0 0 0 0 0,0 1 0 0 0,0-1-1 0 0,0 0 1 0 0,0 0 0 0 0,0 0-1 0 0,0 0 1 0 0,0 1 0 0 0,0-1-1 0 0,0 0 1 0 0,0 0 0 0 0,0 0-1 0 0,0 0 1 0 0,0 1 0 0 0,0-1 0 0 0,0 0-1 0 0,0 0 1 0 0,0 0 0 0 0,0 0-1 0 0,0 1 1 0 0,1-1 0 0 0,25-2 16 0 0,0-2 1 0 0,0 0-1 0 0,47-15 1 0 0,-17 4-42 0 0,108-25 74 0 0,-162 39-79 0 0,2 0 232 0 0,-2 1-430 0 0,-1 0-1 0 0,1 0 0 0 0,-1-1 1 0 0,0 1-1 0 0,1-1 0 0 0,-1 1 0 0 0,0-1 1 0 0,1 1-1 0 0,-1-1 0 0 0,0 0 0 0 0,0 1 1 0 0,0-1-1 0 0,0 0 0 0 0,0 0 1 0 0,1 0-1 0 0,0-1 0 0 0,-5-15-6573 0 0,-5 6 3711 0 0</inkml:trace>
</inkml:ink>
</file>

<file path=ppt/ink/ink1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7:26.7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82 9 1244 0 0,'0'-8'13687'0'0,"-19"223"-8961"0"0,11-143-3822 0 0,-4 43 215 0 0,-17 132 1579 0 0,21-191 20 0 0,8-53-2055 0 0,-3 0-280 0 0,1-2-447 0 0,1-10-925 0 0,4-29-6345 0 0,3 11-1917 0 0</inkml:trace>
</inkml:ink>
</file>

<file path=ppt/ink/ink1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7:27.5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56 115 660 0 0,'-1'-2'2382'0'0,"-3"-3"-966"0"0,0 0 0 0 0,1 0 0 0 0,0-1 0 0 0,0 1-1 0 0,1-1 1 0 0,-1 0 0 0 0,-1-6 0 0 0,4 10-1305 0 0,0 0 1 0 0,-1 0-1 0 0,1 0 0 0 0,0 1 1 0 0,0-1-1 0 0,0 0 0 0 0,0 0 0 0 0,0 0 1 0 0,1 0-1 0 0,-1 0 0 0 0,0 0 1 0 0,1 1-1 0 0,0-1 0 0 0,-1 0 1 0 0,1 0-1 0 0,0 1 0 0 0,0-1 1 0 0,0 0-1 0 0,0 1 0 0 0,0-1 1 0 0,0 1-1 0 0,0-1 0 0 0,1 1 0 0 0,-1 0 1 0 0,0-1-1 0 0,1 1 0 0 0,-1 0 1 0 0,1 0-1 0 0,0 0 0 0 0,1-1 1 0 0,2 0-96 0 0,-1 0-1 0 0,0 1 1 0 0,0-1 0 0 0,1 1 0 0 0,-1 0 0 0 0,1 0 0 0 0,-1 0 0 0 0,1 1 0 0 0,-1-1-1 0 0,1 1 1 0 0,-1 0 0 0 0,1 1 0 0 0,-1-1 0 0 0,1 1 0 0 0,-1 0 0 0 0,1 0 0 0 0,-1 0-1 0 0,5 3 1 0 0,-3-2-3 0 0,-1 0-1 0 0,0 1 0 0 0,0 0 0 0 0,0 0 0 0 0,0 0 1 0 0,0 1-1 0 0,-1 0 0 0 0,1 0 0 0 0,-1 0 0 0 0,0 0 1 0 0,-1 1-1 0 0,1-1 0 0 0,-1 1 0 0 0,5 9 0 0 0,-4-6 40 0 0,-1 1-1 0 0,0 0 0 0 0,-1 0 0 0 0,0 0 0 0 0,-1 0 0 0 0,0 0 1 0 0,0 1-1 0 0,-1-1 0 0 0,0 0 0 0 0,0 0 0 0 0,-1 0 1 0 0,-3 13-1 0 0,-1 2 463 0 0,-1 0 1 0 0,-2-1-1 0 0,-14 33 1 0 0,8-18 1738 0 0,14-36-1876 0 0,-2 5 1505 0 0,6-9-1861 0 0,-1 0 1 0 0,1 1-1 0 0,0-1 0 0 0,0 1 0 0 0,0 0 0 0 0,0 0 0 0 0,1 0 0 0 0,-1 0 0 0 0,0 1 0 0 0,0-1 1 0 0,7 1-1 0 0,-9 1-16 0 0,1 0 0 0 0,0-1 1 0 0,0 1-1 0 0,0 0 1 0 0,-1 1-1 0 0,1-1 0 0 0,0 0 1 0 0,-1 1-1 0 0,1-1 0 0 0,-1 1 1 0 0,1 0-1 0 0,-1 0 0 0 0,0 0 1 0 0,0 0-1 0 0,0 0 1 0 0,0 1-1 0 0,0-1 0 0 0,1 3 1 0 0,3 5 84 0 0,0 0 1 0 0,-1 1-1 0 0,0 0 1 0 0,-1 0-1 0 0,0 0 1 0 0,0 1-1 0 0,-1-1 0 0 0,-1 1 1 0 0,0-1-1 0 0,-1 1 1 0 0,0 0-1 0 0,-1 0 1 0 0,-1 19-1 0 0,-2-10 633 0 0,0 0 0 0 0,-1 0 0 0 0,-1 0-1 0 0,-1-1 1 0 0,-1 0 0 0 0,-16 34 0 0 0,21-50-693 0 0,0 1 0 0 0,0-1 1 0 0,-1 0-1 0 0,1 0 0 0 0,-1 0 0 0 0,0-1 1 0 0,0 1-1 0 0,0-1 0 0 0,-1 0 1 0 0,1 0-1 0 0,-1 0 0 0 0,0 0 1 0 0,0 0-1 0 0,0-1 0 0 0,0 1 0 0 0,0-1 1 0 0,-8 2-1 0 0,5-3-30 0 0,1 0 0 0 0,-1 0 0 0 0,0-1 0 0 0,1 0 0 0 0,-1-1 0 0 0,1 1 0 0 0,-1-1 0 0 0,1-1 0 0 0,-1 1 0 0 0,1-1 0 0 0,-1 0 0 0 0,1-1 0 0 0,0 1 0 0 0,0-1 0 0 0,0 0 0 0 0,1-1 0 0 0,-7-4 0 0 0,5 4 0 0 0,0-1-275 0 0,0 0-1 0 0,0 0 1 0 0,0 0 0 0 0,1-1 0 0 0,0 0-1 0 0,0 0 1 0 0,0-1 0 0 0,1 0-1 0 0,-5-8 1 0 0</inkml:trace>
</inkml:ink>
</file>

<file path=ppt/ink/ink1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7:28.1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435 100 2528 0 0,'1'-17'3603'0'0,"1"1"0"0"0,-2-1 0 0 0,-2-25 0 0 0,2 41-3159 0 0,0 0-418 0 0,0 1 1 0 0,0 0 0 0 0,0 0 0 0 0,0-1 0 0 0,0 1 0 0 0,0 0 0 0 0,0 0-1 0 0,0 0 1 0 0,0-1 0 0 0,0 1 0 0 0,0 0 0 0 0,0 0 0 0 0,-1 0 0 0 0,1-1 0 0 0,0 1-1 0 0,0 0 1 0 0,0 0 0 0 0,0 0 0 0 0,0-1 0 0 0,-1 1 0 0 0,1 0 0 0 0,0 0-1 0 0,0 0 1 0 0,0 0 0 0 0,0 0 0 0 0,-1 0 0 0 0,1-1 0 0 0,0 1 0 0 0,0 0-1 0 0,-1 0 1 0 0,1 0 0 0 0,0 0 0 0 0,0 0 0 0 0,0 0 0 0 0,-1 0 0 0 0,1 0 0 0 0,0 0-1 0 0,-4 3 28 0 0,0-1-1 0 0,0 1 0 0 0,0 0 1 0 0,1 1-1 0 0,0-1 0 0 0,0 0 1 0 0,0 1-1 0 0,0 0 0 0 0,0 0 1 0 0,-2 5-1 0 0,-25 50 601 0 0,15-29-233 0 0,-33 69 1288 0 0,-49 144 0 0 0,-11 112 551 0 0,79-244-1585 0 0,-27 211-1 0 0,51-262-555 0 0,2 0 0 0 0,3 0 1 0 0,2 1-1 0 0,3-1 0 0 0,17 77 0 0 0,-7-73-110 0 0,3-1 0 0 0,35 81 0 0 0,-38-108-738 0 0,3-2 0 0 0,0 0 0 0 0,3-1 0 0 0,0-1 0 0 0,35 40 0 0 0,-43-58-717 0 0,1-1 0 0 0,26 21 1 0 0,11-3-5761 0 0,-13-14-2308 0 0</inkml:trace>
</inkml:ink>
</file>

<file path=ppt/ink/ink1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7:33.9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14 1204 0 0,'3'15'7403'0'0,"2"-17"-7181"0"0,-4 0-174 0 0,0 1-150 0 0,6-8-601 0 0,-5-6-4965 0 0</inkml:trace>
</inkml:ink>
</file>

<file path=ppt/ink/ink1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7:34.5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9 904 0 0,'0'0'6186'0'0,"3"-1"-7195"0"0,11-1-734 0 0,-2-4-191 0 0</inkml:trace>
</inkml:ink>
</file>

<file path=ppt/ink/ink1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7:34.9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 1 224 0 0,'0'0'3072'0'0,"-16"3"-2944"0"0,-1 1-2132 0 0</inkml:trace>
</inkml:ink>
</file>

<file path=ppt/ink/ink1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7:37.2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124 116 2048 0 0,'0'0'1714'0'0,"-14"-4"4068"0"0,13 4-5919 0 0,-14-6 4068 0 0,14 6-3856 0 0,1 0 1 0 0,-1 0 0 0 0,1 0 0 0 0,-1 0 0 0 0,1 0-1 0 0,0-1 1 0 0,-1 1 0 0 0,1 0 0 0 0,-1 0 0 0 0,1-1-1 0 0,0 1 1 0 0,-1 0 0 0 0,1-1 0 0 0,0 1 0 0 0,-1 0-1 0 0,1-1 1 0 0,0 1 0 0 0,-1 0 0 0 0,1-1 0 0 0,0 1-1 0 0,0-1 1 0 0,-1 1 0 0 0,1 0 0 0 0,0-1 0 0 0,0 1-1 0 0,0-1 1 0 0,0 1 0 0 0,0-1 0 0 0,-1 1 0 0 0,1-1-1 0 0,3-4-44 0 0,0 1 0 0 0,0 0 1 0 0,1 0-1 0 0,-1 0 0 0 0,1 1 0 0 0,-1-1 0 0 0,1 1 0 0 0,0 0 0 0 0,1 0 0 0 0,-1 0 0 0 0,1 0 0 0 0,4-2 0 0 0,5-2-17 0 0,1 1 1 0 0,27-9 0 0 0,-22 8-12 0 0,-12 5-3 0 0,0-1 0 0 0,1 1-1 0 0,-1 0 1 0 0,1 1 0 0 0,0 0-1 0 0,11 0 1 0 0,12 1 5 0 0,-25 1-4 0 0,-2 2-1 0 0,-2-3 2 0 0,0 1 1 0 0,0 0-1 0 0,0 0 0 0 0,0 0 1 0 0,-1 0-1 0 0,1 1 0 0 0,0-1 1 0 0,-1 1-1 0 0,1 0 0 0 0,-1-1 1 0 0,0 1-1 0 0,1 0 0 0 0,-1 0 0 0 0,0 1 1 0 0,0-1-1 0 0,-1 0 0 0 0,3 4 1 0 0,-1-1 1 0 0,-2-1 0 0 0,1 0 0 0 0,0 1 0 0 0,-1-1-1 0 0,0 1 1 0 0,0 0 0 0 0,0-1 0 0 0,-1 1 0 0 0,1 0 0 0 0,-1 4 0 0 0,-2 8 7 0 0,0-1 0 0 0,0 0 0 0 0,-2 0 0 0 0,0 0 0 0 0,-7 18 0 0 0,-3 0 128 0 0,-1-1-1 0 0,-2 0 0 0 0,-1-1 0 0 0,-2 0 1 0 0,-27 32-1 0 0,-130 132 2996 0 0,112-124-430 0 0,64-70-2520 0 0,1-2-171 0 0,0 0-1 0 0,0 0 0 0 0,-1 0 0 0 0,1 0 0 0 0,0 0 0 0 0,0 0 0 0 0,0 0 0 0 0,0 0 0 0 0,0 0 0 0 0,0 0 0 0 0,0 0 0 0 0,-1 0 1 0 0,1 0-1 0 0,0 0 0 0 0,0 0 0 0 0,0 0 0 0 0,0 0 0 0 0,0 0 0 0 0,0 0 0 0 0,0 0 0 0 0,0 0 0 0 0,0 0 0 0 0,-1 1 0 0 0,1-1 0 0 0,0 0 1 0 0,0 0-1 0 0,0 0 0 0 0,0 0 0 0 0,0 0 0 0 0,0 0 0 0 0,0 0 0 0 0,0 0 0 0 0,0 1 0 0 0,0-1 0 0 0,0 0 0 0 0,0 0 0 0 0,0 0 1 0 0,0 0-1 0 0,0 0 0 0 0,0 0 0 0 0,0 0 0 0 0,0 1 0 0 0,0-1 0 0 0,0 0 0 0 0,0 0 0 0 0,0 0 0 0 0,0 0 0 0 0,0 0 0 0 0,0 0 1 0 0,0 0-1 0 0,0 1 0 0 0,0-1 0 0 0,0 0 0 0 0,1 0 0 0 0,-1 0 0 0 0,0 0 0 0 0,0 0 0 0 0,0 0 0 0 0,0 0 0 0 0,0 0 0 0 0,0 0 1 0 0,0 0-1 0 0,0 0 0 0 0,0 1 0 0 0,0-1 0 0 0,1 0 0 0 0,-1 0 2 0 0,1 0 0 0 0,0 1 0 0 0,-1-1 0 0 0,1 0-1 0 0,-1 1 1 0 0,1-1 0 0 0,0 0 0 0 0,0 0 0 0 0,-1 1 0 0 0,1-1 0 0 0,0 0 0 0 0,-1 0 0 0 0,1 0 0 0 0,0 0-1 0 0,0 0 1 0 0,-1 0 0 0 0,1 0 0 0 0,0 0 0 0 0,1-1 0 0 0,149-32 207 0 0,162-41 19 0 0,-240 57-93 0 0,-71 17-161 0 0,11-5-1634 0 0,-9 4 561 0 0,-1-1-1 0 0,1 0 1 0 0,-1-1-1 0 0,0 1 1 0 0,0 0-1 0 0,0-1 0 0 0,4-4 1 0 0,8-7-4274 0 0</inkml:trace>
</inkml:ink>
</file>

<file path=ppt/ink/ink1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7:37.5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 79 2308 0 0,'-20'-24'19406'0'0,"21"20"-18584"0"0,10 2-571 0 0,123-9 546 0 0,-31 1-707 0 0,136-6 10 0 0,-189 9-1633 0 0,-30 2-5414 0 0</inkml:trace>
</inkml:ink>
</file>

<file path=ppt/ink/ink1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7:38.0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196 37 2048 0 0,'24'-37'17426'0'0,"-25"40"-17208"0"0,0 0 0 0 0,0 0 1 0 0,-1 0-1 0 0,1 0 0 0 0,-1 0 0 0 0,0-1 1 0 0,0 1-1 0 0,-2 2 0 0 0,-4 6 374 0 0,-91 176 3234 0 0,78-141-3476 0 0,2 1 1 0 0,-16 57-1 0 0,16-14-162 0 0,18-82-134 0 0,0 0 0 0 0,0 0-1 0 0,1 0 1 0 0,0 0 0 0 0,1 1-1 0 0,0-1 1 0 0,0 0 0 0 0,5 15 0 0 0,-6-21-39 0 0,1-1 0 0 0,-1 1 1 0 0,1-1-1 0 0,0 1 1 0 0,0-1-1 0 0,0 1 0 0 0,0-1 1 0 0,0 1-1 0 0,0-1 1 0 0,1 0-1 0 0,-1 0 0 0 0,0 0 1 0 0,0 0-1 0 0,1 0 1 0 0,-1 0-1 0 0,1 0 0 0 0,-1 0 1 0 0,1 0-1 0 0,-1 0 1 0 0,4 0-1 0 0,-1 0 0 0 0,-1-1 0 0 0,1 1 0 0 0,-1-1 0 0 0,1 0 0 0 0,0 0 0 0 0,-1-1 0 0 0,1 1 0 0 0,-1-1 0 0 0,7-1 0 0 0,2-3 5 0 0,0 1-1 0 0,0-2 1 0 0,0 1 0 0 0,16-12 0 0 0,0-3-20 0 0,0-1-1 0 0,-1-1 1 0 0,40-43 0 0 0,-51 47-18 0 0,-1 0-1 0 0,-1-2 0 0 0,0 1 0 0 0,-2-2 1 0 0,0 1-1 0 0,11-29 0 0 0,-19 39 28 0 0,-1 0 0 0 0,0-1 0 0 0,0 1 0 0 0,-1-1 0 0 0,0 0-1 0 0,-1 0 1 0 0,-1 0 0 0 0,1 0 0 0 0,-2 0 0 0 0,-2-19 0 0 0,2 23 2 0 0,-1 1-1 0 0,0-1 1 0 0,0 1 0 0 0,0 0-1 0 0,-1-1 1 0 0,0 1 0 0 0,0 0 0 0 0,-1 1-1 0 0,0-1 1 0 0,0 1 0 0 0,0-1-1 0 0,0 1 1 0 0,-1 0 0 0 0,0 1 0 0 0,0-1-1 0 0,0 1 1 0 0,-1 0 0 0 0,-8-5 0 0 0,-1 1-135 0 0,0 0 0 0 0,-1 1 0 0 0,-29-9 0 0 0,3 8-3944 0 0,25 12 207 0 0</inkml:trace>
</inkml:ink>
</file>

<file path=ppt/ink/ink1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7:38.3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304 40 2696 0 0,'-29'-39'15224'0'0,"30"41"-15114"0"0,-1 0 0 0 0,1 1 0 0 0,0-1 0 0 0,0 0 0 0 0,0 0 0 0 0,0 1 0 0 0,0-1 0 0 0,0 0 0 0 0,1 0 0 0 0,-1 0 0 0 0,3 2 0 0 0,5 8 368 0 0,23 43 815 0 0,-2 2 0 0 0,37 96 0 0 0,-55-116-1088 0 0,-1 1-1 0 0,-2 0 1 0 0,-1 0 0 0 0,-2 1 0 0 0,2 62 0 0 0,-10-45-66 0 0,-1-1 1 0 0,-3 1-1 0 0,-3-1 0 0 0,-2 0 0 0 0,-2 0 0 0 0,-3-2 0 0 0,-29 69 0 0 0,15-55-736 0 0,-60 100 0 0 0,46-99-2030 0 0,-64 76 0 0 0,36-64-5886 0 0,39-45-61 0 0</inkml:trace>
</inkml:ink>
</file>

<file path=ppt/ink/ink1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7:39.7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7 147 628 0 0,'-7'-22'18918'0'0,"10"11"-14675"0"0,-3 10-3910 0 0,41-9 787 0 0,349-65-624 0 0,-255 50-335 0 0,-133 25-145 0 0,8-2-1137 0 0</inkml:trace>
</inkml:ink>
</file>

<file path=ppt/ink/ink1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7:40.4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2012 0 0,'0'0'12737'0'0,"4"13"-11281"0"0,6 122 2838 0 0,-2 74-2452 0 0,-13 141-548 0 0,2-327-2107 0 0</inkml:trace>
</inkml:ink>
</file>

<file path=ppt/ink/ink1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7:41.2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 86 744 0 0,'16'-56'15529'0'0,"-14"48"-13545"0"0,3-11 733 0 0,-3 16-1659 0 0,1 11-293 0 0,-2 11-154 0 0,0-1 0 0 0,-1 0 0 0 0,-1 0 0 0 0,-5 28 0 0 0,-21 75 440 0 0,11-54-717 0 0,-2-3-78 0 0,-3 12 58 0 0,21-74-250 0 0,-1 9 87 0 0,1-1 103 0 0,1-10-251 0 0,0 0 0 0 0,0 1 0 0 0,0-1 0 0 0,0 0 0 0 0,0 1 0 0 0,0-1-1 0 0,0 0 1 0 0,1 0 0 0 0,-1 0 0 0 0,0 0 0 0 0,0 0 0 0 0,0 0 0 0 0,0-1 0 0 0,0 1 0 0 0,1 0 0 0 0,57-14-948 0 0,114-40 1 0 0,-160 50 869 0 0,0-1 0 0 0,0 0-1 0 0,-1-1 1 0 0,1-1 0 0 0,-1 0 0 0 0,-1-1 0 0 0,1 0 0 0 0,11-11 0 0 0,-21 16 81 0 0,0 1 0 0 0,0-1 0 0 0,-1 1 0 0 0,1-1 0 0 0,-1 0 0 0 0,0 0 0 0 0,0 0 0 0 0,0 1 0 0 0,0-1 0 0 0,0 0 0 0 0,-1 0 0 0 0,1 0 0 0 0,-1 0 0 0 0,0 0 0 0 0,0 0 0 0 0,0 0 0 0 0,0 0 0 0 0,0 0 0 0 0,-2-5 0 0 0,2 5 44 0 0,-2-7 803 0 0,0 0 0 0 0,0 0 1 0 0,-5-12-1 0 0,3 13 213 0 0,-4-12 1268 0 0,5 22-2310 0 0,0 7-18 0 0,0 10-10 0 0,-8 116 4 0 0,-8 174 0 0 0,17-246 0 0 0,-11 251 0 0 0,12-303-12 0 0,1-9-420 0 0</inkml:trace>
</inkml:ink>
</file>

<file path=ppt/ink/ink1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7:46.0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351 33 1080 0 0,'1'-15'4903'0'0,"0"14"-4733"0"0,-1 0 0 0 0,0 0-1 0 0,0 0 1 0 0,0 0 0 0 0,0 0-1 0 0,0 0 1 0 0,-1 0 0 0 0,1 0 0 0 0,0 0-1 0 0,0 0 1 0 0,-1 0 0 0 0,1 0-1 0 0,0 0 1 0 0,-1 0 0 0 0,0-1 0 0 0,1 2-130 0 0,0 0 0 0 0,-1 0 0 0 0,1 0 0 0 0,0 0 0 0 0,-1 0 0 0 0,1 0 1 0 0,0 0-1 0 0,-1 0 0 0 0,1 0 0 0 0,0 0 0 0 0,-1 0 0 0 0,1 0 0 0 0,0 0 0 0 0,0 1 1 0 0,-1-1-1 0 0,1 0 0 0 0,0 0 0 0 0,0 0 0 0 0,-1 0 0 0 0,1 1 0 0 0,0-1 1 0 0,0 0-1 0 0,-1 0 0 0 0,1 0 0 0 0,0 1 0 0 0,0-1 0 0 0,0 0 0 0 0,-1 0 0 0 0,1 1 1 0 0,0-1-1 0 0,-20 34 496 0 0,18-29-413 0 0,-34 75 1105 0 0,-47 152 1 0 0,67-185-785 0 0,-31 107 628 0 0,6 1 0 0 0,8 3 0 0 0,6 0 0 0 0,-7 184 0 0 0,32-302-958 0 0,2 1 1 0 0,2-1-1 0 0,1 0 0 0 0,3 0 0 0 0,1 0 0 0 0,15 49 1 0 0,-16-72-108 0 0,0 0 0 0 0,2-1 0 0 0,0 0 1 0 0,1 0-1 0 0,0-1 0 0 0,1 0 0 0 0,13 14 1 0 0,-14-19-91 0 0,0-1 1 0 0,0 0-1 0 0,1-1 0 0 0,1 0 1 0 0,-1-1-1 0 0,1 0 1 0 0,0 0-1 0 0,1-1 1 0 0,0-1-1 0 0,22 8 0 0 0,-16-8-770 0 0,0-1 0 0 0,0-1 0 0 0,36 3-1 0 0,-34-6-2211 0 0,34-3 0 0 0,-5-5-3800 0 0</inkml:trace>
</inkml:ink>
</file>

<file path=ppt/ink/ink1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7:46.4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126 95 2236 0 0,'-30'-13'5335'0'0,"-12"-4"3624"0"0,18 8-5926 0 0,22 9-2346 0 0,-26-12 3839 0 0,146 2-3848 0 0,127-13-262 0 0,-179 16-164 0 0,-64 6-254 0 0,13-1-771 0 0</inkml:trace>
</inkml:ink>
</file>

<file path=ppt/ink/ink1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7:47.0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110 98 816 0 0,'7'-36'12602'0'0,"0"1"-4459"0"0,6 15-6032 0 0,-7 18-2058 0 0,0 1 0 0 0,0 0 0 0 0,0 0 0 0 0,0 0 1 0 0,0 1-1 0 0,1-1 0 0 0,-1 2 0 0 0,0-1 0 0 0,0 1 0 0 0,0-1 0 0 0,0 2 0 0 0,0-1 0 0 0,0 1 0 0 0,0 0 0 0 0,0 0 0 0 0,-1 0 0 0 0,1 1 0 0 0,-1 0 1 0 0,6 4-1 0 0,-1-1-46 0 0,0 1-1 0 0,0 0 1 0 0,-1 0 0 0 0,0 1 0 0 0,0 0 0 0 0,-1 1 0 0 0,0 0 0 0 0,0 1 0 0 0,6 10 0 0 0,-11-13 23 0 0,1 1 0 0 0,-1-1 0 0 0,-1 1 0 0 0,0 0 0 0 0,0 0 1 0 0,0 0-1 0 0,-1 0 0 0 0,0 0 0 0 0,0 1 0 0 0,-1-1 0 0 0,-1 0 0 0 0,1 0 0 0 0,-1 0 0 0 0,0 1 0 0 0,-1-1 1 0 0,0 0-1 0 0,0 0 0 0 0,-5 10 0 0 0,-5 10 52 0 0,-1 1 0 0 0,-2-2-1 0 0,-25 38 1 0 0,0-10 557 0 0,-65 69-1 0 0,5-6 1564 0 0,68-82 315 0 0,31-35-2235 0 0,-2 5 183 0 0,4-6-453 0 0,-1 1 1 0 0,1-1-1 0 0,0 0 1 0 0,-1 1-1 0 0,1-1 0 0 0,-1 0 1 0 0,1 1-1 0 0,0-1 0 0 0,-1 0 1 0 0,1 0-1 0 0,0 0 1 0 0,-1 1-1 0 0,1-1 0 0 0,0 0 1 0 0,-1 0-1 0 0,1 0 1 0 0,0 0-1 0 0,0 0 0 0 0,-1 0 1 0 0,1 0-1 0 0,0-1 0 0 0,-1 1 1 0 0,1 0-1 0 0,0 0 1 0 0,0-1-1 0 0,180-38-12 0 0,-99 18 0 0 0,-26 6 0 0 0,-41 11 0 0 0,-2 1 0 0 0,2-1 0 0 0,-13 4-289 0 0,0 0 0 0 0,0 0-1 0 0,-1 0 1 0 0,1-1 0 0 0,0 1 0 0 0,-1-1-1 0 0,1 0 1 0 0,0 1 0 0 0,-1-1 0 0 0,1 0 0 0 0,-1 0-1 0 0,1 0 1 0 0,1-1 0 0 0,1-1-1214 0 0</inkml:trace>
</inkml:ink>
</file>

<file path=ppt/ink/ink1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7:47.3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87 2604 0 0,'-2'-30'20653'0'0,"4"28"-20528"0"0,1 1 0 0 0,-1-1 0 0 0,1 1 0 0 0,0 0 0 0 0,0 0 0 0 0,0 0 0 0 0,0 0 0 0 0,0 0 0 0 0,-1 1-1 0 0,6-1 1 0 0,40-2 137 0 0,-39 2-153 0 0,178-22 1021 0 0,-125 14-271 0 0,-60 9-815 0 0,0-1-3 0 0,27-7-3315 0 0</inkml:trace>
</inkml:ink>
</file>

<file path=ppt/ink/ink1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7:47.8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103 104 2132 0 0,'1'-2'2658'0'0,"22"-47"14663"0"0,-31 61-16572 0 0,0 0 0 0 0,0 1 1 0 0,1 0-1 0 0,-7 19 0 0 0,-19 60 1067 0 0,26-71-1451 0 0,-5 18 242 0 0,-9 46 0 0 0,18-67-461 0 0,0 2 0 0 0,1-1 0 0 0,1 0 0 0 0,3 31 0 0 0,-2-47-116 0 0,0 1-1 0 0,1-1 1 0 0,-1 0-1 0 0,1 0 1 0 0,0 0-1 0 0,0 0 1 0 0,0 0 0 0 0,0 0-1 0 0,1 0 1 0 0,-1 0-1 0 0,1-1 1 0 0,0 1-1 0 0,-1 0 1 0 0,1-1 0 0 0,0 1-1 0 0,1-1 1 0 0,-1 0-1 0 0,0 0 1 0 0,1 0-1 0 0,-1 0 1 0 0,6 3 0 0 0,-4-3-15 0 0,1 0 1 0 0,0-1 0 0 0,0 0 0 0 0,0 0-1 0 0,-1 0 1 0 0,1-1 0 0 0,0 1-1 0 0,0-1 1 0 0,0 0 0 0 0,0 0 0 0 0,0-1-1 0 0,0 0 1 0 0,8-2 0 0 0,10-4-26 0 0,1-1 0 0 0,-1-1 1 0 0,-1-2-1 0 0,0 0 0 0 0,0-1 1 0 0,-1-1-1 0 0,-1-1 0 0 0,0-1 1 0 0,-1-1-1 0 0,0 0 0 0 0,21-26 1 0 0,-32 32 42 0 0,0 0 0 0 0,0 0 0 0 0,-1-1 0 0 0,0 0 0 0 0,-1-1 0 0 0,0 1 0 0 0,-1-1 0 0 0,4-12 0 0 0,-7 14-5 0 0,0 1 0 0 0,0 0 0 0 0,-1 0-1 0 0,0-1 1 0 0,-1 1 0 0 0,0-1-1 0 0,-1 1 1 0 0,1 0 0 0 0,-2-1-1 0 0,1 1 1 0 0,-6-16 0 0 0,4 15-9 0 0,-1 1 0 0 0,0-1 0 0 0,-1 1 0 0 0,0-1 0 0 0,0 1 0 0 0,-1 1 0 0 0,0-1 0 0 0,-1 1 0 0 0,-14-14 0 0 0,15 16-199 0 0,0 1 0 0 0,-1 1 0 0 0,1-1 0 0 0,-1 1 0 0 0,-14-6 0 0 0,15 7-427 0 0,-1 1 0 0 0,0 0-1 0 0,0 0 1 0 0,-1 1 0 0 0,1 0 0 0 0,0 0-1 0 0,-8 0 1 0 0,-30 4-7424 0 0</inkml:trace>
</inkml:ink>
</file>

<file path=ppt/ink/ink1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7:48.2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348 98 1008 0 0,'-15'-22'8864'0'0,"-15"-27"1"0"0,14 22-2474 0 0,18 30-5886 0 0,98 155 3293 0 0,-18-32-2682 0 0,-44-60-900 0 0,-2 1 1 0 0,-4 3-1 0 0,-2 0 0 0 0,-4 2 1 0 0,-3 0-1 0 0,15 84 0 0 0,-28-103-185 0 0,-3 0 0 0 0,-2 1 0 0 0,-3 0 0 0 0,-2 0 0 0 0,-2 0 0 0 0,-3-1 0 0 0,-2 1 0 0 0,-2-1-1 0 0,-24 75 1 0 0,13-70-530 0 0,-3-2-1 0 0,-3 0 0 0 0,-1-1 0 0 0,-56 80 1 0 0,26-56-1516 0 0,-4-2-1 0 0,-76 73 1 0 0,48-66-2269 0 0,29-35-1619 0 0,-18 11-5332 0 0</inkml:trace>
</inkml:ink>
</file>

<file path=ppt/ink/ink1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7:48.4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 16 2264 0 0,'0'0'848'0'0,"-14"-5"-1392"0"0,-1-5-840 0 0</inkml:trace>
</inkml:ink>
</file>

<file path=ppt/ink/ink1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7:52.1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94 1 2576 0 0,'-15'6'5483'0'0,"-38"7"4941"0"0,30-7-7922 0 0,20-6-1658 0 0,7 0-759 0 0,93-7 215 0 0,-41 2-3108 0 0,3 2-7612 0 0,-39 3 3838 0 0</inkml:trace>
</inkml:ink>
</file>

<file path=ppt/ink/ink1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7:52.3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 33 1704 0 0,'-45'44'13667'0'0,"44"-44"-13572"0"0,1 0 0 0 0,0 0-1 0 0,-1 1 1 0 0,1-1 0 0 0,0 0 0 0 0,-1 1 0 0 0,1-1 0 0 0,0 0 0 0 0,-1 1 0 0 0,1-1 0 0 0,0 1 0 0 0,0-1-1 0 0,-1 1 1 0 0,1-1 0 0 0,0 0 0 0 0,0 1 0 0 0,0-1 0 0 0,0 1 0 0 0,0-1 0 0 0,0 2 0 0 0,8-1 17 0 0,1-1 0 0 0,0 0 0 0 0,0 0 0 0 0,0-1 1 0 0,-1 0-1 0 0,1 0 0 0 0,0-1 0 0 0,9-3 0 0 0,1 1-7 0 0,166-29-1894 0 0,-24 5-6452 0 0,-99 16 2197 0 0</inkml:trace>
</inkml:ink>
</file>

<file path=ppt/ink/ink1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7:52.9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209 217 1368 0 0,'-75'-44'9242'0'0,"52"28"-6296"0"0,0-1 0 0 0,-31-30 0 0 0,53 46-2879 0 0,-1-1-1 0 0,1 1 0 0 0,0 0 0 0 0,0 0 0 0 0,0 0 0 0 0,0-1 0 0 0,0 1 0 0 0,0-1 1 0 0,0 1-1 0 0,1 0 0 0 0,-1-1 0 0 0,0 1 0 0 0,1-1 0 0 0,-1 0 0 0 0,1 1 1 0 0,-1-1-1 0 0,1 0 0 0 0,0 1 0 0 0,0-1 0 0 0,0 1 0 0 0,0-1 0 0 0,0-2 0 0 0,1 2-36 0 0,0 1-1 0 0,0-1 0 0 0,-1 0 0 0 0,1 0 1 0 0,1 1-1 0 0,-1-1 0 0 0,0 0 0 0 0,0 1 1 0 0,1-1-1 0 0,-1 1 0 0 0,1 0 1 0 0,-1-1-1 0 0,1 1 0 0 0,-1 0 0 0 0,4-2 1 0 0,5-2-12 0 0,0 1 1 0 0,0 0-1 0 0,1 0 1 0 0,-1 1-1 0 0,13-3 1 0 0,-10 4-9 0 0,-1 1 1 0 0,1 0-1 0 0,-1 0 0 0 0,1 1 1 0 0,0 1-1 0 0,-1 0 1 0 0,1 1-1 0 0,-1 0 1 0 0,0 1-1 0 0,0 0 0 0 0,0 1 1 0 0,18 8-1 0 0,-25-10-3 0 0,0 0 1 0 0,0 1-1 0 0,0 0 0 0 0,-1 0 0 0 0,1 1 0 0 0,0-1 0 0 0,-1 1 0 0 0,0 0 0 0 0,0 0 0 0 0,0 0 0 0 0,-1 1 1 0 0,1-1-1 0 0,-1 1 0 0 0,0 0 0 0 0,-1 0 0 0 0,1 0 0 0 0,-1 0 0 0 0,0 0 0 0 0,0 1 0 0 0,0-1 0 0 0,-1 1 1 0 0,0-1-1 0 0,0 1 0 0 0,0-1 0 0 0,-1 1 0 0 0,0 0 0 0 0,0-1 0 0 0,0 1 0 0 0,-2 8 0 0 0,0-2 9 0 0,-1-1-1 0 0,-1 1 0 0 0,0-1 0 0 0,0 0 0 0 0,-1 0 1 0 0,-1 0-1 0 0,1-1 0 0 0,-2 0 0 0 0,-9 13 0 0 0,-7 4 70 0 0,-47 42 0 0 0,23-24-3 0 0,47-45-83 0 0,-1 0 0 0 0,1 1-1 0 0,-1-1 1 0 0,1 0 0 0 0,-1 1 0 0 0,1-1 0 0 0,-1 0 0 0 0,1 0 0 0 0,-1 0 0 0 0,1 1 0 0 0,-1-1 0 0 0,1 0 0 0 0,-1 0-1 0 0,1 0 1 0 0,-1 0 0 0 0,1 0 0 0 0,-1 0 0 0 0,1 0 0 0 0,-1 0 0 0 0,0 0 0 0 0,2-1-6 0 0,1-1 1 0 0,0 1-1 0 0,0 0 0 0 0,0 0 1 0 0,0 0-1 0 0,0 0 1 0 0,0 0-1 0 0,0 1 1 0 0,0-1-1 0 0,0 0 0 0 0,4 0 1 0 0,6-2 8 0 0,1 1 0 0 0,0 0 0 0 0,0 0 1 0 0,-1 1-1 0 0,1 1 0 0 0,0 0 1 0 0,0 1-1 0 0,0 0 0 0 0,-1 1 0 0 0,1 0 1 0 0,0 1-1 0 0,12 5 0 0 0,-14-4 2 0 0,1 1 0 0 0,-1 0 0 0 0,0 0-1 0 0,0 1 1 0 0,-1 0 0 0 0,0 1 0 0 0,0 1 0 0 0,0-1 0 0 0,-1 1 0 0 0,0 1-1 0 0,-1 0 1 0 0,13 17 0 0 0,-18-22 35 0 0,0 1-1 0 0,-1-1 1 0 0,1 1 0 0 0,-1 0 0 0 0,-1 0-1 0 0,1 0 1 0 0,-1 0 0 0 0,1 0-1 0 0,-1 0 1 0 0,-1 0 0 0 0,1 0-1 0 0,-1 1 1 0 0,0 9 0 0 0,-1-8 78 0 0,-1 1 0 0 0,1-1 0 0 0,-1 1-1 0 0,-1-1 1 0 0,1 0 0 0 0,-1 0 0 0 0,-1 0 0 0 0,-6 11 0 0 0,2-6 57 0 0,0-1 0 0 0,-1 0 0 0 0,0-1 0 0 0,-1 0 0 0 0,0-1 0 0 0,0 0 0 0 0,-1 0 0 0 0,0-1 0 0 0,0-1 0 0 0,-15 8 0 0 0,12-9-112 0 0,-1-1 0 0 0,0 0-1 0 0,0-1 1 0 0,0-1 0 0 0,0 0-1 0 0,0-1 1 0 0,-1-1-1 0 0,1 0 1 0 0,-1-1 0 0 0,-15-2-1 0 0,9-1-234 0 0,0 0 0 0 0,1-1-1 0 0,-1-1 1 0 0,1-1 0 0 0,1-1-1 0 0,-30-14 1 0 0,48 20-387 0 0,-1-1 1 0 0,0 1-1 0 0,1 0 0 0 0,-1-1 0 0 0,1 0 1 0 0,0 1-1 0 0,-5-5 0 0 0</inkml:trace>
</inkml:ink>
</file>

<file path=ppt/ink/ink1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7:53.3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520 160 1604 0 0,'-1'-17'2319'0'0,"1"1"-1"0"0,-2-1 1 0 0,-4-20 0 0 0,5 33-1990 0 0,0 0 0 0 0,0 0 0 0 0,0 0 0 0 0,0-1 0 0 0,-1 2 1 0 0,0-1-1 0 0,0 0 0 0 0,0 0 0 0 0,0 0 0 0 0,0 1 0 0 0,-1-1 1 0 0,0 1-1 0 0,0 0 0 0 0,0 0 0 0 0,0 0 0 0 0,0 0 0 0 0,-6-3 1 0 0,6 5-230 0 0,1 0 1 0 0,-1 0-1 0 0,0 0 1 0 0,0 1 0 0 0,0 0-1 0 0,1-1 1 0 0,-1 1 0 0 0,0 0-1 0 0,0 0 1 0 0,0 0-1 0 0,0 1 1 0 0,0-1 0 0 0,1 1-1 0 0,-1 0 1 0 0,0-1 0 0 0,0 1-1 0 0,1 0 1 0 0,-1 1-1 0 0,-4 2 1 0 0,-3 1 148 0 0,1 1-1 0 0,0 1 1 0 0,-12 11-1 0 0,-11 12 198 0 0,1 3 0 0 0,2 0 0 0 0,1 2 0 0 0,2 1-1 0 0,1 1 1 0 0,3 1 0 0 0,0 1 0 0 0,-22 59 0 0 0,23-42-126 0 0,2 1 0 0 0,3 1 0 0 0,3 0 0 0 0,2 1 0 0 0,-6 104 1 0 0,16-122-213 0 0,1-1 1 0 0,3 0-1 0 0,9 54 1 0 0,-6-68-100 0 0,0 0 1 0 0,1 0-1 0 0,2-1 0 0 0,1-1 1 0 0,1 1-1 0 0,14 23 1 0 0,-18-37-280 0 0,0-1 0 0 0,1 1 1 0 0,1-1-1 0 0,-1-1 0 0 0,2 1 1 0 0,-1-2-1 0 0,1 1 0 0 0,1-1 0 0 0,-1-1 1 0 0,1 0-1 0 0,14 7 0 0 0,-13-9-1105 0 0,1 0 0 0 0,16 5-1 0 0,-16-7-1096 0 0,0 0 0 0 0,18 1 0 0 0,3-4-6589 0 0</inkml:trace>
</inkml:ink>
</file>

<file path=ppt/ink/ink1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7:53.9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45 127 60 0 0,'0'0'2330'0'0,"-24"-13"7398"0"0,16 8-6779 0 0,-5-4 2162 0 0,14 8-5069 0 0,-1 1 0 0 0,0-1 0 0 0,1 1 0 0 0,-1-1 0 0 0,1 1 0 0 0,-1-1 0 0 0,0 1 0 0 0,1 0 0 0 0,-1-1 0 0 0,1 1 0 0 0,-1 0 0 0 0,1-1 0 0 0,0 1 0 0 0,-1 0 0 0 0,1-1 0 0 0,-1 1 0 0 0,1 0 0 0 0,-1 0 0 0 0,1 0 0 0 0,0 0 0 0 0,-1 0 0 0 0,1 0 0 0 0,-1 0 0 0 0,1 0 0 0 0,0 0 0 0 0,-1 0 0 0 0,1 0 0 0 0,0 0 0 0 0,464-58 783 0 0,-356 45-650 0 0,-96 12-82 0 0,25-4 917 0 0,-37 5-1060 0 0,1-1 0 0 0,0 1 0 0 0,0-1 0 0 0,-1 0 0 0 0,1 0 1 0 0,-1 0-1 0 0,1 1 0 0 0,-1-2 0 0 0,1 1 0 0 0,-1 0 0 0 0,1 0 0 0 0,-1 0 0 0 0,0-1 1 0 0,2-1-1 0 0</inkml:trace>
</inkml:ink>
</file>

<file path=ppt/ink/ink1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7:54.5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0 190 1288 0 0,'1'-13'2617'0'0,"-1"0"1"0"0,2 0-1 0 0,4-19 0 0 0,-4 24-1947 0 0,0-1-1 0 0,1 1 1 0 0,1 0-1 0 0,-1 0 1 0 0,9-14-1 0 0,-9 18-618 0 0,0 0-1 0 0,1 0 1 0 0,-1 0-1 0 0,0 0 1 0 0,1 0-1 0 0,0 1 1 0 0,0 0 0 0 0,0-1-1 0 0,0 2 1 0 0,1-1-1 0 0,-1 0 1 0 0,1 1-1 0 0,0 0 1 0 0,-1 0 0 0 0,1 0-1 0 0,0 1 1 0 0,0-1-1 0 0,0 1 1 0 0,0 1-1 0 0,0-1 1 0 0,1 1 0 0 0,-1-1-1 0 0,0 1 1 0 0,9 2-1 0 0,-8-2-37 0 0,-1 1-1 0 0,0 0 1 0 0,1 0-1 0 0,-1 1 1 0 0,0-1-1 0 0,1 1 1 0 0,-1 1-1 0 0,0-1 1 0 0,0 1-1 0 0,-1-1 1 0 0,1 1-1 0 0,0 1 1 0 0,-1-1-1 0 0,8 8 1 0 0,-9-8-2 0 0,-1 1 0 0 0,0-1 0 0 0,0 0 0 0 0,0 1 0 0 0,0-1 0 0 0,0 1 1 0 0,-1 0-1 0 0,0 0 0 0 0,1 0 0 0 0,-2 0 0 0 0,1-1 0 0 0,0 1 0 0 0,-1 0 0 0 0,1 0 0 0 0,-1 0 0 0 0,0 1 0 0 0,-1-1 0 0 0,1 0 0 0 0,-1 0 0 0 0,1-1 1 0 0,-3 6-1 0 0,-1 4 50 0 0,-1 1-1 0 0,0-1 1 0 0,-1 0 0 0 0,-1 0 0 0 0,0-1 0 0 0,-1 1 0 0 0,-11 13 0 0 0,-71 72 431 0 0,75-84-388 0 0,14-13-45 0 0,16-2-61 0 0,13-2 2 0 0,-19 2 2 0 0,1-1-1 0 0,-1 2 1 0 0,1-1 0 0 0,0 2 0 0 0,0-1 0 0 0,-1 1 0 0 0,18 4 0 0 0,-15-2-6 0 0,0 1 0 0 0,0 1 0 0 0,-1-1 0 0 0,0 2 0 0 0,0 0 0 0 0,0 0 0 0 0,-1 1 0 0 0,12 9 0 0 0,-19-13 122 0 0,1 0 0 0 0,-1 0 0 0 0,-1 0 0 0 0,1 0 0 0 0,0 1-1 0 0,-1-1 1 0 0,1 1 0 0 0,-1-1 0 0 0,0 1 0 0 0,-1 0 0 0 0,1 0 0 0 0,0 0 0 0 0,-1 0 0 0 0,0 0 0 0 0,0 0 0 0 0,0 0 0 0 0,-1 0 0 0 0,1 0 0 0 0,-1 1 0 0 0,0-1 0 0 0,0 0 0 0 0,0 0 0 0 0,-1 1 0 0 0,0-1-1 0 0,0 0 1 0 0,0 0 0 0 0,-2 7 0 0 0,1-7 74 0 0,0 1 0 0 0,-1-1 0 0 0,1 0 0 0 0,-1 0-1 0 0,1 0 1 0 0,-1 0 0 0 0,0 0 0 0 0,-1-1-1 0 0,1 1 1 0 0,-1-1 0 0 0,0 0 0 0 0,-7 5 0 0 0,4-3-18 0 0,-1-1 0 0 0,0-1 0 0 0,0 1 0 0 0,0-2 0 0 0,0 1 0 0 0,-14 2 0 0 0,0-2-25 0 0,1-1 0 0 0,0-1 0 0 0,-1-1 0 0 0,-39-4 0 0 0,55 3-130 0 0,-40-7-25 0 0,21 2-561 0 0,22 5-19 0 0,2-8-1891 0 0,1 9 2384 0 0,0-1-1 0 0,0 1 1 0 0,0 0 0 0 0,0-1 0 0 0,0 1 0 0 0,0 0 0 0 0,0-1 0 0 0,0 1-1 0 0,0-1 1 0 0,0 1 0 0 0,0 0 0 0 0,0-1 0 0 0,0 1 0 0 0,0-1 0 0 0,0 1-1 0 0,0 0 1 0 0,1-1 0 0 0,-1 1 0 0 0,0 0 0 0 0,0-1 0 0 0,0 1-1 0 0,1 0 1 0 0,-1-1 0 0 0,0 1 0 0 0,0 0 0 0 0,1 0 0 0 0,-1-1 0 0 0,0 1-1 0 0,1 0 1 0 0,-1-1 0 0 0,4-2-1591 0 0,0 0 0 0 0,1-1 0 0 0,-1 1 0 0 0,0 1 0 0 0,7-4 1 0 0</inkml:trace>
</inkml:ink>
</file>

<file path=ppt/ink/ink1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7:54.7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85 3312 0 0,'2'-10'11279'0'0,"-2"8"-10774"0"0,0 1 1 0 0,0 0 0 0 0,0 0 0 0 0,1-1 0 0 0,4-8 4046 0 0,-3 7-4046 0 0,-1 3-429 0 0,1-1 1 0 0,0 0-1 0 0,-1 0 1 0 0,1 0-1 0 0,0 1 0 0 0,0-1 1 0 0,-1 1-1 0 0,1 0 1 0 0,0-1-1 0 0,0 1 0 0 0,3 0 1 0 0,267-29 626 0 0,-266 28-1007 0 0,44-8-1893 0 0,-26 0-1703 0 0</inkml:trace>
</inkml:ink>
</file>

<file path=ppt/ink/ink1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7:55.0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 38 2700 0 0,'-37'-37'15618'0'0,"37"37"-15504"0"0,-1 0-1 0 0,1 0 0 0 0,-1 0 1 0 0,0 0-1 0 0,1 1 0 0 0,-1-1 1 0 0,1 0-1 0 0,-1 0 0 0 0,1 1 1 0 0,-1-1-1 0 0,1 0 0 0 0,-1 1 1 0 0,1-1-1 0 0,0 1 1 0 0,-1-1-1 0 0,1 1 0 0 0,0-1 1 0 0,-1 0-1 0 0,1 1 0 0 0,-1 0 1 0 0,25 246 6515 0 0,-9 4-11610 0 0,-11-219-806 0 0</inkml:trace>
</inkml:ink>
</file>

<file path=ppt/ink/ink1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7:55.5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0 101 2768 0 0,'17'-100'16153'0'0,"-16"102"-15984"0"0,1 0 0 0 0,-1 0 0 0 0,0 0 0 0 0,-1 0 0 0 0,1 0-1 0 0,0 0 1 0 0,-1 0 0 0 0,1 1 0 0 0,-1-1 0 0 0,1 0 0 0 0,-1 0 0 0 0,0 1 0 0 0,0 2 0 0 0,0-4-63 0 0,3 36 992 0 0,15 65 0 0 0,-15-88-1038 0 0,1-1 1 0 0,1 1-1 0 0,0-1 0 0 0,1 0 0 0 0,0 0 0 0 0,1 0 0 0 0,16 21 1 0 0,-19-29-41 0 0,0 0 0 0 0,1 0 0 0 0,0-1 0 0 0,0 1 0 0 0,0-1 0 0 0,1 0 1 0 0,-1-1-1 0 0,1 1 0 0 0,0-1 0 0 0,0 0 0 0 0,0-1 0 0 0,13 5 0 0 0,-16-7-15 0 0,0 1-1 0 0,1-1 0 0 0,-1 0 1 0 0,0 1-1 0 0,1-1 0 0 0,-1-1 0 0 0,1 1 1 0 0,-1-1-1 0 0,0 1 0 0 0,0-1 0 0 0,1 0 1 0 0,-1 0-1 0 0,0 0 0 0 0,0 0 0 0 0,0-1 1 0 0,0 1-1 0 0,0-1 0 0 0,0 0 0 0 0,-1 0 1 0 0,1 0-1 0 0,0 0 0 0 0,-1-1 0 0 0,0 1 1 0 0,1 0-1 0 0,-1-1 0 0 0,0 0 0 0 0,0 0 1 0 0,1-3-1 0 0,3-5-13 0 0,0 0 1 0 0,-1-1-1 0 0,0 0 0 0 0,-1 0 1 0 0,0 0-1 0 0,3-22 0 0 0,5-82-19 0 0,-6 46 43 0 0,-6 70 24 0 0,-1 0-1 0 0,1-1 1 0 0,0 1-1 0 0,0 0 1 0 0,0-1 0 0 0,0 1-1 0 0,0-1 1 0 0,0 1-1 0 0,0 0 1 0 0,0-1 0 0 0,0 1-1 0 0,0 0 1 0 0,0-1-1 0 0,0 1 1 0 0,1 0 0 0 0,-1-1-1 0 0,0 1 1 0 0,0 0-1 0 0,0 0 1 0 0,0-1 0 0 0,0 1-1 0 0,1 0 1 0 0,-1-1-1 0 0,0 1 1 0 0,0 0 0 0 0,1 0-1 0 0,-1-1 1 0 0,0 1-1 0 0,0 0 1 0 0,1 0 0 0 0,-1 0-1 0 0,0-1 1 0 0,1 1-1 0 0,5 11 995 0 0,2 23 474 0 0,7 92 1274 0 0,6 78-1724 0 0,-17-109-664 0 0,-1 3-629 0 0,-2-33-5660 0 0</inkml:trace>
</inkml:ink>
</file>

<file path=ppt/ink/ink1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7:55.8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137 106 2400 0 0,'-53'-105'16348'0'0,"54"107"-16155"0"0,-1 0 0 0 0,1-1 0 0 0,0 1 0 0 0,0 0 0 0 0,0-1 0 0 0,0 1 0 0 0,0 0 0 0 0,1-1 1 0 0,2 3-1 0 0,2 3 270 0 0,30 47 703 0 0,-3 1-1 0 0,-2 2 1 0 0,-3 1 0 0 0,26 74 0 0 0,-40-90-1019 0 0,-3 0 1 0 0,-1 1-1 0 0,-2 0 1 0 0,-2 1 0 0 0,-1 0-1 0 0,-3 0 1 0 0,-4 49-1 0 0,-4-21 5 0 0,-3-1 0 0 0,-4 0 0 0 0,-3-1 0 0 0,-30 85 0 0 0,24-98-1924 0 0,-48 92 1 0 0,44-104-2461 0 0,-2-1 1 0 0,-43 52-1 0 0,40-60-6037 0 0</inkml:trace>
</inkml:ink>
</file>

<file path=ppt/ink/ink1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7:56.2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56 88 312 0 0,'-2'-1'3375'0'0,"-13"0"2909"0"0,-23-9 8131 0 0,40 8-14335 0 0,0 0-1 0 0,0 1 0 0 0,1-1 1 0 0,-1 1-1 0 0,0 0 1 0 0,1-1-1 0 0,-1 1 1 0 0,1 0-1 0 0,0 0 0 0 0,-1 1 1 0 0,6-2-1 0 0,39-5 140 0 0,-25 4-112 0 0,208-25 221 0 0,-77 11-5065 0 0,-130 12 1980 0 0</inkml:trace>
</inkml:ink>
</file>

<file path=ppt/ink/ink1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7:56.4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 30 2908 0 0,'-31'-28'15345'0'0,"31"28"-15186"0"0,0-1 1 0 0,-1 1-1 0 0,1 0 0 0 0,-1 0 1 0 0,1 0-1 0 0,0 0 0 0 0,-1 0 0 0 0,1 0 1 0 0,-1 0-1 0 0,1 0 0 0 0,0 0 1 0 0,-2 0-1 0 0,0 11 317 0 0,1-1 1 0 0,0 1 0 0 0,0 0-1 0 0,1 0 1 0 0,1 18-1 0 0,1 4-132 0 0,-2 27 334 0 0,15 109-1 0 0,-10-142-1487 0 0,2 1 0 0 0,10 30-1 0 0,-10-42-1340 0 0,0 1-1 0 0,0-2 0 0 0,2 1 1 0 0,14 20-1 0 0,-7-14-7137 0 0</inkml:trace>
</inkml:ink>
</file>

<file path=ppt/ink/ink1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7:57.0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8 154 2544 0 0,'-7'-25'8301'0'0,"7"22"-7990"0"0,-1 0 1 0 0,1-1-1 0 0,0 1 1 0 0,1 0-1 0 0,-1-1 1 0 0,1 1-1 0 0,-1 0 0 0 0,1-1 1 0 0,0 1-1 0 0,0 0 1 0 0,0 0-1 0 0,1 0 1 0 0,-1 0-1 0 0,1 0 1 0 0,3-5-1 0 0,0 3-78 0 0,-1 0-1 0 0,1 0 1 0 0,-1 1-1 0 0,1 0 1 0 0,0 0-1 0 0,1 0 1 0 0,10-6-1 0 0,-5 5-151 0 0,-1 0 0 0 0,0 1 0 0 0,1 0 0 0 0,0 1 0 0 0,0 0 0 0 0,0 0 0 0 0,1 1 0 0 0,-1 1 0 0 0,18 0 0 0 0,-25 1-67 0 0,1 0-1 0 0,-1 1 1 0 0,1-1-1 0 0,-1 1 1 0 0,0 0-1 0 0,1 1 1 0 0,-1-1-1 0 0,0 1 1 0 0,0 0-1 0 0,0 0 0 0 0,0 0 1 0 0,0 0-1 0 0,0 1 1 0 0,0-1-1 0 0,-1 1 1 0 0,1 0-1 0 0,-1 0 1 0 0,3 4-1 0 0,-4-4-4 0 0,0 0-1 0 0,0 1 1 0 0,-1-1-1 0 0,1 0 1 0 0,-1 1-1 0 0,0-1 1 0 0,0 1-1 0 0,0-1 1 0 0,0 1 0 0 0,-1-1-1 0 0,1 1 1 0 0,-1 0-1 0 0,0-1 1 0 0,0 1-1 0 0,0 0 1 0 0,-1-1-1 0 0,1 1 1 0 0,-1-1-1 0 0,0 1 1 0 0,0-1-1 0 0,0 1 1 0 0,-1-1 0 0 0,-1 4-1 0 0,-3 6 25 0 0,-1 0 0 0 0,-1-1 0 0 0,0 0 1 0 0,0-1-1 0 0,-17 18 0 0 0,-55 44 416 0 0,75-68-391 0 0,5-6-47 0 0,0 1-1 0 0,1 0 1 0 0,-1 0-1 0 0,0-1 0 0 0,0 1 1 0 0,0 0-1 0 0,0 0 1 0 0,0-1-1 0 0,0 1 1 0 0,0 0-1 0 0,0-1 1 0 0,0 1-1 0 0,-1 0 1 0 0,1 0-1 0 0,0-1 1 0 0,0 1-1 0 0,0 0 1 0 0,0 0-1 0 0,0-1 0 0 0,0 1 1 0 0,0 0-1 0 0,-1 0 1 0 0,1-1-1 0 0,0 1 1 0 0,0 0-1 0 0,0 0 1 0 0,-1 0-1 0 0,1 0 1 0 0,0-1-1 0 0,0 1 1 0 0,0 0-1 0 0,-1 0 1 0 0,1 0-1 0 0,0 0 0 0 0,0 0 1 0 0,-1 0-1 0 0,1-1 1 0 0,0 1-1 0 0,0 0 1 0 0,-1 0-1 0 0,1 0 1 0 0,0 0-1 0 0,-1 0 1 0 0,1 0-1 0 0,0 0 1 0 0,0 0-1 0 0,-1 0 1 0 0,1 0-1 0 0,0 0 0 0 0,0 0 1 0 0,-1 1-1 0 0,1-1 1 0 0,9-5 7 0 0,1 1 1 0 0,0 0-1 0 0,0 0 0 0 0,1 1 1 0 0,-1 0-1 0 0,1 1 1 0 0,-1 1-1 0 0,1-1 0 0 0,0 2 1 0 0,-1-1-1 0 0,1 1 1 0 0,0 1-1 0 0,0 0 0 0 0,-1 1 1 0 0,1 0-1 0 0,12 4 0 0 0,-14-3 45 0 0,-1-1 0 0 0,1 2 0 0 0,-1-1-1 0 0,0 1 1 0 0,0 1 0 0 0,-1-1 0 0 0,1 1-1 0 0,-1 0 1 0 0,0 1 0 0 0,0 0 0 0 0,-1 0-1 0 0,0 1 1 0 0,0-1 0 0 0,0 1 0 0 0,-1 1-1 0 0,0-1 1 0 0,0 1 0 0 0,-1-1 0 0 0,0 1-1 0 0,4 12 1 0 0,-7-14 131 0 0,1-1 0 0 0,-1 1-1 0 0,0-1 1 0 0,0 1 0 0 0,-1 0 0 0 0,0-1-1 0 0,0 1 1 0 0,0 0 0 0 0,0-1 0 0 0,-1 1-1 0 0,0-1 1 0 0,0 1 0 0 0,-1-1 0 0 0,-2 8-1 0 0,0-6-9 0 0,1 0 0 0 0,-1-1 0 0 0,0 1-1 0 0,0-1 1 0 0,-1 0 0 0 0,0 0-1 0 0,0-1 1 0 0,0 0 0 0 0,-13 10 0 0 0,10-9-93 0 0,-2 1 1 0 0,1-2 0 0 0,-1 1 0 0 0,0-1 0 0 0,0-1 0 0 0,0 0 0 0 0,-1 0-1 0 0,0-1 1 0 0,1-1 0 0 0,-1 0 0 0 0,0 0 0 0 0,0-1 0 0 0,0 0-1 0 0,-19-2 1 0 0,21 0-79 0 0,0 0 0 0 0,0-1 1 0 0,0 0-1 0 0,1-1 0 0 0,-1 0 0 0 0,-9-4 0 0 0,16 6-287 0 0,0 0 0 0 0,1 0 0 0 0,-1-1-1 0 0,0 1 1 0 0,0 0 0 0 0,1-1 0 0 0,-1 1 0 0 0,1-1 0 0 0,-1 1 0 0 0,1-1-1 0 0,0 0 1 0 0,0 0 0 0 0,-2-3 0 0 0,2 4-359 0 0,1-1-1 0 0,0 0 1 0 0,-1 1 0 0 0,1-1 0 0 0,0 0-1 0 0,0 0 1 0 0,0 1 0 0 0,0-1 0 0 0,0 0-1 0 0,1 1 1 0 0,-1-1 0 0 0,0 0 0 0 0,1 0-1 0 0,-1 1 1 0 0,1-1 0 0 0,0 1 0 0 0,-1-1-1 0 0,1 0 1 0 0,1-1 0 0 0</inkml:trace>
</inkml:ink>
</file>

<file path=ppt/ink/ink1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7:57.4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268 113 1676 0 0,'-1'-12'1451'0'0,"-1"-10"2793"0"0,-2 0 0 0 0,-8-32 0 0 0,11 52-3625 0 0,-8 2 393 0 0,9-1-931 0 0,-1 1 0 0 0,0 0 0 0 0,0 0 0 0 0,0 0 0 0 0,0 0 1 0 0,0 1-1 0 0,0-1 0 0 0,0 0 0 0 0,0 0 0 0 0,0 0 0 0 0,0 1 0 0 0,0-1 1 0 0,1 0-1 0 0,-1 1 0 0 0,0-1 0 0 0,0 1 0 0 0,0-1 0 0 0,1 1 0 0 0,-1-1 1 0 0,-1 2-1 0 0,-6 5 344 0 0,1 0 0 0 0,0 0 0 0 0,0 1 0 0 0,1 0 1 0 0,0 0-1 0 0,-5 10 0 0 0,-27 56 1216 0 0,29-55-1264 0 0,-13 30 72 0 0,2 2 1 0 0,2 1 0 0 0,2 0 0 0 0,3 1 0 0 0,2 1 0 0 0,-4 55 0 0 0,11-63-381 0 0,2-1 0 0 0,3 1 0 0 0,1 0 0 0 0,2-1 0 0 0,2 0 1 0 0,3 0-1 0 0,21 70 0 0 0,-25-101-437 0 0,1 0 0 0 0,0 0 0 0 0,1 0 0 0 0,0 0 0 0 0,1-1 0 0 0,13 16 0 0 0,-15-22-345 0 0,0-1-1 0 0,0 0 1 0 0,0 0 0 0 0,1-1-1 0 0,8 6 1 0 0,-9-7-596 0 0,1-1 1 0 0,-1 0-1 0 0,1 0 1 0 0,0 0-1 0 0,-1-1 1 0 0,14 3-1 0 0,8-1-8161 0 0</inkml:trace>
</inkml:ink>
</file>

<file path=ppt/ink/ink1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7:57.8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69 153 496 0 0,'-1'-1'573'0'0,"-16"-26"4903"0"0,2-1-1 0 0,-19-46 1 0 0,33 74-5444 0 0,1-1 0 0 0,0 0 0 0 0,0 1 0 0 0,0-1 0 0 0,-1 0 0 0 0,1 0 0 0 0,0 1 0 0 0,0-1 0 0 0,0 0 0 0 0,0 0 0 0 0,1 1 0 0 0,-1-1 0 0 0,0 0 0 0 0,0 0 0 0 0,0 1 0 0 0,1-1 0 0 0,-1 0 0 0 0,0 1 0 0 0,0-1 0 0 0,1 0 0 0 0,-1 1-1 0 0,1-1 1 0 0,-1 1 0 0 0,1-1 0 0 0,-1 0 0 0 0,1 1 0 0 0,-1-1 0 0 0,1 1 0 0 0,-1 0 0 0 0,1-1 0 0 0,-1 1 0 0 0,1-1 0 0 0,0 1 0 0 0,-1 0 0 0 0,1-1 0 0 0,0 1 0 0 0,-1 0 0 0 0,1 0 0 0 0,0 0 0 0 0,0-1 0 0 0,-1 1 0 0 0,1 0 0 0 0,0 0 0 0 0,0 0 0 0 0,0 0 0 0 0,30 1 170 0 0,-22 0-178 0 0,-1 1 1 0 0,1 0-1 0 0,-1 0 0 0 0,0 1 0 0 0,0 0 1 0 0,0 0-1 0 0,0 1 0 0 0,-1 0 1 0 0,1 1-1 0 0,-1-1 0 0 0,0 1 0 0 0,0 1 1 0 0,-1-1-1 0 0,8 9 0 0 0,-10-10 63 0 0,-1 0 0 0 0,-1-1 0 0 0,1 1 0 0 0,-1 0 0 0 0,1 0 0 0 0,-1 1 0 0 0,0-1 0 0 0,-1 0-1 0 0,1 1 1 0 0,-1-1 0 0 0,0 1 0 0 0,0-1 0 0 0,0 1 0 0 0,0-1 0 0 0,-1 1 0 0 0,0 0 0 0 0,0-1 0 0 0,0 1 0 0 0,-1 0 0 0 0,1-1 0 0 0,-1 1-1 0 0,0 0 1 0 0,-1-1 0 0 0,1 0 0 0 0,-1 1 0 0 0,-4 7 0 0 0,-9 11 1172 0 0,-1 0 0 0 0,-1-1 1 0 0,-1 0-1 0 0,-35 32 0 0 0,36-38-220 0 0,16-15-893 0 0,1-1-139 0 0,0 0-1 0 0,-1 0 1 0 0,1 0-1 0 0,0 0 0 0 0,0 0 1 0 0,0 0-1 0 0,0 0 0 0 0,0 0 1 0 0,-1 0-1 0 0,1 0 1 0 0,0 0-1 0 0,0 0 0 0 0,0 0 1 0 0,0 1-1 0 0,0-1 1 0 0,-1 0-1 0 0,1 0 0 0 0,0 0 1 0 0,0 0-1 0 0,0 0 0 0 0,0 0 1 0 0,0 0-1 0 0,0 0 1 0 0,0 0-1 0 0,-1 0 0 0 0,1 1 1 0 0,0-1-1 0 0,0 0 1 0 0,0 0-1 0 0,0 0 0 0 0,0 0 1 0 0,0 0-1 0 0,0 0 0 0 0,0 1 1 0 0,0-1-1 0 0,0 0 1 0 0,0 0-1 0 0,0 0 0 0 0,0 0 1 0 0,0 0-1 0 0,0 1 1 0 0,0-1-1 0 0,0 0 0 0 0,0 0 1 0 0,0 0-1 0 0,0 0 0 0 0,0 0 1 0 0,0 1-1 0 0,0-1 1 0 0,0 0-1 0 0,0 0 0 0 0,0 0 1 0 0,0 0-1 0 0,1 1 0 0 0,-1-1 0 0 0,1 1 0 0 0,-1-1 0 0 0,1 1 1 0 0,0-1-1 0 0,-1 1 0 0 0,1-1 0 0 0,-1 0 0 0 0,1 0 0 0 0,0 1 0 0 0,-1-1 0 0 0,1 0 0 0 0,0 0 0 0 0,-1 0 1 0 0,1 1-1 0 0,0-1 0 0 0,0 0 0 0 0,-1 0 0 0 0,1 0 0 0 0,1 0 0 0 0,198-12 72 0 0,-99-5-3544 0 0,-68 9-1838 0 0,32-13 1 0 0,-45 12-117 0 0,-1-2-2595 0 0</inkml:trace>
</inkml:ink>
</file>

<file path=ppt/ink/ink1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7:58.1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39 107 760 0 0,'-9'-22'3722'0'0,"-1"-2"3781"0"0,-10-37 1 0 0,32 64-6730 0 0,-6 1-546 0 0,-1 0 1 0 0,1 0-1 0 0,-1 1 1 0 0,0-1-1 0 0,0 1 1 0 0,7 10 0 0 0,4 3 194 0 0,12 13-168 0 0,-1 0 1 0 0,-1 2-1 0 0,-2 1 0 0 0,-1 1 1 0 0,-2 1-1 0 0,-2 1 0 0 0,-1 0 1 0 0,13 41-1 0 0,-21-49-196 0 0,-2 1 1 0 0,-1 0-1 0 0,-1 0 1 0 0,-2 1-1 0 0,-1-1 1 0 0,-1 1-1 0 0,-2 0 1 0 0,-1-1-1 0 0,-1 1 1 0 0,-2 0-1 0 0,-11 44 1 0 0,4-34-47 0 0,-3-2 1 0 0,-1 0 0 0 0,-1-1-1 0 0,-34 54 1 0 0,33-64-1447 0 0,-2-1 0 0 0,-1-1 0 0 0,-33 34 0 0 0,34-42-1989 0 0,5-9-1638 0 0</inkml:trace>
</inkml:ink>
</file>

<file path=ppt/ink/ink1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7:58.5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77 94 48 0 0,'-3'-1'3144'0'0,"-70"-12"16048"0"0,73 13-19175 0 0,0-1-1 0 0,1 1 1 0 0,-1-1 0 0 0,0 1 0 0 0,0-1-1 0 0,1 1 1 0 0,-1-1 0 0 0,1 1 0 0 0,-1 0-1 0 0,0-1 1 0 0,1 1 0 0 0,-1 0-1 0 0,1-1 1 0 0,-1 1 0 0 0,1 0 0 0 0,-1 0-1 0 0,1-1 1 0 0,-1 1 0 0 0,1 0-1 0 0,-1 0 1 0 0,1 0 0 0 0,0 0 0 0 0,-1 0-1 0 0,1-1 1 0 0,16-1 37 0 0,-15 2-39 0 0,117-17 259 0 0,44-9-454 0 0,-147 23-612 0 0,32-7-1285 0 0,-17-3-8541 0 0</inkml:trace>
</inkml:ink>
</file>

<file path=ppt/ink/ink1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7:59.6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297 81 1380 0 0,'0'-3'2272'0'0,"1"-3"-756"0"0,0-32 6411 0 0,-1 37-7739 0 0,-1-1 0 0 0,1 0 0 0 0,0 0 0 0 0,-1 1 0 0 0,0-1 0 0 0,1 0 0 0 0,-1 1 0 0 0,0-1 0 0 0,0 1 0 0 0,0-1 0 0 0,0 1 0 0 0,0-1 0 0 0,0 1 0 0 0,0 0 0 0 0,0-1 0 0 0,0 1 0 0 0,-1 0 0 0 0,1 0 0 0 0,-3-1 0 0 0,3 1-152 0 0,-1 0 0 0 0,0 1 0 0 0,0 0 0 0 0,1-1 0 0 0,-1 1 1 0 0,0 0-1 0 0,0 0 0 0 0,0 0 0 0 0,1 0 0 0 0,-1 0 0 0 0,0 0 0 0 0,0 1 0 0 0,0-1 0 0 0,1 0 1 0 0,-1 1-1 0 0,-2 0 0 0 0,-26 14 157 0 0,6 0-151 0 0,1 1 0 0 0,1 2 0 0 0,1 0 0 0 0,0 1 0 0 0,1 1 1 0 0,2 1-1 0 0,0 1 0 0 0,-18 28 0 0 0,34-48-20 0 0,1 0-1 0 0,-1 0 1 0 0,1 1-1 0 0,0-1 1 0 0,0 0-1 0 0,0 0 1 0 0,0 1-1 0 0,0-1 1 0 0,1 1 0 0 0,-1-1-1 0 0,0 1 1 0 0,1-1-1 0 0,0 1 1 0 0,0-1-1 0 0,0 1 1 0 0,0-1-1 0 0,0 1 1 0 0,0-1 0 0 0,1 1-1 0 0,0 3 1 0 0,1-3 2 0 0,0 1 0 0 0,0-2 0 0 0,0 1 0 0 0,1 0-1 0 0,-1 0 1 0 0,0-1 0 0 0,1 1 0 0 0,0-1 0 0 0,0 0 0 0 0,0 0 0 0 0,0 0 0 0 0,0 0 0 0 0,0 0 0 0 0,4 1 0 0 0,51 24 94 0 0,52 30-48 0 0,-97-49-65 0 0,1 1 0 0 0,-1 1 0 0 0,-1 0 0 0 0,0 1 0 0 0,19 21 0 0 0,-24-25 202 0 0,-1 2-1 0 0,1-1 1 0 0,-1 1 0 0 0,0-1 0 0 0,-1 2-1 0 0,0-1 1 0 0,-1 1 0 0 0,0-1-1 0 0,0 1 1 0 0,-1 0 0 0 0,0 0-1 0 0,1 11 1 0 0,-4-18-35 0 0,0 0 0 0 0,0-1-1 0 0,0 1 1 0 0,0 0 0 0 0,0-1 0 0 0,0 1-1 0 0,-1 0 1 0 0,0-1 0 0 0,1 1 0 0 0,-1 0-1 0 0,0-1 1 0 0,0 1 0 0 0,0-1 0 0 0,0 1 0 0 0,-1-1-1 0 0,1 0 1 0 0,-1 0 0 0 0,0 1 0 0 0,-2 2-1 0 0,1-3-20 0 0,-1 0-1 0 0,1 1 0 0 0,0-1 0 0 0,-1 0 0 0 0,1-1 0 0 0,-1 1 0 0 0,0-1 0 0 0,1 0 1 0 0,-1 0-1 0 0,0 0 0 0 0,0 0 0 0 0,-5 0 0 0 0,-2 0 51 0 0,0-1 0 0 0,0 0-1 0 0,0-1 1 0 0,0 0 0 0 0,0-1 0 0 0,0 0-1 0 0,0-1 1 0 0,-17-7 0 0 0,26 10-185 0 0,-42-22 601 0 0,41 21-591 0 0,0-1 0 0 0,1 0 0 0 0,-1 0 1 0 0,1 0-1 0 0,0 0 0 0 0,-1 0 0 0 0,1-1 0 0 0,0 1 0 0 0,0-1 0 0 0,1 1 1 0 0,-4-6-1 0 0,5 6-25 0 0,-1 0 1 0 0,1 0 0 0 0,-1 1 0 0 0,1-1-1 0 0,0 0 1 0 0,0 1 0 0 0,0-1-1 0 0,0 0 1 0 0,0 0 0 0 0,0 1-1 0 0,0-1 1 0 0,1 0 0 0 0,-1 0 0 0 0,1 1-1 0 0,-1-1 1 0 0,1 0 0 0 0,-1 1-1 0 0,1-1 1 0 0,0 1 0 0 0,0-1-1 0 0,0 1 1 0 0,0-1 0 0 0,2-1 0 0 0,2-3-14 0 0,1-1 0 0 0,1 1 0 0 0,9-7 1 0 0,-6 5-11 0 0,70-56 70 0 0,-43 35 12 0 0,50-48 0 0 0,-78 68-51 0 0,0-1-1 0 0,0 0 1 0 0,-1-1-1 0 0,0 0 1 0 0,-1-1 0 0 0,0 1-1 0 0,-1-1 1 0 0,-1 0-1 0 0,8-23 1 0 0,-12 32-8 0 0,0-1 0 0 0,0 0 1 0 0,0 0-1 0 0,0 0 0 0 0,-1 0 0 0 0,0 0 1 0 0,0 0-1 0 0,0 1 0 0 0,0-1 1 0 0,0 0-1 0 0,-1 0 0 0 0,1 0 0 0 0,-1 0 1 0 0,0 0-1 0 0,-1 1 0 0 0,1-1 1 0 0,-1 0-1 0 0,1 1 0 0 0,-1-1 0 0 0,0 1 1 0 0,0 0-1 0 0,-1-1 0 0 0,1 1 1 0 0,-1 0-1 0 0,1 0 0 0 0,-1 1 0 0 0,0-1 1 0 0,0 1-1 0 0,0-1 0 0 0,0 1 1 0 0,-1 0-1 0 0,1 0 0 0 0,-1 0 0 0 0,1 1 1 0 0,-6-3-1 0 0,-4 0-414 0 0,1 1-1 0 0,-1 0 1 0 0,0 0-1 0 0,0 1 1 0 0,-1 1-1 0 0,1 0 1 0 0,0 1-1 0 0,0 1 1 0 0,-17 2-1 0 0,9 1-2566 0 0,-38 12 0 0 0,25-5-2144 0 0,19-6 1658 0 0,-14 5-5616 0 0</inkml:trace>
</inkml:ink>
</file>

<file path=ppt/ink/ink1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8:00.6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 11 756 0 0,'-3'-1'2215'0'0,"-45"-2"14617"0"0,50 4-16769 0 0,1 0-1 0 0,0-1 0 0 0,0 1 1 0 0,0-1-1 0 0,-1 1 1 0 0,1-1-1 0 0,0 0 0 0 0,0 0 1 0 0,0 0-1 0 0,4-1 1 0 0,11 0 103 0 0,109-3 209 0 0,-60 1-2534 0 0,-4 2-4835 0 0,-41 3-2480 0 0</inkml:trace>
</inkml:ink>
</file>

<file path=ppt/ink/ink1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8:00.8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154 1 1796 0 0,'-137'62'16216'0'0,"136"-61"-16036"0"0,0-1 0 0 0,0 0-1 0 0,0 1 1 0 0,0-1-1 0 0,0 1 1 0 0,0 0 0 0 0,0-1-1 0 0,0 1 1 0 0,0 0-1 0 0,1-1 1 0 0,-1 1 0 0 0,0 0-1 0 0,0 0 1 0 0,1 0 0 0 0,-1 0-1 0 0,0 0 1 0 0,0 1-1 0 0,1-1-131 0 0,1-1-1 0 0,-1 0 0 0 0,1 1 0 0 0,-1-1 1 0 0,1 0-1 0 0,-1 1 0 0 0,1-1 1 0 0,-1 0-1 0 0,1 1 0 0 0,-1-1 0 0 0,1 0 1 0 0,0 0-1 0 0,-1 0 0 0 0,1 0 0 0 0,-1 0 1 0 0,1 1-1 0 0,0-1 0 0 0,-1 0 1 0 0,1 0-1 0 0,-1 0 0 0 0,1-1 0 0 0,0 1 1 0 0,55-5-44 0 0,-49 4 236 0 0,270-30-1540 0 0,-133 16-2882 0 0,-1-2-4176 0 0,-93 11 2025 0 0</inkml:trace>
</inkml:ink>
</file>

<file path=ppt/ink/ink1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8:03.4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1 155 476 0 0,'2'-11'9834'0'0,"-1"7"-8784"0"0,0 0 1 0 0,0 0-1 0 0,0 0 0 0 0,0 0 0 0 0,1 1 0 0 0,0-1 1 0 0,0 0-1 0 0,2-3 0 0 0,1 1-621 0 0,0 0 1 0 0,1 0 0 0 0,-1 1-1 0 0,1-1 1 0 0,0 1-1 0 0,10-6 1 0 0,1 1-666 0 0,0 0 1 0 0,1 1-1 0 0,30-10 1 0 0,-38 16 239 0 0,1 0 1 0 0,0 1 0 0 0,1 0-1 0 0,-1 0 1 0 0,0 1 0 0 0,0 1 0 0 0,1 0-1 0 0,-1 1 1 0 0,17 2 0 0 0,-23-2-2 0 0,0 0 0 0 0,1 0 0 0 0,-1 1 1 0 0,0-1-1 0 0,0 1 0 0 0,0 0 0 0 0,0 1 1 0 0,0-1-1 0 0,-1 1 0 0 0,1 0 0 0 0,-1 0 0 0 0,1 0 1 0 0,-1 1-1 0 0,0-1 0 0 0,0 1 0 0 0,-1 0 1 0 0,1 0-1 0 0,-1 1 0 0 0,0-1 0 0 0,0 1 0 0 0,4 7 1 0 0,-6-8 1 0 0,0 1 0 0 0,0-1 0 0 0,0 0 0 0 0,-1 1 0 0 0,1-1 1 0 0,-1 0-1 0 0,0 1 0 0 0,-1-1 0 0 0,1 1 0 0 0,-1-1 0 0 0,0 0 0 0 0,0 1 0 0 0,0-1 1 0 0,0 0-1 0 0,-1 0 0 0 0,-3 8 0 0 0,-4 4 78 0 0,-1 1-1 0 0,-19 24 1 0 0,8-13 214 0 0,0 1 1415 0 0,21-28-1563 0 0,16 1-120 0 0,0 1 0 0 0,1 0 0 0 0,-1 1 1 0 0,17 7-1 0 0,-18-6-25 0 0,0 1 3 0 0,1 0 0 0 0,-1 1 1 0 0,0 1-1 0 0,0 1 0 0 0,-1 0 0 0 0,0 0 0 0 0,-1 1 0 0 0,0 1 0 0 0,-1 1 0 0 0,0-1 0 0 0,15 21 1 0 0,-24-28 16 0 0,-1-1 0 0 0,1 1 1 0 0,-1 0-1 0 0,0 0 1 0 0,0 0-1 0 0,0 0 1 0 0,-1 0-1 0 0,0 0 0 0 0,1 0 1 0 0,-2 1-1 0 0,1-1 1 0 0,0 0-1 0 0,-1 1 0 0 0,0-1 1 0 0,0 1-1 0 0,0-1 1 0 0,0 0-1 0 0,-1 1 1 0 0,0-1-1 0 0,0 0 0 0 0,0 1 1 0 0,0-1-1 0 0,0 0 1 0 0,-1 0-1 0 0,0 0 1 0 0,-3 5-1 0 0,1-3 15 0 0,-1 0 1 0 0,0 0-1 0 0,0 0 1 0 0,0-1-1 0 0,-1 1 1 0 0,0-1-1 0 0,0-1 1 0 0,0 1-1 0 0,-1-1 1 0 0,1 0-1 0 0,-1-1 1 0 0,0 1-1 0 0,0-1 1 0 0,-11 3-1 0 0,-4-1 6 0 0,-1-1 0 0 0,0-1 0 0 0,0-1-1 0 0,-42-1 1 0 0,2-6-2905 0 0,60 5 1763 0 0,2 0 760 0 0,0 0 0 0 0,-1 0 0 0 0,1-1 0 0 0,-1 1 0 0 0,1 0 0 0 0,0-1 0 0 0,-1 1 0 0 0,1-1 0 0 0,0 1 0 0 0,-1-1 0 0 0,1 0 0 0 0,-1 0 0 0 0</inkml:trace>
</inkml:ink>
</file>

<file path=ppt/ink/ink1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8:04.6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148 115 2228 0 0,'10'-15'4396'0'0,"-1"0"0"0"0,10-22-1 0 0,5-9 2169 0 0,-23 45-6299 0 0,-7 13 330 0 0,0 0 0 0 0,-1-1 0 0 0,-11 15 0 0 0,-12 20 86 0 0,2 3-417 0 0,3 1 0 0 0,-33 90 0 0 0,50-117-236 0 0,1 1 1 0 0,2 0 0 0 0,0 0-1 0 0,1 0 1 0 0,2 1-1 0 0,0-1 1 0 0,2 1-1 0 0,4 41 1 0 0,-3-59 0 0 0,1-1 1 0 0,-1 1-1 0 0,1-1 1 0 0,0 1-1 0 0,0-1 1 0 0,1 0-1 0 0,0 0 1 0 0,0 0-1 0 0,1 0 1 0 0,-1-1-1 0 0,1 1 1 0 0,0-1-1 0 0,1 0 1 0 0,-1 0-1 0 0,9 7 1 0 0,-8-9-9 0 0,0 0 0 0 0,-1 0 0 0 0,1 0 0 0 0,1-1 0 0 0,-1 1 0 0 0,0-1 0 0 0,0-1 0 0 0,1 1 0 0 0,-1-1 1 0 0,1 0-1 0 0,-1 0 0 0 0,1-1 0 0 0,-1 1 0 0 0,1-1 0 0 0,0 0 0 0 0,-1-1 0 0 0,1 1 0 0 0,-1-1 0 0 0,7-2 0 0 0,-3 0 1 0 0,-1 0 1 0 0,1 0-1 0 0,0-1 0 0 0,-1 0 1 0 0,0 0-1 0 0,0-1 0 0 0,14-11 1 0 0,-18 13-10 0 0,0-1 1 0 0,0 0-1 0 0,0 0 1 0 0,0 0-1 0 0,0 0 1 0 0,-1-1-1 0 0,0 0 1 0 0,0 1-1 0 0,0-1 1 0 0,-1 0-1 0 0,1 0 1 0 0,-1-1-1 0 0,0 1 1 0 0,1-6 0 0 0,-3 8-14 0 0,1 0 1 0 0,-1-1-1 0 0,0 1 1 0 0,0 0-1 0 0,0 0 1 0 0,0 0-1 0 0,0 0 1 0 0,-1 0 0 0 0,1 0-1 0 0,-1-1 1 0 0,0 1-1 0 0,0 0 1 0 0,0 1-1 0 0,0-1 1 0 0,-1 0-1 0 0,1 0 1 0 0,-1 0 0 0 0,1 1-1 0 0,-1-1 1 0 0,0 1-1 0 0,0-1 1 0 0,0 1-1 0 0,-1 0 1 0 0,1 0-1 0 0,0 0 1 0 0,-1 0 0 0 0,0 0-1 0 0,1 0 1 0 0,-1 1-1 0 0,0 0 1 0 0,-3-2-1 0 0,-4-1-2 0 0,0 1 0 0 0,0 0 0 0 0,0 1 0 0 0,0 0 0 0 0,0 1 0 0 0,-1 0 0 0 0,-10 0 0 0 0,10 2-220 0 0,1-1 0 0 0,0 2 0 0 0,-11 2 0 0 0,-6 4-3113 0 0</inkml:trace>
</inkml:ink>
</file>

<file path=ppt/ink/ink1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8:05.0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 78 1728 0 0,'-34'-22'19489'0'0,"36"21"-19346"0"0,0 0 0 0 0,0 0 0 0 0,0 0 0 0 0,-1 0-1 0 0,1 1 1 0 0,0-1 0 0 0,1 1 0 0 0,-1-1 0 0 0,2 1 0 0 0,0-1-34 0 0,15-1 247 0 0,51-4 431 0 0,110-23 1 0 0,-178 28-1006 0 0,30-8-9135 0 0</inkml:trace>
</inkml:ink>
</file>

<file path=ppt/ink/ink1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8:05.8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205 59 2524 0 0,'56'-56'16604'0'0,"-80"68"-14742"0"0,-18 15-1835 0 0,7 3 11 0 0,2 1 0 0 0,0 1 1 0 0,-31 43-1 0 0,57-66 36 0 0,0 1 0 0 0,-8 17 1 0 0,15-27-63 0 0,0 1 1 0 0,0-1-1 0 0,-1 1 1 0 0,1-1-1 0 0,0 1 1 0 0,0 0 0 0 0,0-1-1 0 0,0 1 1 0 0,0-1-1 0 0,0 1 1 0 0,1-1-1 0 0,-1 1 1 0 0,0-1 0 0 0,0 1-1 0 0,0-1 1 0 0,0 1-1 0 0,1 0 1 0 0,-1-1-1 0 0,0 0 1 0 0,0 1 0 0 0,1-1-1 0 0,-1 1 1 0 0,0-1-1 0 0,1 1 1 0 0,-1-1-1 0 0,1 0 1 0 0,-1 1 0 0 0,1-1-1 0 0,-1 0 1 0 0,0 1-1 0 0,1-1 1 0 0,0 1-1 0 0,17 8 123 0 0,-15-8-89 0 0,5 3 4 0 0,0-1-1 0 0,1 0 1 0 0,-1 0-1 0 0,1-1 1 0 0,15 3-1 0 0,10 3 13 0 0,110 43-3 0 0,-125-43-53 0 0,-1 1-1 0 0,0 1 1 0 0,0 1 0 0 0,-1 0-1 0 0,22 20 1 0 0,-36-29 89 0 0,0 1-1 0 0,0 1 1 0 0,0-1-1 0 0,0 0 1 0 0,0 1-1 0 0,0 0 1 0 0,-1-1-1 0 0,0 1 1 0 0,0 0-1 0 0,0 0 1 0 0,0 1-1 0 0,-1-1 1 0 0,1 0-1 0 0,-1 0 1 0 0,0 1-1 0 0,0-1 1 0 0,-1 1-1 0 0,1 7 1 0 0,-2-8 52 0 0,0 0 1 0 0,1-1 0 0 0,-1 1 0 0 0,0 0 0 0 0,-1 0-1 0 0,1-1 1 0 0,-1 1 0 0 0,0-1 0 0 0,0 1 0 0 0,0-1-1 0 0,0 0 1 0 0,0 0 0 0 0,-1 0 0 0 0,1 0 0 0 0,-1 0-1 0 0,0 0 1 0 0,0-1 0 0 0,0 1 0 0 0,0-1 0 0 0,-1 0-1 0 0,-3 2 1 0 0,-3 1-22 0 0,0 0-1 0 0,0-1 0 0 0,0-1 1 0 0,-1 0-1 0 0,1 0 1 0 0,-1-1-1 0 0,0 0 0 0 0,1-1 1 0 0,-14 0-1 0 0,1-1-13 0 0,0-1 1 0 0,1-1-1 0 0,-32-7 0 0 0,50 8-84 0 0,-1 0 1 0 0,1-1-1 0 0,0 1 0 0 0,0-1 0 0 0,0 0 1 0 0,0 0-1 0 0,0 0 0 0 0,0-1 1 0 0,1 1-1 0 0,-1-1 0 0 0,1 0 0 0 0,0 0 1 0 0,-5-6-1 0 0,7 7-17 0 0,0 0-1 0 0,0 0 1 0 0,1 0-1 0 0,0 0 1 0 0,-1 0-1 0 0,1 0 1 0 0,0 0-1 0 0,0 0 1 0 0,0-1-1 0 0,0 1 1 0 0,0 0-1 0 0,0 0 1 0 0,1 0-1 0 0,-1 0 1 0 0,1 0 0 0 0,1-3-1 0 0,14-30 38 0 0,17-16-50 0 0,2 2 1 0 0,55-61 0 0 0,32-42 23 0 0,-120 149-29 0 0,1-1-1 0 0,-1 1 0 0 0,0-1 0 0 0,0 0 1 0 0,0 0-1 0 0,-1 0 0 0 0,0 0 0 0 0,1 0 1 0 0,-1 0-1 0 0,0 0 0 0 0,-1 0 0 0 0,1-7 1 0 0,-1 8-16 0 0,0 1 0 0 0,-1 0 0 0 0,1-1 0 0 0,-1 1 0 0 0,0-1 0 0 0,0 1 0 0 0,0 0 0 0 0,0 0 0 0 0,0-1 0 0 0,0 1 0 0 0,0 0 0 0 0,-1 0 0 0 0,1 0 0 0 0,-1 0 0 0 0,0 1 0 0 0,1-1 0 0 0,-1 0 0 0 0,0 1 0 0 0,0-1 1 0 0,0 1-1 0 0,0-1 0 0 0,-4-1 0 0 0,-6-3-157 0 0,0 1 1 0 0,-1 1-1 0 0,1-1 1 0 0,-1 2-1 0 0,0 0 1 0 0,0 0 0 0 0,-24-1-1 0 0,23 4-882 0 0,-1 0 0 0 0,1 0-1 0 0,-27 5 1 0 0,36-4 555 0 0,1 0-1 0 0,-1 1 1 0 0,1-1 0 0 0,0 1-1 0 0,0 0 1 0 0,0 0 0 0 0,0 0-1 0 0,-4 3 1 0 0,6-4-89 0 0,0 1 1 0 0,1-1-1 0 0,-1 1 1 0 0,1 0-1 0 0,-1-1 0 0 0,1 1 1 0 0,-1 0-1 0 0,1 0 1 0 0,0 0-1 0 0,-1 3 0 0 0</inkml:trace>
</inkml:ink>
</file>

<file path=ppt/ink/ink1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8:06.0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0 712 0 0,'29'0'19565'0'0,"-14"3"-18711"0"0,14 2-488 0 0,0-1-1 0 0,1-1 1 0 0,40-1-1 0 0,-1-3-2096 0 0,-11 1-4016 0 0</inkml:trace>
</inkml:ink>
</file>

<file path=ppt/ink/ink1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8:06.2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103 1 2596 0 0,'-91'58'16339'0'0,"90"-58"-16199"0"0,0 1-1 0 0,1-1 1 0 0,-1 0 0 0 0,0 1-1 0 0,1-1 1 0 0,-1 0-1 0 0,1 1 1 0 0,-1-1 0 0 0,0 1-1 0 0,1-1 1 0 0,-1 1 0 0 0,1-1-1 0 0,-1 1 1 0 0,1-1-1 0 0,0 1 1 0 0,-1-1 0 0 0,1 1-1 0 0,0 0 1 0 0,-1-1 0 0 0,1 1-1 0 0,0 0 1 0 0,0-1-1 0 0,-1 2 1 0 0,1-1-64 0 0,1-1-1 0 0,-1 1 1 0 0,0-1-1 0 0,1 1 1 0 0,-1-1-1 0 0,0 1 1 0 0,1-1-1 0 0,-1 1 1 0 0,0-1-1 0 0,1 1 1 0 0,-1-1-1 0 0,1 1 1 0 0,-1-1-1 0 0,1 0 1 0 0,-1 1-1 0 0,1-1 1 0 0,-1 0-1 0 0,1 1 1 0 0,0-1-1 0 0,0 0 1 0 0,31 8 866 0 0,30-4-328 0 0,97-5-1 0 0,-13-14-4628 0 0,-79 1-1331 0 0,-25 1-1793 0 0,-16 1 2 0 0</inkml:trace>
</inkml:ink>
</file>

<file path=ppt/ink/ink1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8:06.6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32 104 1288 0 0,'-6'-18'6355'0'0,"1"1"-1"0"0,1-1 1 0 0,-3-24-1 0 0,7 40-5602 0 0,-1-5 1572 0 0,0 20-1736 0 0,1 0-1 0 0,0 0 1 0 0,3 24-1 0 0,1 13 8 0 0,-1 161-545 0 0,-1 60-60 0 0,-2-106-2212 0 0,2-52-5731 0 0,-23 210 0 0 0</inkml:trace>
</inkml:ink>
</file>

<file path=ppt/ink/ink1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8:03.8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 43 496 0 0,'-17'10'21186'0'0,"18"-9"-21042"0"0,10 2 1025 0 0,16 0-1668 0 0,-17-4 441 0 0,99-12-35 0 0,-58-1-2553 0 0,-42 11 932 0 0,-1-1 1 0 0,0 0-1 0 0,13-9 1 0 0,-11 5-2499 0 0</inkml:trace>
</inkml:ink>
</file>

<file path=ppt/ink/ink1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8:04.1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63 37 3348 0 0,'-43'-31'15144'0'0,"40"29"-14358"0"0,3 2-744 0 0,-1 0 1 0 0,1-1-1 0 0,0 1 0 0 0,0 0 1 0 0,0 0-1 0 0,-1-1 1 0 0,1 1-1 0 0,0 0 1 0 0,0 0-1 0 0,-1 0 1 0 0,1-1-1 0 0,0 1 1 0 0,-1 0-1 0 0,1 0 0 0 0,0 0 1 0 0,-1 0-1 0 0,1 0 1 0 0,0-1-1 0 0,-1 1 1 0 0,1 0-1 0 0,0 0 1 0 0,-1 0-1 0 0,1 0 1 0 0,0 0-1 0 0,-1 0 0 0 0,0 0 1 0 0,1 1 1 0 0,-1 0 0 0 0,1-1 0 0 0,-1 1 0 0 0,0-1 0 0 0,1 1 0 0 0,-1 0 0 0 0,1 0 0 0 0,-1-1 0 0 0,1 1 0 0 0,0 0 0 0 0,-1 0 0 0 0,1 0 0 0 0,0-1 0 0 0,-1 1 0 0 0,1 0 0 0 0,0 0 0 0 0,0 0 0 0 0,0 0 0 0 0,0 0 0 0 0,0-1 0 0 0,0 1 0 0 0,0 0 0 0 0,0 0 0 0 0,0 1 0 0 0,6 29 1464 0 0,-3-12-828 0 0,7 42 782 0 0,3 37-401 0 0,-12-67-1072 0 0,4 56 429 0 0,-3-77-1034 0 0,0 0 0 0 0,0 1 0 0 0,1-1 0 0 0,0 0 0 0 0,1-1 0 0 0,5 12 0 0 0,-8-18 71 0 0,1-1 0 0 0,0 1 0 0 0,0-1-1 0 0,0 1 1 0 0,0-1 0 0 0,0 0 0 0 0,4 3 0 0 0,12 4-6838 0 0</inkml:trace>
</inkml:ink>
</file>

<file path=ppt/ink/ink1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8:07.6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8 1500 0 0,'-2'25'20580'0'0,"3"-22"-21195"0"0,8 0 705 0 0,0-1 1 0 0,0 0 0 0 0,0 0 0 0 0,0-1 0 0 0,1-1-1 0 0,-1 1 1 0 0,0-1 0 0 0,14-2 0 0 0,-6 1-67 0 0,223-27 335 0 0,-197 21-273 0 0,-41 6-95 0 0,12-1-16 0 0,-10 1 445 0 0,13-4-4097 0 0</inkml:trace>
</inkml:ink>
</file>

<file path=ppt/ink/ink1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8:08.1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59 372 0 0,'-6'-58'26703'0'0,"7"72"-26197"0"0,35 213 1553 0 0,-7 122-1164 0 0,-20-244 328 0 0,-8-103-1064 0 0,-1-1-215 0 0,0-1 1 0 0,0 1-1 0 0,0 0 1 0 0,1-1-1 0 0,-1 1 0 0 0,0-1 1 0 0,0 1-1 0 0,0-1 1 0 0,0 1-1 0 0,0 0 1 0 0,0-1-1 0 0,0 1 0 0 0,0-1 1 0 0,0 1-1 0 0,0 0 1 0 0,-1-1-1 0 0,1 1 1 0 0,0-1-1 0 0,0 1 0 0 0,0-1 1 0 0,-1 1-1 0 0,1-1 1 0 0,0 1-1 0 0,-1-1 1 0 0,1 1-1 0 0,0-1 0 0 0,-1 1 1 0 0,-17-17-7455 0 0</inkml:trace>
</inkml:ink>
</file>

<file path=ppt/ink/ink1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8:19.4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11 356 0 0,'0'0'728'0'0,"12"-5"220"0"0,0 0-2108 0 0</inkml:trace>
</inkml:ink>
</file>

<file path=ppt/ink/ink1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8:35.3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124 146 348 0 0,'0'0'1165'0'0,"3"-12"2104"0"0,9-45 2765 0 0,-11 55-5357 0 0,0-6 92 0 0,0-1 2004 0 0,-4 16-1639 0 0,-19 102 797 0 0,12-50-1417 0 0,-21 85 216 0 0,-9 48-260 0 0,7 21-166 0 0,30-197 492 0 0,7-36-627 0 0,4-25-98 0 0,44-216 26 0 0,35-144-89 0 0,-84 394-12 0 0,-2 7-3 0 0,0 0 0 0 0,0-1 0 0 0,0 1 0 0 0,0 0 0 0 0,1 0 0 0 0,0 0 0 0 0,0 0 0 0 0,0 1 0 0 0,0-1 0 0 0,1 0 0 0 0,-1 1 0 0 0,4-4 0 0 0,-5 7 6 0 0,0-1-1 0 0,0 1 1 0 0,0 0-1 0 0,0 0 1 0 0,-1 0 0 0 0,1 0-1 0 0,0 0 1 0 0,0 0-1 0 0,0 0 1 0 0,0 0-1 0 0,0 0 1 0 0,0 0 0 0 0,-1 0-1 0 0,1 1 1 0 0,0-1-1 0 0,0 0 1 0 0,0 0 0 0 0,-1 1-1 0 0,1-1 1 0 0,0 1-1 0 0,0-1 1 0 0,-1 1 0 0 0,1-1-1 0 0,0 1 1 0 0,-1-1-1 0 0,1 1 1 0 0,0 0 0 0 0,-1-1-1 0 0,2 3 1 0 0,16 19-30 0 0,-7-2 64 0 0,-1 0-1 0 0,0 1 1 0 0,-2 0 0 0 0,0 1 0 0 0,4 25 0 0 0,17 116 721 0 0,-16-81-363 0 0,33 213 411 0 0,-46-293-838 0 0,5 5 48 0 0</inkml:trace>
</inkml:ink>
</file>

<file path=ppt/ink/ink1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8:35.5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117 24 1060 0 0,'-106'5'13975'0'0,"103"-5"-13347"0"0,0 0-92 0 0,-1-2 1275 0 0,21-1-1168 0 0,41-7-643 0 0,-46 8 193 0 0,30-3-220 0 0,56-1-1 0 0,-53 6-3119 0 0,-2 2-4523 0 0</inkml:trace>
</inkml:ink>
</file>

<file path=ppt/ink/ink1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8:35.9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60 2176 0 0,'0'-10'7199'0'0,"13"-39"9338"0"0,-8 54-15169 0 0,-3 1-1156 0 0,0 1-1 0 0,0-1 1 0 0,-1 1 0 0 0,0 0-1 0 0,0-1 1 0 0,0 1 0 0 0,-1 0-1 0 0,-1 10 1 0 0,1-9-23 0 0,-3 103 554 0 0,0 3-961 0 0,5-39-3773 0 0,-1-73 3222 0 0,-1 0 0 0 0,0 0 0 0 0,1 0 0 0 0,-1 0 0 0 0,1 0 0 0 0,0 0 0 0 0,0 0 0 0 0,-1 0 0 0 0,1 0 0 0 0,1 0 0 0 0,1 3 0 0 0</inkml:trace>
</inkml:ink>
</file>

<file path=ppt/ink/ink1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8:36.1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55 2648 0 0,'16'-54'21569'0'0,"-12"62"-20662"0"0,-1 1 0 0 0,0 0 0 0 0,0-1 0 0 0,-1 1-1 0 0,-1 0 1 0 0,2 16 0 0 0,-2 61 251 0 0,-1-30-563 0 0,0-26-520 0 0,6 66-543 0 0,-4-83-1352 0 0,0 0 0 0 0,8 22-1 0 0,-5-22-1074 0 0</inkml:trace>
</inkml:ink>
</file>

<file path=ppt/ink/ink1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8:38.9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12 60 0 0,'-6'8'17675'0'0,"6"-8"-17548"0"0,-1 1 0 0 0,1-1 0 0 0,-1 1 0 0 0,1 0 0 0 0,0-1 0 0 0,-1 1 0 0 0,1 0 0 0 0,0-1 0 0 0,-1 1 0 0 0,1 0 0 0 0,0-1 0 0 0,0 1 0 0 0,0 0 0 0 0,0 0 0 0 0,-1-1 0 0 0,1 1 0 0 0,0 0 0 0 0,0-1 0 0 0,1 1 0 0 0,-1 0 0 0 0,0 0 0 0 0,0-1 0 0 0,0 1 0 0 0,0 0 0 0 0,1-1 0 0 0,-1 1 0 0 0,0 0 0 0 0,0-1 0 0 0,1 2 0 0 0,0-1-46 0 0,30 4 56 0 0,-28-5-99 0 0,1 0 10 0 0,44-3-58 0 0,1-2-1 0 0,54-13 1 0 0,-37 6-3911 0 0,-3 3-5355 0 0</inkml:trace>
</inkml:ink>
</file>

<file path=ppt/ink/ink1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8:39.3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80 101 2028 0 0,'-3'1'2356'0'0,"-40"17"10750"0"0,40-17-12569 0 0,1 0-1 0 0,-1 0 0 0 0,1 1 0 0 0,0-1 1 0 0,-1 0-1 0 0,1 1 0 0 0,0 0 1 0 0,0 0-1 0 0,-3 2 0 0 0,-3 3 677 0 0,28-10-1149 0 0,0 0 1 0 0,0-1 0 0 0,-1-1-1 0 0,0-1 1 0 0,34-15 0 0 0,4-1-8 0 0,7 2-238 0 0,39-14-293 0 0,-38 8-5942 0 0</inkml:trace>
</inkml:ink>
</file>

<file path=ppt/ink/ink1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8:57.1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 36 1080 0 0,'-2'-10'5512'0'0,"-2"-16"5326"0"0,1 36-9924 0 0,-8 112 3127 0 0,2 67-2491 0 0,8-140-1247 0 0,-1 25-273 0 0,-1 27 174 0 0,-3-37-4851 0 0</inkml:trace>
</inkml:ink>
</file>

<file path=ppt/ink/ink1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9:00.4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70 114 1516 0 0,'-2'-6'10822'0'0,"0"19"-10500"0"0,0 1 0 0 0,1-1 0 0 0,0 1 0 0 0,3 25 0 0 0,-1 12 281 0 0,-27 277 2980 0 0,22-285-3275 0 0,-5 27 1049 0 0,2-23 5161 0 0,-6-75-5448 0 0,10-3-923 0 0,1 0 0 0 0,2 0 0 0 0,1 0 1 0 0,1 0-1 0 0,10-44 0 0 0,5 1-121 0 0,27-77 0 0 0,-31 113-102 0 0,2 0 0 0 0,1 1 0 0 0,1 1-1 0 0,24-34 1 0 0,-39 67 64 0 0,0 0 1 0 0,0 0-1 0 0,0 0 0 0 0,1 0 0 0 0,0 1 0 0 0,-1-1 1 0 0,1 1-1 0 0,0-1 0 0 0,0 1 0 0 0,0 0 0 0 0,0 1 1 0 0,1-1-1 0 0,3-1 0 0 0,-5 2 9 0 0,0 1-1 0 0,0-1 1 0 0,1 1 0 0 0,-1 0-1 0 0,0-1 1 0 0,0 1-1 0 0,1 1 1 0 0,-1-1 0 0 0,0 0-1 0 0,0 0 1 0 0,0 1 0 0 0,0-1-1 0 0,1 1 1 0 0,-1 0 0 0 0,0 0-1 0 0,0-1 1 0 0,0 1-1 0 0,0 1 1 0 0,0-1 0 0 0,-1 0-1 0 0,1 0 1 0 0,0 1 0 0 0,1 1-1 0 0,4 4-10 0 0,0 0-1 0 0,-1 0 1 0 0,0 1-1 0 0,0 0 1 0 0,-1 0-1 0 0,0 1 1 0 0,-1 0 0 0 0,0-1-1 0 0,6 19 1 0 0,0 8 1 0 0,7 49 1 0 0,-7-33 9 0 0,17 105-48 0 0,2 10-192 0 0,-25-148 207 0 0,-1-3 11 0 0,1 1 1 0 0,-2 0-1 0 0,1 22 0 0 0</inkml:trace>
</inkml:ink>
</file>

<file path=ppt/ink/ink1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9:00.6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65 82 816 0 0,'-2'0'2418'0'0,"-45"-4"9329"0"0,32 1-9051 0 0,18 0-2625 0 0,1 0 0 0 0,0 1 0 0 0,0-1 0 0 0,0 1 0 0 0,1 0 0 0 0,-1 0 0 0 0,0 0 0 0 0,9-2 0 0 0,44-9 73 0 0,-27 7-87 0 0,19-5-890 0 0,95-6-1 0 0,-13 13-8931 0 0,-106 5 5084 0 0</inkml:trace>
</inkml:ink>
</file>

<file path=ppt/ink/ink1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9:01.0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 28 16 0 0,'-27'-27'22062'0'0,"23"60"-21423"0"0,7 6 599 0 0,-3 45 1 0 0,-1-36-931 0 0,0 52 161 0 0,1-66-36 0 0,1-20-4142 0 0,20-38-5255 0 0,-13 13 4380 0 0</inkml:trace>
</inkml:ink>
</file>

<file path=ppt/ink/ink1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9:01.5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99 2684 0 0,'0'-10'5938'0'0,"0"1"-3535"0"0,2-28 5156 0 0,-2 36-7466 0 0,0-1 0 0 0,1 1 1 0 0,-1-1-1 0 0,1 1 0 0 0,-1-1 1 0 0,1 1-1 0 0,0-1 0 0 0,-1 1 1 0 0,1 0-1 0 0,0-1 0 0 0,0 1 1 0 0,0 0-1 0 0,0-1 0 0 0,0 1 1 0 0,0 0-1 0 0,0 0 0 0 0,0 0 1 0 0,1 0-1 0 0,-1 0 1 0 0,3-1-1 0 0,8-3 27 0 0,-10 3-113 0 0,1 1 1 0 0,-1 0-1 0 0,1 0 0 0 0,-1 0 0 0 0,1 0 1 0 0,0 0-1 0 0,-1 1 0 0 0,1-1 0 0 0,0 1 1 0 0,-1 0-1 0 0,1 0 0 0 0,0 0 1 0 0,0 0-1 0 0,-1 0 0 0 0,1 1 0 0 0,0-1 1 0 0,0 1-1 0 0,-1-1 0 0 0,1 1 0 0 0,-1 0 1 0 0,1 0-1 0 0,3 3 0 0 0,-2-2-9 0 0,0 0-1 0 0,0 0 1 0 0,-1 0-1 0 0,1 1 1 0 0,-1-1-1 0 0,0 1 1 0 0,1 0-1 0 0,-1 0 0 0 0,-1 1 1 0 0,1-1-1 0 0,0 0 1 0 0,-1 1-1 0 0,0 0 1 0 0,0-1-1 0 0,0 1 1 0 0,0 0-1 0 0,0 0 1 0 0,-1 0-1 0 0,0 0 1 0 0,0 1-1 0 0,0-1 1 0 0,0 0-1 0 0,0 7 1 0 0,0 6 2 0 0,-1-1 0 0 0,0 1 0 0 0,-1-1 1 0 0,-6 31-1 0 0,0-17 295 0 0,-2 0 0 0 0,-17 38 0 0 0,1-2 4436 0 0,24-64-4361 0 0,-1 3 25 0 0,2-4-332 0 0,-1 0 1 0 0,1 0-1 0 0,-1 0 0 0 0,1 0 0 0 0,0 0 0 0 0,-1 1 0 0 0,1-1 1 0 0,0 0-1 0 0,0 0 0 0 0,0 0 0 0 0,0 1 0 0 0,0-1 1 0 0,0 0-1 0 0,0 0 0 0 0,0 0 0 0 0,1 0 0 0 0,0 2 1 0 0,2-2-42 0 0,1 0 1 0 0,-1-1 0 0 0,1 0 0 0 0,-1 0 0 0 0,0 0-1 0 0,1 0 1 0 0,6-2 0 0 0,-10 2-22 0 0,72-14 94 0 0,30-4-53 0 0,-74 13-45 0 0,-25 5 25 0 0,24-8-2545 0 0,17-6-14671 0 0</inkml:trace>
</inkml:ink>
</file>

<file path=ppt/ink/ink1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9:01.8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59 49 1668 0 0,'-14'-6'5999'0'0,"-23"-13"6759"0"0,30 17-10556 0 0,129-10-2277 0 0,-39 2-6459 0 0,-63 12-322 0 0</inkml:trace>
</inkml:ink>
</file>

<file path=ppt/ink/ink1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9:02.0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57 4 1508 0 0,'-50'44'12345'0'0,"49"-43"-11832"0"0,0 0-463 0 0,1-1 0 0 0,0 0 1 0 0,-1 0-1 0 0,1 1 0 0 0,0-1 0 0 0,-1 0 1 0 0,1 0-1 0 0,0 1 0 0 0,-1-1 0 0 0,1 0 0 0 0,0 1 1 0 0,0-1-1 0 0,0 0 0 0 0,-1 1 0 0 0,1-1 1 0 0,0 1-1 0 0,0-1 0 0 0,0 0 0 0 0,0 1 0 0 0,-1-1 1 0 0,1 1-1 0 0,0-1 0 0 0,0 0 0 0 0,0 1 1 0 0,0-1-1 0 0,0 1 0 0 0,0-1 0 0 0,0 1 0 0 0,0-1 1 0 0,1 0-1 0 0,-1 1 0 0 0,0-1 0 0 0,0 1 1 0 0,0-1-1 0 0,0 0 0 0 0,1 1 0 0 0,-1 1 138 0 0,4-2-32 0 0,22-2 2 0 0,-1-2 0 0 0,1 0 0 0 0,26-9 0 0 0,20-3-1197 0 0,-51 12 294 0 0,59-12-7315 0 0,-58 10 3108 0 0</inkml:trace>
</inkml:ink>
</file>

<file path=ppt/ink/ink1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9:06.8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9 1228 0 0,'1'-8'19795'0'0,"3"10"-19769"0"0,-1 1 0 0 0,1-1-1 0 0,0 0 1 0 0,-1 0 0 0 0,1-1-1 0 0,0 1 1 0 0,0-1 0 0 0,1 1-1 0 0,-1-1 1 0 0,0-1 0 0 0,7 2-1 0 0,54 3 180 0 0,-14-5-156 0 0,-22 0-37 0 0,-13-5 78 0 0</inkml:trace>
</inkml:ink>
</file>

<file path=ppt/ink/ink1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9:16.0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 88 1452 0 0,'-6'4'17616'0'0,"16"-21"-17575"0"0,-5 10-37 0 0,1 0 0 0 0,0 0 0 0 0,13-12 0 0 0,-18 18-5 0 0,0 0 7 0 0,5-4-2 0 0,1-2-9 0 0,-6 5 4 0 0,1 1-1 0 0,-1-1 1 0 0,1 1 0 0 0,-1-1 0 0 0,1 1 0 0 0,0 0 0 0 0,0-1 0 0 0,0 1 0 0 0,0 0-1 0 0,0 0 1 0 0,0 1 0 0 0,0-1 0 0 0,0 0 0 0 0,3 0 0 0 0,17-2 3 0 0,-19 3-8 0 0,0 1-4 0 0,47 13 4 0 0,-42-11 11 0 0,28 17-19 0 0,-33-19 12 0 0,-1 1 0 0 0,1 0-1 0 0,-1 0 1 0 0,1 0 0 0 0,-1 0 0 0 0,0 0 0 0 0,0 1-1 0 0,1-1 1 0 0,-2 1 0 0 0,1-1 0 0 0,0 1 0 0 0,-1 0-1 0 0,1 0 1 0 0,-1 0 0 0 0,2 5 0 0 0,3 6-11 0 0,-3-4 12 0 0,0 2 1 0 0,0 1-1 0 0,-2-10 0 0 0,0 1 0 0 0,-1-1 0 0 0,1 0 0 0 0,-1 1 0 0 0,0-1 0 0 0,0 0-1 0 0,0 1 1 0 0,0-1 0 0 0,0 0 0 0 0,-2 5 0 0 0,1 2-2 0 0,-2 9 1 0 0,-1-1-1 0 0,-1 0 0 0 0,0 0 0 0 0,-1 0 1 0 0,-1-1-1 0 0,-12 21 0 0 0,-63 93-2 0 0,76-121 9 0 0,-15 16 20 0 0,5-8-6 0 0,-48 45 580 0 0,63-61-543 0 0,-5 1 40 0 0,0 0 0 0 0,1 1-1 0 0,-1 0 1 0 0,1 0 0 0 0,-7 7 0 0 0,11-10 78 0 0,-7 20 8734 0 0,8-18-9809 0 0,153 0 1040 0 0,230-6-41 0 0,-284 3-52 0 0,-97 0-34 0 0,1 0-29 0 0,5-1 353 0 0,-1 0 766 0 0</inkml:trace>
</inkml:ink>
</file>

<file path=ppt/ink/ink1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9:18.2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148 290 52 0 0,'-20'-13'1381'0'0,"-6"-16"2647"0"0,17 13-1370 0 0,1 0 3784 0 0,8 16-6437 0 0,-1 0-1 0 0,1 0 0 0 0,-1 0 0 0 0,1 0 0 0 0,0 0 0 0 0,-1 1 1 0 0,1-1-1 0 0,0 0 0 0 0,0 0 0 0 0,-1 1 0 0 0,1-1 1 0 0,0 0-1 0 0,-1 0 0 0 0,1 1 0 0 0,0-1 0 0 0,0 0 1 0 0,0 1-1 0 0,-1-1 0 0 0,1 0 0 0 0,0 1 0 0 0,0-1 0 0 0,0 0 1 0 0,0 1-1 0 0,0-1 0 0 0,0 1 0 0 0,0-1 0 0 0,0 0 1 0 0,-1 1-1 0 0,1-1 0 0 0,0 0 0 0 0,1 1 0 0 0,-1-1 1 0 0,0 1-1 0 0,0-1 0 0 0,0 1 0 0 0,-2 16 57 0 0,2-17-59 0 0,-20 207 2152 0 0,-15 3 836 0 0,35-208-2704 0 0,0 0 0 0 0,0 0 0 0 0,0 0 0 0 0,-1 0 0 0 0,1 0 0 0 0,-1 0 0 0 0,0 0 0 0 0,1 0 0 0 0,-1 0 0 0 0,0 0 0 0 0,-2 2 1 0 0,3-4-255 0 0,0 0 0 0 0,0 0 0 0 0,0 0 0 0 0,0 0 0 0 0,0 0 0 0 0,0 0 0 0 0,0 0 0 0 0,-1 0 0 0 0,1 0 0 0 0,0 0 0 0 0,0 0 0 0 0,0 0 0 0 0,0 0 0 0 0,0 0 0 0 0,0 0 0 0 0,-1 0 0 0 0,1 0 0 0 0,0 0 0 0 0,0 0 0 0 0,0 0 0 0 0,0 0 0 0 0,0 0 0 0 0,-1 0 0 0 0,1 0 0 0 0,0 0 0 0 0,0 0 0 0 0,0 0 0 0 0,0 0 0 0 0,0 0 0 0 0,0 0 0 0 0,0 0 0 0 0,-1 0 0 0 0,1 0 0 0 0,0-1 0 0 0,0 1 0 0 0,0 0 0 0 0,0 0 0 0 0,0 0 0 0 0,0 0 0 0 0,0 0 0 0 0,0 0 0 0 0,0 0 0 0 0,0-1 1 0 0,-1 1-1 0 0,-3-14 210 0 0,2-6-176 0 0,0-1-1 0 0,2 0 1 0 0,0 1-1 0 0,1-1 1 0 0,2 1-1 0 0,5-28 1 0 0,39-120-217 0 0,-35 135 104 0 0,1 1 1 0 0,1 1-1 0 0,2 0 1 0 0,1 1-1 0 0,2 1 0 0 0,0 0 1 0 0,2 2-1 0 0,34-36 1 0 0,-50 59-20 0 0,-1 0 1 0 0,1 0 0 0 0,0 1-1 0 0,0 0 1 0 0,6-3 0 0 0,-9 5 25 0 0,0 1 38 0 0,0-1 1 0 0,0 1-1 0 0,0 0 1 0 0,0 0 0 0 0,-1 0-1 0 0,1 0 1 0 0,0 0 0 0 0,0 0-1 0 0,0 0 1 0 0,0 1-1 0 0,0-1 1 0 0,-1 1 0 0 0,4 1-1 0 0,-2-1 0 0 0,0 1 0 0 0,1 0-1 0 0,-1 1 1 0 0,0-1 0 0 0,-1 0-1 0 0,1 1 1 0 0,0 0 0 0 0,-1-1 0 0 0,1 1-1 0 0,-1 0 1 0 0,0 1 0 0 0,0-1-1 0 0,0 0 1 0 0,2 6 0 0 0,2 5-4 0 0,-1 0 1 0 0,4 18 0 0 0,-8-26 9 0 0,14 64 107 0 0,-4 0 0 0 0,3 122 0 0 0,-8-89-84 0 0,-1-33 211 0 0,-4-69-216 0 0,1 9-3111 0 0,-3-43-9999 0 0</inkml:trace>
</inkml:ink>
</file>

<file path=ppt/ink/ink1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9:18.6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64 95 304 0 0,'-3'0'2651'0'0,"-10"0"1047"0"0,10 0-2250 0 0,2 0-1274 0 0,-34 4 7212 0 0,27-4-4160 0 0,25-3-3953 0 0,229-49 1495 0 0,-187 38-662 0 0,24-5 45 0 0,-81 18-138 0 0,21-5-240 0 0,-14 3-3245 0 0</inkml:trace>
</inkml:ink>
</file>

<file path=ppt/ink/ink1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9:19.1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 14 852 0 0,'-4'-14'18405'0'0,"1"25"-17160"0"0,-3 23-1815 0 0,5-30 1073 0 0,-26 233 1760 0 0,26-207-2095 0 0,-7 73 1954 0 0,8-102-1874 0 0,-2 25 1091 0 0</inkml:trace>
</inkml:ink>
</file>

<file path=ppt/ink/ink1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9:20.0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17 109 2460 0 0,'-14'-25'15337'0'0,"12"16"-13646"0"0,4-4 1365 0 0,8 1-3475 0 0,-1 6 430 0 0,-1 0 0 0 0,0 1 1 0 0,1 0-1 0 0,0 0 0 0 0,0 1 1 0 0,1 0-1 0 0,-1 1 0 0 0,1 0 1 0 0,0 1-1 0 0,0-1 0 0 0,0 2 1 0 0,12-1-1 0 0,-19 2-12 0 0,1 0 0 0 0,-1 0 0 0 0,0 1 0 0 0,1-1-1 0 0,-1 1 1 0 0,0 0 0 0 0,1 0 0 0 0,-1 0 0 0 0,0 1 0 0 0,0-1 0 0 0,0 1 0 0 0,0 0-1 0 0,0-1 1 0 0,-1 1 0 0 0,1 0 0 0 0,0 1 0 0 0,-1-1 0 0 0,0 0 0 0 0,1 1 0 0 0,-1 0-1 0 0,2 2 1 0 0,-3-1 1 0 0,0-1 0 0 0,0 1 0 0 0,-1 0-1 0 0,1-1 1 0 0,-1 1 0 0 0,0 0 0 0 0,0-1-1 0 0,0 1 1 0 0,-1 0 0 0 0,1-1 0 0 0,-1 1 0 0 0,0-1-1 0 0,-2 8 1 0 0,-3 1 3 0 0,0 0-1 0 0,-1-1 0 0 0,0 0 1 0 0,-1 0-1 0 0,-17 19 1 0 0,4-5 1 0 0,19-24 7 0 0,-14 18 148 0 0,26-23-166 0 0,1 1 0 0 0,0 1-1 0 0,0 0 1 0 0,0 0 0 0 0,0 1 0 0 0,0 0 0 0 0,0 1 0 0 0,0 1 0 0 0,0-1 0 0 0,0 2 0 0 0,0 0 0 0 0,0 0 0 0 0,0 1-1 0 0,0 0 1 0 0,-1 1 0 0 0,0 0 0 0 0,1 0 0 0 0,12 9 0 0 0,-18-10 17 0 0,0 0 0 0 0,-1 1-1 0 0,0-1 1 0 0,1 1 0 0 0,-1 0 0 0 0,0 0-1 0 0,-1 0 1 0 0,1 0 0 0 0,-1 1 0 0 0,0-1-1 0 0,0 1 1 0 0,0 0 0 0 0,-1 0 0 0 0,0 0-1 0 0,0 0 1 0 0,0 0 0 0 0,0 1 0 0 0,-1-1 0 0 0,1 8-1 0 0,-1-7 241 0 0,-1 1-1 0 0,1 0 0 0 0,-1 0 1 0 0,-1 0-1 0 0,0 0 1 0 0,0-1-1 0 0,0 1 1 0 0,0 0-1 0 0,-1-1 0 0 0,0 1 1 0 0,-1-1-1 0 0,0 1 1 0 0,0-1-1 0 0,-7 11 0 0 0,4-8 327 0 0,0-1-1 0 0,-1 0 0 0 0,0 0 0 0 0,-16 13 1 0 0,19-18-426 0 0,1-1 0 0 0,-1 1 1 0 0,0-1-1 0 0,0 0 1 0 0,0 0-1 0 0,0 0 0 0 0,0 0 1 0 0,-1-1-1 0 0,1 0 1 0 0,0 0-1 0 0,-1 0 1 0 0,1 0-1 0 0,-1-1 0 0 0,-8 1 1 0 0,-17-6 128 0 0,0-2 1 0 0,1 0-1 0 0,-36-14 1 0 0,41 12-218 0 0,22 9-40 0 0,-9-6-656 0 0,-4-4-4282 0 0</inkml:trace>
</inkml:ink>
</file>

<file path=ppt/ink/ink1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9:20.4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 61 660 0 0,'-17'-10'24465'0'0,"17"10"-24236"0"0,9-6 2415 0 0,26-2-4219 0 0,-23 5 2406 0 0,135-24-3087 0 0,-98 22-2375 0 0,-2 3-4284 0 0</inkml:trace>
</inkml:ink>
</file>

<file path=ppt/ink/ink1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9:20.6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165 1 504 0 0,'-113'68'13017'0'0,"61"-36"-6237"0"0,54-32-6742 0 0,0 1-1 0 0,0 0 0 0 0,0-1 1 0 0,0 1-1 0 0,0-1 1 0 0,1 1-1 0 0,-1-1 0 0 0,0 0 1 0 0,0 0-1 0 0,0 0 0 0 0,0 0 1 0 0,0 0-1 0 0,0-1 1 0 0,1 1-1 0 0,2-2 0 0 0,-3 2-23 0 0,166-33-2079 0 0,-59 7-7342 0 0,-76 17 2370 0 0</inkml:trace>
</inkml:ink>
</file>

<file path=ppt/ink/ink1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9:33.6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 16 380 0 0,'-21'22'15535'0'0,"20"-19"-15037"0"0,7 3 1712 0 0,12-5-2793 0 0,67-9 879 0 0,83-19-1 0 0,-138 22-264 0 0,-27 4-21 0 0,24-2 112 0 0,-10 0-3933 0 0</inkml:trace>
</inkml:ink>
</file>

<file path=ppt/ink/ink1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9:34.4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17 121 1368 0 0,'3'-8'18148'0'0,"-5"6"-18082"0"0,1 1 1 0 0,-1-1-1 0 0,1 1 1 0 0,-1-1 0 0 0,1 0-1 0 0,-1 0 1 0 0,1 0-1 0 0,0 0 1 0 0,0 0-1 0 0,0 0 1 0 0,0 0-1 0 0,0 0 1 0 0,0 0 0 0 0,1-1-1 0 0,-1 1 1 0 0,1 0-1 0 0,-1 0 1 0 0,1-1-1 0 0,0 1 1 0 0,0 0-1 0 0,0-1 1 0 0,0 1-1 0 0,1 0 1 0 0,-1-1 0 0 0,0 1-1 0 0,1 0 1 0 0,0 0-1 0 0,0 0 1 0 0,-1-1-1 0 0,1 1 1 0 0,0 0-1 0 0,1 0 1 0 0,-1 0 0 0 0,0 0-1 0 0,0 1 1 0 0,1-1-1 0 0,2-2 1 0 0,1-2-74 0 0,5-4-4 0 0,23-3-21 0 0,-28 12 23 0 0,-1 0 0 0 0,0 0 1 0 0,0 1-1 0 0,0-1 0 0 0,1 1 0 0 0,-1 0 1 0 0,0 0-1 0 0,1 0 0 0 0,-1 1 1 0 0,0 0-1 0 0,0-1 0 0 0,0 1 1 0 0,1 1-1 0 0,-1-1 0 0 0,4 3 0 0 0,-2-1 6 0 0,-1 0-1 0 0,0 1 0 0 0,0-1 0 0 0,0 1 1 0 0,0 0-1 0 0,0 1 0 0 0,-1-1 0 0 0,0 1 0 0 0,5 8 1 0 0,-2-3 10 0 0,0 1 0 0 0,-1 1 1 0 0,-1-1-1 0 0,0 1 0 0 0,0 0 0 0 0,-1 0 1 0 0,-1 1-1 0 0,0-1 0 0 0,2 20 1 0 0,-4-11-8 0 0,-1 0 1 0 0,-1 0-1 0 0,-1 0 1 0 0,-8 34 0 0 0,-28 79 72 0 0,15-59 415 0 0,17-54 1325 0 0,-1 0 1 0 0,-11 22-1 0 0,17-42-1514 0 0,0 5 34 0 0,-2 7 690 0 0,3-12-1013 0 0,1-1-1 0 0,-1 0 1 0 0,0 1 0 0 0,0-1-1 0 0,0 0 1 0 0,1 1 0 0 0,-1-1 0 0 0,0 0-1 0 0,0 0 1 0 0,1 1 0 0 0,-1-1-1 0 0,0 0 1 0 0,1 0 0 0 0,-1 1-1 0 0,0-1 1 0 0,0 0 0 0 0,1 0-1 0 0,-1 0 1 0 0,0 0 0 0 0,1 0-1 0 0,-1 0 1 0 0,1 1 0 0 0,-1-1-1 0 0,0 0 1 0 0,1 0 0 0 0,-1 0-1 0 0,0 0 1 0 0,1 0 0 0 0,-1 0 0 0 0,0 0-1 0 0,1 0 1 0 0,-1 0 0 0 0,1-1-1 0 0,-1 1 1 0 0,0 0 0 0 0,1 0-1 0 0,-1 0 1 0 0,0 0 0 0 0,1-1-1 0 0,211-57 240 0 0,-6 0-181 0 0,-150 43-37 0 0,-21 7-15 0 0,4-2-20 0 0,-36 9 12 0 0,12-3-127 0 0,-12 3 1086 0 0,0 0-582 0 0</inkml:trace>
</inkml:ink>
</file>

<file path=ppt/ink/ink1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9:37.5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102 201 2068 0 0,'2'-8'8655'0'0,"-18"102"-5996"0"0,-43 142 0 0 0,53-216-2637 0 0,-13 51 3477 0 0,19-69-2836 0 0,-3 3 1060 0 0,4-22-1528 0 0,2 0 0 0 0,0 1 0 0 0,1-1-1 0 0,11-30 1 0 0,-4 14-136 0 0,16-48 4 0 0,3 2 0 0 0,74-137-1 0 0,-97 204-83 0 0,0 0-1 0 0,1 0 0 0 0,0 0 0 0 0,1 1 1 0 0,20-19-1 0 0,-28 29 16 0 0,0 0 0 0 0,0 0 0 0 0,0 0 1 0 0,0 0-1 0 0,1 1 0 0 0,-1-1 0 0 0,0 1 0 0 0,0-1 1 0 0,1 1-1 0 0,-1-1 0 0 0,0 1 0 0 0,1 0 0 0 0,-1-1 1 0 0,0 1-1 0 0,1 0 0 0 0,-1 0 0 0 0,0 0 0 0 0,1 0 1 0 0,-1 0-1 0 0,0 0 0 0 0,3 1 0 0 0,-2 0 0 0 0,0 0 0 0 0,0 0 0 0 0,0 1-1 0 0,0-1 1 0 0,0 0 0 0 0,0 1 0 0 0,0-1 0 0 0,0 1 0 0 0,-1-1-1 0 0,1 1 1 0 0,2 3 0 0 0,0 2-2 0 0,1 0 1 0 0,-1 1-1 0 0,0 0 1 0 0,-1 0-1 0 0,5 12 0 0 0,-2 6-15 0 0,0 0 0 0 0,-2 0 0 0 0,1 28 0 0 0,-2 81 33 0 0,-3-114-2 0 0,1 242-273 0 0,-1-262-231 0 0,0 8 53 0 0</inkml:trace>
</inkml:ink>
</file>

<file path=ppt/ink/ink1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9:37.8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71 105 1512 0 0,'-3'0'2559'0'0,"-40"-3"9577"0"0,31 1-9634 0 0,-1 0-625 0 0,15 0-1467 0 0,9-1-539 0 0,204-59 368 0 0,-124 35-8245 0 0,-73 24 2089 0 0</inkml:trace>
</inkml:ink>
</file>

<file path=ppt/ink/ink1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9:38.3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 6 3000 0 0,'0'0'20597'0'0,"3"-1"-20316"0"0,13-1-143 0 0,0 1-1 0 0,0 0 1 0 0,1 1 0 0 0,-1 1-1 0 0,0 0 1 0 0,0 1-1 0 0,16 5 1 0 0,-30-7-141 0 0,1 1 0 0 0,-1 0 1 0 0,0 0-1 0 0,0-1 0 0 0,0 2 1 0 0,0-1-1 0 0,-1 0 0 0 0,1 0 0 0 0,0 1 1 0 0,0-1-1 0 0,-1 1 0 0 0,1-1 1 0 0,-1 1-1 0 0,1-1 0 0 0,-1 1 0 0 0,0 0 1 0 0,1 0-1 0 0,-1 0 0 0 0,0 0 0 0 0,0 0 1 0 0,-1 0-1 0 0,1 0 0 0 0,0 0 1 0 0,-1 0-1 0 0,1 1 0 0 0,-1-1 0 0 0,0 0 1 0 0,1 0-1 0 0,-1 0 0 0 0,0 1 0 0 0,-1-1 1 0 0,1 0-1 0 0,0 0 0 0 0,0 0 1 0 0,-2 4-1 0 0,-1 5 30 0 0,0 0 1 0 0,-1 1-1 0 0,0-1 1 0 0,-11 20-1 0 0,-12 17 35 0 0,-3-1 0 0 0,-61 75 0 0 0,41-55 2360 0 0,49-66-2027 0 0,1-1-377 0 0,0 1 0 0 0,0-1 0 0 0,0 1 0 0 0,1-1 0 0 0,-1 0 0 0 0,0 1 0 0 0,0-1 0 0 0,0 0 0 0 0,0 1 0 0 0,1-1 0 0 0,-1 1 0 0 0,0-1 0 0 0,0 0 0 0 0,1 0 0 0 0,-1 1 0 0 0,0-1 0 0 0,1 0-1 0 0,-1 1 1 0 0,0-1 0 0 0,1 0 0 0 0,-1 0 0 0 0,0 0 0 0 0,1 1 0 0 0,-1-1 0 0 0,1 0 0 0 0,-1 0 0 0 0,0 0 0 0 0,1 0 0 0 0,-1 0 0 0 0,1 0 0 0 0,52-2 218 0 0,0-3 0 0 0,96-21 0 0 0,-147 25-245 0 0,2 1-379 0 0,0 0 1 0 0,0-1 0 0 0,0 0 0 0 0,0 1 0 0 0,0-2 0 0 0,0 1-1 0 0,5-3 1 0 0</inkml:trace>
</inkml:ink>
</file>

<file path=ppt/ink/ink1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9:38.7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36 2768 0 0,'10'-35'22058'0'0,"-10"59"-19025"0"0,-4 29-1698 0 0,2 62 0 0 0,-2 46 868 0 0,2-149-2177 0 0,1 1-17 0 0,1-3-9 0 0,0 0-17 0 0,0-8-78 0 0,-2 5-367 0 0</inkml:trace>
</inkml:ink>
</file>

<file path=ppt/ink/ink1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9: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63 1844 0 0,'2'-22'15850'0'0,"-2"18"-15078"0"0,0 2-165 0 0,0 1 1 0 0,0-1-1 0 0,0 1 0 0 0,0-1 0 0 0,1 0 0 0 0,-1 1 1 0 0,1-1-1 0 0,3-7 3643 0 0,-1 6-3643 0 0,10-2-1064 0 0,95 2 906 0 0,-51 1-2916 0 0,-2 1-5188 0 0</inkml:trace>
</inkml:ink>
</file>

<file path=ppt/ink/ink1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9:39.1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95 53 1432 0 0,'-87'64'20696'0'0,"84"-61"-19921"0"0,3-3-733 0 0,0 0 1 0 0,-1 0-1 0 0,1 0 1 0 0,0 0-1 0 0,0 0 1 0 0,0 0-1 0 0,-1 0 1 0 0,1 0-1 0 0,0 1 1 0 0,0-1-1 0 0,0 0 1 0 0,0 0-1 0 0,-1 0 1 0 0,1 0-1 0 0,0 0 1 0 0,0 1-1 0 0,0-1 1 0 0,0 0-1 0 0,0 0 1 0 0,-1 0-1 0 0,1 0 1 0 0,0 1-1 0 0,0-1 1 0 0,0 0-1 0 0,0 0 1 0 0,0 0-1 0 0,0 1 0 0 0,0-1 1 0 0,0 0-1 0 0,0 0 1 0 0,0 0-1 0 0,0 1 1 0 0,0-1-1 0 0,0 0 1 0 0,0 0-1 0 0,0 1 1 0 0,1 0-14 0 0,0 0 0 0 0,0 0 0 0 0,1 0-1 0 0,-1-1 1 0 0,0 1 0 0 0,1 0 0 0 0,-1 0 0 0 0,0-1 0 0 0,1 1 0 0 0,-1-1 0 0 0,1 1 0 0 0,-1-1-1 0 0,1 0 1 0 0,-1 1 0 0 0,1-1 0 0 0,-1 0 0 0 0,1 0 0 0 0,0 0 0 0 0,-1 0 0 0 0,1-1 0 0 0,1 1-1 0 0,43-9 160 0 0,-29 5-114 0 0,13-2-928 0 0,0-1 0 0 0,-1-1 0 0 0,32-15 0 0 0,-40 14-2639 0 0,0-2-1 0 0,29-19 1 0 0,-13 2-5579 0 0</inkml:trace>
</inkml:ink>
</file>

<file path=ppt/ink/ink1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9:46.7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124 0 1028 0 0,'-18'11'16360'0'0,"-12"16"-10329"0"0,-3 0-3330 0 0,22-18-2412 0 0,10-8-178 0 0,-30 24 4859 0 0,34-25-4914 0 0,27 2 29 0 0,0-2 1 0 0,0-2 0 0 0,42-6-1 0 0,-18 1 7 0 0,-39 6-56 0 0,-3 0-18 0 0,0-1 0 0 0,-1 0 0 0 0,22-7 0 0 0,-31 9-29 0 0,15-5 20 0 0,7-2 7 0 0,-21 7 4 0 0,12-4-19 0 0,-5 2-1463 0 0,10-3 4558 0 0,-9 2-5852 0 0</inkml:trace>
</inkml:ink>
</file>

<file path=ppt/ink/ink1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9:54.2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 16 828 0 0,'-5'-15'18550'0'0,"6"109"-17698"0"0,-5 286 1989 0 0,3-341-2219 0 0,-4 138-423 0 0,4-62 6516 0 0,1-113-6422 0 0,-1 13 2150 0 0,1-14-2705 0 0</inkml:trace>
</inkml:ink>
</file>

<file path=ppt/ink/ink1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9:57.0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91 352 1392 0 0,'-4'-13'2421'0'0,"2"10"-1642"0"0,1-1 0 0 0,0 1 0 0 0,0-1 0 0 0,0 1 0 0 0,0-1 0 0 0,0-6 680 0 0,-1 7-1134 0 0,-2-1 146 0 0,2 13-64 0 0,-37 278 3631 0 0,30-238-3680 0 0,-9 62 5000 0 0,13-171-4635 0 0,12-5-677 0 0,2 0 0 0 0,4 0 1 0 0,2 2-1 0 0,2 0 0 0 0,4 0 1 0 0,2 2-1 0 0,60-110 0 0 0,-71 147-46 0 0,-9 17-24 0 0,1 0 1 0 0,-1 1-1 0 0,2-1 1 0 0,-1 1-1 0 0,0-1 1 0 0,10-8-1 0 0,-12 14-4 0 0,13 5-21 0 0,-13-3 45 0 0,0-1 0 0 0,0 1 0 0 0,0 0 0 0 0,-1 0 0 0 0,1 0 0 0 0,0 1 0 0 0,-1-1 0 0 0,1 0 0 0 0,-1 1 0 0 0,1-1 0 0 0,-1 1 0 0 0,0-1 0 0 0,0 1 0 0 0,1-1 1 0 0,0 3-1 0 0,12 27-34 0 0,-13-28 33 0 0,11 32-5 0 0,-1 2 1 0 0,-2-1-1 0 0,6 53 0 0 0,2 115 34 0 0,-16-175-40 0 0,10 125 48 0 0,-11-147-972 0 0,1 11 683 0 0</inkml:trace>
</inkml:ink>
</file>

<file path=ppt/ink/ink1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9:57.2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91 126 1140 0 0,'-34'-12'7442'0'0,"-12"-6"51"0"0,45 17-6990 0 0,-8-1 203 0 0,11-5-163 0 0,13-5-200 0 0,3 3-260 0 0,2 1-1 0 0,-1 1 1 0 0,1 0-1 0 0,28-4 0 0 0,-12 2-60 0 0,35-6-1538 0 0,-19 9-7671 0 0,-31 5 3690 0 0</inkml:trace>
</inkml:ink>
</file>

<file path=ppt/ink/ink1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9:57.9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56 2296 0 0,'0'0'9302'0'0,"26"-19"-5035"0"0,-19 14-4084 0 0,1 0-1 0 0,0 1 0 0 0,0 0 0 0 0,0 0 0 0 0,1 1 1 0 0,-1 0-1 0 0,18-4 0 0 0,-24 7-177 0 0,1-1-1 0 0,-1 1 1 0 0,1 0 0 0 0,-1 0-1 0 0,1 0 1 0 0,-1 0 0 0 0,1 1-1 0 0,-1-1 1 0 0,1 1 0 0 0,-1 0-1 0 0,0-1 1 0 0,1 1 0 0 0,-1 0-1 0 0,0 0 1 0 0,1 1 0 0 0,-1-1-1 0 0,0 0 1 0 0,0 1 0 0 0,0-1-1 0 0,0 1 1 0 0,2 3 0 0 0,-1-2 8 0 0,0 0 1 0 0,-1 0 0 0 0,1 0 0 0 0,-1 1 0 0 0,0 0 0 0 0,0-1-1 0 0,-1 1 1 0 0,1 0 0 0 0,-1 0 0 0 0,1-1 0 0 0,0 9 0 0 0,-1 3 55 0 0,0 1 0 0 0,-1-1 1 0 0,-1 1-1 0 0,0-1 0 0 0,-1 0 1 0 0,-1 0-1 0 0,-5 17 0 0 0,-41 103 1297 0 0,26-77 365 0 0,16-44-792 0 0,6-12-654 0 0,0 0 0 0 0,0 0 0 0 0,0 1 1 0 0,0-1-1 0 0,0 1 0 0 0,0-1 1 0 0,0 1-1 0 0,1-1 0 0 0,-1 4 0 0 0,1-6-274 0 0,0 0-1 0 0,1 1 1 0 0,-1-1 0 0 0,0 0-1 0 0,0 0 1 0 0,1 0-1 0 0,-1 1 1 0 0,0-1-1 0 0,0 0 1 0 0,1 0-1 0 0,-1 0 1 0 0,0 0 0 0 0,1 0-1 0 0,-1 1 1 0 0,0-1-1 0 0,0 0 1 0 0,1 0-1 0 0,-1 0 1 0 0,0 0 0 0 0,1 0-1 0 0,-1 0 1 0 0,0 0-1 0 0,1 0 1 0 0,-1 0-1 0 0,0 0 1 0 0,1 0-1 0 0,-1 0 1 0 0,0 0 0 0 0,0 0-1 0 0,1-1 1 0 0,-1 1-1 0 0,14-3 149 0 0,151-48 142 0 0,-132 40-315 0 0,15-2 28 0 0,-46 13 16 0 0,2-4 1372 0 0,5 3-3724 0 0</inkml:trace>
</inkml:ink>
</file>

<file path=ppt/ink/ink1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9:58.5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 98 788 0 0,'-15'-57'17680'0'0,"16"34"-14976"0"0,2 20-2675 0 0,0 1-1 0 0,0 1 1 0 0,1-1-1 0 0,-1 0 1 0 0,0 1 0 0 0,1-1-1 0 0,-1 1 1 0 0,1 0 0 0 0,-1 0-1 0 0,1 1 1 0 0,-1-1 0 0 0,1 1-1 0 0,0-1 1 0 0,-1 1-1 0 0,1 0 1 0 0,0 1 0 0 0,5 0-1 0 0,5 1-24 0 0,4 3-4 0 0,10 5-51 0 0,-20-2 37 0 0,-3-2 21 0 0,-1-1-3 0 0,0 0 1 0 0,-1 1-1 0 0,1-1 0 0 0,-1 1 0 0 0,0 0 0 0 0,0-1 0 0 0,-1 1 0 0 0,0 0 0 0 0,0 1 0 0 0,0-1 0 0 0,-1 0 0 0 0,0 0 1 0 0,0 1-1 0 0,-1-1 0 0 0,1 1 0 0 0,-1-1 0 0 0,-2 12 0 0 0,-1 4 18 0 0,0-1 0 0 0,-2 1 0 0 0,-13 37 0 0 0,-8 9-5 0 0,-8 23 4501 0 0,29-74-2293 0 0,5-17-2123 0 0,-1 1-1 0 0,1 0 0 0 0,-1 0 1 0 0,1-1-1 0 0,0 1 0 0 0,-1 0 1 0 0,1 0-1 0 0,0 0 1 0 0,-1 0-1 0 0,1-1 0 0 0,0 1 1 0 0,0 0-1 0 0,0 0 0 0 0,0 0 1 0 0,0 0-1 0 0,0 0 0 0 0,0-1 1 0 0,0 1-1 0 0,1 0 1 0 0,-1 0-1 0 0,1 1 0 0 0,2-2-94 0 0,-1 0-1 0 0,1-1 1 0 0,0 1-1 0 0,0-1 1 0 0,0 0-1 0 0,0 1 1 0 0,-1-1-1 0 0,4-2 1 0 0,-5 2-1 0 0,235-68 83 0 0,-208 62-85 0 0,56-13 96 0 0,-82 19-127 0 0,2 1 26 0 0,-1-1 1 0 0,1 1-1 0 0,-1-1 0 0 0,0 0 1 0 0,0 0-1 0 0,1-1 0 0 0,2-1 1 0 0,4-4-3401 0 0</inkml:trace>
</inkml:ink>
</file>

<file path=ppt/ink/ink1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9:58.9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66 136 2168 0 0,'-65'-55'28497'0'0,"70"52"-28450"0"0,1 1 0 0 0,-1 0 0 0 0,1 0 0 0 0,0 1 1 0 0,0 0-1 0 0,10-1 0 0 0,16-3 56 0 0,75-22-84 0 0,11-3-4842 0 0,-92 25 340 0 0</inkml:trace>
</inkml:ink>
</file>

<file path=ppt/ink/ink1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5:59:59.1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 70 808 0 0,'-44'49'14653'0'0,"43"-49"-14568"0"0,1 1-1 0 0,0-1 1 0 0,0 0 0 0 0,-1 0 0 0 0,1 1-1 0 0,0-1 1 0 0,0 0 0 0 0,0 0 0 0 0,0 1-1 0 0,0-1 1 0 0,-1 0 0 0 0,1 1 0 0 0,0-1-1 0 0,0 0 1 0 0,0 1 0 0 0,0-1 0 0 0,0 0-1 0 0,0 1 1 0 0,0-1 0 0 0,0 0 0 0 0,0 0-1 0 0,0 1 1 0 0,0-1 0 0 0,0 0 0 0 0,1 1-1 0 0,0 0-26 0 0,1 0 0 0 0,0-1-1 0 0,0 1 1 0 0,0 0 0 0 0,-1-1-1 0 0,1 0 1 0 0,0 1 0 0 0,0-1-1 0 0,0 0 1 0 0,0 0 0 0 0,0 0-1 0 0,0 0 1 0 0,0 0 0 0 0,2-1-1 0 0,36-7 196 0 0,-23 4-159 0 0,222-51-767 0 0,-161 32-2540 0 0,-1-4-3570 0 0,-43 14 980 0 0</inkml:trace>
</inkml:ink>
</file>

<file path=ppt/ink/ink1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0:04.3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36 146 148 0 0,'-24'-35'11719'0'0,"22"31"-11159"0"0,1 3-137 0 0,0-1 0 0 0,0 1 0 0 0,0-1 0 0 0,0 1 0 0 0,0-1 0 0 0,0 0 0 0 0,1 0 0 0 0,-1 1 0 0 0,1-1 0 0 0,-1 0 0 0 0,1-2 0 0 0,0 2-363 0 0,0 1-1 0 0,1-1 1 0 0,0 1 0 0 0,-1-1 0 0 0,1 1-1 0 0,0-1 1 0 0,0 1 0 0 0,0-1 0 0 0,0 1-1 0 0,0 0 1 0 0,0 0 0 0 0,0 0-1 0 0,0-1 1 0 0,1 1 0 0 0,-1 0 0 0 0,2 0-1 0 0,6-7-46 0 0,0 2-1 0 0,0-1 0 0 0,1 1 0 0 0,0 1 0 0 0,0 0 1 0 0,0 0-1 0 0,1 1 0 0 0,0 1 0 0 0,0-1 1 0 0,0 2-1 0 0,21-3 0 0 0,-13 4-8 0 0,14 1 2 0 0,-27 2-2 0 0,0 1-3 0 0,-2-2-2 0 0,1 0 0 0 0,-1 0 0 0 0,1 1 0 0 0,-1-1 0 0 0,0 1 0 0 0,0 1 0 0 0,1-1 1 0 0,-1 0-1 0 0,-1 1 0 0 0,1 0 0 0 0,0 0 0 0 0,-1 0 0 0 0,1 0 0 0 0,-1 1 0 0 0,0-1 0 0 0,0 1 0 0 0,0 0 0 0 0,-1 0 0 0 0,1 0 0 0 0,2 8 0 0 0,-3-6 0 0 0,-1-1 1 0 0,0 1 0 0 0,-1-1 0 0 0,1 1 0 0 0,-1-1-1 0 0,-1 1 1 0 0,1-1 0 0 0,-1 1 0 0 0,1-1-1 0 0,-2 1 1 0 0,1-1 0 0 0,-1 0 0 0 0,1 0-1 0 0,-1 1 1 0 0,-1-1 0 0 0,1 0 0 0 0,-5 5 0 0 0,-5 16-1 0 0,-16 32 63 0 0,28-57-50 0 0,-1 1 0 0 0,0-2-9 0 0,1 1 0 0 0,0-1 1 0 0,-1 1-1 0 0,1-1 0 0 0,0 1 0 0 0,-1-1 1 0 0,1 1-1 0 0,0-1 0 0 0,-1 1 1 0 0,1 0-1 0 0,0-1 0 0 0,0 1 0 0 0,0-1 1 0 0,0 1-1 0 0,0 0 0 0 0,0-1 1 0 0,0 1-1 0 0,0 0 0 0 0,0-1 0 0 0,0 1 1 0 0,0-1-1 0 0,0 1 0 0 0,0 0 1 0 0,0-1-1 0 0,0 1 0 0 0,1-1 1 0 0,-1 1-1 0 0,0 0 0 0 0,1-1 0 0 0,-1 1 1 0 0,0-1-1 0 0,1 1 0 0 0,-1-1 1 0 0,0 1-1 0 0,1-1 0 0 0,0 1 0 0 0,3 0-10 0 0,4-1 4 0 0,0 1 0 0 0,0 0 0 0 0,0 1 0 0 0,0 0-1 0 0,0 0 1 0 0,-1 0 0 0 0,1 1 0 0 0,-1 0 0 0 0,0 1 0 0 0,0-1 0 0 0,0 1-1 0 0,0 1 1 0 0,7 5 0 0 0,-12-8 4 0 0,6 4 178 0 0,1 1-1 0 0,-1-1 0 0 0,-1 2 1 0 0,0-1-1 0 0,0 1 0 0 0,0 0 1 0 0,-1 1-1 0 0,0 0 1 0 0,-1 0-1 0 0,0 0 0 0 0,0 0 1 0 0,-1 1-1 0 0,5 14 0 0 0,-9-22 35 0 0,1 0 0 0 0,-1 0 0 0 0,0 0 1 0 0,0 0-1 0 0,0 0 0 0 0,0 0 0 0 0,0 0 0 0 0,0 0 0 0 0,-1 0 0 0 0,1 0 0 0 0,-1 0 0 0 0,1-1 0 0 0,-1 1 0 0 0,0 0 0 0 0,1 0 0 0 0,-1 0 0 0 0,0-1 0 0 0,0 1 0 0 0,0 0 1 0 0,-1-1-1 0 0,1 1 0 0 0,0-1 0 0 0,-1 0 0 0 0,1 1 0 0 0,-1-1 0 0 0,1 0 0 0 0,-1 0 0 0 0,1 0 0 0 0,-1 0 0 0 0,0 0 0 0 0,-2 1 0 0 0,-6 2 196 0 0,0 0-1 0 0,0-1 1 0 0,0 0-1 0 0,-16 2 1 0 0,7-2-135 0 0,7-1-164 0 0,-1 0-1 0 0,0-2 1 0 0,0 1 0 0 0,0-2-1 0 0,-16-1 1 0 0,15 1-64 0 0,-51-4-16 0 0,62 5-128 0 0,0-1-321 0 0,-23-3-4093 0 0</inkml:trace>
</inkml:ink>
</file>

<file path=ppt/ink/ink1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0:06.8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175 88 980 0 0,'1'-11'8500'0'0,"0"16"-8310"0"0,0 0-1 0 0,0 1 1 0 0,0 0-1 0 0,-1-1 1 0 0,0 1 0 0 0,0 0-1 0 0,-1 10 1 0 0,-11 45 308 0 0,3-23-279 0 0,-12 59 0 0 0,-58 163 0 0 0,46-165 1278 0 0,33-95-1463 0 0,0 1 1 0 0,0-1-1 0 0,0 1 1 0 0,0-1-1 0 0,-1 1 1 0 0,1-1-1 0 0,0 1 1 0 0,0-1-1 0 0,0 0 1 0 0,0 1 0 0 0,-1-1-1 0 0,1 1 1 0 0,0-1-1 0 0,0 0 1 0 0,-1 1-1 0 0,1-1 1 0 0,0 0-1 0 0,-1 1 1 0 0,1-1-1 0 0,0 0 1 0 0,-1 1-1 0 0,1-1 1 0 0,-1 0 0 0 0,-6-4 602 0 0,-2-15-281 0 0,7 0-310 0 0,1 1 0 0 0,1-1 0 0 0,1 0 0 0 0,1 1 0 0 0,0-1 0 0 0,7-21 0 0 0,-4 8-24 0 0,5-13 4 0 0,1 0 0 0 0,2 1-1 0 0,2 0 1 0 0,2 1-1 0 0,2 1 1 0 0,1 1-1 0 0,2 1 1 0 0,34-47-1 0 0,-46 73-29 0 0,-5 7-2 0 0,-1 1 1 0 0,1 0-1 0 0,0 0 0 0 0,7-7 1 0 0,-10 11-3 0 0,0 3 4 0 0,1-1 0 0 0,0 1 0 0 0,-1 0 0 0 0,1-1 0 0 0,-1 1 0 0 0,1 0 0 0 0,-1 1 0 0 0,1-1 0 0 0,-1 0 0 0 0,0 1 0 0 0,0-1 1 0 0,1 1-1 0 0,-1 0 0 0 0,0 0 0 0 0,-1 0 0 0 0,1 0 0 0 0,0 0 0 0 0,-1 0 0 0 0,1 0 0 0 0,-1 0 0 0 0,1 1 0 0 0,-1-1 0 0 0,0 1 0 0 0,1 2 0 0 0,4 9 1 0 0,-1 1 0 0 0,7 27 0 0 0,-12-40 6 0 0,9 42 371 0 0,-2 1 0 0 0,3 87 0 0 0,-16 92 539 0 0,5-207-908 0 0,-2 110 651 0 0,5-120-2378 0 0</inkml:trace>
</inkml:ink>
</file>

<file path=ppt/ink/ink1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0:07.0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44 108 2412 0 0,'-3'-1'1888'0'0,"-3"-1"-1103"0"0,3 2-70 0 0,1-1 0 0 0,-1 1-1 0 0,1-1 1 0 0,-1 0 0 0 0,1 0-1 0 0,-1 0 1 0 0,1 0-1 0 0,0 0 1 0 0,-1 0 0 0 0,1-1-1 0 0,0 1 1 0 0,-4-4-1 0 0,7 4-652 0 0,-1 0-1 0 0,0 0 0 0 0,0 1 0 0 0,1-1 0 0 0,-1 0 1 0 0,0 0-1 0 0,1 1 0 0 0,-1-1 0 0 0,0 0 1 0 0,1 0-1 0 0,-1 1 0 0 0,1-1 0 0 0,-1 1 1 0 0,1-1-1 0 0,0 0 0 0 0,-1 1 0 0 0,1-1 0 0 0,0 1 1 0 0,-1-1-1 0 0,1 1 0 0 0,0 0 0 0 0,1-1 1 0 0,17-11 326 0 0,3 2-212 0 0,1 1-1 0 0,0 1 1 0 0,0 0-1 0 0,0 2 1 0 0,35-4-1 0 0,32 2-2391 0 0,0 6-5498 0 0,-71 2 2823 0 0</inkml:trace>
</inkml:ink>
</file>

<file path=ppt/ink/ink1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0:07.6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94 1 992 0 0,'-27'16'19618'0'0,"32"-18"-19590"0"0,0 0 1 0 0,0 0-1 0 0,0 0 1 0 0,0 0-1 0 0,1 1 0 0 0,-1 0 1 0 0,1 0-1 0 0,-1 1 1 0 0,0 0-1 0 0,1 0 0 0 0,-1 0 1 0 0,1 0-1 0 0,-1 1 1 0 0,9 2-1 0 0,-11-3-28 0 0,0 1-1 0 0,0 1 0 0 0,0-1 1 0 0,0 0-1 0 0,-1 1 1 0 0,1-1-1 0 0,-1 1 1 0 0,1 0-1 0 0,-1 0 0 0 0,1 0 1 0 0,-1 0-1 0 0,0 0 1 0 0,0 0-1 0 0,0 1 0 0 0,0-1 1 0 0,-1 1-1 0 0,1-1 1 0 0,0 1-1 0 0,-1 0 1 0 0,0 0-1 0 0,0 0 0 0 0,0 0 1 0 0,0-1-1 0 0,0 1 1 0 0,-1 0-1 0 0,1 0 1 0 0,-1 5-1 0 0,0 3-6 0 0,0-1 1 0 0,-1 1-1 0 0,-1-1 0 0 0,0 0 0 0 0,0 1 1 0 0,-1-1-1 0 0,-1-1 0 0 0,1 1 0 0 0,-1 0 1 0 0,-11 16-1 0 0,-5 7 6 0 0,-37 47-1 0 0,-30 30 4486 0 0,86-109-4211 0 0,0 0-210 0 0,1-1 0 0 0,-1 1-1 0 0,1 0 1 0 0,0-1 0 0 0,-1 1-1 0 0,1-1 1 0 0,0 1-1 0 0,-1-1 1 0 0,1 1 0 0 0,0 0-1 0 0,-1-1 1 0 0,1 1 0 0 0,0 0-1 0 0,0-1 1 0 0,0 1-1 0 0,0 1 1 0 0,4-2-51 0 0,-1 0-1 0 0,1 0 1 0 0,0 0 0 0 0,0-1-1 0 0,0 1 1 0 0,0-1 0 0 0,0 0-1 0 0,0 0 1 0 0,-1 0-1 0 0,1 0 1 0 0,0-1 0 0 0,4-2-1 0 0,21-6 7 0 0,149-33 23 0 0,-160 38-43 0 0,22-7-2536 0 0,-1-7-6786 0 0,-37 18 8690 0 0,6-5-1385 0 0</inkml:trace>
</inkml:ink>
</file>

<file path=ppt/ink/ink1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0:08.3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1 159 1624 0 0,'0'-20'4374'0'0,"-1"9"-2361"0"0,1 1-1 0 0,1 0 0 0 0,-1-1 0 0 0,4-12 1 0 0,-3 19-1838 0 0,0 0 0 0 0,1 1 0 0 0,-1-1 0 0 0,1 1 0 0 0,0-1 1 0 0,0 1-1 0 0,0-1 0 0 0,0 1 0 0 0,0 0 0 0 0,1 0 0 0 0,-1 0 1 0 0,1 1-1 0 0,0-1 0 0 0,0 0 0 0 0,5-2 0 0 0,-5 2-160 0 0,1 1-1 0 0,-1 0 0 0 0,0 0 0 0 0,1 0 0 0 0,0 1 0 0 0,-1-1 1 0 0,1 1-1 0 0,0 0 0 0 0,0 0 0 0 0,-1 0 0 0 0,1 1 1 0 0,0-1-1 0 0,0 1 0 0 0,0 0 0 0 0,0 0 0 0 0,0 0 0 0 0,0 1 1 0 0,0-1-1 0 0,0 1 0 0 0,-1 0 0 0 0,1 0 0 0 0,0 0 1 0 0,0 1-1 0 0,-1-1 0 0 0,1 1 0 0 0,-1 0 0 0 0,0 0 0 0 0,1 0 1 0 0,-1 0-1 0 0,0 1 0 0 0,0-1 0 0 0,0 1 0 0 0,0 0 1 0 0,-1 0-1 0 0,1 0 0 0 0,2 4 0 0 0,-4-5-10 0 0,1 1 1 0 0,-1-1-1 0 0,0 1 0 0 0,0-1 0 0 0,0 1 1 0 0,0 0-1 0 0,0-1 0 0 0,0 1 0 0 0,-1 0 1 0 0,1 0-1 0 0,-1-1 0 0 0,0 1 0 0 0,0 0 1 0 0,0 0-1 0 0,0 3 0 0 0,-11 40 30 0 0,9-41-31 0 0,-7 22 7 0 0,-17 30 1 0 0,2-3 916 0 0,24-53-682 0 0,-1-1-218 0 0,1 0 0 0 0,0 0 1 0 0,0 1-1 0 0,0-1 1 0 0,-1 0-1 0 0,1 0 0 0 0,0 0 1 0 0,0 0-1 0 0,0 0 1 0 0,0 1-1 0 0,0-1 0 0 0,-1 0 1 0 0,1 0-1 0 0,0 0 0 0 0,0 1 1 0 0,0-1-1 0 0,0 0 1 0 0,0 0-1 0 0,0 0 0 0 0,0 1 1 0 0,0-1-1 0 0,0 0 1 0 0,0 0-1 0 0,0 0 0 0 0,0 1 1 0 0,0-1-1 0 0,0 0 1 0 0,0 0-1 0 0,0 1 0 0 0,0-1 1 0 0,0 0-1 0 0,0 1 1 0 0,1-2-23 0 0,5 0-2 0 0,0 1 1 0 0,0-1-1 0 0,-1 1 0 0 0,1 0 1 0 0,0 0-1 0 0,0 0 1 0 0,-1 1-1 0 0,1 0 0 0 0,0 0 1 0 0,-1 1-1 0 0,1-1 1 0 0,-1 1-1 0 0,6 3 0 0 0,0 1-12 0 0,-3-2 4 0 0,0 0 1 0 0,0 0-1 0 0,-1 1 0 0 0,0 1 0 0 0,10 8 0 0 0,-15-13 57 0 0,1 1 0 0 0,-1 0-1 0 0,0 0 1 0 0,0 0 0 0 0,-1 1 0 0 0,1-1-1 0 0,0 0 1 0 0,-1 1 0 0 0,1-1-1 0 0,-1 1 1 0 0,0-1 0 0 0,0 1 0 0 0,0-1-1 0 0,0 1 1 0 0,0 0 0 0 0,0 0-1 0 0,-1 0 1 0 0,0-1 0 0 0,1 1-1 0 0,-1 0 1 0 0,0 0 0 0 0,0 0 0 0 0,-1 0-1 0 0,1-1 1 0 0,0 1 0 0 0,-1 0-1 0 0,-1 3 1 0 0,1-3 105 0 0,0 3 109 0 0,-2 0 0 0 0,1 0-1 0 0,-1-1 1 0 0,0 1 0 0 0,0-1 0 0 0,0 1-1 0 0,-1-1 1 0 0,0 0 0 0 0,0 0 0 0 0,0 0-1 0 0,0-1 1 0 0,-1 0 0 0 0,0 0 0 0 0,0 0-1 0 0,0 0 1 0 0,0-1 0 0 0,-1 1 0 0 0,1-2-1 0 0,-12 5 1 0 0,8-3-160 0 0,0-1 1 0 0,-1 0-1 0 0,1-1 0 0 0,-1 0 0 0 0,1-1 1 0 0,-1 0-1 0 0,0 0 0 0 0,1-1 0 0 0,-1 0 1 0 0,0-1-1 0 0,-17-3 0 0 0,25 3-310 0 0,1 1 0 0 0,0 0 0 0 0,-1-1 0 0 0,1 1 0 0 0,0-1 0 0 0,-1 0 0 0 0,1 1 1 0 0,0-1-1 0 0,0 0 0 0 0,0 0 0 0 0,0 0 0 0 0,0 0 0 0 0,0 0 0 0 0,0 0 0 0 0,0 0 0 0 0,0 0 0 0 0,0 0 0 0 0,0 0 0 0 0,1-1 0 0 0,-1 1 0 0 0,1 0 0 0 0,-1 0 0 0 0,1-1 0 0 0,-1 1 1 0 0,1 0-1 0 0,0-1 0 0 0,-1 1 0 0 0,1-1 0 0 0,0 1 0 0 0,0 0 0 0 0,0-1 0 0 0,0-1 0 0 0,1-3-1495 0 0,0 1 1 0 0,0 0-1 0 0,0 0 0 0 0,0 0 0 0 0,1 0 1 0 0,0 0-1 0 0,2-5 0 0 0</inkml:trace>
</inkml:ink>
</file>

<file path=ppt/ink/ink1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0:08.6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14 158 720 0 0,'-14'-34'21725'0'0,"14"33"-21609"0"0,1-1 0 0 0,-1 1 0 0 0,1 0 0 0 0,-1 0 1 0 0,1 0-1 0 0,-1 0 0 0 0,1 1 0 0 0,0-1 0 0 0,-1 0 1 0 0,1 0-1 0 0,0 0 0 0 0,0 0 0 0 0,-1 1 0 0 0,1-1 0 0 0,0 0 1 0 0,0 1-1 0 0,0-1 0 0 0,0 0 0 0 0,0 1 0 0 0,0 0 1 0 0,2-1-1 0 0,30-12 246 0 0,-19 8-197 0 0,115-39 393 0 0,-18 6-3711 0 0,-85 32-1684 0 0</inkml:trace>
</inkml:ink>
</file>

<file path=ppt/ink/ink1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0:08.8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73 43 1908 0 0,'-71'63'20833'0'0,"71"-63"-20780"0"0,0 1 0 0 0,0-1-1 0 0,-1 0 1 0 0,1 0 0 0 0,0 0-1 0 0,0 0 1 0 0,0 1 0 0 0,0-1-1 0 0,0 0 1 0 0,0 0 0 0 0,0 0-1 0 0,0 1 1 0 0,0-1 0 0 0,0 0-1 0 0,0 0 1 0 0,0 0 0 0 0,0 1-1 0 0,0-1 1 0 0,0 0 0 0 0,0 0-1 0 0,0 1 1 0 0,0-1 0 0 0,0 0-1 0 0,0 0 1 0 0,0 0 0 0 0,0 0-1 0 0,0 1 1 0 0,0-1 0 0 0,0 0-1 0 0,1 0 1 0 0,-1 0 0 0 0,0 1 0 0 0,0-1-1 0 0,0 0 1 0 0,0 0 0 0 0,0 0-1 0 0,1 0 1 0 0,-1 0 0 0 0,0 0-1 0 0,0 1 1 0 0,0-1 0 0 0,52-8 850 0 0,99-28 1 0 0,-55 11-3057 0 0,-64 17 660 0 0,38-9-2983 0 0,-24 3-3949 0 0,-28 9 615 0 0</inkml:trace>
</inkml:ink>
</file>

<file path=ppt/ink/ink1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0:20.1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28 904 0 0,'-18'5'24516'0'0,"21"-4"-24493"0"0,0 0 0 0 0,0 0 0 0 0,0-1 0 0 0,0 1 0 0 0,0 0 0 0 0,0-1 0 0 0,0 0 0 0 0,0 0 0 0 0,0 0 0 0 0,4 0 0 0 0,38-5 95 0 0,-25 2-86 0 0,189-24 202 0 0,-206 27-258 0 0,13-2 5 0 0,-7 2 5 0 0,-7 0 103 0 0,4 0-1452 0 0</inkml:trace>
</inkml:ink>
</file>

<file path=ppt/ink/ink1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0:21.6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1 672 0 0,'0'0'1668'0'0</inkml:trace>
</inkml:ink>
</file>

<file path=ppt/ink/ink1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0:25.0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 12 1652 0 0,'0'0'1494'0'0,"14"-6"3733"0"0,-12 5-5290 0 0,12-4 2862 0 0,-13 5-2744 0 0,-1 0 1 0 0,1 0-1 0 0,-1 0 0 0 0,1 0 1 0 0,-1 0-1 0 0,1 0 0 0 0,-1 0 0 0 0,0 0 1 0 0,1 0-1 0 0,-1 0 0 0 0,1 1 1 0 0,-1-1-1 0 0,1 0 0 0 0,-1 0 1 0 0,1 0-1 0 0,-1 1 0 0 0,0-1 0 0 0,1 0 1 0 0,-1 0-1 0 0,0 1 0 0 0,1-1 1 0 0,-1 0-1 0 0,0 1 0 0 0,1-1 1 0 0,-1 0-1 0 0,0 1 0 0 0,1-1 0 0 0,-1 1 1 0 0,0-1-1 0 0,0 0 0 0 0,0 1 1 0 0,1-1-1 0 0,-1 1 0 0 0,0-1 1 0 0,0 1-1 0 0,2 9 327 0 0,-1 0-1 0 0,0 0 1 0 0,0 0 0 0 0,-1 0-1 0 0,-2 15 1 0 0,-10 55 655 0 0,7-48-685 0 0,-34 259 1271 0 0,27 2-799 0 0,13-275-752 0 0,0 0-1 0 0,2 0 0 0 0,0-1 0 0 0,0 1 1 0 0,2-1-1 0 0,9 26 0 0 0,-11-37-115 0 0,0 0-1 0 0,0 0 1 0 0,0 0-1 0 0,1 0 1 0 0,-1 0-1 0 0,1-1 1 0 0,1 1-1 0 0,-1-1 1 0 0,1 0-1 0 0,0-1 1 0 0,0 1-1 0 0,1-1 1 0 0,-1 0-1 0 0,1 0 1 0 0,0 0-1 0 0,0-1 1 0 0,0 0-1 0 0,0 0 1 0 0,13 3-1 0 0,13-3-3773 0 0,-10-6-1879 0 0</inkml:trace>
</inkml:ink>
</file>

<file path=ppt/ink/ink1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0:25.6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 43 1556 0 0,'-34'-11'21325'0'0,"107"1"-20289"0"0,-41 5-856 0 0,46-2 1 0 0,-75 7-175 0 0,10-3 8 0 0,2 1-646 0 0,9-2 1706 0 0,-15 3-3980 0 0</inkml:trace>
</inkml:ink>
</file>

<file path=ppt/ink/ink1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0:26.3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 64 52 0 0,'-19'-48'18260'0'0,"20"47"-18241"0"0,-1 0 0 0 0,1 0-1 0 0,-1 1 1 0 0,1-1 0 0 0,0 0-1 0 0,-1 0 1 0 0,1 0-1 0 0,0 1 1 0 0,0-1 0 0 0,-1 0-1 0 0,1 1 1 0 0,0-1 0 0 0,0 1-1 0 0,0-1 1 0 0,0 1 0 0 0,0-1-1 0 0,0 1 1 0 0,0 0 0 0 0,0-1-1 0 0,0 1 1 0 0,0 0-1 0 0,0 0 1 0 0,0 0 0 0 0,0 0-1 0 0,2 0 1 0 0,0-2-13 0 0,2 2-3 0 0,18 4 23 0 0,-16-2-26 0 0,0 0-1 0 0,-1 1 0 0 0,1 0 1 0 0,0 0-1 0 0,-1 1 0 0 0,11 7 0 0 0,-1-2-18 0 0,-14-6 15 0 0,0-1 1 0 0,0 0-1 0 0,0 1 0 0 0,0 0 0 0 0,0-1 0 0 0,-1 1 0 0 0,1 0 0 0 0,-1 0 0 0 0,0 0 0 0 0,1 0 0 0 0,-1 0 0 0 0,1 6 0 0 0,1 1 2 0 0,-2-5 4 0 0,1 0-1 0 0,-1 0 1 0 0,-1 0-1 0 0,1 1 1 0 0,-1-1-1 0 0,0 0 1 0 0,0 0-1 0 0,0 1 1 0 0,-1-1-1 0 0,0 0 1 0 0,0 0 0 0 0,-3 9-1 0 0,-3 6 15 0 0,-18 35 0 0 0,11-26-7 0 0,-17 30 210 0 0,30-57-190 0 0,16 0-31 0 0,3-4 13 0 0,7 2-29 0 0,-15 1 6 0 0,1 1-1 0 0,-1 0 0 0 0,0 1 1 0 0,0 0-1 0 0,0 0 1 0 0,0 1-1 0 0,0 0 1 0 0,-1 1-1 0 0,13 8 1 0 0,-16-9 103 0 0,1 0 0 0 0,-1 0 0 0 0,0 1 0 0 0,-1 0 1 0 0,1 0-1 0 0,-1 1 0 0 0,0-1 0 0 0,0 1 1 0 0,-1 1-1 0 0,1-1 0 0 0,-1 0 0 0 0,-1 1 0 0 0,6 12 1 0 0,-8-14 169 0 0,0 0 0 0 0,0 0 1 0 0,0 0-1 0 0,0 0 1 0 0,-1 0-1 0 0,0 0 0 0 0,0 0 1 0 0,0 0-1 0 0,-1 0 1 0 0,0 1-1 0 0,0-1 0 0 0,0 0 1 0 0,0 0-1 0 0,-1-1 1 0 0,0 1-1 0 0,0 0 1 0 0,0-1-1 0 0,-1 1 0 0 0,-5 8 1 0 0,4-8-106 0 0,-1 0 0 0 0,0 0 0 0 0,0 0 0 0 0,0-1 0 0 0,0 0 0 0 0,-1 0 1 0 0,1 0-1 0 0,-1 0 0 0 0,0-1 0 0 0,0 0 0 0 0,-1 0 0 0 0,1-1 0 0 0,0 0 0 0 0,-11 2 1 0 0,9-2-143 0 0,0-1 0 0 0,-1 0 0 0 0,1 0 0 0 0,0-1 0 0 0,0 0 0 0 0,0-1 0 0 0,0 1 0 0 0,-14-4 0 0 0,19 3-232 0 0,0 0 0 0 0,0 0 0 0 0,0-1-1 0 0,1 1 1 0 0,-1-1 0 0 0,0 1 0 0 0,0-1 0 0 0,1 0-1 0 0,-1 0 1 0 0,-3-5 0 0 0,4 5-191 0 0,0-1 1 0 0,0 1-1 0 0,1-1 0 0 0,-1 1 0 0 0,1-1 1 0 0,0 0-1 0 0,-1 0 0 0 0,1 0 1 0 0,1 0-1 0 0,-1 0 0 0 0,0 0 1 0 0,1 0-1 0 0,-1-4 0 0 0,1-4-2419 0 0,0 0 0 0 0,0 0 0 0 0,5-21 0 0 0,-1 13-3237 0 0</inkml:trace>
</inkml:ink>
</file>

<file path=ppt/ink/ink1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0:26.7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 62 1260 0 0,'-22'-45'13213'0'0,"15"29"-8345"0"0,40 39-3516 0 0,-1 2 0 0 0,-2 1-1 0 0,0 1 1 0 0,38 48 0 0 0,-40-43-831 0 0,-2 1 0 0 0,-2 1 0 0 0,-1 1 0 0 0,-1 2 0 0 0,-2 0 0 0 0,-2 1 0 0 0,-1 1 0 0 0,-2 0 0 0 0,-2 1 0 0 0,8 46 0 0 0,-18-63-420 0 0,-1 0 0 0 0,-1 0 1 0 0,-1 0-1 0 0,-1 0 0 0 0,-1 0 0 0 0,-1 0 0 0 0,-1 0 1 0 0,-2-1-1 0 0,0 1 0 0 0,-1-1 0 0 0,-1-1 1 0 0,-14 28-1 0 0,0-7-807 0 0,-2-2 0 0 0,-1 0-1 0 0,-2-2 1 0 0,-2-1 0 0 0,-36 36 0 0 0,44-52-2768 0 0,-46 35-1 0 0,3-12-5918 0 0,23-20-771 0 0</inkml:trace>
</inkml:ink>
</file>

<file path=ppt/ink/ink1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0:32.3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31 504 0 0,'-7'-4'19031'0'0,"20"5"-18775"0"0,0 0 0 0 0,0 0-1 0 0,0-1 1 0 0,0-1 0 0 0,0 0 0 0 0,0-1-1 0 0,16-4 1 0 0,25-3-95 0 0,-17 5-144 0 0,33-2-5258 0 0,-68 6 4769 0 0,-1 0 0 0 0,0 0 1 0 0,0 0-1 0 0,0 0 0 0 0</inkml:trace>
</inkml:ink>
</file>

<file path=ppt/ink/ink1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0:32.5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 2 468 0 0,'-41'37'15415'0'0,"43"-36"-15305"0"0,-1 0-1 0 0,1 0 1 0 0,-1-1 0 0 0,1 1-1 0 0,-1 0 1 0 0,1-1 0 0 0,-1 1 0 0 0,1-1-1 0 0,0 0 1 0 0,-1 0 0 0 0,1 1-1 0 0,-1-1 1 0 0,3 0 0 0 0,-1 0-106 0 0,20-1-74 0 0,1-1 0 0 0,-1-1 0 0 0,25-8 0 0 0,-6 3-1922 0 0,24-6-5388 0 0,-42 7 2013 0 0</inkml:trace>
</inkml:ink>
</file>

<file path=ppt/ink/ink1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0:33.3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41 114 1556 0 0,'-20'-34'10589'0'0,"-1"3"1194"0"0,23 29-11751 0 0,0-1 0 0 0,0 1-1 0 0,0-1 1 0 0,0 1-1 0 0,1 0 1 0 0,-1 0 0 0 0,0 0-1 0 0,1 1 1 0 0,0-1 0 0 0,-1 0-1 0 0,1 1 1 0 0,0 0 0 0 0,0-1-1 0 0,0 1 1 0 0,4-1 0 0 0,52-11-54 0 0,-53 12 39 0 0,4 0-13 0 0,-3-1 0 0 0,1 1-1 0 0,0 1 1 0 0,0 0 0 0 0,14 1 0 0 0,-14-1-23 0 0,0 0 0 0 0,0 1 0 0 0,-1 0 0 0 0,1 1-1 0 0,0 0 1 0 0,0 0 0 0 0,-1 0 0 0 0,12 6 0 0 0,-16-6 13 0 0,-1-1 0 0 0,0 1-1 0 0,0-1 1 0 0,1 1 0 0 0,-1 0 0 0 0,-1 0-1 0 0,1 0 1 0 0,0 0 0 0 0,0 0 0 0 0,-1 1-1 0 0,1-1 1 0 0,-1 0 0 0 0,0 1-1 0 0,0-1 1 0 0,0 1 0 0 0,0-1 0 0 0,0 1-1 0 0,0 0 1 0 0,-1-1 0 0 0,1 1 0 0 0,-1 0-1 0 0,0-1 1 0 0,0 1 0 0 0,0 0 0 0 0,0 0-1 0 0,0-1 1 0 0,-1 1 0 0 0,0 4 0 0 0,-3 5 1 0 0,1-1 0 0 0,-2 1 0 0 0,1 0 0 0 0,-2-1 0 0 0,-10 18 1 0 0,0 0 17 0 0,-10 18 419 0 0,25-46-301 0 0,26 11-52 0 0,-11-9-83 0 0,0 1 0 0 0,-1 0 0 0 0,1 1 0 0 0,-1 1 0 0 0,0 0 0 0 0,-1 0 0 0 0,0 1 0 0 0,0 1 0 0 0,0 0 0 0 0,-1 0 0 0 0,0 2 0 0 0,0-1 0 0 0,17 22 0 0 0,-24-26 149 0 0,-1 1-1 0 0,0 0 1 0 0,0 0 0 0 0,0 0-1 0 0,-1 0 1 0 0,0 0-1 0 0,0 0 1 0 0,-1 1 0 0 0,1-1-1 0 0,-1 1 1 0 0,-1-1-1 0 0,1 1 1 0 0,-1-1-1 0 0,0 1 1 0 0,-1 0 0 0 0,1-1-1 0 0,-1 1 1 0 0,-1-1-1 0 0,1 0 1 0 0,-1 1 0 0 0,0-1-1 0 0,-1 0 1 0 0,1 0-1 0 0,-1 0 1 0 0,0 0 0 0 0,-1-1-1 0 0,0 1 1 0 0,1-1-1 0 0,-2 0 1 0 0,1 0-1 0 0,-1 0 1 0 0,1-1 0 0 0,-1 1-1 0 0,0-1 1 0 0,-1 0-1 0 0,1-1 1 0 0,-1 1 0 0 0,0-1-1 0 0,0 0 1 0 0,0-1-1 0 0,0 1 1 0 0,0-1 0 0 0,0 0-1 0 0,-1-1 1 0 0,1 1-1 0 0,-1-2 1 0 0,1 1-1 0 0,-1 0 1 0 0,1-1 0 0 0,-11-1-1 0 0,6-1-677 0 0,1 0-1 0 0,-1 0 0 0 0,1-1 0 0 0,-1 0 0 0 0,1-1 1 0 0,0 0-1 0 0,0-1 0 0 0,0 0 0 0 0,-12-9 1 0 0,-9-13-5446 0 0,7-5-3616 0 0</inkml:trace>
</inkml:ink>
</file>

<file path=ppt/ink/ink1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0:35.7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154 191 1512 0 0,'-1'-19'9064'0'0,"-57"178"-1900"0"0,-12 89-3862 0 0,61-214-3012 0 0,5-22 201 0 0,1 1 1 0 0,0-1-1 0 0,1 1 1 0 0,-1 15-1 0 0,18-48-128 0 0,39-126 115 0 0,-16 41-435 0 0,-6 26-37 0 0,3 2 0 0 0,76-122 0 0 0,-107 192-13 0 0,1 0-1 0 0,1 0 1 0 0,-1 0-1 0 0,1 1 1 0 0,0 0-1 0 0,0 0 1 0 0,12-7 0 0 0,-17 12 5 0 0,0 0 0 0 0,0 1 0 0 0,0-1 0 0 0,0 1 0 0 0,1-1 0 0 0,-1 1 0 0 0,0-1 0 0 0,0 1 0 0 0,0 0 1 0 0,1-1-1 0 0,-1 1 0 0 0,0 0 0 0 0,0 0 0 0 0,1 0 0 0 0,-1 0 0 0 0,0 0 0 0 0,0 0 0 0 0,1 1 0 0 0,-1-1 1 0 0,0 0-1 0 0,0 1 0 0 0,1-1 0 0 0,0 1 0 0 0,0 1 1 0 0,0-1 0 0 0,0 1 1 0 0,0-1-1 0 0,0 1 0 0 0,-1 0 0 0 0,1 0 1 0 0,0 0-1 0 0,-1 0 0 0 0,0 0 0 0 0,1 0 1 0 0,0 3-1 0 0,2 5 1 0 0,0 0 0 0 0,0 1 0 0 0,-1-1 0 0 0,1 13 1 0 0,4 38 537 0 0,-4 0 0 0 0,-4 95 1 0 0,-1-65-301 0 0,1-74-200 0 0,0 42 276 0 0,8 68 1 0 0,-8-126-343 0 0,1-1 1 0 0,-1 1-1 0 0,0-1 0 0 0,0 1 1 0 0,0-1-1 0 0,1 0 0 0 0,-1 1 1 0 0,0-1-1 0 0,0 1 1 0 0,1-1-1 0 0,-1 1 0 0 0,1-1 1 0 0,-1 0-1 0 0,0 1 1 0 0,1-1-1 0 0,-1 0 0 0 0,1 1 1 0 0,-1-1-1 0 0,1 0 0 0 0,-1 0 1 0 0,0 1-1 0 0,1-1 1 0 0,-1 0-1 0 0,1 0 0 0 0,0 0 1 0 0,-1 0-1 0 0,1 0 0 0 0,-1 1 1 0 0,1-1-1 0 0,-1 0 1 0 0,1 0-1 0 0,-1-1 0 0 0,1 1 1 0 0,-1 0-1 0 0,1 0 0 0 0,-1 0 1 0 0,1 0-1 0 0,-1 0 1 0 0,1-1-1 0 0,20-6-1695 0 0,-19 7 1555 0 0,4-3-1064 0 0,0 0 1 0 0,0-1 0 0 0,-1 1 0 0 0,1-1 0 0 0,9-8 0 0 0</inkml:trace>
</inkml:ink>
</file>

<file path=ppt/ink/ink1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0:36.0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60 48 2084 0 0,'-3'0'2143'0'0,"-16"-1"1233"0"0,-19-1 7499 0 0,45 0-9940 0 0,20-4-394 0 0,40-7-571 0 0,88-5-3216 0 0,-51 13-5693 0 0,-75 4 3604 0 0</inkml:trace>
</inkml:ink>
</file>

<file path=ppt/ink/ink1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0:36.6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 74 1940 0 0,'-3'0'4085'0'0,"-20"-8"5384"0"0,17 2-8345 0 0,6 4-224 0 0,-1 1-781 0 0,1 0 0 0 0,0 0-1 0 0,0 0 1 0 0,0 0 0 0 0,0-1 0 0 0,0 1 0 0 0,0 0 0 0 0,0 0 0 0 0,1 0 0 0 0,-1 0 0 0 0,0 0 0 0 0,0 0 0 0 0,1 0 0 0 0,-1 0 0 0 0,1 0 0 0 0,-1 0 0 0 0,1 0 0 0 0,1-1 0 0 0,4-3-26 0 0,1 1 1 0 0,-1 0-1 0 0,1 0 1 0 0,0 1-1 0 0,1 0 0 0 0,-1 0 1 0 0,1 1-1 0 0,-1-1 1 0 0,1 2-1 0 0,0-1 1 0 0,-1 1-1 0 0,1 0 0 0 0,15 1 1 0 0,-20 0-89 0 0,0 0 1 0 0,0 0 0 0 0,0 0-1 0 0,1 1 1 0 0,-1-1-1 0 0,0 1 1 0 0,0 0-1 0 0,0 0 1 0 0,0 0-1 0 0,0 0 1 0 0,0 0 0 0 0,0 1-1 0 0,0-1 1 0 0,-1 1-1 0 0,1 0 1 0 0,-1 0-1 0 0,1 0 1 0 0,-1 0 0 0 0,1 0-1 0 0,-1 1 1 0 0,0-1-1 0 0,0 1 1 0 0,0-1-1 0 0,-1 1 1 0 0,1 0-1 0 0,-1-1 1 0 0,1 1 0 0 0,-1 0-1 0 0,2 5 1 0 0,-3-3 2 0 0,0-1 0 0 0,0 0 1 0 0,0 1-1 0 0,0-1 0 0 0,-1 0 1 0 0,1 0-1 0 0,-1 1 0 0 0,0-1 1 0 0,0 0-1 0 0,-1 0 0 0 0,0 0 1 0 0,-3 7-1 0 0,-4 3 22 0 0,0 0 1 0 0,-11 13-1 0 0,6-8-15 0 0,-32 37 333 0 0,45-54-105 0 0,-2 3 321 0 0,2-5-544 0 0,1 0 1 0 0,0 0-1 0 0,0 1 1 0 0,-1-1-1 0 0,1 0 1 0 0,0 0-1 0 0,0 0 0 0 0,-1 1 1 0 0,1-1-1 0 0,0 0 1 0 0,0 0-1 0 0,0 1 0 0 0,-1-1 1 0 0,1 0-1 0 0,0 1 1 0 0,0-1-1 0 0,0 0 0 0 0,0 0 1 0 0,0 1-1 0 0,0-1 1 0 0,-1 0-1 0 0,1 1 1 0 0,0-1-1 0 0,0 0 0 0 0,0 1 1 0 0,0-1-1 0 0,0 0 1 0 0,0 1-1 0 0,0-1 0 0 0,1 1 1 0 0,6-3-8 0 0,1 0 1 0 0,-1 1 0 0 0,1 0-1 0 0,0 1 1 0 0,0-1 0 0 0,0 1-1 0 0,-1 1 1 0 0,1 0 0 0 0,0 0-1 0 0,-1 0 1 0 0,1 1 0 0 0,8 3-1 0 0,-10-3 14 0 0,-1 0-1 0 0,1 1 1 0 0,0 0-1 0 0,0 0 1 0 0,-1 0-1 0 0,0 1 1 0 0,0-1-1 0 0,0 1 1 0 0,0 1-1 0 0,-1-1 1 0 0,1 1-1 0 0,-1-1 1 0 0,0 1-1 0 0,0 1 1 0 0,5 8-1 0 0,-8-11 76 0 0,0 0 0 0 0,0 0 0 0 0,0 0 0 0 0,-1 0 0 0 0,1 0 0 0 0,-1 0 0 0 0,0 0 0 0 0,1 0 0 0 0,-1 0-1 0 0,-1 0 1 0 0,1 0 0 0 0,0 0 0 0 0,-1 0 0 0 0,1 0 0 0 0,-1 0 0 0 0,0 0 0 0 0,0 0 0 0 0,0 0 0 0 0,0 0 0 0 0,-1-1 0 0 0,1 1 0 0 0,-5 4 0 0 0,2-1 179 0 0,0 0 0 0 0,-1-1-1 0 0,0 1 1 0 0,0-1 0 0 0,-1-1 0 0 0,1 1 0 0 0,-1-1 0 0 0,-8 5 0 0 0,8-7-172 0 0,0 1-1 0 0,-1-2 0 0 0,0 1 0 0 0,1-1 1 0 0,-1 0-1 0 0,0 0 0 0 0,-9-1 1 0 0,1 1 6 0 0,-4 0-154 0 0,1-1 0 0 0,0-1-1 0 0,-25-4 1 0 0,42 5-133 0 0,1 0-1 0 0,-1 0 0 0 0,1 0 1 0 0,-1 0-1 0 0,0 0 1 0 0,1 0-1 0 0,-1 0 1 0 0,1-1-1 0 0,-1 1 1 0 0,1 0-1 0 0,-1 0 1 0 0,0 0-1 0 0,1-1 1 0 0,-1 1-1 0 0,1 0 1 0 0,-1-1-1 0 0,1 1 1 0 0,-1 0-1 0 0,1-1 1 0 0,0 1-1 0 0,-1-1 1 0 0,1 1-1 0 0,-1 0 1 0 0,1-1-1 0 0,0 1 1 0 0,-1-1-1 0 0,1 1 1 0 0,0-1-1 0 0,0 0 1 0 0,-1 1-1 0 0,1-1 1 0 0,0 1-1 0 0,0-1 1 0 0,0 1-1 0 0,0-1 1 0 0,0 0-1 0 0,0 1 0 0 0,0-1 1 0 0,0 1-1 0 0,0-1 1 0 0,0 0-1 0 0,0 1 1 0 0,0-1-1 0 0,0 1 1 0 0,0-1-1 0 0,0 0 1 0 0,1 0-1 0 0</inkml:trace>
</inkml:ink>
</file>

<file path=ppt/ink/ink1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0:36.9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46 1368 0 0,'27'-45'24006'0'0,"-27"45"-23890"0"0,1 0 1 0 0,-1 0 0 0 0,1 0 0 0 0,0 1 0 0 0,-1-1-1 0 0,1 0 1 0 0,-1 1 0 0 0,1-1 0 0 0,-1 0 0 0 0,1 1-1 0 0,-1-1 1 0 0,0 1 0 0 0,1-1 0 0 0,-1 1-1 0 0,0-1 1 0 0,1 1 0 0 0,-1 0 0 0 0,11 202 2305 0 0,-4-30-5181 0 0,5-87-2455 0 0,9-1-3641 0 0,-7-46-1811 0 0</inkml:trace>
</inkml:ink>
</file>

<file path=ppt/ink/ink1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0:39.3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94 284 1652 0 0,'0'0'6633'0'0,"2"12"-5075"0"0,-5 7-474 0 0,-13 108 3953 0 0,-21 66-2003 0 0,32-168-2310 0 0,4-16 340 0 0,-1 0-1 0 0,0-1 1 0 0,-6 16-1 0 0,7-23-615 0 0,-8-13 2 0 0,5-10-442 0 0,1 0-1 0 0,1 0 0 0 0,0 0 1 0 0,2 0-1 0 0,1 0 0 0 0,0 0 0 0 0,6-26 1 0 0,1 5-120 0 0,3 0-1 0 0,25-69 1 0 0,-18 69 67 0 0,31-57 0 0 0,-37 81 12 0 0,0 0 0 0 0,0 1 0 0 0,2 0 0 0 0,1 1 0 0 0,16-16 0 0 0,-27 29 17 0 0,0 1-1 0 0,0 0 0 0 0,0 0 1 0 0,1 0-1 0 0,-1 1 1 0 0,1 0-1 0 0,-1-1 0 0 0,1 1 1 0 0,0 1-1 0 0,0-1 0 0 0,8-1 1 0 0,-10 3-17 0 0,0 0 25 0 0,1 0 2 0 0,0 1-1 0 0,0-1 1 0 0,-1 1-1 0 0,1 0 1 0 0,0 0-1 0 0,0 0 1 0 0,-1 1-1 0 0,1-1 1 0 0,0 1-1 0 0,-1 0 1 0 0,0 0-1 0 0,1 0 1 0 0,-1 0 0 0 0,0 1-1 0 0,0-1 1 0 0,0 1-1 0 0,-1 0 1 0 0,1 0-1 0 0,-1 0 1 0 0,5 6-1 0 0,15 22 45 0 0,-21-30-28 0 0,13 21 36 0 0,-12-17-50 0 0,0 0 1 0 0,0 1-1 0 0,-1-1 0 0 0,1 1 0 0 0,-1 0 1 0 0,-1-1-1 0 0,1 1 0 0 0,-1 10 0 0 0,0-5-4 0 0,2 134 143 0 0,-21 161 1 0 0,16-243 162 0 0,3-61-258 0 0,-1 0-21 0 0,0 6-41 0 0,1-6-125 0 0</inkml:trace>
</inkml:ink>
</file>

<file path=ppt/ink/ink19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0:39.6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58 41 1940 0 0,'-3'1'2156'0'0,"-10"1"-228"0"0,-29 9 11687 0 0,45-12-13284 0 0,225-39 160 0 0,-72 30-6321 0 0,-87 7-606 0 0,-33 2 645 0 0</inkml:trace>
</inkml:ink>
</file>

<file path=ppt/ink/ink19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0:40.2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 46 2680 0 0,'-15'-33'18847'0'0,"15"32"-18827"0"0,1 0 0 0 0,-1 1 0 0 0,0-1 0 0 0,0 1 0 0 0,1-1 0 0 0,-1 1 0 0 0,1-1 0 0 0,-1 1 0 0 0,0-1 0 0 0,1 1 0 0 0,-1 0 0 0 0,1-1 0 0 0,-1 1 0 0 0,1-1 0 0 0,-1 1 0 0 0,1 0 0 0 0,0 0 0 0 0,-1-1 0 0 0,1 1 0 0 0,-1 0 0 0 0,1 0 0 0 0,0 0 0 0 0,-1 0 0 0 0,1-1 0 0 0,-1 1 0 0 0,1 0 0 0 0,0 0 0 0 0,-1 0 0 0 0,2 1 0 0 0,24-4 192 0 0,-22 3-208 0 0,0 0 1 0 0,1 0-1 0 0,-1 1 0 0 0,0-1 1 0 0,0 1-1 0 0,0 0 1 0 0,0 1-1 0 0,0-1 0 0 0,0 1 1 0 0,-1-1-1 0 0,1 1 1 0 0,0 0-1 0 0,-1 1 0 0 0,1-1 1 0 0,-1 0-1 0 0,0 1 1 0 0,0 0-1 0 0,0 0 0 0 0,0 0 1 0 0,0 0-1 0 0,-1 0 1 0 0,1 1-1 0 0,-1-1 0 0 0,0 1 1 0 0,0 0-1 0 0,0-1 1 0 0,-1 1-1 0 0,1 0 0 0 0,-1 0 1 0 0,0 0-1 0 0,0 0 1 0 0,0 0-1 0 0,-1 0 1 0 0,1 1-1 0 0,-1-1 0 0 0,0 0 1 0 0,0 0-1 0 0,0 0 1 0 0,-1 0-1 0 0,-1 7 0 0 0,-1-2-15 0 0,0 0 0 0 0,0 0 1 0 0,-1 0-1 0 0,0 0 0 0 0,-1-1 0 0 0,0 0 0 0 0,-9 12 0 0 0,-3 0 878 0 0,-26 25-1 0 0,22-25 2616 0 0,22-21-3471 0 0,-1 1-1 0 0,0-1 1 0 0,1 0 0 0 0,-1 1-1 0 0,1-1 1 0 0,0 1 0 0 0,-1-1-1 0 0,1 0 1 0 0,-1 1-1 0 0,1-1 1 0 0,0 1 0 0 0,-1-1-1 0 0,1 1 1 0 0,0 0-1 0 0,0-1 1 0 0,-1 1 0 0 0,1 0-1 0 0,0 0 1 0 0,0-1 0 0 0,0 1-1 0 0,22-5 57 0 0,-14 4-76 0 0,0 1 1 0 0,-1 0-1 0 0,1 0 1 0 0,0 1 0 0 0,0 0-1 0 0,-1 1 1 0 0,1 0 0 0 0,-1 0-1 0 0,0 1 1 0 0,1 0 0 0 0,-1 1-1 0 0,0-1 1 0 0,-1 1 0 0 0,9 6-1 0 0,-14-9 17 0 0,0 1 0 0 0,0-1 0 0 0,0 1-1 0 0,0-1 1 0 0,0 1 0 0 0,0 0 0 0 0,-1-1 0 0 0,1 1 0 0 0,-1 0-1 0 0,1 0 1 0 0,-1 0 0 0 0,1 0 0 0 0,-1 1 0 0 0,0-1-1 0 0,0 0 1 0 0,0 0 0 0 0,0 5 0 0 0,0-5 30 0 0,-1 0 1 0 0,0-1 0 0 0,0 1-1 0 0,-1 0 1 0 0,1 0 0 0 0,0-1-1 0 0,-1 1 1 0 0,1 0-1 0 0,-1 0 1 0 0,1-1 0 0 0,-1 1-1 0 0,0 0 1 0 0,1-1 0 0 0,-1 1-1 0 0,0-1 1 0 0,0 1-1 0 0,0-1 1 0 0,-1 0 0 0 0,1 1-1 0 0,0-1 1 0 0,0 0-1 0 0,-1 0 1 0 0,1 0 0 0 0,-2 2-1 0 0,-10 4 107 0 0,0 0-1 0 0,-1-1 0 0 0,0-1 1 0 0,0 0-1 0 0,0 0 1 0 0,0-1-1 0 0,-1-1 0 0 0,-24 2 1 0 0,36-5-203 0 0,-16 0-364 0 0,1-6-1604 0 0</inkml:trace>
</inkml:ink>
</file>

<file path=ppt/ink/ink19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0:40.6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81 344 0 0,'2'-2'2870'0'0,"0"-1"-1898"0"0,5-6 1849 0 0,0 0 0 0 0,0 0 0 0 0,1 0 0 0 0,16-13 0 0 0,-21 20-2530 0 0,0 0 0 0 0,1 0-1 0 0,-1 0 1 0 0,0 1 0 0 0,0-1 0 0 0,1 1 0 0 0,-1 0 0 0 0,1 0 0 0 0,-1 0 0 0 0,1 0 0 0 0,-1 1 0 0 0,1-1-1 0 0,0 1 1 0 0,-1 0 0 0 0,1 0 0 0 0,0 0 0 0 0,-1 1 0 0 0,1-1 0 0 0,-1 1 0 0 0,8 2 0 0 0,-6-1-170 0 0,0 0 1 0 0,0 1 0 0 0,0 0 0 0 0,0 0-1 0 0,0 0 1 0 0,-1 0 0 0 0,1 1 0 0 0,-1 0-1 0 0,0 0 1 0 0,0 0 0 0 0,-1 0 0 0 0,1 1-1 0 0,-1 0 1 0 0,0-1 0 0 0,0 1 0 0 0,0 0-1 0 0,-1 0 1 0 0,0 1 0 0 0,0-1 0 0 0,0 0-1 0 0,0 1 1 0 0,0 6 0 0 0,0 0 242 0 0,0 1-1 0 0,0 1 1 0 0,-2-1-1 0 0,0 0 1 0 0,0 0-1 0 0,-1 0 1 0 0,0 0 0 0 0,-7 22-1 0 0,2-13-71 0 0,-2-1 1 0 0,0-1-1 0 0,-1 1 1 0 0,-1-2-1 0 0,-16 24 0 0 0,-30 53 249 0 0,51-84-541 0 0,1-1 0 0 0,4-11 0 0 0,0 1 0 0 0,0-1 0 0 0,0 1 0 0 0,1-1 0 0 0,-1 1 0 0 0,0-1 0 0 0,0 0 0 0 0,0 1 0 0 0,0-1 0 0 0,0 0 0 0 0,0 1 0 0 0,1-1 0 0 0,-1 1 0 0 0,0-1 0 0 0,0 0 0 0 0,1 1 0 0 0,-1-1 0 0 0,0 0 0 0 0,0 0 0 0 0,1 1 0 0 0,-1-1 0 0 0,0 0 0 0 0,1 0 0 0 0,-1 1 0 0 0,0-1 0 0 0,1 0 0 0 0,0 0 0 0 0,9 2 0 0 0,0-1 0 0 0,-1-1 0 0 0,1 0 0 0 0,0 0 0 0 0,0-1 0 0 0,14-3 0 0 0,12 0 0 0 0,3 2-293 0 0,335-3-12780 0 0,-358 6 6425 0 0</inkml:trace>
</inkml:ink>
</file>

<file path=ppt/ink/ink19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0:41.7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6 167 1908 0 0,'4'-48'11015'0'0,"-3"40"-8547"0"0,0 11-2156 0 0,1 1 1 0 0,-1 0-1 0 0,0 0 1 0 0,0-1-1 0 0,0 1 1 0 0,0 0 0 0 0,-1 0-1 0 0,1 7 1 0 0,-1 40 1466 0 0,0-31-1174 0 0,-10 320 5999 0 0,4-260-1636 0 0,4-92-4546 0 0,1-6-394 0 0,0 0 1 0 0,2-1 0 0 0,0 1 0 0 0,1 0-1 0 0,5-21 1 0 0,0 2-16 0 0,2-19-181 0 0,3 1 0 0 0,2 0 0 0 0,3 1 0 0 0,2 0 0 0 0,48-93 0 0 0,-64 143 132 0 0,0-1 1 0 0,1 1-1 0 0,-1 0 0 0 0,1 0 1 0 0,0 0-1 0 0,0 0 0 0 0,1 1 1 0 0,8-6-1 0 0,-11 8-45 0 0,2 1 73 0 0,0 2 4 0 0,-1-1 0 0 0,1 0 0 0 0,-1 1 0 0 0,0-1 0 0 0,1 1 0 0 0,-1 0 0 0 0,0 0 0 0 0,0 1 0 0 0,0-1 0 0 0,0 1 0 0 0,-1-1-1 0 0,1 1 1 0 0,-1 0 0 0 0,0 0 0 0 0,1 0 0 0 0,-1 0 0 0 0,0 0 0 0 0,-1 0 0 0 0,3 6 0 0 0,3 8 67 0 0,-2-1-1 0 0,0 1 0 0 0,-1 0 1 0 0,4 30-1 0 0,0 74 108 0 0,-5-46-161 0 0,3 35-1447 0 0,-5-74-3238 0 0,0-2-5168 0 0</inkml:trace>
</inkml:ink>
</file>

<file path=ppt/ink/ink19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0:41.9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36 104 1792 0 0,'-11'-13'7131'0'0,"-7"-13"2315"0"0,18 25-9359 0 0,-1 1 0 0 0,0-1 1 0 0,1 1-1 0 0,-1-1 0 0 0,1 1 0 0 0,0-1 0 0 0,-1 1 0 0 0,1-1 1 0 0,-1 0-1 0 0,1 1 0 0 0,0-1 0 0 0,0 0 0 0 0,-1 1 1 0 0,1-1-1 0 0,0 0 0 0 0,0 1 0 0 0,0-1 0 0 0,0 0 0 0 0,0 1 1 0 0,0-1-1 0 0,0 0 0 0 0,0 0 0 0 0,0 1 0 0 0,0-1 1 0 0,0 0-1 0 0,0 1 0 0 0,0-1 0 0 0,0 0 0 0 0,1 1 0 0 0,-1-1 1 0 0,0 0-1 0 0,1 1 0 0 0,-1-1 0 0 0,0 0 0 0 0,1 1 1 0 0,-1-1-1 0 0,1 1 0 0 0,-1-1 0 0 0,1 1 0 0 0,-1-1 0 0 0,1 1 1 0 0,-1-1-1 0 0,1 1 0 0 0,0 0 0 0 0,0-1 0 0 0,36-9-420 0 0,1 1-1 0 0,67-6 0 0 0,-43 12-3669 0 0,0 5-3831 0 0,-38 0 697 0 0</inkml:trace>
</inkml:ink>
</file>

<file path=ppt/ink/ink19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0:42.5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45 1596 0 0,'-12'-17'14923'0'0,"10"10"-12524"0"0,3 5-2353 0 0,0 1-1 0 0,0 0 1 0 0,0-1-1 0 0,1 1 1 0 0,-1 0-1 0 0,0-1 1 0 0,1 1 0 0 0,-1 0-1 0 0,1 0 1 0 0,-1 0-1 0 0,1 0 1 0 0,0 0-1 0 0,-1 1 1 0 0,1-1-1 0 0,0 0 1 0 0,0 1-1 0 0,0-1 1 0 0,-1 1-1 0 0,3 0 1 0 0,0-1-25 0 0,0 1 0 0 0,0-1 0 0 0,0 1 0 0 0,0 0 1 0 0,0 1-1 0 0,0-1 0 0 0,0 1 0 0 0,6 1 0 0 0,-7 0-17 0 0,0-1-1 0 0,0 0 1 0 0,0 1-1 0 0,0 0 0 0 0,0 0 1 0 0,-1 0-1 0 0,1 0 1 0 0,-1 0-1 0 0,1 0 1 0 0,-1 1-1 0 0,0-1 1 0 0,0 1-1 0 0,0-1 1 0 0,0 1-1 0 0,0 0 1 0 0,-1 0-1 0 0,1 0 0 0 0,-1 0 1 0 0,0 0-1 0 0,1 0 1 0 0,-2 1-1 0 0,1-1 1 0 0,0 0-1 0 0,-1 0 1 0 0,1 1-1 0 0,-1 3 1 0 0,0-4-1 0 0,1 5-6 0 0,-1 1 1 0 0,0-1 0 0 0,-1 0-1 0 0,0 0 1 0 0,0 0-1 0 0,-1 0 1 0 0,1 0 0 0 0,-2 0-1 0 0,1-1 1 0 0,-1 1-1 0 0,-1-1 1 0 0,-6 12 0 0 0,-6 7 969 0 0,-36 45 0 0 0,51-71-863 0 0,1 1 0 0 0,-1-1 0 0 0,1 1 1 0 0,-1 0-1 0 0,1-1 0 0 0,0 1 0 0 0,-1 0 0 0 0,1-1 0 0 0,0 1 0 0 0,-1 0 0 0 0,1 0 0 0 0,0-1 0 0 0,0 1 0 0 0,-1 0 0 0 0,1 0 0 0 0,0 1 0 0 0,0-2-74 0 0,0 1 1 0 0,1-1-1 0 0,-1 0 1 0 0,0 0-1 0 0,0 1 0 0 0,0-1 1 0 0,1 0-1 0 0,-1 0 0 0 0,0 1 1 0 0,0-1-1 0 0,1 0 1 0 0,-1 0-1 0 0,0 1 0 0 0,1-1 1 0 0,-1 0-1 0 0,0 0 0 0 0,0 0 1 0 0,1 0-1 0 0,-1 0 1 0 0,0 1-1 0 0,1-1 0 0 0,-1 0 1 0 0,0 0-1 0 0,1 0 0 0 0,-1 0 1 0 0,1 0-1 0 0,1 0-4 0 0,13 0 62 0 0,-5 1-101 0 0,0-1 1 0 0,0 2 0 0 0,0-1-1 0 0,-1 2 1 0 0,1-1 0 0 0,0 1-1 0 0,-1 1 1 0 0,0-1 0 0 0,0 2-1 0 0,0-1 1 0 0,-1 1 0 0 0,1 0-1 0 0,-1 1 1 0 0,0 0 0 0 0,-1 1 0 0 0,1-1-1 0 0,-1 1 1 0 0,11 15 0 0 0,-15-17 97 0 0,1 0 0 0 0,-1 1 0 0 0,0-1 0 0 0,-1 1 0 0 0,1-1 0 0 0,-1 1 0 0 0,0 0 0 0 0,-1 0 0 0 0,1 0 0 0 0,-1 0 0 0 0,0 1 0 0 0,-1-1 0 0 0,1 0 0 0 0,-2 7 0 0 0,1-8 118 0 0,-1 0 0 0 0,0 0 0 0 0,-1 0 0 0 0,1 0-1 0 0,-1 0 1 0 0,0 0 0 0 0,0-1 0 0 0,-1 1 0 0 0,1-1 0 0 0,-1 1 0 0 0,0-1 0 0 0,0 0 0 0 0,0 0 0 0 0,-1 0 0 0 0,1-1 0 0 0,-1 1 0 0 0,-6 3 0 0 0,2-1-65 0 0,-1-1 1 0 0,0 0-1 0 0,-1 0 0 0 0,1-1 0 0 0,-1-1 1 0 0,1 1-1 0 0,-1-2 0 0 0,0 1 0 0 0,0-1 1 0 0,-1-1-1 0 0,1 0 0 0 0,0 0 0 0 0,-15-2 1 0 0,22 1-191 0 0,-1 0 1 0 0,1 0 0 0 0,-1-1 0 0 0,1 0 0 0 0,-1 0 0 0 0,1 0 0 0 0,-1 0 0 0 0,-4-2 0 0 0,-10-11-3114 0 0,18 14 2893 0 0,-1-1-1 0 0,1 0 1 0 0,0 0-1 0 0,-1 0 1 0 0,1 0-1 0 0,0 0 1 0 0,-1 1-1 0 0,1-1 1 0 0,0 0-1 0 0,0 0 1 0 0,0 0-1 0 0,0 0 1 0 0,0 0-1 0 0,0 0 1 0 0,0 0-1 0 0,0 0 1 0 0,0 0-1 0 0,0 0 1 0 0,1 1-1 0 0,-1-1 1 0 0,0 0 0 0 0,1 0-1 0 0,-1 0 1 0 0,1-1-1 0 0,12-17-6357 0 0</inkml:trace>
</inkml:ink>
</file>

<file path=ppt/ink/ink19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0:43.0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112 164 2460 0 0,'0'-16'5957'0'0,"10"-31"1686"0"0,-8 39-6941 0 0,1 0 0 0 0,0 0 0 0 0,1 1-1 0 0,4-8 1 0 0,-6 11-614 0 0,1 0 0 0 0,0 0 0 0 0,0 0-1 0 0,0 1 1 0 0,0 0 0 0 0,0-1 0 0 0,1 1 0 0 0,-1 0 0 0 0,1 0 0 0 0,0 1-1 0 0,0-1 1 0 0,0 1 0 0 0,0 0 0 0 0,0 0 0 0 0,1 0 0 0 0,-1 1 0 0 0,1 0-1 0 0,-1-1 1 0 0,1 2 0 0 0,6-2 0 0 0,14 1 53 0 0,-18 4-134 0 0,-3 0 8 0 0,-1-2-11 0 0,1 1-1 0 0,-1-1 0 0 0,0 0 0 0 0,0 1 0 0 0,0 0 1 0 0,-1 0-1 0 0,1 0 0 0 0,0 0 0 0 0,-1 0 1 0 0,1 0-1 0 0,-1 1 0 0 0,0 0 0 0 0,0-1 1 0 0,0 1-1 0 0,0 0 0 0 0,3 4 0 0 0,-4-2 11 0 0,1-1-1 0 0,-1 1 0 0 0,0-1 1 0 0,0 1-1 0 0,0 0 0 0 0,-1-1 1 0 0,1 1-1 0 0,-1 0 1 0 0,0-1-1 0 0,-1 9 0 0 0,-2 0 42 0 0,0 0-1 0 0,-1 0 1 0 0,0 0 0 0 0,0 0-1 0 0,-2-1 1 0 0,0 0-1 0 0,-8 14 1 0 0,-29 39 502 0 0,42-64-521 0 0,-1 6 24 0 0,2-7-57 0 0,0 1 1 0 0,0-1 0 0 0,0 0 0 0 0,-1 0 0 0 0,1 1-1 0 0,0-1 1 0 0,0 0 0 0 0,0 1 0 0 0,0-1 0 0 0,0 0 0 0 0,0 0-1 0 0,0 1 1 0 0,0-1 0 0 0,0 0 0 0 0,0 1 0 0 0,0-1-1 0 0,0 0 1 0 0,0 1 0 0 0,0-1 0 0 0,0 0 0 0 0,0 0-1 0 0,1 1 1 0 0,-1-1 0 0 0,0 0 0 0 0,0 0 0 0 0,0 1 0 0 0,0-1-1 0 0,0 0 1 0 0,1 0 0 0 0,-1 1 0 0 0,1 0-8 0 0,2 0-3 0 0,13 4-16 0 0,1 1-1 0 0,-1 1 0 0 0,24 14 1 0 0,-34-17 22 0 0,-1 0 0 0 0,1 0 0 0 0,-1 1 0 0 0,0 0 0 0 0,0 0 0 0 0,0 0 0 0 0,-1 0 1 0 0,0 1-1 0 0,6 9 0 0 0,-8-11 42 0 0,0-1 0 0 0,0 0 1 0 0,-1 1-1 0 0,1-1 1 0 0,-1 1-1 0 0,0-1 0 0 0,0 1 1 0 0,0 0-1 0 0,0 0 0 0 0,0-1 1 0 0,-1 1-1 0 0,0 0 0 0 0,0 0 1 0 0,0 0-1 0 0,0-1 0 0 0,-1 1 1 0 0,1 0-1 0 0,-1 0 1 0 0,0-1-1 0 0,0 1 0 0 0,-1 0 1 0 0,1-1-1 0 0,-1 1 0 0 0,1-1 1 0 0,-1 0-1 0 0,0 1 0 0 0,0-1 1 0 0,-1 0-1 0 0,1 0 0 0 0,-1 0 1 0 0,1-1-1 0 0,-1 1 1 0 0,0 0-1 0 0,0-1 0 0 0,-6 3 1 0 0,1 1-46 0 0,-2-1 1 0 0,1 0-1 0 0,0 0 1 0 0,-1-1-1 0 0,0-1 1 0 0,0 1-1 0 0,0-2 1 0 0,-1 1-1 0 0,1-2 1 0 0,0 1-1 0 0,-22-1 1 0 0,22-2-500 0 0,0 0 1 0 0,0-1 0 0 0,0 0 0 0 0,0 0 0 0 0,0-1 0 0 0,1-1 0 0 0,0 0 0 0 0,-1 0 0 0 0,1 0 0 0 0,0-1-1 0 0,-9-8 1 0 0,8 6-1042 0 0,1-1-1 0 0,0 0 0 0 0,0 0 1 0 0,0-1-1 0 0,-8-13 0 0 0,-4-8-5077 0 0</inkml:trace>
</inkml:ink>
</file>

<file path=ppt/ink/ink19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0:43.8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 6 1220 0 0,'-2'1'4269'0'0,"-14"0"1774"0"0,-9 4 4101 0 0,39-5-10251 0 0,43-5 138 0 0,63-2 290 0 0,-103 7-1540 0 0,0 1-1 0 0,27 5 1 0 0,-31-1-697 0 0</inkml:trace>
</inkml:ink>
</file>

<file path=ppt/ink/ink19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0:43.9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80 0 1896 0 0,'-40'36'7870'0'0,"0"1"5007"0"0,60-37-12046 0 0,52-2-1715 0 0,145 14-1 0 0,-29 24-10102 0 0,-130-21 2673 0 0</inkml:trace>
</inkml:ink>
</file>

<file path=ppt/ink/ink19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0:44.5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52 1512 0 0,'-7'-30'14290'0'0,"7"29"-14235"0"0,0 1 1 0 0,0-1-1 0 0,0 0 0 0 0,0 1 0 0 0,0-1 0 0 0,0 1 1 0 0,0-1-1 0 0,0 1 0 0 0,0-1 0 0 0,1 1 0 0 0,-1-1 1 0 0,0 0-1 0 0,0 1 0 0 0,1-1 0 0 0,-1 1 0 0 0,0-1 1 0 0,0 1-1 0 0,1 0 0 0 0,-1-1 0 0 0,1 1 0 0 0,-1-1 1 0 0,0 1-1 0 0,1-1 0 0 0,-1 1 0 0 0,1 0 0 0 0,-1-1 1 0 0,1 1-1 0 0,-1 0 0 0 0,1 0 0 0 0,-1-1 0 0 0,1 1 1 0 0,-1 0-1 0 0,1 0 0 0 0,0 0 0 0 0,24-3 100 0 0,-18 2-48 0 0,29-2-275 0 0,68 4 0 0 0,-59 4-2931 0 0,0 5-3878 0 0,-31-6 1797 0 0</inkml:trace>
</inkml:ink>
</file>

<file path=ppt/ink/ink19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0:44.6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 0 328 0 0,'-48'29'20600'0'0,"49"-28"-20551"0"0,0-1-1 0 0,-1 0 1 0 0,1 1 0 0 0,0-1-1 0 0,-1 0 1 0 0,1 1 0 0 0,0-1-1 0 0,-1 0 1 0 0,1 0 0 0 0,0 0-1 0 0,-1 0 1 0 0,1 1 0 0 0,0-1 0 0 0,0 0-1 0 0,-1 0 1 0 0,1-1 0 0 0,0 1-1 0 0,0 0 1 0 0,-1 0 0 0 0,2 0-1 0 0,17-3 129 0 0,-18 3-161 0 0,229-17-2289 0 0,-77 19-6957 0 0,-87 1 994 0 0</inkml:trace>
</inkml:ink>
</file>

<file path=ppt/ink/ink19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0:45.2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59 1 1684 0 0,'-2'1'1695'0'0,"-55"20"16264"0"0,69-23-18009 0 0,14-1 25 0 0,29 1 0 0 0,-14 6-3443 0 0,-1 9-5220 0 0</inkml:trace>
</inkml:ink>
</file>

<file path=ppt/ink/ink19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0:45.4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71 133 3456 0 0,'-61'27'16967'0'0,"51"-23"-14216"0"0,200-71-3340 0 0,-169 58-374 0 0,54-24-2803 0 0,-26 4-3038 0 0,-13 3-1844 0 0</inkml:trace>
</inkml:ink>
</file>

<file path=ppt/ink/ink19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0:53.8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245 49 108 0 0,'-6'-12'7375'0'0,"-15"-19"-863"0"0,21 31-6468 0 0,-1-1 1 0 0,1 1 0 0 0,0 0-1 0 0,0-1 1 0 0,0 1 0 0 0,-1 0-1 0 0,1-1 1 0 0,0 1 0 0 0,0 0-1 0 0,-1-1 1 0 0,1 1 0 0 0,0 0-1 0 0,-1 0 1 0 0,1-1 0 0 0,0 1-1 0 0,-1 0 1 0 0,1 0 0 0 0,0 0-1 0 0,-1-1 1 0 0,1 1 0 0 0,-1 0-1 0 0,-3 2 99 0 0,1 0 0 0 0,0-1-1 0 0,0 2 1 0 0,0-1 0 0 0,0 0-1 0 0,0 1 1 0 0,0-1 0 0 0,0 1-1 0 0,1 0 1 0 0,-5 6 0 0 0,-23 38 969 0 0,22-33-754 0 0,-15 25 193 0 0,1 1 0 0 0,2 1 1 0 0,-21 64-1 0 0,34-82-445 0 0,1-1 0 0 0,0 1 0 0 0,2 0 0 0 0,1 1 0 0 0,1-1 0 0 0,1 0 0 0 0,1 1 1 0 0,4 37-1 0 0,-3-56-57 0 0,0 1 1 0 0,1-1 0 0 0,-1 0 0 0 0,1 1 0 0 0,0-1 0 0 0,0 0-1 0 0,0 0 1 0 0,1 0 0 0 0,0 0 0 0 0,0-1 0 0 0,0 1 0 0 0,1-1-1 0 0,-1 0 1 0 0,1 0 0 0 0,0 0 0 0 0,0 0 0 0 0,1-1 0 0 0,-1 1-1 0 0,7 3 1 0 0,-4-4 2 0 0,0 0-1 0 0,0 0 1 0 0,1 0-1 0 0,0-1 1 0 0,-1 0-1 0 0,1 0 0 0 0,0-1 1 0 0,0 0-1 0 0,0-1 1 0 0,0 1-1 0 0,0-2 1 0 0,15-1-1 0 0,-2-2-11 0 0,0-1 0 0 0,0-1-1 0 0,-1 0 1 0 0,0-2 0 0 0,0 0-1 0 0,-1-1 1 0 0,0-2 0 0 0,0 1 0 0 0,-1-2-1 0 0,29-25 1 0 0,-33 26-27 0 0,-1-1 0 0 0,0-1 0 0 0,-1-1 1 0 0,-1 0-1 0 0,0 0 0 0 0,-1-1 0 0 0,0 0 0 0 0,-1-1 0 0 0,-1 0 0 0 0,0 0 0 0 0,-1-1 1 0 0,-1 0-1 0 0,4-20 0 0 0,-8 27-13 0 0,-1 1 1 0 0,0 0 0 0 0,0-1-1 0 0,-1 1 1 0 0,-1-1 0 0 0,1 1-1 0 0,-1-1 1 0 0,-1 1 0 0 0,0 0-1 0 0,0-1 1 0 0,-1 1 0 0 0,0 0-1 0 0,-1 1 1 0 0,0-1 0 0 0,-5-9-1 0 0,5 12 1 0 0,-1 0 0 0 0,1 1 0 0 0,-1-1 0 0 0,0 1 0 0 0,0 0 0 0 0,-1 0-1 0 0,1 0 1 0 0,-1 1 0 0 0,0 0 0 0 0,0 0 0 0 0,-1 0 0 0 0,1 1 0 0 0,-1 0-1 0 0,0 0 1 0 0,1 1 0 0 0,-1-1 0 0 0,-1 2 0 0 0,1-1 0 0 0,0 1 0 0 0,-8-1-1 0 0,1 2-68 0 0,1 1-1 0 0,-1 0 1 0 0,1 1-1 0 0,-1 0 0 0 0,1 1 1 0 0,0 0-1 0 0,0 1 0 0 0,0 1 1 0 0,1 0-1 0 0,-1 0 0 0 0,1 2 1 0 0,-20 13-1 0 0,12-6-744 0 0,0 1 0 0 0,2 1 0 0 0,0 0 0 0 0,0 2 0 0 0,2 0 0 0 0,-19 26 0 0 0,19-19-2013 0 0,1 0 0 0 0,-13 31 0 0 0,12-20-3200 0 0</inkml:trace>
</inkml:ink>
</file>

<file path=ppt/ink/ink19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1:00.5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14 496 0 0,'0'0'2140'0'0,"10"-7"-2088"0"0,-6 0-1580 0 0</inkml:trace>
</inkml:ink>
</file>

<file path=ppt/ink/ink19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1:03.9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48 0 0,'0'0'580'0'0,"9"7"-492"0"0</inkml:trace>
</inkml:ink>
</file>

<file path=ppt/ink/ink19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1:04.6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4 700 0 0,'0'0'895'0'0,"0"0"-822"0"0,1-1 1 0 0,-1 1 0 0 0,1-1-1 0 0,0 1 1 0 0,-1 0-1 0 0,1-1 1 0 0,0 1 0 0 0,-1 0-1 0 0,1 0 1 0 0,0 0-1 0 0,0-1 1 0 0,-1 1-1 0 0,1 0 1 0 0,0 0 0 0 0,0 0-1 0 0,0 1-104 0 0,-1-1 0 0 0,1 1-1 0 0,-1-1 1 0 0,1 1 0 0 0,-1-1 0 0 0,0 1-1 0 0,1 0 1 0 0,-1-1 0 0 0,0 1-1 0 0,1 0 1 0 0,-1-1 0 0 0,0 1 0 0 0,0 0-1 0 0,0 0 1 0 0,0-1 0 0 0,0 1 0 0 0,0 0-1 0 0,0-1 1 0 0,0 1 0 0 0,0 0-1 0 0,0 0 1 0 0,0-1 0 0 0,0 1 0 0 0,0 0-1 0 0,0-1 1 0 0,-1 1 0 0 0,1 0 0 0 0,0-1-1 0 0,-1 1 1 0 0,1 0 0 0 0,0-1-1 0 0,-2 2 1 0 0,2-1-565 0 0</inkml:trace>
</inkml:ink>
</file>

<file path=ppt/ink/ink19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1:07.7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172 28 244 0 0,'0'0'1389'0'0,"-22"-9"4336"0"0,15 6-4906 0 0,1 0-1 0 0,-1 0 1 0 0,0 1 0 0 0,0 0-1 0 0,0 1 1 0 0,0-1 0 0 0,-14 0-1 0 0,19 2-59 0 0,-1 0-352 0 0,-7 2 1404 0 0,-1-1 0 0 0,1 1 0 0 0,0 1 0 0 0,-19 6 2226 0 0,23-8-3735 0 0,7 1 198 0 0,15 2-252 0 0,215-12-57 0 0,-224 7-192 0 0,25-1 144 0 0,42-9 0 0 0,-71 11-122 0 0,-3 0 1 0 0,0-1 0 0 0,1 1 0 0 0,-1 0 0 0 0,1-1 0 0 0,-1 1 0 0 0,1 0 0 0 0,-1 0 1 0 0,0 0-1 0 0,1 0 0 0 0,-1-1 0 0 0,1 1 0 0 0,-1 0 0 0 0,1 0 0 0 0,-1 0 1 0 0,1 0-1 0 0,-1 0 0 0 0,1 0 0 0 0,-1 0 0 0 0,1 0 0 0 0,-1 0 0 0 0,1 0 0 0 0,0 1 1 0 0,9-2-277 0 0</inkml:trace>
</inkml:ink>
</file>

<file path=ppt/ink/ink19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1:08.3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183 66 1960 0 0,'9'-49'11538'0'0,"-6"39"-7987"0"0,-5 4-2170 0 0,-2 12-582 0 0,-8 21-138 0 0,6-14-334 0 0,-32 75 770 0 0,3 2 0 0 0,-37 157 1 0 0,64-212-980 0 0,1 1-1 0 0,2 0 1 0 0,2 0 0 0 0,1 1 0 0 0,3 44 0 0 0,1-63-85 0 0,0 0 0 0 0,1 0 0 0 0,1 0 0 0 0,0 0 0 0 0,2-1 0 0 0,0 0 0 0 0,1 0-1 0 0,0 0 1 0 0,1-1 0 0 0,1 0 0 0 0,1 0 0 0 0,15 18 0 0 0,-17-25-14 0 0,0-1 0 0 0,1-1-1 0 0,-1 1 1 0 0,2-2 0 0 0,-1 1 0 0 0,1-1-1 0 0,0 0 1 0 0,0-1 0 0 0,0 0 0 0 0,1-1-1 0 0,12 3 1 0 0,-16-5-526 0 0,0 0 0 0 0,1-1 0 0 0,-1 0 0 0 0,1 0 1 0 0,-1-1-1 0 0,1 0 0 0 0,14-2 0 0 0,-17 1-491 0 0,0 0 1 0 0,0-1 0 0 0,0 1-1 0 0,0-1 1 0 0,0 0 0 0 0,-1 0-1 0 0,1-1 1 0 0,-1 1-1 0 0,1-1 1 0 0,-1 0 0 0 0,0 0-1 0 0,5-6 1 0 0</inkml:trace>
</inkml:ink>
</file>

<file path=ppt/ink/ink19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1:09.9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95 47 564 0 0,'-18'-27'8772'0'0,"18"26"-8968"0"0,-1 0 439 0 0,1 0-1 0 0,0 0 1 0 0,-1 0 0 0 0,1 0-1 0 0,0 0 1 0 0,-1 1-1 0 0,1-1 1 0 0,-1 0-1 0 0,1 0 1 0 0,-1 0 0 0 0,0 0-1 0 0,1 1 1 0 0,-1-1-1 0 0,0 0 1 0 0,0 1-1 0 0,1-1 1 0 0,-1 0 0 0 0,0 1-1 0 0,0-1 1 0 0,0 1-1 0 0,0-1 1 0 0,0 1-1 0 0,0 0 1 0 0,0-1 0 0 0,0 1-1 0 0,0 0 1 0 0,0 0-1 0 0,0 0 1 0 0,-1-1 0 0 0,0 2 7 0 0,1 37 749 0 0,-11 58-1 0 0,8-69-813 0 0,-23 115 221 0 0,27-140-383 0 0,0-2-22 0 0,1 0 1 0 0,-1 1-1 0 0,0-1 0 0 0,0 0 0 0 0,0 0 1 0 0,0 0-1 0 0,0 0 0 0 0,0 0 1 0 0,0 1-1 0 0,1-1 0 0 0,-1 0 0 0 0,0 0 1 0 0,0 0-1 0 0,0 1 0 0 0,0-1 1 0 0,0 0-1 0 0,0 0 0 0 0,0 0 0 0 0,0 0 1 0 0,0 1-1 0 0,0-1 0 0 0,0 0 0 0 0,0 0 1 0 0,0 0-1 0 0,0 1 0 0 0,0-1 1 0 0,0 0-1 0 0,0 0 0 0 0,0 0 0 0 0,0 1 1 0 0,0-1-1 0 0,-1 0 0 0 0,1 0 1 0 0,0 0-1 0 0,0 0 0 0 0,0 0 0 0 0,0 1 1 0 0,0-1-1 0 0,0 0 0 0 0,-1 0 0 0 0,1 0 1 0 0,-1 1 9 0 0,1 0 1 0 0,-1 0-1 0 0,0 0 1 0 0,1 0 0 0 0,-1-1-1 0 0,1 1 1 0 0,-1 0-1 0 0,1 0 1 0 0,-1 0-1 0 0,1 0 1 0 0,0 0 0 0 0,-1 0-1 0 0,1 1 1 0 0,0-1-1 0 0,0 0 1 0 0,0 0-1 0 0,0 0 1 0 0,0 0-1 0 0,0 0 1 0 0,0 0 0 0 0,0 1-1 0 0,0 0 0 0 0,0-1 1 0 0,0 0-1 0 0,0 0 0 0 0,0 0 0 0 0,0 0 0 0 0,0 0 0 0 0,1 1 1 0 0,-1-1-1 0 0,0 0 0 0 0,0 0 0 0 0,1 0 0 0 0,-1 0 1 0 0,1 0-1 0 0,0 2 0 0 0,0-2 2 0 0,1-1 0 0 0,-1 1 0 0 0,0 0 1 0 0,1-1-1 0 0,-1 1 0 0 0,0-1 0 0 0,1 1 0 0 0,-1-1 0 0 0,1 0 0 0 0,-1 1 1 0 0,1-1-1 0 0,-1 0 0 0 0,1 0 0 0 0,-1 0 0 0 0,3-1 0 0 0,21 1 29 0 0,0-2 0 0 0,0 0-1 0 0,-1-2 1 0 0,1-1 0 0 0,-1-1-1 0 0,0-1 1 0 0,24-10 0 0 0,-30 9-28 0 0,-9 4-5 0 0,0 0 0 0 0,-1 0 0 0 0,0-1-1 0 0,16-11 1 0 0,-20 12-7 0 0,0 0-1 0 0,0-1 1 0 0,0 0-1 0 0,0 1 1 0 0,-1-1 0 0 0,0 0-1 0 0,0-1 1 0 0,0 1-1 0 0,-1-1 1 0 0,0 1-1 0 0,3-11 1 0 0,-4 12-1 0 0,0-7 2 0 0,-5-29 4 0 0,3 38-23 0 0,0-5 12 0 0,1 5-10 0 0,-1 2-2 0 0,1 0 15 0 0,-1 1 0 0 0,1-1 1 0 0,-1 0-1 0 0,1 0 0 0 0,0 0 0 0 0,-1 1 0 0 0,1-1 0 0 0,-1 0 1 0 0,1 1-1 0 0,0-1 0 0 0,0 0 0 0 0,-1 1 0 0 0,1-1 1 0 0,0 0-1 0 0,-1 1 0 0 0,1-1 0 0 0,0 0 0 0 0,0 1 0 0 0,0-1 1 0 0,-1 1-1 0 0,-1 9 5 0 0,0-1 0 0 0,1 1 0 0 0,0-1 0 0 0,0 1 0 0 0,2 12-1 0 0,-1-5 0 0 0,2 182 317 0 0,-1-4-3415 0 0</inkml:trace>
</inkml:ink>
</file>

<file path=ppt/ink/ink19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1:10.2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46 101 1788 0 0,'-4'-12'2048'0'0,"1"0"-1"0"0,1-1 1 0 0,0 1-1 0 0,1-14 1 0 0,-1 19-685 0 0,2 7-1161 0 0,-1-1 0 0 0,1 0-1 0 0,-1 0 1 0 0,1 0-1 0 0,0-1 1 0 0,0 1 0 0 0,-1 0-1 0 0,1 0 1 0 0,0 0 0 0 0,0 0-1 0 0,0 0 1 0 0,0 0 0 0 0,0 0-1 0 0,0 0 1 0 0,1-2 0 0 0,6 7 137 0 0,-1 1 1 0 0,1 0 0 0 0,-1 1 0 0 0,-1 0 0 0 0,1-1 0 0 0,-1 2-1 0 0,6 7 1 0 0,35 55 869 0 0,-38-55-1032 0 0,18 29 6 0 0,-2 1 0 0 0,-2 1 1 0 0,-2 1-1 0 0,-2 1 0 0 0,-2 0 0 0 0,-2 2 0 0 0,-2-1 1 0 0,-3 2-1 0 0,6 69 0 0 0,-15-85-86 0 0,-1 0-1 0 0,-2 1 1 0 0,-1-1-1 0 0,-2-1 1 0 0,-1 1-1 0 0,-2-1 1 0 0,-1 0-1 0 0,-1-1 1 0 0,-19 36 0 0 0,8-22-656 0 0,-52 76 0 0 0,39-73-2922 0 0,-48 50-1 0 0,66-81-1635 0 0</inkml:trace>
</inkml:ink>
</file>

<file path=ppt/ink/ink19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1:10.6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 33 1308 0 0,'-14'-18'16840'0'0,"13"11"-13782"0"0,1 6-3037 0 0,1 1-1 0 0,-1-1 1 0 0,1 0 0 0 0,0 1-1 0 0,-1-1 1 0 0,1 1 0 0 0,-1-1 0 0 0,1 1-1 0 0,0-1 1 0 0,0 1 0 0 0,-1 0-1 0 0,1-1 1 0 0,0 1 0 0 0,0 0 0 0 0,-1 0-1 0 0,1-1 1 0 0,0 1 0 0 0,0 0 0 0 0,0 0-1 0 0,-1 0 1 0 0,1 0 0 0 0,0 0-1 0 0,0 0 1 0 0,0 0 0 0 0,-1 0 0 0 0,2 1-1 0 0,2-1 47 0 0,51 2-3021 0 0,-51-1 1444 0 0,0 0 0 0 0,0 0 0 0 0,0 0 0 0 0,0 0-1 0 0,0 0 1 0 0,5 3 0 0 0</inkml:trace>
</inkml:ink>
</file>

<file path=ppt/ink/ink19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1:10.8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 0 2796 0 0,'-28'38'21226'0'0,"42"-37"-20777"0"0,124-13-59 0 0,-43 2-5024 0 0,-54 4 618 0 0,-13 0-1959 0 0,-8 1-1857 0 0</inkml:trace>
</inkml:ink>
</file>

<file path=ppt/ink/ink19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1:11.2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59 2596 0 0,'-12'-37'23044'0'0,"13"36"-22785"0"0,1 0 0 0 0,0 0 0 0 0,0 0 0 0 0,-1 1 0 0 0,1-1 0 0 0,0 0 1 0 0,0 1-1 0 0,0 0 0 0 0,0-1 0 0 0,0 1 0 0 0,0 0 0 0 0,0 0 0 0 0,0 0 1 0 0,2 0-1 0 0,40 0 610 0 0,156-3 469 0 0,-169 2-1223 0 0,43-5 63 0 0,-72 6-125 0 0,22-3 116 0 0,-2 1-3275 0 0</inkml:trace>
</inkml:ink>
</file>

<file path=ppt/ink/ink19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1:11.9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84 1712 0 0,'2'-15'2680'0'0,"5"-36"11863"0"0,-4 34-11135 0 0,-3 17-3344 0 0,0 0 0 0 0,1 0 0 0 0,-1 0 0 0 0,0 0 0 0 0,0-1-1 0 0,0 1 1 0 0,1 0 0 0 0,-1 0 0 0 0,0 0 0 0 0,0 0 0 0 0,0 0-1 0 0,1 0 1 0 0,-1 0 0 0 0,0 0 0 0 0,0 0 0 0 0,1 0-1 0 0,-1 0 1 0 0,0 0 0 0 0,0 1 0 0 0,0-1 0 0 0,1 0 0 0 0,-1 0-1 0 0,0 0 1 0 0,0 0 0 0 0,0 0 0 0 0,0 0 0 0 0,1 0 0 0 0,-1 0-1 0 0,0 1 1 0 0,0-1 0 0 0,0 0 0 0 0,0 0 0 0 0,0 0 0 0 0,1 0-1 0 0,-1 1 1 0 0,0-1 0 0 0,0 0 0 0 0,0 0 0 0 0,2 3 120 0 0,-1-1 1 0 0,0 0-1 0 0,1 1 1 0 0,-1-1-1 0 0,0 1 1 0 0,0-1-1 0 0,0 1 1 0 0,-1 0-1 0 0,2 4 1 0 0,-2 36 766 0 0,-1 1 1 0 0,-2-1-1 0 0,-16 83 1 0 0,0-3-316 0 0,19-122-620 0 0,0 0 0 0 0,0 0-1 0 0,0 1 1 0 0,0-1 0 0 0,0 0-1 0 0,1 0 1 0 0,-1 0 0 0 0,0 0 0 0 0,1 0-1 0 0,-1 0 1 0 0,1 1 0 0 0,-1-1-1 0 0,1 0 1 0 0,-1 0 0 0 0,1 0-1 0 0,0 0 1 0 0,-1-1 0 0 0,1 1 0 0 0,0 0-1 0 0,0 0 1 0 0,0 0 0 0 0,0-1-1 0 0,0 1 1 0 0,0 0 0 0 0,0-1 0 0 0,0 1-1 0 0,0-1 1 0 0,0 1 0 0 0,0-1-1 0 0,0 1 1 0 0,0-1 0 0 0,1 0 0 0 0,-1 0-1 0 0,0 0 1 0 0,0 1 0 0 0,0-1-1 0 0,0 0 1 0 0,2-1 0 0 0,5 2 14 0 0,0-1 1 0 0,0 0-1 0 0,15-3 1 0 0,-6 0-16 0 0,-1-1 0 0 0,1-1 0 0 0,-1-1-1 0 0,-1 0 1 0 0,1 0 0 0 0,-1-2 0 0 0,0 0 0 0 0,15-12 0 0 0,-11 6-6 0 0,-1 0 1 0 0,0-2 0 0 0,-2 0-1 0 0,0-1 1 0 0,18-24-1 0 0,-32 37-50 0 0,1 0 0 0 0,-1 0 0 0 0,0-1 1 0 0,-1 0-1 0 0,3-6 0 0 0,1-3 10 0 0,-5 13 93 0 0,3-13 821 0 0,1 6-831 0 0,-1-1-52 0 0,1 4 0 0 0,0 14 0 0 0,0 11 0 0 0,-2 0 0 0 0,0 0 0 0 0,-2 34 0 0 0,1 8 0 0 0,12 158-707 0 0,13 184-2321 0 0,-14-311-5344 0 0,-7-58 429 0 0,-1-11-2370 0 0</inkml:trace>
</inkml:ink>
</file>

<file path=ppt/ink/ink19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1:13.0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226 165 288 0 0,'-31'-20'956'0'0,"6"3"-280"0"0,1 3-144 0 0,4-1-132 0 0,1 3-76 0 0,2 0-72 0 0,0 1-52 0 0,5-1-48 0 0,0 3-12 0 0,0 1-52 0 0,4-1-56 0 0,-1 4-164 0 0,1-2-188 0 0,1 1-804 0 0,2-1 1064 0 0</inkml:trace>
</inkml:ink>
</file>

<file path=ppt/ink/ink19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1:17.0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5 272 0 0,'0'0'2082'0'0,"7"-5"-2977"0"0</inkml:trace>
</inkml:ink>
</file>

<file path=ppt/ink/ink19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1:18.8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 58 80 0 0,'-18'-8'15821'0'0,"35"10"-15598"0"0,1-1 1 0 0,0-1-1 0 0,-1-1 0 0 0,1 0 1 0 0,-1-1-1 0 0,19-5 0 0 0,-13 3-99 0 0,-8 2-65 0 0,105-21 251 0 0,-118 22-284 0 0,1 1 4 0 0,24-5 81 0 0,-25 5-76 0 0,14-4 88 0 0,-7 2-127 0 0,-7 1-24 0 0</inkml:trace>
</inkml:ink>
</file>

<file path=ppt/ink/ink19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1:19.6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74 104 0 0,'-3'-10'8832'0'0,"-1"-25"1912"0"0,38 21-10251 0 0,-24 10-487 0 0,-1 2 1 0 0,1-1-1 0 0,0 1 1 0 0,0 1 0 0 0,0 0-1 0 0,0 0 1 0 0,0 1-1 0 0,0 0 1 0 0,0 1 0 0 0,0 0-1 0 0,14 3 1 0 0,-16-1-9 0 0,-3-2 1 0 0,0 0 0 0 0,0 0 0 0 0,0 1 0 0 0,0 0 0 0 0,0 0 0 0 0,-1 0 0 0 0,1 0 0 0 0,-1 1 0 0 0,1-1 0 0 0,-1 1 0 0 0,0 1 0 0 0,0-1 0 0 0,0 0 0 0 0,-1 1 0 0 0,1 0 0 0 0,-1 0-1 0 0,0 0 1 0 0,0 0 0 0 0,0 0 0 0 0,0 1 0 0 0,2 6 0 0 0,-3-6 10 0 0,-1 0-1 0 0,0-1 0 0 0,0 1 1 0 0,0 0-1 0 0,0 0 1 0 0,-1 0-1 0 0,0 0 0 0 0,0 0 1 0 0,0 0-1 0 0,-1 0 1 0 0,0 0-1 0 0,0-1 1 0 0,0 1-1 0 0,-2 5 0 0 0,-3 7 64 0 0,-1 0 0 0 0,-14 23 0 0 0,-4 9 177 0 0,-5 1 8773 0 0,32-51-9017 0 0,-1-1-1 0 0,1 1 1 0 0,-1-1-1 0 0,1 1 1 0 0,0 0-1 0 0,-1 0 1 0 0,1-1-1 0 0,0 1 1 0 0,0 1-1 0 0,0-1 0 0 0,0 0 1 0 0,0 0-1 0 0,0 1 1 0 0,0-1-1 0 0,0 1 1 0 0,4-1-1 0 0,0 1-3 0 0,0 0-1 0 0,-1 0 0 0 0,1 1 0 0 0,-1-1 1 0 0,0 1-1 0 0,8 3 0 0 0,3 1-17 0 0,-1 1 0 0 0,0 1 1 0 0,23 14-1 0 0,-28-15 5 0 0,1 0 1 0 0,-2 1-1 0 0,1 0 1 0 0,-1 1-1 0 0,0 0 0 0 0,0 1 1 0 0,-1 0-1 0 0,0 0 1 0 0,-1 1-1 0 0,0 0 1 0 0,11 19-1 0 0,-16-25 95 0 0,0 0-1 0 0,0 1 1 0 0,-1-1-1 0 0,1 1 1 0 0,-1-1-1 0 0,0 1 1 0 0,0-1 0 0 0,0 1-1 0 0,-1-1 1 0 0,1 1-1 0 0,-1 0 1 0 0,0-1-1 0 0,0 1 1 0 0,-1 0 0 0 0,0-1-1 0 0,0 1 1 0 0,0-1-1 0 0,0 1 1 0 0,0-1-1 0 0,-1 1 1 0 0,0-1 0 0 0,0 0-1 0 0,0 0 1 0 0,-1 0-1 0 0,1 0 1 0 0,-1 0-1 0 0,0-1 1 0 0,0 1-1 0 0,0-1 1 0 0,-1 1 0 0 0,1-1-1 0 0,-1 0 1 0 0,0-1-1 0 0,1 1 1 0 0,-1-1-1 0 0,-7 4 1 0 0,0-1-319 0 0,0-1 0 0 0,-1 0 1 0 0,1-1-1 0 0,-1 0 0 0 0,1 0 0 0 0,-1-2 1 0 0,0 1-1 0 0,0-1 0 0 0,0-1 0 0 0,0 0 0 0 0,0-1 1 0 0,1 0-1 0 0,-1-1 0 0 0,0 0 0 0 0,-12-5 0 0 0,-19-6-1618 0 0,0-3-1 0 0,-62-30 1 0 0,71 27-9049 0 0</inkml:trace>
</inkml:ink>
</file>

<file path=ppt/ink/ink19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1:32.5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92 0 0,'0'23'12095'0'0,"4"6"-8655"0"0,17 68 491 0 0,-15-60-3500 0 0,-1-1 1 0 0,0 42-1 0 0,2 357-259 0 0,-2-264 803 0 0,49 836 2735 0 0,140 1100-1525 0 0,-163-1617-1812 0 0,71 949-276 0 0,-54-831 128 0 0,-22-268-193 0 0,40 459 120 0 0,70 941 198 0 0,-67-619-81 0 0,8 103 173 0 0,-39-647-198 0 0,122 1472 967 0 0,-114-1587-878 0 0,27 241-161 0 0,126 851 255 0 0,-10-227 119 0 0,-114-837-546 0 0,-58-378 0 0 0,-15-100 0 0 0,1-2 0 0 0,-1-1 0 0 0,1 2 0 0 0,-1-1 0 0 0,1-1 0 0 0,-1 1 0 0 0,0 1 0 0 0,0 0 0 0 0,-1 1 0 0 0,0 0 0 0 0,1-5-155 0 0,-1-1-1958 0 0</inkml:trace>
</inkml:ink>
</file>

<file path=ppt/ink/ink19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1:33.9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 1 2408 0 0,'0'0'14790'0'0,"1"12"-13423"0"0,4 48-118 0 0,-2 0-1 0 0,-5 64 1 0 0,-25 121-627 0 0,20-209-464 0 0,1-11 889 0 0,3-8-3142 0 0,2-4-2733 0 0</inkml:trace>
</inkml:ink>
</file>

<file path=ppt/ink/ink19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1:34.5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10 158 2200 0 0,'-3'-9'1541'0'0,"1"0"0"0"0,0 0 0 0 0,1 1 0 0 0,0-2 1 0 0,1 1-1 0 0,0-13 0 0 0,1 19-1414 0 0,-1 0 0 0 0,1 0 0 0 0,0-1 0 0 0,0 1 0 0 0,0 0 0 0 0,0 0 1 0 0,1 0-1 0 0,-1 0 0 0 0,1 0 0 0 0,0 0 0 0 0,0 1 0 0 0,0-1 0 0 0,0 1 1 0 0,0-1-1 0 0,1 1 0 0 0,-1 0 0 0 0,1-1 0 0 0,-1 1 0 0 0,1 1 0 0 0,0-1 1 0 0,3-2-1 0 0,4 0-84 0 0,0 0 1 0 0,0 1 0 0 0,0 0-1 0 0,0 1 1 0 0,1 0 0 0 0,-1 0-1 0 0,1 1 1 0 0,-1 0-1 0 0,1 1 1 0 0,-1 0 0 0 0,1 1-1 0 0,-1 0 1 0 0,1 1-1 0 0,-1 0 1 0 0,11 4 0 0 0,-15-4-35 0 0,0 0 0 0 0,0 0 0 0 0,-1 1 0 0 0,1 0 0 0 0,0 0 0 0 0,-1 0 0 0 0,0 1 0 0 0,0 0 0 0 0,0 0 0 0 0,0 0 0 0 0,6 8 0 0 0,-8-8 9 0 0,-1 0-1 0 0,1 0 0 0 0,-1 0 1 0 0,0 0-1 0 0,0 1 0 0 0,0-1 1 0 0,-1 1-1 0 0,0-1 0 0 0,0 1 1 0 0,0-1-1 0 0,0 1 0 0 0,0 0 1 0 0,-1-1-1 0 0,0 1 1 0 0,0 0-1 0 0,-1 0 0 0 0,0 4 1 0 0,-1 2-1 0 0,-1 0 1 0 0,0 0-1 0 0,0 0 1 0 0,-1 0-1 0 0,-1-1 1 0 0,1 0-1 0 0,-2 0 1 0 0,-7 12-1 0 0,-8 6 591 0 0,-30 33 0 0 0,27-34 941 0 0,8-14 333 0 0,18-13-1426 0 0,13 1-212 0 0,-6 1-254 0 0,1 0 1 0 0,-1 0-1 0 0,0 1 0 0 0,-1 0 0 0 0,1 0 1 0 0,0 1-1 0 0,-1 1 0 0 0,0-1 1 0 0,0 1-1 0 0,0 0 0 0 0,-1 1 0 0 0,0 0 1 0 0,0 0-1 0 0,0 1 0 0 0,-1 0 1 0 0,0 0-1 0 0,0 0 0 0 0,5 9 0 0 0,-8-11 109 0 0,0 0-1 0 0,0 1 1 0 0,0-1 0 0 0,-1 1-1 0 0,1 0 1 0 0,-2 0-1 0 0,1-1 1 0 0,0 1-1 0 0,-1 1 1 0 0,0-1-1 0 0,-1 0 1 0 0,0 0-1 0 0,1 0 1 0 0,-2 0-1 0 0,1 0 1 0 0,-1 0 0 0 0,0 1-1 0 0,0-1 1 0 0,-1 0-1 0 0,0-1 1 0 0,0 1-1 0 0,0 0 1 0 0,0 0-1 0 0,-1-1 1 0 0,0 0-1 0 0,0 1 1 0 0,-1-1-1 0 0,-6 7 1 0 0,2-5 102 0 0,1 0 0 0 0,-1 0 1 0 0,-1-1-1 0 0,1-1 0 0 0,-1 1 0 0 0,0-1 1 0 0,0-1-1 0 0,0 0 0 0 0,-1 0 0 0 0,0-1 1 0 0,1 0-1 0 0,-1-1 0 0 0,0 0 0 0 0,-1 0 1 0 0,1-1-1 0 0,0 0 0 0 0,0-1 0 0 0,0 0 1 0 0,-1-1-1 0 0,1 0 0 0 0,0-1 0 0 0,0 0 0 0 0,-12-4 1 0 0,21 6-281 0 0,-2-1-29 0 0,1 0 0 0 0,0 1 0 0 0,-1-1 0 0 0,1 0 0 0 0,0 0-1 0 0,0 0 1 0 0,0-1 0 0 0,0 1 0 0 0,0 0 0 0 0,0-1 0 0 0,0 1 0 0 0,0-1-1 0 0,1 0 1 0 0,-1 0 0 0 0,1 1 0 0 0,-1-1 0 0 0,1 0 0 0 0,0 0 0 0 0,-1 0-1 0 0,0-4 1 0 0,2 3-308 0 0,-1 0 0 0 0,1 0 1 0 0,0 0-1 0 0,1 1 0 0 0,-1-1 0 0 0,0 0 0 0 0,1 0 0 0 0,0 0 0 0 0,-1 0 1 0 0,1 1-1 0 0,0-1 0 0 0,3-4 0 0 0,-1 2-1146 0 0,-1 0 1 0 0,2 1-1 0 0,-1-1 1 0 0,0 1-1 0 0,1 0 1 0 0,6-6-1 0 0</inkml:trace>
</inkml:ink>
</file>

<file path=ppt/ink/ink19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1:34.7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2 2600 0 0,'-4'10'13320'0'0,"4"-10"-13169"0"0,0 1 1 0 0,0-1-1 0 0,0 1 0 0 0,0-1 1 0 0,0 1-1 0 0,0-1 0 0 0,0 1 1 0 0,0-1-1 0 0,0 1 0 0 0,0-1 1 0 0,1 1-1 0 0,-1-1 1 0 0,0 0-1 0 0,0 1 0 0 0,0-1 1 0 0,0 1-1 0 0,1-1 0 0 0,-1 1 1 0 0,0-1-1 0 0,1 0 0 0 0,0 1 303 0 0,-1 0-302 0 0,0-1-1 0 0,1 0 0 0 0,-1 1 1 0 0,0-1-1 0 0,1 0 0 0 0,-1 0 1 0 0,1 0-1 0 0,-1 1 0 0 0,1-1 1 0 0,24 2 1373 0 0,35-13-2578 0 0,-49 9 1200 0 0,60-9-3869 0 0,-28 8-5500 0 0</inkml:trace>
</inkml:ink>
</file>

<file path=ppt/ink/ink19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1:34.9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94 55 1452 0 0,'-36'30'5362'0'0,"-16"11"3597"0"0,50-39-8297 0 0,-2 5 1673 0 0,115-48-2204 0 0,7-3-4207 0 0,-26 13-2468 0 0,-39 12 667 0 0</inkml:trace>
</inkml:ink>
</file>

<file path=ppt/ink/ink19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1:47.5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626 82 180 0 0,'-6'-12'5609'0'0,"-5"-17"6598"0"0,12 28-12129 0 0,-1 0 1 0 0,1 0-1 0 0,-1 0 1 0 0,1 1-1 0 0,0-1 1 0 0,-1 0-1 0 0,1 0 1 0 0,0 0-1 0 0,0 1 1 0 0,0-1-1 0 0,-1 0 1 0 0,1 1-1 0 0,0-1 1 0 0,0 1-1 0 0,0-1 1 0 0,0 1-1 0 0,0-1 1 0 0,0 1-1 0 0,0 0 1 0 0,0 0-1 0 0,0-1 1 0 0,0 1-1 0 0,0 0 1 0 0,2 0 0 0 0,33-5 300 0 0,-29 4-294 0 0,211-18 410 0 0,-160 17-477 0 0,-55 2-83 0 0,1 0 71 0 0,-1 0-1 0 0,1 0 0 0 0,0 1 0 0 0,0-1 0 0 0,0 1 0 0 0,-1-1 0 0 0,1 1 1 0 0,0 0-1 0 0,-1 1 0 0 0,1-1 0 0 0,-1 1 0 0 0,1-1 0 0 0,-1 1 0 0 0,0 0 0 0 0,1 0 0 0 0,-1 1 0 0 0,0-1 0 0 0,-1 1 0 0 0,1-1 0 0 0,0 1 0 0 0,-1 0 0 0 0,1 0 0 0 0,-1 0 0 0 0,0 0 0 0 0,0 0 0 0 0,0 1 0 0 0,2 6 0 0 0,2 4 184 0 0,-2-1 0 0 0,0 1 0 0 0,-1 1 0 0 0,0-1 0 0 0,1 25 0 0 0,-4 77 1465 0 0,-2-53-831 0 0,2 71 686 0 0,13 459 2085 0 0,-10-542-3562 0 0,26 452 962 0 0,-41-1-208 0 0,-43-64-291 0 0,-6 77 153 0 0,58-466-638 0 0,-11 292 65 0 0,14-326-75 0 0,0-3 0 0 0,0-1 0 0 0,0 0 0 0 0,0 0 0 0 0,0-11 0 0 0,0 0 0 0 0,0 1 0 0 0,0-1 0 0 0,0 0 0 0 0,0 1 0 0 0,0-1 0 0 0,0 0 0 0 0,0 1 0 0 0,0-1 0 0 0,0 0 0 0 0,-1 1 0 0 0,1-1 0 0 0,0 0 0 0 0,0 1 0 0 0,0-1 0 0 0,0 0 0 0 0,-1 1 0 0 0,1-1 0 0 0,0 0 0 0 0,0 0 0 0 0,-1 1 0 0 0,1-1 0 0 0,0 0 0 0 0,0 0 0 0 0,-1 1 0 0 0,-7 0 0 0 0,0-1 0 0 0,0 1 0 0 0,0-1 0 0 0,0-1 0 0 0,-13-1 0 0 0,0-1 0 0 0,-14 1-11 0 0,-299-20-1064 0 0,-1 24-1264 0 0,250 7-3491 0 0,31 1-3096 0 0,19-1-3256 0 0</inkml:trace>
</inkml:ink>
</file>

<file path=ppt/ink/ink19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1:50.2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366 172 76 0 0,'15'-25'6645'0'0,"-8"13"-5213"0"0,-5 9-1130 0 0,0 0 0 0 0,0 1 0 0 0,-1-1 0 0 0,1 0 0 0 0,-1 0 0 0 0,1 0 0 0 0,-1 0 0 0 0,0 0 0 0 0,0 0 0 0 0,0 0 0 0 0,-1 0 0 0 0,1-1 0 0 0,-1 1 0 0 0,0 0 0 0 0,0 0 0 0 0,0-7 0 0 0,-2 5-191 0 0,0 1 0 0 0,0-1 1 0 0,-1 1-1 0 0,0 0 1 0 0,1 0-1 0 0,-2 0 0 0 0,1 0 1 0 0,0 0-1 0 0,-1 1 0 0 0,1-1 1 0 0,-1 1-1 0 0,0 0 1 0 0,0 0-1 0 0,0 0 0 0 0,-1 1 1 0 0,1-1-1 0 0,-1 1 1 0 0,1 0-1 0 0,-1 1 0 0 0,-5-2 1 0 0,5 1-103 0 0,-1 1 0 0 0,0 0-1 0 0,1 0 1 0 0,-1 0 0 0 0,0 1 0 0 0,0-1 0 0 0,0 1 0 0 0,1 1 0 0 0,-1-1 0 0 0,0 1-1 0 0,0 0 1 0 0,1 1 0 0 0,-1-1 0 0 0,1 1 0 0 0,-1 0 0 0 0,-9 6 0 0 0,-3 5-11 0 0,0 0-1 0 0,1 2 1 0 0,1 0 0 0 0,0 1-1 0 0,1 1 1 0 0,1 0 0 0 0,1 0 0 0 0,0 2-1 0 0,1 0 1 0 0,1 0 0 0 0,1 1-1 0 0,1 0 1 0 0,1 1 0 0 0,0 0 0 0 0,2 0-1 0 0,-7 35 1 0 0,12-51 12 0 0,1 0 1 0 0,-1 1-1 0 0,1-1 0 0 0,0 0 0 0 0,0 1 1 0 0,1-1-1 0 0,0 0 0 0 0,0 0 0 0 0,0 1 1 0 0,0-1-1 0 0,1 0 0 0 0,0 0 0 0 0,0 0 1 0 0,0-1-1 0 0,0 1 0 0 0,7 8 0 0 0,-7-10 3 0 0,1 0 0 0 0,0 0 0 0 0,1 0 0 0 0,-1 0 0 0 0,0-1 0 0 0,1 0 0 0 0,-1 1 0 0 0,1-1 0 0 0,0 0 0 0 0,0-1 0 0 0,0 1 0 0 0,0-1-1 0 0,0 0 1 0 0,0 0 0 0 0,0 0 0 0 0,0 0 0 0 0,0-1 0 0 0,1 1 0 0 0,-1-1 0 0 0,0 0 0 0 0,6-1 0 0 0,1-1-3 0 0,-1 0 0 0 0,0 0 0 0 0,-1-1 0 0 0,1 0 0 0 0,0 0 0 0 0,-1-1 0 0 0,0-1 0 0 0,0 1 0 0 0,0-2 0 0 0,0 1 0 0 0,-1-1 0 0 0,0 0 0 0 0,0-1 0 0 0,-1 0 0 0 0,0 0 0 0 0,0-1 0 0 0,0 0 0 0 0,-1 0 0 0 0,7-12 0 0 0,7-15 193 0 0,-2 0 0 0 0,-2-1 0 0 0,20-61-1 0 0,-28 75 72 0 0,0 0 88 0 0,-2 5-10 0 0,8-29 0 0 0,-14 44-298 0 0,0 5-38 0 0,-5 39-9 0 0,-7 83 24 0 0,12-105-26 0 0,0 1 0 0 0,1 0 0 0 0,2 0 0 0 0,4 22 0 0 0,-6-37-196 0 0,1 0 0 0 0,0 0 0 0 0,0 0 0 0 0,0 0-1 0 0,1 0 1 0 0,0-1 0 0 0,0 1 0 0 0,7 9 0 0 0,-8-12-187 0 0,1-1-1 0 0,-1 0 1 0 0,1 1-1 0 0,0-1 1 0 0,0 0 0 0 0,0 0-1 0 0,0-1 1 0 0,0 1-1 0 0,0-1 1 0 0,0 1-1 0 0,1-1 1 0 0,-1 0 0 0 0,1 0-1 0 0,-1 0 1 0 0,0-1-1 0 0,1 1 1 0 0,5-1 0 0 0,8 0-2922 0 0,3-1-1146 0 0</inkml:trace>
</inkml:ink>
</file>

<file path=ppt/ink/ink19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1:50.7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175 707 1408 0 0,'3'-10'1520'0'0,"0"-1"1"0"0,0 0-1 0 0,-1 0 0 0 0,0 0 1 0 0,-1 0-1 0 0,0 0 0 0 0,-1 0 1 0 0,0 0-1 0 0,-1 0 0 0 0,-4-22 1 0 0,4 33-1493 0 0,1-1 1 0 0,-1 1-1 0 0,1-1 0 0 0,0 1 1 0 0,-1-1-1 0 0,0 1 1 0 0,1-1-1 0 0,-1 1 0 0 0,1 0 1 0 0,-1-1-1 0 0,0 1 1 0 0,1 0-1 0 0,-1 0 1 0 0,1-1-1 0 0,-1 1 0 0 0,0 0 1 0 0,1 0-1 0 0,-1 0 1 0 0,0 0-1 0 0,0 0 1 0 0,1 0-1 0 0,-1 0 0 0 0,0 0 1 0 0,1 0-1 0 0,-1 0 1 0 0,0 0-1 0 0,1 0 1 0 0,-1 0-1 0 0,0 1 0 0 0,1-1 1 0 0,-1 0-1 0 0,0 0 1 0 0,1 1-1 0 0,-1-1 0 0 0,1 1 1 0 0,-1-1-1 0 0,0 1 1 0 0,-9 4 9 0 0,1 1 0 0 0,0 0 1 0 0,1 0-1 0 0,0 1 1 0 0,0 0-1 0 0,0 1 0 0 0,1 0 1 0 0,0 0-1 0 0,0 0 0 0 0,1 1 1 0 0,0 0-1 0 0,-9 18 0 0 0,6-7-21 0 0,0 0-1 0 0,1 0 1 0 0,1 1-1 0 0,1-1 1 0 0,-5 34-1 0 0,11-52-6 0 0,0 0 0 0 0,-1 0 0 0 0,1 1 0 0 0,0-1 0 0 0,0 0-1 0 0,0 0 1 0 0,0 0 0 0 0,0 0 0 0 0,1 0 0 0 0,-1 0 0 0 0,1 0 0 0 0,-1 0 0 0 0,1 0 0 0 0,0 0-1 0 0,0 0 1 0 0,0 0 0 0 0,0-1 0 0 0,0 1 0 0 0,0 0 0 0 0,0 0 0 0 0,0-1 0 0 0,1 1 0 0 0,-1-1 0 0 0,1 1-1 0 0,1 0 1 0 0,0 0-6 0 0,-1-1 0 0 0,0-1-1 0 0,0 1 1 0 0,1 0 0 0 0,-1 0-1 0 0,1-1 1 0 0,-1 0 0 0 0,1 1-1 0 0,-1-1 1 0 0,0 0 0 0 0,1 0-1 0 0,-1 0 1 0 0,1 0 0 0 0,-1-1-1 0 0,1 1 1 0 0,-1-1 0 0 0,1 0-1 0 0,-1 1 1 0 0,0-1 0 0 0,0 0 0 0 0,3-2-1 0 0,6-2-4 0 0,-1-2 0 0 0,0 0-1 0 0,0 0 1 0 0,-1-1 0 0 0,0 0-1 0 0,0 0 1 0 0,-1-1 0 0 0,0 0 0 0 0,-1-1-1 0 0,0 0 1 0 0,10-18 0 0 0,-1-2-8 0 0,-1-1 0 0 0,20-62 0 0 0,-20 39 22 0 0,-1 0-1 0 0,-3-1 0 0 0,-3 0 1 0 0,-2 0-1 0 0,-2-1 1 0 0,-3 1-1 0 0,-11-102 1 0 0,8 140 175 0 0,0 1 0 0 0,-7-19 0 0 0,9 34-176 0 0,-1 2-2 0 0,-1 1-8 0 0,0 1 0 0 0,0-1 0 0 0,0 1 0 0 0,1 0 0 0 0,-1 0 1 0 0,1 0-1 0 0,0 0 0 0 0,0 0 0 0 0,0 0 0 0 0,0 0 1 0 0,0 0-1 0 0,1 0 0 0 0,-1 0 0 0 0,1 1 0 0 0,0-1 1 0 0,1 4-1 0 0,-2 4-3 0 0,-3 75 82 0 0,10 136 0 0 0,-4-181-35 0 0,13 125-310 0 0,-11-138-1485 0 0,2 0 1 0 0,0-1-1 0 0,20 50 0 0 0,-15-56-2781 0 0,0-2-2312 0 0</inkml:trace>
</inkml:ink>
</file>

<file path=ppt/ink/ink19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1:51.0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271 78 3096 0 0,'5'-37'7684'0'0,"2"-4"1362"0"0,-7 97-7197 0 0,-7 255 2672 0 0,-2-198-1834 0 0,-40 184 0 0 0,48-292-2457 0 0,-10 17 690 0 0,2-10-873 0 0,-6-6-47 0 0,-9-3 0 0 0,16-6 0 0 0,5 1 0 0 0,-4 0-318 0 0,0 0 0 0 0,1-1-1 0 0,-1 0 1 0 0,1-1 0 0 0,0 1 0 0 0,0-1-1 0 0,0-1 1 0 0,1 1 0 0 0,-1-1 0 0 0,1 0-1 0 0,0 0 1 0 0,1 0 0 0 0,-6-8 0 0 0,2 3-512 0 0,1-1 1 0 0,1-1 0 0 0,-1 1-1 0 0,2-1 1 0 0,0 0-1 0 0,-4-14 1 0 0,5 12-1585 0 0,1-1-1 0 0,0 1 1 0 0,1-1 0 0 0,0-20-1 0 0,3-1-5615 0 0</inkml:trace>
</inkml:ink>
</file>

<file path=ppt/ink/ink19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1:51.2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1 136 1656 0 0,'7'-19'5348'0'0,"0"-1"-1"0"0,7-37 1 0 0,-8 32-3439 0 0,0 10-3471 0 0</inkml:trace>
</inkml:ink>
</file>

<file path=ppt/ink/ink19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1:52.7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165 108 892 0 0,'15'-27'10695'0'0,"-15"27"-10638"0"0,0 14 779 0 0,0 1 1 0 0,0-1-1 0 0,-2 1 1 0 0,1-1-1 0 0,-8 26 1 0 0,3-9-129 0 0,-77 362 2321 0 0,34-170-2102 0 0,29-148 7133 0 0,19-76-8006 0 0,0 0-1 0 0,0 0 0 0 0,0 0 1 0 0,0 0-1 0 0,1 0 0 0 0,-1 0 0 0 0,1-1 1 0 0,-1 1-1 0 0,1 0 0 0 0,-1 0 1 0 0,1-1-1 0 0,0 1 0 0 0,-1 0 1 0 0,1-1-1 0 0,0 1 0 0 0,0 0 1 0 0,0-1-1 0 0,0 1 0 0 0,0-2 0 0 0,5-57 48 0 0,3 1 0 0 0,2 0 0 0 0,22-73 0 0 0,76-165-321 0 0,-87 245 191 0 0,3 1 0 0 0,1 1 0 0 0,50-69 0 0 0,-75 118 16 0 0,1 0 1 0 0,-1 1-1 0 0,1-1 0 0 0,-1 0 1 0 0,1 1-1 0 0,-1-1 1 0 0,1 1-1 0 0,-1-1 0 0 0,1 1 1 0 0,0-1-1 0 0,-1 1 1 0 0,1-1-1 0 0,0 1 0 0 0,-1 0 1 0 0,1-1-1 0 0,0 1 1 0 0,0 0-1 0 0,-1 0 0 0 0,1 0 1 0 0,0 0-1 0 0,0-1 0 0 0,0 1 1 0 0,-1 0-1 0 0,1 0 1 0 0,1 1-1 0 0,0-1-7 0 0,-1 1 1 0 0,1-1-1 0 0,-1 1 0 0 0,1 0 1 0 0,-1 0-1 0 0,1-1 0 0 0,-1 1 0 0 0,0 0 1 0 0,0 0-1 0 0,1 1 0 0 0,1 1 1 0 0,2 3-36 0 0,-1 1 0 0 0,1-1 1 0 0,-1 1-1 0 0,3 7 0 0 0,1 5 3 0 0,-1 0 0 0 0,-1 1 1 0 0,-1-1-1 0 0,0 1 0 0 0,1 22 0 0 0,4 105 252 0 0,-8-111-119 0 0,-1 273 553 0 0,-2-156-345 0 0,-1-78-541 0 0,2-73-534 0 0,12-11-4412 0 0,-7 4 3902 0 0,-1 1 0 0 0,0-1 1 0 0,0 1-1 0 0,0-1 0 0 0,0 0 1 0 0,-1-1-1 0 0,3-5 0 0 0,-1 4-1253 0 0</inkml:trace>
</inkml:ink>
</file>

<file path=ppt/ink/ink19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1:53.0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100 103 3188 0 0,'-86'-15'17477'0'0,"84"15"-16755"0"0,-9-2 351 0 0,170-36-2350 0 0,-33 10-4777 0 0,-86 17 1025 0 0,2 2-2667 0 0</inkml:trace>
</inkml:ink>
</file>

<file path=ppt/ink/ink19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1:53.2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 0 720 0 0,'-37'37'13043'0'0,"23"-23"-9555"0"0,13-4-1993 0 0,2-9-1442 0 0,0 0-1 0 0,0 0 1 0 0,1 0-1 0 0,-1 0 0 0 0,0 0 1 0 0,1 0-1 0 0,-1 0 1 0 0,0 0-1 0 0,1-1 1 0 0,-1 1-1 0 0,1 0 0 0 0,-1-1 1 0 0,1 0-1 0 0,-1 1 1 0 0,1-1-1 0 0,3 0 0 0 0,28 2-43 0 0,-28-2-74 0 0,33 0-1962 0 0,9 0-6989 0 0</inkml:trace>
</inkml:ink>
</file>

<file path=ppt/ink/ink19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1:53.4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57 84 1540 0 0,'-12'11'3786'0'0,"-31"35"11479"0"0,43-45-15200 0 0,0-1 1 0 0,0 0-1 0 0,0 0 0 0 0,0 0 0 0 0,-1 1 0 0 0,1-1 1 0 0,0 0-1 0 0,0 0 0 0 0,0 0 0 0 0,0 1 1 0 0,0-1-1 0 0,-1 0 0 0 0,1 1 0 0 0,0-1 0 0 0,0 0 1 0 0,0 0-1 0 0,0 1 0 0 0,0-1 0 0 0,0 0 0 0 0,0 0 1 0 0,0 1-1 0 0,0-1 0 0 0,0 0 0 0 0,0 0 0 0 0,0 1 1 0 0,0-1-1 0 0,0 0 0 0 0,1 1 0 0 0,-1-1 0 0 0,0 0 1 0 0,0 0-1 0 0,0 1 0 0 0,0-1 0 0 0,0 0 1 0 0,1 0-1 0 0,5 1 34 0 0,1-1-1 0 0,-1 1 1 0 0,1-2 0 0 0,-1 1 0 0 0,0-1 0 0 0,1 0-1 0 0,-1 0 1 0 0,0-1 0 0 0,10-3 0 0 0,59-26-1344 0 0,-68 28 949 0 0,20-10-1669 0 0,25-16 0 0 0,-2-6-5317 0 0,-13 6-1488 0 0</inkml:trace>
</inkml:ink>
</file>

<file path=ppt/ink/ink19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2:10.3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91 1368 0 0,'0'0'1847'0'0,"-3"-12"811"0"0,3-18 502 0 0,0 28-2551 0 0,0-10 647 0 0,0 10-1175 0 0,1 0 0 0 0,-1 0 0 0 0,1 0 1 0 0,0 1-1 0 0,-1-1 0 0 0,1 0 0 0 0,0 1 1 0 0,0-1-1 0 0,0 0 0 0 0,0 1 0 0 0,0-1 1 0 0,0 1-1 0 0,1 0 0 0 0,-1-1 0 0 0,1 1 1 0 0,-1 0-1 0 0,0 0 0 0 0,1 0 0 0 0,0 0 1 0 0,-1 0-1 0 0,4-2 0 0 0,-3 3-35 0 0,1 0 11 0 0,24 0 87 0 0,0 1 0 0 0,51 9 0 0 0,-65-7-145 0 0,1 1 0 0 0,-1 0 0 0 0,0 1 0 0 0,0 0 0 0 0,-1 1 0 0 0,0 1 0 0 0,21 14 0 0 0,-4 3 17 0 0,47 50 0 0 0,-15-14 95 0 0,-56-56-248 0 0,1 1 1 0 0,0-1-1 0 0,0 1 1 0 0,1-2 0 0 0,-1 1-1 0 0,1-1 1 0 0,0 0-1 0 0,0 0 1 0 0,0-1 0 0 0,0 0-1 0 0,13 2 1 0 0,-10-3-1030 0 0,0 0 1 0 0,0-1-1 0 0,1 0 1 0 0,16-2 0 0 0,-2-1-2322 0 0</inkml:trace>
</inkml:ink>
</file>

<file path=ppt/ink/ink19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2:14.1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401 146 1156 0 0,'0'-2'2388'0'0,"8"-43"9276"0"0,-5 30-7911 0 0,-5 11-1925 0 0,-3 13-1307 0 0,-84 182 4220 0 0,-55 95-1799 0 0,-2 8-1722 0 0,130-264 41 0 0,15-28-573 0 0,0-4-554 0 0,-1-1-114 0 0,1 0 0 0 0,0 1 0 0 0,0-1 1 0 0,0 0-1 0 0,1 0 0 0 0,-1 0 1 0 0,1 0-1 0 0,-1 0 0 0 0,1-1 0 0 0,0 1 1 0 0,0 0-1 0 0,1 0 0 0 0,0-4 1 0 0,10-48 31 0 0,-8 43-46 0 0,21-76-138 0 0,3 1 0 0 0,51-108 0 0 0,71-145 352 0 0,-142 323-289 0 0,-4 10 58 0 0,1-1 0 0 0,0 0 1 0 0,8-11-1 0 0,-12 18-71 0 0,3-2 76 0 0,-3 3 2 0 0,0 0 0 0 0,0 0 0 0 0,1-1 0 0 0,-1 1 0 0 0,0 0 0 0 0,0 0 0 0 0,0 0 0 0 0,0 0 0 0 0,0-1-1 0 0,0 1 1 0 0,0 0 0 0 0,0 0 0 0 0,1 0 0 0 0,-1 0 0 0 0,0-1 0 0 0,0 1 0 0 0,0 0 0 0 0,0 0 0 0 0,1 0 0 0 0,-1 0-1 0 0,0 0 1 0 0,0 0 0 0 0,0 0 0 0 0,0 0 0 0 0,1-1 0 0 0,-1 1 0 0 0,0 0 0 0 0,0 0 0 0 0,0 0 0 0 0,1 0 0 0 0,-1 0-1 0 0,0 0 1 0 0,0 0 0 0 0,0 0 0 0 0,1 0 0 0 0,-1 0 0 0 0,0 1 0 0 0,4 0-12 0 0,0 0-1 0 0,0 1 1 0 0,-1-1 0 0 0,1 1-1 0 0,-1 0 1 0 0,0 0 0 0 0,1 1-1 0 0,-1-1 1 0 0,0 1 0 0 0,0 0 0 0 0,-1-1-1 0 0,1 1 1 0 0,-1 0 0 0 0,1 1-1 0 0,-1-1 1 0 0,3 6 0 0 0,4 5-62 0 0,-1 1 0 0 0,10 27 0 0 0,1 13 223 0 0,-2 0 1 0 0,-3 2-1 0 0,9 74 1 0 0,1 177 443 0 0,-18-163-589 0 0,-6-131 0 0 0,2-1 0 0 0,-2-3 0 0 0,5-3 0 0 0,9-7 0 0 0,-1-4-717 0 0,-1-1 1 0 0,0 0-1 0 0,1-1 0 0 0,-2-1 0 0 0,21-13 1 0 0,-9 5-241 0 0,-8 6-1324 0 0,-1-1 0 0 0,16-13 0 0 0,-26 19 641 0 0,0 0 1 0 0,0 0 0 0 0,0 0-1 0 0,-1 0 1 0 0,0-1 0 0 0,4-6 0 0 0</inkml:trace>
</inkml:ink>
</file>

<file path=ppt/ink/ink19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2:14.4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107 114 2264 0 0,'-82'-6'13802'0'0,"79"5"-12855"0"0,0 1-194 0 0,-9 0-140 0 0,9 0 289 0 0,0 0-575 0 0,126-30 1028 0 0,12-5-4043 0 0,-46 8-4607 0 0,-81 25 6165 0 0,29-10-6316 0 0</inkml:trace>
</inkml:ink>
</file>

<file path=ppt/ink/ink19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2:14.8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117 102 60 0 0,'-9'-4'2938'0'0,"-1"1"1"0"0,1 1-1 0 0,-14-3 1 0 0,-2 0 2404 0 0,-15 2 8211 0 0,63 5-13441 0 0,1-2 1 0 0,-1-1-1 0 0,1 0 1 0 0,29-6-1 0 0,96-27 17 0 0,-122 27-104 0 0,29-9-648 0 0,-21 1-6675 0 0</inkml:trace>
</inkml:ink>
</file>

<file path=ppt/ink/ink19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2:15.1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81 88 1944 0 0,'2'-45'13489'0'0,"3"2"-2844"0"0,-3 56-8437 0 0,1 10-1457 0 0,-1 0 1 0 0,-1 0 0 0 0,-1 0-1 0 0,-4 34 1 0 0,-21 95-321 0 0,24-147-411 0 0,-11 57-480 0 0,-27 158-4712 0 0,30-147-413 0 0,4 1-3284 0 0,4-39-1136 0 0</inkml:trace>
</inkml:ink>
</file>

<file path=ppt/ink/ink19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2:15.9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 95 300 0 0,'-29'-40'20835'0'0,"27"36"-19405"0"0,2 4-1394 0 0,0-1-1 0 0,-1 1 1 0 0,1 0 0 0 0,0 0 0 0 0,0 0 0 0 0,0-1 0 0 0,-1 1-1 0 0,1 0 1 0 0,0 0 0 0 0,0-1 0 0 0,0 1 0 0 0,0 0 0 0 0,0-1 0 0 0,-1 1-1 0 0,1 0 1 0 0,0 0 0 0 0,0-1 0 0 0,0 1 0 0 0,0 0 0 0 0,0-1-1 0 0,0 1 1 0 0,0 0 0 0 0,0 0 0 0 0,0-1 0 0 0,0 1 0 0 0,0 0-1 0 0,0-1 1 0 0,0 1 0 0 0,1 0 0 0 0,-1 0 0 0 0,0-1 0 0 0,0 1 0 0 0,0 0-1 0 0,0 0 1 0 0,0-1 0 0 0,0 1 0 0 0,1 0 0 0 0,-1 0 0 0 0,0-1-1 0 0,0 1 1 0 0,0 0 0 0 0,1 0 0 0 0,-1 0 0 0 0,0-1 0 0 0,0 1-1 0 0,1 0 1 0 0,-1 0 0 0 0,0 0 0 0 0,0 0 0 0 0,1 0 0 0 0,-1 0 0 0 0,0 0-1 0 0,1-1 1 0 0,38-8-823 0 0,60-7-1 0 0,-33 7-4286 0 0,-35 6-3901 0 0</inkml:trace>
</inkml:ink>
</file>

<file path=ppt/ink/ink19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2:16.0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 44 2988 0 0,'-61'55'19103'0'0,"85"-56"-18105"0"0,216-47-2239 0 0,-138 26-2715 0 0,-32 3-3932 0 0,-39 10 288 0 0</inkml:trace>
</inkml:ink>
</file>

<file path=ppt/ink/ink19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4:13.3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429 32 400 0 0,'6'-26'17448'0'0,"-6"22"-16548"0"0,0 3-496 0 0,-3 1-309 0 0,-10 0-17 0 0,10 0-22 0 0,-1 0-11 0 0,-179 31 119 0 0,96-13-150 0 0,25-2-172 0 0,59-16 133 0 0,-12 5-130 0 0,13-4 139 0 0,0-1 12 0 0,1 1 0 0 0,0-1 0 0 0,-1 1 0 0 0,1 0 0 0 0,0-1 0 0 0,0 1 1 0 0,0 0-1 0 0,0 0 0 0 0,0 0 0 0 0,0 0 0 0 0,0 0 0 0 0,0 0 0 0 0,0 0 0 0 0,0 0 0 0 0,0 0 1 0 0,1 0-1 0 0,-1 0 0 0 0,0 1 0 0 0,1-1 0 0 0,-1 0 0 0 0,1 1 0 0 0,-1-1 0 0 0,1 2 0 0 0,-4 2 6 0 0,2 1 3 0 0,-3 35 0 0 0,3 0 31 0 0,4 68 1 0 0,2-17 152 0 0,-5 46 628 0 0,7 327 1335 0 0,-1-86-964 0 0,-6-279-1005 0 0,-8 491 1467 0 0,8-370-865 0 0,2 209 105 0 0,1-339-842 0 0,1 397 727 0 0,-20-131 208 0 0,11-214-607 0 0,-3 30-39 0 0,5-130-401 0 0,4-5 63 0 0,6 177 240 0 0,-6-203-205 0 0,0-1 0 0 0,1 1 0 0 0,3 15 0 0 0,-2-15 58 0 0,-2-10-13 0 0,1-1-74 0 0,0 0-1 0 0,-1-1 1 0 0,1 1 0 0 0,-1 0-1 0 0,1-1 1 0 0,0 1 0 0 0,-1-1 0 0 0,1 1-1 0 0,0-1 1 0 0,-1 1 0 0 0,1-1 0 0 0,0 1-1 0 0,0-1 1 0 0,0 0 0 0 0,0 1 0 0 0,-1-1-1 0 0,1 0 1 0 0,0 0 0 0 0,0 0 0 0 0,0 0-1 0 0,0 1 1 0 0,0-1 0 0 0,1-1 0 0 0,-1 1-9 0 0,2 1 29 0 0,0-1 0 0 0,402-26 1 0 0,-376 24-32 0 0,467-64 0 0 0,-432 55 53 0 0,30-7-372 0 0,-92 18-51 0 0,16-6-2254 0 0,-15 2 911 0 0,-1 2 859 0 0,-1 0 1 0 0,0 0-1 0 0,0 0 0 0 0,0 0 1 0 0,0-1-1 0 0,0 1 1 0 0,0 0-1 0 0,-1-1 0 0 0,1 1 1 0 0,-1-1-1 0 0,0 1 0 0 0,0-1 1 0 0,1 1-1 0 0,-2-1 1 0 0,1 1-1 0 0,-1-4 0 0 0</inkml:trace>
</inkml:ink>
</file>

<file path=ppt/ink/ink19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4:16.7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 1204 0 0,'14'-7'13469'0'0,"-13"7"-13256"0"0,1 1 1 0 0,-1-1-1 0 0,0 1 1 0 0,1-1-1 0 0,-1 1 1 0 0,0 0-1 0 0,0-1 1 0 0,0 1 0 0 0,1 0-1 0 0,-1 0 1 0 0,0 0-1 0 0,0 0 1 0 0,0 0-1 0 0,0 0 1 0 0,-1 0-1 0 0,1 0 1 0 0,0 0-1 0 0,0 0 1 0 0,-1 0 0 0 0,1 1-1 0 0,0-1 1 0 0,-1 0-1 0 0,1 1 1 0 0,-1-1-1 0 0,0 0 1 0 0,1 1-1 0 0,-1 2 1 0 0,5 26 1328 0 0,0 1-1 0 0,-3 0 1 0 0,0 39 0 0 0,-13 96 517 0 0,5-104-1662 0 0,-5 81 599 0 0,8-122 818 0 0,-3-9-5533 0 0</inkml:trace>
</inkml:ink>
</file>

<file path=ppt/ink/ink19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4:17.3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101 32 1292 0 0,'-29'1'7097'0'0,"18"0"-5078"0"0,7-1-874 0 0,-12 1 2311 0 0,-22 7 3433 0 0,36-7-6018 0 0,5-1-885 0 0,30 0-34 0 0,15-6 30 0 0,0-2 51 0 0,29-6 22 0 0,-74 13-28 0 0,5-1 25 0 0,23 0-151 0 0,-28 2-256 0 0,1 0 0 0 0,-1-1 0 0 0,0 1 0 0 0,1-1 0 0 0,-1 0 0 0 0,0 0 0 0 0,0 0 1 0 0,0-1-1 0 0,4-1 0 0 0</inkml:trace>
</inkml:ink>
</file>

<file path=ppt/ink/ink19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4:17.8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64 2228 0 0,'-3'-23'14125'0'0,"3"21"-14039"0"0,1 1 1 0 0,-1-1-1 0 0,1 0 1 0 0,-1 1-1 0 0,1-1 0 0 0,0 1 1 0 0,0 0-1 0 0,0-1 1 0 0,0 1-1 0 0,0 0 1 0 0,0-1-1 0 0,0 1 1 0 0,0 0-1 0 0,0 0 0 0 0,0 0 1 0 0,1 0-1 0 0,1-1 1 0 0,1 0-26 0 0,0 0 0 0 0,0 0 1 0 0,0 0-1 0 0,1 1 0 0 0,-1-1 0 0 0,8 0 1 0 0,-6 1-65 0 0,0 0-1 0 0,0 0 1 0 0,0 1 0 0 0,0 0 0 0 0,0 0-1 0 0,0 1 1 0 0,-1 0 0 0 0,1 0 0 0 0,0 0-1 0 0,0 1 1 0 0,6 2 0 0 0,-8-2 9 0 0,0 0-1 0 0,0 0 1 0 0,0 1-1 0 0,-1 0 1 0 0,1 0 0 0 0,-1 0-1 0 0,1 0 1 0 0,-1 0 0 0 0,0 1-1 0 0,0-1 1 0 0,-1 1-1 0 0,1 0 1 0 0,-1 0 0 0 0,0 0-1 0 0,3 7 1 0 0,-2-3 13 0 0,-1 0 1 0 0,0 0 0 0 0,-1 0-1 0 0,0 1 1 0 0,0-1 0 0 0,-1 0-1 0 0,0 0 1 0 0,-2 14 0 0 0,-2 4 41 0 0,-1 1 1 0 0,-1-1 0 0 0,-1 0 0 0 0,-17 38-1 0 0,-55 95 341 0 0,48-93 10 0 0,30-64-370 0 0,4 1 25 0 0,-3-3-66 0 0,0 0 1 0 0,0 0-1 0 0,0 0 1 0 0,0 1-1 0 0,0-1 1 0 0,0 0-1 0 0,0 0 1 0 0,0 1-1 0 0,0-1 1 0 0,0 0-1 0 0,0 0 1 0 0,0 0-1 0 0,0 0 1 0 0,1 1-1 0 0,-1-1 1 0 0,0 0-1 0 0,0 0 1 0 0,0 0-1 0 0,0 0 1 0 0,1 1-1 0 0,-1-1 1 0 0,0 0-1 0 0,0 0 1 0 0,0 0-1 0 0,1 0 1 0 0,-1 0-1 0 0,0 0 1 0 0,0 0-1 0 0,0 0 1 0 0,1 0-1 0 0,-1 0 1 0 0,0 0-1 0 0,0 1 1 0 0,0-1-1 0 0,1 0 1 0 0,-1 0-1 0 0,0-1 1 0 0,1 1-1 0 0,33-2 32 0 0,-1-3-1 0 0,1-1 0 0 0,59-18 1 0 0,-46 11-35 0 0,120-30-2205 0 0,-164 41 1070 0 0,1 1 1 0 0,-1 0-1 0 0,0-1 0 0 0,0 0 0 0 0,0 0 0 0 0,0 0 1 0 0,4-4-1 0 0</inkml:trace>
</inkml:ink>
</file>

<file path=ppt/ink/ink19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4:19.1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 14 1788 0 0,'-19'9'20224'0'0,"34"-9"-20543"0"0,79-6 450 0 0,64-6 84 0 0,-156 11-207 0 0,2 2 26 0 0,25-1 62 0 0,-27-1-88 0 0,1 1-97 0 0,7-3 132 0 0</inkml:trace>
</inkml:ink>
</file>

<file path=ppt/ink/ink19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4:19.6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41 2000 0 0,'2'-15'7824'0'0,"-1"13"-7480"0"0,-1 0-1 0 0,1 0 1 0 0,0 0 0 0 0,0 1-1 0 0,0-1 1 0 0,0 0-1 0 0,0 1 1 0 0,0-1 0 0 0,0 1-1 0 0,0-1 1 0 0,1 1-1 0 0,-1 0 1 0 0,3-2 0 0 0,-2 2-41 0 0,1 1-202 0 0,4 0-58 0 0,0 0 0 0 0,-1 1 0 0 0,0 0 0 0 0,1 0-1 0 0,-1 1 1 0 0,1 0 0 0 0,-1 0 0 0 0,0 1 0 0 0,0-1 0 0 0,0 1 0 0 0,-1 1 0 0 0,11 6 0 0 0,-13-7 6 0 0,1 0 0 0 0,-1 0-1 0 0,0 0 1 0 0,0 0 0 0 0,0 0 0 0 0,-1 1-1 0 0,1 0 1 0 0,-1-1 0 0 0,0 1 0 0 0,0 0-1 0 0,0 0 1 0 0,0 0 0 0 0,-1 1 0 0 0,1-1-1 0 0,-1 0 1 0 0,0 1 0 0 0,0-1 0 0 0,-1 0-1 0 0,0 1 1 0 0,1-1 0 0 0,-2 6 0 0 0,0 2 199 0 0,-1 0 0 0 0,-1 0 1 0 0,0-1-1 0 0,0 1 1 0 0,-1-1-1 0 0,-6 12 1 0 0,-36 63 1849 0 0,10-23-187 0 0,33-58-1772 0 0,-6 12 138 0 0,9-17-271 0 0,0 1 1 0 0,0-1-1 0 0,0 0 1 0 0,0 1 0 0 0,0-1-1 0 0,0 0 1 0 0,-1 0-1 0 0,1 1 1 0 0,0-1-1 0 0,0 0 1 0 0,0 1-1 0 0,0-1 1 0 0,0 0-1 0 0,0 1 1 0 0,0-1 0 0 0,1 0-1 0 0,-1 1 1 0 0,0-1-1 0 0,0 0 1 0 0,0 1-1 0 0,0-1 1 0 0,0 0-1 0 0,0 1 1 0 0,1-1 0 0 0,-1 0-1 0 0,0 0 1 0 0,0 1-1 0 0,0-1 1 0 0,1 0-1 0 0,-1 0 1 0 0,0 1-1 0 0,0-1 1 0 0,1 0-1 0 0,-1 0 1 0 0,0 0 0 0 0,0 1-1 0 0,1-1 1 0 0,-1 0-1 0 0,0 0 1 0 0,1 0-1 0 0,-1 0 1 0 0,0 0-1 0 0,1 0 1 0 0,-1 0 0 0 0,0 0-1 0 0,1 0 1 0 0,-1 0-1 0 0,1 0 1 0 0,103 2 102 0 0,146-16 0 0 0,-232 12-48 0 0,60-1 2 0 0,-75 3-124 0 0,0-1-321 0 0,0 1 599 0 0,9-4-2862 0 0</inkml:trace>
</inkml:ink>
</file>

<file path=ppt/ink/ink19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4:21.6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 45 512 0 0,'0'0'11708'0'0,"-20"4"-4824"0"0,17 0-6725 0 0,3-2-128 0 0,6-5-73 0 0,-5 2-7 0 0,8 0-51 0 0,-1 0 89 0 0,0 0-1 0 0,0-1 0 0 0,16-5 1 0 0,14-3 16 0 0,17 2-1 0 0,-53 7 12 0 0,2 1-10 0 0,26-7-36 0 0,-27 7 34 0 0,0 0 2 0 0,8 0-6 0 0,-8 0-4 0 0,0-1-4 0 0,8-1 3 0 0,-5 0 31 0 0,1 0 0 0 0,-1 1 0 0 0,0 0 0 0 0,0 0 0 0 0,1 1 0 0 0,7 0-1 0 0,0-2 1244 0 0</inkml:trace>
</inkml:ink>
</file>

<file path=ppt/ink/ink19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4:22.1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108 45 1800 0 0,'4'-25'14474'0'0,"0"6"-7597"0"0,-26 258-5345 0 0,13-171-1438 0 0,-24 120 240 0 0,17-104-147 0 0,13-64 345 0 0,-12 33 1 0 0,15-51-386 0 0,-9-1-2326 0 0,0-1-916 0 0</inkml:trace>
</inkml:ink>
</file>

<file path=ppt/ink/ink19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4:23.4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0 107 1012 0 0,'6'-21'11933'0'0,"-2"-3"-3662"0"0,-1 16-7780 0 0,3 3-470 0 0,1 0 0 0 0,0 0 0 0 0,-1 1 0 0 0,1 0 0 0 0,1 1 0 0 0,-1-1 0 0 0,0 1 0 0 0,1 1 0 0 0,0-1 0 0 0,12-1 0 0 0,9-1-155 0 0,37-2 1 0 0,-65 7 132 0 0,10 0-39 0 0,-1 1 1 0 0,1 1-1 0 0,0 0 1 0 0,0 0-1 0 0,-1 1 0 0 0,1 0 1 0 0,-1 1-1 0 0,0 0 0 0 0,0 1 1 0 0,0 0-1 0 0,9 6 1 0 0,-8-1-27 0 0,-6 0 35 0 0,6 7 15 0 0,-11-9 19 0 0,-1 0 24 0 0,1-1-15 0 0,-1-1-1 0 0,0 1 1 0 0,-1-1 0 0 0,1 0-1 0 0,-1 1 1 0 0,0-1 0 0 0,-1 0-1 0 0,1 0 1 0 0,-1 0 0 0 0,-7 9-1 0 0,-5 7 66 0 0,-24 26 0 0 0,17-22 93 0 0,12-15-9 0 0,-4 0 32 0 0,12-10-124 0 0,5 0-288 0 0,0 0 196 0 0,-1 0-1 0 0,1 0 1 0 0,0-1-1 0 0,0 1 1 0 0,0-1-1 0 0,0 0 1 0 0,4 0-1 0 0,11 2-33 0 0,-5 1 60 0 0,0 1-1 0 0,-1 1 1 0 0,1 0 0 0 0,-1 1-1 0 0,0 0 1 0 0,0 1-1 0 0,0 0 1 0 0,-1 1-1 0 0,0 1 1 0 0,-1-1-1 0 0,0 2 1 0 0,0-1-1 0 0,-1 1 1 0 0,0 1 0 0 0,-1 0-1 0 0,9 14 1 0 0,-16-22 16 0 0,1 0 0 0 0,-1 0 1 0 0,1 0-1 0 0,-1 1 0 0 0,0-1 0 0 0,0 0 1 0 0,0 1-1 0 0,-1-1 0 0 0,1 1 1 0 0,-1-1-1 0 0,0 1 0 0 0,0-1 1 0 0,0 1-1 0 0,0 0 0 0 0,-1-1 0 0 0,-1 6 1 0 0,0-4 13 0 0,0 1 0 0 0,0-2 0 0 0,-1 1 0 0 0,1 0 1 0 0,-1 0-1 0 0,0-1 0 0 0,0 0 0 0 0,-1 0 0 0 0,1 0 0 0 0,-5 4 0 0 0,-2 0 56 0 0,0 0 0 0 0,0-1 0 0 0,0 0-1 0 0,0-1 1 0 0,-1 0 0 0 0,0-1 0 0 0,-1 0-1 0 0,-21 6 1 0 0,20-8-93 0 0,-1-1-1 0 0,0-1 1 0 0,0 0 0 0 0,0-1-1 0 0,0-1 1 0 0,0 0-1 0 0,1 0 1 0 0,-1-2 0 0 0,-18-4-1 0 0,3 0-555 0 0,25 7 109 0 0,1-1-1 0 0,0 0 1 0 0,-1 0 0 0 0,1 0-1 0 0,0-1 1 0 0,-6-2 0 0 0</inkml:trace>
</inkml:ink>
</file>

<file path=ppt/ink/ink19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4:24.5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10 109 964 0 0,'-4'-11'4287'0'0,"3"9"-4071"0"0,0 0 1 0 0,0 0-1 0 0,1 0 1 0 0,-1 0-1 0 0,1 0 0 0 0,-1 1 1 0 0,1-1-1 0 0,0 0 0 0 0,0 0 1 0 0,0 0-1 0 0,0 0 0 0 0,0 0 1 0 0,1-3-1 0 0,0 3-199 0 0,0 0 1 0 0,0 0-1 0 0,0 0 0 0 0,0 0 1 0 0,0 0-1 0 0,1 1 1 0 0,-1-1-1 0 0,1 0 0 0 0,-1 1 1 0 0,1-1-1 0 0,0 1 1 0 0,-1 0-1 0 0,1-1 0 0 0,3 0 1 0 0,7-5 2 0 0,0 1 0 0 0,0 1 0 0 0,0 0 0 0 0,0 1 1 0 0,1 0-1 0 0,0 1 0 0 0,0 0 0 0 0,0 1 0 0 0,0 0 1 0 0,0 1-1 0 0,0 1 0 0 0,0 0 0 0 0,0 1 0 0 0,1 0 0 0 0,-1 1 1 0 0,0 1-1 0 0,-1 0 0 0 0,1 0 0 0 0,0 2 0 0 0,-1-1 0 0 0,0 2 1 0 0,13 6-1 0 0,-24-11 8 0 0,1 0-1 0 0,-1 1 1 0 0,0-1 0 0 0,1 0-1 0 0,-1 0 1 0 0,0 1 0 0 0,0-1-1 0 0,0 0 1 0 0,0 1 0 0 0,0-1 0 0 0,-1 1-1 0 0,1 0 1 0 0,0-1 0 0 0,-1 1-1 0 0,1-1 1 0 0,-1 1 0 0 0,1 0 0 0 0,-1-1-1 0 0,0 1 1 0 0,0 0 0 0 0,0 0-1 0 0,0-1 1 0 0,0 1 0 0 0,0 0-1 0 0,0 0 1 0 0,0-1 0 0 0,-1 1 0 0 0,1 0-1 0 0,-1-1 1 0 0,-1 4 0 0 0,0 1 89 0 0,-1 1 0 0 0,0-1 0 0 0,0 0 0 0 0,-1 0 0 0 0,0 0 1 0 0,-4 6-1 0 0,-57 62 579 0 0,26-36 1083 0 0,37-37-1306 0 0,-1 2-219 0 0,3-3-237 0 0,0 0-1 0 0,0 0 1 0 0,-1 0 0 0 0,1 1 0 0 0,0-1-1 0 0,0 0 1 0 0,0 0 0 0 0,-1 0-1 0 0,1 0 1 0 0,0 0 0 0 0,0 0-1 0 0,0 0 1 0 0,0 1 0 0 0,0-1-1 0 0,-1 0 1 0 0,1 0 0 0 0,0 0-1 0 0,0 0 1 0 0,0 1 0 0 0,0-1-1 0 0,0 0 1 0 0,0 0 0 0 0,0 0-1 0 0,0 1 1 0 0,-1-1 0 0 0,1 0 0 0 0,0 0-1 0 0,0 0 1 0 0,0 1 0 0 0,0-1-1 0 0,0 0 1 0 0,0 0 0 0 0,0 1-1 0 0,0-1 1 0 0,0 0 0 0 0,0 0-1 0 0,1 1 1 0 0,-1 0-14 0 0,1 0 0 0 0,-1 0-1 0 0,1 0 1 0 0,-1 0 0 0 0,1 0 0 0 0,0 0-1 0 0,-1 0 1 0 0,1 0 0 0 0,0-1 0 0 0,0 1 0 0 0,0 0-1 0 0,0 0 1 0 0,0-1 0 0 0,0 1 0 0 0,0 0 0 0 0,0-1-1 0 0,0 1 1 0 0,0-1 0 0 0,0 0 0 0 0,0 1-1 0 0,0-1 1 0 0,0 0 0 0 0,0 1 0 0 0,1-1 0 0 0,-1 0-1 0 0,0 0 1 0 0,1 0 0 0 0,7 1 2 0 0,4 3-12 0 0,-1 1 0 0 0,0 0 1 0 0,0 1-1 0 0,0 0 0 0 0,0 1 1 0 0,-1 0-1 0 0,11 9 0 0 0,-14-9 104 0 0,1 0-1 0 0,-2 0 1 0 0,1 1-1 0 0,-1 0 1 0 0,0 1-1 0 0,-1 0 1 0 0,0 0-1 0 0,0 0 1 0 0,6 15-1 0 0,-10-20 95 0 0,-1 0-1 0 0,1 1 1 0 0,-1-1-1 0 0,-1 1 1 0 0,1-1-1 0 0,-1 0 1 0 0,1 1-1 0 0,-1-1 1 0 0,0 1 0 0 0,-1-1-1 0 0,1 1 1 0 0,-1-1-1 0 0,0 1 1 0 0,0-1-1 0 0,0 0 1 0 0,-1 0-1 0 0,0 0 1 0 0,1 1-1 0 0,-1-1 1 0 0,-1-1 0 0 0,1 1-1 0 0,-1 0 1 0 0,1-1-1 0 0,-1 1 1 0 0,0-1-1 0 0,-6 6 1 0 0,2-3 20 0 0,0 0 0 0 0,-1-1 1 0 0,0 0-1 0 0,1 0 0 0 0,-2 0 1 0 0,1-1-1 0 0,0 0 0 0 0,-1-1 0 0 0,0 0 1 0 0,0 0-1 0 0,0-1 0 0 0,-9 1 0 0 0,-1-2-125 0 0,0-2-1 0 0,0 0 0 0 0,1-1 0 0 0,-1-1 0 0 0,-19-5 0 0 0,-17-2-2122 0 0,13-3-5163 0 0,29 9 1731 0 0</inkml:trace>
</inkml:ink>
</file>

<file path=ppt/ink/ink19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4:25.9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92 29 580 0 0,'48'-25'15119'0'0,"-39"22"-13103"0"0,-12 12-1982 0 0,0 1 0 0 0,-2-1 0 0 0,1 0 1 0 0,-1-1-1 0 0,-9 14 0 0 0,2-3-54 0 0,-5 14 7 0 0,1 0 0 0 0,2 1 0 0 0,1 0 0 0 0,2 1 1 0 0,1 0-1 0 0,-8 65 0 0 0,16-89 142 0 0,1-1 1 0 0,1 1 0 0 0,0 0 0 0 0,0-1-1 0 0,1 1 1 0 0,0-1 0 0 0,5 18 0 0 0,-4-23-55 0 0,-1 1 0 0 0,1-1 1 0 0,0 0-1 0 0,1 0 1 0 0,-1 0-1 0 0,1 0 1 0 0,0 0-1 0 0,1 0 0 0 0,-1-1 1 0 0,1 1-1 0 0,0-1 1 0 0,0 0-1 0 0,0 0 1 0 0,0-1-1 0 0,7 5 1 0 0,-8-7 3 0 0,0 1 1 0 0,0-2 0 0 0,-1 1 0 0 0,1 0 0 0 0,0 0 0 0 0,0-1-1 0 0,0 0 1 0 0,0 1 0 0 0,0-1 0 0 0,0 0 0 0 0,0-1 0 0 0,0 1 0 0 0,4-1-1 0 0,37-12 724 0 0,-33 7-612 0 0,0 0 0 0 0,0-1-1 0 0,-1 0 1 0 0,0 0-1 0 0,0-1 1 0 0,-1-1 0 0 0,0 0-1 0 0,-1 0 1 0 0,0 0 0 0 0,0-1-1 0 0,12-21 1 0 0,-5 5 268 0 0,-1 0 0 0 0,-2-1-1 0 0,18-55 1 0 0,-27 72-400 0 0,0 0-1 0 0,-1 1 0 0 0,0-1 0 0 0,-1 0 0 0 0,0 0 0 0 0,0 0 0 0 0,-1 0 1 0 0,0 0-1 0 0,-4-19 0 0 0,3 22-72 0 0,-1 0-14 0 0,1 0 1 0 0,-1 0-1 0 0,0 0 0 0 0,-1 0 1 0 0,0 0-1 0 0,0 0 0 0 0,0 1 1 0 0,-1 0-1 0 0,0-1 0 0 0,0 1 1 0 0,0 1-1 0 0,-11-11 0 0 0,11 12-279 0 0,-1 1 0 0 0,0-1-1 0 0,-1 1 1 0 0,1 0 0 0 0,0 1 0 0 0,-1-1-1 0 0,-7-1 1 0 0,7 2-697 0 0,1 1 0 0 0,-1 0 0 0 0,0 0 0 0 0,-9-1 0 0 0,13 3 441 0 0,-1-1 0 0 0,1 0 0 0 0,0 1 0 0 0,-1-1 0 0 0,1 1 0 0 0,0 0 1 0 0,0 0-1 0 0,-1-1 0 0 0,1 2 0 0 0,0-1 0 0 0,-2 2 0 0 0</inkml:trace>
</inkml:ink>
</file>

<file path=ppt/ink/ink19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4:26.8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3 126 1812 0 0,'-3'-11'16690'0'0,"15"6"-16459"0"0,-1 0 0 0 0,1 1 0 0 0,-1 1 0 0 0,1 0 0 0 0,20-3 0 0 0,10-2 8 0 0,198-51 1567 0 0,-167 40 152 0 0,-71 18-1886 0 0,1 1-23 0 0,16-2-47 0 0</inkml:trace>
</inkml:ink>
</file>

<file path=ppt/ink/ink19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4:27.3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32 2648 0 0,'12'-32'17091'0'0,"-13"35"-16515"0"0,-5 24-250 0 0,-5 34 0 0 0,10-39-299 0 0,0 0 1 0 0,4 35 0 0 0,-2-49-17 0 0,1 0 0 0 0,0 0 0 0 0,0 1 0 0 0,0-1 0 0 0,1 0 0 0 0,0 0 0 0 0,1-1 1 0 0,0 1-1 0 0,8 11 0 0 0,-11-17-7 0 0,0-1 0 0 0,0 0 0 0 0,0 1 0 0 0,1-1 1 0 0,-1 0-1 0 0,0 0 0 0 0,1 0 0 0 0,-1 0 0 0 0,1 0 1 0 0,-1-1-1 0 0,1 1 0 0 0,-1 0 0 0 0,1-1 0 0 0,0 1 0 0 0,3 0 1 0 0,-4-1-2 0 0,2 1 23 0 0,1-2 4 0 0,2 0-33 0 0,0-1-1 0 0,1 0 0 0 0,-1-1 1 0 0,0 1-1 0 0,-1-1 0 0 0,1 0 1 0 0,0-1-1 0 0,-1 1 1 0 0,0-1-1 0 0,0 0 0 0 0,0 0 1 0 0,0-1-1 0 0,7-9 0 0 0,-2 2 345 0 0,-1-1-1 0 0,0 0 1 0 0,-1 0-1 0 0,12-27 1 0 0,-5 16 947 0 0,-9 18-1018 0 0,-5 18-236 0 0,-64 485 3451 0 0,61-480-3887 0 0,-1 4-575 0 0</inkml:trace>
</inkml:ink>
</file>

<file path=ppt/ink/ink19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4:27.8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 56 1056 0 0,'-35'-8'22466'0'0,"50"6"-21855"0"0,304-36 1603 0 0,-316 38-2147 0 0,4 0-14 0 0,0-1 0 0 0,0 1 0 0 0,13-4 0 0 0,-15 3-79 0 0,-3 1-21 0 0,8-1-3322 0 0</inkml:trace>
</inkml:ink>
</file>

<file path=ppt/ink/ink19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4:28.5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141 124 1992 0 0,'-2'-2'3736'0'0,"-44"-23"9907"0"0,36 17-10905 0 0,9 8-2590 0 0,1 0 0 0 0,-1-1-1 0 0,0 1 1 0 0,1 0 0 0 0,-1 0-1 0 0,1 0 1 0 0,-1-1 0 0 0,1 1 0 0 0,-1 0-1 0 0,0-1 1 0 0,1 1 0 0 0,-1-1-1 0 0,1 1 1 0 0,0 0 0 0 0,-1-1-1 0 0,1 1 1 0 0,-1-1 0 0 0,1 1 0 0 0,0-1-1 0 0,-1 1 1 0 0,1-1 0 0 0,0 0-1 0 0,-1 1 1 0 0,1-1 0 0 0,0 1 0 0 0,0-1-1 0 0,0 0 1 0 0,-1 1 0 0 0,1-1-1 0 0,0 0 1 0 0,0 0 0 0 0,2-2-130 0 0,1 1 1 0 0,-1-1 0 0 0,1 1-1 0 0,-1-1 1 0 0,1 1 0 0 0,0 0-1 0 0,0 0 1 0 0,0 0-1 0 0,0 0 1 0 0,0 1 0 0 0,0-1-1 0 0,0 1 1 0 0,7-2 0 0 0,7-4 12 0 0,5-1-95 0 0,-1 1 1 0 0,1 1-1 0 0,0 1 1 0 0,1 1 0 0 0,38-2-1 0 0,-14 9-209 0 0,-44-2 249 0 0,0-1 0 0 0,1 1-1 0 0,-1 0 1 0 0,0 0 0 0 0,0 1-1 0 0,0-1 1 0 0,3 3 0 0 0,1 0-29 0 0,-5-4 45 0 0,-1 1 0 0 0,1 0 0 0 0,0 0 0 0 0,-1 0 0 0 0,0 0 0 0 0,1 0 0 0 0,-1 0 1 0 0,0 0-1 0 0,1 0 0 0 0,-1 1 0 0 0,0-1 0 0 0,0 0 0 0 0,0 1 0 0 0,0-1 0 0 0,0 1 0 0 0,-1-1 0 0 0,1 1 0 0 0,0 0 0 0 0,-1-1 0 0 0,1 1 0 0 0,-1 0 0 0 0,1-1 0 0 0,-1 1 0 0 0,0 0 0 0 0,0 0 0 0 0,0-1 1 0 0,0 1-1 0 0,0 0 0 0 0,0 0 0 0 0,0-1 0 0 0,-1 1 0 0 0,1 0 0 0 0,0 0 0 0 0,-1-1 0 0 0,0 1 0 0 0,-1 2 0 0 0,-1 4 12 0 0,-1 0-1 0 0,0-1 1 0 0,0 0 0 0 0,-1 1-1 0 0,-9 10 1 0 0,-14 14 92 0 0,-1-2 0 0 0,-61 48 0 0 0,89-77-69 0 0,-15 16-293 0 0,23-14 207 0 0,1 1 1 0 0,-1-1 0 0 0,1 0 0 0 0,10 2-1 0 0,-9-3 19 0 0,-1 1-1 0 0,1 0 1 0 0,12 6-1 0 0,-10-2 29 0 0,1 1 0 0 0,-1 0 0 0 0,17 17 0 0 0,-23-21 25 0 0,-1 1 0 0 0,0-1 0 0 0,-1 1 0 0 0,1 0 0 0 0,-1 0 0 0 0,0 0 0 0 0,0 1 0 0 0,0-1 1 0 0,-1 1-1 0 0,3 9 0 0 0,-5-13-1 0 0,1 1 1 0 0,-1-1-1 0 0,0 1 1 0 0,0 0-1 0 0,-1-1 1 0 0,1 1-1 0 0,0 0 1 0 0,-1-1-1 0 0,0 1 1 0 0,1-1-1 0 0,-1 1 0 0 0,0-1 1 0 0,0 1-1 0 0,-1-1 1 0 0,1 1-1 0 0,0-1 1 0 0,-1 0-1 0 0,1 0 1 0 0,-1 0-1 0 0,-3 3 1 0 0,-1 1-1 0 0,0 0 1 0 0,-1 0-1 0 0,0-1 0 0 0,-12 7 1 0 0,-1-1-639 0 0,0-1 1 0 0,-1-1-1 0 0,0-1 1 0 0,-35 8-1 0 0,-90 13-10126 0 0,142-28 10312 0 0,-48 5-8806 0 0</inkml:trace>
</inkml:ink>
</file>

<file path=ppt/ink/ink19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4:31.8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527 16 444 0 0,'-2'-1'8084'0'0,"-34"-8"2543"0"0,21 6-10970 0 0,13 3 501 0 0,-2-1-97 0 0,-10 0-14 0 0,10 1-5 0 0,-13 0 32 0 0,14 0-62 0 0,-31 4-7 0 0,25-2-21 0 0,0 0 0 0 0,0 0 1 0 0,0 1-1 0 0,1 1 0 0 0,-1-1 0 0 0,1 1 0 0 0,0 1 1 0 0,0 0-1 0 0,0 0 0 0 0,1 0 0 0 0,-1 1 0 0 0,1 0 1 0 0,1 1-1 0 0,-1-1 0 0 0,-10 15 0 0 0,3-1-36 0 0,1 0 0 0 0,0 0 0 0 0,1 2 0 0 0,-17 43 0 0 0,19-33 199 0 0,0 1 0 0 0,2 0 0 0 0,2 0-1 0 0,-5 59 1 0 0,9 140 1828 0 0,4-122-1117 0 0,3 201 1311 0 0,0 111 1295 0 0,-54 397 1319 0 0,7-259-4697 0 0,5 99-86 0 0,36-646 0 0 0,-11 231 0 0 0,12-212 0 0 0,-1-9 0 0 0,1 0 0 0 0,1 0 0 0 0,1 0 0 0 0,2 0 0 0 0,0-1 0 0 0,7 24 0 0 0,-9-42 0 0 0,-1 0 0 0 0,1 0 0 0 0,0 0 0 0 0,0 0 0 0 0,1 0 0 0 0,-1-1 0 0 0,1 1 0 0 0,0-1 0 0 0,0 0 0 0 0,0 1 0 0 0,0-1 0 0 0,0 0 0 0 0,1-1 0 0 0,0 1 0 0 0,-1-1 0 0 0,1 1 0 0 0,0-1 0 0 0,0 0 0 0 0,6 2 0 0 0,1 1 0 0 0,13 5 0 0 0,1-1 0 0 0,0-2 0 0 0,0 0 0 0 0,1-1 0 0 0,0-2 0 0 0,0 0 0 0 0,0-2 0 0 0,33-1 0 0 0,-10-2-1855 0 0,88-14-1 0 0,-79 4-2483 0 0,-1-3 0 0 0,101-38 0 0 0,-79 20-9296 0 0</inkml:trace>
</inkml:ink>
</file>

<file path=ppt/ink/ink19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4:32.6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96 41 2068 0 0,'-6'-26'8568'0'0,"2"12"-3854"0"0,3 14-4603 0 0,-1 6 75 0 0,-1 0 1 0 0,1 1-1 0 0,1 0 0 0 0,-1-1 1 0 0,1 1-1 0 0,0 0 1 0 0,1 0-1 0 0,-1-1 1 0 0,2 1-1 0 0,0 8 1 0 0,-2 24 498 0 0,-67 440 661 0 0,65-460-1583 0 0,1 4-2866 0 0</inkml:trace>
</inkml:ink>
</file>

<file path=ppt/ink/ink19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4:38.4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 1 244 0 0,'-26'29'10542'0'0,"25"-28"-10164"0"0,1 0-205 0 0,-1 0 0 0 0,0 0-1 0 0,1 0 1 0 0,-1 0-1 0 0,1 1 1 0 0,-1-1 0 0 0,1 0-1 0 0,-1 0 1 0 0,1 0 0 0 0,0 0-1 0 0,0 0 1 0 0,0 1-1 0 0,-1-1 1 0 0,1 0 0 0 0,0 0-1 0 0,0 0 1 0 0,1 1-1 0 0,-1-1 1 0 0,0 0 0 0 0,0 0-1 0 0,0 0 1 0 0,1 0 0 0 0,-1 1-1 0 0,1-1 1 0 0,-1 0-1 0 0,1 0 1 0 0,-1 0 0 0 0,1 0-1 0 0,0 0 1 0 0,1 2 787 0 0,15 1 1049 0 0,-14-3-1798 0 0,0 0 0 0 0,-1 0 0 0 0,1 0 0 0 0,0-1 0 0 0,0 1 0 0 0,0-1 1 0 0,0 1-1 0 0,-1-1 0 0 0,1 0 0 0 0,5-1 0 0 0,115-15 857 0 0,-120 15-1047 0 0,5 1-59 0 0,0 0 1 0 0,0-1 0 0 0,12-2 0 0 0,-16 2-200 0 0,-2 1-301 0 0,18-13-4978 0 0,1 2 1370 0 0,-8 5 446 0 0</inkml:trace>
</inkml:ink>
</file>

<file path=ppt/ink/ink19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4:38.6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33 284 0 0,'7'-23'15398'0'0,"-5"22"-15298"0"0,1-1 1 0 0,-1 1-1 0 0,1 0 0 0 0,-1 0 1 0 0,1 0-1 0 0,-1 0 0 0 0,1 1 1 0 0,0-1-1 0 0,-1 1 0 0 0,1-1 1 0 0,0 1-1 0 0,0 0 0 0 0,4 0 1 0 0,48 5 368 0 0,-30 1-287 0 0,47 17 0 0 0,-60-17-152 0 0</inkml:trace>
</inkml:ink>
</file>

<file path=ppt/ink/ink19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4:40.0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 90 256 0 0,'0'-11'15344'0'0,"-1"10"-15255"0"0,1-1 0 0 0,0 1 0 0 0,-1 0 1 0 0,1 0-1 0 0,0 0 0 0 0,0 0 0 0 0,0 0 0 0 0,0-1 0 0 0,0 1 0 0 0,0 0 0 0 0,0 0 0 0 0,0 0 1 0 0,1 0-1 0 0,-1-1 0 0 0,0 1 0 0 0,1 0 0 0 0,-1 0 0 0 0,1 0 0 0 0,-1 0 0 0 0,1 0 0 0 0,0 0 1 0 0,-1 0-1 0 0,2-1 0 0 0,1-1-42 0 0,0 0 1 0 0,0 0-1 0 0,0 1 1 0 0,0-1-1 0 0,0 1 0 0 0,1 0 1 0 0,3-2-1 0 0,4-2-93 0 0,0 2 0 0 0,0-1 0 0 0,0 1 0 0 0,15-2 0 0 0,-20 4 33 0 0,-1 2 0 0 0,1-1 0 0 0,-1 1 0 0 0,1-1 0 0 0,0 2 0 0 0,-1-1 0 0 0,1 1 0 0 0,-1-1 0 0 0,1 1 0 0 0,-1 1 0 0 0,1-1 0 0 0,-1 1 0 0 0,0 0 0 0 0,9 5 0 0 0,-11-5 14 0 0,1 0 0 0 0,-1 1 0 0 0,0 0 0 0 0,0-1 0 0 0,0 1 0 0 0,-1 0 0 0 0,1 1 0 0 0,-1-1 0 0 0,0 0 0 0 0,1 1 0 0 0,-1-1 1 0 0,-1 1-1 0 0,1 0 0 0 0,-1-1 0 0 0,1 1 0 0 0,-1 0 0 0 0,0 0 0 0 0,0 0 0 0 0,-1 0 0 0 0,1 0 0 0 0,-1 5 0 0 0,0 6 22 0 0,-1 0-1 0 0,0-1 0 0 0,-1 1 0 0 0,-1-1 0 0 0,0 0 1 0 0,-1 0-1 0 0,-11 26 0 0 0,-53 91 69 0 0,61-117-76 0 0,-86 127 397 0 0,15-23 2799 0 0,77-117-2839 0 0,1 0-366 0 0,0-1-1 0 0,0 0 1 0 0,0 0-1 0 0,1 1 0 0 0,-1-1 1 0 0,0 0-1 0 0,0 1 1 0 0,1-1-1 0 0,-1 0 1 0 0,0 0-1 0 0,0 1 0 0 0,1-1 1 0 0,-1 0-1 0 0,0 0 1 0 0,0 0-1 0 0,1 0 0 0 0,-1 1 1 0 0,0-1-1 0 0,1 0 1 0 0,-1 0-1 0 0,0 0 1 0 0,1 0-1 0 0,-1 0 0 0 0,0 0 1 0 0,1 0-1 0 0,-1 0 1 0 0,0 0-1 0 0,1 0 0 0 0,-1 0 1 0 0,0 0-1 0 0,1 0 1 0 0,-1 0-1 0 0,0 0 1 0 0,1 0-1 0 0,-1 0 0 0 0,15-4 40 0 0,-14 4-43 0 0,209-36-590 0 0,-180 33-775 0 0,1 1 0 0 0,-1 2 0 0 0,1 1-1 0 0,57 10 1 0 0,-48 0-1487 0 0,-17 3-2366 0 0</inkml:trace>
</inkml:ink>
</file>

<file path=ppt/ink/ink19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4:40.6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119 37 80 0 0,'-58'34'10412'0'0,"56"-33"-9676"0"0,-23 12 4147 0 0,-6 6 4360 0 0,30-19-9236 0 0,1 0-1 0 0,0 0 1 0 0,0 0 0 0 0,0 0 0 0 0,0 0 0 0 0,0 0 0 0 0,0 0 0 0 0,0 0 0 0 0,0 0-1 0 0,0 0 1 0 0,-1 0 0 0 0,1 0 0 0 0,0 0 0 0 0,0 0 0 0 0,0 1 0 0 0,0-1 0 0 0,0 0 0 0 0,0 0-1 0 0,0 0 1 0 0,0 0 0 0 0,0 0 0 0 0,0 0 0 0 0,0 0 0 0 0,0 0 0 0 0,0 0 0 0 0,0 0-1 0 0,0 1 1 0 0,0-1 0 0 0,0 0 0 0 0,0 0 0 0 0,0 0 0 0 0,0 0 0 0 0,0 0 0 0 0,0 0 0 0 0,0 0-1 0 0,0 0 1 0 0,0 1 0 0 0,0-1 0 0 0,0 0 0 0 0,0 0 0 0 0,0 0 0 0 0,0 0 0 0 0,0 0-1 0 0,0 0 1 0 0,0 0 0 0 0,0 0 0 0 0,0 0 0 0 0,0 0 0 0 0,0 1 0 0 0,0-1 0 0 0,0 0 0 0 0,1 0-1 0 0,-1 0 1 0 0,0 0 0 0 0,0 0 0 0 0,0 0 0 0 0,0 0 0 0 0,0 0 0 0 0,0 0 0 0 0,0 0-1 0 0,0 0 1 0 0,0 0 0 0 0,1 0 0 0 0,10 0 108 0 0,16-6-133 0 0,-26 6 44 0 0,301-79 100 0 0,-275 72-380 0 0,15-3 493 0 0,-13 5-6267 0 0</inkml:trace>
</inkml:ink>
</file>

<file path=ppt/ink/ink19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4:41.1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42 114 844 0 0,'0'-3'4592'0'0,"-1"-10"-912"0"0,1-2 279 0 0,1 10-3393 0 0,0 1 0 0 0,0 0 1 0 0,0-1-1 0 0,0 1 0 0 0,1 0 1 0 0,4-8-1 0 0,-4 9-485 0 0,0 0 0 0 0,1 0 0 0 0,-1 0 1 0 0,1 1-1 0 0,-1-1 0 0 0,1 1 0 0 0,0-1 0 0 0,0 1 0 0 0,0 0 0 0 0,1 0 0 0 0,-1 1 1 0 0,0-1-1 0 0,1 0 0 0 0,-1 1 0 0 0,5-1 0 0 0,-3 0-66 0 0,-1 0 0 0 0,0 1-1 0 0,0 0 1 0 0,1 0 0 0 0,-1 0 0 0 0,1 1 0 0 0,-1-1-1 0 0,1 1 1 0 0,-1 0 0 0 0,1 0 0 0 0,-1 1 0 0 0,1-1-1 0 0,-1 1 1 0 0,7 2 0 0 0,-8-2-2 0 0,1 0 0 0 0,-1 1 0 0 0,0-1 0 0 0,0 1 0 0 0,1 0 0 0 0,-1 0 0 0 0,-1 0 0 0 0,1 0 0 0 0,0 1 0 0 0,0-1 0 0 0,-1 1 0 0 0,1-1 0 0 0,-1 1 0 0 0,0 0 0 0 0,0 0 0 0 0,0 0 0 0 0,0 0 0 0 0,-1 1 0 0 0,1-1 0 0 0,-1 0 0 0 0,0 1 0 0 0,0-1 0 0 0,0 1 0 0 0,0-1 0 0 0,0 1 0 0 0,-1-1 0 0 0,0 1 0 0 0,0 6 0 0 0,0 2 60 0 0,-1 0 0 0 0,0 1-1 0 0,-1-1 1 0 0,-1 0 0 0 0,0 0-1 0 0,-8 21 1 0 0,-8 10 383 0 0,-2-2 0 0 0,-2 0 0 0 0,-29 38-1 0 0,-15 25 844 0 0,53-83-1082 0 0,-4 8 122 0 0,17-27-255 0 0,1-2-80 0 0,1 0 0 0 0,-1 0 1 0 0,0 0-1 0 0,0 0 0 0 0,0 0 1 0 0,1 0-1 0 0,-1 0 0 0 0,0 1 1 0 0,0-1-1 0 0,0 0 0 0 0,1 0 0 0 0,-1 0 1 0 0,0 0-1 0 0,0 0 0 0 0,0 0 1 0 0,0 0-1 0 0,1 1 0 0 0,-1-1 1 0 0,0 0-1 0 0,0 0 0 0 0,0 0 0 0 0,0 0 1 0 0,0 1-1 0 0,1-1 0 0 0,-1 0 1 0 0,0 0-1 0 0,0 0 0 0 0,0 0 1 0 0,0 1-1 0 0,0-1 0 0 0,0 0 1 0 0,0 0-1 0 0,0 1 0 0 0,0-1 0 0 0,0 1-1 0 0,0-1 1 0 0,1 0 0 0 0,-1 1-1 0 0,0-1 1 0 0,0 0-1 0 0,0 1 1 0 0,0-1 0 0 0,1 0-1 0 0,-1 1 1 0 0,0-1-1 0 0,0 0 1 0 0,1 0 0 0 0,-1 1-1 0 0,0-1 1 0 0,0 0 0 0 0,1 0-1 0 0,-1 1 1 0 0,0-1-1 0 0,1 0 1 0 0,-1 0 0 0 0,0 0-1 0 0,1 0 1 0 0,-1 1-1 0 0,1-1 1 0 0,-1 0 0 0 0,0 0-1 0 0,1 0 1 0 0,-1 0-1 0 0,0 0 1 0 0,1 0 0 0 0,-1 0-1 0 0,1 0 1 0 0,0 0-1 0 0,98-5 163 0 0,133-25-1 0 0,-169 21-153 0 0,107-16 341 0 0,-167 24-392 0 0,14-2-2488 0 0</inkml:trace>
</inkml:ink>
</file>

<file path=ppt/ink/ink19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4:42.3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38 2360 0 0,'0'0'13675'0'0,"3"0"-13511"0"0,349-30 1057 0 0,-349 29-1199 0 0,29-2 14 0 0,-29 2-58 0 0,7-1-956 0 0</inkml:trace>
</inkml:ink>
</file>

<file path=ppt/ink/ink19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4:42.8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 63 276 0 0,'18'-45'13841'0'0,"-10"27"-9712"0"0,-7 59-2839 0 0,-5 75 1 0 0,0-66-662 0 0,-19 174 366 0 0,6-89-750 0 0,11-95-77 0 0,6-39-147 0 0,-4 27 201 0 0</inkml:trace>
</inkml:ink>
</file>

<file path=ppt/ink/ink19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4:45.2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 49 820 0 0,'-23'0'13640'0'0,"18"0"-12156"0"0,0 0-3301 0 0,25-18 2020 0 0,-8 12-210 0 0,1 1-1 0 0,0 0 1 0 0,0 1-1 0 0,0 1 1 0 0,23-4-1 0 0,-33 7 15 0 0,0 0-1 0 0,0 0 0 0 0,0 0 1 0 0,0 0-1 0 0,0 0 1 0 0,0 1-1 0 0,0-1 0 0 0,0 1 1 0 0,0 0-1 0 0,0 0 1 0 0,0 0-1 0 0,-1 0 0 0 0,1 0 1 0 0,0 1-1 0 0,-1-1 1 0 0,1 1-1 0 0,-1 0 1 0 0,0 0-1 0 0,1 0 0 0 0,-1 0 1 0 0,0 0-1 0 0,0 0 1 0 0,0 1-1 0 0,-1-1 0 0 0,1 0 1 0 0,0 1-1 0 0,-1 0 1 0 0,0-1-1 0 0,1 1 0 0 0,-1 0 1 0 0,0 0-1 0 0,0 3 1 0 0,0-1 14 0 0,0 1 1 0 0,0-1-1 0 0,-1 1 1 0 0,0-1 0 0 0,0 1-1 0 0,0-1 1 0 0,-1 1-1 0 0,0-1 1 0 0,0 0 0 0 0,0 1-1 0 0,0-1 1 0 0,-1 0-1 0 0,0 0 1 0 0,-5 9 0 0 0,-4 7 42 0 0,-1-1 0 0 0,-15 20 0 0 0,18-27-20 0 0,-30 33 928 0 0,37-44-612 0 0,-1 3 87 0 0,3-5-422 0 0,0 0 0 0 0,0 0 0 0 0,0 0 0 0 0,0 0 0 0 0,0 0 0 0 0,0 0 0 0 0,0 0 0 0 0,0 0 0 0 0,0 0 0 0 0,0 0 0 0 0,0 0 0 0 0,0 0 0 0 0,1 0 0 0 0,-1 0 0 0 0,0 0 0 0 0,0 0 25 0 0,0 0-25 0 0,0 0 0 0 0,0 0 0 0 0,0 1 0 0 0,0-1 0 0 0,0 0 0 0 0,0 0 0 0 0,0 0 0 0 0,0 0 0 0 0,0 0 0 0 0,0 0 0 0 0,0 0 1 0 0,0 0-1 0 0,0 0 0 0 0,0 0 0 0 0,0 0 0 0 0,0 1 0 0 0,0-1 0 0 0,0 0 0 0 0,0 0 0 0 0,0 0 0 0 0,0 0 0 0 0,0 0 0 0 0,0 0 0 0 0,0 0 0 0 0,0 0 0 0 0,0 0 0 0 0,0 0 0 0 0,0 0 0 0 0,0 1 0 0 0,0-1 0 0 0,0 0 0 0 0,0 0 0 0 0,0 0 0 0 0,0 0 25 0 0,0 0-25 0 0,0 0 0 0 0,0 0 0 0 0,0 0 0 0 0,-1 0 0 0 0,1 0 0 0 0,0 0 1 0 0,0 0-1 0 0,0 0 0 0 0,0 0 0 0 0,0 0 0 0 0,0 0 0 0 0,7-3-10 0 0,11-2 19 0 0,27 5-1 0 0,-35 1-16 0 0,-1 1 0 0 0,1 0 0 0 0,-1 0 0 0 0,0 0-1 0 0,0 1 1 0 0,0 1 0 0 0,-1 0 0 0 0,1 0 0 0 0,-1 0 0 0 0,0 1-1 0 0,0 0 1 0 0,0 1 0 0 0,-1 0 0 0 0,1 0 0 0 0,-2 1 0 0 0,10 11-1 0 0,-14-16 56 0 0,0 1 0 0 0,-1-1-1 0 0,1 1 1 0 0,-1 0 0 0 0,0 0-1 0 0,0-1 1 0 0,0 1 0 0 0,-1 0-1 0 0,1 0 1 0 0,0 0 0 0 0,-1 0 0 0 0,0 0-1 0 0,0 0 1 0 0,0 0 0 0 0,0 0-1 0 0,0 0 1 0 0,-1 0 0 0 0,1 0-1 0 0,-1 0 1 0 0,0 0 0 0 0,0 0-1 0 0,0 0 1 0 0,0 0 0 0 0,-1-1-1 0 0,1 1 1 0 0,-1 0 0 0 0,1-1-1 0 0,-1 1 1 0 0,0-1 0 0 0,0 0-1 0 0,0 0 1 0 0,0 0 0 0 0,-4 3-1 0 0,0 1 106 0 0,0-1 0 0 0,-1 0-1 0 0,0 0 1 0 0,0-1 0 0 0,-1 0-1 0 0,1 0 1 0 0,-1 0 0 0 0,0-1-1 0 0,0 0 1 0 0,0-1 0 0 0,-12 3-1 0 0,13-4-110 0 0,-10 1 90 0 0,-32-6 188 0 0,31 2-374 0 0,0-1 0 0 0,-32-9 0 0 0,48 12-433 0 0,-10-3-679 0 0</inkml:trace>
</inkml:ink>
</file>

<file path=ppt/ink/ink20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4:46.0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60 61 2020 0 0,'-14'7'6751'0'0,"8"-6"-6617"0"0,-21 1 7933 0 0,19-2-7377 0 0,6 0 319 0 0,0-7-249 0 0,2 6-734 0 0,0 1 0 0 0,0-1 0 0 0,0 1 0 0 0,-1-1 0 0 0,1 0 0 0 0,0 1 0 0 0,0-1 0 0 0,0 1 1 0 0,0-1-1 0 0,0 0 0 0 0,0 1 0 0 0,0-1 0 0 0,0 1 0 0 0,0-1 0 0 0,1 0 0 0 0,-1 1 0 0 0,0-1 0 0 0,0 1 0 0 0,0-1 0 0 0,1 1 0 0 0,-1-1 1 0 0,0 0-1 0 0,1 1 0 0 0,-1-1 0 0 0,0 1 0 0 0,1 0 0 0 0,-1-1 0 0 0,1 1 0 0 0,0-1 0 0 0,5-4 23 0 0,0 0 0 0 0,0 1 0 0 0,0 0 0 0 0,1 0 1 0 0,-1 0-1 0 0,1 1 0 0 0,0 0 0 0 0,0 0 0 0 0,14-3 0 0 0,-15 5-60 0 0,-1 0 0 0 0,1-1 0 0 0,0 2 0 0 0,0-1 0 0 0,0 1 0 0 0,0 0 0 0 0,-1 0 0 0 0,11 2 0 0 0,-12-1 7 0 0,1 0 0 0 0,-1 1 0 0 0,1 0 0 0 0,-1 0 0 0 0,0 0 0 0 0,0 0 0 0 0,0 1 0 0 0,0-1 0 0 0,0 1 0 0 0,0 0 0 0 0,-1 0 0 0 0,1 1 0 0 0,-1-1 0 0 0,0 1 0 0 0,0 0 0 0 0,3 5 0 0 0,-3-3 19 0 0,-1-1 0 0 0,1 1 1 0 0,-1 0-1 0 0,-1 0 0 0 0,1 0 1 0 0,-1-1-1 0 0,0 1 0 0 0,-1 0 1 0 0,1 1-1 0 0,-1-1 0 0 0,-1 0 1 0 0,1 0-1 0 0,-1 0 0 0 0,-1 6 1 0 0,-16 59 1169 0 0,18-69-874 0 0,-5 9 1340 0 0,5-10-1612 0 0,0-1 0 0 0,-1 1 0 0 0,1-1 0 0 0,0 1 0 0 0,0-1 0 0 0,0 1 0 0 0,0-1 0 0 0,0 1 0 0 0,0-1 0 0 0,0 1 0 0 0,0-1 0 0 0,0 1 0 0 0,0-1 0 0 0,0 1 0 0 0,0-1 0 0 0,0 1 0 0 0,0-1 0 0 0,1 1 0 0 0,-1-1 0 0 0,0 0 0 0 0,0 1 0 0 0,0-1 0 0 0,1 1 0 0 0,-1-1 0 0 0,0 1 0 0 0,1-1 0 0 0,-1 0 0 0 0,0 1 0 0 0,1-1 0 0 0,-1 0 0 0 0,0 1 0 0 0,1-1 0 0 0,0 1 0 0 0,20 7-285 0 0,-17-6 213 0 0,1-1 0 0 0,-1 1 0 0 0,-1-1 0 0 0,1 1 0 0 0,6 3 0 0 0,-1 4 8 0 0,1-1 0 0 0,-1 1 1 0 0,0 0-1 0 0,-1 1 0 0 0,0 0 0 0 0,0 1 0 0 0,-1-1 0 0 0,0 1 0 0 0,7 18 0 0 0,-11-23 242 0 0,-1 0 0 0 0,0 0 0 0 0,0 1 0 0 0,-1-1 0 0 0,1 0 0 0 0,-1 1 0 0 0,-1-1 0 0 0,1 1 0 0 0,-1-1 0 0 0,0 1 0 0 0,0-1 0 0 0,-1 1 0 0 0,0-1 0 0 0,0 0 0 0 0,-1 1 0 0 0,0-1 0 0 0,0 0 0 0 0,0 0 0 0 0,-1 0 0 0 0,0 0 0 0 0,-4 6 0 0 0,2-4-29 0 0,3-4-33 0 0,-1 0 0 0 0,1 1 0 0 0,-1-1 1 0 0,-1 0-1 0 0,1 0 0 0 0,0-1 0 0 0,-1 1 0 0 0,0-1 0 0 0,0 1 0 0 0,0-1 1 0 0,0 0-1 0 0,-1-1 0 0 0,1 1 0 0 0,-1-1 0 0 0,1 0 0 0 0,-1 0 0 0 0,0 0 1 0 0,0-1-1 0 0,0 0 0 0 0,-10 2 0 0 0,-23 1-155 0 0,25-6 0 0 0,0-1 0 0 0,0 0-347 0 0,0 0-1 0 0,0-1 1 0 0,1 0 0 0 0,-1-1 0 0 0,-13-8-1 0 0,19 10 82 0 0,1-1 0 0 0,0 0 0 0 0,0-1 0 0 0,0 1 0 0 0,0-1 0 0 0,1 0 0 0 0,0-1 0 0 0,0 1 0 0 0,0-1 0 0 0,-7-12 0 0 0,11 14-643 0 0,-1-1 0 0 0,1 1 0 0 0,1 0 0 0 0,-1-1 0 0 0,0 1 0 0 0,1 0 0 0 0,0-1 0 0 0,0 1 0 0 0,1 0 0 0 0,-1-1 0 0 0,1 1 0 0 0,0 0 0 0 0,0-1 0 0 0,0 1 0 0 0,0 0 0 0 0,1 0 0 0 0,0 0 0 0 0,4-7 0 0 0,7-11-7173 0 0</inkml:trace>
</inkml:ink>
</file>

<file path=ppt/ink/ink20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4:47.1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141 377 1144 0 0,'0'-2'1784'0'0,"1"-14"1054"0"0,-1 9-1441 0 0,0-1 0 0 0,0 0 0 0 0,0 0 0 0 0,-1 0 0 0 0,-2-8 1 0 0,3 14-758 0 0,-1 0-335 0 0,1 0-1 0 0,0 0 1 0 0,0 0-1 0 0,-1 0 1 0 0,1 0-1 0 0,-1 0 0 0 0,1 0 1 0 0,-1 0-1 0 0,0 1 1 0 0,-1-3-1 0 0,-5-15 3102 0 0,6 18-3381 0 0,0 0 0 0 0,0 1 1 0 0,0-1-1 0 0,0 1 0 0 0,0-1 0 0 0,0 1 1 0 0,0-1-1 0 0,0 1 0 0 0,0-1 0 0 0,-1 1 1 0 0,1 0-1 0 0,0 0 0 0 0,0 0 0 0 0,0 0 0 0 0,0 0 1 0 0,-1 0-1 0 0,1 0 0 0 0,-1 0 0 0 0,-1 0-16 0 0,-25 24-196 0 0,22-17 154 0 0,0 1 1 0 0,0 0-1 0 0,0 1 1 0 0,1-1-1 0 0,0 1 1 0 0,1 0 0 0 0,0 1-1 0 0,-4 13 1 0 0,-2 3-4 0 0,8-18 42 0 0,-1 1 1 0 0,1-1-1 0 0,1 1 1 0 0,0-1-1 0 0,0 1 1 0 0,0-1-1 0 0,1 1 1 0 0,1-1-1 0 0,-1 1 1 0 0,1 0-1 0 0,1-1 1 0 0,0 1-1 0 0,0-1 1 0 0,0 0-1 0 0,1 0 1 0 0,1 0-1 0 0,3 8 1 0 0,-4-13 56 0 0,-1 0 0 0 0,1 0 0 0 0,-1 0 0 0 0,1 0 0 0 0,0-1 0 0 0,0 1 0 0 0,0-1 0 0 0,0 0 0 0 0,1 0 0 0 0,-1 0 0 0 0,1 0 0 0 0,-1-1 0 0 0,7 3 0 0 0,-3-3-2 0 0,0 1-1 0 0,1-1 0 0 0,-1 0 0 0 0,0-1 0 0 0,0 0 0 0 0,14-1 0 0 0,-2-2 13 0 0,0 0 0 0 0,-1-2-1 0 0,1 0 1 0 0,27-12 0 0 0,-27 8 4 0 0,-1 0 1 0 0,0-1-1 0 0,0-2 1 0 0,-1 1-1 0 0,0-2 0 0 0,-1 0 1 0 0,-1-1-1 0 0,0-1 1 0 0,16-21-1 0 0,-20 22 35 0 0,0 0-1 0 0,-1-1 0 0 0,-1-1 1 0 0,-1 1-1 0 0,0-1 0 0 0,-1-1 0 0 0,0 1 1 0 0,-2-1-1 0 0,0-1 0 0 0,-1 1 1 0 0,2-20-1 0 0,-5 29-95 0 0,-1-1 1 0 0,0 0-1 0 0,0 1 1 0 0,-1-1-1 0 0,0 1 1 0 0,-1-1-1 0 0,0 1 1 0 0,0-1-1 0 0,-1 1 1 0 0,0 0-1 0 0,0 0 1 0 0,-1 0-1 0 0,0 1 1 0 0,0-1-1 0 0,-1 1 1 0 0,0 0-1 0 0,-9-9 1 0 0,9 10-45 0 0,0 2 0 0 0,-1-1 0 0 0,1 1 0 0 0,-1 0 0 0 0,0 0 1 0 0,0 0-1 0 0,0 1 0 0 0,0 0 0 0 0,-1 0 0 0 0,1 1 0 0 0,-1-1 0 0 0,0 1 0 0 0,0 1 0 0 0,0-1 1 0 0,0 1-1 0 0,0 1 0 0 0,0-1 0 0 0,0 1 0 0 0,0 1 0 0 0,0-1 0 0 0,-12 3 0 0 0,6 0-298 0 0,1 1-1 0 0,0 0 1 0 0,0 1 0 0 0,0 0-1 0 0,0 1 1 0 0,1 0-1 0 0,0 1 1 0 0,0 0-1 0 0,0 1 1 0 0,1 0-1 0 0,-11 12 1 0 0,10-8-738 0 0,-1 1-1 0 0,2 0 1 0 0,-11 16 0 0 0,12-13-1708 0 0,0-1 0 0 0,-11 31-1 0 0,12-23-3426 0 0</inkml:trace>
</inkml:ink>
</file>

<file path=ppt/ink/ink20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4:47.8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 97 1524 0 0,'-13'-9'7041'0'0,"-17"-9"5229"0"0,25 16-12033 0 0,5 2-231 0 0,0 0 0 0 0,-1 0 0 0 0,1 0-1 0 0,0 0 1 0 0,0 0 0 0 0,0 0 0 0 0,0 0 0 0 0,0 0 0 0 0,0 0 0 0 0,0 0 0 0 0,0 0-1 0 0,0 0 1 0 0,0 0 0 0 0,-1 0 0 0 0,1 0 0 0 0,0 0 0 0 0,0 0 0 0 0,0 0-1 0 0,0 0 1 0 0,0 0 0 0 0,0-1 0 0 0,0 1 0 0 0,0 0 0 0 0,0 0 0 0 0,0 0-1 0 0,0 0 1 0 0,0 0 0 0 0,-1 0 0 0 0,1 0 0 0 0,0 0 0 0 0,0 0 0 0 0,0 0-1 0 0,0 0 1 0 0,0 0 0 0 0,0-1 0 0 0,0 1 0 0 0,0 0 0 0 0,0 0 0 0 0,0 0-1 0 0,0 0 1 0 0,0 0 0 0 0,0 0 0 0 0,0 0 0 0 0,0 0 0 0 0,0 0 0 0 0,0 0-1 0 0,0-1 1 0 0,0 1 0 0 0,0 0 0 0 0,0 0 0 0 0,0 0 0 0 0,0 0 0 0 0,0 0-1 0 0,0 0 1 0 0,0 0 0 0 0,0 0 0 0 0,0 0 0 0 0,1 0 0 0 0,-1 0 0 0 0,0-1-1 0 0,0 1 1 0 0,0 0 0 0 0,0 0 0 0 0,0 0 0 0 0,0 0 0 0 0,0 0 0 0 0,124-22 235 0 0,-18 5-140 0 0,-6-2 1008 0 0,-98 18-978 0 0,25-3-2349 0 0</inkml:trace>
</inkml:ink>
</file>

<file path=ppt/ink/ink20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4:48.3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60 1588 0 0,'1'-3'2302'0'0,"19"-54"11972"0"0,-24 86-13630 0 0,1-2-277 0 0,-1-3-241 0 0,1 1 1 0 0,1-1 0 0 0,1 1-1 0 0,1-1 1 0 0,1 1 0 0 0,6 29-1 0 0,-4-37-86 0 0,2 1 1 0 0,0-1-1 0 0,9 18 0 0 0,-12-30-18 0 0,1 1 1 0 0,0-1-1 0 0,0 0 0 0 0,0-1 0 0 0,1 1 0 0 0,-1 0 0 0 0,1-1 1 0 0,0 0-1 0 0,0 0 0 0 0,1 0 0 0 0,-1-1 0 0 0,1 1 0 0 0,7 3 1 0 0,-10-6-16 0 0,1-1 1 0 0,-1 1 0 0 0,1-1 0 0 0,0 0-1 0 0,-1 0 1 0 0,1 0 0 0 0,-1 0 0 0 0,1 0-1 0 0,0-1 1 0 0,-1 1 0 0 0,1-1 0 0 0,-1 1-1 0 0,1-1 1 0 0,-1 0 0 0 0,1 0 0 0 0,-1 0-1 0 0,0 0 1 0 0,1-1 0 0 0,-1 1 0 0 0,0-1-1 0 0,0 1 1 0 0,0-1 0 0 0,2-2 0 0 0,3-4 12 0 0,0 0 1 0 0,0 0 0 0 0,-1-1 0 0 0,0 0-1 0 0,-1-1 1 0 0,6-11 0 0 0,20-63 1575 0 0,-6 13 2511 0 0,-24 70-3806 0 0,0 6-142 0 0,0 16-126 0 0,-4 28-127 0 0,-24 200-714 0 0,20 2-6973 0 0,9-163-140 0 0,0-44-131 0 0</inkml:trace>
</inkml:ink>
</file>

<file path=ppt/ink/ink20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4:48.7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43 137 2056 0 0,'-27'-10'14771'0'0,"11"3"-9413"0"0,17 2-4303 0 0,11 1-1344 0 0,44-8 349 0 0,170-43-946 0 0,-208 50-237 0 0,39-13-1901 0 0,-20-2-6846 0 0</inkml:trace>
</inkml:ink>
</file>

<file path=ppt/ink/ink20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4:49.3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129 165 344 0 0,'4'-15'4744'0'0,"5"-31"3150"0"0,7 4-4820 0 0,-13 38-2982 0 0,-1 0 1 0 0,1-1 0 0 0,0 1-1 0 0,0 1 1 0 0,1-1 0 0 0,-1 0-1 0 0,1 1 1 0 0,-1 0 0 0 0,1 0 0 0 0,0 0-1 0 0,0 0 1 0 0,1 1 0 0 0,-1-1-1 0 0,1 1 1 0 0,-1 0 0 0 0,1 0 0 0 0,7-1-1 0 0,-7 1-76 0 0,1 1 0 0 0,-1 1 0 0 0,1-1 0 0 0,-1 1 0 0 0,1 0 0 0 0,-1 0 0 0 0,1 0 0 0 0,-1 1-1 0 0,1 0 1 0 0,-1 0 0 0 0,1 0 0 0 0,-1 1 0 0 0,0 0 0 0 0,8 3 0 0 0,-10-3-3 0 0,-1-1-1 0 0,1 1 1 0 0,0 0 0 0 0,-1 0-1 0 0,1 0 1 0 0,-1 0-1 0 0,0 0 1 0 0,0 0 0 0 0,1 1-1 0 0,-2-1 1 0 0,1 1 0 0 0,0 0-1 0 0,0-1 1 0 0,-1 1 0 0 0,1 0-1 0 0,-1 0 1 0 0,0 0 0 0 0,0 0-1 0 0,0 0 1 0 0,-1 0-1 0 0,1 1 1 0 0,-1-1 0 0 0,1 0-1 0 0,-1 0 1 0 0,0 0 0 0 0,0 0-1 0 0,-1 6 1 0 0,-2 6 43 0 0,-1-1 0 0 0,0 0-1 0 0,0 0 1 0 0,-2 0 0 0 0,0 0 0 0 0,0-1-1 0 0,-14 20 1 0 0,-66 83 941 0 0,75-102-588 0 0,10-13-293 0 0,0 0 0 0 0,0 0 1 0 0,0 0-1 0 0,0 0 0 0 0,0 0 1 0 0,0 0-1 0 0,1 0 0 0 0,-1 0 1 0 0,0 1-1 0 0,1-1 0 0 0,-1 0 1 0 0,1 0-1 0 0,-1 1 0 0 0,1-1 1 0 0,0 0-1 0 0,-1 3 0 0 0,2-4-74 0 0,0 1-1 0 0,0 0 0 0 0,0-1 0 0 0,0 1 1 0 0,0-1-1 0 0,0 0 0 0 0,0 1 1 0 0,0-1-1 0 0,0 0 0 0 0,0 0 0 0 0,0 1 1 0 0,0-1-1 0 0,0 0 0 0 0,0 0 0 0 0,3-1 1 0 0,6 2-176 0 0,2 0 126 0 0,0 1-1 0 0,1-1 0 0 0,-1 2 0 0 0,-1 0 0 0 0,1 0 0 0 0,0 1 0 0 0,-1 1 0 0 0,16 7 0 0 0,-20-7 27 0 0,0 0-1 0 0,0 0 0 0 0,0 0 1 0 0,0 1-1 0 0,-1 0 0 0 0,1 0 1 0 0,-2 1-1 0 0,1-1 0 0 0,-1 2 0 0 0,0-1 1 0 0,8 15-1 0 0,-11-17 59 0 0,0 1 0 0 0,0-1 0 0 0,-1 1 0 0 0,1 0 0 0 0,-1-1 0 0 0,-1 1 0 0 0,1 0 0 0 0,-1 0 0 0 0,0-1 0 0 0,0 1 0 0 0,0 0 0 0 0,-1 0 0 0 0,0-1 0 0 0,0 1 0 0 0,-1 0 0 0 0,1-1 1 0 0,-1 1-1 0 0,-5 9 0 0 0,1-5 34 0 0,0-1 0 0 0,-1 1 0 0 0,0-1 1 0 0,0-1-1 0 0,-1 1 0 0 0,0-1 1 0 0,0 0-1 0 0,-1-1 0 0 0,0 0 1 0 0,-1 0-1 0 0,1-1 0 0 0,-1-1 1 0 0,-18 9-1 0 0,13-8-90 0 0,0-1 1 0 0,0 0-1 0 0,-1-1 1 0 0,0 0 0 0 0,1-1-1 0 0,-1-1 1 0 0,0-1-1 0 0,0 0 1 0 0,-21-2-1 0 0,31 1-358 0 0,0-1-1 0 0,0 0 1 0 0,1 0-1 0 0,-1-1 1 0 0,0 0-1 0 0,1 0 1 0 0,0 0-1 0 0,-1 0 1 0 0,1-1-1 0 0,0 0 1 0 0,0 0 0 0 0,0 0-1 0 0,1-1 1 0 0,-1 0-1 0 0,-4-4 1 0 0,6 4-527 0 0,0 0 1 0 0,0 0-1 0 0,0 0 1 0 0,0-1-1 0 0,1 1 1 0 0,0-1-1 0 0,0 1 1 0 0,0-1-1 0 0,1 0 1 0 0,-1 1-1 0 0,0-8 1 0 0,0-13-6938 0 0</inkml:trace>
</inkml:ink>
</file>

<file path=ppt/ink/ink20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4:50.4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217 104 1244 0 0,'17'-17'7985'0'0,"-12"12"-6829"0"0,1 0 1 0 0,0 0-1 0 0,0 1 1 0 0,1 0-1 0 0,11-6 0 0 0,-5 4-460 0 0,0 1 0 0 0,21-6 0 0 0,8 3-1038 0 0,46-5 0 0 0,-61 10 847 0 0,7-1-480 0 0,-12 2-62 0 0,0 1 0 0 0,34 2 0 0 0,-54-1 36 0 0,0 1 1 0 0,0 0 0 0 0,0-1 0 0 0,-1 1-1 0 0,1 0 1 0 0,0 0 0 0 0,0 0 0 0 0,-1 0 0 0 0,1 0-1 0 0,-1 0 1 0 0,1 1 0 0 0,-1-1 0 0 0,1 1-1 0 0,-1-1 1 0 0,0 1 0 0 0,1-1 0 0 0,-1 1 0 0 0,0 0-1 0 0,0-1 1 0 0,0 1 0 0 0,-1 0 0 0 0,1 0-1 0 0,0 2 1 0 0,3 6 80 0 0,-1 0 0 0 0,3 20 0 0 0,-6-28-58 0 0,26 317 2754 0 0,-19-172-2134 0 0,65 1029 4354 0 0,-35-449-4397 0 0,-23-413-446 0 0,-27 706 2887 0 0,-3-744-2357 0 0,-18 231 334 0 0,-3-191-402 0 0,34-301-615 0 0,0 0 0 0 0,-3-1 0 0 0,3-11 0 0 0,0 1 0 0 0,-1-1 0 0 0,1 0 0 0 0,-1 0 0 0 0,1 0 0 0 0,-1-1 0 0 0,0 1 0 0 0,0-1 0 0 0,0 0 0 0 0,0 0 0 0 0,-1 0 0 0 0,1-1 0 0 0,0 0 0 0 0,-1 1 0 0 0,-4-1 0 0 0,-12 3 0 0 0,-41 1 0 0 0,45-5 0 0 0,-95 5-1807 0 0,-56 1-5455 0 0,-46 1-3156 0 0,152-3-458 0 0</inkml:trace>
</inkml:ink>
</file>

<file path=ppt/ink/ink20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4:52.1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440 60 180 0 0,'6'-7'16348'0'0,"-5"6"-16067"0"0,-1 0 1 0 0,0 0 0 0 0,0 0 0 0 0,0 0 0 0 0,0 0 0 0 0,0 0 0 0 0,0 0 0 0 0,0 1-1 0 0,0-1 1 0 0,0 0 0 0 0,0 0 0 0 0,0 0 0 0 0,-1 0 0 0 0,1 0 0 0 0,0 0 0 0 0,0 1 0 0 0,-1-1-1 0 0,0-1 1 0 0,-4-5-338 0 0,4 6 184 0 0,-2-1-89 0 0,1 0 0 0 0,-1 0 0 0 0,0 0-1 0 0,0 0 1 0 0,0 0 0 0 0,0 0-1 0 0,0 1 1 0 0,0 0 0 0 0,0 0 0 0 0,-5-2-1 0 0,0 1-42 0 0,0 1 0 0 0,0 0-1 0 0,0 0 1 0 0,-1 0 0 0 0,1 1-1 0 0,0 0 1 0 0,0 1 0 0 0,0-1-1 0 0,0 2 1 0 0,0-1 0 0 0,0 1-1 0 0,0 1 1 0 0,0-1 0 0 0,0 1-1 0 0,1 0 1 0 0,0 1 0 0 0,-1 0-1 0 0,1 0 1 0 0,-10 9 0 0 0,3 1-22 0 0,0 1 0 0 0,2 0 0 0 0,0 1 0 0 0,0 0 0 0 0,2 1 0 0 0,0 1 1 0 0,1-1-1 0 0,0 2 0 0 0,-6 21 0 0 0,-4 21-19 0 0,-18 95 1 0 0,14-17 210 0 0,-9 215 0 0 0,26 144 849 0 0,7-327-425 0 0,31 646 1817 0 0,-22-627-1714 0 0,119 1253 3316 0 0,-91-987-2296 0 0,-36-301-1674 0 0,5 113-17 0 0,-5-250-22 0 0,1-1 0 0 0,5 1 0 0 0,-1-15 0 0 0,-5-3 0 0 0,2 2 1 0 0,1 0 0 0 0,-1 0 1 0 0,0-1-1 0 0,1 0 0 0 0,-1 0 0 0 0,1 0 0 0 0,0-1 1 0 0,-1 0-1 0 0,1 0 0 0 0,7 0 0 0 0,49-10-21 0 0,-33 5-32 0 0,247-48-5135 0 0,-94 12-3361 0 0,-144 30 2158 0 0,-4-1-3789 0 0</inkml:trace>
</inkml:ink>
</file>

<file path=ppt/ink/ink20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4:54.6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 43 1020 0 0,'-19'-35'20282'0'0,"10"28"-17193"0"0,6 12-3018 0 0,3-4-63 0 0,-1-1-1 0 0,0 1 1 0 0,1 0 0 0 0,-1 0-1 0 0,1 0 1 0 0,0-1 0 0 0,-1 1 0 0 0,1 0-1 0 0,0 0 1 0 0,-1 0 0 0 0,1 0 0 0 0,0 0-1 0 0,0 0 1 0 0,0 0 0 0 0,0 1 0 0 0,11 202 102 0 0,-12-20 568 0 0,1-93-1561 0 0,0-1-4772 0 0,1-81 2910 0 0</inkml:trace>
</inkml:ink>
</file>

<file path=ppt/ink/ink20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4:55.8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59 1216 0 0,'0'0'25038'0'0,"15"3"-23932"0"0,68-9-100 0 0,33-5-617 0 0,149-23 2111 0 0,-262 33-2408 0 0,-1 1 67 0 0,2 0-387 0 0,19-4 263 0 0,-13-1-3563 0 0</inkml:trace>
</inkml:ink>
</file>

<file path=ppt/ink/ink20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4:56.1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 43 2644 0 0,'0'-3'2620'0'0,"-4"-36"11082"0"0,-2 52-11137 0 0,-1 153 4410 0 0,3 291-3159 0 0,2-326-3456 0 0,2-128-812 0 0,-2 5-904 0 0,2-33-9496 0 0,0 20 9573 0 0,3-5 1 0 0,2-6-5568 0 0</inkml:trace>
</inkml:ink>
</file>

<file path=ppt/ink/ink20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4:56.7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299 109 84 0 0,'-46'-84'15452'0'0,"37"68"-13812"0"0,8 14-1233 0 0,0 2-346 0 0,1-1 0 0 0,-1 0 0 0 0,0 1 0 0 0,1-1 0 0 0,-1 1 0 0 0,0-1 0 0 0,1 1 0 0 0,-1-1 0 0 0,0 1 0 0 0,0 0 0 0 0,1-1 0 0 0,-1 1-1 0 0,0 0 1 0 0,0-1 0 0 0,-1 1 0 0 0,-3 1 13 0 0,0 1 0 0 0,-1-1-1 0 0,1 1 1 0 0,0 1-1 0 0,0-1 1 0 0,0 1-1 0 0,1-1 1 0 0,-1 1 0 0 0,0 1-1 0 0,1-1 1 0 0,0 1-1 0 0,0 0 1 0 0,0-1-1 0 0,0 2 1 0 0,-4 6 0 0 0,-8 11 275 0 0,-24 44 1 0 0,35-57-276 0 0,-11 21 100 0 0,1 0 0 0 0,2 1 1 0 0,1 0-1 0 0,-9 38 1 0 0,17-53-138 0 0,1 1-1 0 0,0 0 1 0 0,1-1 0 0 0,1 1 0 0 0,1 0 0 0 0,0 0 0 0 0,1 0-1 0 0,1 0 1 0 0,0-1 0 0 0,6 20 0 0 0,-5-28-4 0 0,-1-1 0 0 0,2 1 0 0 0,-1-1 0 0 0,0 0 0 0 0,1 0 0 0 0,1 0 0 0 0,-1-1 0 0 0,1 0 0 0 0,0 0 0 0 0,1 0 1 0 0,-1 0-1 0 0,1-1 0 0 0,0 0 0 0 0,0 0 0 0 0,1 0 0 0 0,7 4 0 0 0,-4-5 65 0 0,0 0 0 0 0,-1 0-1 0 0,1 0 1 0 0,1-1 0 0 0,-1-1 0 0 0,0 0 0 0 0,1 0 0 0 0,-1-1 0 0 0,1-1-1 0 0,0 1 1 0 0,17-3 0 0 0,-10-1 57 0 0,0 0 0 0 0,0-2-1 0 0,0 0 1 0 0,-1-1 0 0 0,1 0 0 0 0,-1-2 0 0 0,-1 0-1 0 0,0 0 1 0 0,0-2 0 0 0,0 0 0 0 0,-1-1-1 0 0,-1 0 1 0 0,0-2 0 0 0,17-17 0 0 0,-14 11-18 0 0,-2 0-1 0 0,1-1 1 0 0,-2-1 0 0 0,-1 0 0 0 0,-1-1 0 0 0,0 0 0 0 0,-2-1 0 0 0,0 0-1 0 0,-2-1 1 0 0,6-27 0 0 0,-11 41-107 0 0,-2 0-1 0 0,1 0 1 0 0,-1 0 0 0 0,-1-1-1 0 0,0 1 1 0 0,0 0 0 0 0,-1 0-1 0 0,0-1 1 0 0,-1 1-1 0 0,0 0 1 0 0,-1 0 0 0 0,0 0-1 0 0,-4-10 1 0 0,3 14-178 0 0,1-1 0 0 0,-1 1 0 0 0,0 0-1 0 0,0 1 1 0 0,-1-1 0 0 0,0 1 0 0 0,0 0 0 0 0,0 0 0 0 0,0 0 0 0 0,-1 1 0 0 0,0 0 0 0 0,0 0-1 0 0,0 0 1 0 0,0 1 0 0 0,0 0 0 0 0,-1 0 0 0 0,0 1 0 0 0,1-1 0 0 0,-13-1 0 0 0,2 1-714 0 0,0 1 1 0 0,0 1-1 0 0,-1 0 1 0 0,1 1-1 0 0,0 1 1 0 0,-31 6-1 0 0,3 2-4082 0 0,-59 22 0 0 0,49-11-1535 0 0</inkml:trace>
</inkml:ink>
</file>

<file path=ppt/ink/ink20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4:57.6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68 44 508 0 0,'-3'-1'3936'0'0,"-6"0"-947"0"0,1-1 0 0 0,-1 2 0 0 0,1-1 1 0 0,-10 2-1 0 0,5-1-1292 0 0,57 2-1592 0 0,172-28 137 0 0,-180 20-179 0 0,-33 5-28 0 0,-1 1-5 0 0,2-1-248 0 0,31-3-69 0 0,-14 0-4511 0 0</inkml:trace>
</inkml:ink>
</file>

<file path=ppt/ink/ink20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4:58.2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60 137 1532 0 0,'1'-2'2166'0'0,"13"-24"4315"0"0,7-12-907 0 0,-16 31-5181 0 0,-1 1 0 0 0,1-1 0 0 0,0 1 0 0 0,0 1 0 0 0,1-1 0 0 0,0 1 0 0 0,7-6 0 0 0,28-6-45 0 0,-38 17-323 0 0,1 0 7 0 0,-1 0-28 0 0,1 0 0 0 0,-1 1 0 0 0,1-1 0 0 0,0 1 0 0 0,-1 0 0 0 0,0 0 0 0 0,1 1 0 0 0,-1-1 0 0 0,0 1 0 0 0,1-1 0 0 0,-1 1 0 0 0,0 0 0 0 0,0 0 0 0 0,-1 1 0 0 0,1-1 0 0 0,0 0 0 0 0,-1 1 0 0 0,1 0 0 0 0,-1 0 0 0 0,0-1 0 0 0,0 1 0 0 0,0 0 0 0 0,0 1 0 0 0,-1-1 0 0 0,1 0 0 0 0,-1 1 0 0 0,0-1 0 0 0,0 0 0 0 0,2 8 0 0 0,-1 1 63 0 0,-1 1 0 0 0,0-1 1 0 0,0 0-1 0 0,-1 1 0 0 0,-1-1 0 0 0,0 1 1 0 0,0-1-1 0 0,-1 1 0 0 0,-7 18 0 0 0,-3 9 161 0 0,-27 56 1 0 0,10-40 137 0 0,-1-1 1 0 0,-55 74-1 0 0,32-55 1507 0 0,39-51-754 0 0,16-15-623 0 0,10-7-392 0 0,165-41 202 0 0,-96 23-160 0 0,-79 17-131 0 0,1-1-3 0 0,9 0-6 0 0,-9 1 3 0 0,27-5 35 0 0,-27 4-62 0 0,-1-1 440 0 0</inkml:trace>
</inkml:ink>
</file>

<file path=ppt/ink/ink20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5:00.4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32 153 328 0 0,'-10'-16'5489'0'0,"-2"-4"-484"0"0,11 18-4271 0 0,-7-31 3608 0 0,11 28-4289 0 0,0 0 0 0 0,0 1-1 0 0,0-1 1 0 0,1 1 0 0 0,0 0 0 0 0,0 0 0 0 0,0 1-1 0 0,0-1 1 0 0,1 1 0 0 0,0 0 0 0 0,-1 0-1 0 0,1 0 1 0 0,0 1 0 0 0,0-1 0 0 0,9-1 0 0 0,1-1-45 0 0,0 0 1 0 0,0 1 0 0 0,0 1-1 0 0,26-2 1 0 0,-33 5-4 0 0,0 0-1 0 0,0 0 0 0 0,0 1 0 0 0,0 0 1 0 0,0 0-1 0 0,0 1 0 0 0,0 0 1 0 0,-1 0-1 0 0,1 1 0 0 0,0 0 1 0 0,13 8-1 0 0,-17-9 3 0 0,0 1 1 0 0,0 0-1 0 0,0 0 0 0 0,-1 1 0 0 0,1-1 1 0 0,-1 1-1 0 0,0-1 0 0 0,0 1 0 0 0,0 0 1 0 0,0 1-1 0 0,-1-1 0 0 0,0 0 0 0 0,0 1 1 0 0,0-1-1 0 0,0 1 0 0 0,-1-1 0 0 0,1 1 0 0 0,-1 0 1 0 0,0 0-1 0 0,0 7 0 0 0,-2 2 17 0 0,1-1-1 0 0,-2 0 1 0 0,0 1-1 0 0,-1-1 0 0 0,0 0 1 0 0,-1 0-1 0 0,0 0 1 0 0,-1-1-1 0 0,-1 1 1 0 0,0-1-1 0 0,-15 22 1 0 0,11-20 65 0 0,0-1 0 0 0,-14 13 1 0 0,22-25-66 0 0,2-1-31 0 0,0 1 0 0 0,-1-1 0 0 0,1 0 0 0 0,0 0 0 0 0,-1 0-1 0 0,1 0 1 0 0,-1 0 0 0 0,1 1 0 0 0,0-1 0 0 0,-1 0 0 0 0,1 0-1 0 0,0 1 1 0 0,-1-1 0 0 0,1 0 0 0 0,0 0 0 0 0,0 1 0 0 0,-1-1 0 0 0,1 0-1 0 0,0 1 1 0 0,0-1 0 0 0,-1 0 0 0 0,1 1 0 0 0,0-1 0 0 0,0 1 0 0 0,24 11-60 0 0,-12-7 76 0 0,0 1-1 0 0,0 0 0 0 0,-1 1 0 0 0,0 0 0 0 0,0 0 1 0 0,0 2-1 0 0,10 10 0 0 0,-10-7 132 0 0,0 0 0 0 0,-1 0 1 0 0,-1 1-1 0 0,15 27 0 0 0,-22-36-56 0 0,0-1 0 0 0,-1 1 0 0 0,1 0 0 0 0,-1 0 0 0 0,0 0-1 0 0,0 0 1 0 0,0 0 0 0 0,-1 0 0 0 0,0 0 0 0 0,1 0 0 0 0,-1 0 0 0 0,-1 0 0 0 0,1 0-1 0 0,0 0 1 0 0,-1 0 0 0 0,0-1 0 0 0,0 1 0 0 0,0 0 0 0 0,-1 0 0 0 0,1 0 0 0 0,-1-1 0 0 0,0 1-1 0 0,0-1 1 0 0,-4 6 0 0 0,3-5-29 0 0,0-1-1 0 0,0 0 0 0 0,-1 0 1 0 0,1 0-1 0 0,-1-1 0 0 0,0 1 1 0 0,0-1-1 0 0,0 0 0 0 0,0 0 1 0 0,0 0-1 0 0,0-1 0 0 0,-5 2 1 0 0,-52 8 254 0 0,53-10-281 0 0,-4 0 23 0 0,-1-1-1 0 0,1 0 0 0 0,-1 0 1 0 0,1-2-1 0 0,-1 1 0 0 0,-21-7 1 0 0,20 5 35 0 0,12 3-193 0 0,0-1 0 0 0,1 1 0 0 0,-1 0 1 0 0,0-1-1 0 0,0 0 0 0 0,0 0 0 0 0,1 1 0 0 0,-1-1 0 0 0,0 0 1 0 0,1 0-1 0 0,-1 0 0 0 0,1-1 0 0 0,-3-1 0 0 0,4 3-24 0 0,-1-1 0 0 0,1 0 0 0 0,-1 1 0 0 0,1-1 0 0 0,0 0 0 0 0,0 0 0 0 0,-1 1 0 0 0,1-1 0 0 0,0 0 0 0 0,0 1 0 0 0,0-1 0 0 0,0 0 0 0 0,0 0 0 0 0,0 1 0 0 0,0-1 0 0 0,0 0 0 0 0,0 0 0 0 0,0 1 0 0 0,0-1 0 0 0,0 0 0 0 0,1 0 0 0 0,-1 1 0 0 0,1-2 0 0 0,1-2-913 0 0,1 0 0 0 0,0 0 0 0 0,0 0 0 0 0,0 0 1 0 0,1 1-1 0 0,-1-1 0 0 0,1 1 0 0 0,5-4 0 0 0,4-3-4183 0 0</inkml:trace>
</inkml:ink>
</file>

<file path=ppt/ink/ink20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5:02.6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 1 1456 0 0,'-35'1'19962'0'0,"28"2"-20139"0"0,7-3 184 0 0,-1 0 0 0 0,1 0 0 0 0,0 0 0 0 0,0-1 0 0 0,0 1 0 0 0,0 0 0 0 0,0 0 0 0 0,-1 0 0 0 0,1 0 1 0 0,0 0-1 0 0,0 0 0 0 0,0 0 0 0 0,0 0 0 0 0,0 0 0 0 0,-1 0 0 0 0,1 0 0 0 0,0 0 0 0 0,0 0 0 0 0,0 1 0 0 0,0-1 1 0 0,0 0-1 0 0,0 0 0 0 0,-1 0 0 0 0,1 0 0 0 0,0 0 0 0 0,0 0 0 0 0,0 0 0 0 0,0 0 0 0 0,0 0 0 0 0,0 0 0 0 0,0 0 1 0 0,-1 1-1 0 0,1-1 0 0 0,0 0 0 0 0,0 0 0 0 0,0 0 0 0 0,0 0 0 0 0,0 0 0 0 0,0 0 0 0 0,0 1 0 0 0,0-1 0 0 0,0 0 1 0 0,0 0-1 0 0,0 0 0 0 0,0 0 0 0 0,0 0 0 0 0,0 1 0 0 0,0-1 0 0 0,0 0 0 0 0,0 0 0 0 0,0 0 0 0 0,0 0 0 0 0,0 0 1 0 0,0 1-1 0 0,0-1 0 0 0,0 0 0 0 0,0 0 0 0 0,1 1-1 0 0,-1-1 0 0 0,1 1 0 0 0,0-1 0 0 0,-1 1 0 0 0,1-1 0 0 0,0 1 0 0 0,0-1 0 0 0,-1 0 0 0 0,1 1 0 0 0,0-1 0 0 0,0 0 0 0 0,0 0 0 0 0,-1 0 0 0 0,1 1 0 0 0,0-1 0 0 0,1 0 0 0 0,224 5 310 0 0,-191-5-116 0 0,-32 0-189 0 0,17 0-15 0 0,-2 1-441 0 0</inkml:trace>
</inkml:ink>
</file>

<file path=ppt/ink/ink20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5:09.9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4 104 1100 0 0,'-4'-26'9008'0'0,"12"7"-6462"0"0,8-9 3335 0 0,-13 25-5873 0 0,1 0-1 0 0,-1 0 1 0 0,1 1-1 0 0,-1-1 1 0 0,1 1-1 0 0,0-1 1 0 0,0 1-1 0 0,0 1 1 0 0,0-1-1 0 0,0 0 1 0 0,1 1-1 0 0,-1 0 1 0 0,0 0 0 0 0,1 0-1 0 0,-1 1 1 0 0,1 0-1 0 0,-1-1 1 0 0,9 2-1 0 0,-3-1-20 0 0,-1 1 0 0 0,1 0 1 0 0,0 1-1 0 0,-1 0 0 0 0,1 0 0 0 0,-1 1 0 0 0,0 0 0 0 0,10 5 0 0 0,-13-4 6 0 0,1 0-1 0 0,-1 0 1 0 0,0 0-1 0 0,0 1 1 0 0,0 0 0 0 0,0 0-1 0 0,-1 0 1 0 0,0 1-1 0 0,0 0 1 0 0,0 0-1 0 0,-1 0 1 0 0,0 0-1 0 0,6 14 1 0 0,-7-11 10 0 0,0 1 0 0 0,0-1 0 0 0,-1 0 0 0 0,-1 1 0 0 0,1-1 0 0 0,-1 1 0 0 0,-1-1 0 0 0,0 1 0 0 0,0-1 0 0 0,-4 17 0 0 0,-1 3 37 0 0,-2 0-1 0 0,-2-1 1 0 0,0 0 0 0 0,-2 0-1 0 0,-17 32 1 0 0,-5 0 202 0 0,-47 63 1 0 0,48-67 760 0 0,31-55-897 0 0,3 2 16 0 0,-2-3-118 0 0,0 1-1 0 0,0-1 0 0 0,0 0 0 0 0,0 0 0 0 0,0 1 0 0 0,1-1 0 0 0,-1 0 1 0 0,0 0-1 0 0,0 0 0 0 0,0 1 0 0 0,0-1 0 0 0,0 0 0 0 0,0 0 0 0 0,1 1 1 0 0,-1-1-1 0 0,0 0 0 0 0,0 0 0 0 0,0 0 0 0 0,0 0 0 0 0,1 1 0 0 0,-1-1 1 0 0,0 0-1 0 0,0 0 0 0 0,1 0 0 0 0,-1 0 0 0 0,0 0 0 0 0,0 0 0 0 0,1 0 1 0 0,-1 0-1 0 0,0 1 0 0 0,0-1 0 0 0,1 0 0 0 0,-1 0 0 0 0,0 0 0 0 0,0 0 1 0 0,1 0-1 0 0,-1 0 0 0 0,0 0 0 0 0,0-1 0 0 0,1 1 0 0 0,-1 0 0 0 0,0 0 1 0 0,59-3-60 0 0,99-19 0 0 0,-63 7-1002 0 0,107-15-2663 0 0,-67 10-2796 0 0,-61 8-252 0 0</inkml:trace>
</inkml:ink>
</file>

<file path=ppt/ink/ink20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5:10.6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61 139 1836 0 0,'-15'-13'3323'0'0,"-18"-22"2978"0"0,32 34-6135 0 0,-1-1 0 0 0,1 0 0 0 0,0 0 1 0 0,0 0-1 0 0,0 0 0 0 0,0 0 0 0 0,0-1 1 0 0,0 1-1 0 0,0 0 0 0 0,1 0 0 0 0,-1-1 1 0 0,1 1-1 0 0,0 0 0 0 0,0-1 0 0 0,0 1 1 0 0,0-4-1 0 0,0 4-131 0 0,1 1-1 0 0,-1-1 1 0 0,1 1-1 0 0,-1-1 1 0 0,1 1-1 0 0,0 0 1 0 0,-1-1 0 0 0,1 1-1 0 0,0 0 1 0 0,0 0-1 0 0,0-1 1 0 0,0 1 0 0 0,0 0-1 0 0,0 0 1 0 0,1 0-1 0 0,-1 0 1 0 0,0 0-1 0 0,2 0 1 0 0,24-11 108 0 0,-19 10-85 0 0,0-1-40 0 0,1 0-1 0 0,0 1 0 0 0,0 1 1 0 0,0-1-1 0 0,1 1 1 0 0,-1 1-1 0 0,0 0 1 0 0,0 0-1 0 0,1 1 1 0 0,9 2-1 0 0,-15-2-15 0 0,0 0-1 0 0,0 0 1 0 0,0 0-1 0 0,0 0 1 0 0,0 1-1 0 0,0 0 1 0 0,0-1-1 0 0,-1 1 1 0 0,1 1-1 0 0,-1-1 1 0 0,1 1-1 0 0,-1-1 1 0 0,0 1-1 0 0,3 4 1 0 0,-4-5 5 0 0,0 1 0 0 0,-1-1 1 0 0,1 1-1 0 0,-1 0 0 0 0,1-1 1 0 0,-1 1-1 0 0,0 0 0 0 0,0 0 1 0 0,-1 0-1 0 0,1 0 0 0 0,-1 0 1 0 0,1 0-1 0 0,-1 0 0 0 0,0 0 1 0 0,0 0-1 0 0,0 0 0 0 0,0 0 1 0 0,-1 0-1 0 0,-1 6 0 0 0,-3 6-2 0 0,0 1-1 0 0,-1 0 0 0 0,-1-1 0 0 0,-1 0 0 0 0,-11 16 0 0 0,-52 68 218 0 0,49-70 69 0 0,21-27 68 0 0,1-2-327 0 0,1 1 0 0 0,-1 0 0 0 0,1 0 0 0 0,-1 0 1 0 0,1-1-1 0 0,0 1 0 0 0,-1 0 0 0 0,1-1 1 0 0,0 1-1 0 0,-1-1 0 0 0,1 1 0 0 0,0-1 1 0 0,1 2-1 0 0,17 1 57 0 0,1 1 0 0 0,-1 1-1 0 0,-1 0 1 0 0,1 2 0 0 0,-1 0 0 0 0,0 1 0 0 0,17 11 0 0 0,-23-13 34 0 0,-1 2 0 0 0,1 0 0 0 0,-1 0 0 0 0,-1 1 0 0 0,0 0 0 0 0,0 1 0 0 0,0 0 0 0 0,-2 1 1 0 0,1 0-1 0 0,13 23 0 0 0,-20-30-20 0 0,-1 0 0 0 0,1 0 0 0 0,-1 0 0 0 0,0 0 0 0 0,0 0 1 0 0,0 0-1 0 0,-1 1 0 0 0,0-1 0 0 0,1 0 0 0 0,-1 0 0 0 0,-1 0 1 0 0,1 1-1 0 0,-1-1 0 0 0,1 0 0 0 0,-1 0 0 0 0,-1 0 0 0 0,1 0 0 0 0,0 0 1 0 0,-1 0-1 0 0,0 0 0 0 0,0 0 0 0 0,0-1 0 0 0,0 1 0 0 0,-1-1 1 0 0,1 1-1 0 0,-6 4 0 0 0,3-3-18 0 0,0 0 0 0 0,-1 0 0 0 0,1-1 0 0 0,-1 0 0 0 0,0 0 0 0 0,0 0 0 0 0,0-1 0 0 0,0 0 0 0 0,-1 0 0 0 0,1-1 0 0 0,-1 1 1 0 0,0-2-1 0 0,1 1 0 0 0,-1-1 0 0 0,0 0 0 0 0,-10 1 0 0 0,-5-2-55 0 0,0-1 0 0 0,0-1 0 0 0,-21-4 0 0 0,42 6-137 0 0,0-1-1 0 0,0 1 0 0 0,0 0 1 0 0,0 0-1 0 0,0 0 0 0 0,0-1 1 0 0,1 1-1 0 0,-1 0 0 0 0,0-1 1 0 0,0 1-1 0 0,0-1 0 0 0,1 1 1 0 0,-1-1-1 0 0,0 1 0 0 0,1-1 1 0 0,-1 0-1 0 0,0 1 0 0 0,0-2 1 0 0,1 1-38 0 0,0 1 1 0 0,-1-1 0 0 0,1 0 0 0 0,0 1-1 0 0,0-1 1 0 0,0 1 0 0 0,0-1 0 0 0,0 1 0 0 0,0-1-1 0 0,0 0 1 0 0,0 1 0 0 0,1-1 0 0 0,-1 1-1 0 0,0-1 1 0 0,0 1 0 0 0,0-1 0 0 0,1 1-1 0 0,-1-1 1 0 0,0 1 0 0 0,1-2 0 0 0,19-16-4418 0 0,-6 9 113 0 0,3 3-2331 0 0</inkml:trace>
</inkml:ink>
</file>

<file path=ppt/ink/ink20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5:00.8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 29 864 0 0,'-28'-25'18688'0'0,"41"26"-18595"0"0,21 2 91 0 0,1-2 0 0 0,36-4 1 0 0,57-1 24 0 0,-89 6-119 0 0,-36-2-52 0 0,0-1 37 0 0,12 0-54 0 0,-12 1-29 0 0,14 0-703 0 0,-4-2-56 0 0</inkml:trace>
</inkml:ink>
</file>

<file path=ppt/ink/ink20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5:01.4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60 97 244 0 0,'-2'-30'7926'0'0,"-5"-12"-1086"0"0,6 41-6106 0 0,1-1-528 0 0,0 1 1 0 0,0-1-1 0 0,0 1 1 0 0,0-1-1 0 0,0 1 0 0 0,0-1 1 0 0,-1 1-1 0 0,1 0 0 0 0,0-1 1 0 0,-1 1-1 0 0,1-1 1 0 0,-1 1-1 0 0,0 0 0 0 0,0-3 1 0 0,-3 9-96 0 0,1 0 1 0 0,0 0 0 0 0,0 0 0 0 0,1 0-1 0 0,0 1 1 0 0,0-1 0 0 0,0 1 0 0 0,1-1-1 0 0,-2 7 1 0 0,-5 59 482 0 0,3-30-430 0 0,2-10-65 0 0,0 0 1 0 0,2 0-1 0 0,1 1 0 0 0,8 51 1 0 0,-7-77-81 0 0,0-1 1 0 0,1 0-1 0 0,-1 0 0 0 0,1 0 1 0 0,1 0-1 0 0,-1 0 1 0 0,1 0-1 0 0,-1-1 0 0 0,1 1 1 0 0,0-1-1 0 0,1 0 0 0 0,-1 0 1 0 0,1 0-1 0 0,0 0 1 0 0,0-1-1 0 0,8 6 0 0 0,-9-8-12 0 0,-1 0 0 0 0,1 0 0 0 0,-1-1 0 0 0,1 1 0 0 0,-1-1 0 0 0,1 1 0 0 0,-1-1-1 0 0,1 0 1 0 0,-1 0 0 0 0,1-1 0 0 0,0 1 0 0 0,-1 0 0 0 0,1-1 0 0 0,-1 1 0 0 0,5-3 0 0 0,37-13 90 0 0,-34 10-113 0 0,-1 0 0 0 0,0 0 1 0 0,0 0-1 0 0,-1-1 0 0 0,1-1 1 0 0,-2 1-1 0 0,1-2 1 0 0,10-14-1 0 0,-4 3 158 0 0,-1-1 0 0 0,18-39 0 0 0,-25 44 669 0 0,0 1 0 0 0,3-18-1 0 0,0-3 1350 0 0,-8 34-1897 0 0,-1-7 1032 0 0,-15 44-905 0 0,1 0 0 0 0,2 0 0 0 0,1 1 0 0 0,-6 42 0 0 0,7-34-252 0 0,6-27-101 0 0,-14 57-1255 0 0,-11 107-1 0 0,27-153-735 0 0,1 0 0 0 0,5 44 0 0 0,-2-52-271 0 0,2-1 1 0 0,0 1-1 0 0,1-1 0 0 0,12 28 0 0 0,1-8-6257 0 0</inkml:trace>
</inkml:ink>
</file>

<file path=ppt/ink/ink20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5:11.1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201 100 2692 0 0,'-104'-30'11685'0'0,"29"9"-5515"0"0,73 20-5803 0 0,-16-3 822 0 0,18 4-1191 0 0,0 0 12 0 0,1-1-1 0 0,-1 1 1 0 0,0 0 0 0 0,0 0 0 0 0,0 0-1 0 0,1 0 1 0 0,-1 0 0 0 0,0 0-1 0 0,0 0 1 0 0,0-1 0 0 0,0 1 0 0 0,1 0-1 0 0,-1 0 1 0 0,0 0 0 0 0,0 0 0 0 0,0-1-1 0 0,0 1 1 0 0,0 0 0 0 0,0 0 0 0 0,1 0-1 0 0,-1-1 1 0 0,0 1 0 0 0,0 0 0 0 0,0 0-1 0 0,0 0 1 0 0,0-1 0 0 0,0 1 0 0 0,0 0-1 0 0,0 0 1 0 0,0 0 0 0 0,0-1 0 0 0,0 1-1 0 0,0 0 1 0 0,0 0 0 0 0,0 0 0 0 0,0-1-1 0 0,0 1 1 0 0,-1 0 0 0 0,1 0 0 0 0,0 0-1 0 0,0-1 1 0 0,0 1 0 0 0,0 0 0 0 0,0 0-1 0 0,0 0 1 0 0,0 0 0 0 0,-1-1-1 0 0,1 1 1 0 0,0 0 0 0 0,0 0 0 0 0,0 0-1 0 0,0 0 1 0 0,-1 0 0 0 0,1-1 0 0 0,0 1-1 0 0,0 0 1 0 0,0 0 0 0 0,-1 0 0 0 0,1 0-1 0 0,0 0 1 0 0,0 0 0 0 0,0 0 0 0 0,-1 0-1 0 0,1 0 1 0 0,1-1 57 0 0,7 2-31 0 0,0-1 0 0 0,-1 0 0 0 0,1-1-1 0 0,-1 0 1 0 0,11-2 0 0 0,7 0 6 0 0,80-9 15 0 0,-102 12-50 0 0,17-3 28 0 0,-10 1-35 0 0,-7 1-18 0 0,2 0 35 0 0,7-1-3211 0 0,14-2-7698 0 0</inkml:trace>
</inkml:ink>
</file>

<file path=ppt/ink/ink20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5:11.7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99 103 980 0 0,'-20'-47'11734'0'0,"6"18"-7333"0"0,13 28-3912 0 0,1 0-449 0 0,0 0 1 0 0,0 0 0 0 0,0 0 0 0 0,-1 1-1 0 0,1-1 1 0 0,0 0 0 0 0,0 0-1 0 0,0 0 1 0 0,1 0 0 0 0,-1 1 0 0 0,0-1-1 0 0,0 0 1 0 0,0 0 0 0 0,0 0-1 0 0,1 1 1 0 0,-1-1 0 0 0,0 0 0 0 0,1 1-1 0 0,-1-1 1 0 0,1 0 0 0 0,-1 0 0 0 0,1 1-1 0 0,-1-1 1 0 0,1 1 0 0 0,-1-1-1 0 0,1 0 1 0 0,0 1 0 0 0,-1-1 0 0 0,1 1-1 0 0,0 0 1 0 0,-1-1 0 0 0,1 1-1 0 0,0-1 1 0 0,0 1 0 0 0,-1 0 0 0 0,1 0-1 0 0,1-1 1 0 0,1 1 15 0 0,1 0-17 0 0,2 0-33 0 0,0 1 0 0 0,0 0-1 0 0,0 0 1 0 0,0 0 0 0 0,0 1-1 0 0,0 0 1 0 0,-1 1 0 0 0,1-1 0 0 0,0 1-1 0 0,-1 0 1 0 0,0 0 0 0 0,0 1-1 0 0,0-1 1 0 0,0 1 0 0 0,0 0-1 0 0,-1 0 1 0 0,0 1 0 0 0,4 5-1 0 0,-4-6-1 0 0,0 1 0 0 0,-1 0 0 0 0,0 0 0 0 0,0 0 0 0 0,0 1 0 0 0,-1-1 0 0 0,0 1 0 0 0,0-1-1 0 0,0 1 1 0 0,-1 0 0 0 0,1 0 0 0 0,-1 0 0 0 0,-1 0 0 0 0,1 0 0 0 0,-1 0 0 0 0,0 0 0 0 0,-1 0 0 0 0,1-1 0 0 0,-3 11-1 0 0,-1-3 14 0 0,-1 0-1 0 0,0 0 0 0 0,0-1 0 0 0,-2 0 0 0 0,-13 21 0 0 0,-47 49 509 0 0,36-46 290 0 0,28-33-871 0 0,-7 10 1142 0 0,13-9-522 0 0,11-4-501 0 0,-2-1-50 0 0,0 0-1 0 0,0 1 1 0 0,0 1-1 0 0,0 0 0 0 0,0 1 1 0 0,0 0-1 0 0,0 0 1 0 0,-1 1-1 0 0,1 1 1 0 0,18 8-1 0 0,-21-8 20 0 0,1 1 0 0 0,-2 0 0 0 0,1 0-1 0 0,0 1 1 0 0,-1 0 0 0 0,0 1-1 0 0,-1-1 1 0 0,1 2 0 0 0,-1-1 0 0 0,-1 1-1 0 0,1 0 1 0 0,-1 0 0 0 0,6 12-1 0 0,-10-15 58 0 0,1 0 0 0 0,-1 1 0 0 0,-1-1 0 0 0,1 0 0 0 0,-1 1-1 0 0,0-1 1 0 0,0 1 0 0 0,-1-1 0 0 0,0 1 0 0 0,0 0-1 0 0,0-1 1 0 0,0 1 0 0 0,-1-1 0 0 0,0 1 0 0 0,-3 8 0 0 0,1-5 40 0 0,0-1 0 0 0,-1 0 0 0 0,0 0 0 0 0,0 0 0 0 0,-1-1 0 0 0,0 0 0 0 0,0 0 0 0 0,0 0 0 0 0,-12 10 1 0 0,10-10-99 0 0,-1 0 0 0 0,0-1 0 0 0,-1 0 0 0 0,1 0 1 0 0,-1-1-1 0 0,0 0 0 0 0,-1-1 0 0 0,-11 4 1 0 0,14-6-156 0 0,1 0 0 0 0,-1 0 1 0 0,1-1-1 0 0,-1 0 0 0 0,1 0 0 0 0,-1-1 1 0 0,0 0-1 0 0,1 0 0 0 0,-1-1 0 0 0,0 0 1 0 0,1 0-1 0 0,-12-3 0 0 0,11 1-515 0 0,0 0 0 0 0,1 0-1 0 0,-1 0 1 0 0,1-1 0 0 0,0 0-1 0 0,0 0 1 0 0,0 0 0 0 0,-7-9 0 0 0,7 8-916 0 0,1-2 1 0 0,0 1 0 0 0,1 0 0 0 0,-6-10 0 0 0,-4-13-7010 0 0</inkml:trace>
</inkml:ink>
</file>

<file path=ppt/ink/ink20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5:12.8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249 72 1812 0 0,'-8'-5'20221'0'0,"11"2"-20132"0"0,1 0 0 0 0,0 1 1 0 0,0 0-1 0 0,0 0 0 0 0,0 0 0 0 0,1 0 0 0 0,7-1 0 0 0,36-9 5 0 0,-47 12-95 0 0,119-29 224 0 0,-82 23-180 0 0,-35 6-54 0 0,0 0 0 0 0,0 0 1 0 0,-1 1-1 0 0,1-1 0 0 0,0 1 0 0 0,0 0 1 0 0,-1 0-1 0 0,4 1 0 0 0,-1 3 37 0 0,0-1-1 0 0,0 0 1 0 0,0 1 0 0 0,-1 0-1 0 0,1 0 1 0 0,-1 1-1 0 0,-1-1 1 0 0,1 1 0 0 0,4 11-1 0 0,6 12 276 0 0,-1 1 0 0 0,-2 0 0 0 0,-1 0 0 0 0,12 63 0 0 0,5 132 1333 0 0,-23-177-1415 0 0,62 1364 4631 0 0,-6-498-4096 0 0,-4-166-213 0 0,-54-700-541 0 0,12 475 0 0 0,-35 174 0 0 0,17-598 0 0 0,-4 428 0 0 0,2-472 0 0 0,5-53 0 0 0,0 1 0 0 0,-1 0 0 0 0,1 0 0 0 0,-1 0 0 0 0,1-1 0 0 0,-1 1 0 0 0,0-1 0 0 0,0 1 0 0 0,0-1 0 0 0,0 0 0 0 0,0 0 0 0 0,-1 0 0 0 0,1 0 0 0 0,-1 0 0 0 0,1 0 0 0 0,-1-1 0 0 0,0 1 0 0 0,0-1 0 0 0,0 0 0 0 0,0 1 0 0 0,-3 0 0 0 0,-8 1 0 0 0,0 1 0 0 0,0-2 0 0 0,-17 2 0 0 0,27-4 0 0 0,-66 4-1355 0 0,0-4 0 0 0,-126-16 0 0 0,83 4-657 0 0,-52-3-10149 0 0,84 5 36 0 0</inkml:trace>
</inkml:ink>
</file>

<file path=ppt/ink/ink20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5:51.4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463 109 744 0 0,'0'-3'1823'0'0,"-1"-19"3292"0"0,-5-30 0 0 0,5 50-4562 0 0,-6 0-153 0 0,-5 5 86 0 0,-1 3-326 0 0,0 2 0 0 0,0-1-1 0 0,1 2 1 0 0,0-1 0 0 0,1 2 0 0 0,-13 12 0 0 0,-60 71 115 0 0,79-87-256 0 0,-24 30 70 0 0,1 2 0 0 0,2 0-1 0 0,2 2 1 0 0,-28 61 0 0 0,37-67-1 0 0,2 1 1 0 0,1 0 0 0 0,2 1-1 0 0,1 0 1 0 0,3 1-1 0 0,-4 39 1 0 0,9-58-56 0 0,1 0 1 0 0,1 0 0 0 0,1 0-1 0 0,0 0 1 0 0,1-1-1 0 0,1 1 1 0 0,0 0-1 0 0,2-1 1 0 0,0 0-1 0 0,1-1 1 0 0,0 1-1 0 0,1-1 1 0 0,1-1-1 0 0,13 17 1 0 0,-14-20-8 0 0,2-1 0 0 0,0 0 1 0 0,0-1-1 0 0,0 0 0 0 0,2-1 0 0 0,-1 0 0 0 0,1-1 0 0 0,0 0 0 0 0,1 0 1 0 0,0-2-1 0 0,0 0 0 0 0,0 0 0 0 0,1-1 0 0 0,0-1 0 0 0,0 0 1 0 0,0-1-1 0 0,28 3 0 0 0,-26-5-4 0 0,1-1 1 0 0,-1-1-1 0 0,1 0 1 0 0,-1-1-1 0 0,0-1 0 0 0,0 0 1 0 0,0-1-1 0 0,0-1 1 0 0,18-9-1 0 0,-14 5-17 0 0,-2-1 0 0 0,1-1 0 0 0,-1-1 0 0 0,-1 0 0 0 0,0-2 0 0 0,24-23 0 0 0,-20 14-15 0 0,-1-1 0 0 0,0-1 0 0 0,-2-1 0 0 0,-1 0 0 0 0,-1-1 0 0 0,-2-1 0 0 0,0-1 0 0 0,-2 0 0 0 0,15-55 0 0 0,-22 60 10 0 0,-1 0 0 0 0,-1 0 0 0 0,-2-1-1 0 0,0 0 1 0 0,-1 1 0 0 0,-2-1 0 0 0,-1 1-1 0 0,0-1 1 0 0,-2 1 0 0 0,-1 0 0 0 0,-1 1-1 0 0,0-1 1 0 0,-2 1 0 0 0,-22-40 0 0 0,19 41-5 0 0,-1 0 1 0 0,-1 1 0 0 0,-1 1 0 0 0,-1 0-1 0 0,0 1 1 0 0,-2 0 0 0 0,0 1 0 0 0,-1 2-1 0 0,-1 0 1 0 0,0 1 0 0 0,-1 0 0 0 0,-1 2-1 0 0,0 1 1 0 0,-32-13 0 0 0,44 21 1 0 0,-1 0 0 0 0,0 1-1 0 0,0 1 1 0 0,0 0 0 0 0,-1 0 0 0 0,1 1 0 0 0,0 1 0 0 0,-1 0-1 0 0,1 0 1 0 0,-1 1 0 0 0,1 0 0 0 0,-20 6 0 0 0,17-2 0 0 0,1 0 1 0 0,0 1 0 0 0,0 0 0 0 0,0 1-1 0 0,1 0 1 0 0,0 1 0 0 0,1 0 0 0 0,0 1-1 0 0,-13 12 1 0 0,3 2 6 0 0,2 0-1 0 0,0 2 0 0 0,1 0 1 0 0,1 1-1 0 0,2 1 0 0 0,0 0 1 0 0,2 1-1 0 0,-17 52 1 0 0,25-65-7 0 0,1 1 1 0 0,0 0 0 0 0,1 0 0 0 0,0 1 0 0 0,2-1-1 0 0,0 0 1 0 0,1 1 0 0 0,3 31 0 0 0,-2-44 4 0 0,1 1 1 0 0,0-1-1 0 0,0 1 1 0 0,0-1-1 0 0,0 0 1 0 0,1 0-1 0 0,-1 0 1 0 0,1 0-1 0 0,0 0 1 0 0,1-1-1 0 0,-1 1 1 0 0,0-1-1 0 0,1 0 1 0 0,0 0-1 0 0,0 0 1 0 0,0 0-1 0 0,0-1 1 0 0,0 1 0 0 0,0-1-1 0 0,1 0 1 0 0,5 1-1 0 0,10 4 0 0 0,1 0 0 0 0,1-2-1 0 0,24 4 1 0 0,26 2 11 0 0,-6-1-34 0 0,74 20 0 0 0,-120-24 22 0 0,0 1 0 0 0,-1 0 1 0 0,0 1-1 0 0,-1 1 1 0 0,0 1-1 0 0,0 1 0 0 0,-1 0 1 0 0,17 16-1 0 0,-13-7 19 0 0,-2 2 0 0 0,0 0 1 0 0,-2 1-1 0 0,0 0 0 0 0,-2 2 1 0 0,-1 0-1 0 0,0 0 0 0 0,-2 2 0 0 0,10 31 1 0 0,-19-48-4 0 0,1-1-1 0 0,-1 0 1 0 0,2 0 0 0 0,-1 0 0 0 0,12 15 0 0 0,-14-22-18 0 0,-1 0-1 0 0,1 0 1 0 0,0 0 0 0 0,0 0-1 0 0,1-1 1 0 0,-1 1-1 0 0,0-1 1 0 0,0 0 0 0 0,1 1-1 0 0,-1-1 1 0 0,1 0-1 0 0,-1 0 1 0 0,1-1 0 0 0,0 1-1 0 0,-1 0 1 0 0,1-1 0 0 0,0 0-1 0 0,-1 0 1 0 0,1 1-1 0 0,0-1 1 0 0,-1-1 0 0 0,1 1-1 0 0,0 0 1 0 0,-1-1-1 0 0,6-1 1 0 0,4-1-880 0 0,0-1 1 0 0,-1-1-1 0 0,15-7 1 0 0,10-10-5384 0 0,-18 9 415 0 0</inkml:trace>
</inkml:ink>
</file>

<file path=ppt/ink/ink20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5:51.7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8 105 240 0 0,'-1'-15'7973'0'0,"-4"-13"-245"0"0,3 0-4082 0 0,2 26-3244 0 0,4-22-74 0 0,-2 17-758 0 0</inkml:trace>
</inkml:ink>
</file>

<file path=ppt/ink/ink20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5:54.0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432 272 556 0 0,'-13'10'9579'0'0,"11"-8"-8856"0"0,3 5-1117 0 0,0-5 632 0 0,10 12 3129 0 0,-20-20-2626 0 0,0-1-684 0 0,1-1 1 0 0,0 0-1 0 0,1 0 0 0 0,0 0 0 0 0,0-1 1 0 0,-6-11-1 0 0,-19-23-7 0 0,29 39-51 0 0,0 0 1 0 0,-1 0-1 0 0,2-1 1 0 0,-1 1 0 0 0,0-1-1 0 0,1 0 1 0 0,0 0-1 0 0,0 0 1 0 0,0 0-1 0 0,-1-6 1 0 0,3 10-2 0 0,0 0-1 0 0,1 0 1 0 0,-1 0-1 0 0,0 0 1 0 0,0 0 0 0 0,0 0-1 0 0,1 0 1 0 0,-1 0-1 0 0,0 0 1 0 0,1 0 0 0 0,-1 0-1 0 0,1 0 1 0 0,-1 0-1 0 0,1 0 1 0 0,-1 0 0 0 0,1 0-1 0 0,0 0 1 0 0,0 1 0 0 0,-1-1-1 0 0,1 0 1 0 0,0 0-1 0 0,0 1 1 0 0,0-1 0 0 0,0 1-1 0 0,0-1 1 0 0,0 1-1 0 0,0-1 1 0 0,1 0 0 0 0,27-8-11 0 0,-27 9 9 0 0,176-31 74 0 0,-44 9 70 0 0,-62 6-13 0 0,-69 15-121 0 0,1-1 0 0 0,-1 1 1 0 0,0-1-1 0 0,1 1 0 0 0,-1-1 0 0 0,0 0 1 0 0,0-1-1 0 0,0 1 0 0 0,0 0 1 0 0,0-1-1 0 0,4-4 0 0 0,-6 5 50 0 0,-15 8-37 0 0,10-2 33 0 0,0 0 0 0 0,1 0 0 0 0,-1 0 0 0 0,1 1 0 0 0,0-1 0 0 0,0 1 0 0 0,1 0 0 0 0,0-1 0 0 0,-1 1 0 0 0,1 0-1 0 0,1 1 1 0 0,-2 6 0 0 0,-2 3 132 0 0,-4 13 239 0 0,1 1 1 0 0,1 0 0 0 0,-3 40 0 0 0,-1 91 1051 0 0,10-128-1237 0 0,-1 208 746 0 0,4-130-215 0 0,-17 156-1 0 0,13-249-505 0 0,-1 0 0 0 0,0-1 1 0 0,-2 0-1 0 0,0 1 0 0 0,-11 22 0 0 0,14-33-188 0 0,-1-1 0 0 0,0 0-1 0 0,0 0 1 0 0,-1 0 0 0 0,1 0 0 0 0,-1-1 0 0 0,0 1 0 0 0,0-1 0 0 0,-1 0 0 0 0,1 0 0 0 0,-1 0 0 0 0,0-1 0 0 0,0 0 0 0 0,0 0 0 0 0,-1 0 0 0 0,1 0 0 0 0,-1-1 0 0 0,-10 3 0 0 0,1-2-22 0 0,1-1 1 0 0,-1-1-1 0 0,0 0 1 0 0,1-1-1 0 0,-22-3 0 0 0,-74-16-40 0 0,83 13-20 0 0,-26-6 23 0 0,1-2 0 0 0,-74-29 0 0 0,112 37-83 0 0,10 5-40 0 0,1-1 0 0 0,-1 1 0 0 0,0-1 0 0 0,1 0 0 0 0,0 0 0 0 0,-1 0 0 0 0,1 0-1 0 0,0 0 1 0 0,-5-5 0 0 0,8 6-34 0 0,0 0 1 0 0,-1 1-1 0 0,1-1 0 0 0,-1 0 0 0 0,1 1 1 0 0,0-1-1 0 0,0 0 0 0 0,-1 0 0 0 0,1 1 1 0 0,0-1-1 0 0,0 0 0 0 0,0 0 0 0 0,0 0 1 0 0,0 1-1 0 0,0-1 0 0 0,0 0 0 0 0,0 0 0 0 0,0 1 1 0 0,0-1-1 0 0,0 0 0 0 0,0 0 0 0 0,1 1 1 0 0,-1-1-1 0 0,0 0 0 0 0,1 0 0 0 0,-1 1 1 0 0,0-1-1 0 0,1 0 0 0 0,-1 1 0 0 0,1-1 0 0 0,-1 0 1 0 0,1 1-1 0 0,-1-1 0 0 0,1 1 0 0 0,0-1 1 0 0,-1 1-1 0 0,1-1 0 0 0,0 1 0 0 0,1-1 1 0 0,23-15-3205 0 0,40-9-5387 0 0,-43 17 4159 0 0</inkml:trace>
</inkml:ink>
</file>

<file path=ppt/ink/ink20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5:54.3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70 2068 0 0,'-11'-4'12112'0'0,"218"-28"-11587"0"0,-36 12-4368 0 0,-78 10-1617 0 0,-68 7 2462 0 0</inkml:trace>
</inkml:ink>
</file>

<file path=ppt/ink/ink20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5:54.5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62 1 1596 0 0,'0'0'9097'0'0,"-3"0"-8138"0"0,2 0-552 0 0,0-1 1 0 0,0 1 0 0 0,-1 0-1 0 0,1 0 1 0 0,0 1 0 0 0,0-1-1 0 0,0 0 1 0 0,0 0 0 0 0,0 0-1 0 0,-1 1 1 0 0,1-1 0 0 0,0 1 0 0 0,0-1-1 0 0,0 1 1 0 0,0-1 0 0 0,0 1-1 0 0,-1 1 1 0 0,0-1-112 0 0,1 1 0 0 0,-1-1 0 0 0,1 1 1 0 0,0-1-1 0 0,0 1 0 0 0,0 0 0 0 0,0 0 0 0 0,0 0 0 0 0,-1 3 1 0 0,-1 5-254 0 0,0 1 0 0 0,1 0 0 0 0,-1 15 0 0 0,0-2 763 0 0,-1 4-677 0 0,0-1-1 0 0,2 1 1 0 0,2 0-1 0 0,0 0 1 0 0,1 0 0 0 0,8 38-1 0 0,-8-61-134 0 0,1 0 0 0 0,-1 0 0 0 0,1 0 0 0 0,0 0 0 0 0,3 6 0 0 0,-4-9-171 0 0,0 0 0 0 0,0 0 0 0 0,1-1 0 0 0,-1 1 1 0 0,0 0-1 0 0,1-1 0 0 0,-1 1 0 0 0,1-1 0 0 0,-1 0 0 0 0,1 1 1 0 0,0-1-1 0 0,0 0 0 0 0,-1 0 0 0 0,1 0 0 0 0,0 0 0 0 0,0 0 1 0 0,0-1-1 0 0,0 1 0 0 0,2 0 0 0 0,2-1-485 0 0,0 1-1 0 0,0-1 1 0 0,0-1 0 0 0,-1 1-1 0 0,11-3 1 0 0,16-7-5807 0 0,-9-1-941 0 0</inkml:trace>
</inkml:ink>
</file>

<file path=ppt/ink/ink20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5:54.7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174 70 2224 0 0,'-13'-12'1748'0'0,"-1"1"-171"0"0,-1 5-449 0 0,1-4-20 0 0,-1 2-356 0 0,-1 3-16 0 0,3-3-300 0 0,0 4 248 0 0,-7-2-244 0 0,3 8-276 0 0,5 6-692 0 0,5 5-1536 0 0,3-3-592 0 0</inkml:trace>
</inkml:ink>
</file>

<file path=ppt/ink/ink20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5:55.1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59 2624 0 0,'-6'10'10499'0'0,"7"-7"-10280"0"0,1 1 0 0 0,-1-1 1 0 0,0 1-1 0 0,1-1 1 0 0,0 0-1 0 0,0 0 1 0 0,0 0-1 0 0,0 0 1 0 0,0 0-1 0 0,4 3 1 0 0,8 13 310 0 0,-9-10-389 0 0,0 0 0 0 0,-1-1 0 0 0,0 2 0 0 0,-1-1 0 0 0,0 0 0 0 0,0 1 1 0 0,-1-1-1 0 0,-1 1 0 0 0,1 0 0 0 0,-1 0 0 0 0,-1 18 0 0 0,-2-10 82 0 0,0 0 0 0 0,-1 0 0 0 0,0 0 0 0 0,-2 0 0 0 0,-8 23 0 0 0,13-41-213 0 0,0 0 1 0 0,0 1-1 0 0,0-1 0 0 0,0 1 1 0 0,0-1-1 0 0,0 0 1 0 0,-1 1-1 0 0,1-1 0 0 0,0 1 1 0 0,0-1-1 0 0,0 0 1 0 0,0 1-1 0 0,0-1 0 0 0,-1 0 1 0 0,1 1-1 0 0,0-1 1 0 0,0 0-1 0 0,-1 1 0 0 0,1-1 1 0 0,0 0-1 0 0,0 0 1 0 0,-1 1-1 0 0,1-1 0 0 0,0 0 1 0 0,-1 0-1 0 0,1 1 0 0 0,-1-1 1 0 0,1 0-1 0 0,0 0 1 0 0,-1 0-1 0 0,1 0 0 0 0,0 0 1 0 0,-1 0-1 0 0,1 1 1 0 0,-1-1-1 0 0,1 0 0 0 0,0 0 1 0 0,-1 0-1 0 0,1 0 1 0 0,-1 0-1 0 0,1-1 0 0 0,0 1 1 0 0,-1 0-1 0 0,1 0 1 0 0,-1 0-1 0 0,1 0 0 0 0,0 0 1 0 0,-1 0-1 0 0,1-1 1 0 0,0 1-1 0 0,-1 0 0 0 0,1 0 1 0 0,0-1-1 0 0,-1 1 1 0 0,1 0-1 0 0,0 0 0 0 0,0-1 1 0 0,-1 1-1 0 0,1-1 1 0 0,-10-18 110 0 0,9 10-119 0 0,1 0 0 0 0,0 1 1 0 0,1-1-1 0 0,0 0 0 0 0,0 1 0 0 0,1-1 0 0 0,0 1 0 0 0,6-16 0 0 0,31-60-45 0 0,-37 81 41 0 0,7-14-10 0 0,1 0 0 0 0,1 1 0 0 0,1 0 0 0 0,0 1-1 0 0,22-20 1 0 0,-25 25 0 0 0,1 2 0 0 0,0 0 0 0 0,1 0-1 0 0,0 1 1 0 0,0 0 0 0 0,1 0 0 0 0,0 2 0 0 0,23-9-1 0 0,-32 13 15 0 0,-1 0 0 0 0,1 1-1 0 0,-1-1 1 0 0,1 1 0 0 0,-1-1-1 0 0,1 1 1 0 0,0 0 0 0 0,-1 0-1 0 0,1 0 1 0 0,0 1 0 0 0,-1-1-1 0 0,1 0 1 0 0,-1 1-1 0 0,1 0 1 0 0,-1-1 0 0 0,1 1-1 0 0,-1 0 1 0 0,1 1 0 0 0,2 0-1 0 0,-3 0 10 0 0,1 1 1 0 0,-1-1-1 0 0,0 0 0 0 0,0 1 0 0 0,0-1 0 0 0,0 1 0 0 0,0 0 0 0 0,0 0 0 0 0,-1 0 0 0 0,1 0 0 0 0,-1 0 1 0 0,0 0-1 0 0,1 4 0 0 0,1 6 26 0 0,-1 0 1 0 0,0 0-1 0 0,-1 0 1 0 0,-1 0 0 0 0,0 1-1 0 0,-2 14 1 0 0,-8 38 90 0 0,-1 16-713 0 0,10-71-540 0 0,1-1 0 0 0,3 22-1 0 0,-3-30 681 0 0,0 0 0 0 0,1 0 0 0 0,-1 0 0 0 0,1 0 0 0 0,0 0 0 0 0,0 0-1 0 0,0-1 1 0 0,0 1 0 0 0,0 0 0 0 0,0-1 0 0 0,0 1 0 0 0,0 0-1 0 0,1-1 1 0 0,-1 0 0 0 0,0 1 0 0 0,1-1 0 0 0,0 0 0 0 0,-1 1-1 0 0,1-1 1 0 0,0 0 0 0 0,2 1 0 0 0</inkml:trace>
</inkml:ink>
</file>

<file path=ppt/ink/ink20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5:55.6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207 648 1080 0 0,'4'-8'1234'0'0,"0"0"0"0"0,0 0-1 0 0,-1 0 1 0 0,0-1 0 0 0,0 1 0 0 0,-1-1-1 0 0,0 0 1 0 0,0 1 0 0 0,0-14 0 0 0,-5-17 1431 0 0,2 38-2629 0 0,1 0 1 0 0,0 0-1 0 0,-1 0 0 0 0,1 0 0 0 0,-1 0 0 0 0,1 0 0 0 0,-1 0 0 0 0,1 0 0 0 0,-1 0 0 0 0,1 0 0 0 0,-1 0 0 0 0,0 0 0 0 0,0 1 0 0 0,1-1 0 0 0,-1 0 0 0 0,0 0 0 0 0,0 1 0 0 0,0-1 0 0 0,0 1 0 0 0,0-1 0 0 0,0 1 0 0 0,0-1 0 0 0,0 1 0 0 0,0 0 0 0 0,0-1 0 0 0,0 1 0 0 0,0 0 0 0 0,0 0 0 0 0,0 0 0 0 0,-1-1 0 0 0,1 1 0 0 0,0 1 0 0 0,0-1 0 0 0,0 0 0 0 0,0 0 0 0 0,0 0 0 0 0,0 0 0 0 0,-1 1 0 0 0,-4 0 5 0 0,1 1-1 0 0,0 0 1 0 0,0 0-1 0 0,0 0 1 0 0,-8 5-1 0 0,1 1 11 0 0,1 1 0 0 0,0 0 0 0 0,1 1 0 0 0,0 0 0 0 0,0 1 1 0 0,1 0-1 0 0,1 0 0 0 0,-13 21 0 0 0,11-15-7 0 0,2 1 1 0 0,-1-1 0 0 0,2 2-1 0 0,1-1 1 0 0,-8 36-1 0 0,12-45-32 0 0,1-1-1 0 0,0 1 0 0 0,1-1 1 0 0,0 1-1 0 0,1 0 0 0 0,1 10 1 0 0,-2-16-8 0 0,1 0 1 0 0,-1-1 0 0 0,1 1-1 0 0,0 0 1 0 0,0-1 0 0 0,0 1 0 0 0,0-1-1 0 0,0 1 1 0 0,0-1 0 0 0,1 0 0 0 0,-1 0-1 0 0,1 1 1 0 0,0-1 0 0 0,0 0 0 0 0,0 0-1 0 0,0 0 1 0 0,0-1 0 0 0,0 1-1 0 0,0 0 1 0 0,0-1 0 0 0,1 0 0 0 0,3 3-1 0 0,-2-3-1 0 0,0-1-1 0 0,1 1 1 0 0,-1-1-1 0 0,0 1 1 0 0,0-1-1 0 0,0 0 1 0 0,0-1-1 0 0,0 1 1 0 0,0-1-1 0 0,0 0 1 0 0,0 0-1 0 0,0 0 1 0 0,0 0-1 0 0,0-1 1 0 0,0 0-1 0 0,0 1 1 0 0,-1-1-1 0 0,4-3 1 0 0,4-2-44 0 0,-1-1 1 0 0,0 0-1 0 0,0-1 1 0 0,11-12-1 0 0,0-5-62 0 0,0-1 1 0 0,-2-1-1 0 0,-1 0 0 0 0,-1-2 0 0 0,-2 0 1 0 0,20-53-1 0 0,-5-8-49 0 0,21-101 1 0 0,-12-39 960 0 0,-34 196-378 0 0,-5 34-421 0 0,0 0 0 0 0,1 0 0 0 0,-1 0 0 0 0,0 0 0 0 0,0 0 0 0 0,0 0 0 0 0,0 0 1 0 0,0 0-1 0 0,0 0 0 0 0,0 0 0 0 0,-1 1 0 0 0,1-1 0 0 0,0 0 0 0 0,0 0 0 0 0,-1-1 0 0 0,1 2-6 0 0,-1 0 1 0 0,1-1-1 0 0,0 1 1 0 0,0 0-1 0 0,-1 0 0 0 0,1 0 1 0 0,0 0-1 0 0,-1 0 0 0 0,1 0 1 0 0,0 0-1 0 0,0 0 1 0 0,-1 0-1 0 0,1 0 0 0 0,0 0 1 0 0,0 0-1 0 0,-1 0 0 0 0,1 0 1 0 0,0 0-1 0 0,0 1 1 0 0,-1-1-1 0 0,1 0 0 0 0,0 0 1 0 0,0 0-1 0 0,-1 0 0 0 0,1 0 1 0 0,0 1-1 0 0,0-1 1 0 0,0 0-1 0 0,-1 0 0 0 0,1 0 1 0 0,0 1-1 0 0,-3 1 10 0 0,1 1 0 0 0,0 0 0 0 0,-1-1 1 0 0,1 1-1 0 0,0 0 0 0 0,-2 5 0 0 0,-17 48 217 0 0,2 1 0 0 0,3 1 0 0 0,2 0-1 0 0,-10 100 1 0 0,20-123-140 0 0,2-1 0 0 0,0 0 0 0 0,3 1 0 0 0,7 56 0 0 0,-5-75-440 0 0,0-1 1 0 0,1 0-1 0 0,1 0 1 0 0,0 0-1 0 0,1-1 0 0 0,0 0 1 0 0,1 0-1 0 0,1 0 1 0 0,0-1-1 0 0,1 0 0 0 0,0-1 1 0 0,18 18-1 0 0,-15-19-1369 0 0,0 0-1 0 0,0-2 1 0 0,21 13-1 0 0,7-3-5189 0 0</inkml:trace>
</inkml:ink>
</file>

<file path=ppt/ink/ink20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5:56.1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8 949 3304 0 0,'-1'2'12439'0'0,"0"2"-11943"0"0,0-1 0 0 0,-1 1 0 0 0,1 0 0 0 0,1 0 0 0 0,-1 0 0 0 0,0 0 0 0 0,1 0 0 0 0,0 7 0 0 0,1-7-388 0 0,-1 0 0 0 0,1 0 0 0 0,0 0 0 0 0,0-1 0 0 0,0 1 0 0 0,0 0-1 0 0,0-1 1 0 0,1 1 0 0 0,0-1 0 0 0,0 1 0 0 0,0-1 0 0 0,0 0 0 0 0,0 0-1 0 0,4 4 1 0 0,-3-6-77 0 0,-1 1-1 0 0,1-1 1 0 0,0-1-1 0 0,-1 1 1 0 0,1 0-1 0 0,0-1 1 0 0,-1 1-1 0 0,1-1 0 0 0,0 0 1 0 0,0 0-1 0 0,0 0 1 0 0,-1 0-1 0 0,1 0 1 0 0,0-1-1 0 0,4 0 1 0 0,-4 0-22 0 0,4 0 6 0 0,-1-1-1 0 0,1 0 1 0 0,0 0 0 0 0,-1 0 0 0 0,1-1-1 0 0,-1 0 1 0 0,0 0 0 0 0,0 0-1 0 0,0-1 1 0 0,9-7 0 0 0,-2-1-94 0 0,-1 0 0 0 0,0 0-1 0 0,11-15 1 0 0,3-9-204 0 0,-2-1-1 0 0,-1 0 0 0 0,-2-2 1 0 0,-1-1-1 0 0,-2-1 0 0 0,12-43 1 0 0,57-263-548 0 0,-76 284 981 0 0,-2 0 0 0 0,0-98-1 0 0,-9 161-147 0 0,1 0 0 0 0,-1 0 0 0 0,0-1-1 0 0,0 1 1 0 0,0 0 0 0 0,-1 0-1 0 0,1-1 1 0 0,0 1 0 0 0,0 0-1 0 0,0 0 1 0 0,0-1 0 0 0,0 1-1 0 0,0 0 1 0 0,0 0 0 0 0,0 0-1 0 0,0-1 1 0 0,0 1 0 0 0,-1 0-1 0 0,1 0 1 0 0,0 0 0 0 0,0-1-1 0 0,0 1 1 0 0,0 0 0 0 0,-1 0 0 0 0,1 0-1 0 0,0 0 1 0 0,0-1 0 0 0,-1 1-1 0 0,1 0 1 0 0,0 0 0 0 0,0 0-1 0 0,0 0 1 0 0,-1 0 0 0 0,1 0-1 0 0,0 0 1 0 0,0 0 0 0 0,-1 0-1 0 0,1 0 1 0 0,0 0 0 0 0,0 0-1 0 0,-1 0 1 0 0,1 0 0 0 0,0 0-1 0 0,0 0 1 0 0,-1 0 0 0 0,1 0 0 0 0,0 0-1 0 0,0 0 1 0 0,-1 0 0 0 0,1 0-1 0 0,0 0 1 0 0,0 1 0 0 0,0-1-1 0 0,-1 0 1 0 0,1 0 0 0 0,0 0-1 0 0,0 1 1 0 0,-11 6 21 0 0,4 2-9 0 0,0-1 0 0 0,1 2 1 0 0,0-1-1 0 0,1 1 0 0 0,-8 19 0 0 0,2-6 0 0 0,-32 70 82 0 0,-36 109-1 0 0,64-156-31 0 0,2 0 0 0 0,3 1 0 0 0,1 0 0 0 0,-4 80 0 0 0,13-101-33 0 0,0 0-1 0 0,2 0 1 0 0,8 39-1 0 0,-9-56-196 0 0,1-1-1 0 0,1 1 0 0 0,0-1 1 0 0,0 1-1 0 0,0-1 0 0 0,1 0 1 0 0,0 0-1 0 0,1-1 0 0 0,0 1 0 0 0,0-1 1 0 0,1 0-1 0 0,-1-1 0 0 0,1 1 1 0 0,8 5-1 0 0,-9-9-134 0 0,0 0-1 0 0,0 0 1 0 0,1-1-1 0 0,-1 1 1 0 0,1-1-1 0 0,0-1 1 0 0,0 1-1 0 0,-1-1 1 0 0,1 0-1 0 0,0 0 1 0 0,0-1-1 0 0,0 1 1 0 0,0-1-1 0 0,0-1 1 0 0,0 1-1 0 0,8-3 1 0 0,1 1-805 0 0,0-2 1 0 0,0 0-1 0 0,-1-1 0 0 0,1 0 1 0 0,14-9-1 0 0,9-8-2884 0 0</inkml:trace>
</inkml:ink>
</file>

<file path=ppt/ink/ink20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5:56.9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117 170 2240 0 0,'8'-157'8848'0'0,"-8"156"-8810"0"0,0 0 0 0 0,0 1 0 0 0,0-1 0 0 0,1 1 0 0 0,-1-1 0 0 0,0 1 0 0 0,-1-1 0 0 0,1 0 0 0 0,0 1 0 0 0,0-1 0 0 0,0 1 0 0 0,0-1 0 0 0,0 1 0 0 0,0-1 0 0 0,-1 0 0 0 0,1 1 0 0 0,0-1 0 0 0,-1 1 0 0 0,1-1 0 0 0,0 1 0 0 0,-1-1 0 0 0,-6 7 748 0 0,-4 21 81 0 0,-80 681 4696 0 0,78-610-6453 0 0,17-127 319 0 0,2 1-1 0 0,0 0 1 0 0,14-36-1 0 0,40-81 57 0 0,-54 134 493 0 0,0 0-1 0 0,0 0 0 0 0,1 1 0 0 0,1 0 0 0 0,0 0 1 0 0,9-9-1 0 0,-12 15 45 0 0,0-1 0 0 0,0 1 0 0 0,0 0 0 0 0,0 0 0 0 0,1 1 0 0 0,0 0 0 0 0,-1 0 0 0 0,1 0 1 0 0,0 0-1 0 0,0 1 0 0 0,1 0 0 0 0,12-2 0 0 0,-16 4 49 0 0,1 0-1 0 0,0 0 1 0 0,0 0 0 0 0,-1 0 0 0 0,1 1-1 0 0,0 0 1 0 0,-1 0 0 0 0,1 0 0 0 0,-1 0 0 0 0,1 0-1 0 0,-1 1 1 0 0,1 0 0 0 0,-1-1 0 0 0,0 1-1 0 0,0 0 1 0 0,0 1 0 0 0,0-1 0 0 0,0 0 0 0 0,0 1-1 0 0,-1 0 1 0 0,1 0 0 0 0,-1 0 0 0 0,0 0-1 0 0,0 0 1 0 0,0 0 0 0 0,0 0 0 0 0,0 1-1 0 0,1 4 1 0 0,2 5 215 0 0,0 0 0 0 0,-1 1 1 0 0,0-1-1 0 0,-1 1 0 0 0,2 28 0 0 0,-3 7 268 0 0,-6 52 1 0 0,2-53-323 0 0,3 52 1 0 0,5-71-96 0 0,-6-27-131 0 0,0-1 0 0 0,1 0-1 0 0,-1 0 1 0 0,1 0-1 0 0,-1 0 1 0 0,1 0-1 0 0,-1 0 1 0 0,1-1-1 0 0,0 1 1 0 0,-1 0-1 0 0,1 0 1 0 0,0 0 0 0 0,0-1-1 0 0,0 1 1 0 0,-1 0-1 0 0,1-1 1 0 0,0 1-1 0 0,0 0 1 0 0,0-1-1 0 0,0 1 1 0 0,0-1 0 0 0,0 0-1 0 0,0 1 1 0 0,0-1-1 0 0,0 0 1 0 0,2 1-1 0 0,8-2-25 0 0,1-1 1 0 0,-1 0-1 0 0,0 0 0 0 0,0-1 0 0 0,-1-1 0 0 0,1 0 0 0 0,-1 0 0 0 0,1-1 0 0 0,-1 0 1 0 0,9-7-1 0 0,13-9-504 0 0,49-42-1 0 0,-47 34 177 0 0,-2-1-1 0 0,34-42 0 0 0,-53 57 306 0 0,-2-1 0 0 0,0 0-1 0 0,-1-1 1 0 0,0 1 0 0 0,-2-2-1 0 0,0 1 1 0 0,9-31 0 0 0,-16 46 54 0 0,0 0-1 0 0,-1 0 1 0 0,1 0 0 0 0,-1-1 0 0 0,1 1 0 0 0,-1 0 0 0 0,0-1-1 0 0,0 1 1 0 0,0 0 0 0 0,0-1 0 0 0,0 1 0 0 0,0 0 0 0 0,-1-1-1 0 0,1 1 1 0 0,-1 0 0 0 0,0 0 0 0 0,0 0 0 0 0,0-1 0 0 0,0 1-1 0 0,0 0 1 0 0,0 0 0 0 0,0 0 0 0 0,0 1 0 0 0,-1-1 0 0 0,1 0-1 0 0,-1 0 1 0 0,-2-2 0 0 0,3 4-9 0 0,0 0 0 0 0,1-1 0 0 0,-1 1 0 0 0,0-1 0 0 0,0 1 0 0 0,0 0 0 0 0,1 0 0 0 0,-1 0-1 0 0,0-1 1 0 0,0 1 0 0 0,0 0 0 0 0,0 0 0 0 0,1 0 0 0 0,-1 0 0 0 0,0 0 0 0 0,0 0 0 0 0,0 0 0 0 0,0 1 0 0 0,1-1 0 0 0,-2 1 0 0 0,-1-1 5 0 0,1 0 0 0 0,-1 1 0 0 0,1-1 1 0 0,0 1-1 0 0,-1 0 0 0 0,1 0 0 0 0,0 0 1 0 0,-1 0-1 0 0,1 0 0 0 0,0 1 0 0 0,0-1 1 0 0,-3 3-1 0 0,-2 1 40 0 0,-2 2 67 0 0,1 0-1 0 0,0 0 1 0 0,0 1-1 0 0,1 0 1 0 0,0 0-1 0 0,0 1 1 0 0,-9 16-1 0 0,2 0 347 0 0,-19 46 0 0 0,28-56-353 0 0,0-1 1 0 0,2 1-1 0 0,-1 0 1 0 0,2 0-1 0 0,0 0 1 0 0,0 0-1 0 0,2 20 1 0 0,0-25-76 0 0,1-1 0 0 0,0 0 1 0 0,0 1-1 0 0,1-1 1 0 0,0 0-1 0 0,1 0 1 0 0,0 0-1 0 0,0 0 0 0 0,1-1 1 0 0,0 1-1 0 0,0-1 1 0 0,1 0-1 0 0,6 7 1 0 0,-7-11-50 0 0,0 0 1 0 0,0-1 0 0 0,0 0-1 0 0,0 0 1 0 0,1 0 0 0 0,0 0-1 0 0,-1-1 1 0 0,1 1 0 0 0,0-1-1 0 0,0 0 1 0 0,0-1-1 0 0,0 1 1 0 0,1-1 0 0 0,-1 0-1 0 0,0-1 1 0 0,0 1 0 0 0,1-1-1 0 0,-1 0 1 0 0,0 0 0 0 0,1-1-1 0 0,7-1 1 0 0,4-1-606 0 0,1-1 0 0 0,-1 0 1 0 0,0-2-1 0 0,-1 0 0 0 0,18-9 0 0 0,-20 8-288 0 0,-2 0-1 0 0,1-1 0 0 0,-1-1 1 0 0,14-11-1 0 0,-14 9-1114 0 0,-2 0 0 0 0,11-12 1 0 0,-2-2-3029 0 0</inkml:trace>
</inkml:ink>
</file>

<file path=ppt/ink/ink20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5:57.0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366 98 1824 0 0,'-4'1'515'0'0,"-333"23"20561"0"0,312-26-18721 0 0,38-8-1701 0 0,-2 5-682 0 0,0 0 0 0 0,0 1 1 0 0,1 1-1 0 0,-1 0 0 0 0,22-3 0 0 0,-7 2-417 0 0,111-23-3273 0 0,-31 7-533 0 0,-1-2-3772 0 0,-53 10 607 0 0</inkml:trace>
</inkml:ink>
</file>

<file path=ppt/ink/ink20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5:58.7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1 121 1856 0 0,'41'-112'16780'0'0,"-36"104"-15843"0"0,-2 7-32 0 0,1 16-259 0 0,-3 32-192 0 0,-2 0 0 0 0,-10 68 0 0 0,7-78-371 0 0,0-12-48 0 0,2-1 0 0 0,0 1-1 0 0,2 0 1 0 0,1 0 0 0 0,1-1-1 0 0,6 32 1 0 0,-8-54-106 0 0,1 1 0 0 0,-1-1 0 0 0,1 0 0 0 0,0 0 0 0 0,0 0 0 0 0,0 0 0 0 0,0 0 0 0 0,0 0 1 0 0,1 0-1 0 0,-1 0 0 0 0,1 0 0 0 0,-1 0 0 0 0,1-1 0 0 0,0 1 0 0 0,-1-1 0 0 0,1 1 0 0 0,0-1 0 0 0,0 0 0 0 0,0 1 0 0 0,2 0 0 0 0,0-1-151 0 0,0 0 0 0 0,-1 0-1 0 0,1-1 1 0 0,-1 1 0 0 0,1-1 0 0 0,0 0 0 0 0,-1 0-1 0 0,1 0 1 0 0,0 0 0 0 0,-1-1 0 0 0,7-1 0 0 0,2-1-1005 0 0,-1-1 1 0 0,0 0 0 0 0,0-1 0 0 0,0 0-1 0 0,-1-1 1 0 0,1 0 0 0 0,9-8-1 0 0,10-11-5214 0 0</inkml:trace>
</inkml:ink>
</file>

<file path=ppt/ink/ink20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5:58.9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85 53 784 0 0,'-14'-13'3966'0'0,"-27"-20"0"0"0,40 32-3902 0 0,0 0 0 0 0,1 1 1 0 0,-1-1-1 0 0,0 1 0 0 0,0-1 0 0 0,0 1 0 0 0,1 0 1 0 0,-1-1-1 0 0,0 1 0 0 0,0 0 0 0 0,0-1 0 0 0,0 1 0 0 0,0 0 1 0 0,0 0-1 0 0,0 0 0 0 0,0 0 0 0 0,1 0 0 0 0,-1 0 1 0 0,0 0-1 0 0,-1 0 0 0 0,1 0-64 0 0,0 1-1 0 0,1-1 1 0 0,-1 1 0 0 0,1-1 0 0 0,-1 0-1 0 0,1 1 1 0 0,-1-1 0 0 0,1 1 0 0 0,-1 0-1 0 0,1-1 1 0 0,-1 1 0 0 0,1-1 0 0 0,0 1-1 0 0,-1 0 1 0 0,1-1 0 0 0,0 1 0 0 0,0-1-1 0 0,-1 1 1 0 0,1 1 0 0 0,-1 2-296 0 0,1-1 1 0 0,0 0-1 0 0,-1 1 0 0 0,1-1 1 0 0,0 1-1 0 0,1-1 0 0 0,-1 0 1 0 0,2 7-1 0 0,3 3-1962 0 0,-1 0-478 0 0</inkml:trace>
</inkml:ink>
</file>

<file path=ppt/ink/ink20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5:59.3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77 1744 0 0,'0'0'12415'0'0,"3"-1"-11735"0"0,4 0-410 0 0,1 0 0 0 0,-1 0 0 0 0,0 1 0 0 0,1 0 0 0 0,-1 1 0 0 0,1-1 0 0 0,-1 1 0 0 0,0 0 0 0 0,1 1 0 0 0,-1 0-1 0 0,13 5 1 0 0,-10-2-113 0 0,-1 0-1 0 0,1 0 0 0 0,-1 0 0 0 0,0 1 1 0 0,0 1-1 0 0,-1 0 0 0 0,0 0 0 0 0,9 9 0 0 0,-11-9-104 0 0,0 1 0 0 0,-1-1 0 0 0,1 1 0 0 0,-1 0 0 0 0,-1 0 0 0 0,0 1-1 0 0,0-1 1 0 0,0 1 0 0 0,3 14 0 0 0,-6-16-13 0 0,0-1-1 0 0,0 1 0 0 0,0 0 1 0 0,-1-1-1 0 0,0 1 1 0 0,0 0-1 0 0,-1 0 1 0 0,0-1-1 0 0,0 1 1 0 0,0 0-1 0 0,-1-1 1 0 0,0 1-1 0 0,-1-1 0 0 0,-2 7 1 0 0,4-12-33 0 0,1 1 1 0 0,-1-1-1 0 0,1 0 0 0 0,-1 1 1 0 0,0-1-1 0 0,1 0 1 0 0,-1 0-1 0 0,0 0 0 0 0,0 0 1 0 0,0 1-1 0 0,0-1 1 0 0,0 0-1 0 0,0 0 0 0 0,0-1 1 0 0,0 1-1 0 0,0 0 1 0 0,-1 0-1 0 0,1-1 0 0 0,-3 2 1 0 0,3-2-7 0 0,0 0 0 0 0,0 0 1 0 0,0 0-1 0 0,0-1 0 0 0,0 1 1 0 0,0 0-1 0 0,0-1 0 0 0,0 1 1 0 0,0-1-1 0 0,0 1 0 0 0,0-1 0 0 0,0 1 1 0 0,0-1-1 0 0,1 1 0 0 0,-1-1 1 0 0,0 0-1 0 0,0 0 0 0 0,0 1 1 0 0,1-1-1 0 0,-1 0 0 0 0,1 0 0 0 0,-1 0 1 0 0,0 0-1 0 0,1 0 0 0 0,-1 0 1 0 0,1 0-1 0 0,0 0 0 0 0,-1 0 0 0 0,1 0 1 0 0,0 0-1 0 0,0 0 0 0 0,-1-1 1 0 0,1-2-3 0 0,-2-6-4 0 0,0 0 1 0 0,0 0 0 0 0,1 0-1 0 0,1 0 1 0 0,0 0-1 0 0,0 0 1 0 0,1 0-1 0 0,0 0 1 0 0,1 0-1 0 0,0 0 1 0 0,1 0-1 0 0,0 1 1 0 0,0-1 0 0 0,1 1-1 0 0,5-9 1 0 0,-2 3-3 0 0,1 1 1 0 0,1 0-1 0 0,0 1 1 0 0,1 0-1 0 0,0 1 1 0 0,1 0-1 0 0,0 0 1 0 0,22-16-1 0 0,-25 22 28 0 0,0 0-1 0 0,1 1 1 0 0,0 0-1 0 0,0 1 1 0 0,0 0-1 0 0,0 0 0 0 0,1 1 1 0 0,0 0-1 0 0,-1 1 1 0 0,1 0-1 0 0,0 1 1 0 0,0 0-1 0 0,18 0 1 0 0,-22 1 23 0 0,0 1-1 0 0,0 0 1 0 0,0 0 0 0 0,0 1 0 0 0,-1 0-1 0 0,1 0 1 0 0,0 0 0 0 0,-1 0 0 0 0,1 1-1 0 0,-1 0 1 0 0,0 0 0 0 0,0 1 0 0 0,0-1-1 0 0,-1 1 1 0 0,1 0 0 0 0,-1 0 0 0 0,0 1-1 0 0,0-1 1 0 0,0 1 0 0 0,-1 0 0 0 0,1 0-1 0 0,-1 0 1 0 0,-1 0 0 0 0,4 7 0 0 0,-1 4-15 0 0,0 0 1 0 0,-1 0 0 0 0,0 0 0 0 0,-2 0 0 0 0,2 24-1 0 0,3 20-1863 0 0,-5-49 540 0 0,0 0 1 0 0,1 0-1 0 0,6 14 0 0 0,-8-22 560 0 0,0-1 0 0 0,0 0 1 0 0,1 0-1 0 0,-1 0 0 0 0,1 0 0 0 0,-1 0 1 0 0,1 0-1 0 0,2 2 0 0 0</inkml:trace>
</inkml:ink>
</file>

<file path=ppt/ink/ink20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6:00.5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0 239 8 0 0,'6'-79'14434'0'0,"-6"78"-14231"0"0,0 0 0 0 0,-1 1 0 0 0,1-1 0 0 0,0 1-1 0 0,0-1 1 0 0,0 0 0 0 0,0 1 0 0 0,0-1 0 0 0,1 1 0 0 0,-1-1 0 0 0,0 0 0 0 0,0 1-1 0 0,0-1 1 0 0,0 1 0 0 0,1-1 0 0 0,-1 1 0 0 0,0-1 0 0 0,1 1 0 0 0,-1-1 0 0 0,0 1-1 0 0,1-1 1 0 0,-1 0 0 0 0,9 7 1325 0 0,3 15-460 0 0,29 97 2224 0 0,-30-81-2964 0 0,24 55 0 0 0,-21-62-224 0 0,-11-21-59 0 0,1 0 0 0 0,0 1 0 0 0,0-1-1 0 0,1-1 1 0 0,0 1 0 0 0,1-1 0 0 0,0 0 0 0 0,0 0 0 0 0,9 8-1 0 0,-13-15-55 0 0,-1 0-1 0 0,0 0 1 0 0,1 0-1 0 0,-1 0 0 0 0,1-1 1 0 0,-1 1-1 0 0,1-1 1 0 0,0 1-1 0 0,-1-1 0 0 0,1 1 1 0 0,0-1-1 0 0,-1 0 1 0 0,1 0-1 0 0,0 0 0 0 0,-1 0 1 0 0,1 0-1 0 0,0 0 1 0 0,-1 0-1 0 0,1-1 0 0 0,-1 1 1 0 0,1-1-1 0 0,0 1 1 0 0,-1-1-1 0 0,1 0 0 0 0,-1 1 1 0 0,1-1-1 0 0,-1 0 1 0 0,0 0-1 0 0,1 0 0 0 0,-1 0 1 0 0,0 0-1 0 0,2-2 1 0 0,3-3-137 0 0,0 0 1 0 0,-1-1-1 0 0,0 0 0 0 0,0 0 1 0 0,4-8-1 0 0,37-70-694 0 0,41-66 133 0 0,-83 144 685 0 0,1 1-1 0 0,0 0 0 0 0,0 0 0 0 0,1 0 0 0 0,11-8 0 0 0,-15 12 19 0 0,1 0 0 0 0,-1 1 1 0 0,1-1-1 0 0,0 1 0 0 0,-1 0 1 0 0,1-1-1 0 0,0 1 0 0 0,0 1 0 0 0,0-1 1 0 0,0 0-1 0 0,0 1 0 0 0,0-1 0 0 0,0 1 1 0 0,0 0-1 0 0,0 0 0 0 0,0 0 1 0 0,0 1-1 0 0,0-1 0 0 0,5 2 0 0 0,10 5 3 0 0,0 2-1 0 0,0-1 0 0 0,-1 2 1 0 0,28 21-1 0 0,29 15 23 0 0,-65-41-34 0 0,0 0 1 0 0,1-1-1 0 0,0 0 1 0 0,0-1-1 0 0,0 0 1 0 0,11 1-1 0 0,-18-3-71 0 0,1-1 0 0 0,-1 0 0 0 0,0 0 0 0 0,0 0 1 0 0,0 0-1 0 0,1 0 0 0 0,-1-1 0 0 0,0 1 0 0 0,0-1 0 0 0,0 0 0 0 0,1 0 0 0 0,-1 0 0 0 0,0 0 0 0 0,-1-1 1 0 0,1 1-1 0 0,0-1 0 0 0,0 0 0 0 0,4-3 0 0 0,-4 1-57 0 0,1 0 1 0 0,-1 0-1 0 0,1 0 1 0 0,-1 0-1 0 0,0-1 0 0 0,-1 0 1 0 0,1 1-1 0 0,-1-1 1 0 0,0 0-1 0 0,2-8 1 0 0,-1 1-8 0 0,0 0-1 0 0,-1-1 1 0 0,-1 1 0 0 0,0 0 0 0 0,0-1 0 0 0,-2 1 0 0 0,1 0 0 0 0,-2-1 0 0 0,-2-13 0 0 0,3 23 122 0 0,0-1 1 0 0,0 1-1 0 0,-1 0 0 0 0,1-1 1 0 0,-1 1-1 0 0,0 0 0 0 0,-4-6 1 0 0,5 8 21 0 0,0 0 0 0 0,0 0 1 0 0,0 0-1 0 0,0 0 0 0 0,0 0 0 0 0,0 0 1 0 0,0 0-1 0 0,-1 0 0 0 0,1 0 1 0 0,0 1-1 0 0,-1-1 0 0 0,1 0 0 0 0,0 1 1 0 0,-1-1-1 0 0,1 1 0 0 0,-1 0 1 0 0,1-1-1 0 0,-1 1 0 0 0,1 0 0 0 0,-1 0 1 0 0,1 0-1 0 0,-3 0 0 0 0,-7 3 24 0 0,1 1-1 0 0,-1-1 0 0 0,0 2 0 0 0,1 0 1 0 0,0 0-1 0 0,0 1 0 0 0,1 0 0 0 0,-1 0 1 0 0,1 1-1 0 0,1 0 0 0 0,-1 1 1 0 0,-10 13-1 0 0,-1 2 149 0 0,0 1 1 0 0,2 1-1 0 0,-23 42 0 0 0,31-49-97 0 0,1 1 0 0 0,0 0 0 0 0,2 0-1 0 0,-10 38 1 0 0,16-51-52 0 0,-1 1 0 0 0,1-1 0 0 0,0 1-1 0 0,1-1 1 0 0,0 1 0 0 0,0 0 0 0 0,0-1 0 0 0,1 1 0 0 0,0 0 0 0 0,0-1-1 0 0,0 1 1 0 0,1-1 0 0 0,0 0 0 0 0,1 1 0 0 0,-1-1 0 0 0,1 0 0 0 0,0 0-1 0 0,1-1 1 0 0,3 7 0 0 0,-2-8-9 0 0,-1 0 1 0 0,0-1-1 0 0,1 1 0 0 0,0-1 0 0 0,0 0 1 0 0,0 0-1 0 0,0 0 0 0 0,1-1 0 0 0,-1 1 1 0 0,1-1-1 0 0,-1-1 0 0 0,1 1 0 0 0,0-1 1 0 0,0 0-1 0 0,11 0 0 0 0,6 0 29 0 0,-1-1 0 0 0,40-6 0 0 0,-37 1-141 0 0,-1 0 1 0 0,1-2 0 0 0,-1 0-1 0 0,0-2 1 0 0,-1 0 0 0 0,0-2-1 0 0,0-1 1 0 0,-1 0 0 0 0,-1-2-1 0 0,0 0 1 0 0,20-19 0 0 0,-18 12-11 0 0,-1 0 1 0 0,-1-1 0 0 0,-1-1 0 0 0,-1-1 0 0 0,-1-1 0 0 0,-1-1 0 0 0,-1 0 0 0 0,22-51 0 0 0,-31 58 124 0 0,0-1 0 0 0,7-34 1 0 0,-12 47-8 0 0,-1 1 0 0 0,0 0 0 0 0,-1-1 0 0 0,0 1 0 0 0,0-1 0 0 0,0 1 0 0 0,-1-1 0 0 0,0 1 0 0 0,0 0 0 0 0,0-1 0 0 0,-1 1 0 0 0,-4-9 0 0 0,6 14-4 0 0,-1 0-1 0 0,0 0 1 0 0,0 0-1 0 0,0 0 1 0 0,0 0-1 0 0,0 0 1 0 0,0 0-1 0 0,0 0 1 0 0,0 0-1 0 0,0 0 1 0 0,0 0-1 0 0,0 1 1 0 0,-1-1 0 0 0,1 1-1 0 0,0-1 1 0 0,0 1-1 0 0,-1-1 1 0 0,1 1-1 0 0,-1 0 1 0 0,1-1-1 0 0,0 1 1 0 0,-1 0-1 0 0,1 0 1 0 0,0 0-1 0 0,-1 0 1 0 0,1 0-1 0 0,-1 0 1 0 0,1 1-1 0 0,0-1 1 0 0,-1 0-1 0 0,1 1 1 0 0,0-1-1 0 0,-1 1 1 0 0,1-1-1 0 0,0 1 1 0 0,0 0-1 0 0,-2 1 1 0 0,-2 0-2 0 0,1 1 1 0 0,0-1-1 0 0,0 1 0 0 0,0 0 1 0 0,0 0-1 0 0,1 1 0 0 0,-1-1 1 0 0,1 1-1 0 0,-4 5 1 0 0,2-1 8 0 0,1 0 0 0 0,0 0 0 0 0,0 1 0 0 0,1 0 0 0 0,0 0 0 0 0,0 0 0 0 0,1 0 0 0 0,0 0 0 0 0,0 14 0 0 0,2-17-1 0 0,0 1 1 0 0,1-1-1 0 0,-1 0 1 0 0,1 1 0 0 0,1-1-1 0 0,-1 0 1 0 0,1 0-1 0 0,0 0 1 0 0,1 0 0 0 0,-1-1-1 0 0,1 1 1 0 0,0-1-1 0 0,1 1 1 0 0,-1-1-1 0 0,6 6 1 0 0,-2-4-2 0 0,1 0 1 0 0,0 0-1 0 0,0-1 1 0 0,0 0-1 0 0,1 0 1 0 0,0-1-1 0 0,0 0 1 0 0,1 0-1 0 0,0-1 1 0 0,-1-1-1 0 0,1 1 1 0 0,0-2-1 0 0,0 1 1 0 0,1-1-1 0 0,-1-1 0 0 0,0 0 1 0 0,1-1-1 0 0,17 0 1 0 0,-11-1-95 0 0,1-1 1 0 0,0 0 0 0 0,-1-2-1 0 0,0 0 1 0 0,0 0-1 0 0,0-2 1 0 0,0 0-1 0 0,-1-1 1 0 0,0-1 0 0 0,19-11-1 0 0,-25 12 61 0 0,0 0-1 0 0,0-1 1 0 0,-1 0-1 0 0,1-1 1 0 0,-2 0-1 0 0,1 0 1 0 0,-1-1-1 0 0,-1 0 1 0 0,0 0-1 0 0,0-1 1 0 0,-1 0-1 0 0,-1 0 1 0 0,1-1-1 0 0,4-18 1 0 0,-7 18 30 0 0,-4 2-11 0 0,1 9 16 0 0,-1 1 1 0 0,1-1 0 0 0,0 1 0 0 0,-1-1 0 0 0,1 1 0 0 0,0 0 0 0 0,-1-1 0 0 0,1 1 0 0 0,-1-1-1 0 0,1 1 1 0 0,-1 0 0 0 0,1-1 0 0 0,-1 1 0 0 0,1 0 0 0 0,-1 0 0 0 0,1-1 0 0 0,-1 1 0 0 0,1 0 0 0 0,-1 0-1 0 0,1 0 1 0 0,-1 0 0 0 0,1 0 0 0 0,-1 0 0 0 0,0 0 0 0 0,1 0 0 0 0,-1 0 0 0 0,1 0 0 0 0,-1 0-1 0 0,1 0 1 0 0,-1 0 0 0 0,0 0 0 0 0,1 0 0 0 0,-1 1 0 0 0,1-1 0 0 0,-1 0 0 0 0,1 0 0 0 0,-1 1 0 0 0,1-1-1 0 0,-1 0 1 0 0,1 1 0 0 0,0-1 0 0 0,-1 0 0 0 0,1 1 0 0 0,-1 0 0 0 0,-13 10 272 0 0,2 1 0 0 0,-1 1-1 0 0,1 0 1 0 0,1 0 0 0 0,1 1 0 0 0,-11 18 0 0 0,8-10-140 0 0,1 0 0 0 0,1 1-1 0 0,-15 44 1 0 0,23-57-115 0 0,0 1 0 0 0,1-1 0 0 0,0 1 0 0 0,0 0-1 0 0,1-1 1 0 0,1 1 0 0 0,0 0 0 0 0,1 12 0 0 0,0-20-147 0 0,0 1 0 0 0,-1 0 0 0 0,2 0 0 0 0,-1 0 0 0 0,0-1 0 0 0,1 1 0 0 0,0-1 0 0 0,-1 1 0 0 0,1-1 0 0 0,1 0 0 0 0,-1 1 0 0 0,0-1 0 0 0,1 0 0 0 0,0-1 0 0 0,-1 1 0 0 0,1 0 0 0 0,0-1 0 0 0,1 1 0 0 0,-1-1 0 0 0,0 0 0 0 0,1 0 0 0 0,-1-1 0 0 0,1 1 0 0 0,-1-1 0 0 0,5 2 0 0 0,7 1-1091 0 0,1 0 1 0 0,-1-2-1 0 0,1 1 0 0 0,0-2 1 0 0,-1 0-1 0 0,1-1 1 0 0,22-3-1 0 0,1-3-3053 0 0</inkml:trace>
</inkml:ink>
</file>

<file path=ppt/ink/ink20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6:00.9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289 109 1276 0 0,'3'-4'676'0'0,"0"-1"0"0"0,0 1 0 0 0,-1-1 0 0 0,0 0 0 0 0,0 1 0 0 0,0-1 0 0 0,-1 0 0 0 0,0 0 0 0 0,0 0 0 0 0,0 0 0 0 0,0 0-1 0 0,-1 0 1 0 0,0-1 0 0 0,0 1 0 0 0,0 0 0 0 0,-2-9 0 0 0,2 13-601 0 0,0 0-1 0 0,-1 1 1 0 0,1-1 0 0 0,-1 0-1 0 0,1 0 1 0 0,-1 0 0 0 0,1 0-1 0 0,-1 0 1 0 0,1 1-1 0 0,-1-1 1 0 0,0 0 0 0 0,0 0-1 0 0,1 1 1 0 0,-1-1-1 0 0,0 0 1 0 0,0 1 0 0 0,0-1-1 0 0,0 1 1 0 0,0-1 0 0 0,1 1-1 0 0,-1 0 1 0 0,0-1-1 0 0,0 1 1 0 0,0 0 0 0 0,0 0-1 0 0,0 0 1 0 0,0-1 0 0 0,-2 1-1 0 0,-26 3 1182 0 0,28-3-1256 0 0,-8 2 245 0 0,0 1 0 0 0,-1 0-1 0 0,1 0 1 0 0,0 1 0 0 0,1 0-1 0 0,-1 1 1 0 0,1 0 0 0 0,0 0-1 0 0,-8 7 1 0 0,11-8-195 0 0,1-1 1 0 0,0 1-1 0 0,0 0 0 0 0,0 0 0 0 0,0 1 1 0 0,1-1-1 0 0,-1 1 0 0 0,1 0 1 0 0,1 0-1 0 0,-1 0 0 0 0,0 0 1 0 0,1 0-1 0 0,0 1 0 0 0,1-1 1 0 0,-1 1-1 0 0,0 6 0 0 0,2-7-28 0 0,0-1 0 0 0,0 1 1 0 0,1 0-1 0 0,0-1 0 0 0,0 1 0 0 0,0-1 0 0 0,0 1 1 0 0,1-1-1 0 0,0 1 0 0 0,0-1 0 0 0,0 0 0 0 0,0 0 0 0 0,1 0 1 0 0,-1 0-1 0 0,1 0 0 0 0,5 4 0 0 0,6 7 16 0 0,1-1-1 0 0,25 19 1 0 0,-10-10-7 0 0,-9-6 14 0 0,-5-3 76 0 0,0-1 0 0 0,-1 2 0 0 0,22 26 0 0 0,-36-40-69 0 0,-1 1 0 0 0,1-1 1 0 0,0 1-1 0 0,0-1 0 0 0,-1 1 1 0 0,1-1-1 0 0,0 1 0 0 0,-1-1 1 0 0,0 1-1 0 0,1-1 0 0 0,-1 1 1 0 0,0 0-1 0 0,0-1 0 0 0,0 1 1 0 0,0 0-1 0 0,0-1 0 0 0,0 1 1 0 0,0-1-1 0 0,-1 1 0 0 0,1 0 1 0 0,0-1-1 0 0,-1 1 0 0 0,1-1 1 0 0,-1 1-1 0 0,0-1 1 0 0,0 1-1 0 0,1-1 0 0 0,-1 0 1 0 0,0 1-1 0 0,0-1 0 0 0,0 0 1 0 0,-1 0-1 0 0,1 1 0 0 0,-1 0 1 0 0,-2 1 12 0 0,0 0 1 0 0,1 0 0 0 0,-1-1 0 0 0,0 1-1 0 0,-1-1 1 0 0,1 0 0 0 0,0 0 0 0 0,-1 0-1 0 0,-8 2 1 0 0,-10-1-183 0 0,-1-1 1 0 0,1 0-1 0 0,-1-2 0 0 0,1-1 1 0 0,-1-1-1 0 0,1-1 0 0 0,-1-1 1 0 0,1-1-1 0 0,-31-11 0 0 0,37 7-2069 0 0,17 9 2052 0 0,0 0 0 0 0,-1 0-1 0 0,1-1 1 0 0,0 1 0 0 0,-1 0 0 0 0,1 0 0 0 0,0-1-1 0 0,-1 1 1 0 0,1 0 0 0 0,0-1 0 0 0,0 1-1 0 0,-1 0 1 0 0,1-1 0 0 0,0 1 0 0 0,0-1-1 0 0,0 1 1 0 0,0 0 0 0 0,-1-1 0 0 0,1 1 0 0 0,0-1-1 0 0,0 1 1 0 0,0-1 0 0 0,0 1 0 0 0,0 0-1 0 0,0-1 1 0 0,0 1 0 0 0,0-1 0 0 0,0 1 0 0 0,0-1-1 0 0,0 1 1 0 0,0 0 0 0 0,1-1 0 0 0,-1 1-1 0 0,0-1 1 0 0,0 1 0 0 0,0 0 0 0 0,1-1-1 0 0,-1 1 1 0 0,0 0 0 0 0,1-1 0 0 0,9-11-4367 0 0</inkml:trace>
</inkml:ink>
</file>

<file path=ppt/ink/ink20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6:01.3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179 201 2688 0 0,'3'1'5931'0'0,"3"-1"-4979"0"0,-5 0-634 0 0,1 0-1 0 0,0 0 0 0 0,-1 0 0 0 0,1 0 1 0 0,-1 0-1 0 0,1 0 0 0 0,-1 1 1 0 0,1-1-1 0 0,-1 1 0 0 0,1-1 0 0 0,-1 1 1 0 0,1 0-1 0 0,-1-1 0 0 0,1 1 0 0 0,-1 0 1 0 0,0 0-1 0 0,2 1 0 0 0,-2 0 6 0 0,0-2-276 0 0,0 0 0 0 0,-1 1-1 0 0,1-1 1 0 0,0 0-1 0 0,-1 1 1 0 0,1-1-1 0 0,0 1 1 0 0,-1-1 0 0 0,1 1-1 0 0,-1-1 1 0 0,1 1-1 0 0,-1-1 1 0 0,1 1-1 0 0,-1 0 1 0 0,1-1 0 0 0,0 2-1 0 0,-1-1 79 0 0,1 0 0 0 0,0 0 0 0 0,-1 0 0 0 0,1 0 0 0 0,0 0 0 0 0,0 0 0 0 0,0 0 1 0 0,0 0-1 0 0,0-1 0 0 0,0 1 0 0 0,0 0 0 0 0,0-1 0 0 0,0 1 0 0 0,0 0 0 0 0,0-1 0 0 0,2 1 0 0 0,-1-1-83 0 0,0 0-1 0 0,0 0 1 0 0,0 0 0 0 0,0-1 0 0 0,0 1-1 0 0,0 0 1 0 0,0-1 0 0 0,0 0-1 0 0,0 1 1 0 0,0-1 0 0 0,0 0 0 0 0,-1 0-1 0 0,1 0 1 0 0,0 0 0 0 0,-1-1-1 0 0,1 1 1 0 0,0 0 0 0 0,-1-1 0 0 0,0 1-1 0 0,1-1 1 0 0,-1 1 0 0 0,0-1-1 0 0,0 1 1 0 0,1-3 0 0 0,3-2-12 0 0,-2-1 0 0 0,1 0 0 0 0,-1 1 0 0 0,0-1-1 0 0,0 0 1 0 0,-1 0 0 0 0,0-1 0 0 0,0 1 0 0 0,-1 0 0 0 0,0-1 0 0 0,0 1 0 0 0,-1-1 0 0 0,0 1 0 0 0,-1-10 0 0 0,1 13-29 0 0,-1-1-1 0 0,1 1 1 0 0,-1 0 0 0 0,0-1 0 0 0,0 1-1 0 0,0 0 1 0 0,-1 0 0 0 0,1 0-1 0 0,-1 0 1 0 0,0 0 0 0 0,0 0 0 0 0,-1 0-1 0 0,1 1 1 0 0,-1-1 0 0 0,0 1 0 0 0,0 0-1 0 0,0-1 1 0 0,0 1 0 0 0,0 1 0 0 0,-1-1-1 0 0,0 0 1 0 0,1 1 0 0 0,-1 0-1 0 0,-7-3 1 0 0,6 4 16 0 0,0 0-1 0 0,0 0 0 0 0,0 1 1 0 0,0-1-1 0 0,0 1 0 0 0,0 1 1 0 0,0-1-1 0 0,0 1 1 0 0,0 0-1 0 0,0 0 0 0 0,0 0 1 0 0,0 1-1 0 0,1-1 0 0 0,-1 1 1 0 0,0 1-1 0 0,1-1 1 0 0,-8 6-1 0 0,1-1 175 0 0,0 1-1 0 0,0 1 1 0 0,1-1 0 0 0,0 2-1 0 0,-11 14 1 0 0,10-10-18 0 0,0 0 1 0 0,1 1-1 0 0,1 1 0 0 0,0 0 0 0 0,1 0 1 0 0,1 0-1 0 0,-6 21 0 0 0,11-30-125 0 0,1 0 0 0 0,-1 0 0 0 0,1 0-1 0 0,1 0 1 0 0,-1 0 0 0 0,1 1 0 0 0,1-1 0 0 0,-1 0 0 0 0,3 8 0 0 0,-2-10-18 0 0,0 0 0 0 0,1 0 0 0 0,0-1 0 0 0,0 1 0 0 0,0-1 0 0 0,1 1 0 0 0,0-1 0 0 0,-1 0 0 0 0,1 0 0 0 0,1 0 0 0 0,-1 0 0 0 0,1 0 0 0 0,-1-1 0 0 0,6 4 0 0 0,-1-2-4 0 0,0 0 1 0 0,0 0 0 0 0,0-1-1 0 0,1-1 1 0 0,-1 1-1 0 0,1-1 1 0 0,0-1 0 0 0,0 1-1 0 0,0-2 1 0 0,12 2-1 0 0,4-1-242 0 0,0-2 0 0 0,38-3 0 0 0,-41 1-590 0 0,0-2-1 0 0,0 0 0 0 0,38-14 0 0 0,-45 13-528 0 0,-1-2-1 0 0,17-9 1 0 0,-23 11-246 0 0,0 0 1 0 0,-1 0 0 0 0,1-1-1 0 0,9-11 1 0 0</inkml:trace>
</inkml:ink>
</file>

<file path=ppt/ink/ink20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6:02.4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220 366 1336 0 0,'0'-3'2568'0'0,"-1"0"-2077"0"0,-8-45 10999 0 0,9 48-11437 0 0,1-1 1 0 0,-1 1-1 0 0,0 0 1 0 0,0-1 0 0 0,0 1-1 0 0,0-1 1 0 0,0 1-1 0 0,0 0 1 0 0,0-1-1 0 0,0 1 1 0 0,0-1-1 0 0,0 1 1 0 0,0-1-1 0 0,0 1 1 0 0,0 0 0 0 0,-1-1-1 0 0,1 1 1 0 0,0 0-1 0 0,0-1 1 0 0,0 1-1 0 0,0-1 1 0 0,-1 1-1 0 0,1 0 1 0 0,0-1 0 0 0,0 1-1 0 0,-1 0 1 0 0,1 0-1 0 0,0-1 1 0 0,-1 1-1 0 0,-11 2 380 0 0,-13 15-200 0 0,25-16-212 0 0,-18 14 53 0 0,1 0-1 0 0,1 2 0 0 0,0 0 1 0 0,2 1-1 0 0,0 1 0 0 0,0 0 1 0 0,2 0-1 0 0,1 2 0 0 0,0-1 1 0 0,-10 30-1 0 0,20-47-62 0 0,0 1 0 0 0,0 0-1 0 0,0 0 1 0 0,0 0 0 0 0,1 0 0 0 0,-1 0-1 0 0,1 0 1 0 0,0 0 0 0 0,1 0 0 0 0,-1 0-1 0 0,1 0 1 0 0,-1 0 0 0 0,1 0 0 0 0,2 5 0 0 0,-2-6-2 0 0,0-1 1 0 0,1 0 0 0 0,-1 0 0 0 0,0 0 0 0 0,1 1 0 0 0,0-1 0 0 0,-1-1 0 0 0,1 1 0 0 0,0 0 0 0 0,0 0 0 0 0,0-1 0 0 0,0 1 0 0 0,0-1 0 0 0,0 0 0 0 0,1 1 0 0 0,-1-1 0 0 0,0 0 0 0 0,1 0 0 0 0,-1 0 0 0 0,1-1 0 0 0,-1 1 0 0 0,1-1 0 0 0,3 1 0 0 0,2 0 5 0 0,1 0 0 0 0,0-1 0 0 0,-1 0 1 0 0,1-1-1 0 0,-1 0 0 0 0,1 0 0 0 0,-1 0 0 0 0,1-1 1 0 0,-1-1-1 0 0,0 0 0 0 0,0 0 0 0 0,0 0 0 0 0,0-1 1 0 0,0 0-1 0 0,-1 0 0 0 0,0-1 0 0 0,0 0 0 0 0,0 0 1 0 0,0-1-1 0 0,-1 0 0 0 0,0 0 0 0 0,0-1 0 0 0,-1 1 1 0 0,0-1-1 0 0,0 0 0 0 0,0-1 0 0 0,-1 1 0 0 0,0-1 0 0 0,-1 0 1 0 0,1 0-1 0 0,-1 0 0 0 0,-1 0 0 0 0,2-11 0 0 0,-1 5-13 0 0,-1 1 0 0 0,0 0 0 0 0,-2-1 0 0 0,1 1-1 0 0,-4-26 1 0 0,3 35-12 0 0,-1-1 0 0 0,1 1-1 0 0,-1 0 1 0 0,0 0 0 0 0,-1 0-1 0 0,1 0 1 0 0,-1 0 0 0 0,0 0 0 0 0,0 0-1 0 0,0 0 1 0 0,0 1 0 0 0,-1-1 0 0 0,1 1-1 0 0,-1 0 1 0 0,0 0 0 0 0,0 0-1 0 0,0 0 1 0 0,0 0 0 0 0,-1 0 0 0 0,1 1-1 0 0,-8-4 1 0 0,8 5 2 0 0,0 0 0 0 0,0 1 1 0 0,0-1-1 0 0,-1 1 0 0 0,1 0 0 0 0,0 0 0 0 0,0 0 0 0 0,0 0 0 0 0,0 1 1 0 0,-1-1-1 0 0,1 1 0 0 0,0 0 0 0 0,0 0 0 0 0,0 0 0 0 0,-4 3 0 0 0,-42 24-66 0 0,36-19 48 0 0,-1 2 0 0 0,2 0 0 0 0,-1 0-1 0 0,-13 17 1 0 0,22-22 22 0 0,-1-1 0 0 0,1 0-1 0 0,1 1 1 0 0,-1 0 0 0 0,1 0-1 0 0,0 0 1 0 0,0 0 0 0 0,0 1-1 0 0,1-1 1 0 0,0 1 0 0 0,1-1-1 0 0,-1 1 1 0 0,0 9 0 0 0,2-14 8 0 0,0 0-1 0 0,0 0 1 0 0,1 0 0 0 0,-1-1 0 0 0,0 1 0 0 0,1 0 0 0 0,-1 0-1 0 0,1 0 1 0 0,0 0 0 0 0,0-1 0 0 0,-1 1 0 0 0,1 0-1 0 0,0-1 1 0 0,0 1 0 0 0,1 0 0 0 0,-1-1 0 0 0,0 1 0 0 0,0-1-1 0 0,4 2 1 0 0,-2 0 2 0 0,0-1 1 0 0,1 0-1 0 0,0 0 0 0 0,-1-1 0 0 0,1 1 1 0 0,0-1-1 0 0,0 0 0 0 0,0 0 0 0 0,4 1 0 0 0,9-1 17 0 0,-1 1 0 0 0,1-2 0 0 0,26-3 0 0 0,-14 0-23 0 0,0-1 1 0 0,0-1 0 0 0,0-2-1 0 0,-1-1 1 0 0,0-2 0 0 0,-1 0-1 0 0,0-2 1 0 0,0-1-1 0 0,-1-1 1 0 0,-1-1 0 0 0,0-1-1 0 0,-1-1 1 0 0,-1-1 0 0 0,-1-2-1 0 0,25-26 1 0 0,-27 21-15 0 0,0-1 1 0 0,-2-1 0 0 0,20-39-1 0 0,33-93-44 0 0,-59 128-182 0 0,-12 29 195 0 0,-2 5 5 0 0,-6 10 17 0 0,0-1 0 0 0,0 2-1 0 0,2-1 1 0 0,-8 21 0 0 0,-17 64-11 0 0,19-58 21 0 0,-101 442 391 0 0,44 6 413 0 0,47-157-372 0 0,-10 64 533 0 0,32-389-835 0 0,-1 0 0 0 0,0-1-1 0 0,-1 1 1 0 0,1 0 0 0 0,-1-1 0 0 0,0 1-1 0 0,-5 9 1 0 0,6-14-90 0 0,-1 1 0 0 0,1-1-1 0 0,0 1 1 0 0,-1-1 0 0 0,1 1-1 0 0,-1-1 1 0 0,0 0 0 0 0,1 0 0 0 0,-1 0-1 0 0,0 0 1 0 0,0 0 0 0 0,0 0-1 0 0,0-1 1 0 0,1 1 0 0 0,-1-1 0 0 0,0 1-1 0 0,0-1 1 0 0,0 1 0 0 0,0-1-1 0 0,0 0 1 0 0,0 0 0 0 0,0 0 0 0 0,0 0-1 0 0,0-1 1 0 0,0 1 0 0 0,-2-1-1 0 0,-3 0 30 0 0,1-1-1 0 0,0 0 1 0 0,0 0-1 0 0,1 0 1 0 0,-1-1-1 0 0,0 0 1 0 0,1 0-1 0 0,-11-7 0 0 0,3-2 224 0 0,-24-23 0 0 0,23 21-209 0 0,1-1 1 0 0,0 0 0 0 0,2-1-1 0 0,0 0 1 0 0,0-1 0 0 0,2 0 0 0 0,0-1-1 0 0,1 0 1 0 0,0 0 0 0 0,2-1 0 0 0,0 0-1 0 0,2 0 1 0 0,0 0 0 0 0,0-1-1 0 0,2 0 1 0 0,1 1 0 0 0,0-1 0 0 0,2 0-1 0 0,0 1 1 0 0,1-1 0 0 0,1 0 0 0 0,0 1-1 0 0,9-25 1 0 0,-1 17-94 0 0,0 0 1 0 0,2 1-1 0 0,0 1 0 0 0,2 0 1 0 0,1 1-1 0 0,1 0 0 0 0,1 1 1 0 0,24-23-1 0 0,-5 11-189 0 0,2 1 1 0 0,1 2-1 0 0,77-47 0 0 0,-55 43-1442 0 0,71-29-1 0 0,-66 37-2431 0 0,3 5-3930 0 0,-49 15 997 0 0</inkml:trace>
</inkml:ink>
</file>

<file path=ppt/ink/ink20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6:03.6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71 778 2804 0 0,'-3'-1'2408'0'0,"-23"-6"3945"0"0,22 8-5762 0 0,2-1-523 0 0,0 0 0 0 0,1 1-1 0 0,-1-1 1 0 0,0 1 0 0 0,0 0 0 0 0,1-1 0 0 0,-1 1 0 0 0,0 0 0 0 0,1 0-1 0 0,-1 0 1 0 0,1 0 0 0 0,-1 0 0 0 0,1 1 0 0 0,-1-1 0 0 0,1 0 0 0 0,0 1-1 0 0,0-1 1 0 0,0 1 0 0 0,0-1 0 0 0,0 1 0 0 0,0 0 0 0 0,0-1 0 0 0,0 1 0 0 0,0 0-1 0 0,1 0 1 0 0,-1-1 0 0 0,1 1 0 0 0,0 0 0 0 0,-1 0 0 0 0,1 0 0 0 0,0 0-1 0 0,0 1 1 0 0,0 1-5 0 0,-1-1 0 0 0,1 1-1 0 0,0-1 1 0 0,0 0-1 0 0,1 1 1 0 0,-1-1 0 0 0,1 0-1 0 0,1 7 1 0 0,-1-9-28 0 0,0 1-1 0 0,-1-1 1 0 0,1 0 0 0 0,0 0 0 0 0,0 1 0 0 0,-1-1 0 0 0,1 0 0 0 0,0 0-1 0 0,0 0 1 0 0,0 0 0 0 0,0 0 0 0 0,1 0 0 0 0,-1-1 0 0 0,0 1 0 0 0,0 0-1 0 0,0 0 1 0 0,1-1 0 0 0,-1 1 0 0 0,0-1 0 0 0,1 1 0 0 0,-1-1 0 0 0,0 0-1 0 0,1 0 1 0 0,-1 1 0 0 0,1-1 0 0 0,-1 0 0 0 0,1 0 0 0 0,-1 0 0 0 0,0 0-1 0 0,1-1 1 0 0,1 1 0 0 0,12-2 28 0 0,0-1-1 0 0,0-1 1 0 0,0 0 0 0 0,-1-1-1 0 0,0-1 1 0 0,0 0 0 0 0,0 0-1 0 0,-1-2 1 0 0,17-11 0 0 0,-12 6-29 0 0,-1-1 0 0 0,0-2-1 0 0,-1 1 1 0 0,-1-2 0 0 0,23-32 0 0 0,-12 9-24 0 0,-2-1 0 0 0,-2-1-1 0 0,-1-2 1 0 0,-3 0 0 0 0,19-68 0 0 0,-23 57 127 0 0,-3-1-1 0 0,-2 0 1 0 0,-2-1 0 0 0,-2-71-1 0 0,-5 128-138 0 0,0 0 1 0 0,0-1-1 0 0,0 1 0 0 0,1 0 0 0 0,-1-1 1 0 0,0 1-1 0 0,0 0 0 0 0,0 0 0 0 0,0-1 0 0 0,0 1 1 0 0,0 0-1 0 0,-1-1 0 0 0,1 1 0 0 0,0 0 0 0 0,0 0 1 0 0,0-1-1 0 0,0 1 0 0 0,0 0 0 0 0,0 0 0 0 0,0-1 1 0 0,0 1-1 0 0,-1 0 0 0 0,1 0 0 0 0,0-1 0 0 0,0 1 1 0 0,0 0-1 0 0,-1 0 0 0 0,1-1 0 0 0,0 1 0 0 0,0 0 1 0 0,-1 0-1 0 0,1 0 0 0 0,0 0 0 0 0,0 0 1 0 0,-1-1-1 0 0,1 1 0 0 0,0 0 0 0 0,0 0 0 0 0,-1 0 1 0 0,1 0-1 0 0,0 0 0 0 0,-1 0 0 0 0,1 0 0 0 0,0 0 1 0 0,0 0-1 0 0,-1 0 0 0 0,1 0 0 0 0,0 0 0 0 0,-1 0 1 0 0,1 0-1 0 0,0 0 0 0 0,0 0 0 0 0,-1 0 0 0 0,1 1 1 0 0,0-1-1 0 0,0 0 0 0 0,-1 0 0 0 0,1 1 1 0 0,-13 8-9 0 0,13-9 9 0 0,-4 5-5 0 0,0 0-1 0 0,0 1 1 0 0,1-1-1 0 0,-1 1 0 0 0,1 0 1 0 0,1 0-1 0 0,-1 0 1 0 0,-2 13-1 0 0,-1-1 4 0 0,-23 65 24 0 0,4 2 0 0 0,4 1 1 0 0,-14 122-1 0 0,31-176 31 0 0,2 0 0 0 0,2 41 0 0 0,0-64-31 0 0,1 0 0 0 0,0 0 0 0 0,0 0-1 0 0,1 0 1 0 0,1 0 0 0 0,-1-1 0 0 0,1 1 0 0 0,1 0 0 0 0,-1-1 0 0 0,1 0 0 0 0,1 0-1 0 0,9 13 1 0 0,-9-16-68 0 0,-1-1 0 0 0,1 0 0 0 0,1 0-1 0 0,-1 0 1 0 0,0 0 0 0 0,1-1 0 0 0,0 0 0 0 0,0 0-1 0 0,0-1 1 0 0,0 1 0 0 0,0-1 0 0 0,0-1 0 0 0,1 1-1 0 0,-1-1 1 0 0,1 0 0 0 0,-1 0 0 0 0,1-1 0 0 0,-1 0-1 0 0,1 0 1 0 0,-1-1 0 0 0,1 1 0 0 0,-1-2 0 0 0,1 1-1 0 0,8-4 1 0 0,-1 1-95 0 0,-1-1 0 0 0,0 0 0 0 0,0-1 1 0 0,-1 0-1 0 0,0-1 0 0 0,0-1 0 0 0,0 0 0 0 0,-1 0 0 0 0,0-1 0 0 0,14-16 0 0 0,-1-4 50 0 0,-2-1 0 0 0,-1-1 0 0 0,-2 0-1 0 0,-1-2 1 0 0,-1 0 0 0 0,-2-1 0 0 0,12-38-1 0 0,-4-3 730 0 0,-3-2 0 0 0,12-101 0 0 0,-12 41 734 0 0,-20 134-1352 0 0,0 22-27 0 0,-7 499 238 0 0,9-477-138 0 0,5 96 1129 0 0,-4-139-1136 0 0,9-6-58 0 0,-1 0 0 0 0,-1-1 0 0 0,1 0 0 0 0,-2 0 0 0 0,1-1 0 0 0,-1-1 0 0 0,8-11 0 0 0,32-35-27 0 0,-40 49-7 0 0,14-15-55 0 0,1 0 1 0 0,1 2-1 0 0,0 1 1 0 0,50-28-1 0 0,-74 47 57 0 0,1 0 1 0 0,0 0-1 0 0,0 0 0 0 0,0 1 0 0 0,0-1 1 0 0,0 0-1 0 0,0 1 0 0 0,0 0 0 0 0,0-1 1 0 0,0 1-1 0 0,0 0 0 0 0,0 0 1 0 0,0 0-1 0 0,0 1 0 0 0,0-1 0 0 0,0 0 1 0 0,0 1-1 0 0,0-1 0 0 0,0 1 0 0 0,0 0 1 0 0,0-1-1 0 0,0 1 0 0 0,0 0 0 0 0,0 0 1 0 0,-1 0-1 0 0,1 1 0 0 0,0-1 0 0 0,-1 0 1 0 0,1 1-1 0 0,-1-1 0 0 0,1 1 1 0 0,-1-1-1 0 0,0 1 0 0 0,0 0 0 0 0,0-1 1 0 0,2 5-1 0 0,2 2 10 0 0,-1 1 0 0 0,-1 0 1 0 0,0 0-1 0 0,0 0 0 0 0,0 0 0 0 0,1 14 0 0 0,-2 3 25 0 0,-1 1-1 0 0,-2 39 1 0 0,-1-45-7 0 0,1 0 0 0 0,2 0 0 0 0,0 0 0 0 0,1 0 0 0 0,5 22 0 0 0,-6-41-13 0 0,-1 0-1 0 0,1 0 1 0 0,0-1-1 0 0,0 1 1 0 0,0 0-1 0 0,0-1 1 0 0,1 1-1 0 0,-1-1 1 0 0,0 0-1 0 0,1 1 1 0 0,-1-1-1 0 0,1 0 1 0 0,-1 0-1 0 0,1 0 1 0 0,-1 0-1 0 0,3 1 1 0 0,-2-1-17 0 0,7 1 46 0 0,1-2-25 0 0,0-1 0 0 0,0 0 0 0 0,0-1 0 0 0,0 0 0 0 0,0-1-1 0 0,0 0 1 0 0,17-8 0 0 0,-10 3-33 0 0,-1-1 0 0 0,0-1-1 0 0,27-22 1 0 0,-11 4-58 0 0,-2-2 0 0 0,0-1 0 0 0,26-39-1 0 0,-33 40 32 0 0,31-56 0 0 0,-45 68 25 0 0,0-1 0 0 0,0 0 1 0 0,-2 0-1 0 0,8-35 0 0 0,-12 13-213 0 0,-21 42 167 0 0,15 0 60 0 0,1 0 1 0 0,-1 0-1 0 0,0 0 1 0 0,0 1-1 0 0,1-1 0 0 0,-1 1 1 0 0,0 0-1 0 0,1-1 1 0 0,0 1-1 0 0,-4 4 0 0 0,-22 26-8 0 0,21-22 5 0 0,-8 8 24 0 0,2 1-1 0 0,0 1 1 0 0,1 1-1 0 0,1 0 1 0 0,0 0 0 0 0,2 1-1 0 0,1 0 1 0 0,0 0-1 0 0,2 1 1 0 0,1 0 0 0 0,0 0-1 0 0,-1 40 1 0 0,6-58 3 0 0,0-1 0 0 0,0 1 0 0 0,1 0 0 0 0,-1 0 0 0 0,1-1 0 0 0,0 1 0 0 0,1 0 0 0 0,-1-1 0 0 0,1 1 0 0 0,0-1 0 0 0,0 1 0 0 0,0-1 0 0 0,1 0 0 0 0,-1 0 0 0 0,1 0 0 0 0,0 0 0 0 0,0-1 0 0 0,6 6 0 0 0,-3-5-10 0 0,-1 0-1 0 0,1-1 0 0 0,0 1 1 0 0,0-1-1 0 0,0-1 1 0 0,0 1-1 0 0,1-1 0 0 0,-1 0 1 0 0,1 0-1 0 0,0-1 1 0 0,-1 0-1 0 0,11 1 0 0 0,4-2-645 0 0,1 0-1 0 0,-1-1 0 0 0,0-1 0 0 0,0-1 0 0 0,0-1 0 0 0,23-8 0 0 0,-24 6-1233 0 0,0-1-1 0 0,0-2 0 0 0,24-13 1 0 0,-11 0-3068 0 0</inkml:trace>
</inkml:ink>
</file>

<file path=ppt/ink/ink20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6:03.9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243 37 3744 0 0,'-220'19'12582'0'0,"201"-16"-11437"0"0,16-2-737 0 0,8-1-75 0 0,71 1 79 0 0,98-12-1 0 0,-80 3-710 0 0,177-12-3544 0 0,-95 6-2465 0 0,-90 6 127 0 0</inkml:trace>
</inkml:ink>
</file>

<file path=ppt/ink/ink20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6:04.9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8 130 744 0 0,'-2'-6'1258'0'0,"0"1"1"0"0,1-1-1 0 0,0 0 0 0 0,0 0 1 0 0,1 0-1 0 0,-1 0 0 0 0,2-11 1 0 0,0 13-982 0 0,-1 0-1 0 0,1 0 1 0 0,0 0 0 0 0,0 0 0 0 0,0 1 0 0 0,1-1 0 0 0,-1 0 0 0 0,1 1 0 0 0,0-1 0 0 0,0 1-1 0 0,4-5 1 0 0,-4 6-245 0 0,-1 1-1 0 0,1 0 1 0 0,-1 1 0 0 0,1-1-1 0 0,0 0 1 0 0,-1 0-1 0 0,1 1 1 0 0,0-1 0 0 0,0 1-1 0 0,-1-1 1 0 0,1 1-1 0 0,0 0 1 0 0,0 0 0 0 0,0 0-1 0 0,-1 0 1 0 0,1 0-1 0 0,0 0 1 0 0,3 1 0 0 0,-1-1-9 0 0,1 1-1 0 0,-1 0 1 0 0,1 0 0 0 0,-1 0 0 0 0,1 1 0 0 0,3 2 0 0 0,0 0-1 0 0,-1 1-1 0 0,0 1 1 0 0,0-1 0 0 0,0 1-1 0 0,-1 0 1 0 0,0 1-1 0 0,0-1 1 0 0,0 1 0 0 0,-1 0-1 0 0,0 1 1 0 0,-1-1 0 0 0,1 1-1 0 0,-1 0 1 0 0,-1 0-1 0 0,5 14 1 0 0,-5-11 22 0 0,-1 0 0 0 0,0 0 0 0 0,-1 1-1 0 0,0-1 1 0 0,0 0 0 0 0,-1 0 0 0 0,-1 1 0 0 0,0-1 0 0 0,0 0-1 0 0,-1 0 1 0 0,-6 21 0 0 0,5-25 165 0 0,1 0 0 0 0,-1 0 0 0 0,0 0 0 0 0,0 0 1 0 0,-1 0-1 0 0,0-1 0 0 0,0 1 0 0 0,-1-1 0 0 0,-7 8 0 0 0,11-13-30 0 0,-5-4 33 0 0,6 3-208 0 0,0 0 0 0 0,-1 0 0 0 0,1 0 0 0 0,0 0 0 0 0,0 0 0 0 0,-1 0 0 0 0,1-1 0 0 0,0 1 0 0 0,-1 0 0 0 0,1 0 0 0 0,0 0 0 0 0,-1 0 0 0 0,1-1-1 0 0,0 1 1 0 0,0 0 0 0 0,-1 0 0 0 0,1-1 0 0 0,0 1 0 0 0,0 0 0 0 0,0 0 0 0 0,-1-1 0 0 0,1 1 0 0 0,0 0 0 0 0,0 0 0 0 0,0-1 0 0 0,0 1 0 0 0,-1 0 0 0 0,1-1 0 0 0,0 1 0 0 0,0 0 0 0 0,0-1 0 0 0,-1-6 8 0 0,-1-1-1 0 0,2 1 1 0 0,-1-1 0 0 0,1 1-1 0 0,0 0 1 0 0,0-1-1 0 0,1 1 1 0 0,0-1 0 0 0,0 1-1 0 0,1 0 1 0 0,0 0 0 0 0,0 0-1 0 0,6-11 1 0 0,-1 2-38 0 0,0 0 0 0 0,2 1 0 0 0,0 0 0 0 0,21-26 0 0 0,-24 34 8 0 0,0 0-1 0 0,1 0 0 0 0,0 1 1 0 0,0 0-1 0 0,0 1 1 0 0,1 0-1 0 0,0 0 0 0 0,0 0 1 0 0,0 1-1 0 0,0 0 0 0 0,1 1 1 0 0,0 0-1 0 0,-1 0 0 0 0,1 1 1 0 0,17-2-1 0 0,-20 3 13 0 0,1 1-1 0 0,-1 0 0 0 0,1 1 1 0 0,-1-1-1 0 0,1 1 0 0 0,-1 0 1 0 0,1 1-1 0 0,-1 0 0 0 0,0 0 1 0 0,0 0-1 0 0,0 1 1 0 0,0 0-1 0 0,0 0 0 0 0,0 0 1 0 0,-1 1-1 0 0,0-1 0 0 0,0 2 1 0 0,0-1-1 0 0,0 0 1 0 0,0 1-1 0 0,-1 0 0 0 0,8 11 1 0 0,-6-6 32 0 0,0 0 1 0 0,0 1 0 0 0,-1-1 0 0 0,-1 1 0 0 0,0 1 0 0 0,0-1-1 0 0,-1 0 1 0 0,0 1 0 0 0,-1 0 0 0 0,-1 0 0 0 0,0 0 0 0 0,0 0 0 0 0,-1-1-1 0 0,-1 1 1 0 0,-2 18 0 0 0,0-20 74 0 0,0-15-22 0 0,0-16-61 0 0,6 3-32 0 0,1-1-1 0 0,1 1 1 0 0,1-1 0 0 0,1 2-1 0 0,0-1 1 0 0,1 1 0 0 0,1 0-1 0 0,1 0 1 0 0,12-16-1 0 0,-13 21-12 0 0,0 0 0 0 0,1 1 0 0 0,0 0 0 0 0,1 1-1 0 0,0 0 1 0 0,1 0 0 0 0,0 1 0 0 0,0 1 0 0 0,1 0-1 0 0,0 0 1 0 0,26-9 0 0 0,-37 16 19 0 0,1 0 1 0 0,0 0-1 0 0,0 0 1 0 0,0 1-1 0 0,0-1 0 0 0,0 1 1 0 0,0 0-1 0 0,0 0 1 0 0,0 0-1 0 0,0 0 0 0 0,0 0 1 0 0,0 1-1 0 0,-1-1 1 0 0,1 1-1 0 0,0 0 0 0 0,0 0 1 0 0,0 0-1 0 0,3 2 1 0 0,-3-1 3 0 0,1 1 0 0 0,-1-1 0 0 0,0 1-1 0 0,0 0 1 0 0,0 0 0 0 0,-1 0 0 0 0,1 0 0 0 0,-1 1 0 0 0,1-1 0 0 0,-1 1 0 0 0,3 6 0 0 0,0 3 15 0 0,-1 1 1 0 0,0-1-1 0 0,0 1 1 0 0,-1 0-1 0 0,-1 0 1 0 0,1 18-1 0 0,-3 13 84 0 0,2 25-559 0 0,-2-64 88 0 0,1 0 1 0 0,0 0-1 0 0,1 0 0 0 0,-1 0 1 0 0,1 0-1 0 0,0-1 0 0 0,1 1 1 0 0,5 9-1 0 0,-6-12-36 0 0,1 0 0 0 0,-1 0 1 0 0,1 0-1 0 0,0-1 0 0 0,0 1 0 0 0,0-1 0 0 0,0 0 1 0 0,1 0-1 0 0,-1 0 0 0 0,1 0 0 0 0,-1-1 0 0 0,1 1 1 0 0,0-1-1 0 0,-1 0 0 0 0,1 0 0 0 0,0 0 0 0 0,0-1 0 0 0,0 1 1 0 0,4-1-1 0 0,14 0-3200 0 0</inkml:trace>
</inkml:ink>
</file>

<file path=ppt/ink/ink20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6:06.3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393 681 2120 0 0,'7'-11'2228'0'0,"0"0"0"0"0,-1-1 0 0 0,6-16 0 0 0,-11 26-2109 0 0,-1 1 1 0 0,1-1-1 0 0,-1 1 0 0 0,1-1 1 0 0,-1 1-1 0 0,0-1 1 0 0,0 1-1 0 0,0-1 1 0 0,0 1-1 0 0,0-1 0 0 0,0 0 1 0 0,0 1-1 0 0,0-1 1 0 0,-1 1-1 0 0,1-1 1 0 0,0 1-1 0 0,-2-3 0 0 0,1 3-69 0 0,1 0-1 0 0,-1 0 0 0 0,0 0 0 0 0,0 1 0 0 0,0-1 0 0 0,1 0 0 0 0,-1 0 0 0 0,0 0 0 0 0,0 1 0 0 0,0-1 0 0 0,0 1 0 0 0,-1-1 0 0 0,1 1 0 0 0,0-1 0 0 0,0 1 0 0 0,0-1 0 0 0,-2 1 0 0 0,-2-1-21 0 0,1 1 0 0 0,-1 0-1 0 0,1 0 1 0 0,-1 0 0 0 0,1 1 0 0 0,0-1 0 0 0,-1 1 0 0 0,1 0-1 0 0,0 0 1 0 0,-6 3 0 0 0,-11 6 41 0 0,1 0 1 0 0,0 2-1 0 0,-23 17 1 0 0,-52 48 185 0 0,66-52-189 0 0,-27 30-1 0 0,46-45-40 0 0,2 1 0 0 0,-1 0 0 0 0,1 1 0 0 0,1 0 0 0 0,0 0 0 0 0,-7 17 0 0 0,13-28-18 0 0,0 0 1 0 0,1 1 0 0 0,-1 0 0 0 0,1-1 0 0 0,-1 1-1 0 0,1-1 1 0 0,0 1 0 0 0,0 0 0 0 0,0-1-1 0 0,0 1 1 0 0,0 0 0 0 0,0-1 0 0 0,0 1 0 0 0,0-1-1 0 0,0 1 1 0 0,1 0 0 0 0,-1-1 0 0 0,1 1-1 0 0,-1-1 1 0 0,1 1 0 0 0,0-1 0 0 0,1 3 0 0 0,-1-3-35 0 0,1 1 0 0 0,0-1 0 0 0,-1 1 0 0 0,1-1 1 0 0,0 1-1 0 0,0-1 0 0 0,0 0 0 0 0,0 0 0 0 0,0 0 1 0 0,0 0-1 0 0,1-1 0 0 0,-1 1 0 0 0,0 0 0 0 0,3 0 0 0 0,4 0-221 0 0,0 0 0 0 0,0-1-1 0 0,0 0 1 0 0,0 0 0 0 0,0-1-1 0 0,0 0 1 0 0,9-2 0 0 0,0-2-111 0 0,0-1 0 0 0,0-1 0 0 0,-1 0 0 0 0,1-1 0 0 0,-2-1 0 0 0,1-1 0 0 0,-1 0 1 0 0,16-14-1 0 0,-13 7 491 0 0,-1 0 1 0 0,0-2 0 0 0,-1 0 0 0 0,-1 0-1 0 0,21-35 1 0 0,-18 21 1069 0 0,16-23 802 0 0,-34 54-1966 0 0,-5 17 47 0 0,-22 69 416 0 0,13-48-346 0 0,2-1 0 0 0,2 2 0 0 0,-5 39 0 0 0,13-67-141 0 0,-1 0 43 0 0,1 1-1 0 0,1 0 1 0 0,0 0-1 0 0,0 0 1 0 0,3 18-1 0 0,-2-25-47 0 0,-1-1 0 0 0,1 0 0 0 0,0 0 0 0 0,0 0 0 0 0,0 0 0 0 0,0 0 0 0 0,0 0 0 0 0,0 0 0 0 0,1 0 0 0 0,-1 0 0 0 0,1-1-1 0 0,-1 1 1 0 0,1 0 0 0 0,0-1 0 0 0,-1 0 0 0 0,1 1 0 0 0,0-1 0 0 0,0 0 0 0 0,0 0 0 0 0,0 0 0 0 0,0 0 0 0 0,0 0 0 0 0,0 0 0 0 0,1-1 0 0 0,-1 1 0 0 0,0-1-1 0 0,0 1 1 0 0,1-1 0 0 0,-1 0 0 0 0,0 0 0 0 0,4 0 0 0 0,4-1-150 0 0,0 0 0 0 0,-1-1 0 0 0,1 0 0 0 0,-1 0 0 0 0,0-1 0 0 0,0-1 0 0 0,0 1 1 0 0,0-1-1 0 0,0-1 0 0 0,-1 0 0 0 0,16-11 0 0 0,-4 0-282 0 0,0-1 0 0 0,0 0 0 0 0,18-24 0 0 0,-11 8 38 0 0,-1-1 0 0 0,-2-2-1 0 0,-1-1 1 0 0,29-63 0 0 0,47-166 146 0 0,-82 204 1199 0 0,13-102 0 0 0,-6 26 1457 0 0,-20 111-2192 0 0,-4 24-138 0 0,-1 3-82 0 0,0 1 1 0 0,0-1-1 0 0,0 1 0 0 0,0-1 0 0 0,0 1 0 0 0,0-1 0 0 0,0 1 0 0 0,0 0 0 0 0,0-1 0 0 0,0 1 0 0 0,0 0 0 0 0,1 0 0 0 0,-1 0 1 0 0,0 0-1 0 0,1-1 0 0 0,-1 1 0 0 0,1 0 0 0 0,-1 0 0 0 0,1 0 0 0 0,-1 0 0 0 0,0 2 0 0 0,-10 27 94 0 0,8-22-63 0 0,-33 108 278 0 0,5 0 1 0 0,4 2-1 0 0,-11 132 0 0 0,33-215-237 0 0,2 0-1 0 0,1 0 0 0 0,2 0 0 0 0,1 0 1 0 0,7 44-1 0 0,-7-75-64 0 0,-1 0 0 0 0,1 0-1 0 0,1 0 1 0 0,-1 0 0 0 0,0 0 0 0 0,1 0 0 0 0,0-1-1 0 0,0 1 1 0 0,0-1 0 0 0,1 1 0 0 0,-1-1 0 0 0,1 0 0 0 0,-1 0-1 0 0,1 0 1 0 0,0 0 0 0 0,0 0 0 0 0,1-1 0 0 0,-1 1-1 0 0,0-1 1 0 0,1 0 0 0 0,7 3 0 0 0,-6-3-19 0 0,0-1 0 0 0,0 0 0 0 0,1 0 0 0 0,-1 0 0 0 0,1-1 0 0 0,-1 1-1 0 0,0-1 1 0 0,1-1 0 0 0,-1 1 0 0 0,1-1 0 0 0,-1 0 0 0 0,0 0 0 0 0,1 0 0 0 0,-1-1 0 0 0,0 0 0 0 0,6-3 0 0 0,6-4-32 0 0,-1-1-1 0 0,0 0 1 0 0,-1-1 0 0 0,0-1 0 0 0,-1 0 0 0 0,0-1-1 0 0,-1-1 1 0 0,0 0 0 0 0,18-28 0 0 0,-9 10 55 0 0,-3-1 0 0 0,0-1 1 0 0,25-66-1 0 0,-33 69 453 0 0,11-49-1 0 0,-19 65-229 0 0,0-1 0 0 0,-1 1 0 0 0,-1-1 1 0 0,-1 0-1 0 0,-2-21 0 0 0,2 33-224 0 0,0 1 0 0 0,0-1-1 0 0,-1 1 1 0 0,0-1 0 0 0,0 1 0 0 0,0-1 0 0 0,0 1 0 0 0,0-1 0 0 0,-1 1 0 0 0,1 0 0 0 0,-1 0-1 0 0,0 0 1 0 0,0 0 0 0 0,0 0 0 0 0,-1 0 0 0 0,1 1 0 0 0,-3-4 0 0 0,2 5-33 0 0,0 1 17 0 0,1 1-4 0 0,-1-1 0 0 0,0 1 1 0 0,1-1-1 0 0,-1 1 0 0 0,1 0 0 0 0,-1 0 0 0 0,1 0 0 0 0,-1 0 0 0 0,1 1 0 0 0,0-1 0 0 0,-1 1 0 0 0,1-1 1 0 0,0 1-1 0 0,0 0 0 0 0,0 0 0 0 0,0-1 0 0 0,1 2 0 0 0,-1-1 0 0 0,0 0 0 0 0,-1 4 0 0 0,1-2-1 0 0,0 0-1 0 0,0 0 0 0 0,1 0 0 0 0,0 0 0 0 0,-1 0 0 0 0,2 0 0 0 0,-1 0 0 0 0,0 0 0 0 0,1 1 0 0 0,0-1 0 0 0,0 0 1 0 0,0 0-1 0 0,0 1 0 0 0,1-1 0 0 0,0 0 0 0 0,0 0 0 0 0,0 0 0 0 0,0 0 0 0 0,0 0 0 0 0,1 0 0 0 0,0 0 0 0 0,0 0 1 0 0,0 0-1 0 0,0-1 0 0 0,1 1 0 0 0,-1-1 0 0 0,1 0 0 0 0,0 0 0 0 0,0 0 0 0 0,0 0 0 0 0,0 0 0 0 0,5 2 0 0 0,2 3-80 0 0,0-2-1 0 0,0 0 1 0 0,1 0-1 0 0,0-1 1 0 0,0 0-1 0 0,1-1 0 0 0,-1 0 1 0 0,1-1-1 0 0,0 0 1 0 0,15 1-1 0 0,-14-3 33 0 0,1 0 0 0 0,0-1 1 0 0,0-1-1 0 0,-1 0 0 0 0,1-1 0 0 0,20-6 1 0 0,-26 6 186 0 0,-1 0 0 0 0,1-1 0 0 0,0 0 0 0 0,-1-1 0 0 0,0 0 1 0 0,0 0-1 0 0,0 0 0 0 0,0-1 0 0 0,-1 0 0 0 0,0 0 0 0 0,0-1 1 0 0,6-6-1 0 0,-12 11-120 0 0,1 1 0 0 0,-1-1 0 0 0,1 1 0 0 0,-1-1 0 0 0,0 1 1 0 0,1-1-1 0 0,-1 1 0 0 0,0-1 0 0 0,1 1 0 0 0,-1-1 0 0 0,0 1 0 0 0,0-1 0 0 0,1 1 1 0 0,-1-1-1 0 0,0 1 0 0 0,0-1 0 0 0,0 0 0 0 0,0 1 0 0 0,0-1 0 0 0,0 0 0 0 0,-8-2 43 0 0,-11 8-48 0 0,6 1-6 0 0,1 0-1 0 0,1 2 1 0 0,-1-1-1 0 0,1 1 1 0 0,0 1-1 0 0,1 0 1 0 0,0 1-1 0 0,1-1 0 0 0,-9 13 1 0 0,-2 5 13 0 0,1 1 0 0 0,-23 44 0 0 0,34-55 3 0 0,0 1 1 0 0,1-1-1 0 0,1 1 0 0 0,-5 23 0 0 0,9-34-3 0 0,1 1 0 0 0,0-1 0 0 0,0 0 0 0 0,1 0 0 0 0,-1 1 0 0 0,2-1 0 0 0,-1 0 0 0 0,1 1 0 0 0,0-1 0 0 0,0 0 0 0 0,1 0 0 0 0,0 0 0 0 0,6 13 0 0 0,-5-16-46 0 0,0 0 0 0 0,0 0 0 0 0,1-1 0 0 0,-1 1 0 0 0,1-1 0 0 0,0 0 0 0 0,-1 0 0 0 0,2 0 0 0 0,-1 0 0 0 0,0-1 0 0 0,0 0 0 0 0,1 0 0 0 0,-1 0-1 0 0,1 0 1 0 0,0-1 0 0 0,0 1 0 0 0,8 0 0 0 0,4 0-446 0 0,-1 0 0 0 0,1-1-1 0 0,-1-1 1 0 0,18-2 0 0 0,-15 0 48 0 0,0-1 1 0 0,0-1-1 0 0,0-1 1 0 0,-1 0-1 0 0,1-2 1 0 0,-1 0-1 0 0,-1-1 1 0 0,0-1 0 0 0,0 0-1 0 0,0-1 1 0 0,-1-1-1 0 0,-1-1 1 0 0,26-24-1 0 0,-26 21 543 0 0,0-2 0 0 0,-1 0 0 0 0,-1 0 0 0 0,22-39 1 0 0,-26 38 638 0 0,0-1 1 0 0,-1-1 0 0 0,-1 1 0 0 0,-1-1-1 0 0,5-27 1 0 0,-4 15 772 0 0,-4 19-888 0 0,0 0-1 0 0,-1 1 1 0 0,0-15 0 0 0,-17 37-532 0 0,12-7-83 0 0,0 1 0 0 0,1-1 0 0 0,-1 1 0 0 0,1 0 0 0 0,0 0 0 0 0,0 0 0 0 0,0 0 0 0 0,-1 6 0 0 0,-6 10 87 0 0,-12 26 41 0 0,3 2 0 0 0,1 0-1 0 0,-17 83 1 0 0,19-52 71 0 0,14-70-365 0 0,0 0 1 0 0,1 1 0 0 0,0-1 0 0 0,1 0 0 0 0,-1 0-1 0 0,5 16 1 0 0,-5-23-70 0 0,1 0 1 0 0,0 1-1 0 0,0-1 0 0 0,1 0 0 0 0,-1 0 0 0 0,0 0 0 0 0,1 0 1 0 0,-1 0-1 0 0,1 0 0 0 0,0 0 0 0 0,-1-1 0 0 0,1 1 1 0 0,0 0-1 0 0,0-1 0 0 0,0 1 0 0 0,0-1 0 0 0,0 0 1 0 0,5 2-1 0 0,-1-1-916 0 0,0 0 1 0 0,0 0-1 0 0,0-1 1 0 0,0 0-1 0 0,0 0 1 0 0,8 0-1 0 0,11 0-4763 0 0</inkml:trace>
</inkml:ink>
</file>

<file path=ppt/ink/ink20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6:06.6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97 652 0 0,'3'-35'7965'0'0,"1"3"-386"0"0,-2 13-5307 0 0,-2 17-1764 0 0,3-6 405 0 0,-1 7-464 0 0,2 11-148 0 0,10 46 997 0 0,24 59 0 0 0,1 7-737 0 0,-35-110-830 0 0,1 1 0 0 0,0-1-1 0 0,0 0 1 0 0,10 15 0 0 0,-10-18-1161 0 0,1-1 0 0 0,0 0 0 0 0,9 9 0 0 0,1-12-4650 0 0</inkml:trace>
</inkml:ink>
</file>

<file path=ppt/ink/ink20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6:06.8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381 75 3052 0 0,'-24'-69'14150'0'0,"23"67"-13490"0"0,0 1-537 0 0,0 1-1 0 0,0 0 0 0 0,0-1 0 0 0,0 1 1 0 0,0 0-1 0 0,0-1 0 0 0,0 1 0 0 0,0 0 1 0 0,0 0-1 0 0,-1 0 0 0 0,1 0 1 0 0,-1 0-1 0 0,-8 6 223 0 0,1 1 0 0 0,0 0 0 0 0,1 1 0 0 0,-1-1 0 0 0,1 1 0 0 0,1 1 0 0 0,-13 17 0 0 0,-40 75 474 0 0,38-62-594 0 0,-58 121 489 0 0,28-53-1803 0 0,14-38-3560 0 0,29-63 1316 0 0</inkml:trace>
</inkml:ink>
</file>

<file path=ppt/ink/ink20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6:07.1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34 123 2496 0 0,'-2'-6'1202'0'0,"-16"-60"15647"0"0,13 42-12831 0 0,5 22-3365 0 0,-9-23-141 0 0</inkml:trace>
</inkml:ink>
</file>

<file path=ppt/ink/ink20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6:07.3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237 0 1040 0 0,'-175'16'13909'0'0,"123"-11"-10889"0"0,42-2-2454 0 0,11 1-148 0 0,10 2-181 0 0,4-3-150 0 0,-1-1 1 0 0,1 0 0 0 0,-1-1-1 0 0,26-1 1 0 0,10 1 6 0 0,171 13-476 0 0,-32-1-2446 0 0,0-2-4853 0 0,-118-7 1254 0 0</inkml:trace>
</inkml:ink>
</file>

<file path=ppt/ink/ink20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6:08.2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15 926 1128 0 0,'-1'3'1606'0'0,"0"0"-1159"0"0,-7 48 5263 0 0,4 19-1664 0 0,4-68-3346 0 0,0-1-490 0 0,0-1 0 0 0,0 1 1 0 0,0-1-1 0 0,0 1 0 0 0,0 0 0 0 0,0-1 0 0 0,0 1 0 0 0,0 0 0 0 0,0-1 0 0 0,0 1 0 0 0,0 0 0 0 0,0-1 0 0 0,0 1 1 0 0,1-1-1 0 0,-1 1 0 0 0,0 0 0 0 0,1 0 0 0 0,3-5-35 0 0,0 0 0 0 0,0 0 0 0 0,-1-1 0 0 0,1 1 0 0 0,-1-1 1 0 0,0 0-1 0 0,3-6 0 0 0,18-45 136 0 0,-13 30-190 0 0,38-88 21 0 0,112-243-43 0 0,29 14-283 0 0,-189 343 183 0 0,49-71-152 0 0,-45 65 123 0 0,1 0-1 0 0,-1 0 0 0 0,1 0 0 0 0,0 1 0 0 0,0 0 0 0 0,1 0 0 0 0,-1 1 1 0 0,11-6-1 0 0,-15 9 25 0 0,-1 1 1 0 0,1-1 0 0 0,0 0-1 0 0,0 1 1 0 0,-1-1 0 0 0,1 1 0 0 0,0 0-1 0 0,0 0 1 0 0,0 0 0 0 0,-1 0-1 0 0,1 0 1 0 0,0 0 0 0 0,0 0-1 0 0,0 0 1 0 0,-1 1 0 0 0,1-1-1 0 0,0 1 1 0 0,-1-1 0 0 0,4 2 0 0 0,-3 0 2 0 0,1 0 1 0 0,-1-1 0 0 0,0 1 0 0 0,1 0 0 0 0,-1 0 0 0 0,0 1 0 0 0,0-1 0 0 0,-1 0 0 0 0,1 1 0 0 0,2 4 0 0 0,2 5 5 0 0,-1 1-1 0 0,-1-1 1 0 0,0 1-1 0 0,2 14 1 0 0,-6-25-5 0 0,6 37 36 0 0,-3-1 0 0 0,-1 1 0 0 0,-6 69-1 0 0,3-82-22 0 0,-22 211 136 0 0,0-18 125 0 0,23-205-1097 0 0,-1 0 0 0 0,4 23 0 0 0,-3-36 725 0 0,0-1-1 0 0,0 0 1 0 0,0 1-1 0 0,0-1 1 0 0,0 0-1 0 0,0 0 1 0 0,0 1-1 0 0,0-1 0 0 0,1 0 1 0 0,-1 0-1 0 0,0 1 1 0 0,0-1-1 0 0,0 0 1 0 0,0 1-1 0 0,0-1 1 0 0,1 0-1 0 0,-1 0 1 0 0,2 2-1006 0 0,-1-2 1006 0 0,-1 0-1 0 0,0 0 0 0 0,0 1 1 0 0,1-1-1 0 0,-1 0 1 0 0,0 0-1 0 0,1 0 1 0 0,-1 0-1 0 0,0 0 1 0 0,0 0-1 0 0,1 0 1 0 0,-1 0-1 0 0,0 0 1 0 0,1-1-1 0 0,-1 1 1 0 0,0 0-1 0 0,0 0 1 0 0,1 0-1 0 0,-1 0 1 0 0,0 0-1 0 0,0 0 1 0 0,1-1-1 0 0,-1 1 0 0 0,10-7-3974 0 0</inkml:trace>
</inkml:ink>
</file>

<file path=ppt/ink/ink20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6:08.4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136 62 1232 0 0,'-76'-25'9871'0'0,"30"6"-6926"0"0,43 18-2738 0 0,-4 0 14 0 0,3 1-124 0 0,5 0 483 0 0,30 3-460 0 0,0-1-1 0 0,62-4 0 0 0,-32 0-583 0 0,74-3-2299 0 0,-45-1-1974 0 0,-32 0-406 0 0</inkml:trace>
</inkml:ink>
</file>

<file path=ppt/ink/ink20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6:08.6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0 372 0 0,'0'0'16392'0'0,"-1"0"-16362"0"0,1 1 0 0 0,0-1 0 0 0,0 0 0 0 0,0 0 1 0 0,-1 0-1 0 0,1 1 0 0 0,0-1 0 0 0,0 0 0 0 0,0 0 1 0 0,0 0-1 0 0,0 1 0 0 0,-1-1 0 0 0,1 0 1 0 0,0 0-1 0 0,0 1 0 0 0,0-1 0 0 0,0 0 0 0 0,0 0 1 0 0,0 1-1 0 0,0-1 0 0 0,0 0 0 0 0,0 0 1 0 0,0 1-1 0 0,0-1 0 0 0,0 0 0 0 0,0 0 0 0 0,0 1 1 0 0,0-1-1 0 0,0 0 0 0 0,0 0 0 0 0,0 1 1 0 0,1-1-1 0 0,-1 1 0 0 0,13 0 30 0 0,1 0 1 0 0,-1 0-1 0 0,1-1 1 0 0,-1-1-1 0 0,19-3 1 0 0,15 0-1854 0 0,-2 2-1707 0 0,-18 1-1918 0 0</inkml:trace>
</inkml:ink>
</file>

<file path=ppt/ink/ink20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6:08.8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141 1 1288 0 0,'-63'38'7883'0'0,"40"-24"-4266"0"0,-30 21-1 0 0,51-34-3134 0 0,6 2-202 0 0,-4-2-274 0 0,0-1-1 0 0,0 0 0 0 0,0 0 1 0 0,0 1-1 0 0,0-1 1 0 0,0 0-1 0 0,0 0 0 0 0,0 1 1 0 0,1-1-1 0 0,-1 0 0 0 0,0 0 1 0 0,0 0-1 0 0,0 1 0 0 0,0-1 1 0 0,1 0-1 0 0,-1 0 1 0 0,0 0-1 0 0,0 0 0 0 0,0 1 1 0 0,1-1-1 0 0,-1 0 0 0 0,0 0 1 0 0,0 0-1 0 0,1 0 0 0 0,-1 0 1 0 0,0 0-1 0 0,0 0 1 0 0,1 0-1 0 0,-1 0 0 0 0,0 0 1 0 0,0 0-1 0 0,1 0 0 0 0,-1 0 1 0 0,0 0-1 0 0,1 0 0 0 0,-1 0 1 0 0,0 0-1 0 0,0 0 1 0 0,1 0-1 0 0,33-4-1289 0 0,56-14-1 0 0,-6-6-5441 0 0,-44 11 1044 0 0</inkml:trace>
</inkml:ink>
</file>

<file path=ppt/ink/ink20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6:09.9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791 160 184 0 0,'12'-10'2909'0'0,"1"0"0"0"0,-1-1 0 0 0,0 0 0 0 0,-1-1 0 0 0,-1 0 0 0 0,15-23 0 0 0,-24 34-2858 0 0,-1 0 1 0 0,1 0-1 0 0,0 0 0 0 0,-1 0 0 0 0,1 0 0 0 0,0 0 0 0 0,-1-1 1 0 0,0 1-1 0 0,1 0 0 0 0,-1 0 0 0 0,0-1 0 0 0,1 1 0 0 0,-1 0 0 0 0,0 0 1 0 0,0-1-1 0 0,0 1 0 0 0,0 0 0 0 0,-1-1 0 0 0,1 1 0 0 0,0 0 1 0 0,0-1-1 0 0,-1 1 0 0 0,1 0 0 0 0,-1 0 0 0 0,1 0 0 0 0,-1-1 1 0 0,1 1-1 0 0,-1 0 0 0 0,0 0 0 0 0,1 0 0 0 0,-1 0 0 0 0,0 0 1 0 0,0 0-1 0 0,0 0 0 0 0,0 0 0 0 0,0 0 0 0 0,0 1 0 0 0,-2-2 1 0 0,-1 0-55 0 0,-1 0 0 0 0,1 0 1 0 0,-1 0-1 0 0,0 1 1 0 0,1-1-1 0 0,-1 1 1 0 0,0 0-1 0 0,1 1 1 0 0,-1-1-1 0 0,-5 1 1 0 0,-10 0-27 0 0,0 1 1 0 0,0 1 0 0 0,0 1 0 0 0,1 0-1 0 0,-1 2 1 0 0,1 0 0 0 0,0 1 0 0 0,0 1-1 0 0,-35 19 1 0 0,40-18 4 0 0,1 2 1 0 0,0-1-1 0 0,0 2 0 0 0,1-1 1 0 0,1 2-1 0 0,0 0 0 0 0,0 0 1 0 0,1 0-1 0 0,1 2 0 0 0,0-1 1 0 0,1 1-1 0 0,1 0 0 0 0,-11 27 1 0 0,-2 16 42 0 0,2 1 1 0 0,-13 79 0 0 0,18-75 57 0 0,-6 47 5 0 0,-7 173 0 0 0,17-147-91 0 0,-54 422-94 0 0,-22-5 294 0 0,64-416-193 0 0,-33 273 1387 0 0,0 652 0 0 0,39-347 1717 0 0,14-695-3031 0 0,-1 8 38 0 0,1 0 0 0 0,2 0 0 0 0,0 0 0 0 0,2 0 0 0 0,7 28 0 0 0,-9-51-93 0 0,1 0 0 0 0,-1-1-1 0 0,1 1 1 0 0,0-1-1 0 0,0 1 1 0 0,0-1 0 0 0,1 0-1 0 0,-1 0 1 0 0,1 0-1 0 0,0 0 1 0 0,0 0 0 0 0,0-1-1 0 0,0 1 1 0 0,0-1 0 0 0,0 0-1 0 0,1 0 1 0 0,-1 0-1 0 0,1 0 1 0 0,0-1 0 0 0,-1 1-1 0 0,1-1 1 0 0,0 0-1 0 0,5 1 1 0 0,8 1-70 0 0,-1-1-1 0 0,1-1 0 0 0,0 0 1 0 0,20-2-1 0 0,11-3-906 0 0,0-2-1 0 0,0-1 1 0 0,46-15-1 0 0,136-57-6036 0 0,-130 34 816 0 0,4-9-3365 0 0</inkml:trace>
</inkml:ink>
</file>

<file path=ppt/ink/ink20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6:10.5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64 53 1808 0 0,'1'-2'2431'0'0,"17"-40"9157"0"0,-12 33-9102 0 0,-5 23-2233 0 0,-1 0-1 0 0,0 0 1 0 0,-1 0-1 0 0,-1 0 1 0 0,0-1-1 0 0,-1 1 1 0 0,-4 14-1 0 0,-2 10 20 0 0,-7 52 146 0 0,6-33-208 0 0,-23 83 0 0 0,31-135-924 0 0,0 1-1 0 0,1 0 0 0 0,0-1 0 0 0,1 1 1 0 0,-1 0-1 0 0,1 6 0 0 0</inkml:trace>
</inkml:ink>
</file>

<file path=ppt/ink/ink20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6:11.3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84 104 1564 0 0,'-2'-2'3508'0'0,"-1"0"-2232"0"0,-1-1 0 0 0,1 0-1 0 0,-1 0 1 0 0,1-1-1 0 0,0 1 1 0 0,-2-5-1 0 0,-2-1 938 0 0,3-2-193 0 0,3 11-1982 0 0,1-1 0 0 0,0 1 0 0 0,-1-1 0 0 0,1 1 0 0 0,0-1 0 0 0,0 1 0 0 0,-1-1 0 0 0,1 1 0 0 0,0-1 1 0 0,0 1-1 0 0,0-1 0 0 0,0 1 0 0 0,0-1 0 0 0,0 0 0 0 0,0 1 0 0 0,0-1 0 0 0,0 1 0 0 0,0-1 0 0 0,0 0 0 0 0,0 1 0 0 0,0-1 0 0 0,0 1 0 0 0,1-1 0 0 0,-1 1 0 0 0,0-1 0 0 0,0 1 0 0 0,1-1 0 0 0,-1 1 0 0 0,0-1 0 0 0,1 1 0 0 0,-1-1 0 0 0,0 1 1 0 0,1-1-1 0 0,-1 1 0 0 0,1 0 0 0 0,-1-1 0 0 0,0 1 0 0 0,1-1 0 0 0,3-2-19 0 0,0-1-1 0 0,0 1 1 0 0,0 0 0 0 0,1 0 0 0 0,-1 1-1 0 0,1-1 1 0 0,-1 1 0 0 0,1 0 0 0 0,0 0-1 0 0,0 0 1 0 0,0 1 0 0 0,0 0 0 0 0,0-1-1 0 0,7 1 1 0 0,-5 0-31 0 0,1 0-1 0 0,-1 1 1 0 0,1 0-1 0 0,0 1 1 0 0,-1-1-1 0 0,1 1 1 0 0,-1 1-1 0 0,1-1 1 0 0,10 5-1 0 0,-14-4 12 0 0,-1-1 0 0 0,1 1 0 0 0,-1 0 0 0 0,0 0 0 0 0,0 0-1 0 0,0 0 1 0 0,0 1 0 0 0,0-1 0 0 0,-1 1 0 0 0,1-1-1 0 0,-1 1 1 0 0,1 0 0 0 0,-1 0 0 0 0,0 0 0 0 0,0 1 0 0 0,2 4-1 0 0,-2-3 7 0 0,-1 1-1 0 0,0-1 0 0 0,0 0 0 0 0,0 0 0 0 0,0 1 0 0 0,-1-1 0 0 0,0 0 1 0 0,0 1-1 0 0,0-1 0 0 0,-2 8 0 0 0,-2 2 9 0 0,0 0 0 0 0,-1-1 0 0 0,0 1 0 0 0,-1-1 0 0 0,-1-1 0 0 0,0 1 0 0 0,-11 14 0 0 0,-14 16 41 0 0,-56 56-1 0 0,34-40 9 0 0,22-23 337 0 0,31-36-298 0 0,0 6 136 0 0,1-3-1 0 0,15-3-115 0 0,372-34 270 0 0,-274 24-2289 0 0,-110 9 912 0 0,13-3-3739 0 0,-11 0 3152 0 0</inkml:trace>
</inkml:ink>
</file>

<file path=ppt/ink/ink20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6:12.0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252 111 2092 0 0,'27'-60'29720'0'0,"-25"60"-29409"0"0,-1-4 118 0 0,15-7-214 0 0,0 5-215 0 0,-1 1 0 0 0,0 1 0 0 0,1 0 0 0 0,0 1 0 0 0,21-1 0 0 0,-15 1 0 0 0,3 0 0 0 0,1 1 0 0 0,-1 1 0 0 0,37 3 0 0 0,-37-1 0 0 0,18 3-3 0 0,-41-3-12 0 0,-1-1 0 0 0,0 0-1 0 0,1 0 1 0 0,-1 0-1 0 0,0 1 1 0 0,1-1 0 0 0,-1 0-1 0 0,0 1 1 0 0,1-1-1 0 0,-1 1 1 0 0,0 0 0 0 0,0-1-1 0 0,0 1 1 0 0,0 0-1 0 0,0 0 1 0 0,0 0 0 0 0,0 0-1 0 0,0-1 1 0 0,0 1-1 0 0,0 1 1 0 0,0-1 0 0 0,0 0-1 0 0,-1 0 1 0 0,1 0-1 0 0,0 0 1 0 0,-1 1 0 0 0,1-1-1 0 0,-1 0 1 0 0,1 0-1 0 0,-1 1 1 0 0,0 1 0 0 0,1 0 3 0 0,-1 0 0 0 0,0 1 0 0 0,0-1 0 0 0,-1 0 0 0 0,1 0 0 0 0,0 0 0 0 0,-1 0 1 0 0,0 0-1 0 0,0 0 0 0 0,0 0 0 0 0,-2 3 0 0 0,-6 9 14 0 0,0-1 1 0 0,-2 0 0 0 0,0 0-1 0 0,0-1 1 0 0,-22 18-1 0 0,12-10 110 0 0,10-6 21 0 0,10-14-134 0 0,0 1 0 0 0,0-1 0 0 0,0 1 1 0 0,-1-1-1 0 0,1 1 0 0 0,0-1 0 0 0,-1 0 0 0 0,1 1 0 0 0,0-1 0 0 0,-1 0 0 0 0,-2 1 0 0 0,41 15-277 0 0,-25-9 268 0 0,0-1 1 0 0,-1 1-1 0 0,0 1 0 0 0,0 0 0 0 0,-1 0 0 0 0,0 1 0 0 0,0 1 0 0 0,-1-1 0 0 0,-1 2 1 0 0,0-1-1 0 0,0 1 0 0 0,-1 0 0 0 0,-1 1 0 0 0,0 0 0 0 0,4 13 0 0 0,-9-22 27 0 0,0 0 0 0 0,0 0 1 0 0,-1 0-1 0 0,1 1 0 0 0,-1-1 0 0 0,0 0 0 0 0,0 0 0 0 0,-1 0 0 0 0,1 1 0 0 0,-1-1 0 0 0,0 0 0 0 0,0 0 1 0 0,-1 0-1 0 0,1 0 0 0 0,-1 0 0 0 0,0 0 0 0 0,0-1 0 0 0,0 1 0 0 0,0-1 0 0 0,-1 1 0 0 0,1-1 0 0 0,-1 0 1 0 0,0 0-1 0 0,0 0 0 0 0,-6 5 0 0 0,0-2 8 0 0,0 0 0 0 0,-1 0 0 0 0,1-1 1 0 0,-1 0-1 0 0,0 0 0 0 0,0-1 0 0 0,-1-1 0 0 0,-19 5 1 0 0,7-4-340 0 0,-1-2 0 0 0,0 0-1 0 0,0-2 1 0 0,0 0 0 0 0,-41-6 0 0 0,-119-34-7560 0 0,72 14 1014 0 0,50 11-234 0 0,31 7 597 0 0</inkml:trace>
</inkml:ink>
</file>

<file path=ppt/ink/ink20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6:13.0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330 77 1772 0 0,'-8'-13'8008'0'0,"6"9"-7310"0"0,-1 1 389 0 0,1-1 0 0 0,0 1 0 0 0,1-1 0 0 0,-1 0 0 0 0,1 0 0 0 0,0 1 0 0 0,-2-7 0 0 0,4 9-1069 0 0,-1 0-1 0 0,0 0 0 0 0,0 1 0 0 0,1-1 1 0 0,-1 0-1 0 0,1 0 0 0 0,-1 0 0 0 0,1 0 0 0 0,-1 0 1 0 0,1 1-1 0 0,-1-1 0 0 0,1 0 0 0 0,0 1 1 0 0,-1-1-1 0 0,1 0 0 0 0,0 1 0 0 0,0-1 0 0 0,0 1 1 0 0,-1-1-1 0 0,1 1 0 0 0,0-1 0 0 0,0 1 1 0 0,1-1-1 0 0,19-6 36 0 0,-20 7-62 0 0,2-1-3 0 0,0 2-8 0 0,-2-1 20 0 0,3 0-11 0 0,-1 0-1 0 0,0 0 1 0 0,1 1 0 0 0,-1 0-1 0 0,0-1 1 0 0,0 1-1 0 0,0 0 1 0 0,0 1 0 0 0,0-1-1 0 0,0 0 1 0 0,0 1-1 0 0,0 0 1 0 0,4 3-1 0 0,-4-2 11 0 0,0 0-1 0 0,-1 0 1 0 0,1 0-1 0 0,-1 1 1 0 0,0-1-1 0 0,0 1 1 0 0,0 0-1 0 0,0-1 1 0 0,-1 1-1 0 0,1 0 1 0 0,-1 0-1 0 0,0 0 1 0 0,0 0-1 0 0,0 0 1 0 0,-1 0-1 0 0,0 0 1 0 0,1 0-1 0 0,-2 1 1 0 0,1-1-1 0 0,-1 7 0 0 0,-1 0 13 0 0,-1-1 0 0 0,0 0 0 0 0,0 1 0 0 0,-1-1 0 0 0,0 0 0 0 0,-1-1-1 0 0,-9 15 1 0 0,3-7 24 0 0,-1-1-1 0 0,0 0 0 0 0,-16 14 0 0 0,-9 14 250 0 0,36-42-262 0 0,1-2-25 0 0,-1 0 1 0 0,1 1-1 0 0,0-1 1 0 0,-1 0-1 0 0,1 1 0 0 0,0-1 1 0 0,0 1-1 0 0,-1-1 1 0 0,1 1-1 0 0,0-1 1 0 0,0 1-1 0 0,0-1 1 0 0,-1 1-1 0 0,1-1 0 0 0,0 1 1 0 0,0-1-1 0 0,0 1 1 0 0,0-1-1 0 0,0 1 1 0 0,0-1-1 0 0,0 1 1 0 0,0-1-1 0 0,0 1 0 0 0,0-1 1 0 0,1 1-1 0 0,-1-1 1 0 0,0 0-1 0 0,0 1 1 0 0,0-1-1 0 0,1 1 1 0 0,-1-1-1 0 0,0 1 0 0 0,0-1 1 0 0,1 1-1 0 0,-1-1 1 0 0,0 0-1 0 0,1 1 1 0 0,-1-1-1 0 0,0 0 1 0 0,1 1-1 0 0,-1-1 0 0 0,1 0 1 0 0,-1 0-1 0 0,1 1 1 0 0,-1-1-1 0 0,0 0 1 0 0,2 1-1 0 0,7 1-31 0 0,0 1-1 0 0,0 0 1 0 0,0 1-1 0 0,0 0 1 0 0,-1 0-1 0 0,9 6 1 0 0,-13-7 29 0 0,0 0 1 0 0,0 1-1 0 0,0-1 1 0 0,0 1 0 0 0,0 0-1 0 0,-1-1 1 0 0,0 2 0 0 0,1-1-1 0 0,-2 0 1 0 0,1 1 0 0 0,0-1-1 0 0,-1 1 1 0 0,3 8-1 0 0,-4-9 47 0 0,0 0 0 0 0,0 0-1 0 0,0-1 1 0 0,-1 1 0 0 0,1 0-1 0 0,-1 0 1 0 0,0 0-1 0 0,0 0 1 0 0,-1 0 0 0 0,1-1-1 0 0,-1 1 1 0 0,0 0-1 0 0,0 0 1 0 0,0-1 0 0 0,0 1-1 0 0,-4 6 1 0 0,2-5 114 0 0,-1 0 0 0 0,0 0 0 0 0,0 0 1 0 0,0-1-1 0 0,0 1 0 0 0,-1-1 0 0 0,1 0 0 0 0,-1 0 1 0 0,-10 5-1 0 0,3-2 152 0 0,-2 0 1 0 0,1-1 0 0 0,-1-1-1 0 0,1-1 1 0 0,-1 1 0 0 0,0-2-1 0 0,-1 0 1 0 0,-20 1 0 0 0,12-4-99 0 0,1-1 1 0 0,-1-2 0 0 0,1 0 0 0 0,0-1 0 0 0,-23-7-1 0 0,42 10-338 0 0,0 0 0 0 0,-1-1 0 0 0,1 1 0 0 0,0-1 1 0 0,0 1-1 0 0,0-1 0 0 0,1 0 0 0 0,-1 0 0 0 0,0 0 0 0 0,-4-5 0 0 0,-7-15-3679 0 0,14 20 3375 0 0,1-1 1 0 0,-1 1-1 0 0,0 0 0 0 0,1-1 1 0 0,-1 1-1 0 0,1 0 1 0 0,0 0-1 0 0,0 0 0 0 0,0-1 1 0 0,0 1-1 0 0,0 0 0 0 0,0 0 1 0 0,1 0-1 0 0,-1 1 1 0 0,3-4-1 0 0,17-16-5789 0 0,-7 9 1142 0 0</inkml:trace>
</inkml:ink>
</file>

<file path=ppt/ink/ink20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6:13.5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34 1396 0 0,'46'-29'14538'0'0,"-46"29"-14470"0"0,1-1 1 0 0,-1 1-1 0 0,1 0 1 0 0,0-1-1 0 0,-1 1 0 0 0,1-1 1 0 0,-1 1-1 0 0,1 0 0 0 0,0 0 1 0 0,-1-1-1 0 0,1 1 0 0 0,-1 0 1 0 0,1 0-1 0 0,0 0 0 0 0,-1 0 1 0 0,1 0-1 0 0,0 0 0 0 0,-1 0 1 0 0,1 0-1 0 0,0 0 0 0 0,-1 0 1 0 0,1 0-1 0 0,0 0 0 0 0,-1 0 1 0 0,1 1-1 0 0,0-1 1 0 0,-1 0-1 0 0,1 0 0 0 0,-1 1 1 0 0,1-1-1 0 0,0 1 0 0 0,-1-1 1 0 0,1 0-1 0 0,-1 1 0 0 0,1-1 1 0 0,-1 1-1 0 0,0-1 0 0 0,1 1 1 0 0,1 16 45 0 0,-2 0 0 0 0,-2 33 0 0 0,0-36-75 0 0,1 0 0 0 0,1 1-1 0 0,0-1 1 0 0,1 0 0 0 0,5 25-1 0 0,-4-32 0 0 0,-1-1 0 0 0,2 0-1 0 0,-1 1 1 0 0,1-1 0 0 0,0 0 0 0 0,5 8-1 0 0,-6-11-12 0 0,0-1 0 0 0,0 0 0 0 0,0 0 0 0 0,0 0-1 0 0,0 0 1 0 0,1 0 0 0 0,-1-1 0 0 0,0 1 0 0 0,1-1 0 0 0,-1 1 0 0 0,1-1-1 0 0,0 0 1 0 0,0 0 0 0 0,-1 0 0 0 0,7 1 0 0 0,-8-2-20 0 0,0 0 0 0 0,0 0 0 0 0,1 0 0 0 0,-1 0 0 0 0,0 0 0 0 0,0 0-1 0 0,1 0 1 0 0,-1 0 0 0 0,0 0 0 0 0,0-1 0 0 0,0 1 0 0 0,1 0 0 0 0,-1-1 0 0 0,0 1 0 0 0,0-1 0 0 0,2-1 0 0 0,1 0 11 0 0,5-2 2 0 0,0 0-1 0 0,-1 0 1 0 0,0-1-1 0 0,0 0 0 0 0,0 0 1 0 0,0-1-1 0 0,13-13 1 0 0,42-54 475 0 0,-40 44 265 0 0,-1 2 362 0 0,23-26 321 0 0,-44 52-1448 0 0,0 3-13 0 0,1 4 30 0 0,0 0 0 0 0,-1-1 1 0 0,0 1-1 0 0,0 0 0 0 0,-1 0 1 0 0,0 0-1 0 0,0 0 0 0 0,0 0 1 0 0,-2 10-1 0 0,-14 60 54 0 0,9-44-40 0 0,-27 99 257 0 0,2-7-2002 0 0,17-41-3957 0 0,14-59 2325 0 0,6-9-1968 0 0</inkml:trace>
</inkml:ink>
</file>

<file path=ppt/ink/ink20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6:14.0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170 85 1648 0 0,'94'-84'15792'0'0,"-96"87"-15744"0"0,0 0-1 0 0,-1 0 1 0 0,1 0 0 0 0,-1 0-1 0 0,0-1 1 0 0,-5 4-1 0 0,4-3-4 0 0,-64 68 86 0 0,64-68-127 0 0,1 0 0 0 0,1 1 0 0 0,-1-1 0 0 0,0 0 1 0 0,1 1-1 0 0,0-1 0 0 0,0 1 0 0 0,0 0 0 0 0,0 0 0 0 0,0 0 0 0 0,-1 6 0 0 0,4-8 7 0 0,-1 1 0 0 0,1 0 0 0 0,-1-1 0 0 0,1 1 0 0 0,0-1 0 0 0,0 1 0 0 0,0-1 0 0 0,0 1 0 0 0,0-1 0 0 0,1 0 0 0 0,-1 1 0 0 0,1-1 0 0 0,0 0 0 0 0,-1 0 0 0 0,4 2 0 0 0,38 32 27 0 0,-7-6 77 0 0,-25-18 156 0 0,-1 0 1 0 0,16 24-1 0 0,-22-29 58 0 0,-1 0 1 0 0,0-1 0 0 0,0 1-1 0 0,-1 0 1 0 0,0 0 0 0 0,0 1-1 0 0,0-1 1 0 0,0 10-1 0 0,-2-13-143 0 0,0 1 0 0 0,0-1 0 0 0,0 0 0 0 0,0 1 0 0 0,-1-1 0 0 0,0 1-1 0 0,0-1 1 0 0,0 0 0 0 0,0 0 0 0 0,-1 0 0 0 0,0 0 0 0 0,0 0 0 0 0,0 0-1 0 0,0 0 1 0 0,-1 0 0 0 0,-3 4 0 0 0,1-3 20 0 0,0 1 1 0 0,0-1-1 0 0,-1 0 1 0 0,0-1-1 0 0,0 0 1 0 0,-1 0-1 0 0,1 0 0 0 0,-1 0 1 0 0,-9 3-1 0 0,7-4-250 0 0,-1 1 0 0 0,0-2 0 0 0,0 1-1 0 0,-1-1 1 0 0,1-1 0 0 0,-16 1 0 0 0,19-2-352 0 0,1 0 0 0 0,-1-1 0 0 0,0 1 1 0 0,1-2-1 0 0,-1 1 0 0 0,0-1 0 0 0,1 1 1 0 0,0-2-1 0 0,-12-4 0 0 0,15 4-167 0 0,-1 1-1 0 0,0-1 1 0 0,1 1 0 0 0,-1-1-1 0 0,1 0 1 0 0,0-1 0 0 0,0 1-1 0 0,0 0 1 0 0,0-1 0 0 0,1 0-1 0 0,-3-4 1 0 0,3 4-504 0 0,0 0 0 0 0,0 0 0 0 0,1-1 0 0 0,-1 1 0 0 0,1-1 0 0 0,-1-7 0 0 0,2-7-5148 0 0</inkml:trace>
</inkml:ink>
</file>

<file path=ppt/ink/ink20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6:14.2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0 218 1740 0 0,'24'-40'10301'0'0,"1"9"-4841"0"0,-20 26-5215 0 0,0 0-1 0 0,1 1 1 0 0,-1-1 0 0 0,1 1 0 0 0,0 1 0 0 0,0-1 0 0 0,1 1-1 0 0,-1 0 1 0 0,13-4 0 0 0,82-19 0 0 0,0 5-1 0 0,117-11 0 0 0,-190 29-227 0 0,99-11-174 0 0,-61 7-2695 0 0,-62 6 2435 0 0,-1 1 1 0 0,0 0-1 0 0,0 0 1 0 0,0 1-1 0 0,0-1 1 0 0,0 1 0 0 0,0-1-1 0 0,0 1 1 0 0,0 0-1 0 0,0 0 1 0 0,4 3-1 0 0,-5 0-1531 0 0,-2-4 1785 0 0,0 1 1 0 0,0-1-1 0 0,0 1 1 0 0,0-1-1 0 0,0 1 1 0 0,0-1 0 0 0,0 0-1 0 0,0 1 1 0 0,0-1-1 0 0,0 1 1 0 0,0-1 0 0 0,0 0-1 0 0,-1 1 1 0 0,0 1-650 0 0</inkml:trace>
</inkml:ink>
</file>

<file path=ppt/ink/ink20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6:14.9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295 78 1952 0 0,'38'-48'12250'0'0,"-21"26"-8544"0"0,-16 20-3056 0 0,3-3-198 0 0,-3 5-296 0 0,-5 5-55 0 0,-43 58 282 0 0,13-21-133 0 0,14-14-13 0 0,-37 48 452 0 0,-86 154-1 0 0,131-206-639 0 0,-16 48 0 0 0,26-65-32 0 0,0-1 1 0 0,0 1-1 0 0,0 0 0 0 0,1 0 1 0 0,0 0-1 0 0,1 0 1 0 0,0 1-1 0 0,0-1 0 0 0,0 0 1 0 0,1 0-1 0 0,0 0 1 0 0,3 10-1 0 0,-2-14-4 0 0,0 1 0 0 0,0-1 0 0 0,0 1 0 0 0,1-1 0 0 0,-1 0 0 0 0,1 0 0 0 0,0 0 0 0 0,0 0 1 0 0,0-1-1 0 0,0 1 0 0 0,1-1 0 0 0,-1 0 0 0 0,1 0 0 0 0,-1 0 0 0 0,1 0 0 0 0,0 0 0 0 0,0-1 0 0 0,0 0 0 0 0,0 0 0 0 0,0 0 0 0 0,7 1 0 0 0,2 0 10 0 0,0-1 0 0 0,0 0 0 0 0,0-1 0 0 0,0-1 0 0 0,21-3 0 0 0,-12 0 23 0 0,0-2 0 0 0,0-1 0 0 0,-1 0 0 0 0,0-1 0 0 0,-1-2 0 0 0,23-13 0 0 0,-30 15 226 0 0,-1 1 0 0 0,-1-2-1 0 0,1 0 1 0 0,-1 0-1 0 0,-1-1 1 0 0,0 0-1 0 0,0-1 1 0 0,-1 0-1 0 0,0 0 1 0 0,11-21-1 0 0,-19 31-257 0 0,-1 0 0 0 0,1-1 0 0 0,0 1 0 0 0,-1 0 0 0 0,1-1 0 0 0,-1 1 0 0 0,1 0 0 0 0,-1-1 0 0 0,0 1 0 0 0,0 0 0 0 0,1-1 0 0 0,-1 1 0 0 0,0-1 0 0 0,0 1 0 0 0,0-1 0 0 0,-1 1 0 0 0,1 0 0 0 0,0-1 0 0 0,0 1 0 0 0,-1-1 0 0 0,1 1 0 0 0,-1 0 0 0 0,1-1 0 0 0,-1 1 0 0 0,0 0 0 0 0,1 0 0 0 0,-1-1 0 0 0,0 1 0 0 0,0 0 0 0 0,0 0 0 0 0,0 0 0 0 0,0 0 0 0 0,0 0 0 0 0,0 0 0 0 0,0 0 0 0 0,0 1 0 0 0,-3-2 0 0 0,0 0-181 0 0,-1 0 0 0 0,1 0 0 0 0,-1 1-1 0 0,1 0 1 0 0,-1 0 0 0 0,0 0 0 0 0,1 1 0 0 0,-1 0 0 0 0,0-1-1 0 0,1 2 1 0 0,-10 0 0 0 0,-23 7-2548 0 0,-5 5-3867 0 0</inkml:trace>
</inkml:ink>
</file>

<file path=ppt/ink/ink20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6:15.3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1 179 1716 0 0,'0'-3'2837'0'0,"2"-48"11582"0"0,-2 47-13845 0 0,1 0-1 0 0,0-1 1 0 0,0 1-1 0 0,0 0 1 0 0,0 0-1 0 0,3-5 1 0 0,3 4-496 0 0,0 0 0 0 0,1 1 0 0 0,-1 0 0 0 0,1 0 0 0 0,0 1 0 0 0,0 0 0 0 0,9-2 0 0 0,66-14 22 0 0,-49 13-52 0 0,79-18 18 0 0,-103 22-73 0 0,-6 0-15 0 0,1 1 0 0 0,-1 0 0 0 0,1 0 0 0 0,-1 1 0 0 0,1-1 0 0 0,-1 1 0 0 0,1 0 0 0 0,-1 0 0 0 0,1 0 1 0 0,-1 1-1 0 0,1-1 0 0 0,5 3 0 0 0,-8-1 23 0 0,-1 0-1 0 0,0 0 1 0 0,1 1 0 0 0,-1-1 0 0 0,0 1 0 0 0,0-1-1 0 0,-1 1 1 0 0,1-1 0 0 0,0 1 0 0 0,-1-1 0 0 0,0 1-1 0 0,1 0 1 0 0,-1-1 0 0 0,0 1 0 0 0,-1 4 0 0 0,1-6-4 0 0,-2 30 41 0 0,-2-1-1 0 0,-1-1 1 0 0,-1 1-1 0 0,-2-1 1 0 0,-11 29-1 0 0,2-1 17 0 0,-25 66-159 0 0,-67 134 1 0 0,106-249-660 0 0,-4 7-532 0 0</inkml:trace>
</inkml:ink>
</file>

<file path=ppt/ink/ink20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6:16.0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371 72 1872 0 0,'0'0'4777'0'0,"11"-33"8454"0"0,-14 12-11292 0 0,2 19-1672 0 0,-9-10 242 0 0,3 11-496 0 0,0 0-1 0 0,0 0 0 0 0,0 1 0 0 0,0 0 0 0 0,0 0 1 0 0,0 1-1 0 0,0 0 0 0 0,0 0 0 0 0,0 0 0 0 0,0 1 1 0 0,0 0-1 0 0,1 1 0 0 0,-1 0 0 0 0,1 0 0 0 0,-10 5 1 0 0,-7 6 14 0 0,2 0 0 0 0,-40 35 1 0 0,45-36-21 0 0,2 1 1 0 0,-1 0 0 0 0,2 1-1 0 0,0 1 1 0 0,1 0 0 0 0,0 1-1 0 0,1 0 1 0 0,1 1 0 0 0,-14 36-1 0 0,23-53-5 0 0,1 0-1 0 0,-1 1 0 0 0,1-1 1 0 0,0 0-1 0 0,-1 0 0 0 0,1 1 1 0 0,0-1-1 0 0,0 0 0 0 0,0 1 1 0 0,0-1-1 0 0,0 0 0 0 0,0 1 1 0 0,0-1-1 0 0,1 0 0 0 0,-1 0 1 0 0,0 1-1 0 0,1-1 0 0 0,-1 0 1 0 0,1 0-1 0 0,-1 1 0 0 0,1-1 1 0 0,-1 0-1 0 0,1 0 0 0 0,0 0 0 0 0,0 0 1 0 0,0 0-1 0 0,0 0 0 0 0,0 0 1 0 0,-1 0-1 0 0,2 0 0 0 0,-1-1 1 0 0,0 1-1 0 0,0 0 0 0 0,0-1 1 0 0,0 1-1 0 0,0 0 0 0 0,1-1 1 0 0,-1 0-1 0 0,0 1 0 0 0,0-1 1 0 0,1 0-1 0 0,0 1 0 0 0,4 0 7 0 0,-1 0-1 0 0,0-1 1 0 0,1 0-1 0 0,-1 1 1 0 0,0-2-1 0 0,1 1 1 0 0,-1-1-1 0 0,10-2 0 0 0,-1-1-24 0 0,-1-2-1 0 0,1 0 0 0 0,-1 0 0 0 0,-1-1 0 0 0,1-1 0 0 0,-1 0 0 0 0,14-13 0 0 0,76-78 708 0 0,-56 50 1714 0 0,-41 44-2235 0 0,8-9 189 0 0,-13 14-354 0 0,0 0-1 0 0,1-1 1 0 0,-1 1-1 0 0,0 0 1 0 0,1 0-1 0 0,-1 0 1 0 0,0-1 0 0 0,1 1-1 0 0,-1 0 1 0 0,1 0-1 0 0,-1 0 1 0 0,0 0 0 0 0,1 0-1 0 0,-1 0 1 0 0,1 0-1 0 0,-1 0 1 0 0,0 0-1 0 0,1 0 1 0 0,-1 0 0 0 0,1 0-1 0 0,-1 0 1 0 0,0 0-1 0 0,1 0 1 0 0,-1 0 0 0 0,1 0-1 0 0,-1 1 1 0 0,0-1-1 0 0,1 0 1 0 0,-1 0-1 0 0,0 0 1 0 0,1 1 0 0 0,-1-1-1 0 0,0 0 1 0 0,1 0-1 0 0,-1 1 1 0 0,0-1 0 0 0,1 1-1 0 0,-1 0 4 0 0,1 0-1 0 0,-1 0 1 0 0,0 0 0 0 0,1 0-1 0 0,-1 0 1 0 0,0 0 0 0 0,0 0-1 0 0,0 1 1 0 0,0-1 0 0 0,0 0-1 0 0,0 0 1 0 0,0 0-1 0 0,0 0 1 0 0,-1 0 0 0 0,1 0-1 0 0,-1 2 1 0 0,1 1 15 0 0,-6 46 121 0 0,-1 0 0 0 0,-14 50-1 0 0,7-40-48 0 0,-3 16-252 0 0,-16 90-1010 0 0,27-111-2922 0 0,3 0-3449 0 0</inkml:trace>
</inkml:ink>
</file>

<file path=ppt/ink/ink20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6:17.1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598 80 1244 0 0,'-3'-14'6089'0'0,"-5"-17"1277"0"0,7 30-6544 0 0,-4-14 3070 0 0,5 15-3729 0 0,0-1 0 0 0,-1 1-1 0 0,1-1 1 0 0,0 1 0 0 0,0-1-1 0 0,0 1 1 0 0,0-1 0 0 0,-1 1-1 0 0,1-1 1 0 0,0 0 0 0 0,0 1-1 0 0,0-1 1 0 0,0 1 0 0 0,0-1-1 0 0,0 1 1 0 0,0-1 0 0 0,0 1-1 0 0,1-1 1 0 0,-1 1 0 0 0,0-1 0 0 0,0 0-1 0 0,0 1 1 0 0,1-1 0 0 0,-1 1-1 0 0,0-1 1 0 0,1 0 0 0 0,153 0 263 0 0,-4-1-277 0 0,-89 2-160 0 0,-58 0 34 0 0,14 0-74 0 0,-15 0 41 0 0,0 0 0 0 0,-1-1 0 0 0,1 2-1 0 0,0-1 1 0 0,0 0 0 0 0,-1 0 0 0 0,1 1-1 0 0,0-1 1 0 0,0 0 0 0 0,-1 1 0 0 0,1 0-1 0 0,-1-1 1 0 0,1 1 0 0 0,0 0 0 0 0,-1 0 0 0 0,0 0-1 0 0,3 2 1 0 0,-1-1 7 0 0,0 1 0 0 0,-1 0 0 0 0,1 1-1 0 0,-1-1 1 0 0,1 0 0 0 0,-1 1 0 0 0,2 4 0 0 0,2 6-50 0 0,0 0-1 0 0,7 30 1 0 0,-13-42 31 0 0,12 56 78 0 0,-2 1 1 0 0,4 91-1 0 0,-13 121 275 0 0,-2-257-335 0 0,-45 950-249 0 0,20-647 691 0 0,-34 711 4157 0 0,58-795-3901 0 0,-10 425 211 0 0,-3-485-639 0 0,11-147-155 0 0,-1 0 0 0 0,-1 0 1 0 0,-1 0-1 0 0,-17 36 0 0 0,18-49-33 0 0,-1 0 1 0 0,-1 0-1 0 0,0-1 0 0 0,0 0 0 0 0,-1-1 1 0 0,-1 0-1 0 0,0 0 0 0 0,-1-1 0 0 0,-13 11 0 0 0,7-9 40 0 0,0-1 1 0 0,-1-1-1 0 0,0 0 0 0 0,-1-1 0 0 0,-37 12 0 0 0,13-10-760 0 0,0-1 0 0 0,-1-3-1 0 0,0-1 1 0 0,0-2 0 0 0,-63-3 0 0 0,-64-12-7228 0 0,99 5 750 0 0,52 4 4270 0 0,-20-2-6192 0 0</inkml:trace>
</inkml:ink>
</file>

<file path=ppt/ink/ink20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6:25.9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365 111 556 0 0,'0'0'3858'0'0,"9"-23"2780"0"0,-1 16-5516 0 0,1 1 0 0 0,15-11 0 0 0,5-4 90 0 0,-27 20-930 0 0,4-6 485 0 0,-5 7-732 0 0,-1 0-1 0 0,1 0 0 0 0,-1-1 0 0 0,1 1 0 0 0,0 0 0 0 0,-1-1 0 0 0,1 1 0 0 0,-1-1 0 0 0,1 1 0 0 0,-1-1 0 0 0,1 1 0 0 0,-1-1 0 0 0,0 1 0 0 0,1-1 0 0 0,-1 1 0 0 0,1-1 0 0 0,-1 1 0 0 0,0-1 0 0 0,0 0 0 0 0,1 1 0 0 0,-1-1 0 0 0,0 0 0 0 0,0 1 0 0 0,0-1 0 0 0,0 0 0 0 0,0 1 0 0 0,0-1 0 0 0,0 0 0 0 0,0 1 0 0 0,0-1 0 0 0,0 0 0 0 0,0 1 0 0 0,0-1 0 0 0,0 0 0 0 0,-2-1-33 0 0,0 1 0 0 0,1 0-1 0 0,-1 0 1 0 0,0 0 0 0 0,0 1-1 0 0,0-1 1 0 0,0 0 0 0 0,0 1-1 0 0,1-1 1 0 0,-1 1 0 0 0,0 0-1 0 0,0 0 1 0 0,0 0 0 0 0,0-1-1 0 0,0 2 1 0 0,0-1 0 0 0,0 0-1 0 0,0 0 1 0 0,0 1 0 0 0,0-1-1 0 0,0 1 1 0 0,0-1 0 0 0,-3 3-1 0 0,-7 2-6 0 0,1 0 0 0 0,-18 12 0 0 0,-17 12-20 0 0,1 2 1 0 0,2 3 0 0 0,2 1 0 0 0,-39 42 0 0 0,72-68 26 0 0,0 0 0 0 0,1 1 0 0 0,1 0 0 0 0,-7 13 0 0 0,12-22 0 0 0,1 1-1 0 0,-1-1 1 0 0,1 1-1 0 0,0-1 1 0 0,0 1-1 0 0,0-1 1 0 0,-1 1-1 0 0,1-1 1 0 0,1 1-1 0 0,-1-1 1 0 0,0 1 0 0 0,0-1-1 0 0,0 1 1 0 0,1-1-1 0 0,-1 1 1 0 0,1-1-1 0 0,-1 0 1 0 0,1 1-1 0 0,0-1 1 0 0,0 0 0 0 0,-1 1-1 0 0,1-1 1 0 0,0 0-1 0 0,0 0 1 0 0,0 0-1 0 0,0 0 1 0 0,0 1-1 0 0,2 0 1 0 0,3 3-3 0 0,1 0 1 0 0,-1 0-1 0 0,12 6 0 0 0,-18-11 2 0 0,134 64-5 0 0,-30-16 13 0 0,-90-41 12 0 0,5 3-33 0 0,29 19 0 0 0,-44-27 34 0 0,-1 0 1 0 0,0 1 0 0 0,1-1-1 0 0,-1 1 1 0 0,0 0 0 0 0,-1 0-1 0 0,1 0 1 0 0,-1 0 0 0 0,1 0 0 0 0,-1 1-1 0 0,0-1 1 0 0,0 1 0 0 0,0 0-1 0 0,-1-1 1 0 0,2 6 0 0 0,-2-6 51 0 0,-1 1 0 0 0,0 0 0 0 0,0-1 0 0 0,-1 1 1 0 0,1-1-1 0 0,-1 1 0 0 0,0-1 0 0 0,0 1 0 0 0,0-1 1 0 0,0 0-1 0 0,-1 1 0 0 0,1-1 0 0 0,-1 0 0 0 0,0 0 1 0 0,0 0-1 0 0,0 0 0 0 0,0 0 0 0 0,0-1 0 0 0,-5 5 0 0 0,-3 3 147 0 0,-1-1 0 0 0,0 0 0 0 0,-16 9 0 0 0,14-11-83 0 0,0 0 1 0 0,0 0-1 0 0,-1-2 1 0 0,0 0-1 0 0,0 0 1 0 0,0-2 0 0 0,-26 5-1 0 0,8-5 49 0 0,-1 0-1 0 0,-46-4 0 0 0,61 0-124 0 0,-2 1-127 0 0,0-2-1 0 0,-21-4 0 0 0,40 6 6 0 0,1 0-1 0 0,-1 0 1 0 0,1 0-1 0 0,-1 0 1 0 0,1 0-1 0 0,0 0 1 0 0,-1 0-1 0 0,1-1 1 0 0,-1 1 0 0 0,1 0-1 0 0,0 0 1 0 0,-1 0-1 0 0,1-1 1 0 0,0 1-1 0 0,-1 0 1 0 0,1-1-1 0 0,0 1 1 0 0,-1 0 0 0 0,1-1-1 0 0,0 1 1 0 0,0 0-1 0 0,-1-1 1 0 0,1 1-1 0 0,0-1 1 0 0,0 1-1 0 0,0 0 1 0 0,0-1 0 0 0,-1 1-1 0 0,1-1 1 0 0,0 1-1 0 0,0 0 1 0 0,0-1-1 0 0,0 1 1 0 0,0-1-1 0 0,0 1 1 0 0,0-1 0 0 0,0 1-1 0 0,0-1 1 0 0,0 1-1 0 0,0 0 1 0 0,1-1-1 0 0,-1 1 1 0 0,0-1-1 0 0,0 1 1 0 0,0 0 0 0 0,1-1-1 0 0,11-15-3313 0 0,-12 15 3337 0 0,24-18-5173 0 0,-14 13 2398 0 0,5-5-2418 0 0</inkml:trace>
</inkml:ink>
</file>

<file path=ppt/ink/ink20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6:26.6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27 422 140 0 0,'39'-24'11480'0'0,"-39"24"-11371"0"0,0 0 0 0 0,0 0 0 0 0,1-1 218 0 0,-1 1-218 0 0,1-1 0 0 0,-1 1 0 0 0,0 0 0 0 0,0 0-1 0 0,1 0 1 0 0,-1-1 0 0 0,0 1 0 0 0,1 0 0 0 0,-1 0 0 0 0,0 0 0 0 0,1 0 0 0 0,-1 0 0 0 0,0 0 0 0 0,1 0 0 0 0,-1 0 0 0 0,0 0 0 0 0,1 0 0 0 0,-1 0 0 0 0,0 0 0 0 0,1 0 0 0 0,-1 0 0 0 0,0 0 0 0 0,1 0 0 0 0,-1 0 0 0 0,-1 10 75 0 0,-1-1 0 0 0,0 0 0 0 0,-1 0 0 0 0,0 0 0 0 0,-1 0 0 0 0,-7 14 0 0 0,-7 20 146 0 0,17-41-320 0 0,-6 19 85 0 0,0 1 0 0 0,2 0-1 0 0,-5 32 1 0 0,10-47-72 0 0,0 0 1 0 0,0-1-1 0 0,0 1 0 0 0,0-1 0 0 0,1 1 0 0 0,1-1 0 0 0,1 9 0 0 0,-2-12-3 0 0,1 0 0 0 0,-1 0-1 0 0,1 1 1 0 0,0-1-1 0 0,-1 0 1 0 0,1 0 0 0 0,1-1-1 0 0,-1 1 1 0 0,0 0-1 0 0,1-1 1 0 0,-1 1-1 0 0,1-1 1 0 0,0 0 0 0 0,4 3-1 0 0,-3-3 3 0 0,-1-1 0 0 0,1 1-1 0 0,-1-1 1 0 0,1 1 0 0 0,0-1-1 0 0,0-1 1 0 0,0 1 0 0 0,0 0-1 0 0,0-1 1 0 0,0 0 0 0 0,-1 0-1 0 0,1 0 1 0 0,0 0 0 0 0,0-1 0 0 0,0 0-1 0 0,0 1 1 0 0,0-2 0 0 0,0 1-1 0 0,-1 0 1 0 0,1-1 0 0 0,-1 1-1 0 0,1-1 1 0 0,-1 0 0 0 0,6-4-1 0 0,-2 1 40 0 0,0 0 0 0 0,-1-1-1 0 0,1 0 1 0 0,-1 0-1 0 0,0 0 1 0 0,-1 0 0 0 0,0-1-1 0 0,0 0 1 0 0,0 0-1 0 0,4-10 1 0 0,-5 6-15 0 0,1 0 0 0 0,-2-1 1 0 0,1 1-1 0 0,-2-1 0 0 0,0 0 0 0 0,0 1 1 0 0,-1-1-1 0 0,0 0 0 0 0,-1 0 0 0 0,0 0 1 0 0,-1 0-1 0 0,-1 0 0 0 0,0 1 0 0 0,0-1 0 0 0,-1 0 1 0 0,-1 1-1 0 0,1 0 0 0 0,-2 0 0 0 0,0 0 1 0 0,-11-19-1 0 0,13 25-52 0 0,-3-2-1 0 0,-18-6-3 0 0,22 12-26 0 0,0 0-1 0 0,-1 0 1 0 0,1 0 0 0 0,0 1-1 0 0,0-1 1 0 0,-1 0 0 0 0,1 1-1 0 0,0 0 1 0 0,-1-1-1 0 0,1 1 1 0 0,0 0 0 0 0,-1 0-1 0 0,1 1 1 0 0,0-1 0 0 0,-1 0-1 0 0,1 1 1 0 0,0-1-1 0 0,-1 1 1 0 0,-3 2 0 0 0,5-3-73 0 0,0 0 0 0 0,0 1 0 0 0,0-1 0 0 0,0 1 1 0 0,1 0-1 0 0,-1-1 0 0 0,0 1 0 0 0,0 0 0 0 0,0-1 0 0 0,1 1 1 0 0,-1 0-1 0 0,0 0 0 0 0,1 0 0 0 0,-1-1 0 0 0,1 1 1 0 0,-1 0-1 0 0,1 0 0 0 0,-1 0 0 0 0,1 0 0 0 0,0 0 0 0 0,-1 0 1 0 0,1 0-1 0 0,0 0 0 0 0,0 0 0 0 0,0 0 0 0 0,0 0 0 0 0,0 0 1 0 0,0 0-1 0 0,0 0 0 0 0,0 2 0 0 0,1-2-14 0 0,-1 0 0 0 0,1 0 0 0 0,-1 0 0 0 0,1-1 0 0 0,0 1 0 0 0,-1 0 0 0 0,1 0 0 0 0,0 0 0 0 0,-1-1 0 0 0,1 1 0 0 0,0 0 0 0 0,0-1 0 0 0,0 1 0 0 0,0 0 0 0 0,0-1 0 0 0,0 1 0 0 0,0-1 0 0 0,0 0 0 0 0,0 1 0 0 0,0-1 0 0 0,0 0 0 0 0,0 0 0 0 0,0 1 0 0 0,0-1 0 0 0,0 0 0 0 0,0 0 0 0 0,0 0-1 0 0,0 0 1 0 0,0-1 0 0 0,0 1 0 0 0,0 0 0 0 0,2-1 0 0 0,16-2-334 0 0,-1-1-1 0 0,1-2 1 0 0,-1 0-1 0 0,0 0 1 0 0,0-2-1 0 0,-1 0 1 0 0,0-1-1 0 0,0-1 1 0 0,-1 0-1 0 0,-1-2 1 0 0,20-17-1 0 0,-11 7 1328 0 0,-2-2 0 0 0,-1 0 0 0 0,-1-2-1 0 0,-1 0 1 0 0,-1-1 0 0 0,15-31-1 0 0,11-31 3596 0 0,-43 87-4142 0 0,-1 3-314 0 0,0 1 0 0 0,1-1 0 0 0,-1 1 1 0 0,0-1-1 0 0,0 0 0 0 0,0 1 0 0 0,0-1 1 0 0,0 1-1 0 0,-1-1 0 0 0,1 0 1 0 0,-1 2-1 0 0,1-1 4 0 0,-4 21 161 0 0,-12 41 1 0 0,2-15 136 0 0,-7 44 31 0 0,4 1 1 0 0,4 0 0 0 0,-1 106 0 0 0,18-115-235 0 0,-3-76-301 0 0,0 0 1 0 0,1 1-1 0 0,0-1 0 0 0,1 0 1 0 0,0 0-1 0 0,8 15 0 0 0,-11-22 27 0 0,1 0-1 0 0,0-1 0 0 0,0 1 0 0 0,1-1 1 0 0,-1 0-1 0 0,0 1 0 0 0,0-1 1 0 0,1 0-1 0 0,-1 0 0 0 0,0 0 1 0 0,1 0-1 0 0,0 0 0 0 0,-1 0 0 0 0,1 0 1 0 0,-1 0-1 0 0,1 0 0 0 0,0-1 1 0 0,0 1-1 0 0,-1-1 0 0 0,1 0 1 0 0,0 1-1 0 0,0-1 0 0 0,-1 0 0 0 0,1 0 1 0 0,0 0-1 0 0,0 0 0 0 0,0 0 1 0 0,0 0-1 0 0,1-1 0 0 0,2 0-502 0 0,0-1 0 0 0,0 0 0 0 0,0 0 0 0 0,0 0 0 0 0,0-1 0 0 0,0 1 1 0 0,-1-1-1 0 0,6-4 0 0 0,7-7-3686 0 0</inkml:trace>
</inkml:ink>
</file>

<file path=ppt/ink/ink20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6:27.1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0 198 1940 0 0,'51'-156'13246'0'0,"-49"148"-12833"0"0,5-10 757 0 0,-5 17-701 0 0,-3 13-227 0 0,-8 75 1173 0 0,-4 93-200 0 0,12-180-1195 0 0,1 1 1 0 0,0-1 0 0 0,0 0-1 0 0,0 0 1 0 0,0 0-1 0 0,0 1 1 0 0,0-1-1 0 0,0 0 1 0 0,0 0 0 0 0,0 1-1 0 0,0-1 1 0 0,0 0-1 0 0,0 0 1 0 0,0 1-1 0 0,0-1 1 0 0,0 0-1 0 0,0 0 1 0 0,0 1 0 0 0,0-1-1 0 0,0 0 1 0 0,0 0-1 0 0,0 1 1 0 0,0-1-1 0 0,1 0 1 0 0,-1 0 0 0 0,0 0-1 0 0,0 1 1 0 0,0-1-1 0 0,0 0 1 0 0,1 0-1 0 0,-1 0 1 0 0,0 0 0 0 0,0 1-1 0 0,0-1 1 0 0,1 0-1 0 0,-1 0 1 0 0,0 0-1 0 0,0 0 1 0 0,0 0-1 0 0,1 0 1 0 0,-1 0 0 0 0,0 1-1 0 0,10-11 299 0 0,13-30-367 0 0,-17 28 133 0 0,16-27-117 0 0,2 1 0 0 0,2 0 1 0 0,1 2-1 0 0,31-32 0 0 0,-56 66 24 0 0,0 0 1 0 0,-1 0-1 0 0,1 1 0 0 0,0-1 0 0 0,0 0 0 0 0,0 1 0 0 0,0 0 0 0 0,0-1 0 0 0,0 1 1 0 0,0 0-1 0 0,1 0 0 0 0,-1 0 0 0 0,0 1 0 0 0,1-1 0 0 0,-1 0 0 0 0,0 1 1 0 0,1 0-1 0 0,-1-1 0 0 0,1 1 0 0 0,-1 0 0 0 0,0 0 0 0 0,1 1 0 0 0,2-1 1 0 0,-2 1 5 0 0,-1 1 0 0 0,1-1 1 0 0,-1 0-1 0 0,1 1 0 0 0,-1 0 1 0 0,0-1-1 0 0,1 1 1 0 0,-1 0-1 0 0,0 0 0 0 0,0 0 1 0 0,0 1-1 0 0,0-1 1 0 0,-1 0-1 0 0,1 1 0 0 0,-1-1 1 0 0,1 1-1 0 0,-1-1 1 0 0,1 5-1 0 0,5 12 42 0 0,-2 1 0 0 0,0 0 1 0 0,-1 0-1 0 0,-1 0 0 0 0,-1 1 0 0 0,-1 40 1 0 0,-1-28 22 0 0,7 47 0 0 0,-6-78-59 0 0,-1-1 0 0 0,0 1 0 0 0,1 0-1 0 0,-1-1 1 0 0,1 1 0 0 0,-1 0 0 0 0,1-1 0 0 0,0 1 0 0 0,0-1 0 0 0,0 1-1 0 0,0-1 1 0 0,0 0 0 0 0,0 1 0 0 0,0-1 0 0 0,0 0 0 0 0,1 0 0 0 0,-1 1-1 0 0,0-1 1 0 0,1 0 0 0 0,-1 0 0 0 0,1-1 0 0 0,-1 1 0 0 0,1 0 0 0 0,-1 0-1 0 0,1-1 1 0 0,0 1 0 0 0,-1-1 0 0 0,1 1 0 0 0,0-1 0 0 0,-1 0 0 0 0,1 0 0 0 0,0 0-1 0 0,-1 0 1 0 0,1 0 0 0 0,2 0 0 0 0,6-1-182 0 0,0-1 1 0 0,1 0-1 0 0,-1 0 1 0 0,16-7-1 0 0,-20 7-10 0 0,150-59-5348 0 0,-53 15-1451 0 0,-52 22 1471 0 0</inkml:trace>
</inkml:ink>
</file>

<file path=ppt/ink/ink20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6:27.3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58 33 3204 0 0,'-2'-1'2746'0'0,"-19"-12"5396"0"0,-8-4-1041 0 0,28 16-6615 0 0,-3 14-4173 0 0,6 25-1529 0 0,-3-20 501 0 0,0-5-942 0 0</inkml:trace>
</inkml:ink>
</file>

<file path=ppt/ink/ink20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6:27.5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1 1912 0 0,'-1'35'8815'0'0,"1"-21"-6066"0"0,-1 0 1 0 0,2 1-1 0 0,2 13 0 0 0,-3-26-2818 0 0,11-5-2449 0 0</inkml:trace>
</inkml:ink>
</file>

<file path=ppt/ink/ink20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6:28.4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280 74 2576 0 0,'15'-53'11174'0'0,"-7"33"-7953"0"0,-8 23-3168 0 0,0 0 0 0 0,0 0 0 0 0,0 0 0 0 0,0 0 0 0 0,-1 0 0 0 0,1 0 1 0 0,-1 0-1 0 0,0 0 0 0 0,1 0 0 0 0,-3 4 0 0 0,-1 7 69 0 0,-40 168 1336 0 0,28-123-985 0 0,-198 731 2532 0 0,196-723-578 0 0,18-65-1815 0 0,-1-7-541 0 0,1 1 0 0 0,1-1 0 0 0,-1 1 0 0 0,1-1 0 0 0,-1 1 0 0 0,1-1 0 0 0,3-7 0 0 0,0-1 3 0 0,233-776-185 0 0,-212 721 35 0 0,61-121-1 0 0,-86 189 71 0 0,0-1 0 0 0,1 0 0 0 0,-1 0 0 0 0,1 1 0 0 0,-1-1-1 0 0,1 0 1 0 0,-1 1 0 0 0,1-1 0 0 0,-1 0 0 0 0,1 1-1 0 0,-1-1 1 0 0,1 1 0 0 0,0-1 0 0 0,-1 1 0 0 0,1-1 0 0 0,0 1-1 0 0,0-1 1 0 0,-1 1 0 0 0,1 0 0 0 0,0-1 0 0 0,0 1 0 0 0,0 0-1 0 0,-1 0 1 0 0,1 0 0 0 0,0 0 0 0 0,1-1 0 0 0,-1 2 2 0 0,1-1 0 0 0,-1 1 0 0 0,0-1 0 0 0,1 1 0 0 0,-1-1 0 0 0,0 1 0 0 0,0 0 0 0 0,1 0 0 0 0,-1 0 0 0 0,0-1 1 0 0,0 1-1 0 0,0 0 0 0 0,0 0 0 0 0,1 2 0 0 0,2 3-9 0 0,1 0 0 0 0,-1 0 1 0 0,-1 0-1 0 0,6 13 0 0 0,8 27 2 0 0,-2 1-1 0 0,14 86 1 0 0,1 102 403 0 0,-21-156-269 0 0,9 135 214 0 0,9 68 56 0 0,-26-280-395 0 0,5 24 137 0 0,-5-25-141 0 0,-1 0 0 0 0,0 0 0 0 0,1-1 1 0 0,-1 1-1 0 0,1 0 0 0 0,-1 0 0 0 0,1-1 0 0 0,-1 1 0 0 0,1 0 0 0 0,0-1 1 0 0,-1 1-1 0 0,1-1 0 0 0,0 1 0 0 0,0-1 0 0 0,-1 1 0 0 0,1-1 0 0 0,0 0 1 0 0,0 1-1 0 0,-1-1 0 0 0,1 0 0 0 0,0 0 0 0 0,0 1 0 0 0,0-1 0 0 0,0 0 1 0 0,0 0-1 0 0,0 0 0 0 0,-1 0 0 0 0,3 0 0 0 0,3-2-343 0 0,0 1 0 0 0,0-1 1 0 0,0 0-1 0 0,0-1 0 0 0,-1 0 0 0 0,1 0 0 0 0,-1 0 0 0 0,1 0 0 0 0,-1-1 1 0 0,0 0-1 0 0,0 0 0 0 0,-1 0 0 0 0,6-7 0 0 0,3-3-1784 0 0,-1-1-1 0 0,0 0 1 0 0,13-23-1 0 0,-12 13-2308 0 0,-3 0-2209 0 0</inkml:trace>
</inkml:ink>
</file>

<file path=ppt/ink/ink20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6:28.6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316 33 1536 0 0,'-145'4'9150'0'0,"3"7"-4089"0"0,140-11-5009 0 0,0 0-1 0 0,0 0 0 0 0,0 1 0 0 0,0-1 1 0 0,0 1-1 0 0,0-1 0 0 0,0 1 0 0 0,0 0 1 0 0,0 0-1 0 0,1 0 0 0 0,-1 0 0 0 0,0 0 1 0 0,-2 2-1 0 0,40 2 441 0 0,205-25-1158 0 0,-122 2-2570 0 0,-39 3-1907 0 0,-30 4-365 0 0</inkml:trace>
</inkml:ink>
</file>

<file path=ppt/ink/ink20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6:28.8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 3 1892 0 0,'-32'16'16086'0'0,"12"-4"-11085"0"0,37-11-4877 0 0,-1 0 1 0 0,1-1-1 0 0,0-1 1 0 0,31-6 0 0 0,5 1-54 0 0,54-4-2240 0 0,-71 6-1485 0 0,-1 0-3416 0 0</inkml:trace>
</inkml:ink>
</file>

<file path=ppt/ink/ink20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6:29.0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239 28 2524 0 0,'-208'108'21410'0'0,"180"-94"-19460"0"0,25-13-1409 0 0,6-1-375 0 0,8 1-103 0 0,-1-1 0 0 0,1-1 0 0 0,-1 0 0 0 0,1 0 0 0 0,-1-1 0 0 0,14-4 0 0 0,66-25-549 0 0,-54 18-346 0 0,65-30-4034 0 0,-38 6-5301 0 0,-38 21 1890 0 0</inkml:trace>
</inkml:ink>
</file>

<file path=ppt/ink/ink20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6:31.7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67 300 0 0,'12'-6'17163'0'0,"0"8"-17087"0"0,-10-2 15 0 0,1 0 41 0 0,10 2 49 0 0,-1 0 0 0 0,1-2 0 0 0,-1 1 0 0 0,1-2-1 0 0,0 0 1 0 0,15-3 0 0 0,83-21 265 0 0,-36 5-823 0 0,-73 20-190 0 0,27-10-6758 0 0,-20 4 3657 0 0</inkml:trace>
</inkml:ink>
</file>

<file path=ppt/ink/ink20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6:32.0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78 44 2972 0 0,'0'-3'2577'0'0,"9"-29"7254"0"0,-4 24-6291 0 0,-3 22-2820 0 0,-3 26-816 0 0,-37 164 536 0 0,3-61-1997 0 0,18-48-8043 0 0,15-77 3177 0 0</inkml:trace>
</inkml:ink>
</file>

<file path=ppt/ink/ink20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6:34.7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1010 63 996 0 0,'2'-11'19333'0'0,"-3"9"-19215"0"0,0 1 0 0 0,-1-1 1 0 0,1 0-1 0 0,-1 1 0 0 0,0 0 1 0 0,1-1-1 0 0,-1 1 1 0 0,0 0-1 0 0,0 0 0 0 0,-4-2 1 0 0,4 2-60 0 0,0 0-4 0 0,-5-3-35 0 0,-1 0 1 0 0,1 1-1 0 0,-1 0 1 0 0,-15-4-1 0 0,-52-5 56 0 0,28 14-102 0 0,43-2 30 0 0,0 0 0 0 0,-4 0-1 0 0,-1 1 0 0 0,-1 0 1 0 0,1 0-1 0 0,0 1 1 0 0,-16 5-1 0 0,-26 8-24 0 0,46-15 18 0 0,-20 12-15 0 0,18-8 15 0 0,0 0-1 0 0,0 1 1 0 0,1 0-1 0 0,0 0 1 0 0,0 1-1 0 0,0 0 0 0 0,1 0 1 0 0,0 0-1 0 0,0 1 1 0 0,0-1-1 0 0,1 1 1 0 0,0 0-1 0 0,0 0 1 0 0,1 1-1 0 0,0-1 0 0 0,0 1 1 0 0,-2 10-1 0 0,-9 47 33 0 0,2-1 0 0 0,3 2 0 0 0,0 93 0 0 0,3 223 1634 0 0,-48 374 731 0 0,-102 266-1826 0 0,70-423-586 0 0,17-103 159 0 0,19-111-269 0 0,28-204 95 0 0,9-51 48 0 0,9-82 9 0 0,-13 192 389 0 0,-1 53 1705 0 0,2-94-150 0 0,11-133-1199 0 0,5-66-754 0 0,0 1 1 0 0,0-1-1 0 0,1 1 1 0 0,-1-1-1 0 0,0 1 1 0 0,0-1-1 0 0,1 1 0 0 0,-1-1 1 0 0,0 1-1 0 0,1-1 1 0 0,-1 1-1 0 0,1-1 1 0 0,-1 0-1 0 0,0 1 1 0 0,1-1-1 0 0,-1 0 0 0 0,1 1 1 0 0,-1-1-1 0 0,1 0 1 0 0,-1 0-1 0 0,1 1 1 0 0,-1-1-1 0 0,1 0 0 0 0,-1 0 1 0 0,1 0-1 0 0,-1 0 1 0 0,1 0-1 0 0,0 0 1 0 0,-1 1-1 0 0,1-1 1 0 0,-1-1-1 0 0,1 1 0 0 0,18 0 126 0 0,-18 0-136 0 0,52-8-111 0 0,1-2 1 0 0,-2-3-1 0 0,65-24 1 0 0,-59 19-1025 0 0,193-70-6710 0 0,-89 18-3548 0 0,-100 41 2088 0 0</inkml:trace>
</inkml:ink>
</file>

<file path=ppt/ink/ink20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6:35.5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61 192 1720 0 0,'-2'-2'2928'0'0,"-41"-39"15181"0"0,42 41-17919 0 0,0 0 1 0 0,0-1-1 0 0,0 1 1 0 0,0-1-1 0 0,0 1 0 0 0,0-1 1 0 0,0 0-1 0 0,0 1 1 0 0,1-1-1 0 0,-1 0 1 0 0,0 0-1 0 0,0 1 1 0 0,1-1-1 0 0,-1 0 1 0 0,1 0-1 0 0,-1 0 1 0 0,1 0-1 0 0,-1-1 1 0 0,2 0-174 0 0,1 1 0 0 0,-1-1 0 0 0,1 1 0 0 0,0-1 0 0 0,0 1 0 0 0,0 0 0 0 0,0-1 0 0 0,0 1 0 0 0,0 0 0 0 0,0 0 0 0 0,0 1 1 0 0,0-1-1 0 0,3 0 0 0 0,37-9 62 0 0,-22 6-54 0 0,137-43 155 0 0,-37 10 9 0 0,-86 30-132 0 0,-9-1-500 0 0,-22 7-85 0 0,4-2-634 0 0</inkml:trace>
</inkml:ink>
</file>

<file path=ppt/ink/ink20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6:35.8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1 108 2032 0 0,'18'-59'13629'0'0,"-6"22"-7877"0"0,-11 35-5334 0 0,3-8 949 0 0,0 31-1248 0 0,0 0 1 0 0,-2 0-1 0 0,0 0 0 0 0,-2 1 1 0 0,-2 27-1 0 0,1-42-94 0 0,-35 407-154 0 0,29-346-3389 0 0,9-25-2853 0 0</inkml:trace>
</inkml:ink>
</file>

<file path=ppt/ink/ink20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6:36.0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237 75 552 0 0,'36'-56'16498'0'0,"-25"37"-12565"0"0,-15 31-3041 0 0,-23 35 1087 0 0,-48 65 0 0 0,1-3-1525 0 0,60-87-590 0 0,-42 75-3467 0 0,26-29-4800 0 0,28-65 7609 0 0,0 0-315 0 0</inkml:trace>
</inkml:ink>
</file>

<file path=ppt/ink/ink20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6:36.5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41 115 1416 0 0,'30'-22'9140'0'0,"-2"-4"-4203"0"0,-22 19-4576 0 0,1 0 0 0 0,0 1-1 0 0,0 0 1 0 0,1 0 0 0 0,0 1 0 0 0,0 0-1 0 0,0 0 1 0 0,0 1 0 0 0,10-4-1 0 0,-13 7-329 0 0,-1-1 0 0 0,1 1-1 0 0,0 0 1 0 0,0 0-1 0 0,0 0 1 0 0,0 1-1 0 0,0 0 1 0 0,0 0 0 0 0,0 0-1 0 0,0 1 1 0 0,6 1-1 0 0,-8-1-24 0 0,0 0-1 0 0,-1 0 0 0 0,1 0 1 0 0,-1 1-1 0 0,1-1 1 0 0,-1 1-1 0 0,0 0 0 0 0,0-1 1 0 0,0 1-1 0 0,0 0 1 0 0,0 1-1 0 0,0-1 0 0 0,0 0 1 0 0,-1 0-1 0 0,1 1 1 0 0,-1-1-1 0 0,1 1 0 0 0,-1-1 1 0 0,1 5-1 0 0,-1-4 19 0 0,0 0 0 0 0,-1 0 0 0 0,0 0-1 0 0,1-1 1 0 0,-1 1 0 0 0,0 0 0 0 0,-1 0 0 0 0,1 0 0 0 0,0 0-1 0 0,-1 0 1 0 0,0 0 0 0 0,1-1 0 0 0,-3 6 0 0 0,-17 34 285 0 0,19-38-288 0 0,-17 24 106 0 0,-1 0 1 0 0,-1-1-1 0 0,-1-1 0 0 0,-42 39 0 0 0,12-11 9 0 0,-21 20 916 0 0,70-73-808 0 0,2 0-240 0 0,1-1 0 0 0,-1 1-1 0 0,0-1 1 0 0,0 0 0 0 0,0 1-1 0 0,1-1 1 0 0,-1 1 0 0 0,0-1 0 0 0,1 0-1 0 0,-1 1 1 0 0,0-1 0 0 0,1 0-1 0 0,-1 0 1 0 0,0 1 0 0 0,1-1-1 0 0,-1 0 1 0 0,1 0 0 0 0,-1 1-1 0 0,0-1 1 0 0,1 0 0 0 0,-1 0-1 0 0,1 0 1 0 0,-1 0 0 0 0,1 0 0 0 0,-1 0-1 0 0,1 1 1 0 0,-1-1 0 0 0,0 0-1 0 0,1 0 1 0 0,-1-1 0 0 0,1 1-1 0 0,-1 0 1 0 0,1 0 0 0 0,0 0-1 0 0,17-2 30 0 0,-17 2-31 0 0,324-49 135 0 0,-271 42-123 0 0,-17 3-125 0 0,37-9 0 0 0,-64 10 222 0 0</inkml:trace>
</inkml:ink>
</file>

<file path=ppt/ink/ink20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6:37.0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33 158 1248 0 0,'-20'-15'14157'0'0,"19"15"-14011"0"0,0 0-1 0 0,1 0 1 0 0,-1-1 0 0 0,1 1 0 0 0,-1 0-1 0 0,0 0 1 0 0,1-1 0 0 0,-1 1 0 0 0,1 0-1 0 0,-1-1 1 0 0,1 1 0 0 0,-1-1 0 0 0,1 1 0 0 0,-1 0-1 0 0,1-1 1 0 0,-1 1 0 0 0,1-1 0 0 0,0 1-1 0 0,-1-1 1 0 0,1 0 0 0 0,0 1 0 0 0,-1-1 0 0 0,1 1-1 0 0,0-1 1 0 0,0 0 0 0 0,0 1 0 0 0,-1-1-1 0 0,1 0 1 0 0,0 0 0 0 0,2-1-110 0 0,0 0 0 0 0,0 1 0 0 0,-1-1 0 0 0,1 1 0 0 0,1-1 1 0 0,-1 1-1 0 0,0 0 0 0 0,3-2 0 0 0,-2 2 38 0 0,16-8-2 0 0,2 0 1 0 0,-1 1 0 0 0,26-6-1 0 0,71-13-5 0 0,-89 21-35 0 0,153-30-462 0 0,-178 36 14 0 0,6-2 396 0 0,-3 1-2773 0 0</inkml:trace>
</inkml:ink>
</file>

<file path=ppt/ink/ink20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6:37.6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52 145 2856 0 0,'1'-3'2688'0'0,"3"-23"3023"0"0,4-20 697 0 0,-7 42-6118 0 0,0-1 1 0 0,0 1 0 0 0,1 0 0 0 0,0 0-1 0 0,0 0 1 0 0,0 0 0 0 0,0 0-1 0 0,3-4 1 0 0,-2 6-255 0 0,0-1-1 0 0,0 1 1 0 0,1-1-1 0 0,-1 1 1 0 0,0 0-1 0 0,1 1 1 0 0,0-1-1 0 0,-1 0 1 0 0,1 1-1 0 0,0 0 0 0 0,0 0 1 0 0,-1 0-1 0 0,1 0 1 0 0,0 1-1 0 0,4-1 1 0 0,0 0 11 0 0,-2 0-43 0 0,-1 0 1 0 0,0 1 0 0 0,1 0-1 0 0,-1 0 1 0 0,0 0-1 0 0,1 1 1 0 0,-1-1-1 0 0,0 1 1 0 0,0 0-1 0 0,1 1 1 0 0,-1-1 0 0 0,0 1-1 0 0,0 0 1 0 0,-1 0-1 0 0,1 1 1 0 0,0 0-1 0 0,-1 0 1 0 0,1 0-1 0 0,4 4 1 0 0,-6-4 0 0 0,0 0 0 0 0,0 0 0 0 0,-1 1 0 0 0,0-1 0 0 0,0 0 0 0 0,0 1 0 0 0,0-1 0 0 0,0 1 0 0 0,0 0 0 0 0,-1 0 0 0 0,0 0 0 0 0,0-1 0 0 0,0 1 0 0 0,0 0 0 0 0,-1 0 0 0 0,1 0 0 0 0,-1 0 0 0 0,0 0 0 0 0,0 1 0 0 0,-1-1 0 0 0,1 0 0 0 0,-1 0 0 0 0,0-1 0 0 0,-2 8 0 0 0,-4 6 20 0 0,-1 0 1 0 0,-1-1-1 0 0,0 0 0 0 0,-1 0 1 0 0,-18 21-1 0 0,-17 27 180 0 0,44-63-182 0 0,0 1-3 0 0,-3 4-4 0 0,3-4-18 0 0,3-1-13 0 0,7 5-5 0 0,35 9-20 0 0,-28-10 16 0 0,-6-2 32 0 0,-1 1 0 0 0,0 1 0 0 0,0-1 0 0 0,-1 1 0 0 0,0 1 0 0 0,1 0 0 0 0,-2 0 0 0 0,1 0 0 0 0,-1 1 0 0 0,0 0 0 0 0,0 1 0 0 0,8 12 0 0 0,-14-18 105 0 0,1 0 0 0 0,-1 0 0 0 0,0 1-1 0 0,1-1 1 0 0,-1 1 0 0 0,-1-1 0 0 0,1 1-1 0 0,0-1 1 0 0,-1 1 0 0 0,1 0 0 0 0,-1-1-1 0 0,0 1 1 0 0,1 0 0 0 0,-2-1 0 0 0,1 1-1 0 0,0 0 1 0 0,0-1 0 0 0,-1 1 0 0 0,0 3-1 0 0,-1-3 47 0 0,1 0-1 0 0,-1 0 1 0 0,0-1 0 0 0,0 1-1 0 0,0 0 1 0 0,0-1-1 0 0,0 1 1 0 0,0-1-1 0 0,-1 0 1 0 0,1 1-1 0 0,-1-1 1 0 0,0 0-1 0 0,-3 2 1 0 0,-5 1 68 0 0,0 0 1 0 0,0 0 0 0 0,-1-1-1 0 0,1-1 1 0 0,-1 0 0 0 0,0 0 0 0 0,-13 1-1 0 0,7-3-187 0 0,-26 3-71 0 0,-57-2 0 0 0,69-2-2228 0 0,29 0 1105 0 0,-10 0-941 0 0</inkml:trace>
</inkml:ink>
</file>

<file path=ppt/ink/ink20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6:37.9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397 10 2104 0 0,'34'-10'16553'0'0,"-34"11"-16452"0"0,0 1 209 0 0,-1 1-1 0 0,0-1 1 0 0,1 0 0 0 0,-1 1 0 0 0,0-1 0 0 0,0 0 0 0 0,0 1-1 0 0,0-1 1 0 0,-3 4 0 0 0,-59 90 4740 0 0,-41 43-2257 0 0,3-6-1865 0 0,65-81-1020 0 0,-27 37 432 0 0,20-33-3714 0 0,33-43-852 0 0</inkml:trace>
</inkml:ink>
</file>

<file path=ppt/ink/ink20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6:38.5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173 74 2300 0 0,'10'-32'16691'0'0,"2"6"-12639"0"0,-11 25-3943 0 0,3 0-10 0 0,4-2-86 0 0,1 0-1 0 0,1 1 1 0 0,-1 0 0 0 0,0 0 0 0 0,0 1 0 0 0,1 0 0 0 0,-1 1 0 0 0,1 0-1 0 0,-1 1 1 0 0,0 0 0 0 0,1 0 0 0 0,-1 1 0 0 0,0 0 0 0 0,11 4-1 0 0,-18-5-6 0 0,0 0-1 0 0,0 0 1 0 0,0 0-1 0 0,0 0 1 0 0,-1 0-1 0 0,1 1 1 0 0,0-1-1 0 0,-1 0 1 0 0,1 1-1 0 0,-1 0 1 0 0,0-1-1 0 0,1 1 1 0 0,-1 0-1 0 0,0-1 1 0 0,0 1-1 0 0,0 0 1 0 0,0 0-1 0 0,0 0 1 0 0,0 2-1 0 0,0-1 2 0 0,-1 1 0 0 0,1 0-1 0 0,-1-1 1 0 0,0 1-1 0 0,0 0 1 0 0,0-1-1 0 0,0 1 1 0 0,-1-1 0 0 0,0 1-1 0 0,-1 4 1 0 0,-1 1 2 0 0,0 1 1 0 0,-1-1-1 0 0,-1 0 0 0 0,1-1 1 0 0,-1 1-1 0 0,-1-1 0 0 0,-6 8 1 0 0,-13 10 96 0 0,0-2 0 0 0,-2-1 0 0 0,-1-1 0 0 0,-39 24 0 0 0,-39 30 1713 0 0,52-40 600 0 0,52-35-1944 0 0,6-2-352 0 0,127-23 199 0 0,83-13-231 0 0,104-1 9 0 0,-296 33 212 0 0,-2 0-2004 0 0</inkml:trace>
</inkml:ink>
</file>

<file path=ppt/ink/ink20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6:39.0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 98 1024 0 0,'25'-69'17568'0'0,"-20"52"-15406"0"0,-4 15-1605 0 0,1-1 65 0 0,-2 3-578 0 0,0-1 0 0 0,0 1 0 0 0,0 0 0 0 0,0 0 0 0 0,0-1 0 0 0,0 1 0 0 0,0 0 1 0 0,0 0-1 0 0,0-1 0 0 0,0 1 0 0 0,0 0 0 0 0,1 0 0 0 0,-1 0 0 0 0,0-1 0 0 0,0 1 0 0 0,0 0 0 0 0,0 0 1 0 0,1-1-1 0 0,-1 1 0 0 0,0 0 0 0 0,0 0 0 0 0,0 0 0 0 0,1 0 0 0 0,-1 0 0 0 0,0-1 0 0 0,0 1 1 0 0,1 0-1 0 0,-1 0 0 0 0,0 0 0 0 0,0 0 0 0 0,1 0 0 0 0,-1 0 0 0 0,2 7 168 0 0,0 0 1 0 0,-1 0-1 0 0,0 0 1 0 0,-1 0-1 0 0,1 1 0 0 0,-1-1 1 0 0,-1 0-1 0 0,1 0 0 0 0,-4 14 1 0 0,1 15 304 0 0,-20 146 358 0 0,5-61-671 0 0,7-3-3708 0 0,8-79-1054 0 0,0 0-3734 0 0</inkml:trace>
</inkml:ink>
</file>

<file path=ppt/ink/ink20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6:40.0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129 1 932 0 0,'-63'28'8147'0'0,"16"-4"38"0"0,46-24-7907 0 0,-1 1 1 0 0,1-1-1 0 0,-1 1 0 0 0,1 0 0 0 0,-1 0 1 0 0,1 0-1 0 0,-1 0 0 0 0,1 0 0 0 0,0 0 1 0 0,0 0-1 0 0,-2 2 0 0 0,20 0-147 0 0,0-1-1 0 0,-1-1 0 0 0,1-1 0 0 0,18-1 1 0 0,75-10-7 0 0,-69 6-58 0 0,177-23 1589 0 0,-215 28-1616 0 0,0-1 32 0 0,9 0-32 0 0,-9 1-80 0 0,3-1-2287 0 0,-1 0 2012 0 0</inkml:trace>
</inkml:ink>
</file>

<file path=ppt/ink/ink20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6:40.6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179 125 1168 0 0,'-4'-41'10826'0'0,"0"-1"-3638"0"0,5 41-7137 0 0,-1 0-1 0 0,0-1 0 0 0,1 1 0 0 0,-1-1 1 0 0,1 1-1 0 0,-1 0 0 0 0,1-1 0 0 0,0 1 1 0 0,-1 0-1 0 0,1 0 0 0 0,0-1 0 0 0,0 1 1 0 0,0 0-1 0 0,0 0 0 0 0,0 0 0 0 0,0 0 1 0 0,0 0-1 0 0,0 0 0 0 0,1 1 0 0 0,-1-1 0 0 0,0 0 1 0 0,2 0-1 0 0,-1-1 38 0 0,0 1-69 0 0,1 0 0 0 0,-1-1 0 0 0,1 1 1 0 0,0 0-1 0 0,-1 0 0 0 0,1 0 0 0 0,0 0 0 0 0,0 1 1 0 0,0-1-1 0 0,0 1 0 0 0,4 0 0 0 0,0-1 6 0 0,-3 0-24 0 0,0 1-1 0 0,-1-1 1 0 0,1 1-1 0 0,0 0 0 0 0,0 0 1 0 0,0 0-1 0 0,0 1 1 0 0,0-1-1 0 0,5 2 1 0 0,-2 0-5 0 0,-5-1 6 0 0,0-1 1 0 0,0 1 0 0 0,0-1-1 0 0,0 1 1 0 0,0 0-1 0 0,-1 0 1 0 0,1 0-1 0 0,0 0 1 0 0,-1 0-1 0 0,1 0 1 0 0,0 0 0 0 0,-1 1-1 0 0,1-1 1 0 0,-1 0-1 0 0,0 1 1 0 0,0-1-1 0 0,1 1 1 0 0,-1-1 0 0 0,0 1-1 0 0,0 0 1 0 0,0 0-1 0 0,-1-1 1 0 0,1 1-1 0 0,0 0 1 0 0,-1 0-1 0 0,1 0 1 0 0,-1 0 0 0 0,0 0-1 0 0,1 0 1 0 0,-1 0-1 0 0,0 0 1 0 0,0 0-1 0 0,-1 3 1 0 0,0 3 6 0 0,0-1 1 0 0,0 1-1 0 0,-1-1 0 0 0,0 1 1 0 0,-1-1-1 0 0,-6 14 1 0 0,-3 1-6 0 0,-2 0 0 0 0,-19 25 0 0 0,6-11 47 0 0,25-34-52 0 0,0 0-1 0 0,1 0 1 0 0,-1 0-1 0 0,0 1 1 0 0,1-1 0 0 0,0 0-1 0 0,0 0 1 0 0,0 1 0 0 0,0-1-1 0 0,0 1 1 0 0,0-1-1 0 0,0 4 1 0 0,2-4-2 0 0,0 0 0 0 0,0 0 0 0 0,0-1 0 0 0,0 1 0 0 0,0-1 0 0 0,0 1 0 0 0,1-1 0 0 0,-1 1 0 0 0,1-1 0 0 0,-1 0 0 0 0,1 1 0 0 0,-1-1 0 0 0,1 0 0 0 0,0 0 0 0 0,0 0 0 0 0,3 1 0 0 0,36 28-44 0 0,-34-25 31 0 0,-5-3 70 0 0,1 0 0 0 0,-1 1-1 0 0,1-1 1 0 0,-1 0 0 0 0,0 1 0 0 0,0 0 0 0 0,0-1 0 0 0,0 1 0 0 0,-1 0 0 0 0,1 0-1 0 0,-1 0 1 0 0,1 0 0 0 0,-1 0 0 0 0,0 0 0 0 0,0 0 0 0 0,-1 1 0 0 0,1-1-1 0 0,0 7 1 0 0,-2-7 133 0 0,0 0 0 0 0,0 0 0 0 0,0 0 0 0 0,-1 0 0 0 0,1 0 0 0 0,-1 0 0 0 0,1 0 0 0 0,-1-1 0 0 0,0 1 0 0 0,0-1 0 0 0,0 1 0 0 0,-3 2 0 0 0,5-5-189 0 0,-4 4 150 0 0,0-1-1 0 0,0 0 1 0 0,0 0-1 0 0,-1 0 0 0 0,1-1 1 0 0,-1 1-1 0 0,1-1 1 0 0,-10 3-1 0 0,-41 10 495 0 0,53-15-629 0 0,-166 29-471 0 0,165-29-229 0 0,2 0 869 0 0,-8 0-1140 0 0</inkml:trace>
</inkml:ink>
</file>

<file path=ppt/ink/ink20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6:40.9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338 10 3612 0 0,'2'-1'2723'0'0,"27"-7"5398"0"0,-28 8-7940 0 0,0 0 0 0 0,-1 0-1 0 0,1 0 1 0 0,0-1 0 0 0,0 1 0 0 0,0 0-1 0 0,0 1 1 0 0,-1-1 0 0 0,1 0 0 0 0,0 0-1 0 0,0 0 1 0 0,0 0 0 0 0,-1 1 0 0 0,1-1-1 0 0,0 0 1 0 0,0 1 0 0 0,-1-1 0 0 0,1 1-1 0 0,0-1 1 0 0,0 1 0 0 0,-1-1 0 0 0,1 1-1 0 0,-1-1 1 0 0,1 1 0 0 0,0-1 0 0 0,-1 1-1 0 0,1 0 1 0 0,-1-1 0 0 0,1 3-1 0 0,-1-1 109 0 0,0 1 0 0 0,0 0 0 0 0,0 0 0 0 0,0-1 0 0 0,0 1-1 0 0,-1 0 1 0 0,0-1 0 0 0,1 1 0 0 0,-1 0 0 0 0,0-1-1 0 0,0 1 1 0 0,-1-1 0 0 0,0 3 0 0 0,-2 2 193 0 0,-19 39 1357 0 0,-1-1 0 0 0,-60 80 1 0 0,48-74-1362 0 0,-70 81 86 0 0,34-45-540 0 0,39-49-4672 0 0</inkml:trace>
</inkml:ink>
</file>

<file path=ppt/ink/ink20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6:41.5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156 99 1212 0 0,'0'-1'6452'0'0,"1"-13"-720"0"0,-1 2-1106 0 0,0 11-4488 0 0,-1 0 0 0 0,1-1 0 0 0,0 1 0 0 0,0 0-1 0 0,0-1 1 0 0,0 1 0 0 0,0 0 0 0 0,0-1-1 0 0,1 1 1 0 0,-1 0 0 0 0,0-1 0 0 0,1 1-1 0 0,-1 0 1 0 0,1-1 0 0 0,-1 1 0 0 0,1 0 0 0 0,0 0-1 0 0,-1 0 1 0 0,1 0 0 0 0,0-1 0 0 0,0 1-1 0 0,0 0 1 0 0,0 0 0 0 0,0 1 0 0 0,0-1 0 0 0,0 0-1 0 0,0 0 1 0 0,0 0 0 0 0,0 1 0 0 0,0-1-1 0 0,1 0 1 0 0,-1 1 0 0 0,2-1 0 0 0,28-9 11 0 0,-16 5-128 0 0,1 0 0 0 0,0 1 1 0 0,0 0-1 0 0,0 2 0 0 0,0 0 0 0 0,31 0 0 0 0,-44 2-16 0 0,-2 0-4 0 0,0 0-1 0 0,0 0 1 0 0,0 0-1 0 0,-1 0 1 0 0,1 0 0 0 0,0 0-1 0 0,0 0 1 0 0,0 1 0 0 0,0-1-1 0 0,-1 0 1 0 0,1 0-1 0 0,0 1 1 0 0,0-1 0 0 0,-1 0-1 0 0,1 1 1 0 0,0-1 0 0 0,0 1-1 0 0,-1-1 1 0 0,2 2-1 0 0,-1-1 5 0 0,1 0-1 0 0,0 0 0 0 0,-1 0 0 0 0,0 1 0 0 0,1-1 1 0 0,-1 1-1 0 0,0-1 0 0 0,0 1 0 0 0,0-1 0 0 0,0 1 1 0 0,0 0-1 0 0,0-1 0 0 0,0 1 0 0 0,-1 0 0 0 0,1 0 1 0 0,0 0-1 0 0,-1 0 0 0 0,0 0 0 0 0,1-1 0 0 0,-1 1 1 0 0,0 0-1 0 0,0 0 0 0 0,0 0 0 0 0,0 0 0 0 0,0 0 1 0 0,-1 0-1 0 0,1 0 0 0 0,-1 0 0 0 0,1 0 0 0 0,-1-1 0 0 0,-1 4 1 0 0,2-4-5 0 0,-4 9 54 0 0,-1-1 0 0 0,1 0 0 0 0,-2 0 0 0 0,1 0 0 0 0,-1-1 0 0 0,0 1 0 0 0,-1-2 0 0 0,-14 14 0 0 0,-68 51 671 0 0,82-67-672 0 0,-94 64 644 0 0,-23 18 330 0 0,122-86-853 0 0,3-1-164 0 0,0 1 0 0 0,-1-1 0 0 0,1 1 0 0 0,0-1 0 0 0,0 0 1 0 0,-1 1-1 0 0,1-1 0 0 0,0 0 0 0 0,0 0 0 0 0,0 1 0 0 0,-1-1 0 0 0,1 0 1 0 0,0 0-1 0 0,0 0 0 0 0,0 0 0 0 0,-1 0 0 0 0,1 0 0 0 0,0 0 0 0 0,0 0 1 0 0,0-1-1 0 0,0 1 0 0 0,20-3 4 0 0,-21 3-13 0 0,216-35-39 0 0,158-20 19 0 0,-191 30 88 0 0,-180 25-396 0 0,5-1 940 0 0,-4 0-1914 0 0</inkml:trace>
</inkml:ink>
</file>

<file path=ppt/ink/ink20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6:42.6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368 116 1532 0 0,'26'-32'10344'0'0,"-24"29"-9872"0"0,-1 0 0 0 0,1 0 0 0 0,-1 0-1 0 0,1 0 1 0 0,-1-1 0 0 0,0 1 0 0 0,-1 0 0 0 0,1-1-1 0 0,0 1 1 0 0,-1-1 0 0 0,0 1 0 0 0,0-1 0 0 0,0 1-1 0 0,0-1 1 0 0,-1-3 0 0 0,1 6-422 0 0,-1-1-1 0 0,1 1 1 0 0,-1-1-1 0 0,0 1 1 0 0,1 0-1 0 0,-1-1 1 0 0,0 1 0 0 0,0 0-1 0 0,0 0 1 0 0,0 0-1 0 0,0-1 1 0 0,0 1-1 0 0,0 0 1 0 0,0 0-1 0 0,-1 1 1 0 0,1-1-1 0 0,0 0 1 0 0,-1 0 0 0 0,1 0-1 0 0,0 1 1 0 0,-1-1-1 0 0,1 1 1 0 0,-1-1-1 0 0,1 1 1 0 0,-1 0-1 0 0,1-1 1 0 0,-1 1 0 0 0,-2 0-1 0 0,-2 0-20 0 0,0-1-1 0 0,0 1 1 0 0,-1 1 0 0 0,-10 1-1 0 0,2 2-22 0 0,-1 1 0 0 0,1 0 0 0 0,1 1 0 0 0,-1 0 0 0 0,1 1 0 0 0,0 1 0 0 0,0 1 0 0 0,1-1 0 0 0,0 2 0 0 0,-13 13 0 0 0,8-6-3 0 0,0 1 0 0 0,2 1 1 0 0,0 0-1 0 0,1 1 0 0 0,-20 37 0 0 0,28-43-17 0 0,0 1 0 0 0,0-1 0 0 0,-7 27 0 0 0,13-36 13 0 0,-1 0-1 0 0,2 0 1 0 0,-1 0 0 0 0,0 0 0 0 0,1 0 0 0 0,0 0-1 0 0,0 0 1 0 0,0 0 0 0 0,1 0 0 0 0,0-1-1 0 0,0 1 1 0 0,0 0 0 0 0,0 0 0 0 0,1 0 0 0 0,0-1-1 0 0,2 6 1 0 0,-3-8 5 0 0,0 0 0 0 0,1 0 0 0 0,-1 0 0 0 0,1 0 0 0 0,-1-1 0 0 0,1 1 0 0 0,-1 0 0 0 0,1-1 0 0 0,0 1 0 0 0,0-1 0 0 0,0 0 0 0 0,0 1 0 0 0,0-1-1 0 0,0 0 1 0 0,0 0 0 0 0,0-1 0 0 0,1 1 0 0 0,-1 0 0 0 0,0-1 0 0 0,3 1 0 0 0,-1-1 1 0 0,0 0-1 0 0,0 0 1 0 0,1 0 0 0 0,-1-1-1 0 0,0 0 1 0 0,0 0 0 0 0,0 0-1 0 0,0 0 1 0 0,0 0 0 0 0,6-4-1 0 0,0-1 4 0 0,0 0 0 0 0,0-1 0 0 0,0 0 0 0 0,0 0-1 0 0,-1-1 1 0 0,15-18 0 0 0,-4-2 143 0 0,-1-1 0 0 0,-1-1-1 0 0,21-52 1 0 0,-13 28 947 0 0,-17 44-1009 0 0,-3 15 91 0 0,0 16 100 0 0,0 202 1374 0 0,-7-161-2126 0 0,2 1 0 0 0,14 86 0 0 0,-13-139-296 0 0,0 0 1 0 0,1 0-1 0 0,4 11 0 0 0,6 2-2654 0 0,6-7-3396 0 0</inkml:trace>
</inkml:ink>
</file>

<file path=ppt/ink/ink20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6:42.8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368 60 2976 0 0,'1'-5'1711'0'0,"-1"0"0"0"0,1 1 0 0 0,0-1-1 0 0,0 0 1 0 0,1 1 0 0 0,1-6 0 0 0,4-12 3708 0 0,-9 27-4909 0 0,0 0-1 0 0,-1 0 1 0 0,0-1-1 0 0,1 1 1 0 0,-1-1-1 0 0,-7 8 0 0 0,-4 6 744 0 0,-140 193 3367 0 0,30-47-4241 0 0,82-99-2956 0 0,20-22-2118 0 0,22-42 4415 0 0,0 0 0 0 0,-1 0 0 0 0,1 0 0 0 0,0 0 0 0 0,-1 0 0 0 0,1 0 0 0 0,0 0 0 0 0,0 0 0 0 0,0 0 0 0 0,0 0-1 0 0,0 0 1 0 0,0 0 0 0 0,0 0 0 0 0,0 0 0 0 0,1 0 0 0 0,-1 0 0 0 0,0-1 0 0 0,0 1 0 0 0,1 0 0 0 0,0 1 0 0 0</inkml:trace>
</inkml:ink>
</file>

<file path=ppt/ink/ink20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6:43.3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 92 96 0 0,'17'-25'9810'0'0,"9"-10"-3038"0"0,-24 33-6568 0 0,1-1 1 0 0,-1 1-1 0 0,1-1 1 0 0,-1 1-1 0 0,1 0 0 0 0,0 0 1 0 0,0 0-1 0 0,0 1 0 0 0,6-4 1 0 0,-4 4-162 0 0,0-1 0 0 0,-1 1 0 0 0,1 0 1 0 0,0 0-1 0 0,0 1 0 0 0,0-1 1 0 0,0 1-1 0 0,0 0 0 0 0,0 0 0 0 0,0 1 1 0 0,-1-1-1 0 0,8 3 0 0 0,-9-2 1 0 0,-1 0 1 0 0,0 0-1 0 0,0 0 1 0 0,1 1-1 0 0,-1-1 1 0 0,0 0-1 0 0,0 1 1 0 0,0 0-1 0 0,0 0 0 0 0,-1-1 1 0 0,1 1-1 0 0,0 0 1 0 0,-1 0-1 0 0,1 0 1 0 0,-1 1-1 0 0,0-1 1 0 0,0 0-1 0 0,0 1 0 0 0,0-1 1 0 0,0 0-1 0 0,0 1 1 0 0,-1-1-1 0 0,1 1 1 0 0,-1-1-1 0 0,0 1 0 0 0,1 4 1 0 0,-1 2 172 0 0,0-1 0 0 0,-1 1 0 0 0,0-1 0 0 0,0 1-1 0 0,-1-1 1 0 0,0 0 0 0 0,-1 0 0 0 0,1 1 0 0 0,-5 6 0 0 0,-6 13 634 0 0,-21 29 0 0 0,17-28-239 0 0,-6 6 740 0 0,-38 46 0 0 0,10-16 324 0 0,51-65-1651 0 0,-1 1-1 0 0,1-1 1 0 0,0 0-1 0 0,-1 1 0 0 0,1-1 1 0 0,0 1-1 0 0,-1-1 1 0 0,1 0-1 0 0,0 1 0 0 0,0-1 1 0 0,-1 1-1 0 0,1-1 1 0 0,0 1-1 0 0,0-1 0 0 0,0 1 1 0 0,0-1-1 0 0,0 1 1 0 0,-1 0-1 0 0,1-1 0 0 0,0 1 1 0 0,0-1-1 0 0,0 1 1 0 0,1-1-1 0 0,-1 1 0 0 0,10 1 242 0 0,-7-1-312 0 0,7-1 89 0 0,0-1 0 0 0,-1 0 0 0 0,1 0 0 0 0,12-4 0 0 0,12-1 18 0 0,326-49 45 0 0,-250 38-176 0 0,-54 9-99 0 0,-13 2-106 0 0,-1-1 0 0 0,67-20 0 0 0,-71 8-3332 0 0,-17 4-3356 0 0</inkml:trace>
</inkml:ink>
</file>

<file path=ppt/ink/ink20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6:45.7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86 98 1452 0 0,'-13'-29'15136'0'0,"13"27"-15026"0"0,0 0-1 0 0,1 1 1 0 0,-1-1 0 0 0,1 0-1 0 0,-1 0 1 0 0,1 1 0 0 0,0-1-1 0 0,-1 0 1 0 0,1 1 0 0 0,0-1-1 0 0,0 1 1 0 0,0-1 0 0 0,0 1-1 0 0,1-1 1 0 0,-1 1 0 0 0,0 0-1 0 0,1 0 1 0 0,-1 0-1 0 0,0 0 1 0 0,1 0 0 0 0,2-2-1 0 0,41-17 118 0 0,-36 16-100 0 0,0 1-96 0 0,9-3 40 0 0,27 4-17 0 0,-17 3-24 0 0,-23 1-26 0 0,-2 0 0 0 0,-1-2-1 0 0,-1 1 0 0 0,1-1 0 0 0,-1 1 0 0 0,1-1 1 0 0,-1 1-1 0 0,1 0 0 0 0,-1 0 0 0 0,1-1 0 0 0,-1 1 0 0 0,0 0 0 0 0,0 0 1 0 0,1 1-1 0 0,-1-1 0 0 0,0 0 0 0 0,0 0 0 0 0,0 1 0 0 0,0-1 1 0 0,0 0-1 0 0,-1 1 0 0 0,1-1 0 0 0,0 1 0 0 0,-1-1 0 0 0,1 1 0 0 0,0 2 1 0 0,0-1 4 0 0,-1 0 1 0 0,1 0 0 0 0,-1 0 0 0 0,1 1-1 0 0,-1-1 1 0 0,0 0 0 0 0,-1 0-1 0 0,0 4 1 0 0,-3 7 17 0 0,-1 0-1 0 0,-1-1 1 0 0,-1 0 0 0 0,0 0-1 0 0,0 0 1 0 0,-1-1 0 0 0,-1 0-1 0 0,0-1 1 0 0,-21 21 0 0 0,13-10 9 0 0,16-22-34 0 0,1 1 1 0 0,0-1-1 0 0,0 0 1 0 0,-1 1-1 0 0,1-1 1 0 0,0 0-1 0 0,0 1 1 0 0,-1-1-1 0 0,1 0 1 0 0,0 1-1 0 0,0-1 1 0 0,0 1-1 0 0,0-1 1 0 0,0 0-1 0 0,-1 1 1 0 0,1-1-1 0 0,0 1 1 0 0,0-1-1 0 0,0 1 1 0 0,0-1-1 0 0,0 0 1 0 0,0 1-1 0 0,0-1 1 0 0,1 1-1 0 0,-1-1 1 0 0,0 0-1 0 0,0 1 1 0 0,0-1-1 0 0,0 1 1 0 0,0-1-1 0 0,1 0 1 0 0,-1 1-1 0 0,0-1 1 0 0,0 0-1 0 0,1 1 1 0 0,-1-1-1 0 0,0 0 1 0 0,0 1-1 0 0,1-1 1 0 0,-1 0-1 0 0,0 0 0 0 0,1 1 1 0 0,0-1 0 0 0,1 1-21 0 0,14-1-20 0 0,-5 0 44 0 0,-3 0-3 0 0,-1 0 0 0 0,1 1 1 0 0,-1 0-1 0 0,1 0 1 0 0,-1 1-1 0 0,1 0 0 0 0,-1 0 1 0 0,8 4-1 0 0,-11-5 13 0 0,-1 0 1 0 0,1 0-1 0 0,0 0 0 0 0,-1 1 0 0 0,1-1 1 0 0,-1 1-1 0 0,0 0 0 0 0,1 0 0 0 0,-1 0 0 0 0,0 1 1 0 0,0-1-1 0 0,0 1 0 0 0,-1 0 0 0 0,1-1 1 0 0,-1 1-1 0 0,1 0 0 0 0,2 5 0 0 0,-4-5 92 0 0,0 0 0 0 0,0-1 0 0 0,0 1 0 0 0,0 0 0 0 0,0 1 0 0 0,-1-1 0 0 0,1 0-1 0 0,-1 0 1 0 0,0 0 0 0 0,0 0 0 0 0,0 0 0 0 0,0 0 0 0 0,0 0 0 0 0,-1 1 0 0 0,-1 4 0 0 0,0-3 99 0 0,0 1 0 0 0,-1-1 0 0 0,1 0 1 0 0,-1 0-1 0 0,0 0 0 0 0,-1 0 0 0 0,-7 9 0 0 0,2-5 143 0 0,-1 1 0 0 0,-1-1 0 0 0,1-1 0 0 0,-1 0 0 0 0,-1-1 0 0 0,-17 9 0 0 0,11-7-100 0 0,0-2 0 0 0,0 0 0 0 0,-1-1 0 0 0,0-1 1 0 0,0-1-1 0 0,-1 0 0 0 0,-35 1 0 0 0,53-5-377 0 0,-1 0 1 0 0,1 0 0 0 0,0 0 0 0 0,-1 0 0 0 0,1-1 0 0 0,0 1 0 0 0,-1-1 0 0 0,1 1-1 0 0,0-1 1 0 0,-1 0 0 0 0,-2-1 0 0 0,-3-8-3082 0 0</inkml:trace>
</inkml:ink>
</file>

<file path=ppt/ink/ink20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6:46.0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273 24 1320 0 0,'39'-17'12276'0'0,"-22"11"-7810"0"0,-16 6-4199 0 0,0-1 0 0 0,0 1 0 0 0,0 0 0 0 0,1 1 0 0 0,-1-1 0 0 0,0 0 0 0 0,0 0 1 0 0,0 0-1 0 0,0 1 0 0 0,1-1 0 0 0,-1 0 0 0 0,2 2 0 0 0,-3-2-186 0 0,0 1 0 0 0,0 0 0 0 0,1-1 0 0 0,-1 1 0 0 0,0-1 0 0 0,0 1 0 0 0,0 0 0 0 0,1-1 0 0 0,-1 1 0 0 0,0 0 0 0 0,0-1 0 0 0,0 1 0 0 0,0-1 0 0 0,0 1 0 0 0,0 0 0 0 0,-1-1 0 0 0,1 1 0 0 0,0 0 0 0 0,0-1 0 0 0,0 1 0 0 0,-1-1 0 0 0,1 1 0 0 0,0 0 0 0 0,-1-1 0 0 0,1 1 0 0 0,-1 0 0 0 0,-50 94 4138 0 0,-38 42-2776 0 0,48-78-909 0 0,0 1-238 0 0,9-14-419 0 0,-32 60 0 0 0,39-67-6048 0 0</inkml:trace>
</inkml:ink>
</file>

<file path=ppt/ink/ink20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6:46.5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 93 2868 0 0,'7'-24'14262'0'0,"-3"16"-12906"0"0,7 0-1232 0 0,1 1 0 0 0,0 0-1 0 0,1 0 1 0 0,0 2-1 0 0,-1-1 1 0 0,2 2 0 0 0,-1-1-1 0 0,1 2 1 0 0,-1 0-1 0 0,1 1 1 0 0,0 0 0 0 0,16 0-1 0 0,-27 2-127 0 0,0 0 0 0 0,0 0 0 0 0,0 0 0 0 0,1 1 0 0 0,-1-1 0 0 0,0 1 0 0 0,0 0 0 0 0,0 0 0 0 0,0 0 0 0 0,-1 0 0 0 0,1 0 0 0 0,0 1 0 0 0,0-1 1 0 0,-1 1-1 0 0,5 3 0 0 0,-5-4 26 0 0,-1 1 1 0 0,1 0-1 0 0,-1 1 1 0 0,1-1 0 0 0,-1 0-1 0 0,0 0 1 0 0,1 1-1 0 0,-1-1 1 0 0,0 1 0 0 0,-1-1-1 0 0,1 1 1 0 0,0-1-1 0 0,-1 1 1 0 0,1 4 0 0 0,-1 2 156 0 0,0 1 0 0 0,-1-1 0 0 0,0 0 0 0 0,-1 0 0 0 0,0 0 0 0 0,0 0 0 0 0,-1 0 1 0 0,-6 12-1 0 0,-1 0 428 0 0,0-1 1 0 0,-2 0 0 0 0,0-1 0 0 0,-29 33 0 0 0,-69 62 2113 0 0,65-71-1587 0 0,28-24-475 0 0,15-17-260 0 0,12 4-104 0 0,-3-6-268 0 0,-1 0 0 0 0,0-1 1 0 0,1 1-1 0 0,-1-1 0 0 0,0-1 0 0 0,0 1 0 0 0,7-4 0 0 0,10-1 12 0 0,275-60 143 0 0,181-44 154 0 0,-374 74-69 0 0,-47 15-764 0 0,-19 5-9969 0 0</inkml:trace>
</inkml:ink>
</file>

<file path=ppt/ink/ink20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6:47.6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 17 2464 0 0,'-40'44'22955'0'0,"35"-39"-21943"0"0,5-5-984 0 0,0 0 0 0 0,0 0 0 0 0,0 0 0 0 0,0 0 0 0 0,0 0 0 0 0,0 0 0 0 0,0 0 0 0 0,0 0 0 0 0,0 0 1 0 0,0 1-1 0 0,0-1 0 0 0,0 0 0 0 0,0 0 0 0 0,0 0 0 0 0,0 0 0 0 0,0 0 0 0 0,0 0 0 0 0,0 0 0 0 0,0 0 1 0 0,0 0-1 0 0,-1 1 365 0 0,1-1-365 0 0,0 0 0 0 0,0 0 0 0 0,0 0 0 0 0,0 0 1 0 0,0 0-1 0 0,0 1 0 0 0,0-1 0 0 0,0 0 0 0 0,0 0 0 0 0,0 0 0 0 0,-1 0 0 0 0,170-29 394 0 0,32-5-340 0 0,-181 30 806 0 0,-15 2-2724 0 0</inkml:trace>
</inkml:ink>
</file>

<file path=ppt/ink/ink20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6:48.1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209 74 1892 0 0,'15'-20'4893'0'0,"-12"18"-4228"0"0,-1 0-1 0 0,0-1 0 0 0,0 1 1 0 0,1-1-1 0 0,-2 0 0 0 0,1 1 0 0 0,0-1 1 0 0,-1 0-1 0 0,1 0 0 0 0,-1-1 1 0 0,0 1-1 0 0,0 0 0 0 0,1-6 0 0 0,-2 9-629 0 0,0-1 0 0 0,0 1-1 0 0,0-1 1 0 0,0 1 0 0 0,0 0-1 0 0,0-1 1 0 0,-1 1 0 0 0,1 0-1 0 0,0-1 1 0 0,0 1-1 0 0,0 0 1 0 0,-1-1 0 0 0,1 1-1 0 0,0 0 1 0 0,0-1 0 0 0,-1 1-1 0 0,1 0 1 0 0,0 0-1 0 0,-1-1 1 0 0,1 1 0 0 0,0 0-1 0 0,-1 0 1 0 0,1 0 0 0 0,0-1-1 0 0,-1 1 1 0 0,1 0 0 0 0,0 0-1 0 0,-1 0 1 0 0,1 0-1 0 0,-1 0 1 0 0,1 0 0 0 0,0 0-1 0 0,-1 0 1 0 0,1 0 0 0 0,-1 0-1 0 0,1 0 1 0 0,0 0-1 0 0,-1 0 1 0 0,0 0 0 0 0,-15 4 318 0 0,15-4-377 0 0,-21 8 206 0 0,0 0 0 0 0,1 2 0 0 0,0 1 0 0 0,0 0 0 0 0,-18 15 0 0 0,13-9-76 0 0,24-16-96 0 0,0 0 0 0 0,1 0 0 0 0,-1 0 0 0 0,1 0 0 0 0,-1 0 0 0 0,1 1 0 0 0,0-1 0 0 0,-1 0 0 0 0,1 1 0 0 0,0 0-1 0 0,-2 2 1 0 0,3-4-4 0 0,0 1-1 0 0,0-1 0 0 0,-1 1 1 0 0,1 0-1 0 0,0-1 0 0 0,0 1 1 0 0,0-1-1 0 0,0 1 0 0 0,0-1 0 0 0,0 1 1 0 0,0-1-1 0 0,0 1 0 0 0,1-1 1 0 0,-1 1-1 0 0,0-1 0 0 0,0 1 0 0 0,0-1 1 0 0,0 1-1 0 0,1-1 0 0 0,-1 1 1 0 0,0-1-1 0 0,1 1 0 0 0,-1-1 1 0 0,0 1-1 0 0,1-1 0 0 0,0 1 0 0 0,3 2 18 0 0,0 0-1 0 0,1 0 0 0 0,0-1 0 0 0,-1 1 0 0 0,1-1 0 0 0,9 2 0 0 0,-12-3-24 0 0,22 8-54 0 0,0 0 0 0 0,41 25 1 0 0,-59-30 207 0 0,1-1 1 0 0,-2 2 0 0 0,1-1 0 0 0,0 1 0 0 0,-1 0-1 0 0,0 0 1 0 0,0 0 0 0 0,0 1 0 0 0,-1-1-1 0 0,1 1 1 0 0,-1 0 0 0 0,-1 1 0 0 0,1-1-1 0 0,-1 1 1 0 0,3 9 0 0 0,-5-12 109 0 0,0 0-1 0 0,0-1 1 0 0,-1 1 0 0 0,0 0 0 0 0,0-1-1 0 0,0 1 1 0 0,0 0 0 0 0,0 0-1 0 0,-1-1 1 0 0,1 1 0 0 0,-1 0-1 0 0,0-1 1 0 0,0 1 0 0 0,0-1 0 0 0,-1 1-1 0 0,-2 4 1 0 0,1-3-53 0 0,0-1 0 0 0,-1 0-1 0 0,1 0 1 0 0,-1 0 0 0 0,0 0 0 0 0,0 0 0 0 0,0-1 0 0 0,-1 0-1 0 0,1 0 1 0 0,-7 3 0 0 0,-2 0-35 0 0,0 0 0 0 0,0-1-1 0 0,-1-1 1 0 0,0 0 0 0 0,0 0 0 0 0,-1-2-1 0 0,-14 2 1 0 0,24-4-343 0 0,1 0-1 0 0,0 0 0 0 0,-1 0 1 0 0,1 0-1 0 0,-1-1 1 0 0,1 0-1 0 0,0 0 1 0 0,-1 0-1 0 0,1 0 1 0 0,0-1-1 0 0,0 0 0 0 0,0 0 1 0 0,-4-2-1 0 0,6 3-168 0 0,0-1-1 0 0,1 1 1 0 0,-1 0 0 0 0,1-1-1 0 0,-1 1 1 0 0,1-1-1 0 0,0 1 1 0 0,0-1-1 0 0,-1 0 1 0 0,1 1-1 0 0,0-1 1 0 0,1 0-1 0 0,-1 0 1 0 0,0 0-1 0 0,0 0 1 0 0,1 0 0 0 0,-1 1-1 0 0,1-1 1 0 0,0 0-1 0 0,-1-1 1 0 0,1 1-1 0 0,0 0 1 0 0,0 0-1 0 0,0 0 1 0 0,1 0-1 0 0,-1 0 1 0 0,0 0-1 0 0,2-3 1 0 0,8-27-7526 0 0,-1 15 495 0 0</inkml:trace>
</inkml:ink>
</file>

<file path=ppt/ink/ink20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6:48.3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0 101 2924 0 0,'7'-24'12588'0'0,"-5"22"-12108"0"0,-1-1 0 0 0,1 0 0 0 0,-1 1 0 0 0,1-1 1 0 0,0 1-1 0 0,0-1 0 0 0,0 1 0 0 0,0 0 0 0 0,0 0 0 0 0,5-3 0 0 0,-1 1-394 0 0,0 2-1 0 0,1-1 1 0 0,-1 0-1 0 0,10-1 1 0 0,19-6-814 0 0,48-6 1 0 0,-46 12-3260 0 0,-3 2-3332 0 0</inkml:trace>
</inkml:ink>
</file>

<file path=ppt/ink/ink20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6:48.6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597 1 1244 0 0,'-13'5'15656'0'0,"5"-1"-14465"0"0,2 1 0 0 0,-1-1-1 0 0,0 1 1 0 0,1 1 0 0 0,0-1-1 0 0,-10 13 1 0 0,-32 47 1447 0 0,32-41-1690 0 0,-217 310 2987 0 0,156-221-3921 0 0,-21 33-17 0 0,65-103 3 0 0,19-30-1391 0 0,11-12 301 0 0,3-1 1000 0 0,0 0-1 0 0,0 0 0 0 0,0 0 0 0 0,-1 0 0 0 0,1 0 1 0 0,0 0-1 0 0,0 0 0 0 0,-1 0 0 0 0,1 0 1 0 0,-3-6-2133 0 0,3 5 1962 0 0,-1 1 0 0 0,1-1 0 0 0,0 0 1 0 0,0 0-1 0 0,0 0 0 0 0,0 0 1 0 0,0 0-1 0 0,1 1 0 0 0,-1-1 0 0 0,0 0 1 0 0,0 0-1 0 0,0 0 0 0 0,1 0 1 0 0,-1 1-1 0 0,1-1 0 0 0,-1 0 0 0 0,1-1 1 0 0,13-15-4345 0 0</inkml:trace>
</inkml:ink>
</file>

<file path=ppt/ink/ink2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6:49.1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70 120 600 0 0,'5'-14'8281'0'0,"-1"2"-4818"0"0,10-24 3003 0 0,-12 32-6329 0 0,1 0 0 0 0,0 0 0 0 0,0 0 0 0 0,0 1 1 0 0,0-1-1 0 0,1 1 0 0 0,-1 0 0 0 0,1 0 0 0 0,0 0 1 0 0,0 1-1 0 0,0-1 0 0 0,8-3 0 0 0,-8 4-125 0 0,1 0-1 0 0,0 1 1 0 0,0-1-1 0 0,0 1 1 0 0,0 0-1 0 0,1 0 1 0 0,-1 0-1 0 0,0 1 1 0 0,0-1 0 0 0,1 1-1 0 0,-1 1 1 0 0,0-1-1 0 0,0 1 1 0 0,0 0-1 0 0,1 0 1 0 0,-1 0-1 0 0,0 1 1 0 0,9 4-1 0 0,-11-4-8 0 0,1 0 0 0 0,-1 0 0 0 0,1 0 0 0 0,-1 1 0 0 0,0-1 0 0 0,0 1 0 0 0,0 0 0 0 0,0 0 0 0 0,-1 0 0 0 0,1 0 0 0 0,-1 1 0 0 0,0-1 0 0 0,0 1 0 0 0,0-1 0 0 0,0 1 0 0 0,0 0 0 0 0,-1 0 0 0 0,0-1 0 0 0,0 1 0 0 0,0 0 0 0 0,0 0 0 0 0,0 0 0 0 0,-1 1 0 0 0,0-1 0 0 0,0 7 0 0 0,-2-1 125 0 0,1-1 0 0 0,-1 0 1 0 0,-1 1-1 0 0,0-1 0 0 0,0 0 0 0 0,-1-1 1 0 0,0 1-1 0 0,0-1 0 0 0,-1 0 0 0 0,0 0 1 0 0,-1 0-1 0 0,-11 12 0 0 0,-8 7 1428 0 0,-55 44 0 0 0,66-59-1052 0 0,-37 26 1073 0 0,29-21-635 0 0,-28 25-1 0 0,49-41-601 0 0,2 0-326 0 0,-1 0 1 0 0,1-1 0 0 0,0 1-1 0 0,0-1 1 0 0,0 1-1 0 0,0-1 1 0 0,0 1-1 0 0,0-1 1 0 0,0 0 0 0 0,0 0-1 0 0,0 1 1 0 0,0-1-1 0 0,0 0 1 0 0,0 0 0 0 0,0 0-1 0 0,1 0 1 0 0,428-55 26 0 0,-381 46-207 0 0,78-24 1 0 0,-123 31-556 0 0,0 0 0 0 0,0 0 1 0 0,0 0-1 0 0,0-1 0 0 0,-1 1 0 0 0,1-1 1 0 0,-1 0-1 0 0,5-5 0 0 0</inkml:trace>
</inkml:ink>
</file>

<file path=ppt/ink/ink2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6:44.0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 54 2392 0 0,'-21'-10'22514'0'0,"162"-7"-21126"0"0,-12 2-962 0 0,-126 15-330 0 0,3 0-46 0 0,-1 0 0 0 0,0 0 0 0 0,0-1 0 0 0,0 1 0 0 0,0-1 0 0 0,0 0 0 0 0,9-3 0 0 0,-12 3-31 0 0,9 0-170 0 0,7-1-7621 0 0</inkml:trace>
</inkml:ink>
</file>

<file path=ppt/ink/ink2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6:44.5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16 141 1744 0 0,'0'-3'2820'0'0,"2"-23"3809"0"0,1-11-241 0 0,-3 32-5873 0 0,1 0 0 0 0,0 1 0 0 0,0-1-1 0 0,1 1 1 0 0,2-7 0 0 0,-2 9-458 0 0,-1-1 1 0 0,1 1-1 0 0,0 0 1 0 0,0-1-1 0 0,0 1 0 0 0,0 0 1 0 0,0 0-1 0 0,0 0 1 0 0,1 1-1 0 0,-1-1 0 0 0,0 1 1 0 0,1-1-1 0 0,0 1 1 0 0,-1 0-1 0 0,1 0 1 0 0,5-2-1 0 0,2 1-20 0 0,0 0-1 0 0,0 0 1 0 0,10 0 0 0 0,-16 2-19 0 0,2 0-13 0 0,0-1 0 0 0,0 1 0 0 0,0 1 0 0 0,0-1 0 0 0,1 1 0 0 0,-1 0 0 0 0,0 0 0 0 0,0 1 0 0 0,-1 0 0 0 0,1 0-1 0 0,0 0 1 0 0,0 1 0 0 0,-1 0 0 0 0,0 0 0 0 0,1 0 0 0 0,-1 1 0 0 0,0-1 0 0 0,-1 1 0 0 0,1 1 0 0 0,-1-1 0 0 0,0 1 0 0 0,6 7-1 0 0,-6-5 25 0 0,0-1-1 0 0,0 1 1 0 0,-1 0-1 0 0,0 0 0 0 0,0 0 1 0 0,-1 1-1 0 0,0-1 1 0 0,-1 1-1 0 0,1-1 0 0 0,-1 1 1 0 0,-1 0-1 0 0,1-1 0 0 0,-1 1 1 0 0,-1 0-1 0 0,1-1 1 0 0,-1 1-1 0 0,-3 7 0 0 0,-2 9 265 0 0,-2-1-1 0 0,-1-1 0 0 0,0 0 0 0 0,-2 0 0 0 0,0-1 0 0 0,-23 30 0 0 0,-97 111 2288 0 0,70-91-1648 0 0,59-69-774 0 0,3-1-142 0 0,-1 0 0 0 0,0 0 1 0 0,1-1-1 0 0,0 1 0 0 0,-1 0 0 0 0,1 0 0 0 0,-1 0 1 0 0,1 0-1 0 0,0-1 0 0 0,0 1 0 0 0,-1 0 0 0 0,1-1 1 0 0,0 1-1 0 0,0 0 0 0 0,0-1 0 0 0,0 1 0 0 0,0-1 1 0 0,0 1-1 0 0,0-1 0 0 0,0 0 0 0 0,0 1 0 0 0,0-1 1 0 0,0 0-1 0 0,0 0 0 0 0,0 0 0 0 0,0 0 0 0 0,0 0 1 0 0,0 0-1 0 0,2 0 0 0 0,38 0 4 0 0,-36 0 3 0 0,266-13-2256 0 0,-95-1-6328 0 0</inkml:trace>
</inkml:ink>
</file>

<file path=ppt/ink/ink2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6:49.8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 39 1672 0 0,'6'-25'13973'0'0,"2"12"-9816"0"0,-10 32-3438 0 0,0 4-79 0 0,-22 254 3248 0 0,3-47-3226 0 0,20-214-810 0 0,-4 76-5147 0 0</inkml:trace>
</inkml:ink>
</file>

<file path=ppt/ink/ink2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6:51.0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295 107 1856 0 0,'-24'-18'18164'0'0,"21"14"-17237"0"0,13-2-776 0 0,-1 2 0 0 0,1-1 0 0 0,0 1 0 0 0,1 1 0 0 0,-1 0 0 0 0,1 0 0 0 0,-1 1 0 0 0,14-1 1 0 0,10-3-37 0 0,67-12 24 0 0,152-7 0 0 0,-211 24-134 0 0,-35 0-16 0 0,0 1 3 0 0,1-1 0 0 0,-1 2 0 0 0,0-1 0 0 0,8 2 0 0 0,-12-2 8 0 0,-1 1 0 0 0,1 0 1 0 0,0 0-1 0 0,-1 0 0 0 0,1 1 0 0 0,-1-1 1 0 0,0 1-1 0 0,1-1 0 0 0,-1 1 0 0 0,0 0 1 0 0,0 0-1 0 0,0 0 0 0 0,2 3 0 0 0,4 4 36 0 0,-1 1-1 0 0,-1 0 0 0 0,0 0 0 0 0,0 1 0 0 0,-1 0 0 0 0,-1 0 0 0 0,6 18 0 0 0,14 86 576 0 0,-18-81-446 0 0,16 109 1308 0 0,5 282 1 0 0,-54 147 425 0 0,-21-82-50 0 0,-20 250-1018 0 0,33 395-61 0 0,45-787-648 0 0,-6 541 193 0 0,-38-552-66 0 0,15-184-178 0 0,1-30-71 0 0,15-106 0 0 0,1-3 0 0 0,-13 44 0 0 0,11-42 0 0 0,-1 1 0 0 0,0-1 0 0 0,2-4 0 0 0,-2 1 0 0 0,1-3 0 0 0,1 1 0 0 0,-1-1 0 0 0,-3-1 0 0 0,-8-4 0 0 0,-168 23-2454 0 0,49-10-279 0 0,67-6 369 0 0,-149 22-9405 0 0,107-20 726 0 0</inkml:trace>
</inkml:ink>
</file>

<file path=ppt/ink/ink2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7:04.9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435 111 272 0 0,'-2'-56'9652'0'0,"2"53"-9184"0"0,0 0 1 0 0,0 0 0 0 0,-1 0 0 0 0,1 0 0 0 0,-1 0-1 0 0,0 0 1 0 0,0 0 0 0 0,0 0 0 0 0,-2-4-1 0 0,-1-2 424 0 0,3 8-432 0 0,-3-3 106 0 0,4 4-539 0 0,-1-1 1 0 0,1 1-1 0 0,0 0 0 0 0,0-1 1 0 0,0 1-1 0 0,-1 0 0 0 0,1-1 1 0 0,0 1-1 0 0,0 0 0 0 0,-1-1 1 0 0,1 1-1 0 0,0 0 0 0 0,-1-1 1 0 0,1 1-1 0 0,0 0 0 0 0,-1 0 1 0 0,1 0-1 0 0,0-1 0 0 0,-1 1 1 0 0,1 0-1 0 0,-1 0 0 0 0,1 0 1 0 0,0 0-1 0 0,-1 0 0 0 0,-3-1 10 0 0,1 1 1 0 0,-1 0-1 0 0,0 0 0 0 0,1 1 0 0 0,-1-1 0 0 0,1 1 0 0 0,-1-1 0 0 0,1 1 0 0 0,-1 0 1 0 0,1 1-1 0 0,0-1 0 0 0,-1 1 0 0 0,1-1 0 0 0,0 1 0 0 0,0 0 0 0 0,0 0 0 0 0,0 0 1 0 0,1 0-1 0 0,-1 1 0 0 0,0-1 0 0 0,-3 6 0 0 0,-9 8-5 0 0,1 1 0 0 0,-15 26 0 0 0,22-32 8 0 0,-34 53 169 0 0,2 2 1 0 0,4 2-1 0 0,3 2 1 0 0,3 0-1 0 0,-37 138 1 0 0,58-176-91 0 0,2 1 1 0 0,-5 61-1 0 0,11-84-87 0 0,-1 0 0 0 0,2 0 1 0 0,-1 0-1 0 0,2 0 0 0 0,-1 0 0 0 0,1 0 1 0 0,1 0-1 0 0,0-1 0 0 0,0 1 0 0 0,1-1 0 0 0,0 0 1 0 0,0 0-1 0 0,10 14 0 0 0,-9-18-16 0 0,-1-1 0 0 0,0 0 0 0 0,1 0 0 0 0,0 0 1 0 0,-1-1-1 0 0,2 1 0 0 0,-1-1 0 0 0,0 0 0 0 0,1-1 0 0 0,-1 0 0 0 0,1 1 0 0 0,0-2 0 0 0,-1 1 0 0 0,1-1 0 0 0,0 0 0 0 0,0 0 0 0 0,0 0 1 0 0,0-1-1 0 0,0 0 0 0 0,0 0 0 0 0,0-1 0 0 0,7 0 0 0 0,9-3-2 0 0,0-1 1 0 0,0 0-1 0 0,0-2 1 0 0,31-13-1 0 0,-21 6-11 0 0,-1-2 0 0 0,0-1-1 0 0,-1-2 1 0 0,-1 0 0 0 0,-1-2-1 0 0,-1-2 1 0 0,0 0 0 0 0,-2-1-1 0 0,-1-2 1 0 0,-1 0 0 0 0,29-45-1 0 0,-38 50-8 0 0,-1-1-1 0 0,-1 0 0 0 0,-1-1 0 0 0,-1-1 1 0 0,-1 1-1 0 0,-2-1 0 0 0,0-1 1 0 0,-1 0-1 0 0,-1 0 0 0 0,-2 0 0 0 0,0 0 1 0 0,-2 0-1 0 0,0-1 0 0 0,-2 1 1 0 0,-1-1-1 0 0,-8-37 0 0 0,7 51 3 0 0,0 2-1 0 0,0-1 0 0 0,-1 0 1 0 0,-1 1-1 0 0,0-1 1 0 0,0 1-1 0 0,-1 1 0 0 0,0-1 1 0 0,-1 1-1 0 0,0 0 1 0 0,0 0-1 0 0,-11-9 0 0 0,12 13 4 0 0,-1 0-1 0 0,0 0 1 0 0,0 1-1 0 0,0-1 0 0 0,0 2 1 0 0,0-1-1 0 0,-1 1 1 0 0,0 0-1 0 0,0 0 0 0 0,0 1 1 0 0,0 0-1 0 0,0 1 1 0 0,0 0-1 0 0,0 0 0 0 0,0 1 1 0 0,0-1-1 0 0,-14 3 1 0 0,0 2 7 0 0,1 0 0 0 0,-1 1 0 0 0,1 2 1 0 0,1 0-1 0 0,-1 1 0 0 0,1 1 0 0 0,1 1 1 0 0,-32 20-1 0 0,26-12 3 0 0,1 1 1 0 0,0 0-1 0 0,2 2 0 0 0,0 1 1 0 0,-31 41-1 0 0,47-56-5 0 0,0 1 0 0 0,1 1 0 0 0,0-1 0 0 0,1 1-1 0 0,0-1 1 0 0,0 1 0 0 0,1 1 0 0 0,0-1 0 0 0,1 0 0 0 0,-2 15-1 0 0,3-18-3 0 0,1 0-1 0 0,0 0 0 0 0,0 0 0 0 0,1-1 0 0 0,0 1 0 0 0,0 0 0 0 0,0-1 1 0 0,0 1-1 0 0,1-1 0 0 0,0 1 0 0 0,0-1 0 0 0,1 0 0 0 0,0 0 0 0 0,0 0 1 0 0,0 0-1 0 0,0 0 0 0 0,1-1 0 0 0,6 8 0 0 0,27 20 12 0 0,2-1 0 0 0,1-2 0 0 0,84 46-1 0 0,36 25 141 0 0,32 48 1231 0 0,-62-44-1000 0 0,-128-103-514 0 0,0 0 0 0 0,0 1 0 0 0,-1-1-1 0 0,1 0 1 0 0,0 0 0 0 0,0 0 0 0 0,1-1-1 0 0,-1 1 1 0 0,0 0 0 0 0,0-1 0 0 0,0 1 0 0 0,0-1-1 0 0,1 0 1 0 0,-1 0 0 0 0,0 0 0 0 0,0 0-1 0 0,1 0 1 0 0,-1 0 0 0 0,0 0 0 0 0,2-1-1 0 0,4-2-1402 0 0,-2 1-1 0 0,1-1 1 0 0,0 0 0 0 0,9-6-1 0 0,-8 4-1021 0 0</inkml:trace>
</inkml:ink>
</file>

<file path=ppt/ink/ink2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7:05.2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69 1128 0 0,'4'-22'16965'0'0,"-5"13"-13919"0"0,0-6 2176 0 0,1-7-3563 0 0</inkml:trace>
</inkml:ink>
</file>

<file path=ppt/ink/ink2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7:08.1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268 58 1812 0 0,'-13'-50'9728'0'0,"13"48"-9199"0"0,-8-2 1079 0 0,8 4-1589 0 0,0 0 1 0 0,0 0-1 0 0,0 0 1 0 0,0-1-1 0 0,-1 1 1 0 0,1 0-1 0 0,0 0 0 0 0,0 0 1 0 0,0 0-1 0 0,-1 0 1 0 0,1 0-1 0 0,0 0 1 0 0,0-1-1 0 0,0 1 1 0 0,-1 0-1 0 0,1 0 0 0 0,0 0 1 0 0,0 0-1 0 0,0 0 1 0 0,-1 0-1 0 0,1 0 1 0 0,0 0-1 0 0,0 0 0 0 0,0 0 1 0 0,-1 0-1 0 0,1 0 1 0 0,0 0-1 0 0,0 0 1 0 0,-1 1-1 0 0,1-1 1 0 0,0 0-1 0 0,0 0 0 0 0,0 0 1 0 0,-1 0-1 0 0,1 0 1 0 0,0 0-1 0 0,0 0 1 0 0,0 1-1 0 0,0-1 1 0 0,0 0-1 0 0,-1 0 0 0 0,1 0 1 0 0,0 0-1 0 0,0 1 1 0 0,0-1-1 0 0,0 0 1 0 0,0 0-1 0 0,0 0 1 0 0,0 1-1 0 0,-1-1 0 0 0,1 0 1 0 0,0 0-1 0 0,0 1 1 0 0,-2 2 133 0 0,0 1 0 0 0,1 0 0 0 0,-1 0 0 0 0,1 0 0 0 0,-1 0 0 0 0,1 0 1 0 0,0 0-1 0 0,0 5 0 0 0,-2 5 190 0 0,-92 450 4390 0 0,23-100-3263 0 0,54-273-1308 0 0,-13 53 112 0 0,26-127-1382 0 0,13-56-12491 0 0,-1 19 7623 0 0</inkml:trace>
</inkml:ink>
</file>

<file path=ppt/ink/ink2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7:08.4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88 205 1556 0 0,'-17'-12'3353'0'0,"-43"-25"8439"0"0,58 36-11233 0 0,1 0-477 0 0,1 1 0 0 0,-1 0 0 0 0,1 0 0 0 0,-1-1 0 0 0,1 1 0 0 0,-1-1 0 0 0,1 1 0 0 0,-1 0 1 0 0,1-1-1 0 0,-1 1 0 0 0,1-1 0 0 0,0 1 0 0 0,-1-1 0 0 0,1 1 0 0 0,0-1 0 0 0,-1 0 1 0 0,1 1-1 0 0,0-1 0 0 0,7-4 45 0 0,0 1 0 0 0,1 0 1 0 0,0 1-1 0 0,0 0 1 0 0,0 0-1 0 0,0 1 0 0 0,1 0 1 0 0,14-2-1 0 0,-3 0-28 0 0,143-39 205 0 0,9-1-571 0 0,-50 21-3604 0 0,-87 21 695 0 0,-10 8-3405 0 0</inkml:trace>
</inkml:ink>
</file>

<file path=ppt/ink/ink2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7:08.6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136 3 2300 0 0,'-118'76'13060'0'0,"117"-75"-12860"0"0,-1-1 1 0 0,1 1-1 0 0,-1 0 1 0 0,1 0-1 0 0,-1 0 0 0 0,1 0 1 0 0,0 0-1 0 0,0 1 1 0 0,0-1-1 0 0,-1 0 0 0 0,0 3 1 0 0,2-4-164 0 0,0 0 0 0 0,0 0 0 0 0,0 1 0 0 0,0-1 0 0 0,0 0 0 0 0,0 0 0 0 0,0 1 0 0 0,0-1 1 0 0,0 0-1 0 0,0 0 0 0 0,0 1 0 0 0,1-1 0 0 0,-1 0 0 0 0,0 0 0 0 0,0 0 0 0 0,0 1 0 0 0,0-1 0 0 0,0 0 0 0 0,1 0 0 0 0,-1 0 1 0 0,0 1-1 0 0,0-1 0 0 0,0 0 0 0 0,1 0 0 0 0,-1 0 0 0 0,0 0 0 0 0,0 0 0 0 0,1 1 0 0 0,-1-1 0 0 0,0 0 0 0 0,0 0 0 0 0,1 0 0 0 0,-1 0 1 0 0,0 0-1 0 0,0 0 0 0 0,1 0 0 0 0,-1 0 0 0 0,0 0 0 0 0,1 0 0 0 0,33-1 757 0 0,159-34-23 0 0,129-17-2460 0 0,-225 45-2122 0 0,-32 3-3278 0 0,-61 4 6402 0 0,15 0-4446 0 0</inkml:trace>
</inkml:ink>
</file>

<file path=ppt/ink/ink2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7:08.9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89 31 1908 0 0,'8'-31'19259'0'0,"-8"34"-19040"0"0,0 1 1 0 0,0-1-1 0 0,0 0 1 0 0,0 0 0 0 0,-1 0-1 0 0,0 0 1 0 0,1 0 0 0 0,-3 4-1 0 0,1 2 133 0 0,-81 299 2035 0 0,81-299-2405 0 0,0 0-1 0 0,1 0 0 0 0,0 0 1 0 0,1 0-1 0 0,0 0 0 0 0,2 12 1 0 0,-2-20-59 0 0,0 0 1 0 0,0-1 0 0 0,0 1 0 0 0,0 0 0 0 0,1 0-1 0 0,-1 0 1 0 0,0-1 0 0 0,1 1 0 0 0,-1 0 0 0 0,0 0-1 0 0,1-1 1 0 0,-1 1 0 0 0,1 0 0 0 0,-1-1 0 0 0,1 1-1 0 0,-1 0 1 0 0,1-1 0 0 0,0 1 0 0 0,-1-1 0 0 0,1 1-1 0 0,0-1 1 0 0,0 0 0 0 0,-1 1 0 0 0,1-1 0 0 0,0 1-1 0 0,0-1 1 0 0,0 0 0 0 0,1 0-157 0 0,0 1 0 0 0,0-1 0 0 0,0-1 0 0 0,0 1 0 0 0,0 0 0 0 0,0 0 0 0 0,0-1 0 0 0,0 1 0 0 0,0-1 0 0 0,0 0 0 0 0,2 0 0 0 0,4-4-1339 0 0,1 1-1 0 0,-1-1 0 0 0,12-10 0 0 0,1-3-3266 0 0,0-4-2449 0 0</inkml:trace>
</inkml:ink>
</file>

<file path=ppt/ink/ink2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7:09.1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120 47 1532 0 0,'-10'-12'2028'0'0,"-1"2"-184"0"0,3 5 757 0 0,-9-5-901 0 0,-2 2-696 0 0,3 6-356 0 0,1 4-604 0 0,3 4-528 0 0,5 8-1532 0 0,3 3-4481 0 0</inkml:trace>
</inkml:ink>
</file>

<file path=ppt/ink/ink2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7:09.6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81 2796 0 0,'8'9'10948'0'0,"2"-5"-10500"0"0,-1 1 0 0 0,1 1 1 0 0,-1 0-1 0 0,0 0 0 0 0,0 0 0 0 0,-1 1 0 0 0,0 1 0 0 0,0-1 1 0 0,10 13-1 0 0,-13-13-341 0 0,0 0 1 0 0,-1 0 0 0 0,0 0-1 0 0,0 1 1 0 0,0-1-1 0 0,-1 1 1 0 0,0 0-1 0 0,-1 0 1 0 0,0 0 0 0 0,0 0-1 0 0,0 1 1 0 0,-1-1-1 0 0,0 10 1 0 0,-1-6-48 0 0,-1-1 1 0 0,0 1-1 0 0,-1-1 1 0 0,0 1-1 0 0,-6 17 0 0 0,6-23-41 0 0,-1 0-1 0 0,1 0 0 0 0,-1 0 0 0 0,0-1 0 0 0,-1 1 0 0 0,1-1 0 0 0,-1 0 0 0 0,0 0 0 0 0,0 0 0 0 0,-1 0 0 0 0,-6 5 0 0 0,9-9-11 0 0,0 0 0 0 0,1 0 1 0 0,-1 0-1 0 0,0 0 0 0 0,0 0 0 0 0,0-1 0 0 0,0 1 0 0 0,0-1 1 0 0,0 1-1 0 0,0-1 0 0 0,0 0 0 0 0,0 0 0 0 0,0 0 0 0 0,0 0 0 0 0,-3-1 1 0 0,3 1-13 0 0,0 0 8 0 0,1-1 0 0 0,0 0 0 0 0,0 0 0 0 0,0 1-1 0 0,0-1 1 0 0,-1 0 0 0 0,1 0 0 0 0,0 0 0 0 0,0 0 0 0 0,1 0-1 0 0,-1-1 1 0 0,0 1 0 0 0,0 0 0 0 0,0 0 0 0 0,1 0 0 0 0,-1-1 0 0 0,1 1-1 0 0,-1 0 1 0 0,0-2 0 0 0,1 1 2 0 0,-2-4-5 0 0,0 0 1 0 0,1 0 0 0 0,0 0 0 0 0,0 0 0 0 0,1-1-1 0 0,-1 1 1 0 0,1 0 0 0 0,1 0 0 0 0,-1-1 0 0 0,3-9-1 0 0,2-7 4 0 0,11-31 0 0 0,-10 36-8 0 0,2 1-1 0 0,0 0 0 0 0,0 0 1 0 0,2 1-1 0 0,0 0 0 0 0,1 0 1 0 0,0 1-1 0 0,2 1 0 0 0,-1 0 1 0 0,20-15-1 0 0,-22 20 4 0 0,0 1 1 0 0,1 0-1 0 0,0 1 0 0 0,0 0 0 0 0,1 1 0 0 0,0 0 0 0 0,0 1 0 0 0,1 0 1 0 0,-1 1-1 0 0,1 0 0 0 0,0 1 0 0 0,0 1 0 0 0,0 0 0 0 0,0 1 0 0 0,18 0 1 0 0,-26 1 7 0 0,1 0 1 0 0,-1 1 0 0 0,1 0-1 0 0,-1 0 1 0 0,1 1 0 0 0,-1-1-1 0 0,1 1 1 0 0,-1 0 0 0 0,0 1 0 0 0,0-1-1 0 0,0 1 1 0 0,-1 0 0 0 0,1 0-1 0 0,0 1 1 0 0,-1-1 0 0 0,0 1-1 0 0,6 7 1 0 0,-6-5 19 0 0,0-1 0 0 0,-1 1 0 0 0,0-1 0 0 0,0 1 0 0 0,0 0 0 0 0,-1 0 0 0 0,0 1 0 0 0,0-1 0 0 0,0 0 0 0 0,-1 1 0 0 0,0-1 0 0 0,0 1 1 0 0,-1-1-1 0 0,0 13 0 0 0,-3 6 46 0 0,-1-1 1 0 0,-1 0-1 0 0,-15 45 1 0 0,-6 23-1722 0 0,26-89 1425 0 0,-1-1-1 0 0,1 1 1 0 0,0 0 0 0 0,0-1-1 0 0,0 1 1 0 0,1 0 0 0 0,-1-1-1 0 0,0 1 1 0 0,1 0 0 0 0,0-1-1 0 0,1 4 1 0 0,-2-5-95 0 0,1 0 0 0 0,-1 0-1 0 0,1 1 1 0 0,0-1 0 0 0,0 0 0 0 0,-1 0 0 0 0,1 0 0 0 0,0 0-1 0 0,0 0 1 0 0,0 0 0 0 0,0 0 0 0 0,0-1 0 0 0,0 1 0 0 0,1 0-1 0 0,-1 0 1 0 0,0-1 0 0 0,0 1 0 0 0,0-1 0 0 0,1 1 0 0 0,-1-1-1 0 0,0 0 1 0 0,1 1 0 0 0,-1-1 0 0 0,0 0 0 0 0,1 0 0 0 0,-1 0-1 0 0,0 0 1 0 0,2 0 0 0 0,24-2-4996 0 0</inkml:trace>
</inkml:ink>
</file>

<file path=ppt/ink/ink2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7:10.1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378 620 1884 0 0,'6'-11'1870'0'0,"1"1"-1"0"0,6-18 0 0 0,-11 24-1378 0 0,-1 0 0 0 0,1 0 0 0 0,-1 0 0 0 0,0 0 0 0 0,0 0 0 0 0,-1 0 0 0 0,1-1 0 0 0,-1 1 0 0 0,0 0 0 0 0,0-7 0 0 0,0 10-345 0 0,-1-1 0 0 0,1 0-1 0 0,0 1 1 0 0,-1-1 0 0 0,1 1-1 0 0,-1-1 1 0 0,1 1 0 0 0,-1 0-1 0 0,0-1 1 0 0,0 1 0 0 0,1-1-1 0 0,-1 1 1 0 0,0 0 0 0 0,0 0-1 0 0,0 0 1 0 0,-1-1 0 0 0,1 1-1 0 0,0 0 1 0 0,-2-1 0 0 0,1 1-71 0 0,1 1 1 0 0,-1 0-1 0 0,1-1 1 0 0,-1 1-1 0 0,1 0 1 0 0,-1 0-1 0 0,1 0 1 0 0,-1 0-1 0 0,1 0 1 0 0,-1 0-1 0 0,1 0 1 0 0,-1 1-1 0 0,1-1 1 0 0,-1 0-1 0 0,1 1 1 0 0,-3 1-1 0 0,-5 2 118 0 0,0 1-1 0 0,1 1 0 0 0,-1 0 1 0 0,-13 12-1 0 0,15-11 186 0 0,-25 20-11 0 0,1 2-1 0 0,1 1 1 0 0,2 1-1 0 0,1 2 1 0 0,2 0-1 0 0,1 2 1 0 0,1 1-1 0 0,3 0 1 0 0,-24 57-1 0 0,40-82-322 0 0,0 0-1 0 0,1 0 0 0 0,0 1 1 0 0,-1 13-1 0 0,4-23-35 0 0,-1 0 0 0 0,1 1 0 0 0,0-1-1 0 0,0 0 1 0 0,0 1 0 0 0,0-1 0 0 0,0 1 0 0 0,1-1 0 0 0,-1 0-1 0 0,1 1 1 0 0,-1-1 0 0 0,1 0 0 0 0,0 0 0 0 0,0 0 0 0 0,0 0-1 0 0,0 1 1 0 0,1-1 0 0 0,-1 0 0 0 0,0-1 0 0 0,1 1-1 0 0,-1 0 1 0 0,1 0 0 0 0,0-1 0 0 0,0 1 0 0 0,-1-1 0 0 0,4 3-1 0 0,-2-3-5 0 0,0 0 0 0 0,0 0 0 0 0,0-1 0 0 0,1 1 0 0 0,-1-1-1 0 0,0 1 1 0 0,0-1 0 0 0,0 0 0 0 0,0 0 0 0 0,0 0 0 0 0,0-1 0 0 0,1 1-1 0 0,-1-1 1 0 0,0 0 0 0 0,4-1 0 0 0,45-22-75 0 0,-50 23 68 0 0,19-12-111 0 0,0-1 0 0 0,-1-1-1 0 0,0-1 1 0 0,-2 0 0 0 0,0-2-1 0 0,0 0 1 0 0,-2-1-1 0 0,0-1 1 0 0,17-27 0 0 0,-2-4-156 0 0,-3-2-1 0 0,39-99 1 0 0,-37 72 141 0 0,-4 0-1 0 0,-3-2 1 0 0,-4-1-1 0 0,10-107 1 0 0,-28 183 105 0 0,-1-1 0 0 0,0 0 1 0 0,0 0-1 0 0,-2-8 0 0 0,2 16 25 0 0,0-1 0 0 0,-1 1 0 0 0,1-1 0 0 0,0 1 0 0 0,0-1 0 0 0,0 1 0 0 0,-1-1 0 0 0,1 1 0 0 0,0-1 0 0 0,-1 1 0 0 0,1-1 0 0 0,0 1 0 0 0,-1-1 0 0 0,1 1 0 0 0,-1-1 0 0 0,1 1 0 0 0,0 0 0 0 0,-1-1 0 0 0,1 1 0 0 0,-1 0 0 0 0,1 0 0 0 0,-1-1 0 0 0,1 1 0 0 0,-1 0 0 0 0,0 0 0 0 0,1 0 0 0 0,-1-1 0 0 0,1 1 0 0 0,-1 0 0 0 0,1 0 0 0 0,-1 0 0 0 0,0 0 0 0 0,1 0 0 0 0,-1 0 0 0 0,1 0 0 0 0,-1 0 0 0 0,1 1 0 0 0,-1-1 0 0 0,1 0 0 0 0,-1 0 0 0 0,0 0 0 0 0,1 1 0 0 0,-1-1 0 0 0,1 0 0 0 0,-1 1 0 0 0,-23 14 0 0 0,13-1 34 0 0,0 0-1 0 0,0 0 1 0 0,-15 32 0 0 0,-20 51 209 0 0,46-96-236 0 0,-22 51 149 0 0,3 0 0 0 0,2 1 1 0 0,2 1-1 0 0,2 0 0 0 0,3 1 0 0 0,-4 82 0 0 0,14-118-131 0 0,0 0 0 0 0,1 0 0 0 0,1 0-1 0 0,1 0 1 0 0,1 0 0 0 0,1-1 0 0 0,0 0-1 0 0,13 30 1 0 0,-12-37-328 0 0,0 1 0 0 0,0-1 0 0 0,1-1 0 0 0,1 1 0 0 0,0-1 0 0 0,0-1 0 0 0,1 1 0 0 0,0-1 0 0 0,0-1 0 0 0,1 0 0 0 0,1 0 0 0 0,-1-1 0 0 0,21 10 0 0 0,-14-9-1545 0 0,0-1 0 0 0,0-1-1 0 0,27 6 1 0 0,16 0-5435 0 0</inkml:trace>
</inkml:ink>
</file>

<file path=ppt/ink/ink2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7:10.6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129 985 60 0 0,'-14'9'2582'0'0,"-1"1"-1"0"0,2 0 1 0 0,-22 21 0 0 0,29-24-2093 0 0,0 0 1 0 0,0 0 0 0 0,1 1-1 0 0,0-1 1 0 0,0 1 0 0 0,0 1 0 0 0,1-1-1 0 0,-3 11 1 0 0,6-17-436 0 0,1-1 1 0 0,-1 0-1 0 0,1 1 0 0 0,0-1 0 0 0,0 1 1 0 0,0-1-1 0 0,0 1 0 0 0,0-1 1 0 0,0 1-1 0 0,0-1 0 0 0,0 0 0 0 0,0 1 1 0 0,1-1-1 0 0,-1 1 0 0 0,1-1 1 0 0,-1 0-1 0 0,1 1 0 0 0,-1-1 0 0 0,1 0 1 0 0,0 1-1 0 0,0-1 0 0 0,-1 0 0 0 0,1 0 1 0 0,0 0-1 0 0,0 0 0 0 0,0 0 1 0 0,0 0-1 0 0,3 2 0 0 0,-2-3-22 0 0,0 1-1 0 0,0 0 1 0 0,0-1-1 0 0,0 1 1 0 0,0-1-1 0 0,0 0 1 0 0,0 0-1 0 0,0 0 1 0 0,0 0-1 0 0,0 0 1 0 0,0 0-1 0 0,0 0 1 0 0,0-1-1 0 0,2 0 1 0 0,30-10 95 0 0,-10 1-85 0 0,0-2 1 0 0,-1 0-1 0 0,0-2 1 0 0,-1-1-1 0 0,37-31 1 0 0,-32 20-109 0 0,0-1 1 0 0,-2-1-1 0 0,35-49 0 0 0,-26 23-99 0 0,-2-1-1 0 0,-3-2 0 0 0,-2 0 0 0 0,32-98 0 0 0,-38 80 69 0 0,-2 0-1 0 0,14-125 0 0 0,-30 174 93 0 0,-2 0 1 0 0,-3-51-1 0 0,2 75 4 0 0,0 1 0 0 0,0-1-1 0 0,0 1 1 0 0,-1-1 0 0 0,1 1 0 0 0,0 0 0 0 0,-1-1-1 0 0,1 1 1 0 0,-1-1 0 0 0,1 1 0 0 0,-1 0-1 0 0,0-1 1 0 0,1 1 0 0 0,-1 0 0 0 0,0 0-1 0 0,0 0 1 0 0,0 0 0 0 0,0-1 0 0 0,0 1 0 0 0,0 1-1 0 0,-2-3 1 0 0,1 3 2 0 0,1 0 0 0 0,0-1 0 0 0,0 1 0 0 0,0 0 0 0 0,-1 0 0 0 0,1 0-1 0 0,0 0 1 0 0,0 0 0 0 0,-1 0 0 0 0,1 1 0 0 0,0-1 0 0 0,0 0 0 0 0,0 1 0 0 0,-1-1 0 0 0,1 1 0 0 0,0-1-1 0 0,0 1 1 0 0,0-1 0 0 0,0 1 0 0 0,0 0 0 0 0,0 0 0 0 0,0-1 0 0 0,-1 3 0 0 0,-7 7 14 0 0,0 0 1 0 0,0 1-1 0 0,1 0 1 0 0,1 1-1 0 0,0 0 1 0 0,-10 25-1 0 0,13-29-1 0 0,-37 81 441 0 0,-35 116 0 0 0,60-150-269 0 0,1 1 0 0 0,4 1 0 0 0,-7 85-1 0 0,17-129-166 0 0,1 0 0 0 0,0 0-1 0 0,1 1 1 0 0,1-1 0 0 0,0 0-1 0 0,1 0 1 0 0,0 0 0 0 0,1-1-1 0 0,0 1 1 0 0,1-1 0 0 0,7 13-1 0 0,-8-19-173 0 0,0 1 0 0 0,0-1-1 0 0,1-1 1 0 0,0 1 0 0 0,0-1-1 0 0,0 1 1 0 0,1-2 0 0 0,-1 1-1 0 0,8 4 1 0 0,-7-5-298 0 0,1-1-1 0 0,-1 0 1 0 0,0 0-1 0 0,1-1 0 0 0,-1 0 1 0 0,1 0-1 0 0,0-1 1 0 0,0 1-1 0 0,-1-1 1 0 0,15-1-1 0 0,7-2-3202 0 0,-1-5-1560 0 0</inkml:trace>
</inkml:ink>
</file>

<file path=ppt/ink/ink2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7:11.4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236 210 64 0 0,'17'-184'11031'0'0,"-13"158"-7413"0"0,-5 30-3089 0 0,-41 168 2996 0 0,25-94-2828 0 0,-91 290 1038 0 0,64-231-1401 0 0,35-107-279 0 0,-26 75 285 0 0,35-104-287 0 0,15-25-15 0 0,-8 12-34 0 0,140-205-27 0 0,-126 191-1 0 0,1 1 1 0 0,1 1-1 0 0,1 1 1 0 0,1 1-1 0 0,54-36 1 0 0,-71 54 17 0 0,-1 0 1 0 0,1 0-1 0 0,0 0 1 0 0,0 1-1 0 0,0 0 1 0 0,0 1 0 0 0,1 0-1 0 0,-1 0 1 0 0,1 0-1 0 0,12 1 1 0 0,-17 1 3 0 0,-1 0 0 0 0,1 0 0 0 0,-1 0 0 0 0,0 1 0 0 0,1 0 0 0 0,-1-1 0 0 0,1 1 0 0 0,-1 1 0 0 0,0-1 0 0 0,0 0 0 0 0,1 1-1 0 0,-1 0 1 0 0,0-1 0 0 0,0 1 0 0 0,-1 0 0 0 0,1 1 0 0 0,0-1 0 0 0,-1 0 0 0 0,1 1 0 0 0,-1 0 0 0 0,0-1 0 0 0,0 1 0 0 0,0 0 0 0 0,0 0 0 0 0,0 0 0 0 0,-1 0 0 0 0,3 6 0 0 0,-2-2-6 0 0,0 0 0 0 0,-1 0 0 0 0,1 0 0 0 0,-1 1 0 0 0,-1-1 0 0 0,1 0-1 0 0,-1 1 1 0 0,-1-1 0 0 0,1 0 0 0 0,-1 1 0 0 0,-3 11 0 0 0,-4 7-27 0 0,-20 47 0 0 0,1-4 6 0 0,6-6-647 0 0,21-63 630 0 0,0 1 1 0 0,0 0-1 0 0,0-1 1 0 0,0 1 0 0 0,-1 0-1 0 0,1 0 1 0 0,0-1-1 0 0,0 1 1 0 0,1 0-1 0 0,-1 0 1 0 0,0-1-1 0 0,0 1 1 0 0,0 0-1 0 0,0 0 1 0 0,1-1-1 0 0,-1 1 1 0 0,0 0-1 0 0,1-1 1 0 0,-1 1-1 0 0,0 0 1 0 0,1-1-1 0 0,-1 1 1 0 0,1-1-1 0 0,-1 1 1 0 0,1-1 0 0 0,-1 1-1 0 0,1-1 1 0 0,-1 1-1 0 0,1-1 1 0 0,0 1-1 0 0,-1-1 1 0 0,1 0-1 0 0,0 1 1 0 0,-1-1-1 0 0,1 0 1 0 0,0 1-1 0 0,0-1 1 0 0,-1 0-1 0 0,1 0 1 0 0,0 0-1 0 0,0 0 1 0 0,-1 0-1 0 0,1 0 1 0 0,0 0-1 0 0,0 0 1 0 0,-1 0-1 0 0,1 0 1 0 0,1-1 0 0 0,33-5-1428 0 0,-34 6 1470 0 0,14-5-452 0 0,1-1 1 0 0,-1 0 0 0 0,0-1 0 0 0,25-17 0 0 0,49-41-567 0 0,-46 30 519 0 0,69-75 0 0 0,-89 84 634 0 0,-1-2-1 0 0,-1 0 0 0 0,-2-1 1 0 0,17-34-1 0 0,-33 57 101 0 0,0 0 0 0 0,0 0 0 0 0,-1 0 0 0 0,1-1-1 0 0,-2 1 1 0 0,1-1 0 0 0,-1 1 0 0 0,0-1 0 0 0,0-7-1 0 0,-1 14-207 0 0,0-1-1 0 0,0 1 0 0 0,0-1 0 0 0,0 1 0 0 0,0-1 0 0 0,0 1 0 0 0,0-1 0 0 0,0 1 0 0 0,0-1 0 0 0,-1 1 0 0 0,1-1 1 0 0,0 1-1 0 0,0-1 0 0 0,-1 1 0 0 0,1-1 0 0 0,0 1 0 0 0,0 0 0 0 0,-1-1 0 0 0,1 1 0 0 0,-1 0 0 0 0,1-1 0 0 0,0 1 1 0 0,-1 0-1 0 0,1-1 0 0 0,-1 1 0 0 0,1 0 0 0 0,-1 0 0 0 0,1-1 0 0 0,-1 1 0 0 0,1 0 0 0 0,-1 0 0 0 0,1 0 0 0 0,-1 0 1 0 0,1 0-1 0 0,-1 0 0 0 0,1 0 0 0 0,-1 0 0 0 0,1 0 0 0 0,-1 0 0 0 0,1 0 0 0 0,-1 0 0 0 0,1 0 0 0 0,-1 0 0 0 0,1 0 0 0 0,-1 0 1 0 0,1 0-1 0 0,-1 1 0 0 0,1-1 0 0 0,0 0 0 0 0,-1 0 0 0 0,1 1 0 0 0,-1-1 0 0 0,1 0 0 0 0,-1 1 0 0 0,-25 16 568 0 0,0 5 129 0 0,1 2 0 0 0,1 0 0 0 0,-37 52-1 0 0,52-63-597 0 0,0 0 0 0 0,1 1-1 0 0,1 0 1 0 0,0 0 0 0 0,1 1-1 0 0,1 0 1 0 0,0 0-1 0 0,1 0 1 0 0,0 1 0 0 0,-1 26-1 0 0,4-36-96 0 0,1-1 0 0 0,0 1 0 0 0,1-1 0 0 0,-1 1 0 0 0,1-1 0 0 0,0 1 0 0 0,1-1 0 0 0,-1 1 0 0 0,1-1 0 0 0,0 0 0 0 0,0 0 0 0 0,1 0 0 0 0,-1 0 0 0 0,1 0 0 0 0,0 0 0 0 0,1-1 0 0 0,-1 1 0 0 0,1-1 0 0 0,0 0 0 0 0,4 4-1 0 0,0-2-3 0 0,0-1 0 0 0,1 0 0 0 0,-1 0 0 0 0,1-1 0 0 0,0 0 0 0 0,0 0 0 0 0,0-1 0 0 0,0 0 0 0 0,1-1 0 0 0,16 2 0 0 0,2-1-348 0 0,0-1 0 0 0,1-1 0 0 0,-1-2 1 0 0,36-5-1 0 0,-37 2-1164 0 0,0-1 0 0 0,-1-2 0 0 0,0-1 1 0 0,39-16-1 0 0,-23-1-4360 0 0,-24 11 516 0 0</inkml:trace>
</inkml:ink>
</file>

<file path=ppt/ink/ink2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7:11.6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325 103 2804 0 0,'-322'15'14398'0'0,"319"-15"-14060"0"0,21-7 144 0 0,165-38-1424 0 0,-100 28-787 0 0,58-14-4795 0 0,-67 14 101 0 0</inkml:trace>
</inkml:ink>
</file>

<file path=ppt/ink/ink2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7:12.4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174 88 912 0 0,'-5'-16'4815'0'0,"-5"-28"1868"0"0,9 42-6048 0 0,0-1-49 0 0,-1-1 0 0 0,0 1 0 0 0,0 0 0 0 0,0-1 0 0 0,-5-4 0 0 0,1 14-386 0 0,1 1 1 0 0,1 1-1 0 0,-1-1 1 0 0,1 1-1 0 0,0 0 1 0 0,1 0-1 0 0,0 0 0 0 0,0 0 1 0 0,-2 14-1 0 0,-7 15 123 0 0,0 0 192 0 0,-10 52 0 0 0,17-66-216 0 0,-10 29 612 0 0,11-39-762 0 0,0 0-1 0 0,-4 20 1 0 0,-8 48 15 0 0,15-37-99 0 0,1-42-66 0 0,6 16 20 0 0,-5-17-101 0 0,3-1-216 0 0,3 0-300 0 0,0-1 0 0 0,-1 0 1 0 0,1 0-1 0 0,0-1 0 0 0,-1 0 1 0 0,1 0-1 0 0,-1-1 0 0 0,10-4 1 0 0,27-18-6108 0 0,-14 8-248 0 0</inkml:trace>
</inkml:ink>
</file>

<file path=ppt/ink/ink2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7:12.6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120 74 2120 0 0,'-19'-13'1860'0'0,"7"3"-227"0"0,-1 2-421 0 0,1-1-24 0 0,1 1-360 0 0,-1 0 424 0 0,-3-1-500 0 0,3 1-88 0 0,-1 12-2288 0 0</inkml:trace>
</inkml:ink>
</file>

<file path=ppt/ink/ink2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7:14.0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50 212 0 0,'0'0'1328'0'0,"8"-13"2633"0"0,-2 9-3190 0 0,0 0 0 0 0,1 0-1 0 0,-1 0 1 0 0,1 1 0 0 0,10-4 0 0 0,-14 6-503 0 0,14-3 458 0 0,-9 4-561 0 0,-4 0-82 0 0,0 0 1 0 0,1 0-1 0 0,-1 0 0 0 0,0 1 0 0 0,0-1 0 0 0,1 1 0 0 0,-1 0 1 0 0,7 3-1 0 0,-5-1-26 0 0,0 0 0 0 0,-1 0 0 0 0,1 0 0 0 0,-1 1 1 0 0,0 0-1 0 0,0 0 0 0 0,0 0 0 0 0,-1 1 0 0 0,1-1 0 0 0,-1 1 1 0 0,0 0-1 0 0,0 0 0 0 0,-1 1 0 0 0,4 7 0 0 0,-3-4 56 0 0,0 1-1 0 0,-1-1 1 0 0,0 1-1 0 0,-1 0 0 0 0,0 0 1 0 0,0 0-1 0 0,-1 0 1 0 0,-1 14-1 0 0,-1 1 98 0 0,-2 0-1 0 0,0-1 0 0 0,-2 0 1 0 0,0 0-1 0 0,-2 0 0 0 0,-18 43 1 0 0,-4-4 258 0 0,20-42 563 0 0,8-19-722 0 0,1-1-278 0 0,0-1-1 0 0,0 1 1 0 0,-1-1 0 0 0,1 1 0 0 0,0-1-1 0 0,0 1 1 0 0,-1-1 0 0 0,1 0 0 0 0,0 1-1 0 0,-1-1 1 0 0,1 0 0 0 0,-1 1 0 0 0,1-1 0 0 0,0 0-1 0 0,-1 1 1 0 0,1-1 0 0 0,-1 0 0 0 0,1 0-1 0 0,-1 1 1 0 0,1-1 0 0 0,0 0 0 0 0,-2 0-1 0 0,2-2-21 0 0,-1-1 1 0 0,0 1-1 0 0,1-1 0 0 0,0 0 0 0 0,-1 1 0 0 0,1-1 0 0 0,0 1 1 0 0,0-1-1 0 0,1 0 0 0 0,-1 1 0 0 0,0-1 0 0 0,1 1 0 0 0,1-5 0 0 0,15-39 117 0 0,-10 27-104 0 0,9-17-32 0 0,0 1 0 0 0,3 0 0 0 0,0 2 0 0 0,3 0 0 0 0,0 2 0 0 0,33-36 0 0 0,-40 50 0 0 0,1 0 0 0 0,27-20 0 0 0,-36 31 6 0 0,1 0 1 0 0,1 1 0 0 0,-1 0 0 0 0,1 0 0 0 0,0 1 0 0 0,0 0-1 0 0,19-5 1 0 0,-25 8 4 0 0,1 0-1 0 0,0 1 0 0 0,0 0 0 0 0,-1-1 1 0 0,1 1-1 0 0,0 1 0 0 0,0-1 0 0 0,0 0 1 0 0,-1 1-1 0 0,1 0 0 0 0,0 0 1 0 0,0 0-1 0 0,-1 0 0 0 0,1 1 0 0 0,-1-1 1 0 0,1 1-1 0 0,-1 0 0 0 0,0 0 0 0 0,0 0 1 0 0,0 1-1 0 0,0-1 0 0 0,0 1 1 0 0,0-1-1 0 0,3 5 0 0 0,-2-1 16 0 0,1 1 0 0 0,-1 0 0 0 0,0 0 1 0 0,0 0-1 0 0,-1 0 0 0 0,0 1 0 0 0,0 0 0 0 0,0-1 0 0 0,-1 1 0 0 0,1 10 0 0 0,0 14 112 0 0,-1 46 0 0 0,-2-51-243 0 0,0 0 1 0 0,9 47-1 0 0,-8-68-273 0 0,1-1 0 0 0,-1 1 0 0 0,1 0-1 0 0,1-1 1 0 0,-1 1 0 0 0,1-1-1 0 0,7 10 1 0 0,-8-12-380 0 0,0 0 0 0 0,1-1 0 0 0,-1 1 0 0 0,1-1 0 0 0,0 1 0 0 0,0-1 0 0 0,0 0 0 0 0,5 3 0 0 0,5 1-4940 0 0</inkml:trace>
</inkml:ink>
</file>

<file path=ppt/ink/ink2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7:15.7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0 222 540 0 0,'3'-16'2853'0'0,"-1"1"0"0"0,-1-1-1 0 0,-1-23 1 0 0,0 17 647 0 0,1 25-2967 0 0,13 73 1923 0 0,-3-14-1632 0 0,25 82 0 0 0,-30-125-767 0 0,1 3 129 0 0,0 0 0 0 0,14 25 1 0 0,-21-47-183 0 0,1 1 0 0 0,-1-1 1 0 0,1 1-1 0 0,-1-1 0 0 0,1 1 0 0 0,-1-1 0 0 0,1 0 1 0 0,-1 1-1 0 0,1-1 0 0 0,-1 0 0 0 0,1 0 0 0 0,-1 1 1 0 0,1-1-1 0 0,0 0 0 0 0,-1 0 0 0 0,1 0 0 0 0,-1 1 1 0 0,1-1-1 0 0,0 0 0 0 0,-1 0 0 0 0,1 0 0 0 0,-1 0 1 0 0,1 0-1 0 0,0 0 0 0 0,-1-1 0 0 0,1 1 0 0 0,-1 0 1 0 0,1 0-1 0 0,0 0 0 0 0,-1 0 0 0 0,1-1 1 0 0,-1 1-1 0 0,1 0 0 0 0,-1-1 0 0 0,1 1 0 0 0,-1 0 1 0 0,1-1-1 0 0,-1 1 0 0 0,1-1 0 0 0,-1 1 0 0 0,1-1 1 0 0,17-19 35 0 0,71-163 39 0 0,-33 63-81 0 0,-54 115-1 0 0,0 1 1 0 0,0 0-1 0 0,1 0 0 0 0,0-1 1 0 0,-1 2-1 0 0,1-1 1 0 0,1 0-1 0 0,-1 0 0 0 0,0 1 1 0 0,1 0-1 0 0,0 0 1 0 0,4-3-1 0 0,7 0-18 0 0,4 4-1 0 0,-9 4 21 0 0,0 1-1 0 0,1-1 0 0 0,-1 1 1 0 0,-1 1-1 0 0,1 0 0 0 0,0 0 1 0 0,16 11-1 0 0,20 9 11 0 0,-27-17-3 0 0,-1-2 0 0 0,1 1-1 0 0,0-2 1 0 0,0-1 0 0 0,0 0 0 0 0,27 0-1 0 0,-42-3-10 0 0,1-1-1 0 0,-1 1 1 0 0,0-1-1 0 0,0 0 1 0 0,0 0-1 0 0,0 0 1 0 0,0-1-1 0 0,0 1 1 0 0,-1-1-1 0 0,1 0 1 0 0,0 0-1 0 0,-1 0 1 0 0,1-1-1 0 0,-1 1 1 0 0,0-1-1 0 0,0 0 0 0 0,0 0 1 0 0,0 0-1 0 0,0 0 1 0 0,-1 0-1 0 0,3-5 1 0 0,-2 4-12 0 0,-1-1 1 0 0,0 1-1 0 0,0-1 1 0 0,0 0-1 0 0,-1 1 1 0 0,0-1 0 0 0,0 0-1 0 0,0 0 1 0 0,0 0-1 0 0,-1 0 1 0 0,0 0-1 0 0,0 0 1 0 0,0 0-1 0 0,0 0 1 0 0,-1 0-1 0 0,0 0 1 0 0,-3-9-1 0 0,3 12 6 0 0,0 1-1 0 0,-1-1 1 0 0,1 1-1 0 0,-1-1 0 0 0,1 1 1 0 0,-1 0-1 0 0,0-1 1 0 0,0 1-1 0 0,1 0 1 0 0,-1 0-1 0 0,0 0 0 0 0,0 0 1 0 0,0 1-1 0 0,-4-2 1 0 0,5 2 8 0 0,-2-1-3 0 0,1 0 0 0 0,-1 1 0 0 0,1 0 0 0 0,-1 0 0 0 0,0 0 0 0 0,1 0 0 0 0,-1 0 0 0 0,0 0 0 0 0,1 1 0 0 0,-1-1 0 0 0,1 1 0 0 0,-1-1 0 0 0,-3 3 0 0 0,1-2-9 0 0,-8 4 3 0 0,1 0-1 0 0,0 1 1 0 0,0 0-1 0 0,1 0 1 0 0,0 2 0 0 0,0-1-1 0 0,1 1 1 0 0,0 1 0 0 0,-18 18-1 0 0,9-6 5 0 0,2 1-1 0 0,0 1 0 0 0,-22 40 0 0 0,28-44 12 0 0,1 1 0 0 0,1 1 0 0 0,1-1 0 0 0,1 1 0 0 0,-5 24 0 0 0,10-37 4 0 0,1 0 1 0 0,1 0-1 0 0,-1-1 0 0 0,1 1 1 0 0,0 0-1 0 0,1 0 0 0 0,2 14 1 0 0,-1-17-5 0 0,-1-1 1 0 0,1 1-1 0 0,0-1 1 0 0,0 1 0 0 0,0-1-1 0 0,1 0 1 0 0,-1 0-1 0 0,1 0 1 0 0,0 0 0 0 0,0 0-1 0 0,0 0 1 0 0,1-1-1 0 0,6 5 1 0 0,-5-4-3 0 0,0-1-1 0 0,1 0 1 0 0,-1-1 0 0 0,1 1-1 0 0,0-1 1 0 0,-1-1 0 0 0,1 1-1 0 0,0-1 1 0 0,8 1 0 0 0,2 0-1 0 0,0-1 1 0 0,21-1 0 0 0,-7-3-96 0 0,0-1 0 0 0,-1-2 0 0 0,1-1 0 0 0,-1-1 1 0 0,-1-1-1 0 0,0-2 0 0 0,0-1 0 0 0,-1-1 1 0 0,-1-1-1 0 0,0-1 0 0 0,-1-2 0 0 0,-1 0 0 0 0,0-2 1 0 0,-1 0-1 0 0,-1-2 0 0 0,-1 0 0 0 0,-1-2 1 0 0,-1 0-1 0 0,26-42 0 0 0,-35 48 32 0 0,0-1 0 0 0,-1 0-1 0 0,11-33 1 0 0,-17 41 47 0 0,-1 0 0 0 0,0 1 0 0 0,0-1 0 0 0,0 0 0 0 0,-1 0 0 0 0,-1-1 0 0 0,0 1 0 0 0,0 0 0 0 0,-3-13 0 0 0,2 21 12 0 0,1 0-1 0 0,-1-1 0 0 0,0 1 1 0 0,1 0-1 0 0,-1 0 1 0 0,0 0-1 0 0,-1 0 0 0 0,1 0 1 0 0,0 0-1 0 0,0 0 0 0 0,-1 1 1 0 0,1-1-1 0 0,-1 0 1 0 0,0 1-1 0 0,0-1 0 0 0,1 1 1 0 0,-1 0-1 0 0,0-1 0 0 0,0 1 1 0 0,0 0-1 0 0,0 0 1 0 0,0 0-1 0 0,0 1 0 0 0,-1-1 1 0 0,1 0-1 0 0,0 1 0 0 0,0-1 1 0 0,-1 1-1 0 0,-3 0 1 0 0,2 0 0 0 0,-1 0 1 0 0,0 1 0 0 0,0 0 0 0 0,1 0 0 0 0,-1 0-1 0 0,0 0 1 0 0,1 1 0 0 0,-1 0 0 0 0,1 0 0 0 0,0 0-1 0 0,0 1 1 0 0,0-1 0 0 0,0 1 0 0 0,0 0 0 0 0,0 0 0 0 0,1 0-1 0 0,-1 0 1 0 0,1 1 0 0 0,0 0 0 0 0,0-1 0 0 0,0 1-1 0 0,1 0 1 0 0,-4 7 0 0 0,5-9 5 0 0,1 0-1 0 0,0 0 1 0 0,-1 0 0 0 0,1 0 0 0 0,0 0-1 0 0,0 0 1 0 0,0-1 0 0 0,1 1 0 0 0,-1 0-1 0 0,0 0 1 0 0,1 0 0 0 0,-1 0 0 0 0,1 0-1 0 0,0-1 1 0 0,-1 1 0 0 0,1 0 0 0 0,0 0-1 0 0,0-1 1 0 0,0 1 0 0 0,0-1-1 0 0,0 1 1 0 0,3 1 0 0 0,-1 2 5 0 0,1-2 0 0 0,0 1 0 0 0,0 0 0 0 0,0-1 0 0 0,0 0 0 0 0,9 5 0 0 0,3-1-111 0 0,-1-1 1 0 0,2-1 0 0 0,-1 0 0 0 0,1-1-1 0 0,-1-1 1 0 0,1 0 0 0 0,0-1-1 0 0,23-1 1 0 0,-7-2-383 0 0,-1-1 0 0 0,1-1 0 0 0,43-12 0 0 0,-64 13 402 0 0,0-2 0 0 0,0 0 0 0 0,0 0 0 0 0,-1-1 1 0 0,1-1-1 0 0,-1 0 0 0 0,-1 0 0 0 0,1-1 0 0 0,-1-1 0 0 0,11-9 0 0 0,-21 17 82 0 0,0-1-1 0 0,1 1 0 0 0,-1 0 1 0 0,1-1-1 0 0,-1 1 0 0 0,0-1 1 0 0,1 1-1 0 0,-1-1 0 0 0,0 1 1 0 0,0-1-1 0 0,1 1 1 0 0,-1-1-1 0 0,0 1 0 0 0,0-1 1 0 0,0 1-1 0 0,0-1 0 0 0,0 1 1 0 0,0-1-1 0 0,0 0 0 0 0,0 1 1 0 0,0-1-1 0 0,0 1 0 0 0,0-1 1 0 0,0 1-1 0 0,0-1 1 0 0,0 1-1 0 0,0-1 0 0 0,0 1 1 0 0,-1-1-1 0 0,1 1 0 0 0,0-1 1 0 0,0 1-1 0 0,-1-1 0 0 0,1 1 1 0 0,-1-2-1 0 0,0 2 4 0 0,1-2-10 0 0,-4 3 4 0 0,-9 3 59 0 0,0 1 0 0 0,1 1 0 0 0,0-1 0 0 0,0 2 0 0 0,1 0 0 0 0,0 0 0 0 0,0 1 0 0 0,1 1 0 0 0,-12 11 0 0 0,-9 11 223 0 0,-42 54-1 0 0,60-68-192 0 0,0 1 0 0 0,2 1 0 0 0,-14 26 0 0 0,22-38-66 0 0,0 1 1 0 0,0-1 0 0 0,0 1-1 0 0,1 0 1 0 0,0 0-1 0 0,0 0 1 0 0,1 0-1 0 0,0 0 1 0 0,1 0 0 0 0,-1 1-1 0 0,2-1 1 0 0,0 9-1 0 0,0-14-11 0 0,-1-1 0 0 0,1 1 0 0 0,0-1 0 0 0,0 1 0 0 0,0 0 0 0 0,0-1-1 0 0,1 0 1 0 0,-1 1 0 0 0,1-1 0 0 0,-1 0 0 0 0,1 0 0 0 0,0 1 0 0 0,0-1-1 0 0,0-1 1 0 0,0 1 0 0 0,3 2 0 0 0,-1-1-39 0 0,0-1 1 0 0,0 0-1 0 0,0 0 0 0 0,1-1 0 0 0,-1 1 1 0 0,1-1-1 0 0,-1 0 0 0 0,10 1 1 0 0,3-1-225 0 0,0 0 1 0 0,0-2 0 0 0,0 0-1 0 0,19-5 1 0 0,-7 1-41 0 0,0-2 0 0 0,-1-1 0 0 0,0-2 0 0 0,0 0 0 0 0,-1-2 0 0 0,36-22 0 0 0,-27 12 12 0 0,-1-1 1 0 0,-1-2 0 0 0,57-57-1 0 0,-79 71 477 0 0,0-1 0 0 0,-1-1 0 0 0,-1 0 0 0 0,-1-1-1 0 0,1 0 1 0 0,-2 0 0 0 0,0-1 0 0 0,11-29 0 0 0,-19 43-161 0 0,1 0 0 0 0,-1 0 0 0 0,0 1-1 0 0,1-1 1 0 0,-1 0 0 0 0,0-1 0 0 0,1 1 0 0 0,-1 0 0 0 0,0 0 0 0 0,0 0 0 0 0,0 0 0 0 0,0 0-1 0 0,0 0 1 0 0,0 0 0 0 0,0 0 0 0 0,-1 0 0 0 0,1 0 0 0 0,0 0 0 0 0,0 0 0 0 0,-1 0 0 0 0,1 0 0 0 0,-1 0-1 0 0,1 0 1 0 0,-1 0 0 0 0,1 0 0 0 0,-1 1 0 0 0,0-1 0 0 0,1 0 0 0 0,-1 0 0 0 0,0 0 0 0 0,0 1-1 0 0,1-1 1 0 0,-1 0 0 0 0,0 1 0 0 0,0-1 0 0 0,0 1 0 0 0,-1-1 0 0 0,0 0-12 0 0,1 1 1 0 0,-1 0 0 0 0,0 0-1 0 0,0 0 1 0 0,1 0 0 0 0,-1 0-1 0 0,0 0 1 0 0,1 1 0 0 0,-1-1-1 0 0,0 1 1 0 0,1-1 0 0 0,-1 1-1 0 0,0-1 1 0 0,1 1 0 0 0,-1 0-1 0 0,1 0 1 0 0,-1 0-1 0 0,1 0 1 0 0,0 0 0 0 0,-1 0-1 0 0,1 0 1 0 0,0 0 0 0 0,0 0-1 0 0,-2 2 1 0 0,1 1 0 0 0,-1-1 0 0 0,1 1 0 0 0,-1 0 0 0 0,1 0 0 0 0,0 0 0 0 0,1 0 0 0 0,-1 0 0 0 0,1 0 0 0 0,0 0 0 0 0,0 0 0 0 0,0 1 0 0 0,0-1 0 0 0,1 0 0 0 0,-1 1 0 0 0,1-1 0 0 0,1 0 0 0 0,-1 1 0 0 0,0-1 0 0 0,1 0 0 0 0,1 6 0 0 0,4 8 53 0 0,0 1 0 0 0,1-1 1 0 0,14 25-1 0 0,3 9-22 0 0,-19-38-20 0 0,-1-5 163 0 0,0 0-1 0 0,0 0 0 0 0,-1 0 1 0 0,-1 1-1 0 0,0 0 0 0 0,0-1 0 0 0,-1 1 1 0 0,1 18-1 0 0,-3-26-98 0 0,0 0 1 0 0,1 0-1 0 0,-1 0 1 0 0,0 0-1 0 0,0 0 0 0 0,0 0 1 0 0,0-1-1 0 0,-1 1 1 0 0,1 0-1 0 0,-1-1 1 0 0,1 1-1 0 0,-1-1 0 0 0,1 1 1 0 0,-1-1-1 0 0,0 0 1 0 0,1 1-1 0 0,-4 0 0 0 0,-32 16 1069 0 0,13-11-539 0 0,0 0-1 0 0,-1-2 0 0 0,0-1 1 0 0,-27 2-1 0 0,49-6-467 0 0,-15 0 119 0 0,15 0-179 0 0,-1-2-49 0 0,3 2-45 0 0,1 0-1 0 0,0 0 1 0 0,0 0 0 0 0,-1 0 0 0 0,1 0-1 0 0,0 0 1 0 0,0 0 0 0 0,0 0 0 0 0,-1 0-1 0 0,1-1 1 0 0,0 1 0 0 0,0 0 0 0 0,-1 0-1 0 0,1 0 1 0 0,0 0 0 0 0,0 0 0 0 0,0 0-1 0 0,-1-1 1 0 0,1 1 0 0 0,0 0-1 0 0,0 0 1 0 0,0 0 0 0 0,0 0 0 0 0,-1-1-1 0 0,1 1 1 0 0,0 0 0 0 0,0 0 0 0 0,0 0-1 0 0,0-1 1 0 0,0 1 0 0 0,0 0 0 0 0,0 0-1 0 0,0-1 1 0 0,-1 1 0 0 0,1 0 0 0 0,0 0-1 0 0,0-1 1 0 0,0 1 0 0 0,0 0 0 0 0,4-6-33 0 0,0 1 0 0 0,0-1 1 0 0,0 1-1 0 0,1 0 1 0 0,0 1-1 0 0,0-1 0 0 0,0 1 1 0 0,0 0-1 0 0,11-7 1 0 0,62-29-399 0 0,-61 31 353 0 0,227-99-772 0 0,106-56-80 0 0,-345 161 917 0 0,12-6-9 0 0,-1 0-1 0 0,-1 0 1 0 0,1-2-1 0 0,-2 0 0 0 0,1-1 1 0 0,13-15-1 0 0,-18 5-29 0 0,-10 22 48 0 0,0 0-1 0 0,1-1 1 0 0,-1 1 0 0 0,0-1-1 0 0,0 1 1 0 0,0 0-1 0 0,0-1 1 0 0,0 1 0 0 0,0-1-1 0 0,0 1 1 0 0,0 0 0 0 0,0-1-1 0 0,0 1 1 0 0,0-1-1 0 0,0 1 1 0 0,0 0 0 0 0,0-1-1 0 0,0 1 1 0 0,0-1 0 0 0,-1 1-1 0 0,1 0 1 0 0,0-1-1 0 0,0 1 1 0 0,0 0 0 0 0,-1-1-1 0 0,1 1 1 0 0,0 0 0 0 0,0-1-1 0 0,-1 1 1 0 0,1 0-1 0 0,0 0 1 0 0,-1-1 0 0 0,1 1-1 0 0,0 0 1 0 0,-1 0 0 0 0,1 0-1 0 0,-1-1 1 0 0,1 1 0 0 0,0 0-1 0 0,-1 0 1 0 0,1 0-1 0 0,0 0 1 0 0,-1 0 0 0 0,1 0-1 0 0,-1 0 1 0 0,1 0 0 0 0,-1 0-1 0 0,1 0 1 0 0,0 0-1 0 0,-1 0 1 0 0,1 0 0 0 0,-1 0-1 0 0,1 0 1 0 0,0 0 0 0 0,-1 1-1 0 0,-13 2-1 0 0,1 2-1 0 0,0 0 0 0 0,0 0 1 0 0,0 1-1 0 0,1 1 0 0 0,0 0 0 0 0,0 1 1 0 0,1 0-1 0 0,-1 1 0 0 0,-10 12 1 0 0,5-5-4 0 0,1 1 1 0 0,1 0 0 0 0,0 2 0 0 0,2-1-1 0 0,-18 33 1 0 0,25-40 7 0 0,1 1 0 0 0,0-1 0 0 0,0 1 0 0 0,2 0 0 0 0,-1 1 0 0 0,2-1 1 0 0,-3 24-1 0 0,5-32 9 0 0,-1 0 0 0 0,1 0 0 0 0,1-1 1 0 0,-1 1-1 0 0,0 0 0 0 0,1 0 0 0 0,0 0 1 0 0,0-1-1 0 0,0 1 0 0 0,0 0 0 0 0,1-1 1 0 0,-1 1-1 0 0,1-1 0 0 0,0 1 0 0 0,0-1 1 0 0,0 0-1 0 0,1 0 0 0 0,-1 0 0 0 0,1 0 1 0 0,-1 0-1 0 0,1-1 0 0 0,0 1 0 0 0,0-1 0 0 0,0 0 1 0 0,1 1-1 0 0,-1-2 0 0 0,0 1 0 0 0,1 0 1 0 0,6 2-1 0 0,5 0 11 0 0,1-1 0 0 0,-1 0 0 0 0,1-1 0 0 0,-1 0 0 0 0,1-2 0 0 0,19-1-1 0 0,8-2-598 0 0,43-10 0 0 0,-65 9-642 0 0,1-1-1 0 0,-1-1 1 0 0,21-9-1 0 0,-29 9-818 0 0,-1 0 0 0 0,0-1-1 0 0,16-10 1 0 0,-10 3-2766 0 0</inkml:trace>
</inkml:ink>
</file>

<file path=ppt/ink/ink2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7:16.7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374 401 232 0 0,'2'-14'1980'0'0,"-2"1"0"0"0,1-1 0 0 0,-2 0-1 0 0,0 1 1 0 0,-3-16 0 0 0,4 28-1934 0 0,0 0 0 0 0,-1 1 1 0 0,1-1-1 0 0,0 0 0 0 0,0 1 0 0 0,-1-1 0 0 0,1 0 1 0 0,0 1-1 0 0,-1-1 0 0 0,1 1 0 0 0,-1-1 0 0 0,1 1 0 0 0,-1-1 1 0 0,1 1-1 0 0,-1-1 0 0 0,1 1 0 0 0,-1-1 0 0 0,1 1 0 0 0,-1 0 1 0 0,0-1-1 0 0,1 1 0 0 0,-1 0 0 0 0,1-1 0 0 0,-1 1 0 0 0,0 0 1 0 0,1 0-1 0 0,-1 0 0 0 0,0 0 0 0 0,0 0 0 0 0,1 0 1 0 0,-1 0-1 0 0,0 0 0 0 0,1 0 0 0 0,-1 0 0 0 0,0 0 0 0 0,1 0 1 0 0,-1 0-1 0 0,0 0 0 0 0,1 1 0 0 0,-1-1 0 0 0,0 0 0 0 0,0 1 1 0 0,-28 14 486 0 0,27-14-387 0 0,-30 20 223 0 0,0 2 0 0 0,2 1 1 0 0,0 2-1 0 0,2 0 0 0 0,1 2 0 0 0,1 1 0 0 0,-38 57 1 0 0,57-75-317 0 0,0 1 1 0 0,0 0 0 0 0,1 1 0 0 0,1 0 0 0 0,-5 17 0 0 0,9-26-36 0 0,0-1 0 0 0,0 1 1 0 0,0-1-1 0 0,1 1 0 0 0,0 0 1 0 0,0-1-1 0 0,0 1 0 0 0,0 0 0 0 0,0-1 1 0 0,1 1-1 0 0,0 0 0 0 0,-1-1 1 0 0,1 1-1 0 0,1-1 0 0 0,-1 1 0 0 0,0-1 1 0 0,1 0-1 0 0,0 1 0 0 0,-1-1 1 0 0,2 0-1 0 0,-1 0 0 0 0,0 0 1 0 0,0 0-1 0 0,1-1 0 0 0,2 3 0 0 0,4 1 10 0 0,-1 0 0 0 0,1-1 1 0 0,0-1-1 0 0,0 0 0 0 0,0 0 0 0 0,1 0 0 0 0,-1-1 0 0 0,1-1 0 0 0,0 1 0 0 0,0-2 0 0 0,0 1 0 0 0,0-1 0 0 0,0-1 0 0 0,16-1 0 0 0,-7 0-8 0 0,-1-1 1 0 0,1-1-1 0 0,-1-1 0 0 0,0 0 0 0 0,0-1 0 0 0,0-1 0 0 0,18-9 0 0 0,-21 7-14 0 0,0-1 0 0 0,-1 0 0 0 0,0-1-1 0 0,-1-1 1 0 0,0 0 0 0 0,-1 0 0 0 0,0-2-1 0 0,0 1 1 0 0,-2-1 0 0 0,1-1 0 0 0,13-25-1 0 0,-14 21-11 0 0,-1 0-1 0 0,-1 0 1 0 0,-1-1-1 0 0,-1 0 0 0 0,0 0 1 0 0,-2 0-1 0 0,0-1 0 0 0,-1 0 1 0 0,1-34-1 0 0,-4 50 6 0 0,0 0 0 0 0,0 0-1 0 0,-1-1 1 0 0,1 1 0 0 0,-1 0 0 0 0,0 0 0 0 0,0 0-1 0 0,0 0 1 0 0,-1 1 0 0 0,1-1 0 0 0,-1 0-1 0 0,0 0 1 0 0,0 1 0 0 0,0-1 0 0 0,0 1 0 0 0,-1 0-1 0 0,0 0 1 0 0,-4-5 0 0 0,4 6-5 0 0,0 0 1 0 0,0 0-1 0 0,-1 0 0 0 0,1 1 1 0 0,-1-1-1 0 0,1 1 0 0 0,-1 0 1 0 0,0 0-1 0 0,1 0 0 0 0,-1 0 0 0 0,0 1 1 0 0,0-1-1 0 0,1 1 0 0 0,-1 0 1 0 0,0 0-1 0 0,0 0 0 0 0,0 1 1 0 0,1 0-1 0 0,-7 1 0 0 0,-6 3-7 0 0,1 0-1 0 0,0 1 1 0 0,0 0-1 0 0,0 1 1 0 0,1 1-1 0 0,0 0 1 0 0,1 1-1 0 0,-20 17 1 0 0,18-12 10 0 0,1-1 0 0 0,0 2-1 0 0,1-1 1 0 0,1 2 0 0 0,0 0 0 0 0,-15 29 0 0 0,24-40 7 0 0,0 0-1 0 0,1 0 1 0 0,0 1 0 0 0,0-1-1 0 0,0 1 1 0 0,1 0 0 0 0,-1-1-1 0 0,2 1 1 0 0,-1 0-1 0 0,0 0 1 0 0,1 0 0 0 0,0-1-1 0 0,1 1 1 0 0,-1 0 0 0 0,3 10-1 0 0,-1-10 0 0 0,0-1 0 0 0,1 0 0 0 0,-1-1 0 0 0,1 1 0 0 0,0 0 0 0 0,0-1 0 0 0,0 0 0 0 0,1 0 0 0 0,-1 0-1 0 0,1 0 1 0 0,0 0 0 0 0,0-1 0 0 0,0 1 0 0 0,1-1 0 0 0,-1 0 0 0 0,1 0 0 0 0,5 2 0 0 0,6 1-1 0 0,-1 0 0 0 0,1-1 1 0 0,0-1-1 0 0,0 0 0 0 0,1-1 0 0 0,-1-1 1 0 0,1 0-1 0 0,0-2 0 0 0,-1 0 0 0 0,1 0 1 0 0,25-5-1 0 0,3-3-13 0 0,0-2 1 0 0,84-30-1 0 0,-100 28 2 0 0,-1-1-1 0 0,0 0 1 0 0,-1-3-1 0 0,-1 0 1 0 0,-1-1 0 0 0,0-2-1 0 0,-1 0 1 0 0,-1-2-1 0 0,-1-1 1 0 0,37-46-1 0 0,-22 16-5 0 0,-3-1 0 0 0,-2-1-1 0 0,-2-2 1 0 0,30-79-1 0 0,-54 121 14 0 0,9-21-21 0 0,-14 29-14 0 0,-8 21-29 0 0,-22 48 78 0 0,-20 73 1 0 0,18-48 7 0 0,-239 783 674 0 0,65-187 393 0 0,106-424-635 0 0,82-223-108 0 0,-2-1 0 0 0,-1-1 0 0 0,-2-1-1 0 0,-49 58 1 0 0,65-85-167 0 0,0 0 0 0 0,-1 0 0 0 0,0-1 0 0 0,-1-1 0 0 0,1 1 0 0 0,-1-1-1 0 0,-15 8 1 0 0,20-12-131 0 0,-1 0-1 0 0,1 1 0 0 0,0-1 0 0 0,-1-1 1 0 0,1 1-1 0 0,0 0 0 0 0,-1-1 1 0 0,1 0-1 0 0,-1 0 0 0 0,1 0 0 0 0,-1 0 1 0 0,1 0-1 0 0,0-1 0 0 0,-1 1 0 0 0,1-1 1 0 0,-1 0-1 0 0,1 0 0 0 0,0-1 1 0 0,0 1-1 0 0,0 0 0 0 0,0-1 0 0 0,0 0 1 0 0,0 0-1 0 0,-4-3 0 0 0,1-1-15 0 0,0 0-1 0 0,0 0 1 0 0,1-1-1 0 0,-1 0 1 0 0,2 0-1 0 0,-1-1 1 0 0,1 0-1 0 0,0 1 1 0 0,0-1-1 0 0,1 0 1 0 0,0-1-1 0 0,1 1 1 0 0,0-1-1 0 0,-2-10 1 0 0,1-6 9 0 0,1-1 0 0 0,0 1 0 0 0,5-46 1 0 0,3 26-31 0 0,1 1 0 0 0,2-1 0 0 0,2 1 1 0 0,2 1-1 0 0,2 0 0 0 0,34-66 0 0 0,-17 48-66 0 0,3 2 0 0 0,2 2 0 0 0,79-93 0 0 0,-70 100-145 0 0,2 2 0 0 0,2 1 0 0 0,2 4 0 0 0,92-60 0 0 0,-90 70-1650 0 0,2 2-1 0 0,100-39 1 0 0,-88 49-1920 0 0,-22 12-3460 0 0,-31 8 1597 0 0</inkml:trace>
</inkml:ink>
</file>

<file path=ppt/ink/ink2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7:18.2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27 901 1148 0 0,'0'0'996'0'0,"-20"27"4121"0"0,18-23-4873 0 0,1-1-1 0 0,0 1 0 0 0,0 0 0 0 0,1-1 0 0 0,-1 1 0 0 0,1 0 1 0 0,0 0-1 0 0,0-1 0 0 0,0 1 0 0 0,0 0 0 0 0,0 0 0 0 0,2 5 1 0 0,-1-7-179 0 0,-1 0 93 0 0,10 6 678 0 0,-3-7-758 0 0,0-1 0 0 0,0 1 0 0 0,1-2 0 0 0,-1 1-1 0 0,-1-1 1 0 0,1 0 0 0 0,0-1 0 0 0,0 0 0 0 0,0 0-1 0 0,12-5 1 0 0,67-36 147 0 0,-48 19-218 0 0,-1-1-1 0 0,0-2 1 0 0,-2-1-1 0 0,-2-2 1 0 0,0-2 0 0 0,-2 0-1 0 0,32-46 1 0 0,-16 14-51 0 0,-3-3-1 0 0,-4-1 1 0 0,40-91 0 0 0,-52 92-30 0 0,34-126 0 0 0,-61 188 52 0 0,0 0-1 0 0,-1-1 1 0 0,1 1 0 0 0,-1-1-1 0 0,-1-7 1 0 0,1 11-48 0 0,-3 2 68 0 0,0 1-1 0 0,0 0-1 0 0,0 0 0 0 0,0 1 1 0 0,0-1-1 0 0,0 1 1 0 0,0 0-1 0 0,0 0 0 0 0,1 0 1 0 0,-1 0-1 0 0,1 0 1 0 0,-1 0-1 0 0,1 1 1 0 0,0-1-1 0 0,0 1 0 0 0,0-1 1 0 0,0 1-1 0 0,-2 5 1 0 0,-7 11 16 0 0,-12 31 1 0 0,16-33-12 0 0,-21 47 3 0 0,3 2 0 0 0,4 0 0 0 0,2 1 0 0 0,-15 99 0 0 0,32-153 13 0 0,1 0-1 0 0,0 1 1 0 0,0-1 0 0 0,2 1-1 0 0,0-1 1 0 0,0 0 0 0 0,6 23-1 0 0,-6-32-16 0 0,1 0 0 0 0,-1 1-1 0 0,1-1 1 0 0,0 0-1 0 0,0 0 1 0 0,0 0 0 0 0,1-1-1 0 0,-1 1 1 0 0,1-1 0 0 0,0 1-1 0 0,0-1 1 0 0,0 0-1 0 0,1 0 1 0 0,-1 0 0 0 0,1 0-1 0 0,-1-1 1 0 0,1 1 0 0 0,0-1-1 0 0,0 0 1 0 0,0 0-1 0 0,0-1 1 0 0,1 1 0 0 0,-1-1-1 0 0,0 0 1 0 0,1 0-1 0 0,5 1 1 0 0,3-2-270 0 0,1 0-1 0 0,-1 0 0 0 0,1-1 1 0 0,0-1-1 0 0,-1 0 1 0 0,0-1-1 0 0,1 0 1 0 0,-1-1-1 0 0,-1-1 0 0 0,1 0 1 0 0,-1-1-1 0 0,1 0 1 0 0,-2 0-1 0 0,23-17 0 0 0,-7 2-305 0 0,-1-1-1 0 0,-1-1 0 0 0,0-2 1 0 0,36-48-1 0 0,-17 13 618 0 0,47-86 0 0 0,15-75 3815 0 0,-131 318-2916 0 0,-87 340-60 0 0,89-323-606 0 0,16-73 1115 0 0,7-39-1140 0 0,2-2-224 0 0,-1-1 0 0 0,1 1 1 0 0,0-1-1 0 0,0 0 1 0 0,-1 1-1 0 0,1-1 1 0 0,0 0-1 0 0,-1 0 0 0 0,1-1 1 0 0,-1 1-1 0 0,0 0 1 0 0,1 0-1 0 0,-1-1 1 0 0,0 1-1 0 0,0-1 0 0 0,2-2 1 0 0,4-3 48 0 0,76-81 77 0 0,-41 42-130 0 0,2 2-1 0 0,77-61 0 0 0,-114 100-36 0 0,-1 1 1 0 0,1-1-1 0 0,0 1 0 0 0,-1 1 0 0 0,2-1 0 0 0,-1 1 1 0 0,0 0-1 0 0,9-1 0 0 0,-15 4 14 0 0,0 0 0 0 0,0-1 0 0 0,0 2 0 0 0,0-1 0 0 0,0 0-1 0 0,0 0 1 0 0,0 0 0 0 0,-1 0 0 0 0,1 1 0 0 0,0-1 0 0 0,0 0 0 0 0,0 1 0 0 0,0-1 0 0 0,0 0 0 0 0,-1 1 0 0 0,1-1 0 0 0,0 1 0 0 0,0 0 0 0 0,-1-1-1 0 0,2 2 1 0 0,0-1-3 0 0,0 1 1 0 0,0 0 0 0 0,0 0 0 0 0,0 0 1 0 0,0 0-1 0 0,0 0 0 0 0,0 0 0 0 0,-1 0 1 0 0,1 1-1 0 0,-1-1 0 0 0,1 1 1 0 0,-1-1-1 0 0,0 1 0 0 0,0 0 0 0 0,0-1 1 0 0,0 1-1 0 0,0 4 0 0 0,5 47 34 0 0,-6-49-27 0 0,-4 103 62 0 0,1-82 19 0 0,2 1 0 0 0,1-1 0 0 0,5 51 0 0 0,-5-75-71 0 0,1 0 0 0 0,-1 0 0 0 0,1-1 0 0 0,0 1-1 0 0,-1 0 1 0 0,1 0 0 0 0,0 0 0 0 0,0 0 0 0 0,0-1-1 0 0,0 1 1 0 0,1 0 0 0 0,-1-1 0 0 0,0 1 0 0 0,1-1 0 0 0,-1 0-1 0 0,1 1 1 0 0,-1-1 0 0 0,1 0 0 0 0,-1 0 0 0 0,3 1-1 0 0,0 0 5 0 0,0-1 0 0 0,0 1-1 0 0,0-1 1 0 0,0 0-1 0 0,0 0 1 0 0,0-1-1 0 0,0 1 1 0 0,0-1-1 0 0,6 0 1 0 0,3-1-1 0 0,1-1 0 0 0,-1 0 0 0 0,0-1-1 0 0,0-1 1 0 0,16-6 0 0 0,0-3-10 0 0,0-1 0 0 0,-1-2 0 0 0,-1 0 1 0 0,0-2-1 0 0,-1-2 0 0 0,-1 0 0 0 0,-1-1 0 0 0,-1-2 1 0 0,-1 0-1 0 0,-1-1 0 0 0,-1-1 0 0 0,-1-1 0 0 0,-2-1 0 0 0,0-1 1 0 0,21-49-1 0 0,-37 75-9 0 0,0 1 0 0 0,-1-1 1 0 0,1 1-1 0 0,-1-1 0 0 0,1 1 0 0 0,-1-1 1 0 0,1 1-1 0 0,-1-1 0 0 0,0 1 1 0 0,0-1-1 0 0,0 0 0 0 0,0 1 1 0 0,0-1-1 0 0,0 0 0 0 0,0 1 0 0 0,0-1 1 0 0,-1 1-1 0 0,1-1 0 0 0,-1-2 1 0 0,-1 5 0 0 0,1-1 0 0 0,0 0 0 0 0,0 0 1 0 0,0 1-1 0 0,0-1 0 0 0,0 0 0 0 0,0 1 1 0 0,0-1-1 0 0,1 1 0 0 0,-1 0 0 0 0,0-1 0 0 0,-1 2 1 0 0,-4 3 5 0 0,0 1 0 0 0,0-1 0 0 0,1 1-1 0 0,-1 1 1 0 0,2-1 0 0 0,-9 13 0 0 0,2-2 12 0 0,-3 4-1 0 0,1 0 0 0 0,1 1-1 0 0,1 1 1 0 0,-9 24 0 0 0,16-35 13 0 0,0 0-1 0 0,0 1 1 0 0,2 0 0 0 0,-1-1-1 0 0,2 1 1 0 0,-1 0-1 0 0,2 0 1 0 0,0 1 0 0 0,2 17-1 0 0,-1-26-3 0 0,0-1 0 0 0,0 1-1 0 0,0-1 1 0 0,1 0-1 0 0,0 0 1 0 0,-1 0 0 0 0,2 0-1 0 0,-1 0 1 0 0,0 0 0 0 0,1 0-1 0 0,0-1 1 0 0,-1 1-1 0 0,7 4 1 0 0,-4-3 6 0 0,1-1 0 0 0,-1 0 0 0 0,1-1 0 0 0,0 1 0 0 0,0-1 0 0 0,1 0 0 0 0,-1 0 0 0 0,8 1 0 0 0,5 1-83 0 0,0-2 0 0 0,0 0 1 0 0,1 0-1 0 0,-1-2 0 0 0,25-1 1 0 0,-23-2-786 0 0,0 0 0 0 0,-1-1 1 0 0,24-6-1 0 0,24-14-4546 0 0,-36 10 1186 0 0</inkml:trace>
</inkml:ink>
</file>

<file path=ppt/ink/ink2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7:18.4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199 32 2728 0 0,'-195'15'12115'0'0,"191"-15"-11733"0"0,21-2 181 0 0,113-10-763 0 0,87-10-7135 0 0,-144 12 1486 0 0</inkml:trace>
</inkml:ink>
</file>

<file path=ppt/ink/ink2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7:19.3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98 556 0 0,'-6'-33'4119'0'0,"4"27"-3403"0"0,1 0 0 0 0,-1-1 0 0 0,2 1 0 0 0,-1-1 0 0 0,1 1 0 0 0,0-7 1 0 0,0 12-690 0 0,0 1 1 0 0,0-1 0 0 0,0 1 0 0 0,0-1 0 0 0,0 0 0 0 0,0 1 0 0 0,0-1 0 0 0,1 1 0 0 0,-1-1 0 0 0,0 1 0 0 0,0-1-1 0 0,0 1 1 0 0,1-1 0 0 0,-1 1 0 0 0,0-1 0 0 0,1 1 0 0 0,-1 0 0 0 0,0-1 0 0 0,1 1 0 0 0,-1-1 0 0 0,1 1-1 0 0,-1 0 1 0 0,1-1 0 0 0,-1 1 0 0 0,1 0 0 0 0,-1 0 0 0 0,1-1 0 0 0,-1 1 0 0 0,1 0 0 0 0,-1 0 0 0 0,1 0 0 0 0,-1 0-1 0 0,1-1 1 0 0,-1 1 0 0 0,1 0 0 0 0,-1 0 0 0 0,1 0 0 0 0,-1 0 0 0 0,1 0 0 0 0,0 0 0 0 0,-1 1 0 0 0,1-1-1 0 0,-1 0 1 0 0,1 0 0 0 0,-1 0 0 0 0,1 0 0 0 0,-1 1 0 0 0,1-1 0 0 0,0 1 0 0 0,20 12 157 0 0,-15-6-158 0 0,0 0-1 0 0,0 0 0 0 0,-1 1 0 0 0,0-1 1 0 0,0 1-1 0 0,-1 0 0 0 0,0 0 0 0 0,0 1 0 0 0,-1-1 1 0 0,4 17-1 0 0,-2-2 9 0 0,-1 0 1 0 0,3 45-1 0 0,-7-49 14 0 0,-1-1 1 0 0,0 0-1 0 0,-2 0 0 0 0,0 0 1 0 0,-9 30-1 0 0,-19 39 2907 0 0,31-87-2927 0 0,0 1-1 0 0,0-1 1 0 0,0 0-1 0 0,0 1 1 0 0,-1-1-1 0 0,1 0 1 0 0,0 1-1 0 0,0-1 1 0 0,0 0-1 0 0,0 1 0 0 0,0-1 1 0 0,0 0-1 0 0,0 1 1 0 0,-1-1-1 0 0,1 0 1 0 0,0 0-1 0 0,0 1 1 0 0,0-1-1 0 0,-1 0 1 0 0,1 0-1 0 0,0 1 1 0 0,0-1-1 0 0,-1 0 1 0 0,1 0-1 0 0,0 1 0 0 0,-1-1 1 0 0,1 0-1 0 0,0 0 1 0 0,-1 0-1 0 0,1 0 1 0 0,0 0-1 0 0,0 0 1 0 0,-1 0-1 0 0,1 1 1 0 0,0-1-1 0 0,-1 0 1 0 0,1 0-1 0 0,-1 0 0 0 0,1 0 1 0 0,0 0-1 0 0,-1-1 1 0 0,1 1-1 0 0,0 0 1 0 0,-1 0-1 0 0,1 0 1 0 0,0 0-1 0 0,0 0 1 0 0,-1 0-1 0 0,1 0 1 0 0,0-1-1 0 0,-1 1 1 0 0,0-1-11 0 0,1 0 0 0 0,-1 1 0 0 0,1-1 0 0 0,-1 0 0 0 0,1 0 0 0 0,-1 0 0 0 0,1 0 0 0 0,0 1 0 0 0,-1-1 0 0 0,1 0 0 0 0,0 0 0 0 0,0 0 0 0 0,0 0 0 0 0,-1 0 0 0 0,1 0 0 0 0,0 0 0 0 0,1-2 0 0 0,1-11 8 0 0,2 0-1 0 0,-1 1 1 0 0,2-1-1 0 0,0 1 0 0 0,1 0 1 0 0,0 0-1 0 0,16-24 1 0 0,-10 19-30 0 0,2 1 0 0 0,0 0 0 0 0,0 1 0 0 0,26-22 0 0 0,-33 33-1 0 0,0 0 0 0 0,0 0 0 0 0,0 0 0 0 0,0 1 0 0 0,1 0 0 0 0,-1 1 0 0 0,1 0 1 0 0,0 0-1 0 0,0 0 0 0 0,0 1 0 0 0,1 0 0 0 0,-1 1 0 0 0,0 0 0 0 0,1 0 1 0 0,10 1-1 0 0,-12 1 0 0 0,0 0 1 0 0,1 0-1 0 0,-1 0 1 0 0,0 1-1 0 0,-1 0 1 0 0,1 0-1 0 0,0 1 1 0 0,-1 0-1 0 0,1 0 1 0 0,-1 1-1 0 0,0 0 1 0 0,0 0-1 0 0,0 0 1 0 0,-1 0-1 0 0,1 1 1 0 0,-1 0-1 0 0,0 0 1 0 0,4 7-1 0 0,-2-2 6 0 0,0-1 0 0 0,-1 2 1 0 0,-1-1-1 0 0,0 1 0 0 0,0 0 0 0 0,5 22 0 0 0,-7-25 6 0 0,-2 0 0 0 0,1 0 0 0 0,-1 0 0 0 0,-1 0 0 0 0,1 0 0 0 0,-1 0 0 0 0,-1 1 0 0 0,1-1 0 0 0,-2 0 1 0 0,-2 14-1 0 0,-2 22 171 0 0,5-42-74 0 0,1-5-102 0 0,0 0-1 0 0,-1 1 1 0 0,1-1-1 0 0,0 0 1 0 0,1 0-1 0 0,-1 0 1 0 0,0 1-1 0 0,1-1 0 0 0,1-3 1 0 0,2-9-10 0 0,2 0 0 0 0,0 1 0 0 0,1 0 1 0 0,0 0-1 0 0,16-22 0 0 0,52-58-40 0 0,-61 79 36 0 0,0 0-1 0 0,1 1 1 0 0,26-18 0 0 0,-33 26-1 0 0,0 0 0 0 0,1 1 1 0 0,0 1-1 0 0,0-1 0 0 0,0 1 0 0 0,1 1 1 0 0,-1 0-1 0 0,20-4 0 0 0,-25 7 5 0 0,0-1 0 0 0,-1 1 1 0 0,1-1-1 0 0,0 1 0 0 0,0 1 0 0 0,0-1 0 0 0,-1 0 0 0 0,1 1 0 0 0,0 0 0 0 0,-1 0 1 0 0,1 0-1 0 0,0 0 0 0 0,-1 1 0 0 0,1-1 0 0 0,4 4 0 0 0,-6-3 12 0 0,1 0 0 0 0,-1 0 0 0 0,0 1 0 0 0,0-1 0 0 0,1 1 0 0 0,-2 0 0 0 0,1-1 0 0 0,0 1 0 0 0,0 0 0 0 0,-1 0 0 0 0,0 0 1 0 0,0 0-1 0 0,0 0 0 0 0,1 5 0 0 0,1 8-51 0 0,-2 0 0 0 0,0 1 0 0 0,-1-1 0 0 0,-1 0 1 0 0,-4 28-1 0 0,2-22-210 0 0,2-12-347 0 0,1-1 0 0 0,-1 1 0 0 0,1-1 0 0 0,3 15 0 0 0,-3-20 108 0 0,1 0-1 0 0,0 0 1 0 0,1 0-1 0 0,-1-1 0 0 0,1 1 1 0 0,-1 0-1 0 0,1-1 1 0 0,0 1-1 0 0,1-1 1 0 0,-1 0-1 0 0,0 1 0 0 0,1-1 1 0 0,3 3-1 0 0,8 6-3388 0 0</inkml:trace>
</inkml:ink>
</file>

<file path=ppt/ink/ink2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7:20.8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369 716 388 0 0,'7'-14'1465'0'0,"0"-1"0"0"0,-1 0 0 0 0,-1-1 0 0 0,-1 1 0 0 0,0-1 0 0 0,-1 0 0 0 0,2-26 0 0 0,-5 41-1438 0 0,0 0 1 0 0,-1 1 0 0 0,1-1-1 0 0,0 0 1 0 0,0 0 0 0 0,-1 0 0 0 0,1 0-1 0 0,0 0 1 0 0,-1 0 0 0 0,1 1-1 0 0,-1-1 1 0 0,1 0 0 0 0,-1 0-1 0 0,1 1 1 0 0,-1-1 0 0 0,0 0-1 0 0,1 1 1 0 0,-1-1 0 0 0,0 0-1 0 0,1 1 1 0 0,-1-1 0 0 0,0 1-1 0 0,0 0 1 0 0,0-1 0 0 0,0 1-1 0 0,1-1 1 0 0,-1 1 0 0 0,0 0-1 0 0,0 0 1 0 0,-2-1 0 0 0,-24 0 256 0 0,18 2-235 0 0,0 1 1 0 0,0 0 0 0 0,1 1-1 0 0,-1 0 1 0 0,0 0-1 0 0,1 0 1 0 0,-8 6 0 0 0,-54 36 148 0 0,61-39-169 0 0,-13 9 1 0 0,1 0-1 0 0,1 2 1 0 0,1 0 0 0 0,0 2-1 0 0,1 0 1 0 0,1 0 0 0 0,1 2-1 0 0,1 0 1 0 0,-17 31 0 0 0,31-50-20 0 0,0 0 0 0 0,0 0 0 0 0,0 0 0 0 0,0 0 0 0 0,1 1 0 0 0,-1-1 0 0 0,0 0 0 0 0,1 1 0 0 0,0-1 1 0 0,0 0-1 0 0,0 1 0 0 0,0 4 0 0 0,0-6-4 0 0,0 0 1 0 0,1 0-1 0 0,-1 0 1 0 0,1 0-1 0 0,-1 0 0 0 0,1 0 1 0 0,-1 0-1 0 0,1 0 1 0 0,0 0-1 0 0,-1 0 1 0 0,1 0-1 0 0,0 0 0 0 0,0 0 1 0 0,0 0-1 0 0,-1-1 1 0 0,1 1-1 0 0,0 0 1 0 0,0-1-1 0 0,1 2 0 0 0,2-1-1 0 0,0 0 0 0 0,-1 0 0 0 0,1 0 0 0 0,0 0 0 0 0,0-1 0 0 0,-1 1 0 0 0,1-1 0 0 0,0 0 0 0 0,0 0 0 0 0,0-1 0 0 0,-1 1 0 0 0,1-1 0 0 0,0 1 0 0 0,5-3 0 0 0,5-2-7 0 0,-1 0 1 0 0,1-2-1 0 0,-1 1 1 0 0,0-1-1 0 0,-1-1 1 0 0,22-18-1 0 0,64-65-29 0 0,-77 69 13 0 0,8-9 4 0 0,-18 18-5 0 0,1 1 0 0 0,21-18 0 0 0,-31 29-7 0 0,-1 1 11 0 0,-1 0 15 0 0,1 0-1 0 0,-1 0 1 0 0,1 0-1 0 0,-1 0 1 0 0,1 0-1 0 0,-1 0 1 0 0,0 1-1 0 0,1-1 1 0 0,-1 0-1 0 0,1 0 1 0 0,-1 0-1 0 0,0 1 1 0 0,1-1-1 0 0,-1 0 1 0 0,1 0-1 0 0,-1 1 1 0 0,0-1-1 0 0,1 0 1 0 0,-1 1-1 0 0,0-1 1 0 0,0 1-1 0 0,1-1 1 0 0,-1 0-1 0 0,0 1 1 0 0,0-1-1 0 0,1 1 1 0 0,-1-1-1 0 0,0 0 1 0 0,0 1-1 0 0,0-1 1 0 0,0 1-1 0 0,0-1 1 0 0,0 1-1 0 0,0 20 21 0 0,-1-15-11 0 0,-3 32 8 0 0,-14 53 0 0 0,-3 14 3 0 0,19-89 11 0 0,1-1 0 0 0,1 1 0 0 0,0 0 1 0 0,4 26-1 0 0,-4-39-24 0 0,1-1 1 0 0,-1 0-1 0 0,1 0 1 0 0,0 0-1 0 0,0 1 1 0 0,0-1-1 0 0,0 0 1 0 0,1-1-1 0 0,-1 1 1 0 0,0 0-1 0 0,1 0 1 0 0,-1 0-1 0 0,1-1 1 0 0,0 1-1 0 0,0-1 1 0 0,-1 1-1 0 0,1-1 1 0 0,0 0-1 0 0,0 0 1 0 0,0 0 0 0 0,0 0-1 0 0,1 0 1 0 0,-1 0-1 0 0,0 0 1 0 0,0-1-1 0 0,0 1 1 0 0,1-1-1 0 0,-1 0 1 0 0,0 1-1 0 0,1-1 1 0 0,-1 0-1 0 0,3-1 1 0 0,6 1-50 0 0,0-1 1 0 0,0 0 0 0 0,0-1 0 0 0,0 0 0 0 0,14-5-1 0 0,4-4-376 0 0,-2-1 0 0 0,1-1 0 0 0,-2-2 0 0 0,0 0 0 0 0,-1-2 0 0 0,0-1 0 0 0,40-38 0 0 0,-4-5-503 0 0,77-99-1 0 0,-65 62 1246 0 0,-4-4 1 0 0,-4-3-1 0 0,67-149 0 0 0,-92 160 1143 0 0,-39 92-1456 0 0,-4 4-3 0 0,-9 11 22 0 0,-1-1 0 0 0,1 2 0 0 0,1 0-1 0 0,1 0 1 0 0,-12 20 0 0 0,-41 87 199 0 0,43-80-244 0 0,-34 70 101 0 0,-68 202 0 0 0,106-259 21 0 0,-14 102 1 0 0,28-147-61 0 0,1 0 0 0 0,1 0 1 0 0,0-1-1 0 0,0 1 1 0 0,0 0-1 0 0,1 0 1 0 0,4 16-1 0 0,-4-22-29 0 0,0-1-1 0 0,0 1 0 0 0,0-1 1 0 0,0 1-1 0 0,1-1 1 0 0,-1 0-1 0 0,1 1 1 0 0,0-1-1 0 0,-1 0 0 0 0,1 0 1 0 0,0 0-1 0 0,0 0 1 0 0,1 0-1 0 0,-1 0 0 0 0,0-1 1 0 0,0 1-1 0 0,1-1 1 0 0,-1 0-1 0 0,1 0 1 0 0,0 1-1 0 0,-1-2 0 0 0,1 1 1 0 0,0 0-1 0 0,-1 0 1 0 0,1-1-1 0 0,0 0 0 0 0,0 1 1 0 0,3-1-1 0 0,5 0-5 0 0,0-1 0 0 0,0 0 0 0 0,0-1 0 0 0,0 0-1 0 0,0 0 1 0 0,0-1 0 0 0,-1-1 0 0 0,1 0 0 0 0,-1 0 0 0 0,14-9 0 0 0,1-2-8 0 0,-1-1 0 0 0,41-34 0 0 0,-31 19-30 0 0,-1-1 0 0 0,-1-2 0 0 0,41-56 1 0 0,-55 64 178 0 0,-1-1 0 0 0,-1 0 1 0 0,-2-2-1 0 0,0 1 1 0 0,-2-1-1 0 0,9-34 1 0 0,-19 57-78 0 0,-1 3-50 0 0,0 0 0 0 0,0 1 0 0 0,-1-1 0 0 0,1 1-1 0 0,-1-1 1 0 0,1 0 0 0 0,-1 1 0 0 0,0-1 0 0 0,0 0-1 0 0,0 0 1 0 0,0 1 0 0 0,-1-1 0 0 0,0-3 0 0 0,-7-7 11 0 0,0 11-33 0 0,4 2 3 0 0,-12 1-3 0 0,0 3-5 0 0,12-2 2 0 0,0 0 0 0 0,1 0 0 0 0,0 0 0 0 0,-1 1 0 0 0,1-1 0 0 0,0 1 0 0 0,0 0 0 0 0,0 0 0 0 0,0 0 0 0 0,1 0 0 0 0,-1 0 0 0 0,1 0 0 0 0,0 1 0 0 0,0-1 0 0 0,0 1 0 0 0,1 0-1 0 0,-1 0 1 0 0,1-1 0 0 0,0 1 0 0 0,0 0 0 0 0,0 0 0 0 0,0 0 0 0 0,1 0 0 0 0,-1 0 0 0 0,1 8 0 0 0,1-7-23 0 0,-1 0 1 0 0,1-1-1 0 0,0 1 0 0 0,0 0 0 0 0,0-1 1 0 0,1 1-1 0 0,0-1 0 0 0,-1 0 0 0 0,2 1 1 0 0,-1-1-1 0 0,0 0 0 0 0,1 0 0 0 0,0 0 1 0 0,0-1-1 0 0,0 1 0 0 0,0-1 0 0 0,0 0 1 0 0,1 1-1 0 0,0-1 0 0 0,-1-1 0 0 0,1 1 0 0 0,5 2 1 0 0,0-1-126 0 0,0 0 0 0 0,0 0-1 0 0,1-1 1 0 0,-1 0 0 0 0,1-1 0 0 0,0 0 0 0 0,0-1 0 0 0,0 0 0 0 0,0 0 0 0 0,-1-1 0 0 0,1 0 0 0 0,0-1 0 0 0,14-2 0 0 0,-11 0 115 0 0,-1-1 1 0 0,1 0 0 0 0,-1-1 0 0 0,0 0 0 0 0,0-1 0 0 0,0 0 0 0 0,-1-1 0 0 0,0 0 0 0 0,16-15-1 0 0,51-54 3274 0 0,-77 75-2887 0 0,-4 2-291 0 0,-3 3-45 0 0,0 0-1 0 0,-1 1 1 0 0,1 0 0 0 0,1 0 0 0 0,-1 0-1 0 0,-8 11 1 0 0,-32 45 14 0 0,26-32-10 0 0,2-3-2 0 0,0 1 1 0 0,2 0 0 0 0,1 1 0 0 0,2 1 0 0 0,0 1 0 0 0,-16 60 0 0 0,28-86-14 0 0,1-1 1 0 0,-1 1-1 0 0,0-1 1 0 0,1 1-1 0 0,0-1 0 0 0,0 1 1 0 0,0-1-1 0 0,0 1 1 0 0,0-1-1 0 0,1 1 0 0 0,0-1 1 0 0,0 1-1 0 0,0-1 1 0 0,0 1-1 0 0,0-1 0 0 0,0 0 1 0 0,1 0-1 0 0,2 3 1 0 0,-2-2-29 0 0,1-2 0 0 0,0 1 0 0 0,0 0 0 0 0,0 0 0 0 0,0-1 0 0 0,0 0 0 0 0,1 0 0 0 0,-1 0 0 0 0,1 0 0 0 0,-1 0 0 0 0,1-1 0 0 0,0 1 0 0 0,0-1 0 0 0,-1 0 0 0 0,8 1 0 0 0,4 0-372 0 0,0-1-1 0 0,-1-1 1 0 0,1 0-1 0 0,0-1 1 0 0,-1-1-1 0 0,1 0 1 0 0,0-1-1 0 0,-1 0 1 0 0,0-1-1 0 0,0-1 1 0 0,18-8-1 0 0,-10 3-120 0 0,0-2 0 0 0,-1 0 0 0 0,0-1 0 0 0,-1-1-1 0 0,37-34 1 0 0,-37 28 732 0 0,-1-2 0 0 0,0 0-1 0 0,22-38 1 0 0,-14 15 2363 0 0,21-50-1 0 0,-20 34-167 0 0,-27 60-2083 0 0,-4 18-254 0 0,-1 3 86 0 0,-9 30 1 0 0,2-10-83 0 0,3-7 36 0 0,-29 155-78 0 0,35-180-154 0 0,2 1 0 0 0,0-1-1 0 0,0 0 1 0 0,0 0 0 0 0,3 15-1 0 0,-2-20-215 0 0,0 0 0 0 0,0 0-1 0 0,0 0 1 0 0,0 0 0 0 0,1 0 0 0 0,-1 0-1 0 0,4 4 1 0 0,-3-5-255 0 0,-1 0 1 0 0,1 0-1 0 0,0 0 0 0 0,0-1 1 0 0,0 1-1 0 0,0-1 1 0 0,0 1-1 0 0,0-1 0 0 0,1 0 1 0 0,3 2-1 0 0,9 2-5274 0 0</inkml:trace>
</inkml:ink>
</file>

<file path=ppt/ink/ink2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7:21.0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58 2996 0 0,'14'-40'10706'0'0,"-8"22"-6911"0"0,-6 18-3786 0 0,0 1 0 0 0,0-1 0 0 0,0 0 0 0 0,0 0 0 0 0,0 1 0 0 0,0-1 0 0 0,0 0 0 0 0,0 0 0 0 0,1 0 0 0 0,-1 1 0 0 0,0-1 1 0 0,0 0-1 0 0,0 0 0 0 0,0 0 0 0 0,1 1 0 0 0,-1-1 0 0 0,0 0 0 0 0,0 0 0 0 0,0 0 0 0 0,1 0 0 0 0,-1 0 0 0 0,0 0 0 0 0,0 0 0 0 0,1 1 0 0 0,-1-1 0 0 0,0 0 0 0 0,0 0 0 0 0,1 0 0 0 0,-1 0 0 0 0,0 0 1 0 0,0 0-1 0 0,1 0 0 0 0,-1 0 0 0 0,1 0-2 0 0,-1 0 0 0 0,1 0 0 0 0,-1 0 1 0 0,1 0-1 0 0,-1 0 0 0 0,1 0 0 0 0,0 0 1 0 0,-1 0-1 0 0,1 1 0 0 0,-1-1 0 0 0,1 0 1 0 0,-1 0-1 0 0,0 1 0 0 0,1-1 0 0 0,-1 0 1 0 0,1 1-1 0 0,-1-1 0 0 0,1 0 0 0 0,-1 1 1 0 0,0-1-1 0 0,1 1 0 0 0,-1-1 0 0 0,0 1 1 0 0,0-1-1 0 0,1 0 0 0 0,-1 1 0 0 0,0 0 1 0 0,60 143 833 0 0,22 49-3187 0 0</inkml:trace>
</inkml:ink>
</file>

<file path=ppt/ink/ink2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7:21.3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570 70 124 0 0,'-7'-15'3365'0'0,"4"7"-1858"0"0,-1 0-1 0 0,0 1 1 0 0,-1-1 0 0 0,0 1-1 0 0,-5-7 1 0 0,8 12-1075 0 0,-2 2-87 0 0,-1 1-248 0 0,-1 0 0 0 0,0 0 0 0 0,0 0 0 0 0,1 1 0 0 0,-1 0 0 0 0,1 0 0 0 0,-1 1 0 0 0,1 0 0 0 0,0 0 0 0 0,0 0 0 0 0,0 0 0 0 0,0 1 0 0 0,-6 5 0 0 0,-10 11 397 0 0,-26 31-1 0 0,46-50-477 0 0,-307 352 1001 0 0,262-310-6791 0 0,25-35-2732 0 0</inkml:trace>
</inkml:ink>
</file>

<file path=ppt/ink/ink2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7:21.5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24 134 2104 0 0,'-11'-45'11389'0'0,"4"1"-6782"0"0,7 41-4559 0 0,-1 0 146 0 0,0-14-1808 0 0,-3-4-7413 0 0</inkml:trace>
</inkml:ink>
</file>

<file path=ppt/ink/ink2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7:21.8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256 1 924 0 0,'-253'20'18043'0'0,"250"-19"-17224"0"0,426 5-1156 0 0,-1 9-6039 0 0,-298-11 2055 0 0,5 0-2027 0 0</inkml:trace>
</inkml:ink>
</file>

<file path=ppt/ink/ink2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7:25.5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1054 114 1420 0 0,'0'0'1668'0'0,"13"-5"3975"0"0,-11 4-5225 0 0,-1-1-1 0 0,1 1 1 0 0,-1 0 0 0 0,1-1 0 0 0,-1 0 0 0 0,0 1 0 0 0,0-1-1 0 0,1 0 1 0 0,-1 1 0 0 0,0-1 0 0 0,-1 0 0 0 0,2-3 0 0 0,-1 3 219 0 0,-1 2-604 0 0,0-1 0 0 0,0 0 0 0 0,0 1 0 0 0,1-1 0 0 0,-1 0 0 0 0,0 1 0 0 0,0-1 0 0 0,0 0 0 0 0,0 1 0 0 0,0-1 0 0 0,0 0 0 0 0,0 0 0 0 0,0 1 0 0 0,-1-1 0 0 0,1 0 0 0 0,0 1-1 0 0,0-1 1 0 0,0 0 0 0 0,-1 1 0 0 0,1-1 0 0 0,0 0 0 0 0,-1 1 0 0 0,1-1 0 0 0,-1 1 0 0 0,1-1 0 0 0,-1 1 0 0 0,1-1 0 0 0,-1 1 0 0 0,1-1 0 0 0,-1 1 0 0 0,1-1 0 0 0,-1 1 0 0 0,-22-17 597 0 0,9 11-584 0 0,1 0 1 0 0,-1 2-1 0 0,-1 0 1 0 0,1 0-1 0 0,-16-1 1 0 0,-79-4-8 0 0,91 7-27 0 0,-62-3 39 0 0,-1 4 0 0 0,-86 9 0 0 0,159-7-51 0 0,0 1-1 0 0,0-1 1 0 0,1 1 0 0 0,-1 0-1 0 0,1 1 1 0 0,-1 0 0 0 0,1 0-1 0 0,0 1 1 0 0,0-1 0 0 0,0 2-1 0 0,1-1 1 0 0,0 1 0 0 0,-12 10-1 0 0,12-7 7 0 0,-1-1 0 0 0,2 1 0 0 0,-1 0 0 0 0,1 0 0 0 0,1 1 0 0 0,-1-1 0 0 0,1 1-1 0 0,1 0 1 0 0,0 0 0 0 0,0 1 0 0 0,-2 10 0 0 0,-2 34 230 0 0,2 0 1 0 0,3 104-1 0 0,0 19 451 0 0,-58 479 1761 0 0,36-407-1890 0 0,-3 3 348 0 0,-22 197 1294 0 0,7-84-489 0 0,-4 333-1360 0 0,33-209 570 0 0,10-375-489 0 0,-8 203 503 0 0,-8-136 31 0 0,-2 17-426 0 0,20-91-407 0 0,2-59-86 0 0,-1-46-40 0 0,0 0 1 0 0,1 1-1 0 0,-1-1 1 0 0,0 0-1 0 0,1 0 1 0 0,0 1-1 0 0,0-1 1 0 0,-1 0-1 0 0,1 0 1 0 0,1 0 0 0 0,-1 0-1 0 0,0 0 1 0 0,0 0-1 0 0,1 0 1 0 0,-1-1-1 0 0,1 1 1 0 0,-1 0-1 0 0,1-1 1 0 0,0 1-1 0 0,0-1 1 0 0,0 0-1 0 0,-1 0 1 0 0,1 1-1 0 0,0-1 1 0 0,1 0-1 0 0,-1-1 1 0 0,0 1-1 0 0,0 0 1 0 0,0-1-1 0 0,0 1 1 0 0,4 0 0 0 0,8 1 8 0 0,-1 0 0 0 0,1-1 0 0 0,27-2 0 0 0,-30 1-15 0 0,490-30-1551 0 0,-218 10-2165 0 0,-88 5-1218 0 0,-66 1-2782 0 0,-27 3-2885 0 0</inkml:trace>
</inkml:ink>
</file>

<file path=ppt/ink/ink2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7:27.6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248 48 1156 0 0,'2'-14'6539'0'0,"-2"-4"-3245"0"0,0 18-3214 0 0,0-1 0 0 0,0 1 0 0 0,0-1 0 0 0,0 1 0 0 0,1-1-1 0 0,-1 1 1 0 0,0-1 0 0 0,0 1 0 0 0,0-1 0 0 0,-1 1 0 0 0,1-1 0 0 0,0 1-1 0 0,0-1 1 0 0,0 1 0 0 0,0-1 0 0 0,0 1 0 0 0,-1-1 0 0 0,1 1-1 0 0,0-1 1 0 0,0 1 0 0 0,-1-1 0 0 0,1 1 0 0 0,0-1 0 0 0,-1 1-1 0 0,1 0 1 0 0,0-1 0 0 0,-1 1 0 0 0,1 0 0 0 0,-1-1 0 0 0,1 1 0 0 0,0 0-1 0 0,-1 0 1 0 0,1-1 0 0 0,-2 1 0 0 0,-5 6 37 0 0,-1 0 1 0 0,1 0-1 0 0,0 1 1 0 0,0 0-1 0 0,1 0 1 0 0,0 1-1 0 0,0-1 1 0 0,1 1-1 0 0,-6 12 0 0 0,-7 8 39 0 0,-7 11-41 0 0,2 0 0 0 0,2 1 0 0 0,1 1 1 0 0,3 1-1 0 0,-14 47 0 0 0,27-77-101 0 0,1 1 0 0 0,0 0 1 0 0,0 1-1 0 0,2-1 0 0 0,-1 1 1 0 0,2-1-1 0 0,0 15 0 0 0,1-24-12 0 0,-1 0-1 0 0,1 0 1 0 0,0 0 0 0 0,0 0-1 0 0,0 0 1 0 0,1 0-1 0 0,-1 0 1 0 0,1 0-1 0 0,0-1 1 0 0,0 1-1 0 0,1-1 1 0 0,-1 0 0 0 0,0 1-1 0 0,1-1 1 0 0,0 0-1 0 0,0 0 1 0 0,0-1-1 0 0,0 1 1 0 0,0 0-1 0 0,1-1 1 0 0,-1 0-1 0 0,1 0 1 0 0,0 0 0 0 0,-1 0-1 0 0,1-1 1 0 0,0 1-1 0 0,6 0 1 0 0,4 1-183 0 0,1 0 0 0 0,0-2 0 0 0,0 1 0 0 0,1-2 0 0 0,-1 0 0 0 0,0-1 0 0 0,0 0 0 0 0,0-2 0 0 0,0 1 0 0 0,-1-2 0 0 0,1 0 0 0 0,-1-1 0 0 0,17-7 0 0 0,-6 0-143 0 0,0-1 0 0 0,0 0 1 0 0,-2-2-1 0 0,0-1 0 0 0,0-1 0 0 0,24-24 0 0 0,-31 25 482 0 0,0-1 0 0 0,-2 0 0 0 0,0-1 0 0 0,0-1 0 0 0,-2 0 0 0 0,0 0 0 0 0,-2-1 0 0 0,0-1-1 0 0,-1 0 1 0 0,7-26 0 0 0,-15 44-6 0 0,-1 3-135 0 0,0-1 0 0 0,0 1 0 0 0,-1 0 0 0 0,1-1 0 0 0,0 1 0 0 0,-1-1 0 0 0,1 1 0 0 0,0 0 1 0 0,-1-1-1 0 0,1 1 0 0 0,0 0 0 0 0,-1-1 0 0 0,1 1 0 0 0,-1 0 0 0 0,1 0 0 0 0,0-1 0 0 0,-1 1 1 0 0,1 0-1 0 0,-1 0 0 0 0,1 0 0 0 0,-1 0 0 0 0,1 0 0 0 0,-1-1 0 0 0,1 1 0 0 0,-1 0 0 0 0,1 0 1 0 0,-1 0-1 0 0,1 0 0 0 0,-1 0 0 0 0,1 0 0 0 0,0 1 0 0 0,-1-1 0 0 0,1 0 0 0 0,-1 0 0 0 0,1 0 1 0 0,-1 0-1 0 0,1 1 0 0 0,-1-1 0 0 0,1 0 0 0 0,0 0 0 0 0,-1 1 0 0 0,1-1 0 0 0,-1 0 0 0 0,1 1 1 0 0,0-1-1 0 0,-1 0 0 0 0,1 1 0 0 0,-10 9 130 0 0,1 0 1 0 0,1 1 0 0 0,0 0-1 0 0,1 0 1 0 0,0 1-1 0 0,0-1 1 0 0,1 2-1 0 0,1-1 1 0 0,0 0-1 0 0,1 1 1 0 0,0 0 0 0 0,-2 18-1 0 0,5-27-134 0 0,0 0 0 0 0,1 0 0 0 0,0 1-1 0 0,0-1 1 0 0,0 0 0 0 0,0 1 0 0 0,1-1 0 0 0,-1 0 0 0 0,1 0 0 0 0,0 0-1 0 0,0 0 1 0 0,1 0 0 0 0,-1 0 0 0 0,1 0 0 0 0,0 0 0 0 0,0 0-1 0 0,0 0 1 0 0,1-1 0 0 0,-1 1 0 0 0,1-1 0 0 0,0 0 0 0 0,0 0-1 0 0,0 0 1 0 0,0 0 0 0 0,1 0 0 0 0,-1-1 0 0 0,1 0 0 0 0,-1 1-1 0 0,1-1 1 0 0,0-1 0 0 0,0 1 0 0 0,0 0 0 0 0,0-1 0 0 0,8 2-1 0 0,-1-1 1 0 0,0 0-1 0 0,1-1 0 0 0,-1-1 1 0 0,0 0-1 0 0,1 0 0 0 0,-1-1 0 0 0,1 0 1 0 0,-1-1-1 0 0,0-1 0 0 0,0 1 0 0 0,0-2 1 0 0,0 0-1 0 0,0 0 0 0 0,-1-1 0 0 0,1 0 1 0 0,-1-1-1 0 0,-1 0 0 0 0,1 0 0 0 0,-1-1 1 0 0,0 0-1 0 0,-1-1 0 0 0,0 0 0 0 0,0 0 1 0 0,0-1-1 0 0,-1 0 0 0 0,-1 0 0 0 0,1-1 1 0 0,-1 0-1 0 0,-1 0 0 0 0,6-16 1 0 0,-5 11-26 0 0,-1 0 0 0 0,-1-1 0 0 0,0 1 0 0 0,-1-1 1 0 0,-1 1-1 0 0,0-1 0 0 0,-2 0 0 0 0,1 0 0 0 0,-2 0 1 0 0,-2-16-1 0 0,2 26 10 0 0,0-1 0 0 0,0 1 0 0 0,-1 0 0 0 0,0 0 0 0 0,0 0 0 0 0,0 0 0 0 0,-1 0 0 0 0,0 0 0 0 0,0 1 0 0 0,0-1 0 0 0,-1 1 0 0 0,1 0 0 0 0,-2 0 0 0 0,1 0 0 0 0,0 0 0 0 0,-1 1 0 0 0,0 0 0 0 0,0 0 1 0 0,0 0-1 0 0,0 0 0 0 0,-1 1 0 0 0,0 0 0 0 0,1 0 0 0 0,-1 1 0 0 0,0 0 0 0 0,-11-3 0 0 0,13 4 6 0 0,-1 1 0 0 0,1 0 0 0 0,-1 0 0 0 0,0 0 0 0 0,1 1 0 0 0,0-1 0 0 0,-1 1 0 0 0,1 0 0 0 0,-1 1 0 0 0,1-1 0 0 0,0 1 0 0 0,0 0 1 0 0,0 0-1 0 0,0 0 0 0 0,0 0 0 0 0,0 1 0 0 0,1-1 0 0 0,-6 6 0 0 0,7-7-151 0 0,1 1 1 0 0,-1-1-1 0 0,1 1 1 0 0,0 0-1 0 0,0-1 1 0 0,-1 1-1 0 0,1 0 1 0 0,0 0-1 0 0,0 0 1 0 0,1 0-1 0 0,-1 0 1 0 0,0 0-1 0 0,1 0 1 0 0,-1 0-1 0 0,1 0 1 0 0,0 0-1 0 0,-1 0 1 0 0,1 0-1 0 0,0 0 1 0 0,1 3-1 0 0,-1-3-333 0 0,1 0-1 0 0,-1 0 1 0 0,1 0-1 0 0,0 0 1 0 0,0 0 0 0 0,0 0-1 0 0,0 0 1 0 0,0-1-1 0 0,0 1 1 0 0,0 0 0 0 0,1-1-1 0 0,-1 1 1 0 0,3 1-1 0 0</inkml:trace>
</inkml:ink>
</file>

<file path=ppt/ink/ink2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7:28.1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165 56 1408 0 0,'4'-2'879'0'0,"-1"-1"-1"0"0,1 0 0 0 0,-1 0 1 0 0,0 0-1 0 0,0 0 0 0 0,-1-1 1 0 0,1 1-1 0 0,2-6 1 0 0,-5 9-771 0 0,1-1 0 0 0,-1 0 0 0 0,0 1 0 0 0,0-1 0 0 0,0 0 1 0 0,0 1-1 0 0,0-1 0 0 0,0 0 0 0 0,0 1 0 0 0,0-1 0 0 0,0 0 1 0 0,0 1-1 0 0,0-1 0 0 0,0 0 0 0 0,-1 0 0 0 0,1 1 0 0 0,0-1 1 0 0,0 1-1 0 0,-1-1 0 0 0,1 0 0 0 0,-1 1 0 0 0,1-1 0 0 0,0 1 1 0 0,-1-1-1 0 0,1 1 0 0 0,-1-1 0 0 0,1 1 0 0 0,-1-1 0 0 0,1 1 1 0 0,-1-1-1 0 0,0 1 0 0 0,1 0 0 0 0,-1-1 0 0 0,0 1 0 0 0,0-1-181 0 0,-1 0 514 0 0,-2 1-62 0 0,-6 1-210 0 0,0 1 0 0 0,1 1 0 0 0,-1-1 0 0 0,1 2 0 0 0,0-1 0 0 0,0 1 0 0 0,0 0 0 0 0,-11 8-1 0 0,14-8-123 0 0,-1 0 0 0 0,1 1-1 0 0,0-1 1 0 0,1 1-1 0 0,-1 0 1 0 0,1 1 0 0 0,0 0-1 0 0,0-1 1 0 0,0 2-1 0 0,1-1 1 0 0,-6 12-1 0 0,9-16-35 0 0,1 1-1 0 0,-1-1 0 0 0,0 1 1 0 0,1-1-1 0 0,0 1 0 0 0,0-1 0 0 0,0 1 1 0 0,0-1-1 0 0,0 1 0 0 0,0-1 0 0 0,1 1 1 0 0,-1 0-1 0 0,1-1 0 0 0,0 0 0 0 0,0 1 1 0 0,0-1-1 0 0,0 1 0 0 0,0-1 1 0 0,0 0-1 0 0,1 0 0 0 0,-1 0 0 0 0,1 0 1 0 0,-1 0-1 0 0,1 0 0 0 0,0 0 0 0 0,0 0 1 0 0,3 2-1 0 0,5 4 5 0 0,1 0 1 0 0,1 0-1 0 0,21 10 1 0 0,-26-14-10 0 0,27 13 26 0 0,-13-7-16 0 0,-2 0 0 0 0,1 1 0 0 0,-1 1 0 0 0,-1 1 0 0 0,19 16 0 0 0,-36-27 79 0 0,1-1-1 0 0,-1 1 1 0 0,1 0-1 0 0,-1-1 1 0 0,0 1-1 0 0,1 0 1 0 0,-1 0-1 0 0,0 0 1 0 0,0 0-1 0 0,0 0 1 0 0,-1 0-1 0 0,1 0 0 0 0,0 0 1 0 0,-1 0-1 0 0,0 0 1 0 0,1 1-1 0 0,-1-1 1 0 0,0 0-1 0 0,0 0 1 0 0,0 0-1 0 0,0 1 1 0 0,0-1-1 0 0,-1 0 0 0 0,0 3 1 0 0,-1-1 15 0 0,1-1 0 0 0,-1 0 0 0 0,0 1 0 0 0,0-1 0 0 0,0 0 0 0 0,0 0 0 0 0,-1 0 0 0 0,1-1 0 0 0,-1 1 0 0 0,1-1 0 0 0,-1 1 0 0 0,0-1 0 0 0,0 0 0 0 0,-6 3 0 0 0,-3 2 60 0 0,-2-1 0 0 0,1-1 1 0 0,-1 0-1 0 0,1-1 1 0 0,-27 5-1 0 0,11-5-52 0 0,-53 0 1 0 0,77-4-521 0 0,1 0 1 0 0,-1 0-1 0 0,0-1 0 0 0,0 0 1 0 0,-5-2-1 0 0,10 3 394 0 0,1-8-3611 0 0,0 6 3002 0 0,1 0 0 0 0,-1 0 0 0 0,0 1 1 0 0,1-1-1 0 0,-1 0 0 0 0,1 1 0 0 0,-1-1 0 0 0,1 1 0 0 0,-1 0 1 0 0,1-1-1 0 0,0 1 0 0 0,3-1 0 0 0,7-6-4359 0 0</inkml:trace>
</inkml:ink>
</file>

<file path=ppt/ink/ink2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7:28.6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102 302 392 0 0,'7'-8'1608'0'0,"-2"0"1"0"0,1 0-1 0 0,-1-1 1 0 0,0 1-1 0 0,-1-1 0 0 0,0-1 1 0 0,-1 1-1 0 0,5-16 1232 0 0,-26 26-2282 0 0,15 1-492 0 0,0 1 0 0 0,-1-1-1 0 0,1 1 1 0 0,0-1 0 0 0,1 1 0 0 0,-1 0 0 0 0,0 0-1 0 0,1 0 1 0 0,0 1 0 0 0,-1-1 0 0 0,1 0 0 0 0,-2 8 0 0 0,-3 0 43 0 0,-6 11-2 0 0,1-1-1 0 0,1 2 1 0 0,1 0-1 0 0,1 0 1 0 0,-7 26-1 0 0,11-32-51 0 0,2 1-1 0 0,0 0 0 0 0,0 0 0 0 0,2 0 0 0 0,0 0 0 0 0,1 0 0 0 0,5 32 0 0 0,-5-47-26 0 0,1-1-1 0 0,-1 1 1 0 0,1 0-1 0 0,0-1 1 0 0,0 1-1 0 0,0 0 0 0 0,0-1 1 0 0,1 1-1 0 0,-1-1 1 0 0,1 0-1 0 0,-1 1 1 0 0,1-1-1 0 0,0 0 0 0 0,0 0 1 0 0,0 0-1 0 0,0 0 1 0 0,0-1-1 0 0,3 3 1 0 0,-1-2 7 0 0,-1 0 1 0 0,1-1-1 0 0,0 1 1 0 0,0-1-1 0 0,0 0 1 0 0,1 0 0 0 0,-1 0-1 0 0,0-1 1 0 0,0 1-1 0 0,9-1 1 0 0,-1-1 16 0 0,1-1 0 0 0,-1 0 0 0 0,1-1 0 0 0,-1 0 0 0 0,0-1 0 0 0,0 0 0 0 0,14-8 0 0 0,-10 3-35 0 0,0-1-1 0 0,-1 0 1 0 0,0-1-1 0 0,-1-1 1 0 0,0-1-1 0 0,-1 0 1 0 0,-1 0-1 0 0,0-1 1 0 0,-1-1 0 0 0,0 0-1 0 0,-1-1 1 0 0,13-28-1 0 0,-11 20-14 0 0,-2 0 1 0 0,-1-1-1 0 0,-1-1 0 0 0,-1 1 0 0 0,-1-1 1 0 0,-2 0-1 0 0,0-1 0 0 0,-1-33 1 0 0,-3 49-6 0 0,0 1 0 0 0,-1 0 0 0 0,0 0 0 0 0,-1 0 0 0 0,0 0 0 0 0,-1 0 0 0 0,0 0 0 0 0,0 1 0 0 0,-1-1 1 0 0,-6-10-1 0 0,7 16 2 0 0,1 1 0 0 0,0-1 1 0 0,-1 1-1 0 0,0 0 0 0 0,0 0 0 0 0,0 0 1 0 0,0 0-1 0 0,0 0 0 0 0,-1 0 1 0 0,1 1-1 0 0,-1 0 0 0 0,0 0 1 0 0,1 0-1 0 0,-1 0 0 0 0,0 0 1 0 0,0 1-1 0 0,0 0 0 0 0,0 0 0 0 0,-1 0 1 0 0,1 0-1 0 0,0 1 0 0 0,0-1 1 0 0,0 1-1 0 0,-1 0 0 0 0,1 1 1 0 0,-8 0-1 0 0,3 1 1 0 0,0 0 0 0 0,0 1 0 0 0,0 0 1 0 0,1 1-1 0 0,-1-1 0 0 0,1 2 0 0 0,0-1 0 0 0,0 1 1 0 0,0 0-1 0 0,-12 12 0 0 0,15-13-1 0 0,1 0 0 0 0,-1 1 0 0 0,1-1 0 0 0,0 1 0 0 0,1 0-1 0 0,-1 0 1 0 0,1 1 0 0 0,0-1 0 0 0,0 1 0 0 0,0-1 0 0 0,1 1 0 0 0,0 0 0 0 0,0 0 0 0 0,1 0 0 0 0,-1 0 0 0 0,1 1 0 0 0,0 5 0 0 0,1-8 5 0 0,0-1 0 0 0,1 0 0 0 0,-1 0 0 0 0,1 1 0 0 0,0-1 0 0 0,-1 0 0 0 0,1 0 1 0 0,1 0-1 0 0,-1 0 0 0 0,0 0 0 0 0,1 0 0 0 0,-1 0 0 0 0,1-1 0 0 0,0 1 0 0 0,0 0 0 0 0,3 2 1 0 0,-1-1-95 0 0,1 0 0 0 0,0 0 0 0 0,1 0 0 0 0,-1-1 0 0 0,0 0 0 0 0,1 0 0 0 0,10 4 0 0 0,6 0-1289 0 0,-1-1 0 0 0,1-1 1 0 0,35 4-1 0 0,-16-5-3239 0 0,1-2-2386 0 0</inkml:trace>
</inkml:ink>
</file>

<file path=ppt/ink/ink2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7:29.3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243 54 1464 0 0,'0'-15'5837'0'0,"0"15"-5801"0"0,5-24 6242 0 0,-5 23-6211 0 0,0 1 0 0 0,1-1 0 0 0,-1 1 0 0 0,0-1 1 0 0,0 0-1 0 0,-1 1 0 0 0,1-1 0 0 0,0 1 0 0 0,0-1 0 0 0,0 1 0 0 0,0-1 0 0 0,0 1 0 0 0,0-1 0 0 0,-1 1 0 0 0,1-1 0 0 0,0 1 0 0 0,0-1 0 0 0,-1 1 0 0 0,1 0 0 0 0,0-1 0 0 0,-1 1 0 0 0,1-1 0 0 0,-1 1 0 0 0,1 0 0 0 0,0-1 0 0 0,-1 1 0 0 0,1 0 0 0 0,-1 0 0 0 0,1-1 0 0 0,-1 1 0 0 0,1 0 0 0 0,-1 0 0 0 0,1 0 0 0 0,-1-1 0 0 0,1 1 1 0 0,-1 0-1 0 0,1 0 0 0 0,-1 0 0 0 0,1 0 0 0 0,-1 0 0 0 0,1 0 0 0 0,-1 0 0 0 0,1 0 0 0 0,-1 0 0 0 0,1 0 0 0 0,-1 1 0 0 0,0-1 0 0 0,-18 6 107 0 0,1 0 0 0 0,0 1-1 0 0,0 1 1 0 0,1 1 0 0 0,0 1 0 0 0,0 0 0 0 0,1 1-1 0 0,1 0 1 0 0,-27 26 0 0 0,40-35-171 0 0,1-1 1 0 0,-1 1-1 0 0,1 0 0 0 0,-1 0 0 0 0,1 0 1 0 0,-1 0-1 0 0,1 0 0 0 0,0 0 0 0 0,0 0 1 0 0,-1 4-1 0 0,1 4 14 0 0,6 3 13 0 0,0-7-27 0 0,0-1-1 0 0,1 1 0 0 0,0-1 1 0 0,0 0-1 0 0,1-1 0 0 0,-1 0 1 0 0,1 0-1 0 0,0 0 0 0 0,14 5 1 0 0,7 5-14 0 0,-3 0-43 0 0,45 33 0 0 0,-64-43 138 0 0,0 1 0 0 0,0 0 1 0 0,-1 1-1 0 0,0-1 0 0 0,0 1 0 0 0,0 0 0 0 0,-1 0 1 0 0,1 0-1 0 0,-1 1 0 0 0,-1 0 0 0 0,0 0 1 0 0,5 11-1 0 0,-7-15 67 0 0,-1 1 0 0 0,1-1 0 0 0,0 1 0 0 0,-1 0-1 0 0,0-1 1 0 0,0 1 0 0 0,0-1 0 0 0,0 1 0 0 0,-1 0 0 0 0,1-1 0 0 0,-1 1 0 0 0,0-1 0 0 0,0 1 0 0 0,0-1 0 0 0,0 1 0 0 0,-1-1 0 0 0,-2 5-1 0 0,1-4 72 0 0,0-1 0 0 0,0 1 0 0 0,-1-1 0 0 0,1 1 0 0 0,-1-1 0 0 0,0 0 0 0 0,0 0 0 0 0,0 0 0 0 0,0-1 0 0 0,0 0 0 0 0,-7 3 0 0 0,0-1 73 0 0,0 0 0 0 0,-1-1 0 0 0,1 0 0 0 0,0-1 0 0 0,-1-1 0 0 0,0 1 0 0 0,1-2 0 0 0,-1 0 0 0 0,-15-2 0 0 0,19 2-276 0 0,1-1 0 0 0,-1 0-1 0 0,1-1 1 0 0,-1 0 0 0 0,1 0 0 0 0,0-1 0 0 0,0 0 0 0 0,0 0 0 0 0,0 0-1 0 0,-11-8 1 0 0,18 10-168 0 0,-1 0 0 0 0,0 0 0 0 0,1 1 0 0 0,-1-1 0 0 0,1 0 0 0 0,-1 0 0 0 0,1 0 0 0 0,0 0 0 0 0,-1 0 0 0 0,1 0 0 0 0,0 0 0 0 0,0 0 0 0 0,-1 1 0 0 0,1-1 0 0 0,0 0 0 0 0,0 0 0 0 0,0 0 0 0 0,0 0 0 0 0,0 0 0 0 0,1 0 0 0 0,-1 0 0 0 0,0 0 0 0 0,0 0 0 0 0,1 0 0 0 0,-1 0 0 0 0,0 0 0 0 0,1 0 0 0 0,-1 0 0 0 0,1 1 0 0 0,-1-1 0 0 0,2-1 0 0 0,16-22-4264 0 0,7 0-3858 0 0</inkml:trace>
</inkml:ink>
</file>

<file path=ppt/ink/ink2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7:29.5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31 1484 0 0,'33'-31'16960'0'0,"-25"41"-15822"0"0,-10 28-604 0 0,-2 0 1 0 0,-11 47-1 0 0,-5 44-306 0 0,19-110-341 0 0,-1-1-135 0 0,1 32 0 0 0,1-46-232 0 0,0 0-1 0 0,1 1 1 0 0,0-1 0 0 0,-1 0 0 0 0,1 0 0 0 0,1 0 0 0 0,-1 0-1 0 0,1 0 1 0 0,-1 0 0 0 0,1 0 0 0 0,0-1 0 0 0,1 1-1 0 0,2 3 1 0 0</inkml:trace>
</inkml:ink>
</file>

<file path=ppt/ink/ink2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7:29.9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 90 300 0 0,'18'-62'15477'0'0,"-18"65"-14981"0"0,-3 52 1119 0 0,-14 70 1 0 0,9-73-1295 0 0,-7 66 1199 0 0,18-124-1172 0 0,9-18-139 0 0,14-33-208 0 0,-14 31 8 0 0,1 0 0 0 0,2 1 0 0 0,0 1 0 0 0,30-37 0 0 0,-32 45-16 0 0,1 2 1 0 0,1-1-1 0 0,0 2 0 0 0,1 0 0 0 0,0 1 0 0 0,1 0 0 0 0,23-11 0 0 0,-35 20-4 0 0,0 1-1 0 0,0 0 1 0 0,0 1-1 0 0,0-1 1 0 0,0 1-1 0 0,0 0 1 0 0,0 0 0 0 0,1 1-1 0 0,-1-1 1 0 0,0 1-1 0 0,0 1 1 0 0,1-1-1 0 0,4 1 1 0 0,-6 1 7 0 0,0-1 1 0 0,0 1-1 0 0,0-1 1 0 0,0 1-1 0 0,0 0 1 0 0,0 1-1 0 0,-1-1 1 0 0,1 1-1 0 0,-1-1 1 0 0,0 1-1 0 0,0 0 1 0 0,0 0 0 0 0,0 0-1 0 0,0 1 1 0 0,-1-1-1 0 0,1 1 1 0 0,-1-1-1 0 0,0 1 1 0 0,0 0-1 0 0,0 0 1 0 0,-1 0-1 0 0,1 0 1 0 0,-1 0-1 0 0,0 0 1 0 0,0 1-1 0 0,-1-1 1 0 0,1 0-1 0 0,-1 6 1 0 0,0 17-90 0 0,-3 28 1 0 0,1-28-2247 0 0,2 30 1 0 0,0-55 1626 0 0,0 0 0 0 0,1 1 0 0 0,-1-1 0 0 0,1 1 0 0 0,0-1 0 0 0,0 1 0 0 0,0-1 0 0 0,0 0 0 0 0,2 3 0 0 0</inkml:trace>
</inkml:ink>
</file>

<file path=ppt/ink/ink2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7:30.5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222 230 1600 0 0,'13'-30'4286'0'0,"-8"19"-2291"0"0,0 0 1 0 0,-1 0-1 0 0,0 0 1 0 0,3-17-1 0 0,-7 28-1959 0 0,0 0-1 0 0,0-1 0 0 0,0 1 1 0 0,0 0-1 0 0,1-1 0 0 0,-1 1 1 0 0,0 0-1 0 0,0-1 0 0 0,0 1 1 0 0,-1-1-1 0 0,1 1 0 0 0,0 0 1 0 0,0-1-1 0 0,0 1 0 0 0,0 0 1 0 0,0-1-1 0 0,0 1 0 0 0,0 0 1 0 0,-1-1-1 0 0,1 1 1 0 0,0 0-1 0 0,0 0 0 0 0,0-1 1 0 0,-1 1-1 0 0,1 0 0 0 0,0-1 1 0 0,0 1-1 0 0,-1 0 0 0 0,1 0 1 0 0,0 0-1 0 0,-1-1 0 0 0,1 1 1 0 0,0 0-1 0 0,-1 0 0 0 0,1 0 1 0 0,0 0-1 0 0,-1 0 0 0 0,1-1 1 0 0,0 1-1 0 0,-1 0 0 0 0,1 0 1 0 0,-1 0-1 0 0,-12 2 285 0 0,12-2-332 0 0,-4 3 68 0 0,-1-1 0 0 0,1 0 1 0 0,0 1-1 0 0,0 0 0 0 0,0 0 1 0 0,0 1-1 0 0,1 0 0 0 0,-1-1 0 0 0,-5 8 1 0 0,-34 43 193 0 0,36-44-192 0 0,-10 15 30 0 0,0 1 0 0 0,2 1-1 0 0,-21 45 1 0 0,29-51-41 0 0,1-1-1 0 0,0 1 1 0 0,1 0-1 0 0,2 0 1 0 0,0 1-1 0 0,-1 23 0 0 0,5-39 24 0 0,-1 0 0 0 0,2 0 0 0 0,-1 0 0 0 0,1 1 0 0 0,0-1 0 0 0,0 0 0 0 0,0 0-1 0 0,1-1 1 0 0,3 9 0 0 0,-3-12-23 0 0,-1 1 0 0 0,0-1-1 0 0,1 1 1 0 0,0-1 0 0 0,-1 0 0 0 0,1 0-1 0 0,0 1 1 0 0,0-1 0 0 0,1-1-1 0 0,-1 1 1 0 0,0 0 0 0 0,0 0 0 0 0,1-1-1 0 0,-1 0 1 0 0,1 1 0 0 0,0-1 0 0 0,-1 0-1 0 0,1 0 1 0 0,0 0 0 0 0,-1-1-1 0 0,1 1 1 0 0,3 0 0 0 0,4-1-2 0 0,1 0 0 0 0,-1 0 0 0 0,0-1-1 0 0,0-1 1 0 0,0 1 0 0 0,0-2 0 0 0,0 1 0 0 0,-1-1 0 0 0,1-1 0 0 0,-1 0 0 0 0,1 0-1 0 0,-1-1 1 0 0,-1 0 0 0 0,1 0 0 0 0,-1-1 0 0 0,15-14 0 0 0,-2 1-7 0 0,0-1 0 0 0,-2-2 0 0 0,-1 0 0 0 0,29-45 0 0 0,-29 37-38 0 0,0-2-1 0 0,-2 0 0 0 0,-1-1 0 0 0,-2 0 0 0 0,-1-1 0 0 0,-2-1 1 0 0,7-37-1 0 0,-16 63-4 0 0,0 0 1 0 0,0 0-1 0 0,-1-1 1 0 0,0 1-1 0 0,0 0 1 0 0,-3-10-1 0 0,3 16 2 0 0,-1 0 0 0 0,1 0 0 0 0,-1 0 0 0 0,0 0-1 0 0,0 0 1 0 0,-1 0 0 0 0,1 1 0 0 0,-1-1-1 0 0,1 0 1 0 0,-1 1 0 0 0,0-1 0 0 0,0 1 0 0 0,0 0-1 0 0,0 0 1 0 0,0-1 0 0 0,0 2 0 0 0,-1-1 0 0 0,1 0-1 0 0,-1 0 1 0 0,-5-2 0 0 0,6 3 1 0 0,-1 0-1 0 0,0 1 1 0 0,0-1-1 0 0,0 1 1 0 0,0-1 0 0 0,0 1-1 0 0,0 0 1 0 0,0 0-1 0 0,0 0 1 0 0,0 1 0 0 0,0-1-1 0 0,0 1 1 0 0,0 0-1 0 0,1 0 1 0 0,-1 0-1 0 0,0 0 1 0 0,0 0 0 0 0,1 0-1 0 0,-1 1 1 0 0,0-1-1 0 0,1 1 1 0 0,0 0 0 0 0,-4 3-1 0 0,-3 2 7 0 0,1 1 0 0 0,0 1 0 0 0,0-1 0 0 0,-8 15-1 0 0,11-15 4 0 0,0 0-1 0 0,0 1 1 0 0,1 0-1 0 0,1 0 1 0 0,0 0-1 0 0,0 1 0 0 0,0-1 1 0 0,1 1-1 0 0,1-1 1 0 0,0 1-1 0 0,0 0 1 0 0,1 13-1 0 0,0-18 1 0 0,0 0 0 0 0,0 0 0 0 0,1 0 0 0 0,0 0 0 0 0,0 0 0 0 0,0 0 0 0 0,1 0 0 0 0,-1 0 0 0 0,1-1 0 0 0,0 1 0 0 0,1 0 0 0 0,-1-1 0 0 0,1 0 0 0 0,0 0-1 0 0,0 1 1 0 0,0-2 0 0 0,1 1 0 0 0,-1 0 0 0 0,1-1 0 0 0,0 1 0 0 0,0-1 0 0 0,0 0 0 0 0,0-1 0 0 0,0 1 0 0 0,8 3 0 0 0,-4-3-460 0 0,1 0 0 0 0,-1-1-1 0 0,1 0 1 0 0,-1 0 0 0 0,1-1 0 0 0,0 0 0 0 0,0-1-1 0 0,12 0 1 0 0,-11-1-1419 0 0,1-1 0 0 0,-1 0 0 0 0,0 0 0 0 0,10-5 0 0 0,2-1-4371 0 0</inkml:trace>
</inkml:ink>
</file>

<file path=ppt/ink/ink2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7:30.7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175 21 1392 0 0,'-102'-14'18834'0'0,"76"11"-16928"0"0,23 3-1419 0 0,-14-2 202 0 0,15 2-1601 0 0,0-1 0 0 0,-1 1 0 0 0,1 0 0 0 0,-1 0 0 0 0,1 0 0 0 0,-1 0 0 0 0,1 0 0 0 0,-1 1-1 0 0,-2 0 1 0 0</inkml:trace>
</inkml:ink>
</file>

<file path=ppt/ink/ink2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7:31.9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133 408 872 0 0,'4'-8'1450'0'0,"0"0"1"0"0,0 0-1 0 0,-1 0 1 0 0,0-1-1 0 0,-1 0 0 0 0,1 0 1 0 0,-2 1-1 0 0,1-1 0 0 0,-2 0 1 0 0,1-11-1 0 0,-1 18-824 0 0,-4-9 774 0 0,5 10-1337 0 0,-1 1 0 0 0,0-1 0 0 0,0 0 0 0 0,0 0 0 0 0,-1 0 0 0 0,1 0 0 0 0,0 0 0 0 0,0 1 0 0 0,0-1 0 0 0,-1 0 0 0 0,1 0 0 0 0,0 0 0 0 0,-1 1 0 0 0,1-1 0 0 0,0 0 0 0 0,-1 0 0 0 0,1 1 0 0 0,-1-1 0 0 0,0 0 0 0 0,1 1 0 0 0,-1-1 0 0 0,1 1 0 0 0,-1-1 0 0 0,0 1 0 0 0,0-1 0 0 0,0 0 0 0 0,-2 2-49 0 0,-1 0 1 0 0,1 1 0 0 0,0-1 0 0 0,0 1 0 0 0,0 0-1 0 0,0-1 1 0 0,0 1 0 0 0,0 1 0 0 0,0-1 0 0 0,1 0-1 0 0,-1 1 1 0 0,1-1 0 0 0,-1 1 0 0 0,1 0 0 0 0,0 0 0 0 0,0 0-1 0 0,-2 5 1 0 0,-5 8-4 0 0,0 1-1 0 0,-6 20 1 0 0,1 6 9 0 0,1 1 1 0 0,3 0 0 0 0,-10 90 0 0 0,17-110-3 0 0,2 0 1 0 0,1 0-1 0 0,4 34 1 0 0,-4-52 9 0 0,1 1 0 0 0,0 0 0 0 0,1 0 0 0 0,0-1 1 0 0,0 1-1 0 0,0-1 0 0 0,1 1 0 0 0,0-1 0 0 0,0 0 0 0 0,0 0 0 0 0,1 0 0 0 0,0-1 0 0 0,0 1 1 0 0,0-1-1 0 0,1 0 0 0 0,8 7 0 0 0,-7-8 5 0 0,0-1 0 0 0,1 0 0 0 0,-1 0 0 0 0,1-1 0 0 0,0 0 0 0 0,0 0 0 0 0,0 0 0 0 0,0-1 0 0 0,0 0 0 0 0,0 0 0 0 0,9-1 0 0 0,12 0 55 0 0,40-6-1 0 0,-27 0-48 0 0,1-2-1 0 0,-2-2 0 0 0,1-1 0 0 0,-2-2 0 0 0,0-2 0 0 0,0-1 0 0 0,50-31 1 0 0,-63 32 99 0 0,-1-2 0 0 0,-1 0 1 0 0,0-2-1 0 0,-1-1 1 0 0,-1 0-1 0 0,-1-2 0 0 0,-1-1 1 0 0,-1 0-1 0 0,-1-1 1 0 0,-2-1-1 0 0,16-29 1 0 0,-23 34-48 0 0,0-1 1 0 0,-2 1 0 0 0,0-2 0 0 0,-1 1 0 0 0,-1-1 0 0 0,-1 0-1 0 0,-1 0 1 0 0,-1 0 0 0 0,-1 0 0 0 0,-2-27 0 0 0,0 36-88 0 0,-1 0 0 0 0,-1 1 1 0 0,1-1-1 0 0,-2 1 1 0 0,0-1-1 0 0,-1 1 0 0 0,0 0 1 0 0,-8-14-1 0 0,8 18-11 0 0,-1 0 1 0 0,0 0-1 0 0,0 0 0 0 0,-1 1 0 0 0,0 0 1 0 0,0 0-1 0 0,0 1 0 0 0,-1-1 1 0 0,0 2-1 0 0,-1-1 0 0 0,-14-6 0 0 0,14 7-63 0 0,0 2 0 0 0,0-1 0 0 0,0 1 0 0 0,-1 1 0 0 0,1 0 0 0 0,0 0 0 0 0,-1 1 1 0 0,0 0-1 0 0,1 1 0 0 0,-1 0 0 0 0,0 0 0 0 0,1 1 0 0 0,-16 3 0 0 0,15-2-503 0 0,0 2 1 0 0,0-1 0 0 0,1 1 0 0 0,0 0-1 0 0,-1 1 1 0 0,1 0 0 0 0,-16 12-1 0 0,-14 19-3958 0 0,15-10-1504 0 0,10-11-429 0 0</inkml:trace>
</inkml:ink>
</file>

<file path=ppt/ink/ink2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7:33.0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34 102 120 0 0,'-8'-3'10023'0'0,"-17"-10"734"0"0,25 13-10691 0 0,0-1 0 0 0,0 1 0 0 0,0 0-1 0 0,-1 0 1 0 0,1 0 0 0 0,0 0 0 0 0,0-1-1 0 0,0 1 1 0 0,0 0 0 0 0,0 0 0 0 0,0 0-1 0 0,0 0 1 0 0,0-1 0 0 0,0 1 0 0 0,0 0-1 0 0,0 0 1 0 0,0 0 0 0 0,0 0 0 0 0,0-1-1 0 0,0 1 1 0 0,1 0 0 0 0,-1 0 0 0 0,0 0-1 0 0,0 0 1 0 0,0-1 0 0 0,0 1 0 0 0,14-5 31 0 0,210-32 341 0 0,-89 16-348 0 0,-30 7-116 0 0,-102 14-247 0 0,16-3-2188 0 0</inkml:trace>
</inkml:ink>
</file>

<file path=ppt/ink/ink2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7:33.4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242 43 592 0 0,'10'-18'4982'0'0,"-10"18"-4770"0"0,1-1 1 0 0,-1 1-1 0 0,1-1 0 0 0,-1 0 1 0 0,0 1-1 0 0,0-1 1 0 0,1 0-1 0 0,-1 0 0 0 0,0 1 1 0 0,0-1-1 0 0,0 0 1 0 0,0 1-1 0 0,0-1 0 0 0,0 0 1 0 0,0 0-1 0 0,0 1 1 0 0,0-1-1 0 0,0 0 0 0 0,0 0 1 0 0,0 1-1 0 0,-1-1 1 0 0,1 0-1 0 0,0 1 0 0 0,-1-1 1 0 0,1 0-1 0 0,0 1 1 0 0,-1-2-1 0 0,-1 2-95 0 0,-1-1 0 0 0,1 0 1 0 0,0 0-1 0 0,-1 1 0 0 0,1-1 0 0 0,0 1 1 0 0,-1 0-1 0 0,1 0 0 0 0,0 0 0 0 0,-1 0 0 0 0,1 0 1 0 0,-1 1-1 0 0,1-1 0 0 0,0 0 0 0 0,-1 1 1 0 0,1 0-1 0 0,0 0 0 0 0,0 0 0 0 0,-5 2 0 0 0,-5 3 65 0 0,1 0-1 0 0,-17 12 0 0 0,12-7-124 0 0,1 1 0 0 0,1 0 0 0 0,0 1 0 0 0,0 0 0 0 0,-12 17 0 0 0,26-29-51 0 0,-1 0 0 0 0,1 0 0 0 0,-1 0 0 0 0,0 0 0 0 0,1 0 1 0 0,0 1-1 0 0,-1-1 0 0 0,1 0 0 0 0,0 0 0 0 0,0 1 0 0 0,0-1 1 0 0,-1 0-1 0 0,1 0 0 0 0,0 1 0 0 0,1-1 0 0 0,-1 0 0 0 0,0 0 0 0 0,0 1 1 0 0,1-1-1 0 0,-1 0 0 0 0,0 0 0 0 0,1 1 0 0 0,-1-1 0 0 0,1 0 1 0 0,0 0-1 0 0,-1 0 0 0 0,1 0 0 0 0,0 0 0 0 0,0 0 0 0 0,-1 0 0 0 0,1 0 1 0 0,0 0-1 0 0,0 0 0 0 0,1 0 0 0 0,4 4 6 0 0,0 0 0 0 0,0-1-1 0 0,1 0 1 0 0,7 4 0 0 0,-12-7-8 0 0,18 10-53 0 0,1 1 0 0 0,30 24-1 0 0,-45-32 137 0 0,-1 0 0 0 0,-1 1-1 0 0,1 0 1 0 0,-1 0 0 0 0,1 0-1 0 0,-1 0 1 0 0,-1 1 0 0 0,1-1-1 0 0,-1 1 1 0 0,0 0 0 0 0,0 0-1 0 0,-1 0 1 0 0,0 0 0 0 0,2 9-1 0 0,-3-9 157 0 0,-1-1 0 0 0,0 0 0 0 0,-1 1 0 0 0,1-1 0 0 0,-1 0 0 0 0,0 1-1 0 0,0-1 1 0 0,-1 0 0 0 0,1 0 0 0 0,-1 0 0 0 0,-1 0 0 0 0,1 0-1 0 0,0-1 1 0 0,-1 1 0 0 0,0-1 0 0 0,0 1 0 0 0,-1-1 0 0 0,1 0-1 0 0,-6 5 1 0 0,2-2 124 0 0,0-1 0 0 0,-1 1-1 0 0,1-1 1 0 0,-2-1 0 0 0,1 1 0 0 0,0-1-1 0 0,-1-1 1 0 0,0 0 0 0 0,-12 4 0 0 0,16-6-295 0 0,1-1 1 0 0,-1 0 0 0 0,1 0-1 0 0,0 0 1 0 0,-1-1 0 0 0,0 0 0 0 0,1 0-1 0 0,-1 0 1 0 0,1 0 0 0 0,-1-1-1 0 0,1 0 1 0 0,-1 0 0 0 0,1 0-1 0 0,0 0 1 0 0,-1-1 0 0 0,1 1 0 0 0,0-1-1 0 0,0 0 1 0 0,-6-5 0 0 0,8 6-218 0 0,1 0 0 0 0,-1 0 1 0 0,1 0-1 0 0,-1 0 0 0 0,1 0 0 0 0,0-1 1 0 0,-1 1-1 0 0,1-1 0 0 0,0 1 0 0 0,0-1 1 0 0,0 1-1 0 0,0-1 0 0 0,1 0 0 0 0,-1 1 1 0 0,0-1-1 0 0,1 0 0 0 0,-1 0 1 0 0,1 1-1 0 0,-1-1 0 0 0,1 0 0 0 0,0 0 1 0 0,0 0-1 0 0,0 0 0 0 0,0 1 0 0 0,0-1 1 0 0,0 0-1 0 0,0 0 0 0 0,1 0 0 0 0,-1 1 1 0 0,1-1-1 0 0,0-2 0 0 0,1-2-1181 0 0,1 1-1 0 0,-1 0 0 0 0,1 0 1 0 0,0 0-1 0 0,0 0 0 0 0,0 0 1 0 0,1 1-1 0 0,4-5 0 0 0</inkml:trace>
</inkml:ink>
</file>

<file path=ppt/ink/ink2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7:33.7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41 1540 0 0,'23'-18'9049'0'0,"8"-4"607"0"0,-31 22-9606 0 0,1 0 0 0 0,-1 0 1 0 0,0 0-1 0 0,1 0 1 0 0,-1 0-1 0 0,1 0 1 0 0,-1 0-1 0 0,0 0 1 0 0,1 0-1 0 0,-1 0 1 0 0,0 1-1 0 0,1-1 1 0 0,-1 0-1 0 0,0 0 1 0 0,1 0-1 0 0,-1 1 1 0 0,0-1-1 0 0,1 0 1 0 0,-1 0-1 0 0,0 1 1 0 0,0-1-1 0 0,1 0 1 0 0,-1 1-1 0 0,0-1 1 0 0,0 0-1 0 0,0 1 1 0 0,1-1-1 0 0,-1 0 1 0 0,0 1-1 0 0,0 0 1 0 0,4 14 1691 0 0,-21 124 2448 0 0,0-13-3497 0 0,12-63-1645 0 0,4-24-2820 0 0,6-28 1116 0 0</inkml:trace>
</inkml:ink>
</file>

<file path=ppt/ink/ink2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7:33.9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 89 2684 0 0,'-17'-79'10955'0'0,"17"79"-10945"0"0,0 0 0 0 0,0-1 0 0 0,1 1-1 0 0,-1 0 1 0 0,0-1 0 0 0,0 1 0 0 0,0 0-1 0 0,0 0 1 0 0,0-1 0 0 0,0 1 0 0 0,0 0-1 0 0,0-1 1 0 0,-1 1 0 0 0,1 0 0 0 0,0-1-1 0 0,0 1 1 0 0,0 0 0 0 0,0-1 0 0 0,0 1-1 0 0,0 0 1 0 0,-1 0 0 0 0,1-1 0 0 0,0 1-1 0 0,0 0 1 0 0,0 0 0 0 0,-1-1 0 0 0,1 1-1 0 0,0 0 1 0 0,0 0 0 0 0,0 0 0 0 0,-1-1 0 0 0,1 1-1 0 0,0 0 1 0 0,-1 0 0 0 0,1 0 0 0 0,0 0-1 0 0,-1 0 1 0 0,1 0 0 0 0,0-1 0 0 0,0 1-1 0 0,-1 0 1 0 0,1 0 0 0 0,0 0 0 0 0,-1 0-1 0 0,1 0 1 0 0,0 0 0 0 0,-1 0 0 0 0,1 0-1 0 0,0 0 1 0 0,-1 1 0 0 0,1-1 0 0 0,0 0-1 0 0,0 0 1 0 0,-1 0 0 0 0,1 0 0 0 0,0 0-1 0 0,-1 0 1 0 0,1 1 0 0 0,0-1 0 0 0,0 0 0 0 0,-1 1-1 0 0,-10 13-1603 0 0,3 20-4759 0 0,6-19 2460 0 0</inkml:trace>
</inkml:ink>
</file>

<file path=ppt/ink/ink2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7:34.3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1184 0 0,'2'3'2060'0'0,"8"11"940"0"0,-1 2 0 0 0,15 32 0 0 0,-16-28-2430 0 0,-1 0 0 0 0,-1 0 1 0 0,0 1-1 0 0,-2 0 0 0 0,0 0 0 0 0,-1 0 0 0 0,-2 0 0 0 0,0 29 1 0 0,-3-33 159 0 0,0 0 0 0 0,-7 24 0 0 0,9-38-522 0 0,-1-3-186 0 0,1 0-1 0 0,0 1 0 0 0,0-1 0 0 0,-1 0 0 0 0,1 0 0 0 0,0 1 0 0 0,0-1 1 0 0,-1 0-1 0 0,1 0 0 0 0,0 0 0 0 0,0 0 0 0 0,-1 1 0 0 0,1-1 0 0 0,0 0 1 0 0,-1 0-1 0 0,1 0 0 0 0,0 0 0 0 0,-1 0 0 0 0,1 0 0 0 0,0 0 0 0 0,-1 0 1 0 0,1 0-1 0 0,-1 0 0 0 0,1 0 0 0 0,0 0 0 0 0,-1 0 0 0 0,0-4 0 0 0,0-1 1 0 0,0 0-1 0 0,0 1 0 0 0,1-1 1 0 0,0 0-1 0 0,0 0 0 0 0,0 1 1 0 0,0-1-1 0 0,1 0 0 0 0,0 0 0 0 0,0 1 1 0 0,2-9-1 0 0,25-59 11 0 0,-24 62-23 0 0,3-5-13 0 0,1 0 1 0 0,1 0 0 0 0,0 1 0 0 0,1 0 0 0 0,0 0 0 0 0,1 1 0 0 0,18-16 0 0 0,-21 21-5 0 0,1 0 1 0 0,-1 1 0 0 0,2 1 0 0 0,-1 0 0 0 0,1 0 0 0 0,0 0 0 0 0,0 1 0 0 0,0 1 0 0 0,1 0 0 0 0,0 0-1 0 0,0 1 1 0 0,11-1 0 0 0,-19 3 4 0 0,0 0 0 0 0,0 1 0 0 0,0 0 0 0 0,0-1 0 0 0,0 1 0 0 0,0 1 0 0 0,1-1 0 0 0,-1 0 0 0 0,0 1 0 0 0,0-1-1 0 0,0 1 1 0 0,0 0 0 0 0,0 0 0 0 0,0 0 0 0 0,-1 0 0 0 0,1 1 0 0 0,0-1 0 0 0,0 1 0 0 0,-1 0 0 0 0,1 0 0 0 0,-1 0 0 0 0,0 0 0 0 0,1 0 0 0 0,-1 0 0 0 0,0 1-1 0 0,0-1 1 0 0,0 1 0 0 0,-1-1 0 0 0,1 1 0 0 0,-1 0 0 0 0,1-1 0 0 0,-1 1 0 0 0,0 0 0 0 0,0 0 0 0 0,1 6 0 0 0,0 4 8 0 0,0 1 1 0 0,-1 0 0 0 0,-1 0-1 0 0,0 0 1 0 0,-1-1 0 0 0,-4 22 0 0 0,-2 2-98 0 0,-4 22-1783 0 0,10-55 1366 0 0,1 0 1 0 0,0 0-1 0 0,0 0 0 0 0,0 0 1 0 0,0 0-1 0 0,1 0 0 0 0,0 0 1 0 0,-1-1-1 0 0,2 1 0 0 0,-1 0 0 0 0,2 5 1 0 0</inkml:trace>
</inkml:ink>
</file>

<file path=ppt/ink/ink2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7:34.8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141 419 772 0 0,'14'-24'3101'0'0,"-1"0"0"0"0,-1-1 0 0 0,-2 0-1 0 0,13-43 1 0 0,-22 66-2568 0 0,-17 7-160 0 0,11-2-338 0 0,0 0-1 0 0,1 1 1 0 0,-1 0-1 0 0,1 0 1 0 0,0 0-1 0 0,1 1 0 0 0,-1-1 1 0 0,-4 9-1 0 0,1-3 1 0 0,-17 23 19 0 0,2 0 0 0 0,2 2 0 0 0,1 1 0 0 0,-27 72 1 0 0,42-97-31 0 0,1 1 1 0 0,0 0-1 0 0,0 0 0 0 0,2 0 1 0 0,-2 24-1 0 0,3-33-6 0 0,0 1 0 0 0,0-1-1 0 0,0 1 1 0 0,1-1-1 0 0,-1 0 1 0 0,1 1 0 0 0,0-1-1 0 0,0 0 1 0 0,0 1-1 0 0,0-1 1 0 0,1 0-1 0 0,-1 0 1 0 0,1 0 0 0 0,0 0-1 0 0,0 0 1 0 0,0-1-1 0 0,0 1 1 0 0,0 0 0 0 0,1-1-1 0 0,-1 0 1 0 0,1 1-1 0 0,0-1 1 0 0,0 0 0 0 0,-1 0-1 0 0,5 1 1 0 0,2 0 4 0 0,0 0 0 0 0,-1-1 1 0 0,1 0-1 0 0,1-1 0 0 0,-1 0 1 0 0,0 0-1 0 0,0-1 1 0 0,0 0-1 0 0,0-1 0 0 0,0 0 1 0 0,1 0-1 0 0,-1-1 0 0 0,-1 0 1 0 0,1 0-1 0 0,0-1 0 0 0,-1-1 1 0 0,1 1-1 0 0,8-6 0 0 0,2-2 0 0 0,0 0 0 0 0,-1-1 0 0 0,0-1 0 0 0,-1 0-1 0 0,-1-2 1 0 0,23-24 0 0 0,-19 15-20 0 0,-2 0-1 0 0,-1-1 1 0 0,0-1-1 0 0,-2-1 0 0 0,-1 0 1 0 0,-2-1-1 0 0,0-1 1 0 0,-2 1-1 0 0,-1-2 1 0 0,-1 1-1 0 0,-2-1 1 0 0,-1-1-1 0 0,2-36 1 0 0,-7 55-6 0 0,0 0 1 0 0,-1 0-1 0 0,0 0 1 0 0,0 0-1 0 0,-2 1 1 0 0,1-1-1 0 0,-10-22 1 0 0,11 31 1 0 0,0-1 0 0 0,-1 1 0 0 0,0 0 1 0 0,1 0-1 0 0,-1 0 0 0 0,-1 0 1 0 0,1 0-1 0 0,0 0 0 0 0,-1 1 0 0 0,1-1 1 0 0,-1 1-1 0 0,0-1 0 0 0,0 1 1 0 0,0 0-1 0 0,0 0 0 0 0,0 1 0 0 0,0-1 1 0 0,-1 0-1 0 0,1 1 0 0 0,-1 0 1 0 0,1 0-1 0 0,-1 0 0 0 0,1 0 0 0 0,-1 1 1 0 0,1-1-1 0 0,-1 1 0 0 0,0 0 1 0 0,1 0-1 0 0,-1 0 0 0 0,-3 1 0 0 0,-5 2-2 0 0,0 0-1 0 0,0 0 0 0 0,1 1 1 0 0,-1 1-1 0 0,1 0 0 0 0,0 1 0 0 0,0 0 1 0 0,1 0-1 0 0,0 1 0 0 0,0 0 1 0 0,1 1-1 0 0,-10 10 0 0 0,9-9 3 0 0,0 2 0 0 0,1-1 0 0 0,0 1 0 0 0,1 1 0 0 0,0-1 0 0 0,1 2 0 0 0,1-1 0 0 0,0 1 0 0 0,0-1-1 0 0,-5 19 1 0 0,10-27 8 0 0,0 0 1 0 0,0 0-1 0 0,0 0 0 0 0,1 0 0 0 0,0 0 0 0 0,-1 0 0 0 0,1 0 0 0 0,1 0 0 0 0,-1 0 0 0 0,1 0 0 0 0,-1 0 0 0 0,1 0 0 0 0,0 0 0 0 0,1 0 0 0 0,-1 0 0 0 0,0 0 0 0 0,1-1 0 0 0,0 1 0 0 0,0 0 1 0 0,0-1-1 0 0,1 0 0 0 0,-1 0 0 0 0,5 5 0 0 0,0-2 8 0 0,0-1-1 0 0,1 0 1 0 0,-1 0 0 0 0,1-1 0 0 0,0 0 0 0 0,0 0-1 0 0,1-1 1 0 0,-1 0 0 0 0,15 3 0 0 0,35 6-1048 0 0,83 7 1 0 0,-41-7-2009 0 0,-34-3-1537 0 0,0-1-2447 0 0</inkml:trace>
</inkml:ink>
</file>

<file path=ppt/ink/ink2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7:36.3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161 195 1200 0 0,'19'-67'10115'0'0,"-18"65"-9656"0"0,-1-1 67 0 0,0 3-501 0 0,0 0 1 0 0,0 0-1 0 0,1-1 1 0 0,-1 1-1 0 0,0 0 1 0 0,0 0-1 0 0,0 0 1 0 0,0 0-1 0 0,0 0 1 0 0,0-1 0 0 0,0 1-1 0 0,0 0 1 0 0,0 0-1 0 0,0 0 1 0 0,0 0-1 0 0,0-1 1 0 0,0 1-1 0 0,0 0 1 0 0,0 0-1 0 0,0 0 1 0 0,0-1 0 0 0,0 1-1 0 0,0 0 1 0 0,0 0-1 0 0,0 0 1 0 0,0 0-1 0 0,0-1 1 0 0,0 1-1 0 0,0 0 1 0 0,0 0-1 0 0,0 0 1 0 0,0 0-1 0 0,-1-1 1 0 0,1 1 0 0 0,0 0-1 0 0,0 0 1 0 0,0 0-1 0 0,0 0 1 0 0,0 0-1 0 0,0 0 1 0 0,-1-1-1 0 0,1 1 1 0 0,0 0-1 0 0,0 0 1 0 0,-1 0 0 0 0,-6 4 138 0 0,1 1 0 0 0,-1 0 1 0 0,1 0-1 0 0,0 1 0 0 0,0-1 1 0 0,0 1-1 0 0,1 1 0 0 0,0-1 0 0 0,-6 10 1 0 0,-39 72 910 0 0,42-73-933 0 0,-3 7-6 0 0,2 0 0 0 0,0 0 1 0 0,-8 29-1 0 0,15-41-88 0 0,-1 1 1 0 0,1 0-1 0 0,1-1 0 0 0,0 1 0 0 0,0 0 1 0 0,1 0-1 0 0,1 0 0 0 0,0 0 1 0 0,3 15-1 0 0,-3-23-36 0 0,0 0 0 0 0,0 0 0 0 0,0 0 0 0 0,1 0 0 0 0,-1 0 0 0 0,1 0 0 0 0,0 0 0 0 0,-1-1 0 0 0,1 1 0 0 0,0-1 0 0 0,1 1 0 0 0,-1-1 0 0 0,0 0 0 0 0,1 0 0 0 0,-1 0 0 0 0,4 2 0 0 0,-1-2-9 0 0,0 1 0 0 0,0-1 0 0 0,1 0 0 0 0,-1 0-1 0 0,0-1 1 0 0,1 1 0 0 0,-1-1 0 0 0,10 0 0 0 0,1-1-132 0 0,1 0 1 0 0,-1-1 0 0 0,1-1 0 0 0,-1 0 0 0 0,23-7 0 0 0,-13 1-119 0 0,1-1 0 0 0,-2-2 0 0 0,1 0 0 0 0,-1-1 1 0 0,-1-2-1 0 0,0-1 0 0 0,35-28 0 0 0,-40 27 345 0 0,-1-1 0 0 0,-1 0 0 0 0,0-1 0 0 0,-1-1 0 0 0,-1-1 0 0 0,-1 0-1 0 0,-1-1 1 0 0,20-42 0 0 0,-28 51 264 0 0,-3 8-211 0 0,0 0 0 0 0,0-1-1 0 0,0 1 1 0 0,-1-1 0 0 0,1 0 0 0 0,-1 1-1 0 0,0-1 1 0 0,0-7 0 0 0,-4 13-93 0 0,-4 3-33 0 0,0 0 0 0 0,0 0 1 0 0,1 1-1 0 0,0 0 0 0 0,0 0 0 0 0,0 0 0 0 0,1 1 1 0 0,-1-1-1 0 0,1 2 0 0 0,-5 7 0 0 0,1 0 0 0 0,1-1-1 0 0,0 1 1 0 0,1 0-1 0 0,-8 22 1 0 0,13-31-11 0 0,1 0 0 0 0,-1 0 1 0 0,1 0-1 0 0,0 1 0 0 0,0-1 0 0 0,1 1 1 0 0,0-1-1 0 0,0 0 0 0 0,0 1 0 0 0,0-1 1 0 0,1 1-1 0 0,0-1 0 0 0,2 8 0 0 0,-2-11-3 0 0,1 1 0 0 0,-1-1-1 0 0,0 0 1 0 0,1 1 0 0 0,0-1-1 0 0,-1 0 1 0 0,1 0 0 0 0,0 0-1 0 0,0 0 1 0 0,0 0 0 0 0,0 0-1 0 0,1-1 1 0 0,-1 1 0 0 0,0-1-1 0 0,1 1 1 0 0,-1-1 0 0 0,1 0-1 0 0,0 0 1 0 0,-1 0 0 0 0,1 0-1 0 0,0-1 1 0 0,-1 1 0 0 0,1-1-1 0 0,0 1 1 0 0,0-1 0 0 0,0 0-1 0 0,4-1 1 0 0,5 1 8 0 0,1-2-1 0 0,0 0 1 0 0,-1 0 0 0 0,1-1-1 0 0,-1-1 1 0 0,1 0-1 0 0,-2-1 1 0 0,1 0 0 0 0,0-1-1 0 0,-1 0 1 0 0,0 0 0 0 0,0-2-1 0 0,-1 1 1 0 0,0-1-1 0 0,0-1 1 0 0,15-17 0 0 0,-13 13-14 0 0,-1 0 0 0 0,-1-1 0 0 0,0 0 1 0 0,-1-1-1 0 0,-1 0 0 0 0,0 0 0 0 0,-1-1 1 0 0,-1 0-1 0 0,0 0 0 0 0,-1 0 0 0 0,-1-1 0 0 0,3-20 1 0 0,-6 30 0 0 0,0-1-1 0 0,-1 0 1 0 0,-1 1 0 0 0,1-1 0 0 0,-1 1 0 0 0,0 0 0 0 0,0-1-1 0 0,-6-13 1 0 0,6 18-6 0 0,0 1 0 0 0,0-1-1 0 0,-1 1 1 0 0,1-1 0 0 0,-1 1 0 0 0,1-1-1 0 0,-1 1 1 0 0,0 0 0 0 0,0 0 0 0 0,0 0 0 0 0,0 0-1 0 0,0 1 1 0 0,-1-1 0 0 0,1 0 0 0 0,-1 1-1 0 0,1-1 1 0 0,-1 1 0 0 0,1 0 0 0 0,-1 0-1 0 0,0 0 1 0 0,1 0 0 0 0,-1 1 0 0 0,0-1-1 0 0,0 1 1 0 0,0 0 0 0 0,1-1 0 0 0,-1 1-1 0 0,-5 1 1 0 0,-2 0-7 0 0,1 0 0 0 0,-1 1 0 0 0,1 0 0 0 0,-1 0 0 0 0,1 1-1 0 0,0 1 1 0 0,-16 8 0 0 0,19-9-263 0 0,1 0 0 0 0,-1 0 0 0 0,1 1 0 0 0,0 0 0 0 0,0 0 0 0 0,1 0 0 0 0,-1 1 0 0 0,1 0 0 0 0,0 0 0 0 0,0 0 0 0 0,0 0 0 0 0,1 0 0 0 0,-5 11 0 0 0,8-15 185 0 0,-1 0 1 0 0,1 0-1 0 0,0 0 0 0 0,0 1 0 0 0,0-1 1 0 0,0 0-1 0 0,0 0 0 0 0,0 0 1 0 0,0 0-1 0 0,1 0 0 0 0,-1 0 0 0 0,0 1 1 0 0,0-1-1 0 0,1 0 0 0 0,-1 0 1 0 0,1 0-1 0 0,-1 0 0 0 0,1 0 0 0 0,0 0 1 0 0,-1 0-1 0 0,1 0 0 0 0,0-1 1 0 0,-1 1-1 0 0,1 0 0 0 0,0 0 0 0 0,0-1 1 0 0,0 1-1 0 0,0 0 0 0 0,0-1 1 0 0,0 1-1 0 0,0-1 0 0 0,0 1 0 0 0,1 0 1 0 0,5 2-304 0 0,-1-1 0 0 0,0 1 0 0 0,0-1 1 0 0,8 2-1 0 0,5-1-124 0 0,-1-1 0 0 0,2 0 0 0 0,-1-1 0 0 0,0-1 0 0 0,0-1 0 0 0,36-7 0 0 0,-24 2 591 0 0,-1-1 1 0 0,0-2 0 0 0,41-18-1 0 0,-40 13 1962 0 0,0-2 0 0 0,-1-1 0 0 0,52-40 760 0 0,-83 61-2774 0 0,0 0 0 0 0,0 0 0 0 0,-1 0 0 0 0,0 0 0 0 0,0 0 0 0 0,-2 3 0 0 0,-6 14 17 0 0,7-12-24 0 0,1 1-1 0 0,0 0 1 0 0,0-1-1 0 0,1 1 1 0 0,0 0-1 0 0,1 0 1 0 0,0 0-1 0 0,0 0 1 0 0,1 0-1 0 0,4 19 1 0 0,2-6 32 0 0,0-1 0 0 0,2 1 1 0 0,15 28-1 0 0,-18-39-80 0 0,1 0 553 0 0,-1 0 0 0 0,-1 0 0 0 0,6 19 0 0 0,-11-29-31 0 0,1-1-345 0 0,-1 0 0 0 0,1 1 0 0 0,-1-1-1 0 0,0 0 1 0 0,1 0 0 0 0,-1 0-1 0 0,0 1 1 0 0,0-1 0 0 0,0 0 0 0 0,0 1-1 0 0,0-1 1 0 0,0 0 0 0 0,0 0-1 0 0,0 1 1 0 0,-1-1 0 0 0,1 0 0 0 0,0 0-1 0 0,-1 2 1 0 0,-3 0 13 0 0,1 0 0 0 0,-1 0 0 0 0,0 0 0 0 0,0 0 0 0 0,0 0 0 0 0,0-1 0 0 0,0 0 0 0 0,0 0 0 0 0,-1 0 0 0 0,1 0 0 0 0,-1-1 0 0 0,1 0 1 0 0,-7 2-1 0 0,-10 0 44 0 0,-34 2 0 0 0,39-4-43 0 0,-36 0-417 0 0,19-5-4029 0 0,35-8-836 0 0,0 9 4468 0 0,-1 0-1 0 0,1 1 1 0 0,0-1 0 0 0,0 0 0 0 0,1 1 0 0 0,-1 0-1 0 0,0-1 1 0 0,1 1 0 0 0,-1 0 0 0 0,1 0 0 0 0,4-2-1 0 0,11-9-4203 0 0</inkml:trace>
</inkml:ink>
</file>

<file path=ppt/ink/ink2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7:36.8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91 251 1808 0 0,'68'-96'12916'0'0,"-67"94"-12486"0"0,4-6 627 0 0,-47 88 1108 0 0,-6 12-973 0 0,29-44-610 0 0,-20 73 1 0 0,34-101-482 0 0,1-1 1 0 0,1 1 0 0 0,1 0 0 0 0,0 0-1 0 0,2 0 1 0 0,3 39 0 0 0,-2-54-42 0 0,0 0 0 0 0,-1-1 0 0 0,2 1 0 0 0,-1-1 0 0 0,0 0 0 0 0,1 1 0 0 0,0-1 0 0 0,0 0 0 0 0,0 0 0 0 0,1 0 0 0 0,-1 0 0 0 0,1 0 0 0 0,0-1 0 0 0,0 1 0 0 0,5 4 0 0 0,-4-6-8 0 0,0 1 0 0 0,0-1 0 0 0,0 0 1 0 0,0-1-1 0 0,0 1 0 0 0,0-1 1 0 0,0 1-1 0 0,1-1 0 0 0,-1 0 0 0 0,0-1 1 0 0,1 1-1 0 0,-1-1 0 0 0,1 0 1 0 0,-1 0-1 0 0,0 0 0 0 0,7-2 0 0 0,5 0 12 0 0,-1-2 0 0 0,1 1 0 0 0,-1-2-1 0 0,-1 0 1 0 0,1-1 0 0 0,-1 0-1 0 0,0-1 1 0 0,25-17 0 0 0,-22 12-16 0 0,0-2 0 0 0,-1 0-1 0 0,0-1 1 0 0,-2 0 0 0 0,1-2 0 0 0,11-18 0 0 0,-10 12-11 0 0,-2 0 1 0 0,0-2 0 0 0,-2 0-1 0 0,-1 0 1 0 0,0-1-1 0 0,-2 0 1 0 0,-2-1 0 0 0,0 0-1 0 0,-1 0 1 0 0,2-40 0 0 0,-7 52-17 0 0,-1 1 1 0 0,-1-1 0 0 0,0 0 0 0 0,-1 0-1 0 0,0 1 1 0 0,-1-1 0 0 0,-1 1-1 0 0,0 0 1 0 0,-1 0 0 0 0,-7-14 0 0 0,9 23-23 0 0,1 0 0 0 0,-1 1 0 0 0,0-1 1 0 0,-1 1-1 0 0,1-1 0 0 0,-1 1 0 0 0,1 0 0 0 0,-1 1 1 0 0,0-1-1 0 0,-1 1 0 0 0,1-1 0 0 0,-1 1 0 0 0,1 0 1 0 0,-1 1-1 0 0,0-1 0 0 0,0 1 0 0 0,0 0 0 0 0,0 0 1 0 0,0 1-1 0 0,-1 0 0 0 0,1 0 0 0 0,0 0 0 0 0,-1 0 1 0 0,1 1-1 0 0,-1 0 0 0 0,1 0 0 0 0,-1 0 1 0 0,1 1-1 0 0,-11 2 0 0 0,5 0-3 0 0,1 0 1 0 0,-1 1-1 0 0,1 0 0 0 0,0 0 1 0 0,0 1-1 0 0,0 1 1 0 0,1 0-1 0 0,0 0 0 0 0,0 1 1 0 0,-14 12-1 0 0,20-15-3 0 0,-1-1 1 0 0,0 1-1 0 0,1 0 1 0 0,0 0-1 0 0,0 0 0 0 0,0 0 1 0 0,0 1-1 0 0,1-1 0 0 0,0 1 1 0 0,0 0-1 0 0,0 0 1 0 0,0 0-1 0 0,1-1 0 0 0,0 1 1 0 0,0 1-1 0 0,0-1 0 0 0,0 0 1 0 0,1 0-1 0 0,0 0 1 0 0,0 0-1 0 0,1 0 0 0 0,-1 0 1 0 0,1 0-1 0 0,0 1 1 0 0,2 4-1 0 0,-1-5 4 0 0,1-1 1 0 0,-1 0-1 0 0,1 1 1 0 0,0-1-1 0 0,0 0 1 0 0,1-1-1 0 0,-1 1 1 0 0,1 0-1 0 0,0-1 1 0 0,0 0-1 0 0,0 0 1 0 0,0 0-1 0 0,1 0 1 0 0,-1-1-1 0 0,1 0 1 0 0,-1 0-1 0 0,9 3 1 0 0,8 1-367 0 0,0 0 0 0 0,35 5 0 0 0,-54-11 316 0 0,41 5-2126 0 0,69 0-1 0 0,-8-7-6364 0 0,-53-2 437 0 0</inkml:trace>
</inkml:ink>
</file>

<file path=ppt/ink/ink2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7:37.6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273 282 1704 0 0,'0'-3'2010'0'0,"-1"-4"-580"0"0,0 0-1 0 0,-1 0 1 0 0,0 0 0 0 0,0 0 0 0 0,-4-7 0 0 0,5 12-824 0 0,-13-3 638 0 0,8 7-1133 0 0,1 0 0 0 0,-1 1 0 0 0,1-1 0 0 0,-1 2 0 0 0,1-1 1 0 0,0 0-1 0 0,1 1 0 0 0,-1 0 0 0 0,0 0 0 0 0,1 0 0 0 0,0 1 0 0 0,-4 5 0 0 0,-10 14 283 0 0,-17 30-1 0 0,22-33-166 0 0,-5 10-35 0 0,1 1 1 0 0,1 0-1 0 0,2 1 1 0 0,1 1-1 0 0,-9 36 1 0 0,20-59-137 0 0,-1 1-1 0 0,1-1 1 0 0,1 1 0 0 0,0-1 0 0 0,1 1 0 0 0,0-1 0 0 0,0 1 0 0 0,1-1 0 0 0,1 1 0 0 0,3 12-1 0 0,-3-18 12 0 0,1 1-1 0 0,-1-1 0 0 0,1 1 1 0 0,0-1-1 0 0,1 0 0 0 0,-1-1 1 0 0,1 1-1 0 0,1 0 0 0 0,-1-1 1 0 0,1 0-1 0 0,0 0 0 0 0,0 0 1 0 0,0-1-1 0 0,0 0 0 0 0,1 0 1 0 0,0 0-1 0 0,12 5 0 0 0,-3-3 11 0 0,1 0 0 0 0,0-1 0 0 0,0-1 0 0 0,0-1 0 0 0,0 0-1 0 0,0-1 1 0 0,1-1 0 0 0,-1 0 0 0 0,26-3 0 0 0,-12-1-3 0 0,-1-1 1 0 0,0-2 0 0 0,-1-1 0 0 0,42-15 0 0 0,-46 12-12 0 0,0-1 0 0 0,-1-1 1 0 0,-1-1-1 0 0,0-1 1 0 0,-1 0-1 0 0,0-2 1 0 0,-1-1-1 0 0,-1 0 0 0 0,-1-1 1 0 0,0-1-1 0 0,-2-1 1 0 0,0-1-1 0 0,16-27 1 0 0,-21 30-38 0 0,-2 0 0 0 0,0 0 0 0 0,-1-1 0 0 0,-1 0 0 0 0,-1 0 0 0 0,0 0 0 0 0,-2-1 1 0 0,0 0-1 0 0,-1 0 0 0 0,-1 0 0 0 0,-1-1 0 0 0,-1 1 0 0 0,0 0 0 0 0,-2 0 0 0 0,0-1 0 0 0,-2 1 1 0 0,-7-27-1 0 0,7 35-45 0 0,-1-1 0 0 0,0 1 1 0 0,-1 0-1 0 0,0 1 0 0 0,-1 0 0 0 0,-1 0 1 0 0,1 0-1 0 0,-2 1 0 0 0,1 0 0 0 0,-1 0 1 0 0,-16-12-1 0 0,16 15-315 0 0,0 1 1 0 0,-1 0-1 0 0,0 0 1 0 0,0 1-1 0 0,-18-7 1 0 0,18 9-449 0 0,0 0 0 0 0,0 1 0 0 0,0 0 0 0 0,0 0 0 0 0,0 1 0 0 0,-18 1 0 0 0,-14 3-5511 0 0,22 1 625 0 0</inkml:trace>
</inkml:ink>
</file>

<file path=ppt/ink/ink2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7:38.9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166 54 1096 0 0,'19'-48'10343'0'0,"-21"49"-10311"0"0,1 0 0 0 0,-1 1 0 0 0,0-1 0 0 0,0 0 1 0 0,0 1-1 0 0,1-1 0 0 0,-1 1 0 0 0,1 0 0 0 0,-1-1 0 0 0,1 1 0 0 0,0 0 0 0 0,0 0 0 0 0,0 0 1 0 0,-2 4-1 0 0,-2 1 27 0 0,-14 23 53 0 0,2 1 0 0 0,1 0 0 0 0,-16 42 0 0 0,-24 104 627 0 0,52-159-644 0 0,0 0 0 0 0,1 1 0 0 0,1-1 0 0 0,0 1 0 0 0,2-1 0 0 0,0 1 0 0 0,1-1-1 0 0,6 33 1 0 0,-5-41-12 0 0,1 0 0 0 0,0 0 0 0 0,0-1 0 0 0,1 1 0 0 0,1-1 0 0 0,-1 0 0 0 0,2 0 0 0 0,-1-1 0 0 0,1 1 0 0 0,0-1 0 0 0,1 0 0 0 0,0-1 0 0 0,0 0 0 0 0,1 0 0 0 0,0 0 0 0 0,0-1 0 0 0,11 7 0 0 0,-3-5 75 0 0,0 0 0 0 0,0-1 1 0 0,0-1-1 0 0,1 0 0 0 0,0-1 1 0 0,0-1-1 0 0,1-1 0 0 0,-1 0 1 0 0,1-2-1 0 0,0 1 0 0 0,-1-2 0 0 0,1-1 1 0 0,0 0-1 0 0,24-5 0 0 0,-27 3 59 0 0,1-1 0 0 0,-1 0-1 0 0,0-2 1 0 0,0 1 0 0 0,0-2-1 0 0,-1 0 1 0 0,0-1 0 0 0,0 0-1 0 0,-1-1 1 0 0,0 0 0 0 0,-1-1-1 0 0,0-1 1 0 0,0 0 0 0 0,-1 0-1 0 0,19-26 1 0 0,-18 18-119 0 0,-1 0 1 0 0,0-1-1 0 0,-2 0 0 0 0,0 0 0 0 0,-1-1 1 0 0,-2 0-1 0 0,0-1 0 0 0,-1 1 1 0 0,-1-1-1 0 0,-1 0 0 0 0,0-1 0 0 0,-3-40 1 0 0,-1 47-99 0 0,0 0 0 0 0,-2-1 1 0 0,0 1-1 0 0,-1 0 1 0 0,-1 0-1 0 0,0 0 0 0 0,-1 1 1 0 0,-1 0-1 0 0,0 0 0 0 0,-1 1 1 0 0,0-1-1 0 0,-1 2 0 0 0,-1-1 1 0 0,0 1-1 0 0,-1 1 0 0 0,-1 0 1 0 0,-22-18-1 0 0,28 25-231 0 0,0 1 1 0 0,0 0-1 0 0,0 0 0 0 0,0 1 1 0 0,0 0-1 0 0,-1 0 0 0 0,0 1 1 0 0,0 0-1 0 0,1 0 0 0 0,-1 0 1 0 0,0 1-1 0 0,-1 0 0 0 0,-11 0 1 0 0,14 1-438 0 0,-1 0 1 0 0,0 1-1 0 0,1 0 1 0 0,-1 0 0 0 0,1 1-1 0 0,-1 0 1 0 0,1 0-1 0 0,0 0 1 0 0,-1 0 0 0 0,1 1-1 0 0,0 0 1 0 0,1 0-1 0 0,-1 0 1 0 0,0 0 0 0 0,1 1-1 0 0,-8 8 1 0 0</inkml:trace>
</inkml:ink>
</file>

<file path=ppt/ink/ink2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7:39.6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207 192 1184 0 0,'4'-12'1813'0'0,"0"0"-1"0"0,-1 1 0 0 0,0-1 1 0 0,-1 0-1 0 0,-1-1 1 0 0,1-15-1 0 0,-2 26-1326 0 0,-1-1 56 0 0,1 3-526 0 0,0-1 0 0 0,0 1-1 0 0,0 0 1 0 0,0 0 0 0 0,0 0 0 0 0,0-1 0 0 0,0 1 0 0 0,0 0 0 0 0,0 0 0 0 0,0 0 0 0 0,0-1 0 0 0,0 1-1 0 0,0 0 1 0 0,0 0 0 0 0,0 0 0 0 0,-1 0 0 0 0,1-1 0 0 0,0 1 0 0 0,0 0 0 0 0,0 0 0 0 0,0 0 0 0 0,0 0-1 0 0,0 0 1 0 0,-1-1 0 0 0,1 1 0 0 0,0 0 0 0 0,0 0 0 0 0,0 0 0 0 0,0 0 0 0 0,0 0 0 0 0,-1 0-1 0 0,1 0 1 0 0,0 0 0 0 0,0 0 0 0 0,0 0 0 0 0,-1-1 0 0 0,1 1 0 0 0,0 0 0 0 0,0 0 0 0 0,0 0 0 0 0,-1 0-1 0 0,1 0 1 0 0,0 0 0 0 0,0 0 0 0 0,-13 9 134 0 0,2 1-1 0 0,-1 0 1 0 0,1 0-1 0 0,1 1 1 0 0,0 1-1 0 0,0-1 1 0 0,1 1-1 0 0,-7 14 1 0 0,-56 112 382 0 0,63-119-462 0 0,2 0-1 0 0,0 0 1 0 0,1 0 0 0 0,1 1 0 0 0,1 0 0 0 0,1 0 0 0 0,0 0 0 0 0,2 0 0 0 0,1 21 0 0 0,0-37-18 0 0,0-1 0 0 0,0 1 0 0 0,1-1 0 0 0,0 0 0 0 0,-1 1 1 0 0,1-1-1 0 0,1 0 0 0 0,-1 1 0 0 0,0-1 0 0 0,1 0 0 0 0,0 0 0 0 0,-1 0 0 0 0,1 0 0 0 0,0-1 0 0 0,1 1 0 0 0,-1 0 0 0 0,0-1 1 0 0,4 3-1 0 0,-2-2 24 0 0,1 0 1 0 0,0-1 0 0 0,-1 1 0 0 0,1-1 0 0 0,0 0 0 0 0,0 0-1 0 0,0-1 1 0 0,0 0 0 0 0,0 0 0 0 0,0 0 0 0 0,6 0 0 0 0,3 0 93 0 0,0-1 1 0 0,0-1 0 0 0,0 0 0 0 0,0-1 0 0 0,0-1 0 0 0,-1 0-1 0 0,1-1 1 0 0,17-7 0 0 0,-14 3-4 0 0,0-1 1 0 0,-1-1-1 0 0,0 0 1 0 0,-1-1-1 0 0,0-1 1 0 0,-1 0-1 0 0,0-1 1 0 0,-1-1-1 0 0,-1 0 1 0 0,0-1-1 0 0,-1 0 0 0 0,0 0 1 0 0,15-31-1 0 0,-16 25-12 0 0,-1-1 0 0 0,0 1 0 0 0,-2-2-1 0 0,0 1 1 0 0,-2-1 0 0 0,0 0-1 0 0,-2 0 1 0 0,0 0 0 0 0,-2-1 0 0 0,-2-42-1 0 0,0 60-140 0 0,0 0 0 0 0,0 0 0 0 0,0 1 0 0 0,0-1 0 0 0,-1 0 0 0 0,0 1 0 0 0,0-1 0 0 0,-1 1 0 0 0,0-1 0 0 0,0 1 0 0 0,0 0-1 0 0,-7-9 1 0 0,7 11-24 0 0,0 0 1 0 0,0 1-1 0 0,-1-1 0 0 0,1 1 0 0 0,-1 0 0 0 0,1 0 0 0 0,-1 0 0 0 0,1 0 0 0 0,-1 0 0 0 0,0 1 0 0 0,0 0 0 0 0,0 0 0 0 0,0 0 1 0 0,0 0-1 0 0,0 0 0 0 0,0 1 0 0 0,0 0 0 0 0,0 0 0 0 0,-7 1 0 0 0,-1 0-340 0 0,0 2-1 0 0,0-1 1 0 0,0 2 0 0 0,0-1 0 0 0,0 2-1 0 0,1 0 1 0 0,0 0 0 0 0,0 1-1 0 0,0 0 1 0 0,1 1 0 0 0,0 0 0 0 0,0 0-1 0 0,-11 12 1 0 0,1 2-2100 0 0,0 0-1 0 0,1 2 1 0 0,2 0 0 0 0,-24 40-1 0 0,24-31-3658 0 0</inkml:trace>
</inkml:ink>
</file>

<file path=ppt/ink/ink2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7:40.0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74 41 1632 0 0,'3'0'4367'0'0,"1"-1"-3362"0"0,-1 0-1 0 0,1 0 1 0 0,0 0 0 0 0,-1 0-1 0 0,0-1 1 0 0,1 1-1 0 0,-1-1 1 0 0,8-5 1469 0 0,-9 6-1857 0 0,0 0 0 0 0,0 0 0 0 0,0 1 0 0 0,0-2 1 0 0,0 1-1 0 0,0 0 0 0 0,0 0 0 0 0,0 0 1 0 0,0-1-1 0 0,-1 1 0 0 0,11-9 3965 0 0,-12 9-4545 0 0,0 1 1 0 0,0 0-1 0 0,1 0 0 0 0,-1 0 0 0 0,0 0 1 0 0,0 0-1 0 0,1-1 0 0 0,-1 1 0 0 0,0 0 1 0 0,1 0-1 0 0,-1 0 0 0 0,0 0 0 0 0,1 0 0 0 0,-1 0 1 0 0,0 0-1 0 0,0 0 0 0 0,1 0 0 0 0,-1 0 1 0 0,0 0-1 0 0,1 0 0 0 0,-1 0 0 0 0,0 0 1 0 0,0 1-1 0 0,1-1 0 0 0,-1 0 0 0 0,0 0 0 0 0,1 0 1 0 0,-1 0-1 0 0,0 0 0 0 0,0 1 0 0 0,1-1 1 0 0,-1 0-1 0 0,0 0 0 0 0,0 0 0 0 0,0 1 1 0 0,1-1-1 0 0,-1 0 0 0 0,0 0 0 0 0,0 1 0 0 0,0-1 1 0 0,0 0-1 0 0,0 1 0 0 0,1-1 0 0 0,-1 0 1 0 0,0 0-1 0 0,0 1 0 0 0,0-1 0 0 0,0 1 1 0 0,2 25 494 0 0,-8 29-268 0 0,-66 230 710 0 0,-9 46-4013 0 0,78-294 405 0 0,3-35 2167 0 0,0 0 0 0 0,1-1 1 0 0,-1 1-1 0 0,0 0 0 0 0,0 0 0 0 0,1-1 0 0 0,-1 1 1 0 0,1-1-1 0 0,-1 1 0 0 0,1 0 0 0 0,0-1 1 0 0,0 1-1 0 0,0-1 0 0 0,0 1 0 0 0,0-1 0 0 0,0 0 1 0 0,2 2-1 0 0</inkml:trace>
</inkml:ink>
</file>

<file path=ppt/ink/ink2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7:40.9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974 57 2056 0 0,'-16'-34'12851'0'0,"16"34"-12787"0"0,0-1-1 0 0,0 1 1 0 0,-1 0-1 0 0,1 0 1 0 0,0-1-1 0 0,0 1 1 0 0,0 0-1 0 0,0-1 0 0 0,0 1 1 0 0,0 0-1 0 0,0-1 1 0 0,0 1-1 0 0,0 0 1 0 0,-1-1-1 0 0,1 1 1 0 0,1 0-1 0 0,-1-1 1 0 0,0 1-1 0 0,0 0 1 0 0,0-1-1 0 0,0 1 1 0 0,0 0-1 0 0,0-1 1 0 0,0 1-1 0 0,0 0 1 0 0,0 0-1 0 0,1-1 0 0 0,-1 1 1 0 0,0 0-1 0 0,0-1 1 0 0,0 1-1 0 0,1 0 1 0 0,-1 0-1 0 0,0-1 1 0 0,0 1-1 0 0,1 0 1 0 0,-1 0-1 0 0,0 0 1 0 0,1 0-1 0 0,-1-1 1 0 0,0 1-1 0 0,0 0 1 0 0,1 0-1 0 0,-1 0 1 0 0,0 0-1 0 0,1 0 0 0 0,-1 0 1 0 0,0 0-1 0 0,1 0 1 0 0,-1 0-1 0 0,0 0 1 0 0,1 0-1 0 0,-1 0 1 0 0,0 0-1 0 0,1 0 1 0 0,291-8 943 0 0,-256 8-979 0 0,-20-2-23 0 0,0 2 0 0 0,0 0 0 0 0,0 1 0 0 0,0 1 0 0 0,0 0 0 0 0,24 7 0 0 0,-34-6 22 0 0,0 0-1 0 0,0 1 0 0 0,-1-1 1 0 0,0 1-1 0 0,1 0 1 0 0,-1 1-1 0 0,-1-1 0 0 0,1 1 1 0 0,-1 0-1 0 0,0 0 0 0 0,0 1 1 0 0,0-1-1 0 0,-1 1 0 0 0,1 0 1 0 0,-2 0-1 0 0,6 12 0 0 0,0 6 278 0 0,-1 0-1 0 0,-1 0 1 0 0,3 28 0 0 0,0 23 434 0 0,-4 0 0 0 0,-4 100 0 0 0,-27 152 970 0 0,23-292-1571 0 0,-94 621 904 0 0,68-489-846 0 0,-163 1093 596 0 0,90-10 457 0 0,56-754-944 0 0,42-471-92 0 0,0-1 1 0 0,-2 1 0 0 0,0-1 0 0 0,-14 31-1 0 0,14-41-19 0 0,0-1-1 0 0,-1 1 0 0 0,-1-1 0 0 0,-1-1 0 0 0,1 0 1 0 0,-2 0-1 0 0,0 0 0 0 0,-15 13 0 0 0,2-7-88 0 0,0-1 0 0 0,-2-1-1 0 0,0-1 1 0 0,0-1 0 0 0,-1-2-1 0 0,-48 17 1 0 0,-174 37-1668 0 0,218-59 968 0 0,-181 39-5707 0 0,69-19-4187 0 0,62-15-505 0 0</inkml:trace>
</inkml:ink>
</file>

<file path=ppt/ink/ink2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7:47.1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616 454 1812 0 0,'4'-82'9600'0'0,"-5"59"-6501"0"0,-4 33-1132 0 0,-4 12-1629 0 0,-118 249 2946 0 0,-25 56-2069 0 0,-44 192-128 0 0,170-442-355 0 0,196-458-923 0 0,-77 155 260 0 0,-70 175-64 0 0,184-395-87 0 0,-138 312-20 0 0,109-156 1 0 0,-173 284 86 0 0,-1 0 0 0 0,1 1-1 0 0,0-1 1 0 0,0 1 0 0 0,12-8 0 0 0,-16 12 13 0 0,-1 0 0 0 0,1 1 0 0 0,0-1 0 0 0,0 1 0 0 0,-1 0 0 0 0,1-1 0 0 0,0 1 0 0 0,0-1 1 0 0,0 1-1 0 0,0 0 0 0 0,-1 0 0 0 0,1 0 0 0 0,0-1 0 0 0,0 1 0 0 0,0 0 0 0 0,0 0 0 0 0,0 0 0 0 0,0 0 0 0 0,0 0 1 0 0,-1 1-1 0 0,1-1 0 0 0,0 0 0 0 0,0 0 0 0 0,1 1 0 0 0,-1 0 1 0 0,1 0 0 0 0,-1 0 0 0 0,0 0 0 0 0,1 0 0 0 0,-1 0 0 0 0,0 1 1 0 0,0-1-1 0 0,0 0 0 0 0,0 1 0 0 0,0-1 0 0 0,0 1 0 0 0,0 1 0 0 0,3 5 4 0 0,-1 0 0 0 0,-1 0 0 0 0,4 15 0 0 0,-6-20-3 0 0,6 28 48 0 0,-2 1 0 0 0,-2 0 0 0 0,-2 44 0 0 0,-14 97 3 0 0,8-113-91 0 0,-17 157-3 0 0,-19 327 71 0 0,47-494 14 0 0,-5-50-45 0 0,-1 1-1 0 0,1-1 0 0 0,0 1 0 0 0,0 0 0 0 0,0-1 0 0 0,0 1 0 0 0,0-1 0 0 0,1 1 0 0 0,-1-1 0 0 0,0 1 1 0 0,0-1-1 0 0,0 1 0 0 0,0-1 0 0 0,1 1 0 0 0,-1-1 0 0 0,0 1 0 0 0,0-1 0 0 0,1 1 0 0 0,-1-1 0 0 0,0 1 1 0 0,1-1-1 0 0,-1 0 0 0 0,0 1 0 0 0,1-1 0 0 0,-1 1 0 0 0,1-1 0 0 0,-1 0 0 0 0,1 0 0 0 0,-1 1 0 0 0,1-1 1 0 0,-1 0-1 0 0,1 0 0 0 0,-1 1 0 0 0,1-1 0 0 0,-1 0 0 0 0,1 0 0 0 0,-1 0 0 0 0,1 0 0 0 0,-1 0 0 0 0,1 0 1 0 0,-1 0-1 0 0,1 0 0 0 0,-1 0 0 0 0,1 0 0 0 0,0 0 0 0 0,0 0 0 0 0,-1-1-4 0 0,1 0 1 0 0,-1 1-1 0 0,1-1 1 0 0,-1 0-1 0 0,1 0 1 0 0,-1 1-1 0 0,1-1 0 0 0,-1 0 1 0 0,0 0-1 0 0,1 0 1 0 0,-1 1-1 0 0,0-1 1 0 0,0 0-1 0 0,0 0 0 0 0,1 0 1 0 0,-1 0-1 0 0,0 0 1 0 0,-1-1-1 0 0,2-11-47 0 0,0 1 0 0 0,-2-1 0 0 0,1 1 0 0 0,-2-1 0 0 0,0 1 0 0 0,0-1 0 0 0,-1 1-1 0 0,0 0 1 0 0,-1 0 0 0 0,-1 0 0 0 0,-10-20 0 0 0,-3 1 13 0 0,-1 1 0 0 0,-42-52 0 0 0,41 58 40 0 0,-2 1 0 0 0,-1 1 0 0 0,0 0 0 0 0,-48-31 0 0 0,52 40 2 0 0,-2 1 0 0 0,1 1 0 0 0,-1 1 0 0 0,-1 0 0 0 0,0 2 0 0 0,0 1 0 0 0,-28-6 0 0 0,35 11-6 0 0,1 0 0 0 0,-1 1 0 0 0,1 1 0 0 0,-1 0 0 0 0,0 1 1 0 0,1 1-1 0 0,-1 0 0 0 0,1 1 0 0 0,-1 1 0 0 0,1 0 0 0 0,0 0 0 0 0,1 2 1 0 0,-1 0-1 0 0,1 0 0 0 0,0 1 0 0 0,1 1 0 0 0,0 0 0 0 0,0 1 1 0 0,0 0-1 0 0,1 1 0 0 0,1 0 0 0 0,0 0 0 0 0,0 2 0 0 0,1-1 0 0 0,0 1 1 0 0,1 0-1 0 0,0 1 0 0 0,1 0 0 0 0,1 0 0 0 0,-7 17 0 0 0,8-15 4 0 0,0-1 0 0 0,1 1 0 0 0,1 0 0 0 0,0 0 0 0 0,1 0 0 0 0,0 0 0 0 0,1 0 0 0 0,1 0 0 0 0,2 20 0 0 0,-1-29 3 0 0,0 0-1 0 0,0 1 1 0 0,1-1 0 0 0,0 0-1 0 0,0 0 1 0 0,0 0-1 0 0,1 0 1 0 0,0 0-1 0 0,0-1 1 0 0,0 1 0 0 0,1-1-1 0 0,-1 0 1 0 0,1 0-1 0 0,1 0 1 0 0,-1-1 0 0 0,1 1-1 0 0,0-1 1 0 0,0 0-1 0 0,0 0 1 0 0,0-1 0 0 0,1 0-1 0 0,-1 0 1 0 0,1 0-1 0 0,9 3 1 0 0,2-1 4 0 0,0-1 0 0 0,1-1 0 0 0,-1 0 0 0 0,1-2 0 0 0,-1 0 0 0 0,1-1 0 0 0,-1 0 0 0 0,1-2 0 0 0,-1 0 0 0 0,30-7 0 0 0,-5-3 4 0 0,1-1-1 0 0,-2-3 0 0 0,44-22 1 0 0,-23 6-5 0 0,-2-3 1 0 0,-1-2 0 0 0,-2-3-1 0 0,64-59 1 0 0,-36 19-15 0 0,130-157-1 0 0,-127 130-169 0 0,-88 106 180 0 0,0 1 0 0 0,0 0-1 0 0,0-1 1 0 0,0 1 0 0 0,0 0 0 0 0,0-1-1 0 0,0 1 1 0 0,1 0 0 0 0,-1-1 0 0 0,0 1-1 0 0,0 0 1 0 0,1-1 0 0 0,-1 1-1 0 0,0 0 1 0 0,0 0 0 0 0,1-1 0 0 0,-1 1-1 0 0,0 0 1 0 0,0 0 0 0 0,1 0-1 0 0,-1-1 1 0 0,0 1 0 0 0,1 0 0 0 0,-1 0-1 0 0,0 0 1 0 0,1 0 0 0 0,-1 0 0 0 0,0 0-1 0 0,1 0 1 0 0,-1 0 0 0 0,1 0-1 0 0,-1 0 1 0 0,0 0 0 0 0,1 0 0 0 0,-1 0-1 0 0,0 0 1 0 0,1 0 0 0 0,-1 0-1 0 0,0 0 1 0 0,1 0 0 0 0,-1 0 0 0 0,0 1-1 0 0,1-1 1 0 0,-1 0 0 0 0,0 0 0 0 0,1 0-1 0 0,-1 0 1 0 0,0 1 0 0 0,0-1-1 0 0,1 0 1 0 0,-1 0 0 0 0,0 1 0 0 0,0-1-1 0 0,1 0 1 0 0,-1 1 0 0 0,0-1-1 0 0,0 0 1 0 0,0 1 0 0 0,0-1 0 0 0,1 0-1 0 0,-1 1 1 0 0,0-1 0 0 0,0 0 0 0 0,0 1-1 0 0,0 0 1 0 0,2 24 71 0 0,-42 202-190 0 0,-3 24 155 0 0,39-224-11 0 0,-1 17 6 0 0,22-65 6 0 0,34-84-8 0 0,-2 2-43 0 0,-25 62 76 0 0,41-56 0 0 0,-55 85-81 0 0,-1 1 1 0 0,1 0 0 0 0,1 0 0 0 0,0 1 0 0 0,1 1-1 0 0,0 0 1 0 0,0 0 0 0 0,26-13 0 0 0,-34 20 15 0 0,1 0 1 0 0,-1 1 0 0 0,1-1-1 0 0,0 1 1 0 0,0 0 0 0 0,0 0-1 0 0,-1 0 1 0 0,1 1 0 0 0,0 0-1 0 0,0 0 1 0 0,0 0 0 0 0,0 0-1 0 0,0 1 1 0 0,0 0 0 0 0,-1 0-1 0 0,1 0 1 0 0,0 1 0 0 0,-1-1-1 0 0,1 1 1 0 0,-1 0 0 0 0,1 0-1 0 0,-1 1 1 0 0,0 0 0 0 0,6 4 0 0 0,-4-1 11 0 0,0-1 0 0 0,0 1 1 0 0,-1 0-1 0 0,0 1 0 0 0,0-1 1 0 0,-1 1-1 0 0,0 0 1 0 0,0 0-1 0 0,-1 1 0 0 0,0-1 1 0 0,0 1-1 0 0,0-1 1 0 0,-1 1-1 0 0,2 11 0 0 0,0 25 26 0 0,-2 0 0 0 0,-2 0 0 0 0,-2-1 0 0 0,-1 1 0 0 0,-13 56 0 0 0,15-95-58 0 0,1 1 0 0 0,-1-1 0 0 0,1 0 0 0 0,0 0 1 0 0,0 1-1 0 0,1-1 0 0 0,-1 0 0 0 0,1 1 0 0 0,3 8 1 0 0,-3-14-28 0 0,-1 1 0 0 0,1 0-1 0 0,0-1 1 0 0,-1 1 0 0 0,1 0 0 0 0,0-1 0 0 0,0 1 0 0 0,0-1 0 0 0,-1 1 0 0 0,1-1 0 0 0,0 0 0 0 0,0 1 0 0 0,0-1 0 0 0,0 0 0 0 0,0 1 0 0 0,0-1-1 0 0,0 0 1 0 0,0 0 0 0 0,0 0 0 0 0,0 0 0 0 0,0 0 0 0 0,0 0 0 0 0,-1 0 0 0 0,1 0 0 0 0,0-1 0 0 0,0 1 0 0 0,0 0 0 0 0,0 0 0 0 0,1-1 0 0 0,29-11-1063 0 0,-30 12 1063 0 0,25-14-707 0 0,-1-2 0 0 0,-1 0 1 0 0,-1-1-1 0 0,-1-2 0 0 0,31-31 1 0 0,-10 11 189 0 0,32-33 135 0 0,-3-3-1 0 0,68-91 0 0 0,-112 129 1782 0 0,-1-1 0 0 0,29-57 0 0 0,-51 74-442 0 0,-5 19-510 0 0,-2 2-363 0 0,0 0 0 0 0,-1 1 0 0 0,1-1-1 0 0,-1 1 1 0 0,1 0 0 0 0,0 0 0 0 0,-1 0 0 0 0,1 0-1 0 0,0 0 1 0 0,0 1 0 0 0,0-1 0 0 0,0 1 0 0 0,0-1-1 0 0,-3 3 1 0 0,-26 30 184 0 0,18-18-133 0 0,2-4-49 0 0,1 0-1 0 0,0 1 1 0 0,-9 16-1 0 0,16-24-28 0 0,0 1 1 0 0,0 1-1 0 0,0-1 0 0 0,1 0 0 0 0,-1 1 0 0 0,1-1 0 0 0,1 1 0 0 0,0-1 1 0 0,-1 12-1 0 0,2-14 0 0 0,0-1 1 0 0,1 0 0 0 0,0 0-1 0 0,-1 1 1 0 0,1-1 0 0 0,1 0-1 0 0,-1 0 1 0 0,0 0 0 0 0,1 0-1 0 0,-1 0 1 0 0,1-1 0 0 0,0 1 0 0 0,0 0-1 0 0,0-1 1 0 0,1 1 0 0 0,-1-1-1 0 0,5 4 1 0 0,5 3 19 0 0,1 0 0 0 0,21 11 0 0 0,-14-8-28 0 0,-1 0 226 0 0,-1 1-1 0 0,-1 1 1 0 0,0 0 0 0 0,-1 1 0 0 0,18 22 0 0 0,-27-28-12 0 0,0-1 0 0 0,-1 2 0 0 0,1-1 0 0 0,-2 1 0 0 0,0-1 0 0 0,0 2 0 0 0,0-1 0 0 0,-2 0 0 0 0,1 1 0 0 0,-1 0 0 0 0,-1 0 0 0 0,2 13 0 0 0,-4-18-85 0 0,0-1 0 0 0,-1 1 1 0 0,0-1-1 0 0,0 1 0 0 0,0-1 0 0 0,-1 1 0 0 0,1-1 1 0 0,-1 0-1 0 0,-1 0 0 0 0,1 0 0 0 0,-1 0 0 0 0,0 0 0 0 0,0 0 1 0 0,0-1-1 0 0,0 1 0 0 0,-1-1 0 0 0,0 0 0 0 0,0 0 1 0 0,-7 5-1 0 0,6-5-48 0 0,-1 1 0 0 0,-1-1 1 0 0,1 0-1 0 0,-1 0 1 0 0,1-1-1 0 0,-1 0 0 0 0,0 0 1 0 0,0-1-1 0 0,-1 1 0 0 0,1-2 1 0 0,0 1-1 0 0,-1-1 0 0 0,1 0 1 0 0,-14 0-1 0 0,6-3-16 0 0,-1 0 0 0 0,1 0-1 0 0,-26-9 1 0 0,33 9-110 0 0,0-1-1 0 0,0-1 1 0 0,0 0-1 0 0,0 0 0 0 0,0 0 1 0 0,1-1-1 0 0,0 0 1 0 0,-10-9-1 0 0,16 13-57 0 0,1 0 1 0 0,-1 0-1 0 0,0 0 0 0 0,1 0 1 0 0,-1 0-1 0 0,1 0 1 0 0,-1 0-1 0 0,1 0 0 0 0,0-1 1 0 0,-1 1-1 0 0,1 0 0 0 0,0 0 1 0 0,0 0-1 0 0,0-1 0 0 0,0 1 1 0 0,0 0-1 0 0,0 0 0 0 0,0-1 1 0 0,0 1-1 0 0,1 0 0 0 0,-1-2 1 0 0,11-22-3235 0 0,6 6-1336 0 0</inkml:trace>
</inkml:ink>
</file>

<file path=ppt/ink/ink2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7:47.3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12 6217 0 0,'-9'-10'9434'0'0,"9"8"-9023"0"0</inkml:trace>
</inkml:ink>
</file>

<file path=ppt/ink/ink2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7:51.0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703 77 200 0 0,'8'-14'5559'0'0,"-8"12"-5185"0"0,1-1 226 0 0,-1 0-1 0 0,1 0 1 0 0,-1 0-1 0 0,0 0 0 0 0,0 0 1 0 0,0 0-1 0 0,0 0 1 0 0,-2-5-1 0 0,1 6-451 0 0,1 1-1 0 0,-1-1 1 0 0,0 1 0 0 0,0-1 0 0 0,0 1 0 0 0,0 0-1 0 0,-1 0 1 0 0,1-1 0 0 0,0 1 0 0 0,-1 0 0 0 0,1 0-1 0 0,0 0 1 0 0,-1 0 0 0 0,1 1 0 0 0,-1-1-1 0 0,1 0 1 0 0,-1 1 0 0 0,0-1 0 0 0,1 1 0 0 0,-4-1-1 0 0,-5-1 150 0 0,0 0-1 0 0,0 1 1 0 0,0 0-1 0 0,0 1 0 0 0,-1 0 1 0 0,-16 3-1 0 0,-69 14 308 0 0,61-10-445 0 0,15-3-70 0 0,-11 1 38 0 0,1 2 0 0 0,-53 18 0 0 0,76-21-115 0 0,-1-1 1 0 0,0 1 0 0 0,1 0 0 0 0,0 0-1 0 0,0 1 1 0 0,0 0 0 0 0,1 0 0 0 0,-1 0-1 0 0,1 1 1 0 0,1 0 0 0 0,-1 0-1 0 0,1 1 1 0 0,0 0 0 0 0,0 0 0 0 0,-4 10-1 0 0,-1 4 224 0 0,2 2-1 0 0,1-1 0 0 0,0 1 0 0 0,-4 36 0 0 0,-3 98 954 0 0,7-69-687 0 0,-18 827 2831 0 0,41-539-2025 0 0,0 39 46 0 0,-27 1 164 0 0,-14-83-525 0 0,-22 252-105 0 0,-6 348 8 0 0,54-839-810 0 0,4 1-1 0 0,20 110 1 0 0,-24-198-35 0 0,0-1 0 0 0,1 1-1 0 0,0-1 1 0 0,0 0 0 0 0,0 0-1 0 0,1 1 1 0 0,0-2 0 0 0,0 1 0 0 0,4 5-1 0 0,-4-7-22 0 0,0-1-1 0 0,1 0 0 0 0,-1 0 1 0 0,0 0-1 0 0,1 0 0 0 0,0-1 0 0 0,0 1 1 0 0,0-1-1 0 0,0 0 0 0 0,0 0 1 0 0,0 0-1 0 0,0-1 0 0 0,9 2 1 0 0,35 5 15 0 0,1-2 0 0 0,-1-2 0 0 0,91-5 0 0 0,-49-1-15 0 0,743-13-3076 0 0,-823 15 2971 0 0,20-1-103 0 0,1-1 0 0 0,-1-2 0 0 0,0-1 0 0 0,52-15 0 0 0,-77 17-451 0 0,0 0 1 0 0,-1 0 0 0 0,0 0-1 0 0,1 0 1 0 0,-1-1 0 0 0,0 1-1 0 0,3-6 1 0 0,-1 3-1351 0 0,10-14-2634 0 0</inkml:trace>
</inkml:ink>
</file>

<file path=ppt/ink/ink2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7:52.2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348 75 392 0 0,'3'-5'1244'0'0,"-2"-1"1"0"0,1 1-1 0 0,-1 0 1 0 0,0-1-1 0 0,0 1 1 0 0,0-1-1 0 0,-1 1 1 0 0,0-10-1 0 0,0 9-620 0 0,0 4 59 0 0,-2-1 141 0 0,2 3-791 0 0,0-1 0 0 0,0 1-1 0 0,0 0 1 0 0,0 0 0 0 0,0-1 0 0 0,0 1 0 0 0,0 0-1 0 0,0 0 1 0 0,-1 0 0 0 0,1-1 0 0 0,0 1-1 0 0,0 0 1 0 0,0 0 0 0 0,0 0 0 0 0,0-1-1 0 0,0 1 1 0 0,0 0 0 0 0,-1 0 0 0 0,1 0-1 0 0,0 0 1 0 0,0-1 0 0 0,0 1 0 0 0,0 0-1 0 0,-1 0 1 0 0,1 0 0 0 0,0 0 0 0 0,0 0 0 0 0,0 0-1 0 0,-1-1 1 0 0,1 1 0 0 0,0 0 0 0 0,0 0-1 0 0,-1 0 1 0 0,1 0 0 0 0,0 0 0 0 0,0 0-1 0 0,0 0 1 0 0,-1 0 0 0 0,1 0 0 0 0,0 0-1 0 0,0 0 1 0 0,-1 0 0 0 0,1 0 0 0 0,-5 2 70 0 0,0 0 1 0 0,0 0 0 0 0,0 0-1 0 0,0 0 1 0 0,1 1 0 0 0,-1 0-1 0 0,1 0 1 0 0,0 0 0 0 0,0 1-1 0 0,0-1 1 0 0,-6 8 0 0 0,-42 54 576 0 0,36-44-451 0 0,-111 159 1055 0 0,111-152-1151 0 0,0 1 1 0 0,2 0-1 0 0,1 1 0 0 0,-15 56 0 0 0,26-80-115 0 0,0 1-1 0 0,1 0 0 0 0,0-1 0 0 0,1 1 0 0 0,-1 0 0 0 0,1-1 0 0 0,1 1 0 0 0,-1 0 0 0 0,1-1 0 0 0,0 1 0 0 0,1 0 0 0 0,2 7 0 0 0,-2-10-26 0 0,0 0-1 0 0,0 0 1 0 0,0 0 0 0 0,1-1-1 0 0,-1 1 1 0 0,1-1-1 0 0,0 0 1 0 0,0 1-1 0 0,0-1 1 0 0,0-1 0 0 0,1 1-1 0 0,-1 0 1 0 0,1-1-1 0 0,-1 0 1 0 0,1 0-1 0 0,0 0 1 0 0,0 0 0 0 0,0 0-1 0 0,9 1 1 0 0,2 0-361 0 0,0 0 0 0 0,0-1 0 0 0,0-1 1 0 0,1-1-1 0 0,-1 0 0 0 0,0-1 0 0 0,0 0 0 0 0,19-5 1 0 0,1-2-1032 0 0,-1-1 1 0 0,49-21 0 0 0,-48 15 652 0 0,0-2 0 0 0,-2-1-1 0 0,0-2 1 0 0,43-33 0 0 0,-58 39 1034 0 0,0-2 1 0 0,-1 0 0 0 0,-1-1-1 0 0,0 0 1 0 0,-1-2 0 0 0,-1 0-1 0 0,-1 0 1 0 0,15-30 0 0 0,-25 42 28 0 0,0 1 1 0 0,-1 0 0 0 0,1-1 0 0 0,-1 1 0 0 0,-1-1 0 0 0,1 1-1 0 0,-1-1 1 0 0,0 0 0 0 0,-1 0 0 0 0,0 0 0 0 0,0 1 0 0 0,-1-13-1 0 0,0 18-280 0 0,1 1-1 0 0,0-1 1 0 0,0 1 0 0 0,0-1-1 0 0,-1 1 1 0 0,1 0-1 0 0,0-1 1 0 0,-1 1-1 0 0,1-1 1 0 0,0 1-1 0 0,-1-1 1 0 0,1 1 0 0 0,-1 0-1 0 0,1-1 1 0 0,0 1-1 0 0,-1 0 1 0 0,1 0-1 0 0,-1-1 1 0 0,1 1-1 0 0,-1 0 1 0 0,1 0 0 0 0,-1-1-1 0 0,1 1 1 0 0,-1 0-1 0 0,0 0 1 0 0,1 0-1 0 0,-1 0 1 0 0,1 0-1 0 0,-1 0 1 0 0,0 0 0 0 0,-1 0 26 0 0,1 0 0 0 0,-1 1 0 0 0,1-1 1 0 0,-1 0-1 0 0,1 1 0 0 0,0-1 1 0 0,-1 1-1 0 0,1 0 0 0 0,0-1 1 0 0,-1 1-1 0 0,-1 1 0 0 0,-5 6 82 0 0,0 0 0 0 0,0 0-1 0 0,1 0 1 0 0,0 1 0 0 0,1 0 0 0 0,0 1-1 0 0,0-1 1 0 0,1 1 0 0 0,1 1-1 0 0,-1-1 1 0 0,1 0 0 0 0,1 1 0 0 0,0 0-1 0 0,1 0 1 0 0,-2 11 0 0 0,3-15-117 0 0,1 1 0 0 0,0-1 0 0 0,0 0 0 0 0,0 1-1 0 0,1-1 1 0 0,0 0 0 0 0,0 1 0 0 0,1-1 0 0 0,0 0 0 0 0,5 11 0 0 0,-4-13-13 0 0,-1 0 0 0 0,1 0-1 0 0,0-1 1 0 0,1 0 0 0 0,-1 1-1 0 0,1-1 1 0 0,-1 0 0 0 0,1-1-1 0 0,1 1 1 0 0,-1-1 0 0 0,0 0 0 0 0,1 0-1 0 0,0 0 1 0 0,-1 0 0 0 0,10 3-1 0 0,-5-3-1 0 0,0 0-1 0 0,0-1 1 0 0,0 0-1 0 0,0-1 1 0 0,1 1-1 0 0,-1-2 1 0 0,0 1-1 0 0,1-1 1 0 0,-1-1-1 0 0,0 1 1 0 0,0-2-1 0 0,1 1 1 0 0,-1-1-1 0 0,14-6 1 0 0,-15 5-10 0 0,-1 0 1 0 0,0 0 0 0 0,0-1-1 0 0,0 0 1 0 0,0-1-1 0 0,-1 0 1 0 0,1 0 0 0 0,-1 0-1 0 0,-1 0 1 0 0,1-1-1 0 0,-1 0 1 0 0,0 0 0 0 0,0-1-1 0 0,-1 0 1 0 0,1 1-1 0 0,-1-2 1 0 0,4-9-1 0 0,-3 3-7 0 0,-1 0-1 0 0,0-1 0 0 0,-1 1 1 0 0,0-1-1 0 0,-2 0 0 0 0,1 0 1 0 0,-2 0-1 0 0,-1-20 0 0 0,1 27 5 0 0,-1 0-1 0 0,-1-1 1 0 0,1 1-1 0 0,-1 0 1 0 0,-1 0-1 0 0,1 0 1 0 0,-1 1 0 0 0,-1-1-1 0 0,1 1 1 0 0,-1-1-1 0 0,-1 1 1 0 0,1 1-1 0 0,-1-1 1 0 0,0 0-1 0 0,-1 1 1 0 0,-10-9-1 0 0,11 11 18 0 0,1 1-1 0 0,-1 1 1 0 0,0-1-1 0 0,0 1 1 0 0,0 0-1 0 0,0 0 1 0 0,-1 0-1 0 0,1 1 0 0 0,0 0 1 0 0,-1 0-1 0 0,1 0 1 0 0,-1 1-1 0 0,1 0 1 0 0,-1 0-1 0 0,1 0 1 0 0,-1 0-1 0 0,1 1 0 0 0,-1 0 1 0 0,1 0-1 0 0,0 1 1 0 0,-8 2-1 0 0,6-1-271 0 0,1-1-1 0 0,0 1 0 0 0,0 0 1 0 0,0 1-1 0 0,0 0 0 0 0,1-1 1 0 0,-1 2-1 0 0,1-1 0 0 0,0 1 1 0 0,0 0-1 0 0,0 0 0 0 0,1 0 1 0 0,0 0-1 0 0,0 1 0 0 0,0 0 1 0 0,-4 9-1 0 0,8-13-130 0 0,-1-1 0 0 0,1 1 0 0 0,0 0 0 0 0,0-1 0 0 0,0 1 0 0 0,0-1 0 0 0,0 1 0 0 0,0 0 0 0 0,0-1 0 0 0,1 1 0 0 0,-1-1 0 0 0,0 1 0 0 0,1-1 0 0 0,0 1 0 0 0,-1-1 0 0 0,1 1-1 0 0,0-1 1 0 0,-1 0 0 0 0,1 1 0 0 0,0-1 0 0 0,2 2 0 0 0</inkml:trace>
</inkml:ink>
</file>

<file path=ppt/ink/ink2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7:52.6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 86 2176 0 0,'5'-3'835'0'0,"0"-1"-1"0"0,0 0 1 0 0,-1-1-1 0 0,0 1 0 0 0,0-1 1 0 0,0 0-1 0 0,-1 0 1 0 0,0 0-1 0 0,0-1 1 0 0,0 1-1 0 0,0-1 1 0 0,-1 1-1 0 0,2-8 1 0 0,-4 13-789 0 0,0 0 0 0 0,0-1 0 0 0,0 1 0 0 0,0-1 0 0 0,0 1 0 0 0,0 0 0 0 0,0-1 0 0 0,0 1 0 0 0,-1-1 0 0 0,1 1 0 0 0,0 0 0 0 0,0-1 0 0 0,0 1 0 0 0,-1 0 0 0 0,1-1 0 0 0,0 1 0 0 0,0 0 0 0 0,-1-1 0 0 0,1 1 0 0 0,0 0 0 0 0,-1 0 0 0 0,1-1 0 0 0,0 1 0 0 0,-1 0 1 0 0,1 0-1 0 0,0 0 0 0 0,-1-1 0 0 0,1 1 0 0 0,-1 0 0 0 0,1 0 0 0 0,0 0 0 0 0,-1 0 0 0 0,0 0 0 0 0,0-1-6 0 0,0 1 0 0 0,0 0-1 0 0,0 0 1 0 0,0 0 0 0 0,0 0 0 0 0,0 0 0 0 0,0 0 0 0 0,0 0-1 0 0,0 0 1 0 0,0 0 0 0 0,0 1 0 0 0,0-1 0 0 0,0 0 0 0 0,-1 1-1 0 0,-5 3 74 0 0,1 1-1 0 0,0-1 1 0 0,0 1-1 0 0,0 1 0 0 0,1-1 1 0 0,-9 11-1 0 0,12-13-99 0 0,0-1-1 0 0,1 0 1 0 0,-1 1 0 0 0,1-1-1 0 0,0 1 1 0 0,0 0 0 0 0,0-1 0 0 0,0 1-1 0 0,0 0 1 0 0,1-1 0 0 0,-1 1-1 0 0,1 0 1 0 0,0 0 0 0 0,-1 0 0 0 0,1 0-1 0 0,1-1 1 0 0,-1 1 0 0 0,0 0-1 0 0,1 0 1 0 0,-1 0 0 0 0,1-1-1 0 0,0 1 1 0 0,1 3 0 0 0,2 1 7 0 0,1 1 1 0 0,-1-1-1 0 0,2 0 1 0 0,-1 0-1 0 0,1 0 1 0 0,0-1-1 0 0,0 0 1 0 0,1 0-1 0 0,-1 0 1 0 0,9 4-1 0 0,14 9 21 0 0,39 18-1 0 0,-27-16 1 0 0,-24-12 315 0 0,0 1 0 0 0,-1 1 0 0 0,0 1 0 0 0,20 19 0 0 0,-35-30-306 0 0,0 0-1 0 0,-1 0 0 0 0,1-1 0 0 0,-1 1 0 0 0,1 0 0 0 0,-1 0 0 0 0,0 0 1 0 0,1 0-1 0 0,-1 0 0 0 0,0 0 0 0 0,1 0 0 0 0,-1 0 0 0 0,0 0 0 0 0,0 0 1 0 0,0 0-1 0 0,0 0 0 0 0,0 0 0 0 0,0 0 0 0 0,0 0 0 0 0,-1 0 0 0 0,1 0 1 0 0,0 0-1 0 0,0 0 0 0 0,-1 0 0 0 0,0 1 0 0 0,0 1 46 0 0,0 0 0 0 0,-1-1 0 0 0,1 1 0 0 0,-1-1 0 0 0,0 1 1 0 0,0-1-1 0 0,-3 4 0 0 0,-3 0 23 0 0,0 0 1 0 0,0-1-1 0 0,-1 0 1 0 0,0 0 0 0 0,0 0-1 0 0,0-2 1 0 0,0 1-1 0 0,-1-1 1 0 0,-18 4 0 0 0,4-3-32 0 0,-1-1-1 0 0,-40 0 1 0 0,62-3-165 0 0,0 0-1 0 0,0 0 0 0 0,1 0 0 0 0,-1-1 0 0 0,0 1 0 0 0,1-1 1 0 0,-1 1-1 0 0,0-1 0 0 0,1 0 0 0 0,-1 0 0 0 0,1 0 0 0 0,-1-1 0 0 0,1 1 1 0 0,-1-1-1 0 0,1 1 0 0 0,0-1 0 0 0,0 0 0 0 0,0 0 0 0 0,-2-2 1 0 0,3 3-105 0 0,0 0 0 0 0,1 0 1 0 0,-1-1-1 0 0,1 1 1 0 0,-1 0-1 0 0,1-1 0 0 0,0 1 1 0 0,-1 0-1 0 0,1-1 1 0 0,0 1-1 0 0,0 0 0 0 0,0-1 1 0 0,0 1-1 0 0,0-1 0 0 0,0 1 1 0 0,1 0-1 0 0,-1-1 1 0 0,0 1-1 0 0,1 0 0 0 0,-1-1 1 0 0,1 1-1 0 0,0-2 1 0 0,17-27-4379 0 0,-3 15 530 0 0,0 1-1922 0 0</inkml:trace>
</inkml:ink>
</file>

<file path=ppt/ink/ink2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7:53.0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104 266 2148 0 0,'6'-8'1565'0'0,"-5"7"-1046"0"0,0-1-1 0 0,1 1 1 0 0,-1-1-1 0 0,0 1 1 0 0,0-1-1 0 0,0 0 1 0 0,0 1-1 0 0,0-1 0 0 0,0 0 1 0 0,0 0-1 0 0,-1 0 1 0 0,1 0-1 0 0,-1 0 1 0 0,1 1-1 0 0,-1-1 0 0 0,0 0 1 0 0,1 0-1 0 0,-1 0 1 0 0,0 0-1 0 0,-1-4 1 0 0,-12 14 1238 0 0,4 3-1095 0 0,1 1 0 0 0,0 0-1 0 0,1 0 1 0 0,0 0 0 0 0,1 1-1 0 0,-9 24 1 0 0,12-28-431 0 0,-7 17 233 0 0,1 0 0 0 0,1 1 0 0 0,2 0 0 0 0,-6 50 0 0 0,11-65-400 0 0,0 0 0 0 0,1 1 0 0 0,0-1 0 0 0,1 1 0 0 0,1-1 0 0 0,0 0 0 0 0,0 0 0 0 0,1 0 0 0 0,1 0 0 0 0,0 0 1 0 0,0 0-1 0 0,2-1 0 0 0,6 13 0 0 0,-9-20-47 0 0,1 1 0 0 0,-1-1 0 0 0,1 0 0 0 0,0 0 0 0 0,0 0 0 0 0,0-1 0 0 0,0 1 0 0 0,0-1 0 0 0,1 0 0 0 0,0 0 0 0 0,0-1 0 0 0,0 1 0 0 0,9 2 0 0 0,-7-3-1 0 0,0 0 1 0 0,1-1 0 0 0,0 0-1 0 0,-1 0 1 0 0,1-1-1 0 0,-1 1 1 0 0,1-2 0 0 0,0 1-1 0 0,8-3 1 0 0,-2 0-6 0 0,0-1-1 0 0,0 0 1 0 0,0-2 0 0 0,0 1-1 0 0,-1-1 1 0 0,0-1 0 0 0,0-1 0 0 0,-1 0-1 0 0,23-18 1 0 0,-19 10 8 0 0,0-1-1 0 0,-1 0 1 0 0,-1-1 0 0 0,-1 0 0 0 0,0-1-1 0 0,-2 0 1 0 0,0-1 0 0 0,-1-1-1 0 0,-1 0 1 0 0,10-34 0 0 0,-12 28-18 0 0,-1 1-1 0 0,-1-1 1 0 0,-1 0 0 0 0,-1 0-1 0 0,-2-1 1 0 0,0 1 0 0 0,-2 0-1 0 0,-7-41 1 0 0,6 58-3 0 0,0-1 0 0 0,-1 1 0 0 0,0 0 0 0 0,0 1 0 0 0,-1-1 0 0 0,-1 0 0 0 0,1 1 0 0 0,-2 0 0 0 0,1 0 1 0 0,-9-10-1 0 0,10 15-2 0 0,0 0 0 0 0,1 1 1 0 0,-1-1-1 0 0,0 1 1 0 0,-1 0-1 0 0,1 0 1 0 0,-1 0-1 0 0,1 1 1 0 0,-1-1-1 0 0,0 1 0 0 0,0 0 1 0 0,0 0-1 0 0,0 1 1 0 0,0 0-1 0 0,0 0 1 0 0,-1 0-1 0 0,1 0 0 0 0,0 1 1 0 0,-1 0-1 0 0,1 0 1 0 0,0 0-1 0 0,-6 2 1 0 0,1 0 0 0 0,0 0 1 0 0,1 1-1 0 0,-1 0 1 0 0,1 1-1 0 0,0 0 1 0 0,0 1-1 0 0,0 0 1 0 0,0 0-1 0 0,1 0 1 0 0,0 1-1 0 0,-8 8 1 0 0,10-9 2 0 0,1 0 0 0 0,1 0 0 0 0,-1 0 0 0 0,1 1 0 0 0,-1-1 0 0 0,2 1 0 0 0,-1 0-1 0 0,1 0 1 0 0,-1 1 0 0 0,2-1 0 0 0,-1 1 0 0 0,1-1 0 0 0,0 1 0 0 0,0 0 0 0 0,1 0 0 0 0,-1 13 0 0 0,2-15 9 0 0,0 0 0 0 0,1 0-1 0 0,0 0 1 0 0,0 0 0 0 0,0 0 0 0 0,0 0-1 0 0,1-1 1 0 0,0 1 0 0 0,0 0 0 0 0,0-1-1 0 0,0 1 1 0 0,4 3 0 0 0,-1-1-108 0 0,1 0 0 0 0,-1-1 0 0 0,2 0 0 0 0,-1 0 0 0 0,0 0-1 0 0,11 6 1 0 0,5 1-998 0 0,0-1 0 0 0,0-1 0 0 0,44 15 0 0 0,8-3-2912 0 0,-23-8-1567 0 0,-5-4-2494 0 0</inkml:trace>
</inkml:ink>
</file>

<file path=ppt/ink/ink2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7:53.6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60 64 2972 0 0,'-4'0'4766'0'0,"-18"0"1224"0"0,6-2-2983 0 0,13 2-1803 0 0,-12-2 2849 0 0,18 1-3894 0 0,15-5-66 0 0,1 1 0 0 0,0 1 0 0 0,1 1 0 0 0,38-2 1 0 0,-6 0-284 0 0,71-7-2262 0 0,-52 5-1296 0 0,0-1-4447 0 0,-49 5 2567 0 0</inkml:trace>
</inkml:ink>
</file>

<file path=ppt/ink/ink2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7:54.0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236 75 64 0 0,'1'-2'3201'0'0,"1"-2"-1719"0"0,0 0 1 0 0,0 0 0 0 0,0 0-1 0 0,-1 0 1 0 0,1 0-1 0 0,0-6 1 0 0,-1 8-1220 0 0,-1 1 0 0 0,0-1 0 0 0,0 0 0 0 0,0 1 0 0 0,0-1 0 0 0,0 0 0 0 0,-1 1 0 0 0,1-1 1 0 0,0 0-1 0 0,-1 1 0 0 0,1-1 0 0 0,-1 1 0 0 0,0-1 0 0 0,0 1 0 0 0,1-1 0 0 0,-1 1 0 0 0,0 0 0 0 0,0-1 1 0 0,0 1-1 0 0,-2-2 0 0 0,2 2-196 0 0,-1 1 1 0 0,1-1 0 0 0,0 0-1 0 0,-1 1 1 0 0,1-1 0 0 0,-1 1-1 0 0,1 0 1 0 0,-1 0 0 0 0,1-1-1 0 0,0 1 1 0 0,-1 0 0 0 0,1 0-1 0 0,-1 0 1 0 0,1 1 0 0 0,-1-1-1 0 0,-1 0 1 0 0,-25 7 241 0 0,12-1-222 0 0,0 1 0 0 0,0 0 0 0 0,1 1 1 0 0,-1 1-1 0 0,-15 12 0 0 0,24-16-83 0 0,1 0 0 0 0,0 0 0 0 0,-1 1 0 0 0,2 0 0 0 0,-1 0 0 0 0,1 0 0 0 0,0 1-1 0 0,0-1 1 0 0,1 1 0 0 0,0 1 0 0 0,0-1 0 0 0,0 0 0 0 0,-2 9 0 0 0,6-12-5 0 0,-1-1 1 0 0,1 0 0 0 0,0 0 0 0 0,0 0 0 0 0,0 1 0 0 0,1-1-1 0 0,-1 0 1 0 0,1 0 0 0 0,-1 0 0 0 0,1 0 0 0 0,0 1 0 0 0,1-1 0 0 0,-1-1-1 0 0,0 1 1 0 0,1 0 0 0 0,-1 0 0 0 0,1 0 0 0 0,0-1 0 0 0,0 1-1 0 0,0-1 1 0 0,0 1 0 0 0,1-1 0 0 0,-1 0 0 0 0,1 0 0 0 0,-1 0-1 0 0,6 3 1 0 0,8 5-5 0 0,0-1 0 0 0,0-1 1 0 0,27 10-1 0 0,-30-13 1 0 0,36 13 0 0 0,25 10-82 0 0,-66-24 144 0 0,-1 0 0 0 0,0 0 1 0 0,0 0-1 0 0,0 1 0 0 0,0 0 0 0 0,11 12 0 0 0,-16-15 29 0 0,-1-1 1 0 0,1 1-1 0 0,-1 0 1 0 0,0 0-1 0 0,0-1 1 0 0,1 1-1 0 0,-1 0 0 0 0,-1 1 1 0 0,1-1-1 0 0,0 0 1 0 0,0 0-1 0 0,-1 0 0 0 0,1 0 1 0 0,-1 0-1 0 0,0 1 1 0 0,0-1-1 0 0,0 0 1 0 0,0 0-1 0 0,0 4 0 0 0,-1-3 59 0 0,0 0 0 0 0,0 1 0 0 0,0-1 0 0 0,-1 0 0 0 0,1 0 0 0 0,-1 1 0 0 0,0-1 0 0 0,1 0 0 0 0,-1-1-1 0 0,-1 1 1 0 0,-2 3 0 0 0,-3 2 187 0 0,0-1 0 0 0,0 0 1 0 0,-1-1-1 0 0,0 0 0 0 0,0 0 0 0 0,-20 8 0 0 0,16-8-181 0 0,1-1 1 0 0,-1-1-1 0 0,0 0 0 0 0,-1 0 0 0 0,1-2 1 0 0,-1 0-1 0 0,-18 1 0 0 0,16-3-55 0 0,12 1-152 0 0,0-1 0 0 0,0 0-1 0 0,-1 0 1 0 0,1 0 0 0 0,0-1 0 0 0,0 1 0 0 0,0-1 0 0 0,0 0 0 0 0,0-1 0 0 0,0 1-1 0 0,0 0 1 0 0,-5-4 0 0 0,8 4-58 0 0,0 1-1 0 0,1-1 1 0 0,-1 1 0 0 0,0-1-1 0 0,1 0 1 0 0,-1 0-1 0 0,1 1 1 0 0,-1-1 0 0 0,1 0-1 0 0,-1 0 1 0 0,1 0-1 0 0,0 0 1 0 0,-1 0 0 0 0,1 1-1 0 0,0-1 1 0 0,0 0-1 0 0,0 0 1 0 0,0 0-1 0 0,0 0 1 0 0,0 0 0 0 0,0 0-1 0 0,0 0 1 0 0,0 0-1 0 0,0 0 1 0 0,0 0 0 0 0,0 0-1 0 0,1 1 1 0 0,-1-1-1 0 0,1-2 1 0 0,13-23-3306 0 0,0 9-861 0 0,2 2-1 0 0,25-21 1 0 0,-21 19-1577 0 0</inkml:trace>
</inkml:ink>
</file>

<file path=ppt/ink/ink2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7:54.3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76 608 0 0,'60'-73'18396'0'0,"-60"72"-18271"0"0,0 1 0 0 0,1 0 0 0 0,-1 0 1 0 0,1-1-1 0 0,-1 1 0 0 0,1 0 0 0 0,-1 0 0 0 0,1 0 1 0 0,-1 0-1 0 0,0-1 0 0 0,1 1 0 0 0,-1 0 1 0 0,1 0-1 0 0,-1 0 0 0 0,1 0 0 0 0,-1 0 0 0 0,1 0 1 0 0,-1 0-1 0 0,1 0 0 0 0,-1 1 0 0 0,1-1 1 0 0,-1 0-1 0 0,1 0 0 0 0,-1 0 0 0 0,1 1 0 0 0,1 5 362 0 0,-1 0-1 0 0,0 0 1 0 0,-1 0-1 0 0,1 0 1 0 0,-1 1-1 0 0,0-1 1 0 0,-1 7-1 0 0,-10 51 1015 0 0,6-31-1068 0 0,-4 19-183 0 0,-10 91 57 0 0,18-120-1847 0 0,0-1-1 0 0,4 28 1 0 0,-2-48 916 0 0,5 29-2230 0 0,-1-21-664 0 0</inkml:trace>
</inkml:ink>
</file>

<file path=ppt/ink/ink2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7:54.7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 64 3320 0 0,'21'-61'15646'0'0,"-22"107"-12073"0"0,-27 129 6 0 0,7-58-2948 0 0,5-29 0 0 0,15-85-567 0 0,-1 4 23 0 0,9-34-363 0 0,0 0 0 0 0,2 1 1 0 0,1 0-1 0 0,1 0 0 0 0,1 1 1 0 0,17-25-1 0 0,-15 26 194 0 0,2 1 1 0 0,1 1-1 0 0,0 0 1 0 0,31-29-1 0 0,-37 41 53 0 0,0 0 0 0 0,1 1 0 0 0,1 0 0 0 0,0 0 0 0 0,0 1 0 0 0,0 1 1 0 0,1 1-1 0 0,0 0 0 0 0,23-7 0 0 0,-34 12 21 0 0,-1 1 1 0 0,1-1 0 0 0,0 1 0 0 0,0 0 0 0 0,0-1 0 0 0,0 1 0 0 0,-1 0 0 0 0,1 1-1 0 0,0-1 1 0 0,0 0 0 0 0,0 1 0 0 0,0 0 0 0 0,-1-1 0 0 0,1 1 0 0 0,0 0 0 0 0,-1 1-1 0 0,5 1 1 0 0,-3 0 12 0 0,-1 0-1 0 0,0-1 1 0 0,0 1-1 0 0,-1 0 1 0 0,1 0 0 0 0,-1 0-1 0 0,1 1 1 0 0,-1-1-1 0 0,0 1 1 0 0,0-1-1 0 0,1 6 1 0 0,1 3 21 0 0,0 1 0 0 0,-1-1 1 0 0,0 1-1 0 0,-1 0 0 0 0,-1 0 0 0 0,0 18 1 0 0,-3 18-47 0 0,1-21-1045 0 0,1 29 0 0 0,0-50 217 0 0,1 0-1 0 0,0 0 1 0 0,0 0-1 0 0,1 0 1 0 0,0-1-1 0 0,0 1 1 0 0,0 0-1 0 0,1-1 1 0 0,5 9-1 0 0,3-3-3949 0 0</inkml:trace>
</inkml:ink>
</file>

<file path=ppt/ink/ink2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7:55.2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299 268 2356 0 0,'2'-16'1851'0'0,"0"1"1059"0"0,-1 1 1 0 0,-1-22 0 0 0,0 35-2829 0 0,0 0 0 0 0,0 0 0 0 0,0 0 1 0 0,-1 0-1 0 0,1 1 0 0 0,0-1 0 0 0,0 0 1 0 0,0 0-1 0 0,-1 0 0 0 0,1 0 1 0 0,0 1-1 0 0,-1-1 0 0 0,1 0 0 0 0,0 0 1 0 0,-1 1-1 0 0,1-1 0 0 0,-1 0 1 0 0,0 1-1 0 0,1-1 0 0 0,-1 0 0 0 0,0 1 1 0 0,1-1-1 0 0,-1 1 0 0 0,0-1 1 0 0,1 1-1 0 0,-1-1 0 0 0,0 1 0 0 0,0 0 1 0 0,0-1-1 0 0,1 1 0 0 0,-1 0 0 0 0,0 0 1 0 0,0 0-1 0 0,0-1 0 0 0,0 1 1 0 0,0 0-1 0 0,1 0 0 0 0,-1 0 0 0 0,0 0 1 0 0,0 0-1 0 0,0 1 0 0 0,0-1 1 0 0,0 0-1 0 0,1 0 0 0 0,-1 0 0 0 0,0 1 1 0 0,0-1-1 0 0,0 1 0 0 0,0 0 0 0 0,-4 1 161 0 0,0 0-1 0 0,0 1 0 0 0,0 0 0 0 0,1 0 0 0 0,-1 0 0 0 0,-4 4 0 0 0,-11 14 413 0 0,2 0 0 0 0,0 1-1 0 0,1 0 1 0 0,1 2 0 0 0,1 0 0 0 0,1 1 0 0 0,-16 37 0 0 0,8-4 417 0 0,2 1 0 0 0,-16 81 1 0 0,33-127-970 0 0,1 0 0 0 0,0 0 0 0 0,1 0 1 0 0,0 0-1 0 0,1 1 0 0 0,1-1 1 0 0,0 0-1 0 0,5 23 0 0 0,-5-32-82 0 0,0-1 0 0 0,1 1-1 0 0,-1 0 1 0 0,1 0 0 0 0,-1 0 0 0 0,1-1-1 0 0,0 1 1 0 0,1-1 0 0 0,-1 0 0 0 0,1 1 0 0 0,-1-1-1 0 0,1 0 1 0 0,0-1 0 0 0,0 1 0 0 0,0 0-1 0 0,0-1 1 0 0,1 0 0 0 0,-1 1 0 0 0,1-1-1 0 0,-1-1 1 0 0,1 1 0 0 0,0 0 0 0 0,0-1 0 0 0,0 0-1 0 0,0 0 1 0 0,0 0 0 0 0,0 0 0 0 0,0-1-1 0 0,0 0 1 0 0,0 0 0 0 0,7 0 0 0 0,1-1-1 0 0,-1 0 1 0 0,1-1 0 0 0,-1 0 0 0 0,0-1-1 0 0,0 0 1 0 0,0-1 0 0 0,0 0 0 0 0,0-1 0 0 0,12-7-1 0 0,-8 2-21 0 0,-1 0 0 0 0,1-1 0 0 0,-2-1-1 0 0,0 0 1 0 0,18-20 0 0 0,-10 6-130 0 0,-2-1 0 0 0,0-1 0 0 0,-2 0 0 0 0,-1-2 0 0 0,24-60 0 0 0,-27 51-102 0 0,-1 0 0 0 0,-1-1 0 0 0,6-53 0 0 0,-14 70 171 0 0,-1 0 0 0 0,-2 0 0 0 0,0 0 0 0 0,-1-1 0 0 0,-1 1 0 0 0,-2 0 0 0 0,-7-30-1 0 0,9 47 44 0 0,0-1 0 0 0,-1 1-1 0 0,0 0 1 0 0,0 0 0 0 0,0 0-1 0 0,0 0 1 0 0,-1 0 0 0 0,0 1-1 0 0,0 0 1 0 0,-1 0 0 0 0,0 0-1 0 0,1 0 1 0 0,-2 1 0 0 0,-8-7-1 0 0,10 8-2 0 0,0 1 0 0 0,0 0 0 0 0,-1 1-1 0 0,1-1 1 0 0,0 1 0 0 0,-1 0 0 0 0,1 0-1 0 0,-1 0 1 0 0,1 0 0 0 0,-1 1 0 0 0,1 0 0 0 0,-1 0-1 0 0,0 0 1 0 0,1 0 0 0 0,-1 1 0 0 0,1 0-1 0 0,-1 0 1 0 0,1 0 0 0 0,0 0 0 0 0,-1 1 0 0 0,1-1-1 0 0,-7 5 1 0 0,5-3 23 0 0,1 1 0 0 0,-1 0 0 0 0,0 0 0 0 0,1 0 0 0 0,0 0 1 0 0,0 1-1 0 0,0 0 0 0 0,1 0 0 0 0,0 1 0 0 0,0-1 0 0 0,0 1 0 0 0,0 0 0 0 0,1 0 0 0 0,0 0 0 0 0,0 0 0 0 0,1 0 1 0 0,0 1-1 0 0,0-1 0 0 0,0 1 0 0 0,1 0 0 0 0,0-1 0 0 0,0 1 0 0 0,1 0 0 0 0,0 0 0 0 0,0 0 0 0 0,0-1 0 0 0,1 1 0 0 0,0 0 1 0 0,1 0-1 0 0,-1-1 0 0 0,1 1 0 0 0,0-1 0 0 0,1 0 0 0 0,0 1 0 0 0,0-1 0 0 0,0 0 0 0 0,0 0 0 0 0,1-1 0 0 0,0 1 0 0 0,1-1 1 0 0,-1 0-1 0 0,1 0 0 0 0,0 0 0 0 0,0-1 0 0 0,10 7 0 0 0,0-2-112 0 0,1-1 0 0 0,0 0 0 0 0,1-1 0 0 0,0-1 0 0 0,0-1 0 0 0,0 0 1 0 0,31 4-1 0 0,-6-4-1692 0 0,1-2 0 0 0,46-3 0 0 0,-20-7-3125 0 0,-25-3-1402 0 0,-20 4 257 0 0</inkml:trace>
</inkml:ink>
</file>

<file path=ppt/ink/ink2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7:55.5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133 30 2708 0 0,'-67'-16'14944'0'0,"42"9"-11319"0"0,23 7-2843 0 0,-15-4 379 0 0,16 4-1535 0 0,0-1-1 0 0,-1 1 1 0 0,1-1-1 0 0,0 1 1 0 0,0 0-1 0 0,-1 0 0 0 0,1 0 1 0 0,0-1-1 0 0,0 1 1 0 0,-1 0-1 0 0,1 1 1 0 0,0-1-1 0 0,0 0 1 0 0,-1 0-1 0 0,0 1 1 0 0</inkml:trace>
</inkml:ink>
</file>

<file path=ppt/ink/ink2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7:56.2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188 199 164 0 0,'2'-3'2882'0'0,"26"-46"14124"0"0,-46 70-16364 0 0,2 1-1 0 0,1 0 1 0 0,0 2 0 0 0,-16 36-1 0 0,27-53-534 0 0,-19 38 498 0 0,3 0 0 0 0,1 1 0 0 0,-21 86 0 0 0,35-110-485 0 0,0 0 1 0 0,2 1 0 0 0,1 0-1 0 0,1 0 1 0 0,1 0 0 0 0,0-1 0 0 0,2 1-1 0 0,1 0 1 0 0,1 0 0 0 0,9 31-1 0 0,-10-46-81 0 0,0 0 0 0 0,0 0-1 0 0,0-1 1 0 0,1 0 0 0 0,0 0-1 0 0,1 0 1 0 0,-1 0-1 0 0,1-1 1 0 0,1 1 0 0 0,-1-1-1 0 0,1-1 1 0 0,0 1-1 0 0,12 8 1 0 0,-10-10-3 0 0,1 1-1 0 0,-1-1 1 0 0,1-1 0 0 0,0 0-1 0 0,-1 0 1 0 0,1 0-1 0 0,1-1 1 0 0,-1-1 0 0 0,0 0-1 0 0,0 0 1 0 0,18-1 0 0 0,-1-2 10 0 0,1 0 1 0 0,0-3-1 0 0,-1 0 1 0 0,1-1-1 0 0,-1-2 1 0 0,-1-1-1 0 0,0-1 1 0 0,0 0-1 0 0,-1-2 1 0 0,0-1-1 0 0,-1-1 1 0 0,-1-1 0 0 0,34-30-1 0 0,-34 26-23 0 0,-1-1 0 0 0,-2-1 0 0 0,0 0 0 0 0,-1-2 0 0 0,-1 0 0 0 0,-1-1 0 0 0,-1-1 0 0 0,-2 0 0 0 0,0-1 0 0 0,-2 0 0 0 0,0-1 0 0 0,11-47 0 0 0,-17 50-21 0 0,-1 0 1 0 0,-1 0-1 0 0,-2 0 0 0 0,0-1 0 0 0,-1 1 0 0 0,-1 0 0 0 0,-5-27 0 0 0,3 38-107 0 0,0 1-1 0 0,-1-1 1 0 0,0 1-1 0 0,0 0 1 0 0,-2 0 0 0 0,1 0-1 0 0,-1 0 1 0 0,-1 1-1 0 0,0 0 1 0 0,-1 1-1 0 0,0 0 1 0 0,-1 0-1 0 0,0 1 1 0 0,-19-17 0 0 0,16 17-476 0 0,-1 0 0 0 0,0 1 0 0 0,0 1 0 0 0,-1 0 1 0 0,0 0-1 0 0,-24-7 0 0 0,27 12-422 0 0,1-1-1 0 0,0 2 1 0 0,-1-1-1 0 0,-12 1 1 0 0,14 1-621 0 0,0 1-1 0 0,0 0 1 0 0,0 0 0 0 0,0 1-1 0 0,-12 3 1 0 0,5 1-4612 0 0</inkml:trace>
</inkml:ink>
</file>

<file path=ppt/ink/ink2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7:57.4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127 151 1976 0 0,'12'-8'2381'0'0,"0"0"0"0"0,-1-1 0 0 0,0-1-1 0 0,-1 0 1 0 0,13-16 0 0 0,-7-1 214 0 0,-15 25-2396 0 0,0-1-1 0 0,0 0 0 0 0,0 0 0 0 0,0 1 1 0 0,0-1-1 0 0,0 0 0 0 0,-1 0 1 0 0,1 0-1 0 0,-1 0 0 0 0,0 0 0 0 0,0 1 1 0 0,-1-6-1 0 0,1 5-42 0 0,-2 2-51 0 0,-2-1-92 0 0,1 1 1 0 0,-1 0 0 0 0,0 0-1 0 0,1 0 1 0 0,-1 1 0 0 0,0-1-1 0 0,0 1 1 0 0,1 0-1 0 0,-1 0 1 0 0,0 0 0 0 0,0 1-1 0 0,1-1 1 0 0,-1 1 0 0 0,0 0-1 0 0,1 0 1 0 0,-1 0 0 0 0,0 1-1 0 0,1-1 1 0 0,0 1-1 0 0,-1 0 1 0 0,-4 3 0 0 0,-4 3-28 0 0,-1 0 0 0 0,2 1 0 0 0,-1 0 0 0 0,-14 17 0 0 0,16-16-21 0 0,1 1 0 0 0,0 0 0 0 0,1 0 0 0 0,-13 23 0 0 0,20-31 28 0 0,-1 0 0 0 0,1 0 0 0 0,0 0 0 0 0,-1 0 0 0 0,1 0 0 0 0,1 0 1 0 0,-1 0-1 0 0,0 0 0 0 0,1 0 0 0 0,-1 1 0 0 0,1-1 0 0 0,0 0 0 0 0,0 0 0 0 0,1 0 0 0 0,-1 1 0 0 0,1-1 0 0 0,-1 0 1 0 0,1 0-1 0 0,0 0 0 0 0,0 0 0 0 0,0 0 0 0 0,1 0 0 0 0,-1 0 0 0 0,1 0 0 0 0,-1-1 0 0 0,5 6 0 0 0,14 11-26 0 0,1-1 0 0 0,1-2-1 0 0,1 0 1 0 0,0-1 0 0 0,34 17 0 0 0,-21-13 104 0 0,38 29 1 0 0,-73-48-41 0 0,0 1 0 0 0,0-1 1 0 0,0 1-1 0 0,0 0 0 0 0,0-1 0 0 0,0 1 0 0 0,0 0 0 0 0,-1 0 0 0 0,1 0 0 0 0,0 0 0 0 0,0 0 0 0 0,-1 0 0 0 0,1 0 0 0 0,-1 0 0 0 0,1 0 0 0 0,-1 0 0 0 0,1 0 1 0 0,-1 0-1 0 0,1 0 0 0 0,-1 1 0 0 0,0-1 0 0 0,0 0 0 0 0,0 0 0 0 0,0 0 0 0 0,0 2 0 0 0,0-1-3 0 0,-1-1 0 0 0,0 1 1 0 0,0-1-1 0 0,0 0 0 0 0,0 1 0 0 0,0-1 0 0 0,0 0 0 0 0,0 0 0 0 0,0 0 0 0 0,0 1 1 0 0,0-1-1 0 0,-1 0 0 0 0,1-1 0 0 0,0 1 0 0 0,-1 0 0 0 0,-1 1 0 0 0,-5 1 26 0 0,0 0 0 0 0,-1 0 0 0 0,1 0 0 0 0,-1-1 0 0 0,1 0 0 0 0,-10 0 0 0 0,-67-2-49 0 0,58-8-2172 0 0,19 5 1179 0 0,7 3 721 0 0,1 0 0 0 0,-1-1 0 0 0,1 1 0 0 0,-7-9-3739 0 0,7 8 3739 0 0,0 0 0 0 0,0 0 0 0 0,-1 1 0 0 0,1-1-1 0 0,0 0 1 0 0,0 0 0 0 0,0 1 0 0 0,0-1 0 0 0,1 0 0 0 0,-1 0 0 0 0,0 1 0 0 0,0-1 0 0 0,0 0 0 0 0,1 0 0 0 0,-1 1 0 0 0,0-1 0 0 0,1 0 0 0 0,0 0-1 0 0</inkml:trace>
</inkml:ink>
</file>

<file path=ppt/ink/ink2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7:57.7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25 2036 0 0,'48'-25'11965'0'0,"-48"25"-11850"0"0,1 0 0 0 0,0 0 0 0 0,0 0 0 0 0,-1 0 1 0 0,1 1-1 0 0,0-1 0 0 0,0 0 0 0 0,-1 0 0 0 0,1 1 1 0 0,0-1-1 0 0,-1 0 0 0 0,1 1 0 0 0,-1-1 0 0 0,1 0 0 0 0,0 1 1 0 0,-1-1-1 0 0,1 1 0 0 0,-1-1 0 0 0,1 1 0 0 0,-1-1 1 0 0,1 1-1 0 0,-1 0 0 0 0,1 0 0 0 0,5 21 1606 0 0,-9 29-128 0 0,2-44-1399 0 0,-37 212 2297 0 0,19-128-8626 0 0,15-75 3959 0 0</inkml:trace>
</inkml:ink>
</file>

<file path=ppt/ink/ink2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7:57.9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70 2736 0 0,'2'-13'2272'0'0,"2"1"1229"0"0,-4-5-1209 0 0,0 3-900 0 0,3 1-536 0 0</inkml:trace>
</inkml:ink>
</file>

<file path=ppt/ink/ink2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7:58.3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69 2384 0 0,'14'38'7315'0'0,"0"2"-3417"0"0,-5-12-2751 0 0,-2 1 1 0 0,6 35 0 0 0,-12-53-932 0 0,0 1 0 0 0,-1-1 0 0 0,0 1 0 0 0,0 0 0 0 0,-1-1-1 0 0,-1 1 1 0 0,0-1 0 0 0,-6 17 0 0 0,8-26 196 0 0,-4-4-327 0 0,4 2-84 0 0,0 0 1 0 0,0 0 0 0 0,-1 0-1 0 0,1 0 1 0 0,0 0 0 0 0,0 0 0 0 0,-1 0-1 0 0,1 0 1 0 0,0 0 0 0 0,0 0-1 0 0,-1 0 1 0 0,1-1 0 0 0,0 1-1 0 0,0 0 1 0 0,0 0 0 0 0,-1 0-1 0 0,1 0 1 0 0,0 0 0 0 0,0-1-1 0 0,0 1 1 0 0,0 0 0 0 0,-1 0-1 0 0,1 0 1 0 0,0 0 0 0 0,0-1-1 0 0,0 1 1 0 0,0 0 0 0 0,0 0 0 0 0,0-1-1 0 0,-1 1 1 0 0,1 0 0 0 0,0 0-1 0 0,0-1 1 0 0,0 1 0 0 0,0 0-1 0 0,0 0 1 0 0,0 0 0 0 0,0-1-1 0 0,0 1 1 0 0,0 0 0 0 0,0 0-1 0 0,0-1 1 0 0,1 1 0 0 0,1-18 10 0 0,2 0 0 0 0,0 0-1 0 0,1 0 1 0 0,0 1 0 0 0,2 0 0 0 0,0 0 0 0 0,14-23 0 0 0,-7 16-29 0 0,2 0 1 0 0,0 0 0 0 0,2 1-1 0 0,24-24 1 0 0,-33 39-13 0 0,-1 0 0 0 0,2 1 0 0 0,-1 0 1 0 0,1 0-1 0 0,0 1 0 0 0,0 0 0 0 0,1 1 0 0 0,0 0 0 0 0,-1 1 0 0 0,17-4 0 0 0,-23 6 23 0 0,0 2-1 0 0,0-1 1 0 0,1 0-1 0 0,-1 1 1 0 0,0 0-1 0 0,0 0 1 0 0,1 0-1 0 0,-1 0 1 0 0,0 1 0 0 0,1-1-1 0 0,-1 1 1 0 0,0 0-1 0 0,0 1 1 0 0,0-1-1 0 0,0 1 1 0 0,0 0-1 0 0,0 0 1 0 0,0 0-1 0 0,-1 0 1 0 0,1 0-1 0 0,-1 1 1 0 0,1 0 0 0 0,-1 0-1 0 0,0 0 1 0 0,0 0-1 0 0,0 0 1 0 0,-1 1-1 0 0,1-1 1 0 0,-1 1-1 0 0,0-1 1 0 0,2 6-1 0 0,-1-2 23 0 0,0 1-1 0 0,-1-1 0 0 0,0 1 0 0 0,-1-1 0 0 0,0 1 1 0 0,0 0-1 0 0,0 0 0 0 0,-1-1 0 0 0,-1 11 0 0 0,-1 9 36 0 0,-8 32-1 0 0,7-41-454 0 0,-8 52-1736 0 0,10-62 22 0 0,1 0 0 0 0,0-1-1 0 0,2 15 1 0 0</inkml:trace>
</inkml:ink>
</file>

<file path=ppt/ink/ink2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7:58.8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244 242 1776 0 0,'33'-82'13073'0'0,"-32"79"-12437"0"0,-1 3-607 0 0,1 0 0 0 0,-1-1 0 0 0,0 1 0 0 0,0 0 0 0 0,0-1 0 0 0,0 1 0 0 0,0 0 0 0 0,0 0 0 0 0,0-1 0 0 0,0 1-1 0 0,0 0 1 0 0,0-1 0 0 0,0 1 0 0 0,-1 0 0 0 0,1-1 0 0 0,0 1 0 0 0,0 0 0 0 0,0 0 0 0 0,0-1 0 0 0,0 1 0 0 0,-1 0 0 0 0,1 0-1 0 0,0-1 1 0 0,0 1 0 0 0,0 0 0 0 0,-1 0 0 0 0,1-1 0 0 0,0 1 0 0 0,0 0 0 0 0,-1 0 0 0 0,1 0 0 0 0,0 0 0 0 0,0-1-1 0 0,-1 1 1 0 0,1 0 0 0 0,0 0 0 0 0,0 0 0 0 0,-1 0 0 0 0,1 0 0 0 0,0 0 0 0 0,-1 0 0 0 0,-14 8 417 0 0,-12 18-30 0 0,3 4 34 0 0,1 0 1 0 0,2 1 0 0 0,1 1-1 0 0,2 1 1 0 0,-16 40 0 0 0,11-17 49 0 0,3 1 1 0 0,-17 86-1 0 0,34-130-445 0 0,0 0 0 0 0,1 1 0 0 0,1-1-1 0 0,0 0 1 0 0,1 0 0 0 0,1 1 0 0 0,0-1-1 0 0,0 0 1 0 0,6 18 0 0 0,-6-28-36 0 0,0 0 0 0 0,1 0 1 0 0,-1-1-1 0 0,1 1 0 0 0,0 0 1 0 0,0-1-1 0 0,0 1 0 0 0,1-1 1 0 0,-1 0-1 0 0,0 0 0 0 0,1 0 1 0 0,-1 0-1 0 0,1 0 0 0 0,0 0 1 0 0,0-1-1 0 0,0 1 0 0 0,0-1 1 0 0,0 0-1 0 0,0 0 0 0 0,0 0 1 0 0,0 0-1 0 0,0 0 0 0 0,0-1 1 0 0,0 0-1 0 0,1 1 0 0 0,-1-1 1 0 0,0 0-1 0 0,0-1 0 0 0,4 1 1 0 0,5-2 15 0 0,0 0 1 0 0,0 0-1 0 0,0-1 0 0 0,0 0 0 0 0,0-1 1 0 0,15-8-1 0 0,-1-1-4 0 0,0-2 1 0 0,-1-1-1 0 0,-1-1 0 0 0,-1-1 0 0 0,0-1 1 0 0,-1-1-1 0 0,-1-1 0 0 0,32-42 0 0 0,-27 28-20 0 0,-2-2 0 0 0,-1-1-1 0 0,-2 0 1 0 0,-1-2-1 0 0,16-49 1 0 0,-27 65 8 0 0,-2 0 1 0 0,-1-1 0 0 0,-1 0-1 0 0,3-35 1 0 0,-8 49-31 0 0,1 0 1 0 0,-1 1 0 0 0,-1-1-1 0 0,0 0 1 0 0,0 0-1 0 0,-1 1 1 0 0,-1-1 0 0 0,1 1-1 0 0,-2-1 1 0 0,0 1-1 0 0,0 0 1 0 0,-9-16-1 0 0,10 23 0 0 0,1 0 0 0 0,-1-1 0 0 0,1 1 0 0 0,-1 0-1 0 0,0 1 1 0 0,0-1 0 0 0,0 0 0 0 0,-1 1-1 0 0,1 0 1 0 0,-1 0 0 0 0,1 0 0 0 0,-1 0-1 0 0,0 0 1 0 0,1 1 0 0 0,-1-1 0 0 0,-6 0 0 0 0,3 1-7 0 0,1 0 1 0 0,-1 1-1 0 0,1 0 1 0 0,-1 0-1 0 0,1 0 1 0 0,-1 1-1 0 0,1 0 1 0 0,-1 0-1 0 0,-10 4 1 0 0,7-1 1 0 0,0 0 0 0 0,0 1-1 0 0,0-1 1 0 0,1 2 0 0 0,-1 0 0 0 0,1 0 0 0 0,1 0 0 0 0,-1 1 0 0 0,1 0-1 0 0,0 1 1 0 0,1 0 0 0 0,-9 12 0 0 0,12-14 27 0 0,0 1 1 0 0,0-1-1 0 0,1 1 0 0 0,0 0 1 0 0,0 0-1 0 0,1 0 0 0 0,0 0 0 0 0,0 0 1 0 0,-1 11-1 0 0,3-15-62 0 0,0 1 1 0 0,0 0-1 0 0,0 0 0 0 0,0 0 1 0 0,1-1-1 0 0,0 1 1 0 0,0 0-1 0 0,0-1 0 0 0,0 1 1 0 0,1 0-1 0 0,-1-1 1 0 0,1 1-1 0 0,0-1 0 0 0,0 0 1 0 0,0 0-1 0 0,0 0 0 0 0,1 0 1 0 0,-1 0-1 0 0,1 0 1 0 0,3 3-1 0 0,3 1-620 0 0,0 0 0 0 0,1-1-1 0 0,0 0 1 0 0,0-1 0 0 0,0 1 0 0 0,14 3 0 0 0,37 11-6783 0 0,-25-9 86 0 0</inkml:trace>
</inkml:ink>
</file>

<file path=ppt/ink/ink2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8:00.1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217 22 2068 0 0,'12'-22'8630'0'0,"-25"35"-6977"0"0,-24 36-822 0 0,3 2 0 0 0,2 1 0 0 0,-41 89 0 0 0,72-140-827 0 0,-9 22 96 0 0,-10 30 0 0 0,18-46-79 0 0,0-1 0 0 0,1 1 0 0 0,-1-1-1 0 0,1 1 1 0 0,1 0 0 0 0,-1-1 0 0 0,1 1 0 0 0,1 0 0 0 0,-1-1-1 0 0,2 10 1 0 0,-1-14-23 0 0,0 0 0 0 0,-1 0 0 0 0,1 0 0 0 0,0 0 1 0 0,0 0-1 0 0,0 0 0 0 0,1 0 0 0 0,-1 0 0 0 0,0 0 0 0 0,1-1 0 0 0,-1 1 0 0 0,1 0 0 0 0,-1-1 0 0 0,1 0 0 0 0,0 1 1 0 0,0-1-1 0 0,-1 0 0 0 0,4 2 0 0 0,-1-2-101 0 0,0 1 1 0 0,0-1-1 0 0,0 0 1 0 0,0 0-1 0 0,0 0 1 0 0,0-1-1 0 0,1 1 1 0 0,-1-1-1 0 0,5 0 1 0 0,5-2-495 0 0,-1 0-1 0 0,1 0 1 0 0,0-1 0 0 0,23-9-1 0 0,-9 1-1116 0 0,-1-1 0 0 0,-1-2 0 0 0,44-28 0 0 0,-38 19-1086 0 0</inkml:trace>
</inkml:ink>
</file>

<file path=ppt/ink/ink2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8:00.4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59 350 4004 0 0,'13'-19'517'0'0,"47"-73"2581"0"0,-54 79-2469 0 0,1 0 0 0 0,-2 0 1 0 0,0 0-1 0 0,0 0 0 0 0,4-25 0 0 0,-7 29-350 0 0,0-9 680 0 0,-6 16-624 0 0,-7 6-301 0 0,3 3 66 0 0,1 0 0 0 0,-1 0 0 0 0,1 1 0 0 0,0-1 1 0 0,1 2-1 0 0,0-1 0 0 0,0 1 0 0 0,-4 9 0 0 0,-1 0 102 0 0,-5 8 75 0 0,1 0-1 0 0,-16 41 1 0 0,27-59-237 0 0,0 1-1 0 0,2 0 0 0 0,-1 1 1 0 0,1-1-1 0 0,0 0 0 0 0,1 1 0 0 0,0 0 1 0 0,0-1-1 0 0,1 1 0 0 0,1-1 1 0 0,2 18-1 0 0,-3-24-25 0 0,1 0-1 0 0,0 0 1 0 0,0 0-1 0 0,1 0 1 0 0,-1 0-1 0 0,0-1 1 0 0,1 1-1 0 0,0 0 1 0 0,0-1-1 0 0,0 1 1 0 0,0-1-1 0 0,0 1 1 0 0,0-1-1 0 0,0 0 1 0 0,1 0 0 0 0,-1 0-1 0 0,5 2 1 0 0,-3-2 1 0 0,1 0 1 0 0,-1 0 0 0 0,1-1 0 0 0,-1 0 0 0 0,1 1-1 0 0,0-2 1 0 0,0 1 0 0 0,0 0 0 0 0,-1-1-1 0 0,8 0 1 0 0,-1-1 8 0 0,1-1 0 0 0,-1 0 0 0 0,0 0 0 0 0,0-1 0 0 0,0 0-1 0 0,-1-1 1 0 0,1 0 0 0 0,19-12 0 0 0,-16 6 61 0 0,0 0 0 0 0,-1-1 0 0 0,0-1 0 0 0,-1 0 0 0 0,0-1-1 0 0,-1 0 1 0 0,0-1 0 0 0,-1 0 0 0 0,-1-1 0 0 0,0 0 0 0 0,10-22 0 0 0,-14 25-1 0 0,0 0 1 0 0,-1-1 0 0 0,0 1-1 0 0,-1-1 1 0 0,0 1 0 0 0,-1-1-1 0 0,-1 0 1 0 0,0 0 0 0 0,0 0 0 0 0,-1 0-1 0 0,-1 0 1 0 0,0 0 0 0 0,-1 0-1 0 0,-1 1 1 0 0,-7-26 0 0 0,8 34-81 0 0,0-1 0 0 0,0 1 1 0 0,-1-1-1 0 0,1 1 0 0 0,-1 0 0 0 0,0 0 1 0 0,0 0-1 0 0,0 0 0 0 0,-1 1 1 0 0,1-1-1 0 0,-1 1 0 0 0,0 0 0 0 0,0 0 1 0 0,0 0-1 0 0,0 1 0 0 0,-6-3 1 0 0,4 2-7 0 0,0 1 1 0 0,0 1 0 0 0,-1-1-1 0 0,1 1 1 0 0,0 0 0 0 0,-1 0-1 0 0,1 1 1 0 0,0 0 0 0 0,-1 0 0 0 0,1 0-1 0 0,-10 3 1 0 0,6-1-232 0 0,0 0 0 0 0,1 1 0 0 0,0 0 0 0 0,0 1 0 0 0,0 0 0 0 0,0 1 0 0 0,-12 7 0 0 0,15-8-375 0 0,-1 1 0 0 0,1 1 0 0 0,0-1 0 0 0,0 1 0 0 0,0 0-1 0 0,1 0 1 0 0,0 0 0 0 0,-8 14 0 0 0,8-7-2965 0 0,3 1-1582 0 0</inkml:trace>
</inkml:ink>
</file>

<file path=ppt/ink/ink2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8:00.8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238 49 2552 0 0,'3'-3'916'0'0,"-1"-1"1"0"0,-1 1-1 0 0,1-1 0 0 0,0 0 0 0 0,-1 1 0 0 0,2-6 0 0 0,-3 6 132 0 0,-2-1 150 0 0,2 3-1149 0 0,0 1-1 0 0,0-1 1 0 0,0 1-1 0 0,0 0 0 0 0,0-1 1 0 0,0 1-1 0 0,0 0 1 0 0,0-1-1 0 0,0 1 0 0 0,0 0 1 0 0,0-1-1 0 0,0 1 1 0 0,0-1-1 0 0,0 1 0 0 0,0 0 1 0 0,-1-1-1 0 0,1 1 1 0 0,0 0-1 0 0,0 0 1 0 0,0-1-1 0 0,-1 1 0 0 0,1 0 1 0 0,0-1-1 0 0,-1 1 1 0 0,1 0-1 0 0,0 0 0 0 0,0 0 1 0 0,-1-1-1 0 0,-1 1 27 0 0,1-1-1 0 0,-1 1 0 0 0,0 0 1 0 0,1-1-1 0 0,-1 1 1 0 0,0 0-1 0 0,0 0 1 0 0,1 0-1 0 0,-1 0 1 0 0,0 1-1 0 0,1-1 0 0 0,-1 0 1 0 0,0 1-1 0 0,1-1 1 0 0,-1 1-1 0 0,1 0 1 0 0,-1-1-1 0 0,1 1 1 0 0,-1 0-1 0 0,-2 2 0 0 0,2-1-17 0 0,-1 1-1 0 0,1-1 1 0 0,0 1-1 0 0,0 0 0 0 0,0-1 1 0 0,0 1-1 0 0,0 0 0 0 0,0 1 1 0 0,-2 5-1 0 0,2-1 41 0 0,-1 0 1 0 0,1 0-1 0 0,0 0 0 0 0,1 0 0 0 0,0 0 1 0 0,0 1-1 0 0,1-1 0 0 0,1 12 0 0 0,2-5 97 0 0,1-1-1 0 0,1 0 0 0 0,0 0 0 0 0,1 0 0 0 0,0-1 1 0 0,1 1-1 0 0,14 19 0 0 0,-9-14 298 0 0,-1 0 0 0 0,10 25 0 0 0,-20-43-378 0 0,0 1 0 0 0,-1 0 0 0 0,1 1 0 0 0,0-1 0 0 0,-1 0-1 0 0,0 0 1 0 0,1 0 0 0 0,-1 0 0 0 0,0 0 0 0 0,0 0 0 0 0,0 0 0 0 0,0 1 0 0 0,-1-1 0 0 0,1 0 0 0 0,-1 0 0 0 0,1 0 0 0 0,-1 0 0 0 0,0 0 0 0 0,1 0 0 0 0,-3 3 0 0 0,1-2-49 0 0,0-1 0 0 0,-1 1-1 0 0,1-1 1 0 0,-1 0 0 0 0,1 0 0 0 0,-1 0 0 0 0,1 0 0 0 0,-1 0 0 0 0,0 0-1 0 0,0-1 1 0 0,0 0 0 0 0,-4 2 0 0 0,-6 1-7 0 0,0-1 0 0 0,0-1 0 0 0,0 0 0 0 0,0 0 0 0 0,-20-1 0 0 0,23-1-141 0 0,0-1 0 0 0,1 0 0 0 0,-1-1 0 0 0,1 0 0 0 0,-1 0 0 0 0,1-1 1 0 0,-1 0-1 0 0,-12-7 0 0 0,19 9-228 0 0,0-1-1 0 0,0 0 1 0 0,1 0 0 0 0,-1 0 0 0 0,0 0 0 0 0,1 0 0 0 0,0 0 0 0 0,-1-1-1 0 0,1 1 1 0 0,0-1 0 0 0,0 0 0 0 0,-2-4 0 0 0,3 5-185 0 0,0 0-1 0 0,1-1 1 0 0,-1 1 0 0 0,1 0 0 0 0,-1-1 0 0 0,1 1-1 0 0,0-1 1 0 0,0 1 0 0 0,0-1 0 0 0,0 1-1 0 0,0-1 1 0 0,1 1 0 0 0,-1-1 0 0 0,1 1-1 0 0,-1 0 1 0 0,1-1 0 0 0,0 1 0 0 0,2-4-1 0 0,4-9-5017 0 0</inkml:trace>
</inkml:ink>
</file>

<file path=ppt/ink/ink2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8:01.3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52 269 156 0 0,'22'-22'3660'0'0,"52"-49"8437"0"0,-72 70-11664 0 0,-10 21 959 0 0,-74 139 1733 0 0,69-129-2899 0 0,2 1-1 0 0,1-1 0 0 0,-9 50 1 0 0,16-65-182 0 0,1 1 1 0 0,1-1 0 0 0,1 0-1 0 0,0 1 1 0 0,1-1 0 0 0,0 0-1 0 0,2 1 1 0 0,-1-1 0 0 0,11 28-1 0 0,-11-36-28 0 0,1-1 0 0 0,0 1 0 0 0,0 0 0 0 0,1-1 0 0 0,0 0 0 0 0,0 0 0 0 0,1 0-1 0 0,0 0 1 0 0,0-1 0 0 0,0 0 0 0 0,0 0 0 0 0,1 0 0 0 0,0-1 0 0 0,0 1 0 0 0,0-1 0 0 0,1-1-1 0 0,-1 1 1 0 0,1-1 0 0 0,0-1 0 0 0,-1 1 0 0 0,2-1 0 0 0,11 2 0 0 0,-6-1 10 0 0,0-2 1 0 0,0 0-1 0 0,0-1 1 0 0,1 0-1 0 0,-1 0 1 0 0,0-2-1 0 0,0 0 1 0 0,0 0-1 0 0,0-1 1 0 0,23-9-1 0 0,-21 6-2 0 0,1-2 1 0 0,-1 0-1 0 0,-1-1 0 0 0,0 0 0 0 0,0-1 0 0 0,0-1 1 0 0,19-21-1 0 0,-14 11-11 0 0,-1 0 0 0 0,-1-2 0 0 0,-1 0 0 0 0,-1-1 0 0 0,-1-1 0 0 0,-1 0 0 0 0,-2-1 1 0 0,0 0-1 0 0,13-55 0 0 0,-15 41-12 0 0,-1 0 1 0 0,1-43-1 0 0,-8 68-14 0 0,0-1 1 0 0,-2 1-1 0 0,0-1 0 0 0,0 1 0 0 0,-2 0 1 0 0,0 0-1 0 0,-1 0 0 0 0,-9-24 0 0 0,11 33 6 0 0,-1 1-1 0 0,1-1 1 0 0,-2 1-1 0 0,1 0 1 0 0,0 0-1 0 0,-1 1 1 0 0,0-1-1 0 0,0 1 1 0 0,-1-1-1 0 0,1 1 1 0 0,-1 1-1 0 0,0-1 1 0 0,0 1-1 0 0,0 0 1 0 0,-7-4-1 0 0,4 4-2 0 0,0 0 0 0 0,0 1 0 0 0,0 0-1 0 0,0 1 1 0 0,0-1 0 0 0,0 1 0 0 0,-1 1-1 0 0,1 0 1 0 0,0 0 0 0 0,-10 1 0 0 0,2 2-4 0 0,0 0 0 0 0,0 1 0 0 0,1 1 0 0 0,0 0 1 0 0,0 1-1 0 0,0 0 0 0 0,0 1 0 0 0,1 1 0 0 0,0 0 0 0 0,-25 21 0 0 0,32-23 11 0 0,0 1-1 0 0,0 0 1 0 0,0 0-1 0 0,1 1 0 0 0,0 0 1 0 0,1 0-1 0 0,-1 0 1 0 0,1 1-1 0 0,-5 14 0 0 0,8-19-26 0 0,1 1-1 0 0,0-1 1 0 0,0 1-1 0 0,0-1 1 0 0,1 1-1 0 0,-1 0 1 0 0,1-1-1 0 0,0 1 1 0 0,1 0-1 0 0,-1-1 1 0 0,1 1-1 0 0,0-1 1 0 0,0 1-1 0 0,0-1 1 0 0,0 1-1 0 0,1-1 0 0 0,0 0 1 0 0,0 0-1 0 0,0 1 1 0 0,1-1-1 0 0,-1-1 1 0 0,5 6-1 0 0,2 2-371 0 0,1-1-1 0 0,1 0 0 0 0,-1-1 0 0 0,2 0 1 0 0,-1 0-1 0 0,1-2 0 0 0,1 1 0 0 0,13 5 1 0 0,18 7-4071 0 0,47 14 1 0 0,-45-20-2514 0 0</inkml:trace>
</inkml:ink>
</file>

<file path=ppt/ink/ink2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8:02.0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182 107 788 0 0,'31'-43'12962'0'0,"-18"29"-7900"0"0,-18 22-4938 0 0,-36 51 1470 0 0,-48 99 0 0 0,71-120-1343 0 0,1 0-1 0 0,3 2 0 0 0,1-1 1 0 0,-8 43-1 0 0,18-67-205 0 0,1 0 0 0 0,0-1 0 0 0,1 1-1 0 0,1 0 1 0 0,1-1 0 0 0,0 1 0 0 0,4 24 0 0 0,-3-33-22 0 0,0 1 0 0 0,0-1-1 0 0,0 0 1 0 0,1 1 0 0 0,0-1 0 0 0,0 0 0 0 0,0-1 0 0 0,1 1 0 0 0,0 0 0 0 0,0-1 0 0 0,0 0 0 0 0,1 0 0 0 0,-1 0 0 0 0,1-1 0 0 0,1 1-1 0 0,-1-1 1 0 0,1-1 0 0 0,11 7 0 0 0,-3-4 12 0 0,1 0-1 0 0,0-2 1 0 0,0 0 0 0 0,0 0-1 0 0,0-2 1 0 0,1 0-1 0 0,-1 0 1 0 0,1-2-1 0 0,-1 0 1 0 0,1 0 0 0 0,0-2-1 0 0,18-4 1 0 0,-9 1 3 0 0,-1-1 0 0 0,0-1 0 0 0,0-1 0 0 0,-1-2 0 0 0,0 0 0 0 0,41-26 0 0 0,-43 22-22 0 0,0-2 0 0 0,-1-1 1 0 0,-1 0-1 0 0,0-2 0 0 0,-2 0 0 0 0,0-1 1 0 0,-1 0-1 0 0,-1-2 0 0 0,-1 0 1 0 0,16-32-1 0 0,-23 39-11 0 0,0 0 0 0 0,-1-1 0 0 0,-1 0 0 0 0,0 0 0 0 0,-1 0 0 0 0,-1 0 1 0 0,0-1-1 0 0,-1 0 0 0 0,-1 1 0 0 0,-1-1 0 0 0,0 0 0 0 0,-1 0 0 0 0,-1 1 0 0 0,-1-1 0 0 0,0 1 0 0 0,-1 0 0 0 0,-7-17 0 0 0,7 23-47 0 0,0 0-1 0 0,-1 1 0 0 0,-1 0 1 0 0,0 0-1 0 0,0 1 1 0 0,-1-1-1 0 0,1 1 0 0 0,-2 1 1 0 0,1-1-1 0 0,-1 1 0 0 0,-1 0 1 0 0,1 1-1 0 0,-1 0 1 0 0,0 1-1 0 0,0 0 0 0 0,-1 0 1 0 0,1 0-1 0 0,-1 2 0 0 0,-13-5 1 0 0,14 6-472 0 0,-1 0 0 0 0,0 1-1 0 0,0 0 1 0 0,0 0 0 0 0,-1 1 0 0 0,1 0 0 0 0,0 1-1 0 0,0 0 1 0 0,0 0 0 0 0,0 1 0 0 0,1 1 0 0 0,-19 6 0 0 0,-31 18-8679 0 0,44-17 3170 0 0</inkml:trace>
</inkml:ink>
</file>

<file path=ppt/ink/ink2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8:03.0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331 110 924 0 0,'4'-13'1972'0'0,"1"2"104"0"0,0-1-1 0 0,-1 0 1 0 0,-1 0-1 0 0,0-1 1 0 0,1-14-1 0 0,-4 25-1354 0 0,-2 3-474 0 0,-3 1-179 0 0,1 0 0 0 0,0 0 0 0 0,1 0 0 0 0,-1 1 0 0 0,0-1 0 0 0,1 1 0 0 0,-1 0 0 0 0,-5 7 0 0 0,-26 33 406 0 0,20-23-259 0 0,-26 33 275 0 0,2 2 1 0 0,3 2-1 0 0,2 2 1 0 0,3 0-1 0 0,-33 89 1 0 0,59-134-433 0 0,1 0 1 0 0,0 0 0 0 0,1 0 0 0 0,1 1 0 0 0,0-1-1 0 0,1 1 1 0 0,0 17 0 0 0,2-27-36 0 0,-1 0 1 0 0,1 0-1 0 0,-1-1 0 0 0,1 1 1 0 0,1 0-1 0 0,-1 0 0 0 0,1 0 0 0 0,0-1 1 0 0,0 1-1 0 0,0-1 0 0 0,0 1 1 0 0,1-1-1 0 0,0 0 0 0 0,0 0 1 0 0,0 0-1 0 0,0 0 0 0 0,1-1 1 0 0,0 1-1 0 0,-1-1 0 0 0,1 0 1 0 0,0 0-1 0 0,1 0 0 0 0,-1-1 1 0 0,6 3-1 0 0,2 0 38 0 0,1-1 1 0 0,0-1-1 0 0,1 0 1 0 0,-1 0-1 0 0,0-2 1 0 0,1 1-1 0 0,-1-2 1 0 0,1 0-1 0 0,0 0 1 0 0,20-5-1 0 0,-11 2 115 0 0,-1-2-1 0 0,0-1 0 0 0,0-1 1 0 0,-1 0-1 0 0,32-17 0 0 0,-30 11-45 0 0,-1-1 1 0 0,-1-1-1 0 0,0-1 1 0 0,-2-1-1 0 0,1 0 0 0 0,-2-1 1 0 0,0-1-1 0 0,-2-1 0 0 0,0-1 1 0 0,-1 0-1 0 0,15-29 0 0 0,-20 31-77 0 0,0 0 0 0 0,-1-1-1 0 0,-1-1 1 0 0,-1 1 0 0 0,-1-1 0 0 0,-1 0-1 0 0,-1-1 1 0 0,-1 1 0 0 0,0-1-1 0 0,-2 0 1 0 0,0 0 0 0 0,-2 0 0 0 0,-5-36-1 0 0,4 47-104 0 0,-1 1 0 0 0,0 0-1 0 0,-1-1 1 0 0,0 1-1 0 0,0 0 1 0 0,-1 1 0 0 0,0-1-1 0 0,-1 1 1 0 0,0 0-1 0 0,-11-12 1 0 0,14 17-144 0 0,0 1-1 0 0,-1 0 0 0 0,0-1 1 0 0,0 1-1 0 0,1 1 1 0 0,-2-1-1 0 0,1 0 1 0 0,0 1-1 0 0,0 0 0 0 0,-1 0 1 0 0,1 0-1 0 0,-1 1 1 0 0,0-1-1 0 0,0 1 0 0 0,1 0 1 0 0,-1 1-1 0 0,0-1 1 0 0,0 1-1 0 0,0 0 1 0 0,0 0-1 0 0,0 0 0 0 0,1 1 1 0 0,-1 0-1 0 0,0 0 1 0 0,-7 2-1 0 0,0 2-909 0 0,0 0 0 0 0,0 0 0 0 0,-22 15 0 0 0,-7 12-5261 0 0,18-11-395 0 0</inkml:trace>
</inkml:ink>
</file>

<file path=ppt/ink/ink2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8:03.7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186 211 268 0 0,'13'-72'13059'0'0,"-13"69"-12199"0"0,1 3-809 0 0,-1-1 0 0 0,0 1 1 0 0,0-1-1 0 0,0 1 1 0 0,1-1-1 0 0,-1 1 1 0 0,0-1-1 0 0,0 1 0 0 0,0-1 1 0 0,0 1-1 0 0,0-1 1 0 0,0 1-1 0 0,0-1 0 0 0,0 1 1 0 0,0-1-1 0 0,0 1 1 0 0,0-1-1 0 0,0 1 1 0 0,-1-1-1 0 0,1 1 0 0 0,0-1 1 0 0,0 1-1 0 0,0-1 1 0 0,-1 0-1 0 0,-8 6 879 0 0,-12 19 81 0 0,-6 17 46 0 0,3 2 1 0 0,1 1-1 0 0,-18 47 1 0 0,29-60-786 0 0,2 0 1 0 0,2 1-1 0 0,0 0 1 0 0,2 1 0 0 0,-3 50-1 0 0,9-77-224 0 0,0 1 0 0 0,0-1-1 0 0,0 1 1 0 0,1 0 0 0 0,0-1-1 0 0,1 1 1 0 0,-1-1 0 0 0,1 0-1 0 0,0 0 1 0 0,1 1 0 0 0,-1-1 0 0 0,1 0-1 0 0,7 10 1 0 0,-6-12-13 0 0,-1 0-1 0 0,1 0 1 0 0,0 0 0 0 0,1-1 0 0 0,-1 1-1 0 0,1-1 1 0 0,-1 0 0 0 0,1 0-1 0 0,0-1 1 0 0,0 1 0 0 0,0-1 0 0 0,1 0-1 0 0,-1-1 1 0 0,0 1 0 0 0,1-1 0 0 0,8 1-1 0 0,5 0 30 0 0,1-2 1 0 0,-1 0-1 0 0,0-1 0 0 0,1-1 0 0 0,-1 0 0 0 0,26-8 0 0 0,-6-1 66 0 0,76-32-1 0 0,-88 29-98 0 0,1 0 1 0 0,-2-2-1 0 0,0-1 1 0 0,-1-1-1 0 0,0-1 1 0 0,-2-2-1 0 0,24-26 1 0 0,-29 28 114 0 0,0-2-1 0 0,-2 0 1 0 0,-1-1 0 0 0,-1 0 0 0 0,-1-2-1 0 0,0 1 1 0 0,-2-2 0 0 0,13-40 0 0 0,-21 55-95 0 0,-1 0 0 0 0,0 0-1 0 0,0-1 1 0 0,-1 1 0 0 0,0 0 0 0 0,-1-1 0 0 0,0 1 0 0 0,-1-1 0 0 0,0 1 0 0 0,-1 0-1 0 0,0 0 1 0 0,0 0 0 0 0,-8-19 0 0 0,6 22-60 0 0,0-1 0 0 0,0 1-1 0 0,-1 0 1 0 0,0 0 0 0 0,0 0 0 0 0,0 0-1 0 0,-1 1 1 0 0,0 0 0 0 0,-1 0 0 0 0,1 1 0 0 0,-1 0-1 0 0,0 0 1 0 0,0 0 0 0 0,-1 1 0 0 0,1 0-1 0 0,-1 1 1 0 0,-11-4 0 0 0,6 3-319 0 0,-1 0 0 0 0,1 2 0 0 0,-1-1 1 0 0,0 2-1 0 0,0 0 0 0 0,0 0 0 0 0,0 2 0 0 0,0 0 0 0 0,0 0 1 0 0,1 1-1 0 0,-1 1 0 0 0,0 0 0 0 0,-16 6 0 0 0,8 0-1389 0 0,1 0-1 0 0,-33 18 1 0 0,26-10-2642 0 0,-32 26 0 0 0,29-17-2131 0 0</inkml:trace>
</inkml:ink>
</file>

<file path=ppt/ink/ink2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8:04.1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40 110 1492 0 0,'9'-22'4653'0'0,"0"0"-1"0"0,2 1 0 0 0,14-23 2327 0 0,-23 58-5237 0 0,-2 8-526 0 0,-40 204 2785 0 0,-4 34-3027 0 0,37-200-3195 0 0,2 0 0 0 0,5 82-1 0 0,5-98-1444 0 0,3-16-4280 0 0</inkml:trace>
</inkml:ink>
</file>

<file path=ppt/ink/ink2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8:05.3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1136 56 744 0 0,'0'0'20629'0'0,"3"-1"-20177"0"0,50-13 85 0 0,1 3 0 0 0,107-9-1 0 0,-105 15-458 0 0,-41 3-99 0 0,1 1-1 0 0,0 0 0 0 0,-1 1 0 0 0,1 1 1 0 0,23 4-1 0 0,-34-3 78 0 0,0 0 0 0 0,-1 1 0 0 0,1 0 0 0 0,-1-1 0 0 0,0 1 0 0 0,0 1 0 0 0,0-1 0 0 0,0 1 0 0 0,0-1-1 0 0,-1 1 1 0 0,0 0 0 0 0,0 0 0 0 0,0 1 0 0 0,0-1 0 0 0,2 6 0 0 0,4 8 513 0 0,-1 0 0 0 0,8 27 0 0 0,-16-42-515 0 0,15 49 1136 0 0,-2 0 1 0 0,9 96-1 0 0,-8 111 1061 0 0,-15 14-1949 0 0,-11 0 0 0 0,-61 346 0 0 0,56-519-302 0 0,-139 1021 0 0 0,84 177 0 0 0,69-1166 0 0 0,-15 215 0 0 0,11-292 0 0 0,-3-1 0 0 0,-31 96 0 0 0,30-118 0 0 0,-2 0 0 0 0,-2 0 0 0 0,-1-2 0 0 0,-1 0 0 0 0,-36 46 0 0 0,37-55 0 0 0,-1-1 0 0 0,-37 31 0 0 0,44-42 0 0 0,-1-1 0 0 0,0-1 0 0 0,0 0 0 0 0,-1 0 0 0 0,0-1 0 0 0,0-1 0 0 0,-19 6 0 0 0,-18 2 0 0 0,-1-2 0 0 0,-53 3 0 0 0,-102 0 0 0 0,45-4 0 0 0,-50 16-6310 0 0,179-19 4002 0 0,1 0 1 0 0,0 2 0 0 0,0 1 0 0 0,-48 24 0 0 0,46-18-10210 0 0</inkml:trace>
</inkml:ink>
</file>

<file path=ppt/ink/ink2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8:35.7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389 76 848 0 0,'0'0'7135'0'0,"-2"0"-6797"0"0,-21 6 4058 0 0,20-6-4332 0 0,-7-2-17 0 0,1-1 0 0 0,-1 1 0 0 0,1-2-1 0 0,-14-5 1 0 0,-6-3-1 0 0,17 7-19 0 0,0 0 1 0 0,-19-12 0 0 0,29 16-46 0 0,1 1 2 0 0,-1-1 0 0 0,1 0 0 0 0,0 1 0 0 0,-1-1 0 0 0,1 0 0 0 0,0 0 0 0 0,0 0 0 0 0,0 0 0 0 0,0 0 0 0 0,0 0 0 0 0,0 0 0 0 0,0 0 0 0 0,-2-2 0 0 0,10 1 7 0 0,0 0-1 0 0,0 1 1 0 0,0 0 0 0 0,0 0 0 0 0,0 1-1 0 0,0 0 1 0 0,0 0 0 0 0,0 0 0 0 0,11 3-1 0 0,9-1 50 0 0,340 25 44 0 0,-363-26-39 0 0,1-1 1 0 0,-1 0-1 0 0,0 0 1 0 0,1 0-1 0 0,-1 0 1 0 0,0-1-1 0 0,0 0 1 0 0,1 1-1 0 0,3-3 1 0 0,-6 2 339 0 0,-4 3-387 0 0,1 0 0 0 0,-1 0 1 0 0,0 1-1 0 0,1-1 0 0 0,-1 0 1 0 0,1 1-1 0 0,0-1 0 0 0,0 1 1 0 0,-1 4-1 0 0,2-7 1 0 0,-43 121-2 0 0,6 3 1 0 0,-26 153 0 0 0,60-259 32 0 0,-3 20 97 0 0,-2-1-1 0 0,-2 0 1 0 0,-14 37-1 0 0,22-70-70 0 0,1 0-1 0 0,-1-1 1 0 0,0 1 0 0 0,0-1-1 0 0,0 0 1 0 0,0 1 0 0 0,-1-1-1 0 0,1 0 1 0 0,-1 0-1 0 0,0-1 1 0 0,0 1 0 0 0,0-1-1 0 0,0 1 1 0 0,0-1 0 0 0,-1 0-1 0 0,1 0 1 0 0,-1 0 0 0 0,1-1-1 0 0,-1 1 1 0 0,1-1 0 0 0,-1 0-1 0 0,0 0 1 0 0,0 0 0 0 0,0 0-1 0 0,0-1 1 0 0,0 1 0 0 0,0-1-1 0 0,1 0 1 0 0,-1-1 0 0 0,0 1-1 0 0,0-1 1 0 0,0 1 0 0 0,-6-3-1 0 0,-136-51 170 0 0,49 16-280 0 0,82 33-9 0 0,-1 0-1 0 0,-29-4 1 0 0,43 9 49 0 0,-2 0 8 0 0,-4 0 8 0 0,1 2-1 0 0,-1-1 0 0 0,1 1 0 0 0,0 0 0 0 0,-9 3 0 0 0,15-4-73 0 0,-1 1-151 0 0,0-2 32 0 0,1 1 0 0 0,0 0 1 0 0,0-1-1 0 0,0 1 0 0 0,0 0 1 0 0,1 0-1 0 0,-1 0 0 0 0,0 0 0 0 0,0 0 1 0 0,0 0-1 0 0,1 0 0 0 0,-1 0 1 0 0,0 0-1 0 0,1 0 0 0 0,-1 0 0 0 0,1 0 1 0 0,-1 0-1 0 0,1 0 0 0 0,0 1 1 0 0,0-1-1 0 0,-1 0 0 0 0,1 0 0 0 0,0 2 1 0 0,18 1-5126 0 0</inkml:trace>
</inkml:ink>
</file>

<file path=ppt/ink/ink2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8:36.4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252 84 1160 0 0,'1'-3'1757'0'0,"1"-5"-228"0"0,0 0 0 0 0,-1 0 0 0 0,0 0 0 0 0,0-13 0 0 0,-1 19-806 0 0,-2-24 2196 0 0,0 29-2903 0 0,-1 0 0 0 0,1 0 0 0 0,0 0 0 0 0,0 0 0 0 0,0 1 0 0 0,0-1 0 0 0,1 1 0 0 0,-1-1 0 0 0,1 1 0 0 0,-1 3 0 0 0,-12 47 9 0 0,10-35-15 0 0,-106 339 452 0 0,33-164-122 0 0,58-155 2078 0 0,16-41-2162 0 0,3 2-247 0 0,0 0-1 0 0,-1 0 1 0 0,1 0 0 0 0,-1 0 0 0 0,1-1-1 0 0,-1 1 1 0 0,1 0 0 0 0,-1 0 0 0 0,1 0-1 0 0,-1-1 1 0 0,1 1 0 0 0,0 0-1 0 0,-1-1 1 0 0,1 1 0 0 0,0 0 0 0 0,-1-1-1 0 0,1 1 1 0 0,0 0 0 0 0,-1-1-1 0 0,1 1 1 0 0,0-1 0 0 0,-1 0 0 0 0,1-9-8 0 0,0-1 0 0 0,0 0 0 0 0,1 1 0 0 0,0-1 0 0 0,1 0 0 0 0,0 1 0 0 0,1-1 1 0 0,0 1-1 0 0,0 0 0 0 0,1 0 0 0 0,1 0 0 0 0,0 1 0 0 0,0 0 0 0 0,1-1 0 0 0,0 2 1 0 0,0-1-1 0 0,1 1 0 0 0,0 0 0 0 0,1 0 0 0 0,-1 1 0 0 0,18-13 0 0 0,-17 14-22 0 0,0 1 1 0 0,0-1-1 0 0,1 1 0 0 0,0 1 0 0 0,0-1 0 0 0,0 2 1 0 0,0-1-1 0 0,1 1 0 0 0,-1 1 0 0 0,1-1 0 0 0,0 2 1 0 0,-1-1-1 0 0,1 1 0 0 0,0 1 0 0 0,0 0 0 0 0,0 0 1 0 0,0 1-1 0 0,0 0 0 0 0,0 1 0 0 0,-1 0 0 0 0,1 1 1 0 0,-1 0-1 0 0,1 0 0 0 0,10 6 0 0 0,-16-7 21 0 0,1 1 0 0 0,-1-1 0 0 0,0 1 0 0 0,0 0 0 0 0,0 0 0 0 0,0 1 0 0 0,-1-1 0 0 0,1 1 0 0 0,-1 0 0 0 0,0 0 0 0 0,0 0 0 0 0,0 0 0 0 0,-1 1 0 0 0,1-1 0 0 0,-1 1 0 0 0,0-1-1 0 0,0 1 1 0 0,-1 0 0 0 0,1 0 0 0 0,-1-1 0 0 0,0 1 0 0 0,0 6 0 0 0,-1 2 23 0 0,0 1-1 0 0,-1 0 0 0 0,-1 0 1 0 0,0 0-1 0 0,-1-1 0 0 0,-8 25 1 0 0,6-19-1335 0 0,-7 39 0 0 0,12-56 1092 0 0,0-1 0 0 0,0 0 0 0 0,0 0 0 0 0,0 0 0 0 0,0 1-1 0 0,1-1 1 0 0,-1 0 0 0 0,0 0 0 0 0,1 0 0 0 0,-1 0 0 0 0,1 0 0 0 0,-1 1 0 0 0,1-1 0 0 0,-1 0 0 0 0,1 0-1 0 0,0 0 1 0 0,-1 0 0 0 0,1-1 0 0 0,0 1 0 0 0,0 0 0 0 0,0 0 0 0 0,0 0 0 0 0,-1-1 0 0 0,1 1 0 0 0,0 0 0 0 0,1-1-1 0 0,-1 1 1 0 0,0-1 0 0 0,0 1 0 0 0,0-1 0 0 0,0 0 0 0 0,0 1 0 0 0,0-1 0 0 0,1 0 0 0 0,-1 0 0 0 0,0 0-1 0 0,0 0 1 0 0,0 0 0 0 0,0 0 0 0 0,1 0 0 0 0,-1 0 0 0 0,2-1 0 0 0,20-2-3040 0 0</inkml:trace>
</inkml:ink>
</file>

<file path=ppt/ink/ink2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8:36.9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72 160 104 0 0,'9'-31'11657'0'0,"-9"31"-11588"0"0,6 10 620 0 0,-5-8-673 0 0,1 0 1 0 0,-1 0 0 0 0,0 1-1 0 0,1-1 1 0 0,-1 0 0 0 0,1 0-1 0 0,-1-1 1 0 0,1 1 0 0 0,0 0-1 0 0,3 2 1 0 0,0-2 31 0 0,0 0 0 0 0,0 0 0 0 0,0 0 1 0 0,0-1-1 0 0,1 0 0 0 0,-1 0 0 0 0,11 0 0 0 0,-11 0-35 0 0,1-1-1 0 0,-1 0 1 0 0,1-1-1 0 0,-1 1 1 0 0,1-1-1 0 0,-1 0 1 0 0,1 0-1 0 0,-1-1 1 0 0,0 1-1 0 0,1-1 1 0 0,-1-1-1 0 0,0 1 1 0 0,8-6-1 0 0,-3 2 8 0 0,-5 2 1 0 0,1 0-1 0 0,-1 0 1 0 0,-1 0 0 0 0,1 0-1 0 0,-1-1 1 0 0,0 0 0 0 0,0 0 0 0 0,0 0-1 0 0,0-1 1 0 0,-1 1 0 0 0,0-1-1 0 0,0 0 1 0 0,-1 0 0 0 0,1 0-1 0 0,-1 0 1 0 0,-1 0 0 0 0,1 0 0 0 0,0-8-1 0 0,-2 12-4 0 0,-1 0-1 0 0,1 0 1 0 0,0 0-1 0 0,-1 0 1 0 0,0 0-1 0 0,1 0 0 0 0,-1 0 1 0 0,0 0-1 0 0,0 0 1 0 0,0 0-1 0 0,0 0 1 0 0,-1 0-1 0 0,1 1 1 0 0,0-1-1 0 0,-1 1 1 0 0,1-1-1 0 0,-1 1 1 0 0,0-1-1 0 0,1 1 0 0 0,-5-3 1 0 0,1 4-16 0 0,-1 0 1 0 0,1-1 0 0 0,-1 2-1 0 0,1-1 1 0 0,-1 1-1 0 0,1 0 1 0 0,0 0-1 0 0,-1 0 1 0 0,1 1-1 0 0,0 0 1 0 0,0 0-1 0 0,0 0 1 0 0,0 0-1 0 0,0 1 1 0 0,1 0-1 0 0,-8 5 1 0 0,-9 9 43 0 0,1 0 0 0 0,-20 21 0 0 0,37-35-31 0 0,-15 16 24 0 0,0 0 1 0 0,-18 27-1 0 0,31-38-21 0 0,0 0-1 0 0,0 0 1 0 0,1 0 0 0 0,0 1 0 0 0,0 0-1 0 0,1 0 1 0 0,0 0 0 0 0,0 0 0 0 0,-1 15-1 0 0,4-22-2 0 0,-1 1 0 0 0,1-1 0 0 0,0 1 0 0 0,0-1 0 0 0,1 0 0 0 0,-1 1 0 0 0,0-1 0 0 0,1 1 0 0 0,0-1 0 0 0,-1 0 0 0 0,1 1 0 0 0,0-1 0 0 0,0 0 0 0 0,0 0 0 0 0,1 0-1 0 0,-1 0 1 0 0,0 0 0 0 0,1 0 0 0 0,1 2 0 0 0,0-1-52 0 0,0-1-1 0 0,0 0 0 0 0,1 0 0 0 0,-1 0 1 0 0,0 0-1 0 0,1-1 0 0 0,-1 1 1 0 0,1-1-1 0 0,0 0 0 0 0,-1 0 1 0 0,5 1-1 0 0,8 0-415 0 0,0-1 0 0 0,-1-1 1 0 0,1 0-1 0 0,26-4 0 0 0,-12-1-912 0 0,0-1 0 0 0,-1-2 0 0 0,0-1 0 0 0,41-19-1 0 0,-31 11-1324 0 0</inkml:trace>
</inkml:ink>
</file>

<file path=ppt/ink/ink2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8:37.3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12 290 2904 0 0,'7'-9'873'0'0,"-2"1"-1"0"0,1-1 1 0 0,-1 0 0 0 0,0-1-1 0 0,-1 1 1 0 0,0-1-1 0 0,-1 0 1 0 0,0 0 0 0 0,0 0-1 0 0,-1-1 1 0 0,-1 1-1 0 0,1-14 1 0 0,-2 24-864 0 0,0 0 1 0 0,0 0-1 0 0,0 1 0 0 0,0-1 1 0 0,0 0-1 0 0,0 0 1 0 0,0 0-1 0 0,0 0 0 0 0,-1 0 1 0 0,1 0-1 0 0,0 0 0 0 0,0 0 1 0 0,0 0-1 0 0,0 0 1 0 0,0 0-1 0 0,0 0 0 0 0,0 0 1 0 0,-1 0-1 0 0,1 0 0 0 0,0 0 1 0 0,0 0-1 0 0,0 0 1 0 0,0 0-1 0 0,0 0 0 0 0,0 0 1 0 0,0 0-1 0 0,-1 0 0 0 0,1 0 1 0 0,0 0-1 0 0,0 0 0 0 0,0 0 1 0 0,0 0-1 0 0,0-1 1 0 0,0 1-1 0 0,0 0 0 0 0,0 0 1 0 0,0 0-1 0 0,-1 0 0 0 0,1 0 1 0 0,0 0-1 0 0,0 0 1 0 0,0 0-1 0 0,0 0 0 0 0,0-1 1 0 0,0 1-1 0 0,0 0 0 0 0,0 0 1 0 0,0 0-1 0 0,0 0 1 0 0,0 0-1 0 0,0 0 0 0 0,0 0 1 0 0,0-1-1 0 0,0 1 0 0 0,0 0 1 0 0,0 0-1 0 0,0 0 1 0 0,0 0-1 0 0,0 0 0 0 0,0 0 1 0 0,0-1-1 0 0,-10 16 173 0 0,-7 21 106 0 0,10-16-138 0 0,1 0-1 0 0,1 0 1 0 0,1 0-1 0 0,-3 28 1 0 0,6-42-125 0 0,1 1 0 0 0,0 0 0 0 0,0 0 1 0 0,1 0-1 0 0,-1 0 0 0 0,2 0 1 0 0,-1 0-1 0 0,1-1 0 0 0,0 1 1 0 0,0-1-1 0 0,1 1 0 0 0,0-1 1 0 0,0 0-1 0 0,0 0 0 0 0,1 0 1 0 0,6 9-1 0 0,-6-12-9 0 0,0 0-1 0 0,-1 0 1 0 0,1 0 0 0 0,0-1-1 0 0,0 0 1 0 0,1 1 0 0 0,-1-1 0 0 0,0-1-1 0 0,1 1 1 0 0,-1-1 0 0 0,1 1-1 0 0,-1-1 1 0 0,1 0 0 0 0,0-1 0 0 0,0 1-1 0 0,5-1 1 0 0,0 0 3 0 0,0-1-1 0 0,0 0 1 0 0,1 0-1 0 0,-2-1 1 0 0,1 0-1 0 0,15-5 1 0 0,-11 1 17 0 0,0-1 0 0 0,0-1 0 0 0,0 0 0 0 0,-1 0 0 0 0,0-2 1 0 0,-1 1-1 0 0,0-1 0 0 0,-1-1 0 0 0,0 0 0 0 0,-1-1 1 0 0,0 0-1 0 0,0-1 0 0 0,10-19 0 0 0,-14 22 46 0 0,0 0 0 0 0,-1-1-1 0 0,-1 0 1 0 0,0 1 0 0 0,0-1 0 0 0,-1 0-1 0 0,0-1 1 0 0,-1 1 0 0 0,0-1-1 0 0,-1 1 1 0 0,-1-1 0 0 0,0 1 0 0 0,0-1-1 0 0,-1 1 1 0 0,0-1 0 0 0,-1 1 0 0 0,0-1-1 0 0,-8-20 1 0 0,8 27-84 0 0,0 1 0 0 0,0 0 0 0 0,0-1 0 0 0,-1 1 0 0 0,0 1 0 0 0,0-1 0 0 0,0 0 0 0 0,0 0 0 0 0,0 1 0 0 0,-1 0 0 0 0,1 0 0 0 0,-1 0 0 0 0,0 0 0 0 0,0 0 0 0 0,0 1 0 0 0,0 0 0 0 0,-6-3 0 0 0,3 3 30 0 0,1 0 0 0 0,-1 1-1 0 0,0 0 1 0 0,0 0 0 0 0,0 0 0 0 0,0 1 0 0 0,0 0 0 0 0,0 0 0 0 0,0 1 0 0 0,0-1 0 0 0,-7 3 0 0 0,4 0-199 0 0,-1 0-1 0 0,1 0 1 0 0,0 1 0 0 0,0 0-1 0 0,0 0 1 0 0,1 2 0 0 0,0-1 0 0 0,0 1-1 0 0,0 0 1 0 0,0 1 0 0 0,1 0 0 0 0,0 0-1 0 0,1 1 1 0 0,0 0 0 0 0,-10 13 0 0 0,14-15-261 0 0,-1 0 0 0 0,1 0 0 0 0,1 0 0 0 0,-1 1 0 0 0,1-1 0 0 0,-2 9 0 0 0,4-12-51 0 0,-1 1-1 0 0,1-1 0 0 0,0 1 1 0 0,0-1-1 0 0,0 0 1 0 0,0 1-1 0 0,1-1 0 0 0,0 0 1 0 0,-1 1-1 0 0,1-1 0 0 0,0 0 1 0 0,1 0-1 0 0,-1 0 1 0 0,3 5-1 0 0,3 3-3326 0 0</inkml:trace>
</inkml:ink>
</file>

<file path=ppt/ink/ink2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8:37.6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79 616 0 0,'2'-11'3457'0'0,"1"0"0"0"0,7-17 0 0 0,-3 9-1118 0 0,-6 17-1910 0 0,-1 2-395 0 0,0-1 0 0 0,0 1 0 0 0,0-1 0 0 0,1 1-1 0 0,-1 0 1 0 0,0-1 0 0 0,0 1 0 0 0,1-1 0 0 0,-1 1 0 0 0,0 0 0 0 0,1-1 0 0 0,-1 1 0 0 0,0 0 0 0 0,1-1 0 0 0,-1 1 0 0 0,1 0 0 0 0,-1 0 0 0 0,0-1 0 0 0,1 1 0 0 0,-1 0 0 0 0,1 0 0 0 0,-1 0 0 0 0,1 0 0 0 0,-1-1 0 0 0,2 1 0 0 0,3 5 34 0 0,1 1 0 0 0,-1-1-1 0 0,0 1 1 0 0,0 0 0 0 0,-1 0 0 0 0,1 1 0 0 0,-2-1 0 0 0,1 1-1 0 0,-1 0 1 0 0,4 10 0 0 0,2 6 75 0 0,-2 1 0 0 0,5 25 0 0 0,-9-32-62 0 0,0 1 0 0 0,-1 0 0 0 0,-1-1 0 0 0,-2 34 0 0 0,0-44 3 0 0,0 1 0 0 0,0-1 1 0 0,-1 1-1 0 0,0-1 1 0 0,0 0-1 0 0,-1 0 0 0 0,0 0 1 0 0,0 0-1 0 0,0-1 0 0 0,-1 1 1 0 0,0-1-1 0 0,0 0 1 0 0,-10 11-1 0 0,13-16-35 0 0,0 0 0 0 0,0 0 1 0 0,0 0-1 0 0,0 0 0 0 0,0 0 0 0 0,0 0 1 0 0,0 0-1 0 0,-1-1 0 0 0,1 1 1 0 0,0 0-1 0 0,-1-1 0 0 0,1 1 0 0 0,0 0 1 0 0,-1-1-1 0 0,1 0 0 0 0,-1 1 0 0 0,1-1 1 0 0,-1 0-1 0 0,1 0 0 0 0,0 0 0 0 0,-1 0 1 0 0,1 0-1 0 0,-1 0 0 0 0,1 0 0 0 0,-1 0 1 0 0,1-1-1 0 0,-1 1 0 0 0,1-1 1 0 0,0 1-1 0 0,-1-1 0 0 0,1 1 0 0 0,0-1 1 0 0,-1 0-1 0 0,-1-1 0 0 0,1 0-34 0 0,-1-1 0 0 0,0 0 0 0 0,1 0 0 0 0,0 0-1 0 0,0 0 1 0 0,0-1 0 0 0,0 1 0 0 0,1 0 0 0 0,-1-1 0 0 0,1 1-1 0 0,0-1 1 0 0,0 0 0 0 0,0 1 0 0 0,0-1 0 0 0,0 0 0 0 0,1-5 0 0 0,0 4 1 0 0,1-1 0 0 0,-1 1 0 0 0,1-1 1 0 0,1 1-1 0 0,-1 0 0 0 0,1 0 0 0 0,0-1 1 0 0,0 1-1 0 0,0 1 0 0 0,5-9 1 0 0,-1 5-199 0 0,0-1 1 0 0,0 1 0 0 0,1 0 0 0 0,0 1 0 0 0,0 0-1 0 0,1 0 1 0 0,0 1 0 0 0,0 0 0 0 0,1 0 0 0 0,0 0-1 0 0,0 1 1 0 0,11-4 0 0 0,-2 3-1306 0 0,1 0 1 0 0,21-3-1 0 0,14 1-5100 0 0,-37 6 2839 0 0</inkml:trace>
</inkml:ink>
</file>

<file path=ppt/ink/ink2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8:38.7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172 159 2204 0 0,'3'0'3364'0'0,"23"3"1922"0"0,-24-3-4526 0 0,9 8 842 0 0,18 9-271 0 0,-27-17-1152 0 0,2 1-36 0 0,-1 0-119 0 0,0-1 0 0 0,0 1 0 0 0,0-1 0 0 0,0 0-1 0 0,0 0 1 0 0,0 0 0 0 0,0 0 0 0 0,1-1 0 0 0,-1 1-1 0 0,0-1 1 0 0,0 0 0 0 0,0 0 0 0 0,0 0 0 0 0,0 0-1 0 0,-1 0 1 0 0,1-1 0 0 0,0 1 0 0 0,0-1 0 0 0,-1 0 0 0 0,1 0-1 0 0,-1 0 1 0 0,0 0 0 0 0,1 0 0 0 0,-1 0 0 0 0,0-1-1 0 0,0 1 1 0 0,-1-1 0 0 0,1 1 0 0 0,0-1 0 0 0,-1 0-1 0 0,0 0 1 0 0,1 0 0 0 0,-1 0 0 0 0,0 0 0 0 0,-1 0-1 0 0,1 0 1 0 0,0 0 0 0 0,-1 0 0 0 0,0 0 0 0 0,0-4-1 0 0,1 1-8 0 0,-1 1 0 0 0,0-1 0 0 0,0 0 0 0 0,-1 0 0 0 0,0 1 0 0 0,0-1 0 0 0,0 0 0 0 0,0 1 0 0 0,-1-1 0 0 0,0 1 0 0 0,-1-1 0 0 0,1 1 0 0 0,-1 0 0 0 0,0 0 0 0 0,0 0 0 0 0,0 0 0 0 0,-1 1 0 0 0,-4-6 0 0 0,6 9-14 0 0,1 0 0 0 0,0 0-1 0 0,0 0 1 0 0,-1 0 0 0 0,1 1 0 0 0,0-1 0 0 0,-1 1-1 0 0,1-1 1 0 0,-1 1 0 0 0,1-1 0 0 0,-1 1-1 0 0,1 0 1 0 0,-1-1 0 0 0,1 1 0 0 0,-1 0 0 0 0,1 0-1 0 0,-1 0 1 0 0,-2 1 0 0 0,-25 7-7 0 0,16-2 26 0 0,1 0-1 0 0,0 1 0 0 0,0 1 1 0 0,0 0-1 0 0,1 1 0 0 0,0 0 0 0 0,-15 18 1 0 0,7-7 103 0 0,2 2-1 0 0,-30 46 1 0 0,40-55-84 0 0,-1 1 1 0 0,2 0-1 0 0,0 0 0 0 0,0 1 0 0 0,1-1 0 0 0,-3 22 1 0 0,7-31-23 0 0,0 0 1 0 0,1 0-1 0 0,0 0 1 0 0,0 0 0 0 0,0 0-1 0 0,1 0 1 0 0,-1 0-1 0 0,1 0 1 0 0,1 0 0 0 0,1 6-1 0 0,-1-7-5 0 0,-1-1 0 0 0,1 0 0 0 0,0 0 1 0 0,0 0-1 0 0,0-1 0 0 0,0 1 0 0 0,1 0 0 0 0,-1-1 0 0 0,1 1 0 0 0,0-1 0 0 0,-1 0 0 0 0,1 0 0 0 0,0 0 0 0 0,0 0 0 0 0,0-1 0 0 0,5 3 1 0 0,4 0-336 0 0,0-1 1 0 0,1 0-1 0 0,0 0 1 0 0,-1-1-1 0 0,1-1 1 0 0,0 0-1 0 0,0 0 1 0 0,0-2-1 0 0,0 0 1 0 0,0 0-1 0 0,-1-1 1 0 0,20-5-1 0 0,-7 0-452 0 0,0-1-1 0 0,-1-1 1 0 0,-1-2 0 0 0,1 0-1 0 0,27-18 1 0 0,-38 20 573 0 0,0 0 1 0 0,-1-1-1 0 0,0 0 1 0 0,-1-1-1 0 0,0 0 1 0 0,-1-1 0 0 0,17-25-1 0 0,-19 23 635 0 0,0 0 0 0 0,-1-1 1 0 0,0 0-1 0 0,-1 0 0 0 0,-1 0 0 0 0,-1 0 0 0 0,5-26 0 0 0,-2-22 2364 0 0,-4 37-1474 0 0,-3 20-878 0 0,-1 9-219 0 0,-4 44 164 0 0,2 1 0 0 0,3 50-1 0 0,0-42-234 0 0,-1 23 1713 0 0,-7-106-1423 0 0,7 9-428 0 0,1-1 1 0 0,1 1 0 0 0,0-1 0 0 0,2 1-1 0 0,4-18 1 0 0,-5 27-41 0 0,0 1 1 0 0,1 0-1 0 0,0 0 0 0 0,0 0 1 0 0,1 0-1 0 0,0 1 0 0 0,0-1 1 0 0,1 1-1 0 0,0 0 0 0 0,0 0 0 0 0,1 1 1 0 0,12-12-1 0 0,-14 15 4 0 0,0 0 0 0 0,0 1 1 0 0,1-1-1 0 0,-1 1 0 0 0,1 0 0 0 0,-1 0 0 0 0,1 0 1 0 0,0 0-1 0 0,0 1 0 0 0,-1 0 0 0 0,1 0 0 0 0,0 0 1 0 0,0 1-1 0 0,0 0 0 0 0,8 0 0 0 0,-5 1-2 0 0,0 0 0 0 0,-1 1-1 0 0,1 0 1 0 0,0 0 0 0 0,-1 1-1 0 0,0 0 1 0 0,0 0 0 0 0,0 1-1 0 0,9 6 1 0 0,-5-3 12 0 0,-1 1 0 0 0,0 0 1 0 0,0 1-1 0 0,-1 0 0 0 0,0 0 0 0 0,-1 1 0 0 0,0 0 0 0 0,0 1 0 0 0,-1 0 1 0 0,0 0-1 0 0,9 22 0 0 0,-13-24 51 0 0,-1-1 0 0 0,-1 0 0 0 0,1 1-1 0 0,-1-1 1 0 0,-1 1 0 0 0,1-1 0 0 0,-2 1 0 0 0,-1 15 0 0 0,2-23-24 0 0,0-1 1 0 0,0 1 0 0 0,0-1-1 0 0,0 0 1 0 0,0 1 0 0 0,1-1-1 0 0,-2 0 1 0 0,1 1 0 0 0,0-1 0 0 0,0 1-1 0 0,0-1 1 0 0,0 0 0 0 0,0 1-1 0 0,0-1 1 0 0,0 0 0 0 0,0 1-1 0 0,0-1 1 0 0,-1 0 0 0 0,1 1-1 0 0,0-1 1 0 0,0 0 0 0 0,0 1-1 0 0,-1-1 1 0 0,1 0 0 0 0,0 0 0 0 0,-1 1-1 0 0,1-1 1 0 0,0 0 0 0 0,0 0-1 0 0,-1 1 1 0 0,1-1 0 0 0,0 0-1 0 0,-1 0 1 0 0,1 0 0 0 0,-1 0-1 0 0,1 0 1 0 0,0 1 0 0 0,-1-1-1 0 0,1 0 1 0 0,0 0 0 0 0,-1 0 0 0 0,1 0-1 0 0,0 0 1 0 0,-1 0 0 0 0,1 0-1 0 0,-1 0 1 0 0,1 0 0 0 0,0-1-1 0 0,-1 1 1 0 0,1 0 0 0 0,0 0-1 0 0,-1 0 1 0 0,1 0 0 0 0,0 0-1 0 0,-1-1 1 0 0,1 1 0 0 0,-1 0 0 0 0,0-1 17 0 0,0 0 0 0 0,0 0 1 0 0,0 0-1 0 0,0 0 0 0 0,0 0 1 0 0,0 0-1 0 0,0 0 0 0 0,0-1 1 0 0,0 1-1 0 0,1 0 0 0 0,-1 0 1 0 0,0-2-1 0 0,0-5-7 0 0,0 0 0 0 0,0 0 0 0 0,1 0 0 0 0,0 0 0 0 0,1 0 1 0 0,0 0-1 0 0,0 0 0 0 0,1 0 0 0 0,0 0 0 0 0,4-10 0 0 0,-3 8-40 0 0,2 0 0 0 0,-1 1 0 0 0,1-1-1 0 0,1 1 1 0 0,0 0 0 0 0,0 0 0 0 0,8-9 0 0 0,-6 11-16 0 0,0 0 0 0 0,1 0 0 0 0,-1 0 0 0 0,1 1 0 0 0,1 1 1 0 0,-1-1-1 0 0,1 2 0 0 0,0-1 0 0 0,0 1 0 0 0,0 1 0 0 0,0 0 1 0 0,1 0-1 0 0,0 1 0 0 0,16-2 0 0 0,-22 4 15 0 0,1-1 0 0 0,-1 1 0 0 0,1 1 0 0 0,-1-1 0 0 0,0 1 0 0 0,1-1 0 0 0,-1 1 0 0 0,0 1 0 0 0,1-1 0 0 0,-1 1 0 0 0,0 0 0 0 0,0 0 0 0 0,0 1 0 0 0,-1-1 0 0 0,1 1 0 0 0,0 0 0 0 0,-1 0 0 0 0,0 1 0 0 0,0-1 0 0 0,0 1 0 0 0,0 0 0 0 0,0 0 0 0 0,-1 0 0 0 0,0 1 0 0 0,0-1 0 0 0,0 1 0 0 0,0 0 0 0 0,-1 0 0 0 0,0 0 0 0 0,3 9 0 0 0,-2 0 26 0 0,-1-1-1 0 0,0 1 0 0 0,-1 0 0 0 0,-1 0 0 0 0,0 0 0 0 0,-1 0 0 0 0,-4 22 1 0 0,-1 34 87 0 0,6-68-125 0 0,0-1 0 0 0,0 0 0 0 0,0 0-1 0 0,0 0 1 0 0,0 0 0 0 0,1 0 0 0 0,-1 0 0 0 0,0 0 0 0 0,1 0 0 0 0,-1 0-1 0 0,0 0 1 0 0,1 0 0 0 0,-1-1 0 0 0,1 1 0 0 0,-1 0 0 0 0,1 0-1 0 0,0 0 1 0 0,-1 0 0 0 0,1-1 0 0 0,0 1 0 0 0,0 0 0 0 0,0-1-1 0 0,-1 1 1 0 0,1 0 0 0 0,0-1 0 0 0,1 1 0 0 0,1 0-176 0 0,0 0-1 0 0,0 0 1 0 0,-1-1 0 0 0,1 1 0 0 0,0-1-1 0 0,0 0 1 0 0,0 0 0 0 0,0 0 0 0 0,4 0 0 0 0,5-2-1881 0 0,0 0 0 0 0,-1-1 0 0 0,19-6 0 0 0,-7-1-4096 0 0</inkml:trace>
</inkml:ink>
</file>

<file path=ppt/ink/ink2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8:38.9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 59 788 0 0,'-11'-11'8919'0'0,"-19"-26"5158"0"0,23 27-13675 0 0</inkml:trace>
</inkml:ink>
</file>

<file path=ppt/ink/ink2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8:39.1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64 1 1848 0 0,'-58'65'20891'0'0,"53"-58"-19845"0"0</inkml:trace>
</inkml:ink>
</file>

<file path=ppt/ink/ink2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8:40.6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139 23 1920 0 0,'10'-22'11705'0'0,"-13"39"-7488"0"0,-13 64-2010 0 0,-49 165-336 0 0,31-110-1619 0 0,30-122-404 0 0,-14 59 52 0 0,10-27-4692 0 0</inkml:trace>
</inkml:ink>
</file>

<file path=ppt/ink/ink2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8:40.8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88 2732 0 0,'1'-2'2936'0'0,"12"-37"9378"0"0,-2 12-7428 0 0,-8 18-4871 0 0,-2 7-71 0 0,2-7-1595 0 0</inkml:trace>
</inkml:ink>
</file>

<file path=ppt/ink/ink2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8:42.1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41 193 1260 0 0,'0'0'1642'0'0,"-6"-25"4916"0"0,-1 5-2711 0 0,5 12-2899 0 0,2 10-941 0 0,0 0 0 0 0,0 0 0 0 0,0 0 0 0 0,1-1 0 0 0,-1 1 0 0 0,1 0 0 0 0,-1-1 0 0 0,1 1 0 0 0,0 0 0 0 0,-1-1 0 0 0,1 1 0 0 0,0-1 0 0 0,0 1 0 0 0,0-1 1 0 0,1 1-1 0 0,-1-1 0 0 0,0 0 0 0 0,0 1 0 0 0,1-1 0 0 0,-1 0 0 0 0,1 0 0 0 0,-1 0 0 0 0,1 0 0 0 0,-1 0 0 0 0,1-1 0 0 0,3 2 0 0 0,4 3 47 0 0,1-1 1 0 0,19 6 0 0 0,-22-9-43 0 0,0 0-1 0 0,-1 0 1 0 0,1-1 0 0 0,0 1 0 0 0,11-2 0 0 0,-12 0 5 0 0,6 1 13 0 0,1 0 0 0 0,-1-1 0 0 0,0-1 1 0 0,0 0-1 0 0,0 0 0 0 0,0-1 0 0 0,14-6 0 0 0,-19 5-10 0 0,0 1 0 0 0,0-1 0 0 0,0 0 1 0 0,-1-1-1 0 0,0 1 0 0 0,1-1 0 0 0,-2 0 0 0 0,1-1 0 0 0,-1 0 1 0 0,1 0-1 0 0,5-9 0 0 0,-9 12 9 0 0,0 0-1 0 0,0 0 1 0 0,0 0 0 0 0,-1-1-1 0 0,0 1 1 0 0,1 0 0 0 0,-1-1-1 0 0,0 1 1 0 0,-1 0 0 0 0,1-1-1 0 0,-1 1 1 0 0,1-1 0 0 0,-1 1-1 0 0,0-1 1 0 0,0 1 0 0 0,-1-1-1 0 0,1 1 1 0 0,-1-1 0 0 0,1 1-1 0 0,-1-1 1 0 0,0 1 0 0 0,-1 0-1 0 0,1 0 1 0 0,0-1 0 0 0,-1 1-1 0 0,-2-3 1 0 0,3 4-32 0 0,-1 0 0 0 0,0 1-1 0 0,1-1 1 0 0,-1 1 0 0 0,0-1 0 0 0,0 1-1 0 0,0 0 1 0 0,0-1 0 0 0,0 1 0 0 0,0 0-1 0 0,0 0 1 0 0,0 1 0 0 0,0-1-1 0 0,-1 0 1 0 0,1 1 0 0 0,0-1 0 0 0,0 1-1 0 0,-1 0 1 0 0,-2 0 0 0 0,0 0-1 0 0,0 0 1 0 0,0 1-1 0 0,-1-1 0 0 0,1 1 0 0 0,0 1 1 0 0,0-1-1 0 0,-6 3 0 0 0,-2 2-1 0 0,0 0-1 0 0,0 2 0 0 0,1-1 0 0 0,0 1 0 0 0,0 1 0 0 0,1 0 0 0 0,0 1 0 0 0,0 0 0 0 0,1 1 0 0 0,1 0 1 0 0,-1 0-1 0 0,2 1 0 0 0,0 0 0 0 0,0 1 0 0 0,2 0 0 0 0,-1 0 0 0 0,1 0 0 0 0,1 1 0 0 0,1 0 0 0 0,-6 26 0 0 0,9-36 8 0 0,1 1 0 0 0,0-1 0 0 0,0 1 0 0 0,0-1 0 0 0,0 1 0 0 0,1-1 0 0 0,-1 1 0 0 0,1-1-1 0 0,0 0 1 0 0,1 1 0 0 0,-1-1 0 0 0,1 0 0 0 0,0 0 0 0 0,4 7 0 0 0,-2-5 4 0 0,0-2 1 0 0,0 1-1 0 0,0 0 1 0 0,1-1 0 0 0,0 0-1 0 0,0 0 1 0 0,0 0-1 0 0,0-1 1 0 0,9 5-1 0 0,5 0 13 0 0,1 0 0 0 0,-1-2-1 0 0,1 0 1 0 0,0-1 0 0 0,27 3-1 0 0,87 7 269 0 0,-131-15-215 0 0,-6 0-115 0 0,0-1 41 0 0,1 1 0 0 0,-1-1 1 0 0,0 1-1 0 0,1 0 1 0 0,-1 0-1 0 0,1 0 0 0 0,-1 0 1 0 0,0 1-1 0 0,1-1 1 0 0,-1 1-1 0 0,-3 1 0 0 0,-36 12-34 0 0,36-12 28 0 0,-17 7-14 0 0,1 1-1 0 0,1 1 1 0 0,-1 1-1 0 0,2 1 1 0 0,0 1-1 0 0,0 0 1 0 0,2 2-1 0 0,-1 0 1 0 0,2 1-1 0 0,0 1 0 0 0,2 0 1 0 0,0 2-1 0 0,1-1 1 0 0,0 2-1 0 0,2 0 1 0 0,-19 43-1 0 0,29-58 29 0 0,0-1 1 0 0,0 1-1 0 0,1 0 0 0 0,0-1 1 0 0,0 1-1 0 0,0 0 0 0 0,1 0 1 0 0,-1-1-1 0 0,2 1 0 0 0,-1 0 1 0 0,0 0-1 0 0,1 0 0 0 0,2 7 0 0 0,-2-9 7 0 0,1-1-1 0 0,-1 0 0 0 0,1 0 1 0 0,0 0-1 0 0,0 0 0 0 0,0 0 1 0 0,0 0-1 0 0,0 0 0 0 0,1 0 1 0 0,-1-1-1 0 0,1 1 0 0 0,0-1 0 0 0,0 0 1 0 0,0 0-1 0 0,0 0 0 0 0,0 0 1 0 0,0-1-1 0 0,0 1 0 0 0,1-1 1 0 0,-1 0-1 0 0,1 0 0 0 0,4 1 0 0 0,9 1-31 0 0,-1 0-1 0 0,1-2 0 0 0,0 0 0 0 0,-1-1 0 0 0,1 0 0 0 0,22-5 0 0 0,100-24-2144 0 0,-129 27 1892 0 0,133-41-6100 0 0,-97 26 1542 0 0</inkml:trace>
</inkml:ink>
</file>

<file path=ppt/ink/ink2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8:42.7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27 115 832 0 0,'-8'-21'5733'0'0,"-5"-29"-1"0"0,9 35-4814 0 0,4 15-884 0 0,0-1 0 0 0,-1 0 0 0 0,1 0 0 0 0,0 0 0 0 0,0 0 0 0 0,0 1 0 0 0,-1-1 0 0 0,1 0 0 0 0,0 0 0 0 0,0 0 0 0 0,0 0 0 0 0,0 0 0 0 0,1 1 0 0 0,-1-1 0 0 0,0 0 0 0 0,0 0 0 0 0,0 0 0 0 0,1 0 0 0 0,-1 0 0 0 0,1 1 0 0 0,-1-1 0 0 0,0 0 0 0 0,1 0 0 0 0,-1 1 0 0 0,1-1 0 0 0,0 0 0 0 0,-1 1 0 0 0,1-1 0 0 0,-1 1 0 0 0,1-1 0 0 0,0 0 0 0 0,-1 1 0 0 0,1 0 0 0 0,0-1 0 0 0,0 1 0 0 0,0-1 0 0 0,-1 1 1 0 0,1 0-1 0 0,0-1 0 0 0,0 1 0 0 0,0 0 0 0 0,0 0 0 0 0,0 0 0 0 0,-1 0 0 0 0,1 0 0 0 0,0 0 0 0 0,0 0 0 0 0,0 0 0 0 0,0 0 0 0 0,1 1 0 0 0,3-1-24 0 0,0 1 0 0 0,1 0 0 0 0,-1 0 0 0 0,0 0 0 0 0,0 1 0 0 0,9 4 0 0 0,-6-2 2 0 0,0 1 1 0 0,0 0-1 0 0,0 1 0 0 0,-1 0 0 0 0,0 0 1 0 0,0 0-1 0 0,0 1 0 0 0,-1 0 0 0 0,0 0 1 0 0,0 1-1 0 0,-1 0 0 0 0,0 0 0 0 0,0 0 1 0 0,-1 0-1 0 0,0 1 0 0 0,0 0 0 0 0,-1 0 1 0 0,0 0-1 0 0,-1 0 0 0 0,0 0 0 0 0,0 1 1 0 0,-1-1-1 0 0,-1 1 0 0 0,1-1 0 0 0,-1 1 1 0 0,-1-1-1 0 0,0 0 0 0 0,0 1 0 0 0,-1-1 1 0 0,0 0-1 0 0,-1 0 0 0 0,0 0 0 0 0,0 0 0 0 0,-8 14 1 0 0,-2 1 173 0 0,-1-2 0 0 0,-34 42 0 0 0,48-63-180 0 0,0-1-1 0 0,0 1 1 0 0,-1-1-1 0 0,1 0 1 0 0,0 1-1 0 0,-1-1 1 0 0,1 1-1 0 0,0-1 1 0 0,-1 0-1 0 0,1 1 1 0 0,-1-1-1 0 0,1 0 1 0 0,0 1-1 0 0,-1-1 1 0 0,1 0-1 0 0,-1 0 1 0 0,1 1-1 0 0,-1-1 1 0 0,1 0-1 0 0,-1 0 1 0 0,1 0-1 0 0,-1 0 1 0 0,1 0-1 0 0,-1 0 1 0 0,1 1-1 0 0,-1-1 1 0 0,1 0-1 0 0,-1-1 1 0 0,0 1-1 0 0,1 0 1 0 0,-1 0-1 0 0,1 0 1 0 0,-1 0-1 0 0,1 0 1 0 0,-1 0-1 0 0,1-1 1 0 0,0 1-1 0 0,-1 0 1 0 0,1 0-1 0 0,-1-1 0 0 0,1 1 1 0 0,-1 0-1 0 0,1-1 1 0 0,0 1-1 0 0,-1 0 1 0 0,1-1-1 0 0,0 1 1 0 0,-1-1-1 0 0,1 1 1 0 0,0-1-1 0 0,-1 1 1 0 0,1 0-1 0 0,0-1 1 0 0,0 1-1 0 0,0-1 1 0 0,-1 1-1 0 0,1-1 1 0 0,0 1-1 0 0,0-1 1 0 0,0 0-1 0 0,0 1 1 0 0,0-1-1 0 0,0 1 1 0 0,0-1-1 0 0,0 1 1 0 0,0-1-1 0 0,0 1 1 0 0,1-1-1 0 0,1-6-4 0 0,1 0 0 0 0,0 0-1 0 0,1 1 1 0 0,0-1 0 0 0,0 1 0 0 0,0 0 0 0 0,1 0-1 0 0,5-5 1 0 0,-7 7-3 0 0,35-36-4 0 0,2 0 0 0 0,77-57 0 0 0,-11 9 180 0 0,-89 69-181 0 0,-16 18 4 0 0,-1 0-1 0 0,1 1 1 0 0,-1-1 0 0 0,0 0 0 0 0,1 0-1 0 0,-1 0 1 0 0,0 1 0 0 0,0-1 0 0 0,0 0-1 0 0,1 0 1 0 0,-1 0 0 0 0,0 0 0 0 0,0 0-1 0 0,0 1 1 0 0,0-1 0 0 0,0 0 0 0 0,-1 0-1 0 0,1 0 1 0 0,0 0 0 0 0,0 1-1 0 0,-1-3 1 0 0,0 1-24 0 0,-17 1-63 0 0,11 4 66 0 0,0 0-1 0 0,0 1 1 0 0,0 0-1 0 0,0 0 0 0 0,0 1 1 0 0,1 0-1 0 0,0 0 0 0 0,0 0 1 0 0,0 1-1 0 0,1-1 0 0 0,-1 2 1 0 0,1-1-1 0 0,1 0 0 0 0,-6 10 1 0 0,2-2-1 0 0,0 1 1 0 0,1-1-1 0 0,0 2 1 0 0,2-1 0 0 0,0 1-1 0 0,-4 19 1 0 0,8-31 29 0 0,0 0 1 0 0,0 1 0 0 0,0 0 0 0 0,1-1-1 0 0,0 1 1 0 0,0-1 0 0 0,0 1-1 0 0,1-1 1 0 0,0 1 0 0 0,-1-1-1 0 0,2 1 1 0 0,-1-1 0 0 0,0 0-1 0 0,1 1 1 0 0,0-1 0 0 0,0 0 0 0 0,0 0-1 0 0,0 0 1 0 0,1-1 0 0 0,-1 1-1 0 0,1 0 1 0 0,0-1 0 0 0,0 0-1 0 0,1 1 1 0 0,-1-1 0 0 0,1-1-1 0 0,-1 1 1 0 0,1 0 0 0 0,0-1 0 0 0,0 0-1 0 0,0 0 1 0 0,0 0 0 0 0,0 0-1 0 0,1-1 1 0 0,-1 1 0 0 0,0-1-1 0 0,1 0 1 0 0,5 0 0 0 0,4 0-512 0 0,0 1 0 0 0,1-2-1 0 0,-1 0 1 0 0,0-1 0 0 0,0-1 0 0 0,18-3 0 0 0,-12 0-2269 0 0,36-14 1 0 0,-20 4-1763 0 0</inkml:trace>
</inkml:ink>
</file>

<file path=ppt/ink/ink2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8:43.2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54 2432 0 0,'7'-14'6573'0'0,"0"-16"1992"0"0,-5 21-5196 0 0,-1 25-3303 0 0,-1 1 0 0 0,0 0 0 0 0,-6 29 1 0 0,1 7-12 0 0,2-12-31 0 0,0-22 13 0 0,2 1-1 0 0,1-1 1 0 0,0 1 0 0 0,4 25 0 0 0,-4-42-100 0 0,1-1 1 0 0,0 1 0 0 0,-1-1 0 0 0,1 1 0 0 0,0-1-1 0 0,0 1 1 0 0,0-1 0 0 0,1 0 0 0 0,-1 0-1 0 0,2 3 1 0 0,-2-4-70 0 0,0 0 0 0 0,0-1 0 0 0,0 1 1 0 0,0 0-1 0 0,0-1 0 0 0,0 1 0 0 0,0 0 0 0 0,1-1 0 0 0,-1 1 0 0 0,0-1 0 0 0,0 0 0 0 0,0 1 0 0 0,1-1 0 0 0,-1 0 0 0 0,0 0 0 0 0,0 0 1 0 0,1 1-1 0 0,-1-2 0 0 0,0 1 0 0 0,1 0 0 0 0,-1 0 0 0 0,0 0 0 0 0,0 0 0 0 0,1-1 0 0 0,0 0 0 0 0,5-1-658 0 0,0-1 0 0 0,0 0 0 0 0,-1 0 0 0 0,12-9 0 0 0,12-12-4645 0 0,-9 5-128 0 0</inkml:trace>
</inkml:ink>
</file>

<file path=ppt/ink/ink2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8:43.4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 52 2360 0 0,'-39'-50'8360'0'0,"38"48"-7801"0"0,-5 3-228 0 0,6-1-328 0 0,-1 0-1 0 0,1 0 1 0 0,-1 0 0 0 0,1 0 0 0 0,-1 0-1 0 0,1 0 1 0 0,-1 0 0 0 0,1 0-1 0 0,-1 0 1 0 0,1 0 0 0 0,-1 0-1 0 0,1 0 1 0 0,-1 0 0 0 0,1 0-1 0 0,-1 0 1 0 0,1 1 0 0 0,0-1-1 0 0,-1 0 1 0 0,1 0 0 0 0,-1 1-1 0 0,1-1 1 0 0,0 0 0 0 0,-1 0-1 0 0,0 1 1 0 0,1 2-329 0 0,-2 18-491 0 0,3-3-3635 0 0,3-4 774 0 0</inkml:trace>
</inkml:ink>
</file>

<file path=ppt/ink/ink2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8:43.8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262 33 2524 0 0,'3'-1'2184'0'0,"35"-12"6474"0"0,-38 13-8598 0 0,1 0 1 0 0,-1 0-1 0 0,0-1 0 0 0,1 1 1 0 0,-1 0-1 0 0,0-1 0 0 0,0 1 1 0 0,1-1-1 0 0,-1 1 0 0 0,0 0 1 0 0,0-1-1 0 0,1 1 0 0 0,-1-1 1 0 0,0 1-1 0 0,0 0 0 0 0,0-1 1 0 0,0 1-1 0 0,0-1 0 0 0,0 1 1 0 0,0-1-1 0 0,0 1 0 0 0,0-1 1 0 0,0 1-1 0 0,0 0 0 0 0,0-1 1 0 0,0 1-1 0 0,0-1 0 0 0,0 1 1 0 0,0-1-1 0 0,0 1 0 0 0,-1 0 1 0 0,1-1-1 0 0,0 1 0 0 0,0-1 1 0 0,0 1-1 0 0,-1 0 0 0 0,1-1 1 0 0,0 1-1 0 0,-1 0 0 0 0,1-1 1 0 0,0 1-1 0 0,-1 0 0 0 0,1-1 1 0 0,0 1-1 0 0,-1 0 0 0 0,1 0 1 0 0,0-1-1 0 0,-1 1 0 0 0,1 0 1 0 0,-1 0-1 0 0,1 0 0 0 0,-1 0 1 0 0,1 0-1 0 0,0 0 0 0 0,-1-1 1 0 0,0 1-1 0 0,-12 2-3 0 0,0 0-1 0 0,0 1 1 0 0,1 0-1 0 0,0 0 1 0 0,-1 2 0 0 0,1-1-1 0 0,0 2 1 0 0,-13 7 0 0 0,17-8-63 0 0,0 0 1 0 0,1 0-1 0 0,0 1 0 0 0,0 0 1 0 0,0 0-1 0 0,0 0 1 0 0,1 1-1 0 0,0 0 1 0 0,1 0-1 0 0,0 1 0 0 0,0-1 1 0 0,-7 16-1 0 0,11-20 7 0 0,0 1 0 0 0,1 0 0 0 0,-1-1 0 0 0,1 1 0 0 0,0-1 0 0 0,0 1 0 0 0,0 0 0 0 0,1-1 0 0 0,-1 1-1 0 0,1-1 1 0 0,0 1 0 0 0,0-1 0 0 0,0 1 0 0 0,0-1 0 0 0,0 0 0 0 0,1 1 0 0 0,0-1 0 0 0,-1 0 0 0 0,1 0 0 0 0,4 5 0 0 0,4 5 4 0 0,1-1 0 0 0,24 23 1 0 0,-14-16-66 0 0,-1 2 0 0 0,22 29 0 0 0,-40-48 105 0 0,-1-1-1 0 0,0 1 1 0 0,0-1 0 0 0,0 1-1 0 0,-1-1 1 0 0,1 1 0 0 0,0-1-1 0 0,0 1 1 0 0,-1 0-1 0 0,1 0 1 0 0,-1-1 0 0 0,0 1-1 0 0,1 0 1 0 0,-1 0-1 0 0,0-1 1 0 0,0 1 0 0 0,0 0-1 0 0,0 0 1 0 0,0 0 0 0 0,-1-1-1 0 0,1 1 1 0 0,0 0-1 0 0,-1 0 1 0 0,1-1 0 0 0,-1 1-1 0 0,0 0 1 0 0,0-1 0 0 0,1 1-1 0 0,-1-1 1 0 0,0 1-1 0 0,0-1 1 0 0,-1 1 0 0 0,1-1-1 0 0,0 0 1 0 0,0 1-1 0 0,-1-1 1 0 0,1 0 0 0 0,-1 0-1 0 0,-2 2 1 0 0,-2 0 123 0 0,0 1 1 0 0,0-1-1 0 0,0 0 1 0 0,-1-1-1 0 0,1 1 1 0 0,-1-1-1 0 0,1 0 1 0 0,-1-1-1 0 0,-11 2 1 0 0,-32-2 148 0 0,41-1-371 0 0,0-1 0 0 0,0 0 0 0 0,-1 0 0 0 0,1-1 0 0 0,0 0 0 0 0,1-1 0 0 0,-1 0 0 0 0,-8-4 0 0 0,16 7-90 0 0,0-1 0 0 0,0 0-1 0 0,0 1 1 0 0,0-1 0 0 0,0 0 0 0 0,1 0-1 0 0,-1 0 1 0 0,0 0 0 0 0,1 0-1 0 0,-1 0 1 0 0,0 0 0 0 0,1 0 0 0 0,-1 0-1 0 0,1 0 1 0 0,0 0 0 0 0,-1 0-1 0 0,1 0 1 0 0,0 0 0 0 0,-1 0 0 0 0,1 0-1 0 0,0 0 1 0 0,0-1 0 0 0,0 1-1 0 0,0 0 1 0 0,0 0 0 0 0,1-2 0 0 0,-1 0-256 0 0,1-1 0 0 0,0 1 1 0 0,-1 0-1 0 0,1 0 0 0 0,1 0 1 0 0,-1 0-1 0 0,0 0 0 0 0,3-3 1 0 0,20-26-5355 0 0,-9 14 1005 0 0</inkml:trace>
</inkml:ink>
</file>

<file path=ppt/ink/ink2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8:44.1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94 121 2852 0 0,'32'-98'16586'0'0,"-28"84"-15308"0"0,-1 6 1068 0 0,-2 17-931 0 0,-2 20 533 0 0,-2 0 0 0 0,-12 48 0 0 0,2-6-748 0 0,-26 151-683 0 0,-22 197 212 0 0,61-415-883 0 0,-1 1-1 0 0,1-1 1 0 0,0 0 0 0 0,0 1 0 0 0,0-1-1 0 0,1 0 1 0 0,0 1 0 0 0,0-1-1 0 0,0 0 1 0 0,0 0 0 0 0,4 8-1 0 0,-4-11-38 0 0,0 0 0 0 0,0 0 0 0 0,0 0 0 0 0,0-1 0 0 0,0 1 0 0 0,0 0 0 0 0,1-1 0 0 0,-1 1 0 0 0,0-1 0 0 0,1 1 0 0 0,-1-1 0 0 0,0 0 0 0 0,1 1 0 0 0,-1-1 0 0 0,0 0 0 0 0,1 0 0 0 0,-1 0 0 0 0,0 0 0 0 0,1 0 0 0 0,-1 0 0 0 0,0 0 0 0 0,3-1 0 0 0,30-10-2833 0 0,-10-1-1233 0 0,0 0 0 0 0,40-30 1 0 0,-31 16-4012 0 0</inkml:trace>
</inkml:ink>
</file>

<file path=ppt/ink/ink2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8:44.3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139 65 2608 0 0,'-54'-22'7005'0'0,"32"12"-2725"0"0,-38-11 0 0 0,57 20-3398 0 0,38-9-690 0 0,108 9-4257 0 0,-47 6-2784 0 0,-54-3 920 0 0</inkml:trace>
</inkml:ink>
</file>

<file path=ppt/ink/ink2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8:44.8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459 132 320 0 0,'-84'23'10817'0'0,"53"-9"-9080"0"0,29-13-1657 0 0,1 0 0 0 0,0-1-1 0 0,0 1 1 0 0,-1 0 0 0 0,1-1 0 0 0,0 1 0 0 0,0 0 0 0 0,0 0-1 0 0,0 0 1 0 0,0 0 0 0 0,0 0 0 0 0,0 0 0 0 0,0 0 0 0 0,1 0 0 0 0,-1 1-1 0 0,0-1 1 0 0,1 0 0 0 0,-1 0 0 0 0,1 1 0 0 0,-1-1 0 0 0,1 0 0 0 0,-1 1-1 0 0,1-1 1 0 0,0 1 0 0 0,0 1 0 0 0,0-2-32 0 0,1 0 0 0 0,-1 0 0 0 0,0 0 0 0 0,1 0 0 0 0,0 0 0 0 0,-1 0 0 0 0,1 0 0 0 0,-1 0 0 0 0,1-1 0 0 0,0 1 1 0 0,0 0-1 0 0,0 0 0 0 0,-1-1 0 0 0,1 1 0 0 0,0 0 0 0 0,0-1 0 0 0,0 1 0 0 0,0-1 0 0 0,0 0 0 0 0,0 1 0 0 0,0-1 0 0 0,0 0 0 0 0,0 1 0 0 0,0-1 0 0 0,0 0 0 0 0,0 0 0 0 0,2 0 0 0 0,0 1 46 0 0,12-6 202 0 0,-13 3-276 0 0,0 0 0 0 0,0 0 1 0 0,0 0-1 0 0,-1 0 0 0 0,1-1 0 0 0,0 1 1 0 0,-1 0-1 0 0,0-1 0 0 0,0 1 0 0 0,1-1 0 0 0,-1 0 1 0 0,-1 1-1 0 0,1-1 0 0 0,0 0 0 0 0,0-2 1 0 0,0-1-8 0 0,0 0 0 0 0,-1 0 0 0 0,1 1 0 0 0,-1-1 1 0 0,0 0-1 0 0,0 1 0 0 0,-2-8 0 0 0,0 6-17 0 0,0 1 1 0 0,0 0-1 0 0,-1-1 0 0 0,0 1 0 0 0,0 0 0 0 0,-1 0 0 0 0,1 0 0 0 0,-1 1 1 0 0,0-1-1 0 0,-1 1 0 0 0,1 0 0 0 0,-1 0 0 0 0,0 0 0 0 0,-1 1 0 0 0,1 0 1 0 0,-1 0-1 0 0,-6-3 0 0 0,7 4-8 0 0,0 0-1 0 0,0 1 1 0 0,-1 0 0 0 0,1 0-1 0 0,-1 1 1 0 0,1-1 0 0 0,-1 1 0 0 0,0 0-1 0 0,1 1 1 0 0,-1-1 0 0 0,0 1-1 0 0,1 0 1 0 0,-1 1 0 0 0,0-1 0 0 0,0 1-1 0 0,1 0 1 0 0,-1 1 0 0 0,1-1-1 0 0,-1 1 1 0 0,-9 5 0 0 0,0 1 58 0 0,1 1 1 0 0,0 1-1 0 0,1 0 0 0 0,0 1 1 0 0,1 0-1 0 0,-21 25 0 0 0,24-26-10 0 0,1 1-1 0 0,1 0 0 0 0,0 0 0 0 0,0 1 0 0 0,1 0 0 0 0,1 0 0 0 0,0 1 1 0 0,1-1-1 0 0,-4 18 0 0 0,7-27-20 0 0,0 1 0 0 0,1 0 0 0 0,-1 0 1 0 0,1 0-1 0 0,0 0 0 0 0,0 0 0 0 0,0 0 0 0 0,1 0 0 0 0,0-1 0 0 0,-1 1 1 0 0,1 0-1 0 0,1 0 0 0 0,-1 0 0 0 0,0-1 0 0 0,1 1 0 0 0,3 5 1 0 0,-2-5-1 0 0,1 0 1 0 0,-1-1 0 0 0,1 1 0 0 0,0-1 0 0 0,0 0 0 0 0,0 0 0 0 0,0 0 0 0 0,0 0-1 0 0,1-1 1 0 0,-1 0 0 0 0,1 0 0 0 0,7 3 0 0 0,2-1-378 0 0,1-1 0 0 0,-1 0 1 0 0,1 0-1 0 0,0-2 0 0 0,0 0 0 0 0,0 0 0 0 0,0-2 1 0 0,0 0-1 0 0,20-3 0 0 0,-14 0-878 0 0,-1-1-1 0 0,1-1 1 0 0,-2-1-1 0 0,1 0 1 0 0,-1-1-1 0 0,21-13 1 0 0,-12 4-1982 0 0</inkml:trace>
</inkml:ink>
</file>

<file path=ppt/ink/ink2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8:45.3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1 179 4600 0 0,'12'-19'1739'0'0,"0"-1"-1"0"0,-2-1 0 0 0,10-26 0 0 0,-14 34-711 0 0,16-40 2407 0 0,-21 51-3324 0 0,6 0 27 0 0,-7 2-135 0 0,1-1 0 0 0,-1 1 1 0 0,0 0-1 0 0,1 0 0 0 0,-1 0 1 0 0,0 0-1 0 0,1 0 0 0 0,-1 0 1 0 0,1-1-1 0 0,-1 1 0 0 0,0 0 1 0 0,1 0-1 0 0,-1 0 0 0 0,0 0 1 0 0,1 0-1 0 0,-1 1 0 0 0,1-1 1 0 0,-1 0-1 0 0,0 0 0 0 0,1 0 1 0 0,-1 0-1 0 0,0 0 0 0 0,1 0 1 0 0,-1 1-1 0 0,0-1 0 0 0,1 0 1 0 0,-1 0-1 0 0,0 0 0 0 0,1 1 1 0 0,-1-1-1 0 0,0 0 0 0 0,0 1 1 0 0,1-1-1 0 0,-1 0 0 0 0,0 0 1 0 0,0 1-1 0 0,1-1 0 0 0,-1 0 1 0 0,0 1-1 0 0,0-1 0 0 0,0 1 1 0 0,0-1-1 0 0,0 0 0 0 0,0 1 1 0 0,0 0-1 0 0,11 18 108 0 0,-2 1-1 0 0,0 1 1 0 0,-2 0 0 0 0,0 0-1 0 0,-2 0 1 0 0,0 1 0 0 0,-1-1-1 0 0,-1 1 1 0 0,-1 0 0 0 0,-2 42-1 0 0,0-58-21 0 0,-1 1-1 0 0,1-1 1 0 0,-1 1 0 0 0,-1-1-1 0 0,1 0 1 0 0,-1 0-1 0 0,0 1 1 0 0,0-1-1 0 0,-1 0 1 0 0,0-1 0 0 0,0 1-1 0 0,0 0 1 0 0,-9 9-1 0 0,12-15-72 0 0,-1 1 0 0 0,1 0-1 0 0,-1-1 1 0 0,0 1 0 0 0,0 0 0 0 0,1-1-1 0 0,-1 1 1 0 0,0-1 0 0 0,0 0-1 0 0,0 1 1 0 0,1-1 0 0 0,-1 1-1 0 0,0-1 1 0 0,0 0 0 0 0,0 0 0 0 0,0 0-1 0 0,0 0 1 0 0,0 1 0 0 0,0-1-1 0 0,0 0 1 0 0,0 0 0 0 0,0-1-1 0 0,1 1 1 0 0,-1 0 0 0 0,0 0 0 0 0,0 0-1 0 0,0-1 1 0 0,0 1 0 0 0,0 0-1 0 0,0-1 1 0 0,1 1 0 0 0,-1-1-1 0 0,0 1 1 0 0,0-1 0 0 0,0 1-1 0 0,1-1 1 0 0,-1 1 0 0 0,0-1 0 0 0,1 0-1 0 0,-1 1 1 0 0,1-1 0 0 0,-1 0-1 0 0,1 0 1 0 0,-1 0 0 0 0,0 0-1 0 0,-2-4 5 0 0,1 1-1 0 0,0-1 0 0 0,-1 1 1 0 0,1-1-1 0 0,1 0 0 0 0,-3-7 0 0 0,3 3-22 0 0,0 0-1 0 0,1 1 0 0 0,0-1 0 0 0,1 0 0 0 0,-1 1 0 0 0,2-1 0 0 0,-1 0 1 0 0,1 1-1 0 0,1-1 0 0 0,-1 1 0 0 0,1 0 0 0 0,1 0 0 0 0,0 0 0 0 0,0 0 0 0 0,0 1 1 0 0,1-1-1 0 0,0 1 0 0 0,9-10 0 0 0,-4 6-14 0 0,0 0 0 0 0,1 1-1 0 0,0 1 1 0 0,0-1 0 0 0,1 2 0 0 0,0 0 0 0 0,0 0 0 0 0,1 1-1 0 0,0 1 1 0 0,20-8 0 0 0,-19 10-14 0 0,0 1-1 0 0,0 0 0 0 0,0 1 1 0 0,0 1-1 0 0,0 0 1 0 0,0 1-1 0 0,1 0 0 0 0,25 5 1 0 0,-34-4 23 0 0,0 0 0 0 0,-1 1 0 0 0,1 0 0 0 0,-1 0 0 0 0,0 0 0 0 0,0 0 0 0 0,0 1 1 0 0,0 0-1 0 0,0 0 0 0 0,8 8 0 0 0,-10-8 11 0 0,0 0 1 0 0,-1 0 0 0 0,1 0 0 0 0,-1 1-1 0 0,0-1 1 0 0,0 1 0 0 0,0 0-1 0 0,-1-1 1 0 0,1 1 0 0 0,-1 0-1 0 0,0 0 1 0 0,0 0 0 0 0,0 0-1 0 0,0 0 1 0 0,-1 0 0 0 0,0 8-1 0 0,-2 20-241 0 0,-1 0 1 0 0,-2-1-1 0 0,-14 53 0 0 0,16-72-301 0 0,2-10 96 0 0,1 1-1 0 0,-1 0 1 0 0,1 0-1 0 0,0 0 0 0 0,0 0 1 0 0,0 0-1 0 0,0 0 1 0 0,1 4-1 0 0,6 9-4959 0 0</inkml:trace>
</inkml:ink>
</file>

<file path=ppt/ink/ink2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8:45.7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330 106 2520 0 0,'1'-4'862'0'0,"2"-1"-22"0"0,-1 0 0 0 0,0-1-1 0 0,0 1 1 0 0,0 0 0 0 0,-1-1-1 0 0,0 1 1 0 0,0 0 0 0 0,0-1-1 0 0,0 0 1 0 0,-1 1 0 0 0,0-1-1 0 0,-1 1 1 0 0,1-1 0 0 0,-1 1-1 0 0,-2-10 1 0 0,2 15-805 0 0,1-1-1 0 0,0 1 1 0 0,-1-1-1 0 0,0 1 1 0 0,1-1 0 0 0,-1 1-1 0 0,1 0 1 0 0,-1-1 0 0 0,1 1-1 0 0,-1 0 1 0 0,0-1 0 0 0,1 1-1 0 0,-1 0 1 0 0,1 0 0 0 0,-1 0-1 0 0,0 0 1 0 0,1-1 0 0 0,-1 1-1 0 0,0 0 1 0 0,1 0 0 0 0,-1 0-1 0 0,0 1 1 0 0,1-1-1 0 0,-1 0 1 0 0,-1 0 0 0 0,-14 4 224 0 0,15-4-242 0 0,-16 6 297 0 0,-1 2 0 0 0,1 0 0 0 0,1 0 1 0 0,0 2-1 0 0,0 0 0 0 0,1 1 1 0 0,-25 23-1 0 0,20-17-160 0 0,1 1 0 0 0,1 1-1 0 0,-23 31 1 0 0,34-40-128 0 0,1 0 0 0 0,-1 1 0 0 0,1 0 0 0 0,1 0 0 0 0,0 0 0 0 0,1 0-1 0 0,0 1 1 0 0,1 0 0 0 0,-4 20 0 0 0,7-27-12 0 0,-1 0-1 0 0,1-1 1 0 0,0 1 0 0 0,0-1 0 0 0,1 1-1 0 0,-1-1 1 0 0,1 1 0 0 0,0-1 0 0 0,0 1-1 0 0,1-1 1 0 0,-1 1 0 0 0,1-1-1 0 0,0 0 1 0 0,0 0 0 0 0,1 0 0 0 0,5 7-1 0 0,-4-7 3 0 0,0 0-1 0 0,0 0 0 0 0,1 0 0 0 0,0-1 0 0 0,-1 0 1 0 0,1 0-1 0 0,0 0 0 0 0,1 0 0 0 0,-1-1 0 0 0,0 0 0 0 0,1 0 1 0 0,0 0-1 0 0,5 0 0 0 0,10 2-43 0 0,0-2 0 0 0,-1 0 0 0 0,1-1 0 0 0,0-2 0 0 0,0 0 0 0 0,21-3 0 0 0,-10-2-206 0 0,-1-1 0 0 0,1-1 0 0 0,36-15 0 0 0,-39 11 131 0 0,0-1 1 0 0,-1-1 0 0 0,0-2-1 0 0,-1-1 1 0 0,-1-1-1 0 0,-1-1 1 0 0,0-1 0 0 0,-2-1-1 0 0,0-2 1 0 0,-1 0-1 0 0,-2-1 1 0 0,28-41-1 0 0,-46 61 133 0 0,1 0 0 0 0,0 0-1 0 0,-1-1 1 0 0,0 1 0 0 0,0-1-1 0 0,0 0 1 0 0,-1 1 0 0 0,0-1-1 0 0,0 0 1 0 0,0 0 0 0 0,0 0-1 0 0,-1-9 1 0 0,0 13-28 0 0,0 1 0 0 0,0-1 1 0 0,-1 1-1 0 0,1-1 0 0 0,0 0 0 0 0,-1 1 1 0 0,1-1-1 0 0,0 1 0 0 0,-1-1 0 0 0,1 1 1 0 0,-1-1-1 0 0,1 1 0 0 0,-1-1 0 0 0,1 1 1 0 0,-1-1-1 0 0,1 1 0 0 0,-1 0 0 0 0,0-1 1 0 0,1 1-1 0 0,-1 0 0 0 0,0 0 0 0 0,1-1 1 0 0,-1 1-1 0 0,0 0 0 0 0,1 0 0 0 0,-1 0 1 0 0,0 0-1 0 0,1 0 0 0 0,-1 0 0 0 0,0 0 1 0 0,1 0-1 0 0,-1 0 0 0 0,-1 0 0 0 0,-22 5 27 0 0,14-1 25 0 0,0 1 0 0 0,0 0 0 0 0,0 0 0 0 0,1 1 0 0 0,0 0 0 0 0,0 1 0 0 0,0 0 0 0 0,1 1 0 0 0,0 0 0 0 0,-9 11 0 0 0,8-8-10 0 0,1 0-1 0 0,-1 1 1 0 0,2 1-1 0 0,0-1 1 0 0,0 1-1 0 0,1 1 1 0 0,-6 20-1 0 0,11-30-23 0 0,-1 0-1 0 0,1 1 0 0 0,1 0 1 0 0,-1-1-1 0 0,1 1 0 0 0,0-1 1 0 0,0 1-1 0 0,0 0 0 0 0,0-1 1 0 0,1 1-1 0 0,0-1 0 0 0,0 1 1 0 0,0-1-1 0 0,1 1 1 0 0,-1-1-1 0 0,5 8 0 0 0,-3-7-7 0 0,0-1-1 0 0,1 0 0 0 0,-1 0 1 0 0,1 0-1 0 0,0 0 1 0 0,0-1-1 0 0,0 1 0 0 0,0-1 1 0 0,1 0-1 0 0,-1-1 1 0 0,1 1-1 0 0,0-1 0 0 0,0 0 1 0 0,7 3-1 0 0,7 0-596 0 0,0 0-1 0 0,-1-2 1 0 0,2 0 0 0 0,-1 0-1 0 0,23-2 1 0 0,4-2-4024 0 0,49-8 0 0 0,-46 3-1554 0 0</inkml:trace>
</inkml:ink>
</file>

<file path=ppt/ink/ink2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8:46.8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290 415 804 0 0,'1'-4'1079'0'0,"1"-1"0"0"0,-2 1 1 0 0,1 0-1 0 0,0-1 0 0 0,-1 1 0 0 0,0 0 0 0 0,0-1 0 0 0,0 1 0 0 0,-1-7 1 0 0,0 9-824 0 0,1 0 0 0 0,-1-1 1 0 0,0 1-1 0 0,0-1 1 0 0,0 1-1 0 0,-1 0 0 0 0,1 0 1 0 0,0 0-1 0 0,-1 0 1 0 0,0 0-1 0 0,1 0 0 0 0,-1 0 1 0 0,0 0-1 0 0,0 1 1 0 0,-3-3-1 0 0,4 3-204 0 0,-1 0-1 0 0,0 1 0 0 0,0-1 1 0 0,0 1-1 0 0,1-1 0 0 0,-1 1 1 0 0,0 0-1 0 0,0 0 1 0 0,0-1-1 0 0,0 1 0 0 0,1 0 1 0 0,-1 1-1 0 0,0-1 1 0 0,0 0-1 0 0,0 1 0 0 0,0-1 1 0 0,-2 2-1 0 0,-29 11 274 0 0,20-5-265 0 0,-1 1-1 0 0,1 0 0 0 0,1 1 1 0 0,0 0-1 0 0,0 1 1 0 0,-19 24-1 0 0,17-17-46 0 0,1 0-1 0 0,1 1 0 0 0,0 0 1 0 0,-11 29-1 0 0,19-40-5 0 0,1 0-1 0 0,0 1 1 0 0,1-1-1 0 0,-1 1 1 0 0,2 0-1 0 0,-1 0 0 0 0,2 0 1 0 0,-1 12-1 0 0,1-18 1 0 0,0 0-1 0 0,1 0 1 0 0,-1 0 0 0 0,1 0-1 0 0,0 0 1 0 0,-1 0-1 0 0,2 0 1 0 0,-1 0-1 0 0,0 0 1 0 0,0 0-1 0 0,1 0 1 0 0,0 0-1 0 0,-1-1 1 0 0,1 1-1 0 0,0-1 1 0 0,1 1 0 0 0,-1-1-1 0 0,0 0 1 0 0,0 0-1 0 0,1 0 1 0 0,0 0-1 0 0,-1 0 1 0 0,1-1-1 0 0,0 1 1 0 0,0-1-1 0 0,5 3 1 0 0,7 0 10 0 0,-1-1-1 0 0,0 0 1 0 0,1-1 0 0 0,0-1-1 0 0,0 0 1 0 0,-1 0 0 0 0,1-2 0 0 0,0 0-1 0 0,26-5 1 0 0,-19 1 7 0 0,1-1 0 0 0,-1-1 0 0 0,-1-1 1 0 0,1 0-1 0 0,31-19 0 0 0,-37 17-11 0 0,-1-1 1 0 0,1-1-1 0 0,-2-1 1 0 0,0 0 0 0 0,0 0-1 0 0,-1-1 1 0 0,-1-1-1 0 0,0 0 1 0 0,-1-1-1 0 0,-1 0 1 0 0,0-1-1 0 0,11-29 1 0 0,-15 34-17 0 0,-2-1 1 0 0,1-1 0 0 0,-1 1 0 0 0,-1-1 0 0 0,-1 0 0 0 0,0 0-1 0 0,0 1 1 0 0,-2-1 0 0 0,0 0 0 0 0,0 0 0 0 0,-1 0 0 0 0,-1 0 0 0 0,0 0-1 0 0,-1 0 1 0 0,0 1 0 0 0,-2-1 0 0 0,1 1 0 0 0,-7-13 0 0 0,9 22-7 0 0,0 0 1 0 0,0 0-1 0 0,-1 1 1 0 0,1-1 0 0 0,-1 1-1 0 0,0-1 1 0 0,0 1-1 0 0,0 0 1 0 0,0 0 0 0 0,0 0-1 0 0,-1 0 1 0 0,0 1-1 0 0,1-1 1 0 0,-1 1 0 0 0,0 0-1 0 0,0 0 1 0 0,0 0-1 0 0,0 1 1 0 0,0 0 0 0 0,-7-2-1 0 0,5 3 3 0 0,-1-1-1 0 0,0 1 1 0 0,1 1-1 0 0,-1 0 1 0 0,1-1-1 0 0,-1 2 0 0 0,1-1 1 0 0,-1 1-1 0 0,1 0 1 0 0,0 1-1 0 0,0-1 1 0 0,-11 7-1 0 0,0 1-8 0 0,2 1-1 0 0,0 0 0 0 0,0 1 1 0 0,1 0-1 0 0,0 2 0 0 0,1-1 1 0 0,-11 16-1 0 0,14-16-1 0 0,1 0-1 0 0,0 1 1 0 0,1 0 0 0 0,0 0-1 0 0,1 0 1 0 0,1 1 0 0 0,0 0-1 0 0,-5 26 1 0 0,10-35 17 0 0,0 1 0 0 0,0-1 1 0 0,1 1-1 0 0,0-1 0 0 0,0 1 0 0 0,0-1 0 0 0,1 1 0 0 0,0-1 1 0 0,0 1-1 0 0,1-1 0 0 0,0 0 0 0 0,0 0 0 0 0,1 0 1 0 0,-1 0-1 0 0,1 0 0 0 0,0 0 0 0 0,1-1 0 0 0,4 7 1 0 0,-2-5 8 0 0,1 0 1 0 0,0-1-1 0 0,0 1 1 0 0,1-1 0 0 0,-1-1-1 0 0,1 1 1 0 0,0-1 0 0 0,1-1-1 0 0,-1 0 1 0 0,1 0 0 0 0,17 5-1 0 0,0-2-6 0 0,0-2 0 0 0,1 0 0 0 0,-1-2 0 0 0,1-1 0 0 0,0-1 0 0 0,-1-2 0 0 0,1 0-1 0 0,0-2 1 0 0,41-9 0 0 0,-38 5-19 0 0,0-2-1 0 0,0-1 1 0 0,-1-1-1 0 0,-1-2 1 0 0,1 0 0 0 0,-2-2-1 0 0,50-36 1 0 0,-56 33 12 0 0,0-1 0 0 0,-2-1 0 0 0,0 0 0 0 0,-1-2 0 0 0,-1 0 0 0 0,-1-1 0 0 0,18-33 0 0 0,-17 23 59 0 0,-2-1 0 0 0,-1 0 0 0 0,-2 0 0 0 0,-1-2 0 0 0,7-38 0 0 0,-17 71-48 0 0,1-21-42 0 0,-5 18 3 0 0,-7 10 27 0 0,3 2 6 0 0,1 1-1 0 0,0-1 1 0 0,1 1 0 0 0,-1 1-1 0 0,1-1 1 0 0,1 1 0 0 0,-5 9-1 0 0,-4 6-14 0 0,-20 36-29 0 0,-48 118 0 0 0,-8 74 83 0 0,69-190 30 0 0,-106 370 740 0 0,77-251-470 0 0,16-52-34 0 0,-16 55 319 0 0,35-142-201 0 0,-1 1-1 0 0,-27 49 1 0 0,37-81-289 0 0,-1 1 0 0 0,-1-1 0 0 0,0 0-1 0 0,0 0 1 0 0,-1-1 0 0 0,0 0 0 0 0,-15 13 0 0 0,20-20-93 0 0,0 1-1 0 0,-1-1 1 0 0,1 0 0 0 0,0 0-1 0 0,-1-1 1 0 0,1 1-1 0 0,-1-1 1 0 0,1 0 0 0 0,-1 0-1 0 0,0 0 1 0 0,1 0 0 0 0,-1-1-1 0 0,0 1 1 0 0,0-1-1 0 0,1 0 1 0 0,-1 0 0 0 0,0 0-1 0 0,0-1 1 0 0,0 1 0 0 0,1-1-1 0 0,-1 0 1 0 0,0 0-1 0 0,1 0 1 0 0,-1-1 0 0 0,1 1-1 0 0,-1-1 1 0 0,1 0 0 0 0,-4-3-1 0 0,0 1 27 0 0,1 0 1 0 0,0-1-1 0 0,0 0 0 0 0,1 0 0 0 0,0-1 0 0 0,0 1 1 0 0,0-1-1 0 0,0 0 0 0 0,1-1 0 0 0,0 1 1 0 0,0-1-1 0 0,-4-10 0 0 0,5 8-38 0 0,0-1-1 0 0,1 0 1 0 0,0 1 0 0 0,0-1 0 0 0,1 0-1 0 0,0 0 1 0 0,1 0 0 0 0,1-16-1 0 0,2 6-27 0 0,0 1-1 0 0,2 0 1 0 0,0 0-1 0 0,1 0 1 0 0,1 0-1 0 0,0 1 1 0 0,2 1 0 0 0,0-1-1 0 0,12-17 1 0 0,7-3-2 0 0,2 1 0 0 0,1 1 0 0 0,1 2 0 0 0,2 1 1 0 0,76-56-1 0 0,-50 48-685 0 0,2 2 0 0 0,2 3 1 0 0,80-32-1 0 0,-119 58-530 0 0,1 0 0 0 0,38-9 0 0 0,-50 16-856 0 0,-1 1-1 0 0,0 1 1 0 0,0 0-1 0 0,20 2 1 0 0,-11 0-3423 0 0</inkml:trace>
</inkml:ink>
</file>

<file path=ppt/ink/ink2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8:48.2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1 772 2032 0 0,'3'-4'6977'0'0,"-3"3"-6852"0"0,1 1 1 0 0,-1 0-1 0 0,0 0 1 0 0,1 0 0 0 0,-1 0-1 0 0,1 0 1 0 0,2 18 921 0 0,10 32 0 0 0,-12-48-1018 0 0,-1 0-1 0 0,1 0 0 0 0,0 0 0 0 0,0 0 1 0 0,0-1-1 0 0,1 1 0 0 0,-1 0 0 0 0,0-1 0 0 0,1 1 1 0 0,-1 0-1 0 0,1-1 0 0 0,-1 0 0 0 0,1 1 0 0 0,0-1 1 0 0,-1 0-1 0 0,1 0 0 0 0,0 0 0 0 0,0 0 1 0 0,0 0-1 0 0,0 0 0 0 0,0-1 0 0 0,0 1 0 0 0,0-1 1 0 0,0 1-1 0 0,0-1 0 0 0,0 0 0 0 0,0 0 1 0 0,1 0-1 0 0,-1 0 0 0 0,3 0 0 0 0,3-1 30 0 0,0 0 0 0 0,0-1 0 0 0,0 0 1 0 0,0 0-1 0 0,0-1 0 0 0,8-4 0 0 0,-1 0-25 0 0,-1-2 1 0 0,0 0-1 0 0,0-1 1 0 0,-1 0-1 0 0,0-1 1 0 0,-1 0-1 0 0,0-1 0 0 0,-1 0 1 0 0,19-27-1 0 0,-3-4 5 0 0,44-89-1 0 0,-44 77-48 0 0,-4-1 0 0 0,-1-1 0 0 0,-4-1 0 0 0,-1-1 0 0 0,-4-1 1 0 0,12-106-1 0 0,-25 164 13 0 0,0 1 0 0 0,0-1 0 0 0,0 1 0 0 0,0-1 0 0 0,0 1 0 0 0,0-1 0 0 0,0 1 0 0 0,-1-1 0 0 0,1 1 0 0 0,0-1 1 0 0,-1 1-1 0 0,1-1 0 0 0,-1 1 0 0 0,0 0 0 0 0,1-1 0 0 0,-1 1 0 0 0,0 0 0 0 0,0-1 0 0 0,0 1 0 0 0,-1-1 0 0 0,2 1 0 0 0,-1 1-1 0 0,1 0 1 0 0,-1 0-1 0 0,1 0 1 0 0,-1-1-1 0 0,1 1 1 0 0,-1 0-1 0 0,0 0 1 0 0,1 0-1 0 0,-1 0 0 0 0,1 0 1 0 0,-1 0-1 0 0,1 0 1 0 0,-1 0-1 0 0,0 0 1 0 0,1 0-1 0 0,-1 0 1 0 0,1 0-1 0 0,-1 0 1 0 0,0 1-1 0 0,-16 12 46 0 0,-6 16-8 0 0,2 0-1 0 0,2 1 1 0 0,0 1 0 0 0,-23 55 0 0 0,14-16 20 0 0,-23 86 1 0 0,39-114-17 0 0,-9 66 0 0 0,19-93-20 0 0,1 0 1 0 0,1 0 0 0 0,0 0-1 0 0,0-1 1 0 0,2 1-1 0 0,0 0 1 0 0,0 0 0 0 0,7 17-1 0 0,-7-27-5 0 0,0 1 0 0 0,0 0 0 0 0,1-1-1 0 0,0 0 1 0 0,0 0 0 0 0,1 0-1 0 0,-1 0 1 0 0,1 0 0 0 0,0 0 0 0 0,1-1-1 0 0,-1 0 1 0 0,1 0 0 0 0,7 5 0 0 0,-4-5-82 0 0,-1 1 1 0 0,1-2 0 0 0,1 1-1 0 0,-1-1 1 0 0,0-1 0 0 0,1 1-1 0 0,-1-1 1 0 0,15 1 0 0 0,-4-2-253 0 0,0-1 0 0 0,0 0 0 0 0,0-1 0 0 0,0-2 0 0 0,0 0 1 0 0,0 0-1 0 0,35-13 0 0 0,-24 3-2 0 0,0 0-1 0 0,-1-2 1 0 0,0-2-1 0 0,-2 0 1 0 0,0-2 0 0 0,-1-1-1 0 0,-1-1 1 0 0,0-1-1 0 0,-2-1 1 0 0,-1-1 0 0 0,20-27-1 0 0,-12 9 612 0 0,-2-1-1 0 0,-2-1 0 0 0,-1-1 1 0 0,-3-1-1 0 0,-2-1 1 0 0,20-67-1 0 0,-29 75 1114 0 0,9-59 1 0 0,-20 96-1250 0 0,0 2-149 0 0,-1 0 0 0 0,0 1-1 0 0,0-1 1 0 0,1 1 0 0 0,-1-1 0 0 0,0 1-1 0 0,0 0 1 0 0,1-1 0 0 0,-1 1 0 0 0,0-1-1 0 0,1 1 1 0 0,-1 0 0 0 0,1 0 0 0 0,-1-1-1 0 0,1 1 1 0 0,0 0 0 0 0,-1 0 0 0 0,0 1-1 0 0,-7 19 74 0 0,7-18-68 0 0,-21 74 249 0 0,-25 149 1 0 0,43-205-221 0 0,-47 355 828 0 0,50-357 348 0 0,1-19-1202 0 0,0 0 0 0 0,0 0-1 0 0,0 0 1 0 0,0 0 0 0 0,0 0 0 0 0,0 0-1 0 0,0 0 1 0 0,0 0 0 0 0,0 0 0 0 0,0 0-1 0 0,0 1 1 0 0,0-1 0 0 0,0 0-1 0 0,0 0 1 0 0,0 0 0 0 0,0 0 0 0 0,0 0-1 0 0,0 0 1 0 0,0 0 0 0 0,0 0-1 0 0,0 0 1 0 0,0 0 0 0 0,0 1 0 0 0,0-1-1 0 0,0 0 1 0 0,0 0 0 0 0,0 0-1 0 0,0 0 1 0 0,0 0 0 0 0,0 0 0 0 0,0 0-1 0 0,0 0 1 0 0,0 0 0 0 0,0 0 0 0 0,1 0-1 0 0,-1 0 1 0 0,0 0 0 0 0,0 0-1 0 0,0 0 1 0 0,0 1 0 0 0,0-1 0 0 0,0 0-1 0 0,0 0 1 0 0,0 0 0 0 0,0 0-1 0 0,0 0 1 0 0,0 0 0 0 0,1 0 0 0 0,-1 0-1 0 0,0 0 1 0 0,0 0 0 0 0,0 0-1 0 0,0 0 1 0 0,0 0 0 0 0,0 0 0 0 0,0 0-1 0 0,0 0 1 0 0,0 0 0 0 0,0 0 0 0 0,1-1-1 0 0,-1 1 1 0 0,0 0 0 0 0,0 0-1 0 0,0 0 1 0 0,0 0 0 0 0,12-24 1162 0 0,-3 5-1298 0 0,9-17 167 0 0,2 1 0 0 0,2 1 0 0 0,40-49 0 0 0,-45 63-67 0 0,1 1 1 0 0,1 1-1 0 0,0 1 0 0 0,2 1 1 0 0,0 0-1 0 0,36-20 1 0 0,-54 34 6 0 0,0 0 0 0 0,0 1 1 0 0,1-1-1 0 0,-1 1 1 0 0,1-1-1 0 0,-1 1 0 0 0,0 0 1 0 0,1 1-1 0 0,0-1 0 0 0,-1 0 1 0 0,1 1-1 0 0,-1 0 1 0 0,1 0-1 0 0,0 0 0 0 0,-1 0 1 0 0,1 1-1 0 0,0-1 1 0 0,-1 1-1 0 0,1 0 0 0 0,-1 0 1 0 0,0 0-1 0 0,1 0 1 0 0,5 4-1 0 0,-5-1 3 0 0,0-1-1 0 0,0 1 1 0 0,-1-1 0 0 0,0 1 0 0 0,1 0-1 0 0,-2 0 1 0 0,1 1 0 0 0,0-1-1 0 0,-1 1 1 0 0,0-1 0 0 0,0 1 0 0 0,0 0-1 0 0,0-1 1 0 0,-1 1 0 0 0,0 0 0 0 0,1 7-1 0 0,2 22-9 0 0,-2 65 0 0 0,-2-70 43 0 0,0 0 1 0 0,2 0-1 0 0,7 40 1 0 0,-8-67-16 0 0,-1 0 0 0 0,1 1 0 0 0,0-1 0 0 0,0 1 1 0 0,0-1-1 0 0,0 0 0 0 0,0 0 0 0 0,1 0 0 0 0,-1 0 1 0 0,1 0-1 0 0,-1 0 0 0 0,1 0 0 0 0,0 0 0 0 0,0 0 1 0 0,0-1-1 0 0,0 1 0 0 0,2 1 0 0 0,0-1 0 0 0,0-1 0 0 0,0 1 0 0 0,0-1 0 0 0,0 1 0 0 0,0-1 0 0 0,0 0 0 0 0,0-1 0 0 0,1 1-1 0 0,5 0 1 0 0,3-2 3 0 0,-1 0 0 0 0,1 0 0 0 0,0-1 0 0 0,-1-1 0 0 0,0 0-1 0 0,13-5 1 0 0,-6 1 4 0 0,0-2-1 0 0,-1 0 1 0 0,0-2-1 0 0,-1 0 0 0 0,0 0 1 0 0,0-2-1 0 0,-2 0 1 0 0,18-18-1 0 0,-11 7 17 0 0,0-1-1 0 0,-1-1 1 0 0,-2-1 0 0 0,21-39 0 0 0,-36 59-23 0 0,0 0 1 0 0,0 0 0 0 0,-1 0 0 0 0,0-1 0 0 0,0 1-1 0 0,-1-1 1 0 0,0 0 0 0 0,0 0 0 0 0,-1 0-1 0 0,0 0 1 0 0,0-11 0 0 0,-1 18-11 0 0,-1 1 1 0 0,1-1-1 0 0,0 0 0 0 0,0 1 0 0 0,0-1 1 0 0,-1 1-1 0 0,1-1 0 0 0,0 1 1 0 0,0-1-1 0 0,-1 1 0 0 0,1-1 0 0 0,-1 1 1 0 0,1-1-1 0 0,0 1 0 0 0,-1-1 1 0 0,1 1-1 0 0,-1 0 0 0 0,1-1 0 0 0,-1 1 1 0 0,1 0-1 0 0,-1-1 0 0 0,1 1 1 0 0,-1 0-1 0 0,1 0 0 0 0,-1-1 0 0 0,0 1 1 0 0,1 0-1 0 0,-1 0 0 0 0,1 0 1 0 0,-1 0-1 0 0,0 0 0 0 0,1 0 1 0 0,-1 0-1 0 0,0 0 0 0 0,1 0 0 0 0,-1 0 1 0 0,1 0-1 0 0,-2 0 0 0 0,-19 8-38 0 0,9-1 29 0 0,0 2-1 0 0,1 0 0 0 0,0 0 0 0 0,1 1 0 0 0,0 0 1 0 0,1 1-1 0 0,0 0 0 0 0,0 0 0 0 0,-13 25 1 0 0,14-21 21 0 0,1 0 1 0 0,0 0 0 0 0,1 0 0 0 0,1 1-1 0 0,0 0 1 0 0,1 0 0 0 0,1 1 0 0 0,-1 19 0 0 0,3-29 11 0 0,1 0 0 0 0,0 0 1 0 0,1 0-1 0 0,-1 0 0 0 0,1-1 0 0 0,1 1 1 0 0,-1 0-1 0 0,1-1 0 0 0,0 1 1 0 0,1-1-1 0 0,-1 0 0 0 0,6 9 0 0 0,-5-11-24 0 0,0 0 0 0 0,0 0 0 0 0,1 0 0 0 0,-1-1 0 0 0,1 0 0 0 0,0 1 0 0 0,0-2 0 0 0,0 1 0 0 0,0 0 0 0 0,0-1 0 0 0,1 1 0 0 0,-1-1 0 0 0,1-1 0 0 0,-1 1 0 0 0,1 0 0 0 0,0-1-1 0 0,0 0 1 0 0,5 0 0 0 0,0 0-482 0 0,1 0 0 0 0,0 0-1 0 0,0-2 1 0 0,0 1 0 0 0,0-1-1 0 0,0-1 1 0 0,-1 0 0 0 0,15-5 0 0 0,-9 2-1694 0 0,-1-1 0 0 0,24-13 1 0 0,-11 4-2638 0 0</inkml:trace>
</inkml:ink>
</file>

<file path=ppt/ink/ink2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8:48.4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323 8 1148 0 0,'-306'-7'15848'0'0,"290"9"-15209"0"0,21 2-131 0 0,22 3-291 0 0,117-4-3603 0 0,-48-6-3311 0 0,-53 1 824 0 0</inkml:trace>
</inkml:ink>
</file>

<file path=ppt/ink/ink2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8:48.8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58 53 1288 0 0,'15'-53'16475'0'0,"-15"64"-15923"0"0,-44 149 184 0 0,35-123-872 0 0,-8 51 590 0 0,15-77-1175 0 0,2 1-1 0 0,0-1 0 0 0,1 13 1 0 0,-1-23 501 0 0,0 0-1 0 0,1-1 1 0 0,-1 1 0 0 0,1 0-1 0 0,-1 0 1 0 0,0-1 0 0 0,1 1-1 0 0,-1-1 1 0 0,1 1 0 0 0,0 0-1 0 0,-1-1 1 0 0,1 1 0 0 0,-1-1-1 0 0,1 1 1 0 0,0-1 0 0 0,-1 0-1 0 0,1 1 1 0 0,0-1 0 0 0,-1 0-1 0 0,1 1 1 0 0,0-1 0 0 0,0 0-1 0 0,0 0 1 0 0,-1 0 0 0 0,1 0 0 0 0,0 1-1 0 0,0-1 1 0 0,-1 0 0 0 0,1 0-1 0 0,0-1 1 0 0,0 1 0 0 0,0 0-1 0 0,-1 0 1 0 0,1 0 0 0 0,0 0-1 0 0,0-1 1 0 0,-1 1 0 0 0,2-1-1 0 0,11-4-5265 0 0</inkml:trace>
</inkml:ink>
</file>

<file path=ppt/ink/ink2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8:49.0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30 158 2520 0 0,'-16'-90'9685'0'0,"7"32"-6287"0"0,9 56-3228 0 0,-4-5-1165 0 0,9 33-2139 0 0,1-5-1996 0 0,-2-9 1020 0 0</inkml:trace>
</inkml:ink>
</file>

<file path=ppt/ink/ink2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8:49.4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0 1440 0 0,'7'9'5793'0'0,"25"78"1146"0"0,-24-63-6453 0 0,-1 0 1 0 0,-1 0-1 0 0,4 41 0 0 0,-9-43-214 0 0,-1 1-1 0 0,0-1 0 0 0,-5 31 0 0 0,3-40-44 0 0,-1 1 1 0 0,0-1-1 0 0,-1 0 1 0 0,-1 0-1 0 0,0-1 0 0 0,-11 21 1 0 0,0-16 290 0 0,16-17-512 0 0,0 0 1 0 0,-1 0 0 0 0,1 1-1 0 0,0-1 1 0 0,-1 0 0 0 0,1 0-1 0 0,0 1 1 0 0,-1-1-1 0 0,1 0 1 0 0,-1 0 0 0 0,1 0-1 0 0,-1 0 1 0 0,1 0 0 0 0,0 0-1 0 0,-1 0 1 0 0,1 0 0 0 0,-1 0-1 0 0,1 0 1 0 0,-1 0 0 0 0,1 0-1 0 0,0 0 1 0 0,-1 0-1 0 0,1 0 1 0 0,-1 0 0 0 0,1 0-1 0 0,0 0 1 0 0,-1 0 0 0 0,1-1-1 0 0,-1 1 1 0 0,1 0 0 0 0,0 0-1 0 0,-1-1 1 0 0,1 1 0 0 0,0 0-1 0 0,-1 0 1 0 0,1-1-1 0 0,0 1 1 0 0,-1 0 0 0 0,1-1-1 0 0,0 1 1 0 0,0-1 0 0 0,0 1-1 0 0,-1 0 1 0 0,1-1 0 0 0,0 1-1 0 0,0-1 1 0 0,0 1 0 0 0,0 0-1 0 0,0-1 1 0 0,0 0-1 0 0,-2-8 0 0 0,0 0-1 0 0,1 0 0 0 0,1-1 1 0 0,0 1-1 0 0,0 0 0 0 0,0-1 0 0 0,1 1 1 0 0,1 0-1 0 0,0 0 0 0 0,0 0 1 0 0,1 0-1 0 0,0 0 0 0 0,0 0 1 0 0,1 1-1 0 0,7-12 0 0 0,-2 4-25 0 0,0 0-1 0 0,2 1 1 0 0,0 0-1 0 0,0 1 1 0 0,1 0 0 0 0,1 1-1 0 0,16-13 1 0 0,-13 14-14 0 0,1 0 1 0 0,0 2-1 0 0,0 0 1 0 0,1 1-1 0 0,30-11 0 0 0,-39 16 19 0 0,0 1-1 0 0,0 1 0 0 0,1 0 0 0 0,-1 0 0 0 0,1 1 1 0 0,0 0-1 0 0,-1 0 0 0 0,1 1 0 0 0,0 0 0 0 0,-1 1 1 0 0,1 0-1 0 0,-1 1 0 0 0,16 5 0 0 0,-19-5 27 0 0,-1 0 0 0 0,0 0 0 0 0,0 1 0 0 0,0 0 0 0 0,0 0 0 0 0,0 0 1 0 0,-1 1-1 0 0,0-1 0 0 0,1 1 0 0 0,-1 0 0 0 0,-1 1 0 0 0,1-1 0 0 0,0 1 0 0 0,-1-1 0 0 0,0 1 0 0 0,0 0 0 0 0,-1 0 0 0 0,4 8 0 0 0,-1 5-526 0 0,-1 0 1 0 0,0 0-1 0 0,-1 1 0 0 0,1 24 0 0 0,-1-6-2787 0 0,0-21-1089 0 0</inkml:trace>
</inkml:ink>
</file>

<file path=ppt/ink/ink2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8:50.5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0 195 1304 0 0,'10'-28'5268'0'0,"-7"17"-2701"0"0,1 0 1 0 0,0 1 0 0 0,9-16 0 0 0,-12 24-1893 0 0,2 3-424 0 0,0 1-180 0 0,1-1 1 0 0,-1 1-1 0 0,0 0 0 0 0,0 0 1 0 0,0 1-1 0 0,0-1 0 0 0,0 1 1 0 0,-1-1-1 0 0,1 1 0 0 0,-1 0 1 0 0,0 0-1 0 0,0 0 0 0 0,0 0 0 0 0,0 1 1 0 0,2 3-1 0 0,6 15 367 0 0,9 27 0 0 0,-8-22-247 0 0,-9-20-145 0 0,43 91 434 0 0,-41-90-415 0 0,1 1 0 0 0,0-1 0 0 0,1 0 0 0 0,0 0-1 0 0,0-1 1 0 0,0 1 0 0 0,1-2 0 0 0,12 11 0 0 0,-17-16-54 0 0,1 0 0 0 0,-1 0 0 0 0,1 0 0 0 0,-1 0 0 0 0,1 0 0 0 0,-1 0 0 0 0,1-1 0 0 0,-1 1 0 0 0,1-1 0 0 0,0 1 0 0 0,-1-1 0 0 0,1 0 1 0 0,0 0-1 0 0,-1-1 0 0 0,1 1 0 0 0,0-1 0 0 0,-1 1 0 0 0,1-1 0 0 0,-1 0 0 0 0,1 1 0 0 0,-1-1 0 0 0,1-1 0 0 0,-1 1 0 0 0,0 0 0 0 0,0-1 0 0 0,1 1 0 0 0,-1-1 1 0 0,0 1-1 0 0,2-4 0 0 0,8-6-64 0 0,-1 0 1 0 0,-1-1-1 0 0,17-23 0 0 0,-17 21-6 0 0,40-54-113 0 0,-20 25-41 0 0,66-70 0 0 0,-94 110 199 0 0,0 1 1 0 0,1 0-1 0 0,-1 1 0 0 0,1-1 0 0 0,-1 0 1 0 0,1 1-1 0 0,0 0 0 0 0,0-1 0 0 0,0 1 0 0 0,0 0 1 0 0,0 0-1 0 0,0 1 0 0 0,0-1 0 0 0,0 1 0 0 0,0-1 1 0 0,0 1-1 0 0,0 0 0 0 0,0 0 0 0 0,0 0 1 0 0,0 1-1 0 0,0-1 0 0 0,6 2 0 0 0,6 3 16 0 0,-1 0 0 0 0,0 1 0 0 0,23 13 1 0 0,12 6 74 0 0,-25-17-58 0 0,0-1-1 0 0,46 6 1 0 0,-66-12-37 0 0,-1-1 0 0 0,0 0 1 0 0,0 1-1 0 0,0-1 0 0 0,1 0 0 0 0,-1-1 1 0 0,0 1-1 0 0,0-1 0 0 0,0 1 0 0 0,0-1 1 0 0,1 0-1 0 0,-1 0 0 0 0,0 0 0 0 0,0-1 1 0 0,-1 1-1 0 0,1-1 0 0 0,0 1 0 0 0,0-1 1 0 0,-1 0-1 0 0,1 0 0 0 0,-1 0 1 0 0,0-1-1 0 0,1 1 0 0 0,-1 0 0 0 0,0-1 1 0 0,0 0-1 0 0,-1 1 0 0 0,1-1 0 0 0,-1 0 1 0 0,1 0-1 0 0,1-5 0 0 0,-1 1-9 0 0,0-1 0 0 0,0 1 0 0 0,0 0 0 0 0,-1-1 1 0 0,-1 1-1 0 0,1-1 0 0 0,-1 1 0 0 0,0-1 0 0 0,-1 1 0 0 0,0-1 0 0 0,-3-12 0 0 0,4 18 19 0 0,0 1-1 0 0,-1-1 1 0 0,1 0 0 0 0,-1 1-1 0 0,0-1 1 0 0,1 0-1 0 0,-1 1 1 0 0,0-1 0 0 0,0 1-1 0 0,0-1 1 0 0,0 1 0 0 0,0-1-1 0 0,0 1 1 0 0,-1 0-1 0 0,1 0 1 0 0,0 0 0 0 0,-1-1-1 0 0,1 1 1 0 0,-1 1 0 0 0,1-1-1 0 0,-1 0 1 0 0,1 0-1 0 0,-1 0 1 0 0,0 1 0 0 0,1-1-1 0 0,-1 1 1 0 0,0-1 0 0 0,0 1-1 0 0,1 0 1 0 0,-1 0-1 0 0,0 0 1 0 0,0 0 0 0 0,1 0-1 0 0,-1 0 1 0 0,0 0-1 0 0,-3 1 1 0 0,-2 2-12 0 0,-1 0 0 0 0,1 0 1 0 0,-1 1-1 0 0,1 0 0 0 0,0 0 0 0 0,1 0 0 0 0,-1 1 0 0 0,1 0 0 0 0,0 1 0 0 0,0-1 1 0 0,0 1-1 0 0,-7 10 0 0 0,-7 11-38 0 0,-29 50 1 0 0,38-57 26 0 0,1 0 1 0 0,-14 41-1 0 0,21-52 43 0 0,0 0-1 0 0,1-1 1 0 0,0 1-1 0 0,1 0 1 0 0,0 0-1 0 0,1 0 1 0 0,-1 0-1 0 0,2 0 1 0 0,-1 0-1 0 0,3 11 0 0 0,-2-16-1 0 0,1 0 1 0 0,0 0-1 0 0,0-1 0 0 0,0 1 0 0 0,0 0 0 0 0,1-1 0 0 0,-1 0 0 0 0,1 0 0 0 0,0 1 0 0 0,0-2 0 0 0,0 1 0 0 0,0 0 0 0 0,0 0 0 0 0,1-1 1 0 0,-1 0-1 0 0,1 0 0 0 0,-1 0 0 0 0,1 0 0 0 0,0-1 0 0 0,0 1 0 0 0,7 1 0 0 0,8 2 13 0 0,1-1-1 0 0,1 0 1 0 0,20 0 0 0 0,-34-3-16 0 0,25 1 16 0 0,-1-1 0 0 0,1-1 0 0 0,-1-2 0 0 0,1-1 0 0 0,-1-2 0 0 0,0-1 0 0 0,0-1-1 0 0,-1-2 1 0 0,34-14 0 0 0,-39 12 22 0 0,-1-1-1 0 0,0-1 1 0 0,-1 0-1 0 0,0-2 1 0 0,-1-1-1 0 0,-1-1 1 0 0,0-1 0 0 0,-1 0-1 0 0,-1-2 1 0 0,31-42-1 0 0,-39 47 184 0 0,-1-1 0 0 0,-1 0 0 0 0,-1-1 0 0 0,0 1 0 0 0,10-33 0 0 0,-18 48-227 0 0,0 1 0 0 0,-1-1 0 0 0,1 1-1 0 0,0-1 1 0 0,0 0 0 0 0,0 1 0 0 0,0-1 0 0 0,-1 1 0 0 0,1-1 0 0 0,0 1 0 0 0,-1-1 0 0 0,1 1 0 0 0,0-1 0 0 0,-1 1 0 0 0,1-1 0 0 0,-1 1 0 0 0,1-1 0 0 0,-1 1 0 0 0,1 0 0 0 0,-1-1 0 0 0,1 1 0 0 0,-1 0 0 0 0,1-1 0 0 0,-1 1 0 0 0,1 0 0 0 0,-1 0 0 0 0,1 0 0 0 0,-1-1 0 0 0,0 1-1 0 0,1 0 1 0 0,-1 0 0 0 0,1 0 0 0 0,-1 0 0 0 0,0 0 0 0 0,1 0 0 0 0,-1 0 0 0 0,0 0 0 0 0,1 0 0 0 0,-1 0 0 0 0,1 1 0 0 0,-1-1 0 0 0,0 0 0 0 0,1 0 0 0 0,-1 1 0 0 0,-4 1-9 0 0,1 0 0 0 0,-1 0 0 0 0,1 1 0 0 0,0-1 1 0 0,0 1-1 0 0,0 0 0 0 0,1 0 0 0 0,-1 1 0 0 0,1-1 0 0 0,-1 1 0 0 0,1 0 0 0 0,0-1 0 0 0,1 1 1 0 0,-1 1-1 0 0,1-1 0 0 0,0 0 0 0 0,0 1 0 0 0,0-1 0 0 0,0 1 0 0 0,1-1 0 0 0,-2 7 0 0 0,3-7 8 0 0,-1 0 0 0 0,1 0 0 0 0,-1 0 0 0 0,1-1 0 0 0,0 1 1 0 0,1 0-1 0 0,-1 0 0 0 0,1 0 0 0 0,0 0 0 0 0,0-1 0 0 0,0 1 0 0 0,0 0 0 0 0,1-1 0 0 0,-1 1 0 0 0,1-1 0 0 0,0 1 0 0 0,0-1 0 0 0,0 0 0 0 0,0 0 0 0 0,1 0 0 0 0,-1 0 0 0 0,1 0 0 0 0,0 0 0 0 0,0-1 0 0 0,0 0 0 0 0,0 1 0 0 0,6 2 0 0 0,5 2-19 0 0,0-1 0 0 0,0-1 0 0 0,1 0 0 0 0,-1-1 0 0 0,1 0 0 0 0,0-1 0 0 0,28 1 1 0 0,-14-3-96 0 0,0-1 1 0 0,0-1 0 0 0,32-6 0 0 0,-39 3 116 0 0,0-1 1 0 0,-1-2 0 0 0,0 0-1 0 0,0-1 1 0 0,0 0 0 0 0,-1-2-1 0 0,-1-1 1 0 0,1 0 0 0 0,-2-2-1 0 0,0 0 1 0 0,0-1 0 0 0,-1 0-1 0 0,-1-2 1 0 0,0 0 0 0 0,-2 0 0 0 0,22-31-1 0 0,-35 44 56 0 0,-4 0-106 0 0,3 3 46 0 0,0 0 1 0 0,0 0-1 0 0,0-1 0 0 0,0 1 0 0 0,0 0 1 0 0,0 0-1 0 0,0 0 0 0 0,0-1 0 0 0,-1 1 1 0 0,1 0-1 0 0,0 0 0 0 0,0 0 0 0 0,0 0 0 0 0,0-1 1 0 0,-1 1-1 0 0,1 0 0 0 0,0 0 0 0 0,0 0 1 0 0,0 0-1 0 0,0 0 0 0 0,-1 0 0 0 0,1-1 1 0 0,0 1-1 0 0,0 0 0 0 0,-1 0 0 0 0,1 0 1 0 0,0 0-1 0 0,0 0 0 0 0,0 0 0 0 0,-1 0 1 0 0,1 0-1 0 0,0 0 0 0 0,0 0 0 0 0,-1 0 1 0 0,1 0-1 0 0,0 0 0 0 0,0 0 0 0 0,0 0 0 0 0,-1 1 1 0 0,1-1-1 0 0,0 0 0 0 0,-26 14-22 0 0,1 1-1 0 0,0 1 1 0 0,1 1 0 0 0,1 2-1 0 0,1 0 1 0 0,0 1-1 0 0,-33 42 1 0 0,48-53-339 0 0,0 0 0 0 0,1 1 0 0 0,0 0 0 0 0,-6 12 0 0 0,11-18-17 0 0,0-1-1 0 0,0 0 0 0 0,0 0 1 0 0,0 1-1 0 0,0-1 0 0 0,1 0 1 0 0,-1 1-1 0 0,1 4 0 0 0,0-6 12 0 0,1-1 0 0 0,-1 1-1 0 0,0-1 1 0 0,0 1 0 0 0,1-1-1 0 0,-1 0 1 0 0,1 1 0 0 0,0-1-1 0 0,-1 0 1 0 0,1 1 0 0 0,0-1-1 0 0,0 0 1 0 0,0 0 0 0 0,-1 0 0 0 0,1 1-1 0 0,1-1 1 0 0,-1 0 0 0 0,0 0-1 0 0,0-1 1 0 0,2 2 0 0 0,9 4-4631 0 0</inkml:trace>
</inkml:ink>
</file>

<file path=ppt/ink/ink2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8:50.9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227 130 224 0 0,'2'-2'703'0'0,"7"-6"972"0"0,0-1 0 0 0,0-1-1 0 0,-1 1 1 0 0,0-1 0 0 0,-1-1 0 0 0,0 1 0 0 0,5-12 0 0 0,-3 6 47 0 0,-8 15-1607 0 0,0 0 1 0 0,0 0-1 0 0,0-1 0 0 0,-1 1 0 0 0,1 0 0 0 0,0-1 1 0 0,-1 1-1 0 0,1 0 0 0 0,-1-1 0 0 0,1 1 0 0 0,-1 0 1 0 0,0-1-1 0 0,1 1 0 0 0,-1-3 0 0 0,-17 9 83 0 0,12 1-185 0 0,1 1 1 0 0,0 0 0 0 0,0 0-1 0 0,0 0 1 0 0,1 0 0 0 0,0 0-1 0 0,0 1 1 0 0,1-1-1 0 0,0 1 1 0 0,1 0 0 0 0,-1 0-1 0 0,1-1 1 0 0,1 1 0 0 0,0 0-1 0 0,0 0 1 0 0,1 11 0 0 0,2 5 247 0 0,1-1 1 0 0,1 0 0 0 0,11 33-1 0 0,7 26 862 0 0,-22-79-956 0 0,-1 1 0 0 0,1-1 0 0 0,0 0 1 0 0,-1 1-1 0 0,0-1 0 0 0,0 1 0 0 0,0-1 1 0 0,0 0-1 0 0,0 1 0 0 0,-1-1 1 0 0,1 1-1 0 0,-1-1 0 0 0,0 0 0 0 0,0 1 1 0 0,0-1-1 0 0,-1 0 0 0 0,1 0 0 0 0,-1 0 1 0 0,0 0-1 0 0,1 0 0 0 0,-1 0 1 0 0,-1-1-1 0 0,1 1 0 0 0,0 0 0 0 0,-1-1 1 0 0,-4 4-1 0 0,-1-1 1 0 0,-1 0 1 0 0,-1-1-1 0 0,1 0 1 0 0,0 0-1 0 0,-1-1 1 0 0,0 0-1 0 0,0-1 1 0 0,0 0-1 0 0,-14 1 1 0 0,3-2-108 0 0,0-1-1 0 0,0 0 1 0 0,-31-6-1 0 0,47 5-548 0 0,-1 0 0 0 0,1 0-1 0 0,0-1 1 0 0,0 0-1 0 0,-7-3 1 0 0,11 4 143 0 0,-1 1 0 0 0,1-1 0 0 0,-1 0 0 0 0,1 0 0 0 0,0 0 0 0 0,-1 0 0 0 0,1 0 0 0 0,0 0 0 0 0,0 0 0 0 0,0-1 0 0 0,0 1 0 0 0,0 0 0 0 0,0-1 0 0 0,0 1 0 0 0,0-1 0 0 0,0 1 0 0 0,-1-4 0 0 0,6-13-5875 0 0</inkml:trace>
</inkml:ink>
</file>

<file path=ppt/ink/ink2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8:51.3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203 110 2288 0 0,'25'-7'9664'0'0,"-12"12"-7580"0"0,-6 9-851 0 0,0-1 1 0 0,15 19-1 0 0,-19-31-1131 0 0,0 1 0 0 0,0 0 0 0 0,0 0 0 0 0,0-1 0 0 0,0 0-1 0 0,0 1 1 0 0,1-1 0 0 0,-1-1 0 0 0,0 1 0 0 0,1 0 0 0 0,-1-1 0 0 0,0 0 0 0 0,5 1-1 0 0,-5-2-70 0 0,1 1-1 0 0,0 0 0 0 0,-1-1 0 0 0,1 0 0 0 0,-1 0 1 0 0,1 0-1 0 0,-1 0 0 0 0,1 0 0 0 0,-1-1 0 0 0,0 0 1 0 0,0 1-1 0 0,0-1 0 0 0,0 0 0 0 0,0-1 0 0 0,0 1 1 0 0,0 0-1 0 0,-1-1 0 0 0,5-5 0 0 0,-3 3-19 0 0,-1 0 0 0 0,1-1-1 0 0,-1 1 1 0 0,-1 0 0 0 0,1-1 0 0 0,-1 0-1 0 0,0 0 1 0 0,0 1 0 0 0,-1-1 0 0 0,1-1-1 0 0,-1-5 1 0 0,0 9-13 0 0,-1 0-1 0 0,0 1 1 0 0,1-1 0 0 0,-1 0-1 0 0,0 1 1 0 0,-1-1 0 0 0,1 0-1 0 0,0 1 1 0 0,-1-1 0 0 0,1 0-1 0 0,-1 1 1 0 0,0-1-1 0 0,0 1 1 0 0,0-1 0 0 0,0 1-1 0 0,-1 0 1 0 0,1-1 0 0 0,-1 1-1 0 0,1 0 1 0 0,-1 0 0 0 0,0 0-1 0 0,1 0 1 0 0,-1 0-1 0 0,0 0 1 0 0,-5-2 0 0 0,3 1-10 0 0,3 2 10 0 0,0 0 0 0 0,0 1 1 0 0,-1-1-1 0 0,1 1 0 0 0,0-1 0 0 0,-1 1 0 0 0,1-1 1 0 0,0 1-1 0 0,-1 0 0 0 0,1 0 0 0 0,-1 0 1 0 0,1 0-1 0 0,0 0 0 0 0,-1 0 0 0 0,-2 0 1 0 0,0 1-5 0 0,-8-1 6 0 0,1 1 0 0 0,-1 0 0 0 0,0 1 0 0 0,1 0 0 0 0,0 1 0 0 0,-1 0 0 0 0,1 1 0 0 0,1 0 0 0 0,-1 1 0 0 0,0 0 0 0 0,-10 8-1 0 0,2-1 158 0 0,0 1-1 0 0,1 1 1 0 0,1 0-1 0 0,-26 29 1 0 0,28-26 114 0 0,1 0 0 0 0,-22 37 0 0 0,31-44-190 0 0,0-1 1 0 0,0 1-1 0 0,1 0 0 0 0,1 0 0 0 0,-1 1 1 0 0,2-1-1 0 0,-1 1 0 0 0,0 11 1 0 0,3-19-57 0 0,0 0 1 0 0,0 0-1 0 0,0 0 0 0 0,1 0 1 0 0,-1 0-1 0 0,1 0 1 0 0,-1 0-1 0 0,1 0 0 0 0,0 0 1 0 0,0 0-1 0 0,0 0 1 0 0,1-1-1 0 0,-1 1 1 0 0,1 0-1 0 0,-1-1 0 0 0,3 4 1 0 0,0-3 7 0 0,-1 1 0 0 0,1-1-1 0 0,0 0 1 0 0,0 0 0 0 0,0 0 0 0 0,0 0 0 0 0,1-1 0 0 0,-1 1-1 0 0,6 1 1 0 0,4 0-225 0 0,-1 0 0 0 0,1-1-1 0 0,0 0 1 0 0,-1-1 0 0 0,1 0 0 0 0,17-1-1 0 0,-3-2-1608 0 0,0-1 0 0 0,41-7 0 0 0,13-13-5839 0 0,-41 8 1588 0 0</inkml:trace>
</inkml:ink>
</file>

<file path=ppt/ink/ink2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8:51.5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83 1420 0 0,'23'-40'13819'0'0,"-10"14"-9208"0"0,-12 25-4172 0 0,8-14 523 0 0</inkml:trace>
</inkml:ink>
</file>

<file path=ppt/ink/ink2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8:51.7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 0 1608 0 0,'-16'21'14790'0'0,"6"-4"-7919"0"0</inkml:trace>
</inkml:ink>
</file>

<file path=ppt/ink/ink2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8:55.2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719 319 60 0 0,'-3'0'1799'0'0,"-17"-3"4039"0"0,6 1-1395 0 0,6 1-2833 0 0,-9-1-529 0 0,9 1-960 0 0,1-1-1 0 0,0 0 0 0 0,-1 0 0 0 0,1-1 0 0 0,0 0 1 0 0,-7-4-1 0 0,-26-17 7 0 0,37 22-126 0 0,-20-18 74 0 0,23 20-77 0 0,-1-1 1 0 0,1 1-1 0 0,-1-1 0 0 0,1 0 1 0 0,-1 1-1 0 0,1-1 1 0 0,0 0-1 0 0,-1 1 0 0 0,1-1 1 0 0,0 0-1 0 0,0 1 0 0 0,-1-1 1 0 0,1 0-1 0 0,0 0 0 0 0,0 1 1 0 0,0-1-1 0 0,0 0 0 0 0,0 1 1 0 0,0-1-1 0 0,0 0 0 0 0,0 0 1 0 0,0 1-1 0 0,1-1 0 0 0,-1 0 1 0 0,0 0-1 0 0,0 1 0 0 0,1-1 1 0 0,-1 0-1 0 0,0 1 0 0 0,1-1 1 0 0,-1 0-1 0 0,1 1 0 0 0,0-1 1 0 0,16-16-46 0 0,-17 17 47 0 0,15-10-60 0 0,1 1 0 0 0,0 0 0 0 0,0 2-1 0 0,1 0 1 0 0,0 1 0 0 0,1 0-1 0 0,24-4 1 0 0,5-2-154 0 0,108-26-484 0 0,0 0 237 0 0,-155 38 460 0 0,5-1-1 0 0,0-1-1 0 0,0 0 0 0 0,0 1 0 0 0,0-2 0 0 0,0 1 0 0 0,7-5 0 0 0,-10 5 0 0 0,-1 1 0 0 0,1 0 1 0 0,0 0-1 0 0,0-1 0 0 0,-1 1 1 0 0,1-1-1 0 0,-1 0 0 0 0,1 1 1 0 0,1-4-1 0 0,-4-4 26 0 0,-1 7-15 0 0,2 1-4 0 0,0 1-1 0 0,-1-1 0 0 0,1 1 0 0 0,-1 0 0 0 0,0-1 1 0 0,1 1-1 0 0,-1 0 0 0 0,1-1 0 0 0,-1 1 1 0 0,0 0-1 0 0,1-1 0 0 0,-1 1 0 0 0,1 0 1 0 0,-1 0-1 0 0,0 0 0 0 0,1 0 0 0 0,-1 0 1 0 0,0 0-1 0 0,1 0 0 0 0,-1 0 0 0 0,0 0 0 0 0,1 0 1 0 0,-1 0-1 0 0,0 0 0 0 0,1 0 0 0 0,-1 1 1 0 0,1-1-1 0 0,-1 0 0 0 0,0 0 0 0 0,0 1 1 0 0,-15 5 37 0 0,5 0 20 0 0,1-1 0 0 0,0 2-1 0 0,0-1 1 0 0,1 2-1 0 0,0-1 1 0 0,-15 16 0 0 0,-42 56 391 0 0,56-65-406 0 0,-16 21 89 0 0,2 2 1 0 0,1 1-1 0 0,-33 76 1 0 0,31-49-10 0 0,-30 116 1 0 0,44-135-92 0 0,-39 134 102 0 0,44-162 70 0 0,-1-1 0 0 0,-1 0 0 0 0,-1-1 0 0 0,0 0 0 0 0,-1 0-1 0 0,-1-1 1 0 0,-22 25 0 0 0,26-33-109 0 0,1-1-1 0 0,-1-1 0 0 0,0 1 1 0 0,-1-1-1 0 0,0 0 0 0 0,1-1 1 0 0,-2 1-1 0 0,1-2 0 0 0,0 1 1 0 0,-1-1-1 0 0,1 0 0 0 0,-1-1 1 0 0,-9 1-1 0 0,5-1-13 0 0,0-2 1 0 0,0 0 0 0 0,0 0-1 0 0,0-1 1 0 0,0 0-1 0 0,0-2 1 0 0,1 1 0 0 0,-16-6-1 0 0,-9-7 20 0 0,1 0 0 0 0,1-3 0 0 0,0-1-1 0 0,-60-44 1 0 0,85 57-161 0 0,0-1 0 0 0,1-1-1 0 0,0 0 1 0 0,0 0-1 0 0,1 0 1 0 0,-9-12 0 0 0,16 19 5 0 0,1 1 0 0 0,0-1 0 0 0,-1 0 1 0 0,1 1-1 0 0,0-1 0 0 0,0 1 0 0 0,0-1 0 0 0,-1 0 1 0 0,1 1-1 0 0,0-1 0 0 0,0 1 0 0 0,0-1 0 0 0,0 0 1 0 0,0 1-1 0 0,0-1 0 0 0,0 0 0 0 0,0 1 0 0 0,0-1 1 0 0,0 1-1 0 0,1-1 0 0 0,-1 0 0 0 0,0 1 0 0 0,0-1 1 0 0,0 0-1 0 0,1 1 0 0 0,-1-1 0 0 0,0 1 0 0 0,1-1 1 0 0,-1 1-1 0 0,1-1 0 0 0,-1 1 0 0 0,0-1 0 0 0,1 1 1 0 0,-1 0-1 0 0,2-1 0 0 0,18-10-1815 0 0,-19 10 1854 0 0,19-6-2361 0 0,1 0 0 0 0,33-5-1 0 0,-29 7-380 0 0,2-1-1048 0 0</inkml:trace>
</inkml:ink>
</file>

<file path=ppt/ink/ink2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8:55.9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295 141 1652 0 0,'5'-20'3281'0'0,"0"0"1"0"0,2-33-1 0 0,-5 5 909 0 0,-11 55-3718 0 0,2 4-185 0 0,0 0 0 0 0,1 0 0 0 0,1 0 0 0 0,0 1 0 0 0,-5 16 0 0 0,-3 7 147 0 0,-121 363 1198 0 0,95-252-1501 0 0,-14 48 141 0 0,37-154-2 0 0,16-39-224 0 0,-2-3-44 0 0,1 0-15 0 0,0-1 0 0 0,0 1-1 0 0,0-1 1 0 0,0 1 0 0 0,0-1-1 0 0,1 1 1 0 0,-1-1 0 0 0,1 1 0 0 0,0-1-1 0 0,0 0 1 0 0,0 1 0 0 0,0-1-1 0 0,0 1 1 0 0,0-1 0 0 0,1 1 0 0 0,1-6-1 0 0,15-51-230 0 0,-11 40 169 0 0,7-20-87 0 0,1 0 1 0 0,28-51-1 0 0,-32 71 111 0 0,1 1 1 0 0,1 1-1 0 0,0 0 0 0 0,1 0 0 0 0,1 1 0 0 0,26-23 0 0 0,-35 35 38 0 0,1 0-1 0 0,0 0 0 0 0,-1 0 1 0 0,1 0-1 0 0,1 1 1 0 0,-1 0-1 0 0,0 0 1 0 0,1 1-1 0 0,-1 0 1 0 0,1 0-1 0 0,0 1 1 0 0,0-1-1 0 0,0 1 0 0 0,10 0 1 0 0,-12 2 9 0 0,-1-1 0 0 0,1 1 0 0 0,0 0 0 0 0,-1 0 0 0 0,1 0 0 0 0,-1 0 1 0 0,1 1-1 0 0,-1 0 0 0 0,0 0 0 0 0,0 0 0 0 0,0 1 0 0 0,0-1 0 0 0,0 1 0 0 0,0 0 0 0 0,-1 0 0 0 0,1 0 0 0 0,-1 1 0 0 0,0-1 0 0 0,0 1 1 0 0,0 0-1 0 0,4 8 0 0 0,-2-3 6 0 0,0 1 1 0 0,-1 0 0 0 0,-1 0-1 0 0,1 0 1 0 0,-2 0 0 0 0,1 0-1 0 0,-2 1 1 0 0,1-1 0 0 0,-1 1-1 0 0,-1 20 1 0 0,-3 7 22 0 0,-14 65-1 0 0,5-35-29 0 0,11-62 8 0 0,1-3 1 0 0,-1-1-1 0 0,0 1 0 0 0,1-1 0 0 0,0 1 0 0 0,0-1 0 0 0,-1 1 0 0 0,1 0 1 0 0,1-1-1 0 0,-1 1 0 0 0,0-1 0 0 0,1 1 0 0 0,-1-1 0 0 0,1 1 0 0 0,0-1 1 0 0,-1 1-1 0 0,1-1 0 0 0,3 4 0 0 0,-2-4-1 0 0,1 0 0 0 0,0 0 0 0 0,0-1-1 0 0,0 1 1 0 0,0-1 0 0 0,0 0 0 0 0,0 0 0 0 0,0 0 0 0 0,1 0 0 0 0,-1-1-1 0 0,0 1 1 0 0,0-1 0 0 0,1 0 0 0 0,-1 0 0 0 0,0 0 0 0 0,1 0 0 0 0,-1-1-1 0 0,0 1 1 0 0,5-2 0 0 0,9-2-68 0 0,0-1 0 0 0,26-10 0 0 0,3-4-137 0 0,-1-2 0 0 0,-1-2 1 0 0,-1-2-1 0 0,-1-1 0 0 0,-1-3 1 0 0,73-66-1 0 0,-106 86 219 0 0,1-1 0 0 0,-2 0 0 0 0,1-1 0 0 0,-1 0 0 0 0,9-19 0 0 0,-16 29-13 0 0,1 1 1 0 0,-1-1-1 0 0,1 0 1 0 0,-1 1-1 0 0,0-1 1 0 0,0 0-1 0 0,1 1 1 0 0,-1-1-1 0 0,0 0 1 0 0,0 1-1 0 0,0-1 1 0 0,1 0 0 0 0,-1 1-1 0 0,0-1 1 0 0,0 0-1 0 0,0 0 1 0 0,0 1-1 0 0,0-1 1 0 0,0 0-1 0 0,-1 0 1 0 0,1 1-1 0 0,0-1 1 0 0,0 0-1 0 0,0 1 1 0 0,-1-1-1 0 0,1 0 1 0 0,0 1-1 0 0,-1-1 1 0 0,1 0-1 0 0,-1 1 1 0 0,1-1-1 0 0,-1 1 1 0 0,1-1-1 0 0,-1 1 1 0 0,1-1-1 0 0,-1 0 1 0 0,-1 1 0 0 0,1-1 0 0 0,0 1 0 0 0,0-1 0 0 0,0 1 0 0 0,-1 0 0 0 0,1-1 1 0 0,0 1-1 0 0,0 0 0 0 0,-1 0 0 0 0,1 0 0 0 0,0 0 0 0 0,0 0 0 0 0,-1 0 1 0 0,1 0-1 0 0,0 1 0 0 0,-2-1 0 0 0,-4 3 9 0 0,0 1-1 0 0,0-1 1 0 0,1 1 0 0 0,-1 0 0 0 0,1 1-1 0 0,0 0 1 0 0,-11 10 0 0 0,-33 44 130 0 0,40-46-92 0 0,0-1 0 0 0,2 1 0 0 0,0 0 0 0 0,0 0 0 0 0,1 0 0 0 0,-8 22 0 0 0,12-27-20 0 0,1 0 0 0 0,0 0 0 0 0,0 0 1 0 0,0 1-1 0 0,1-1 0 0 0,0 1 0 0 0,1-1 1 0 0,0 1-1 0 0,0-1 0 0 0,1 1 0 0 0,2 10 1 0 0,-2-16-18 0 0,0 1 0 0 0,0-1 1 0 0,0 0-1 0 0,1 1 1 0 0,0-1-1 0 0,-1 0 0 0 0,1 0 1 0 0,0 0-1 0 0,1-1 0 0 0,-1 1 1 0 0,0 0-1 0 0,1-1 0 0 0,-1 0 1 0 0,5 4-1 0 0,-2-3 0 0 0,1 1 0 0 0,0-1 0 0 0,0 0 0 0 0,0-1 0 0 0,1 1 0 0 0,-1-1 0 0 0,7 1 1 0 0,6 1-322 0 0,0-2 1 0 0,0 0-1 0 0,-1-2 1 0 0,27-1 0 0 0,-6-2-1990 0 0,65-15 0 0 0,-10-7-3611 0 0,-48 11 1196 0 0</inkml:trace>
</inkml:ink>
</file>

<file path=ppt/ink/ink2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8:56.6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1 143 356 0 0,'0'-9'1278'0'0,"0"0"0"0"0,1 1-1 0 0,0-1 1 0 0,1 1 0 0 0,4-13 0 0 0,-4 15-853 0 0,1-1 1 0 0,0 0-1 0 0,0 1 0 0 0,1 0 1 0 0,-1 0-1 0 0,2 0 0 0 0,4-6 1 0 0,-8 11-370 0 0,0-1 0 0 0,1 0 0 0 0,-1 0 0 0 0,1 1 0 0 0,-1-1 0 0 0,1 1 0 0 0,0-1 0 0 0,0 1 0 0 0,-1 0 0 0 0,1 0 0 0 0,0 0 0 0 0,0 0 0 0 0,0 0 0 0 0,0 0 0 0 0,0 0 0 0 0,1 1 0 0 0,-1-1 0 0 0,0 1 0 0 0,0 0 0 0 0,0-1 0 0 0,0 1 0 0 0,1 0 0 0 0,-1 0 0 0 0,0 0 0 0 0,0 1 0 0 0,1-1 1 0 0,-1 1-1 0 0,0-1 0 0 0,0 1 0 0 0,0-1 0 0 0,0 1 0 0 0,0 0 0 0 0,0 0 0 0 0,0 0 0 0 0,0 0 0 0 0,0 1 0 0 0,-1-1 0 0 0,1 0 0 0 0,0 1 0 0 0,-1-1 0 0 0,1 1 0 0 0,2 3 0 0 0,3 3 84 0 0,-1 1 0 0 0,0-1 0 0 0,0 1 1 0 0,-1 0-1 0 0,0 1 0 0 0,0-1 0 0 0,4 15 0 0 0,-6-9-2 0 0,1 0 0 0 0,-2 0 0 0 0,0 0 1 0 0,0 1-1 0 0,-2-1 0 0 0,0 0 0 0 0,-1 1 0 0 0,-4 27 0 0 0,0-20-14 0 0,0-1-1 0 0,-1 0 0 0 0,-2-1 0 0 0,0 0 1 0 0,-15 28-1 0 0,20-43-67 0 0,-5 8 980 0 0,5-14-583 0 0,1-10-427 0 0,4 4-14 0 0,-1-1 1 0 0,1 0 0 0 0,0 1-1 0 0,0-1 1 0 0,1 1 0 0 0,0 0-1 0 0,6-10 1 0 0,-3 5-14 0 0,10-20-11 0 0,2 1 0 0 0,2 1 0 0 0,40-47 0 0 0,-44 58-8 0 0,1 1 0 0 0,0 1 0 0 0,1 1-1 0 0,1 1 1 0 0,1 0 0 0 0,32-17-1 0 0,-45 27 5 0 0,1 1 0 0 0,0-1-1 0 0,0 2 1 0 0,0-1-1 0 0,0 1 1 0 0,0 0 0 0 0,1 1-1 0 0,-1-1 1 0 0,15 1 0 0 0,-20 2 19 0 0,1-1 1 0 0,-1 0-1 0 0,1 1 1 0 0,0 0-1 0 0,-1 0 1 0 0,0 0-1 0 0,1 0 1 0 0,-1 1-1 0 0,0 0 1 0 0,0-1-1 0 0,1 1 1 0 0,-1 0-1 0 0,-1 0 1 0 0,1 0-1 0 0,0 1 1 0 0,0-1-1 0 0,-1 1 1 0 0,0 0-1 0 0,1-1 1 0 0,-1 1-1 0 0,0 0 1 0 0,0 0-1 0 0,-1 1 1 0 0,1-1-1 0 0,1 4 1 0 0,0 2 49 0 0,0 0 1 0 0,0 0 0 0 0,-1 0 0 0 0,-1 1 0 0 0,1-1 0 0 0,-2 0-1 0 0,1 1 1 0 0,-1-1 0 0 0,-2 12 0 0 0,-2 13 80 0 0,-11 41 0 0 0,4-24-68 0 0,6-29-104 0 0,3-17-491 0 0,1-1 0 0 0,0 1 0 0 0,0-1 0 0 0,0 1 0 0 0,1 0 1 0 0,-1-1-1 0 0,1 1 0 0 0,0 0 0 0 0,1 6 0 0 0</inkml:trace>
</inkml:ink>
</file>

<file path=ppt/ink/ink2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8:57.1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202 202 2732 0 0,'15'-20'12181'0'0,"-12"18"-11607"0"0,4 2-790 0 0,-5 0 427 0 0,0 3-144 0 0,-1-1 0 0 0,1 0-1 0 0,-1 0 1 0 0,1 0 0 0 0,0 0 0 0 0,0 0-1 0 0,0 0 1 0 0,0-1 0 0 0,0 1 0 0 0,0-1-1 0 0,1 1 1 0 0,-1-1 0 0 0,0 0 0 0 0,1 0-1 0 0,-1 0 1 0 0,1 0 0 0 0,4 0 0 0 0,-1 0-48 0 0,0-1 0 0 0,1 0 0 0 0,-1-1 0 0 0,1 1 1 0 0,-1-1-1 0 0,0 0 0 0 0,1-1 0 0 0,-1 0 0 0 0,0 0 1 0 0,0 0-1 0 0,0-1 0 0 0,0 1 0 0 0,-1-2 0 0 0,1 1 1 0 0,-1 0-1 0 0,0-1 0 0 0,0 0 0 0 0,0 0 0 0 0,0-1 1 0 0,-1 0-1 0 0,1 1 0 0 0,-1-1 0 0 0,0-1 0 0 0,5-9 1 0 0,-6 10-24 0 0,-1 0 1 0 0,1 0 0 0 0,-1 0 0 0 0,0 0-1 0 0,-1 0 1 0 0,1 0 0 0 0,-1 0 0 0 0,0 0 0 0 0,0-1-1 0 0,-1 1 1 0 0,0-6 0 0 0,0 7-4 0 0,0 1 0 0 0,-1 0 0 0 0,1 0 1 0 0,-1 0-1 0 0,0-1 0 0 0,0 1 0 0 0,0 0 0 0 0,0 0 0 0 0,-1 0 0 0 0,1 0 1 0 0,-1 1-1 0 0,1-1 0 0 0,-1 0 0 0 0,0 1 0 0 0,0-1 0 0 0,-1 1 1 0 0,1-1-1 0 0,-4-1 0 0 0,4 2 3 0 0,-1 1 0 0 0,0 0 1 0 0,0 0-1 0 0,0 1 0 0 0,0-1 0 0 0,0 1 0 0 0,0-1 1 0 0,0 1-1 0 0,0 0 0 0 0,0 0 0 0 0,0 0 0 0 0,0 1 1 0 0,0-1-1 0 0,0 1 0 0 0,-6 1 0 0 0,6-1 9 0 0,-9 2 99 0 0,-1 0-1 0 0,1 1 1 0 0,-1 1 0 0 0,1 0-1 0 0,1 1 1 0 0,-1 0 0 0 0,-17 14-1 0 0,0 1 609 0 0,-36 38 0 0 0,46-41-424 0 0,1 1-1 0 0,2 1 1 0 0,-27 39 0 0 0,37-50-234 0 0,1 1-1 0 0,0-1 1 0 0,0 1 0 0 0,1 0 0 0 0,0 1-1 0 0,1-1 1 0 0,0 1 0 0 0,0-1 0 0 0,1 1-1 0 0,1 0 1 0 0,-1 19 0 0 0,3-26-25 0 0,-1 0 0 0 0,1 1 0 0 0,-1-1 0 0 0,1 0 0 0 0,0 1 0 0 0,1-1 0 0 0,-1 0 0 0 0,1 0 0 0 0,0 0-1 0 0,0 0 1 0 0,0 0 0 0 0,0-1 0 0 0,1 1 0 0 0,-1-1 0 0 0,7 7 0 0 0,-4-7-108 0 0,0 1 0 0 0,-1 0 0 0 0,2-1 0 0 0,-1 0 0 0 0,0 0 0 0 0,1-1 0 0 0,-1 1 0 0 0,1-1-1 0 0,0 0 1 0 0,8 1 0 0 0,2-1-637 0 0,0 0 0 0 0,1-1 0 0 0,-1 0 0 0 0,0-2 0 0 0,1 0 0 0 0,-1-1 0 0 0,27-6 0 0 0,-2-3-3025 0 0,42-16 0 0 0,-38 9-1226 0 0</inkml:trace>
</inkml:ink>
</file>

<file path=ppt/ink/ink2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8:57.3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328 155 1556 0 0,'4'-8'939'0'0,"1"1"-1"0"0,-2 0 1 0 0,1-1 0 0 0,-1 0-1 0 0,0 0 1 0 0,0 0 0 0 0,-1 0-1 0 0,0-1 1 0 0,0 1-1 0 0,-1 0 1 0 0,0-1 0 0 0,-1 1-1 0 0,0-1 1 0 0,0 1 0 0 0,-2-10-1 0 0,1 17-863 0 0,1 0 1 0 0,-1 0-1 0 0,1 0 0 0 0,-1 0 1 0 0,1 0-1 0 0,-1 0 0 0 0,1 0 1 0 0,-1 1-1 0 0,0-1 0 0 0,0 0 0 0 0,1 1 1 0 0,-1-1-1 0 0,0 0 0 0 0,0 1 1 0 0,0-1-1 0 0,0 1 0 0 0,0-1 0 0 0,0 1 1 0 0,0-1-1 0 0,0 1 0 0 0,0 0 1 0 0,0 0-1 0 0,0-1 0 0 0,0 1 1 0 0,0 0-1 0 0,0 0 0 0 0,0 0 0 0 0,0 0 1 0 0,-2 0-1 0 0,-29 4 1046 0 0,19 0-851 0 0,0 1 1 0 0,1 0-1 0 0,-1 1 0 0 0,1 0 1 0 0,0 1-1 0 0,1 0 0 0 0,0 0 1 0 0,0 2-1 0 0,-12 10 1 0 0,4 0 21 0 0,1-1 0 0 0,1 2 0 0 0,-27 39 0 0 0,33-41-164 0 0,0 0 1 0 0,0 1 0 0 0,2 1 0 0 0,-9 26 0 0 0,16-40-142 0 0,0 0 1 0 0,0 1 0 0 0,1-1 0 0 0,0 1 0 0 0,0-1 0 0 0,0 1 0 0 0,1 0-1 0 0,0-1 1 0 0,0 1 0 0 0,1-1 0 0 0,0 1 0 0 0,0 0 0 0 0,0-1 0 0 0,1 0-1 0 0,0 1 1 0 0,0-1 0 0 0,1 0 0 0 0,4 7 0 0 0,-4-9-223 0 0,0 1 0 0 0,1-1 0 0 0,0 0 0 0 0,0-1 0 0 0,0 1 0 0 0,1-1 0 0 0,-1 0 0 0 0,1 0 0 0 0,0 0 0 0 0,-1-1 0 0 0,1 1 1 0 0,0-1-1 0 0,1 0 0 0 0,-1-1 0 0 0,0 1 0 0 0,1-1 0 0 0,-1 0 0 0 0,7 0 0 0 0,8 1-1171 0 0,-1-2 0 0 0,1 0 0 0 0,34-5 0 0 0,-30 1-1700 0 0,36-11-1 0 0,-14 2-2427 0 0</inkml:trace>
</inkml:ink>
</file>

<file path=ppt/ink/ink2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8:57.7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347 122 2452 0 0,'24'-58'16787'0'0,"-34"103"-15129"0"0,10-39-1587 0 0,0-1 0 0 0,0 0 1 0 0,1 1-1 0 0,0-1 0 0 0,0 0 1 0 0,2 7-1 0 0,-2-9-50 0 0,0-1 0 0 0,0 0 0 0 0,1 1 0 0 0,-1-1 0 0 0,0 0 0 0 0,1 0 0 0 0,0 0 0 0 0,-1 0 0 0 0,1 0 0 0 0,0 0 0 0 0,0-1 1 0 0,0 1-1 0 0,0 0 0 0 0,0-1 0 0 0,0 0 0 0 0,1 1 0 0 0,4 1 0 0 0,-3-1-75 0 0,1-1 1 0 0,0 1-1 0 0,0-1 0 0 0,0 0 1 0 0,-1 0-1 0 0,1-1 1 0 0,0 1-1 0 0,0-1 1 0 0,10-1-1 0 0,-13 1-16 0 0,1-1-1 0 0,0 1 1 0 0,-1-1-1 0 0,1 0 1 0 0,-1 0-1 0 0,1 0 1 0 0,-1 0-1 0 0,0-1 0 0 0,0 1 1 0 0,1 0-1 0 0,-1-1 1 0 0,0 0-1 0 0,0 1 1 0 0,0-1-1 0 0,0 0 1 0 0,-1 0-1 0 0,1 0 1 0 0,0 0-1 0 0,-1-1 1 0 0,0 1-1 0 0,3-5 1 0 0,-2 3 26 0 0,0 0 0 0 0,-1-1 0 0 0,1 1 0 0 0,-1-1 0 0 0,0 0 0 0 0,0 1 0 0 0,-1-1 0 0 0,1 0 0 0 0,-1 1 0 0 0,0-1 0 0 0,0 0 0 0 0,-1 0 0 0 0,1 1 0 0 0,-1-1 0 0 0,0 0 0 0 0,0 1 0 0 0,-1-1 0 0 0,1 1 0 0 0,-1 0 0 0 0,0-1 0 0 0,0 1 0 0 0,-1 0 0 0 0,-2-4 0 0 0,2 4 40 0 0,-1 0-1 0 0,0 0 0 0 0,1 0 1 0 0,-1 1-1 0 0,-1-1 0 0 0,1 1 0 0 0,0 0 1 0 0,-1 1-1 0 0,0-1 0 0 0,1 1 1 0 0,-1 0-1 0 0,0 0 0 0 0,0 0 1 0 0,0 1-1 0 0,-1-1 0 0 0,1 1 0 0 0,0 1 1 0 0,0-1-1 0 0,-1 1 0 0 0,-7 0 1 0 0,-3 2 120 0 0,-1 0 0 0 0,1 1 1 0 0,0 1-1 0 0,0 0 1 0 0,0 1-1 0 0,1 1 0 0 0,0 1 1 0 0,0 0-1 0 0,0 0 0 0 0,-21 17 1 0 0,12-6 56 0 0,1 0 0 0 0,1 2 0 0 0,0 0 1 0 0,2 1-1 0 0,-19 26 0 0 0,33-39-141 0 0,0 0 1 0 0,1 1-1 0 0,0 0 0 0 0,0 0 0 0 0,0 0 1 0 0,2 1-1 0 0,-1-1 0 0 0,1 1 0 0 0,0 0 0 0 0,-1 12 1 0 0,4-19-43 0 0,-1 1 1 0 0,1 0-1 0 0,0 0 1 0 0,0 0-1 0 0,0 0 1 0 0,1 0 0 0 0,0-1-1 0 0,-1 1 1 0 0,1 0-1 0 0,0 0 1 0 0,1-1-1 0 0,-1 1 1 0 0,1 0 0 0 0,0-1-1 0 0,-1 0 1 0 0,2 1-1 0 0,-1-1 1 0 0,0 0-1 0 0,1 0 1 0 0,-1 0 0 0 0,1 0-1 0 0,0-1 1 0 0,0 1-1 0 0,0-1 1 0 0,0 0-1 0 0,0 1 1 0 0,0-1-1 0 0,1-1 1 0 0,3 3 0 0 0,6 1-505 0 0,0-1 0 0 0,0 0 0 0 0,1-1 0 0 0,-1-1 0 0 0,1 0 0 0 0,-1-1 0 0 0,1 0 0 0 0,0-1 0 0 0,-1 0 1 0 0,1-1-1 0 0,26-6 0 0 0,8-4-1991 0 0,90-34 1 0 0,-121 38 2163 0 0,101-42-3790 0 0,-63 22 1258 0 0</inkml:trace>
</inkml:ink>
</file>

<file path=ppt/ink/ink2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8:58.4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190 276 4824 0 0,'10'-10'846'0'0,"-1"-2"0"0"0,0 1-1 0 0,-1-1 1 0 0,7-14 0 0 0,-13 22-544 0 0,0 0 1 0 0,0 0 0 0 0,0-1 0 0 0,-1 1 0 0 0,1-1 0 0 0,-1 1 0 0 0,0-1 0 0 0,0 1-1 0 0,-1-1 1 0 0,0 0 0 0 0,0 1 0 0 0,0-1 0 0 0,0 0 0 0 0,0 1 0 0 0,-1-1-1 0 0,-2-7 1 0 0,2 10-209 0 0,1 1 0 0 0,-1-1 0 0 0,0 0-1 0 0,0 1 1 0 0,1-1 0 0 0,-1 1 0 0 0,0 0-1 0 0,-1-1 1 0 0,1 1 0 0 0,0 0 0 0 0,0-1 0 0 0,0 1-1 0 0,-1 0 1 0 0,1 0 0 0 0,-1 0 0 0 0,1 0-1 0 0,-1 1 1 0 0,1-1 0 0 0,-1 0 0 0 0,1 0 0 0 0,-3 0-1 0 0,1 1-3 0 0,-1-1 0 0 0,1 1 0 0 0,-1 0 0 0 0,0 0-1 0 0,1 0 1 0 0,-1 0 0 0 0,1 0 0 0 0,-1 1 0 0 0,1 0 0 0 0,-4 0-1 0 0,-1 2-12 0 0,1-1-1 0 0,0 1 0 0 0,0 1 0 0 0,0-1 0 0 0,0 1 1 0 0,0 0-1 0 0,1 0 0 0 0,0 1 0 0 0,-8 7 0 0 0,12-9-57 0 0,-1 1-1 0 0,1-1 0 0 0,-1 1 0 0 0,1-1 1 0 0,0 1-1 0 0,0 0 0 0 0,1 0 0 0 0,-1 0 1 0 0,1 0-1 0 0,0 0 0 0 0,0 0 0 0 0,0 0 1 0 0,1 1-1 0 0,-1-1 0 0 0,1 0 0 0 0,0 0 1 0 0,0 0-1 0 0,1 1 0 0 0,-1-1 0 0 0,1 0 1 0 0,0 0-1 0 0,0 0 0 0 0,0 0 0 0 0,0 0 0 0 0,4 7 1 0 0,4 7 1 0 0,2 1 0 0 0,0-1 0 0 0,0-1 0 0 0,15 17 1 0 0,-7-10-34 0 0,-3-1 134 0 0,25 47 1 0 0,-41-68-95 0 0,1-1 0 0 0,-1 1 0 0 0,1 0 0 0 0,-1-1 0 0 0,0 1-1 0 0,0-1 1 0 0,0 1 0 0 0,0 0 0 0 0,0-1 0 0 0,0 1 0 0 0,0-1 0 0 0,0 1 0 0 0,-1 0 0 0 0,1-1 0 0 0,0 1 0 0 0,-1-1 0 0 0,1 1 0 0 0,-1-1 0 0 0,0 1 0 0 0,0-1 0 0 0,1 1 0 0 0,-1-1 0 0 0,0 0 0 0 0,0 1 0 0 0,0-1 0 0 0,-1 0 0 0 0,1 0 0 0 0,0 0 0 0 0,-2 2-1 0 0,-4 2 101 0 0,0 1 0 0 0,-1-1 0 0 0,-13 7 0 0 0,19-11-97 0 0,-12 5 162 0 0,0-1 0 0 0,0-1 0 0 0,0 0 0 0 0,0-1 1 0 0,-1 0-1 0 0,0-1 0 0 0,1 0 0 0 0,-1-2 0 0 0,-17 0 0 0 0,31 0-186 0 0,1 0 0 0 0,-1 0 0 0 0,0 0 0 0 0,0 0 0 0 0,1 0 0 0 0,-1 0 0 0 0,0 0 0 0 0,1-1 0 0 0,-1 1 0 0 0,0 0 0 0 0,0 0 0 0 0,1 0 0 0 0,-1-1 0 0 0,0 1 0 0 0,1 0 0 0 0,-1-1 0 0 0,1 1 0 0 0,-1-1 0 0 0,0 0 0 0 0,0 1-13 0 0,1-1 0 0 0,0 1-1 0 0,0-1 1 0 0,0 1 0 0 0,0 0 0 0 0,0-1-1 0 0,0 1 1 0 0,0-1 0 0 0,0 1 0 0 0,0-1-1 0 0,0 1 1 0 0,0-1 0 0 0,0 1 0 0 0,0-1-1 0 0,0 1 1 0 0,0 0 0 0 0,0-1 0 0 0,0 1-1 0 0,0-1 1 0 0,1 1 0 0 0,-1 0 0 0 0,1-1-1 0 0,0-2-77 0 0,1 0 0 0 0,0 0 0 0 0,0 1 0 0 0,1-1-1 0 0,-1 1 1 0 0,5-4 0 0 0,41-26-919 0 0,1 2 1 0 0,56-24-1 0 0,-47 24 525 0 0,115-55-471 0 0,61-33 324 0 0,-217 109 709 0 0,0 0-1 0 0,-1-2 1 0 0,0 0-1 0 0,-1-1 1 0 0,0 0-1 0 0,-1-1 1 0 0,0-1-1 0 0,11-16 1 0 0,-23 28-54 0 0,-1 0 1 0 0,1 0 0 0 0,-1 0-1 0 0,0-1 1 0 0,1 1-1 0 0,-1 0 1 0 0,0-1 0 0 0,-1 1-1 0 0,1-1 1 0 0,0 1-1 0 0,-1-1 1 0 0,1 1 0 0 0,-1-1-1 0 0,0 1 1 0 0,0-1-1 0 0,0 0 1 0 0,0 1-1 0 0,0-1 1 0 0,-1 1 0 0 0,1-1-1 0 0,-1 1 1 0 0,0-1-1 0 0,-1-2 1 0 0,2 4-26 0 0,-1 0 0 0 0,0 1 0 0 0,1-1 0 0 0,-1 1 0 0 0,0-1 0 0 0,1 0 1 0 0,-1 1-1 0 0,0 0 0 0 0,0-1 0 0 0,0 1 0 0 0,0-1 0 0 0,1 1 0 0 0,-1 0 0 0 0,0-1 0 0 0,0 1 0 0 0,0 0 0 0 0,0 0 0 0 0,0 0 1 0 0,0 0-1 0 0,0 0 0 0 0,0 0 0 0 0,0 0 0 0 0,0 0 0 0 0,1 0 0 0 0,-1 0 0 0 0,0 1 0 0 0,0-1 0 0 0,0 0 0 0 0,0 1 0 0 0,0-1 1 0 0,0 0-1 0 0,-1 2 0 0 0,-1 0 0 0 0,-1 0 1 0 0,0 1-1 0 0,1-1 1 0 0,-1 1-1 0 0,1 0 0 0 0,0 0 1 0 0,0 0-1 0 0,0 1 1 0 0,0-1-1 0 0,1 1 1 0 0,-1-1-1 0 0,1 1 1 0 0,0 0-1 0 0,0 0 1 0 0,0 0-1 0 0,1 0 1 0 0,-1 0-1 0 0,1 1 1 0 0,0-1-1 0 0,0 0 0 0 0,1 1 1 0 0,-1-1-1 0 0,1 0 1 0 0,0 1-1 0 0,0-1 1 0 0,1 7-1 0 0,3 11 28 0 0,0-1 0 0 0,1 0 1 0 0,2 0-1 0 0,11 27 0 0 0,2 5-7 0 0,-17-44 73 0 0,-1 0 0 0 0,1 0-1 0 0,-1 0 1 0 0,-1 0 0 0 0,1 0 0 0 0,-1 14-1 0 0,-2-19-57 0 0,1 0-1 0 0,-1-1 0 0 0,0 1 1 0 0,0 0-1 0 0,-1 0 1 0 0,1 0-1 0 0,-1-1 1 0 0,1 1-1 0 0,-1-1 0 0 0,0 1 1 0 0,0-1-1 0 0,-1 0 1 0 0,1 0-1 0 0,-1 0 0 0 0,0 0 1 0 0,1 0-1 0 0,-1-1 1 0 0,-4 3-1 0 0,-5 4-31 0 0,0-2-1 0 0,-1 1 1 0 0,0-2-1 0 0,0 0 0 0 0,-1 0 1 0 0,0-1-1 0 0,0-1 1 0 0,0 0-1 0 0,0-1 1 0 0,0-1-1 0 0,-1 0 1 0 0,0-1-1 0 0,1 0 1 0 0,-1-1-1 0 0,-17-3 0 0 0,31 3-168 0 0,0 0-1 0 0,0 0 0 0 0,0 0 0 0 0,0 0 0 0 0,0 0 1 0 0,0-1-1 0 0,0 1 0 0 0,0 0 0 0 0,0 0 0 0 0,0-1 1 0 0,0 1-1 0 0,1-1 0 0 0,-1 1 0 0 0,0-1 0 0 0,0 1 0 0 0,0-1 1 0 0,1 1-1 0 0,-1-1 0 0 0,-1-1 0 0 0,2 2 38 0 0,0-1-1 0 0,0 1 1 0 0,0-1-1 0 0,0 1 1 0 0,0-1-1 0 0,0 0 1 0 0,0 1 0 0 0,0-1-1 0 0,0 1 1 0 0,0-1-1 0 0,0 1 1 0 0,0-1-1 0 0,0 1 1 0 0,0-1-1 0 0,1 1 1 0 0,-1-1-1 0 0,0 1 1 0 0,0-1-1 0 0,1 1 1 0 0,-1-1 0 0 0,0 1-1 0 0,1-1 1 0 0,0 0-1 0 0,24-20-6246 0 0,-11 13 1545 0 0</inkml:trace>
</inkml:ink>
</file>

<file path=ppt/ink/ink2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8:58.9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397 133 2148 0 0,'20'-28'5213'0'0,"-15"22"-3972"0"0,0 1 1 0 0,-1-1 0 0 0,0-1-1 0 0,0 1 1 0 0,0-1 0 0 0,-1 1 0 0 0,5-13-1 0 0,-8 18-1156 0 0,1-1-1 0 0,-1 1 1 0 0,0 0-1 0 0,1 0 1 0 0,-1 0 0 0 0,0-1-1 0 0,0 1 1 0 0,0 0-1 0 0,1-1 1 0 0,-1 1-1 0 0,-1 0 1 0 0,1 0-1 0 0,0-1 1 0 0,0 1-1 0 0,0 0 1 0 0,-1 0 0 0 0,1 0-1 0 0,-1-1 1 0 0,1 1-1 0 0,-1 0 1 0 0,1 0-1 0 0,-1 0 1 0 0,0 0-1 0 0,1 0 1 0 0,-1 0 0 0 0,0 0-1 0 0,0 0 1 0 0,0 0-1 0 0,0 0 1 0 0,0 0-1 0 0,0 1 1 0 0,0-1-1 0 0,0 0 1 0 0,0 1-1 0 0,0-1 1 0 0,0 1 0 0 0,0-1-1 0 0,-1 1 1 0 0,1-1-1 0 0,0 1 1 0 0,0 0-1 0 0,-1 0 1 0 0,-1-1-1 0 0,-3 1-44 0 0,-1 0-1 0 0,1 0 0 0 0,0 0 0 0 0,0 1 0 0 0,0 0 0 0 0,0 0 0 0 0,-8 3 0 0 0,-9 5 25 0 0,0 1 0 0 0,1 0 0 0 0,1 2 0 0 0,-1 0 0 0 0,2 2 0 0 0,-31 25 0 0 0,27-17-55 0 0,0 0 1 0 0,2 2 0 0 0,1 0 0 0 0,-28 43-1 0 0,42-56 4 0 0,0 0 0 0 0,2 0-1 0 0,-1 0 1 0 0,1 1-1 0 0,1 0 1 0 0,0 0 0 0 0,1 0-1 0 0,-3 19 1 0 0,6-28-19 0 0,-1 0 0 0 0,1 0 0 0 0,0 1 0 0 0,0-1 1 0 0,0 0-1 0 0,0 1 0 0 0,1-1 0 0 0,-1 0 0 0 0,1 0 0 0 0,0 1 1 0 0,0-1-1 0 0,0 0 0 0 0,0 0 0 0 0,0 0 0 0 0,1 0 0 0 0,0 0 0 0 0,-1 0 1 0 0,1-1-1 0 0,0 1 0 0 0,0-1 0 0 0,0 1 0 0 0,1-1 0 0 0,-1 1 1 0 0,1-1-1 0 0,-1 0 0 0 0,1 0 0 0 0,0-1 0 0 0,0 1 0 0 0,0 0 1 0 0,0-1-1 0 0,0 0 0 0 0,0 1 0 0 0,0-1 0 0 0,0-1 0 0 0,0 1 0 0 0,6 0 1 0 0,-1 0-95 0 0,1 0 1 0 0,-1-1 0 0 0,1 0 0 0 0,-1-1-1 0 0,1 0 1 0 0,-1-1 0 0 0,1 1 0 0 0,-1-1-1 0 0,0-1 1 0 0,0 0 0 0 0,0 0-1 0 0,0 0 1 0 0,-1-1 0 0 0,14-9 0 0 0,-3 1-24 0 0,-2-1 0 0 0,1 0 1 0 0,-2-1-1 0 0,27-30 0 0 0,-14 6 206 0 0,-1-1 0 0 0,-3-1-1 0 0,31-65 1 0 0,-49 93 55 0 0,-5 11-26 0 0,-1 5 19 0 0,-4 13 160 0 0,-8 31 201 0 0,10-38-426 0 0,1-7-49 0 0,-9 35 158 0 0,2 1 1 0 0,-5 56 0 0 0,12-88-307 0 0,1 1 1 0 0,1-1 0 0 0,0 0-1 0 0,0 0 1 0 0,0 1 0 0 0,1-1-1 0 0,0 0 1 0 0,0 0-1 0 0,0 0 1 0 0,1 0 0 0 0,0-1-1 0 0,5 8 1 0 0,-6-11-242 0 0,1 0 0 0 0,-1 0 0 0 0,1 0 0 0 0,0 0 0 0 0,-1 0-1 0 0,2 0 1 0 0,-1-1 0 0 0,0 0 0 0 0,0 1 0 0 0,5 1 0 0 0,-5-3-224 0 0,1 1 0 0 0,-1-1 0 0 0,1 0 0 0 0,0 0 0 0 0,-1 0 0 0 0,1-1 0 0 0,0 1 0 0 0,0-1 0 0 0,-1 0 0 0 0,1 0 0 0 0,0 0 0 0 0,4-1 0 0 0,11-4-5187 0 0</inkml:trace>
</inkml:ink>
</file>

<file path=ppt/ink/ink2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8:59.7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0 211 2604 0 0,'4'-12'1679'0'0,"4"-14"3617"0"0,13-26 1 0 0,-20 51-5230 0 0,-1 0 0 0 0,1 1 0 0 0,-1-1 0 0 0,0 0 0 0 0,1 1 0 0 0,-1-1 0 0 0,1 1 0 0 0,-1-1 0 0 0,1 0 0 0 0,0 1 0 0 0,-1-1 0 0 0,1 1 0 0 0,0-1 0 0 0,-1 1 0 0 0,1 0 0 0 0,0-1-1 0 0,-1 1 1 0 0,1 0 0 0 0,0-1 0 0 0,0 1 0 0 0,0 0 0 0 0,-1 0 0 0 0,1 0 0 0 0,0 0 0 0 0,0 0 0 0 0,0 0 0 0 0,-1 0 0 0 0,1 0 0 0 0,0 0 0 0 0,0 0 0 0 0,0 0 0 0 0,-1 0 0 0 0,1 1 0 0 0,0-1 0 0 0,1 1 0 0 0,21 13 480 0 0,-18-9-356 0 0,1 1 0 0 0,-1 0 0 0 0,0 0 0 0 0,0 0 0 0 0,0 1 0 0 0,-1 0 0 0 0,0 0 0 0 0,5 12 0 0 0,-3-3 0 0 0,0-1 0 0 0,-2 1 1 0 0,4 18-1 0 0,-6-24-116 0 0,-1 1 0 0 0,0-1 0 0 0,-1 0 0 0 0,0 1 0 0 0,0-1 0 0 0,-1 0-1 0 0,0 1 1 0 0,-1-1 0 0 0,-1 0 0 0 0,1 0 0 0 0,-1 0 0 0 0,-1-1 0 0 0,0 1 0 0 0,0-1 0 0 0,-1 1 0 0 0,0-2 0 0 0,-1 1 0 0 0,0 0 0 0 0,0-1 0 0 0,-1 0 0 0 0,-8 7 0 0 0,14-14-47 0 0,0 0 1 0 0,0 0-1 0 0,0-1 0 0 0,0 1 1 0 0,0 0-1 0 0,0-1 1 0 0,0 1-1 0 0,-1-1 1 0 0,1 1-1 0 0,0-1 1 0 0,0 0-1 0 0,0 1 0 0 0,-1-1 1 0 0,1 0-1 0 0,0 0 1 0 0,-1 0-1 0 0,1 0 1 0 0,0 0-1 0 0,0 0 0 0 0,-1 0 1 0 0,1-1-1 0 0,0 1 1 0 0,-2-1-1 0 0,2 1-44 0 0,0-1 29 0 0,0 0 0 0 0,0 0 0 0 0,0 0 0 0 0,0-1 0 0 0,1 1 0 0 0,-1 0 0 0 0,0 0 0 0 0,1-1 0 0 0,-1 1 0 0 0,0-1 0 0 0,1 1 1 0 0,0 0-1 0 0,-1-1 0 0 0,1 1 0 0 0,0-1 0 0 0,0 1 0 0 0,0-1 0 0 0,0 1 0 0 0,0-2 0 0 0,1-5-9 0 0,0 0 0 0 0,0 0-1 0 0,1 0 1 0 0,0 0 0 0 0,1 0 0 0 0,-1 1-1 0 0,2-1 1 0 0,-1 1 0 0 0,1-1 0 0 0,8-11-1 0 0,1 1-45 0 0,0 0 0 0 0,28-27-1 0 0,-20 25-15 0 0,1 0-1 0 0,33-22 1 0 0,-40 33 12 0 0,-1 0 0 0 0,1 1 1 0 0,0 0-1 0 0,1 1 1 0 0,24-7-1 0 0,-38 14 41 0 0,0-1-1 0 0,1 0 1 0 0,-1 1-1 0 0,0-1 1 0 0,1 1-1 0 0,-1 0 1 0 0,1 0-1 0 0,-1 0 1 0 0,1 0-1 0 0,-1 0 1 0 0,0 1-1 0 0,1-1 1 0 0,-1 1-1 0 0,1-1 1 0 0,-1 1-1 0 0,0 0 1 0 0,0 0-1 0 0,1 0 1 0 0,-1 0-1 0 0,0 0 1 0 0,0 1-1 0 0,0-1 1 0 0,0 1-1 0 0,-1-1 1 0 0,1 1-1 0 0,0 0 1 0 0,0 0-1 0 0,-1-1 1 0 0,1 1-1 0 0,-1 0 1 0 0,0 0-1 0 0,0 1 1 0 0,0-1-1 0 0,0 0 1 0 0,0 0-1 0 0,0 1 1 0 0,0-1-1 0 0,-1 0 1 0 0,1 1-1 0 0,-1-1 1 0 0,1 0-1 0 0,-1 3 1 0 0,1 22 0 0 0,-2-1 1 0 0,-4 29 0 0 0,0 18 49 0 0,6-71-36 0 0,-1-1-1 0 0,0 1 0 0 0,0 0 0 0 0,0-1 0 0 0,1 1 0 0 0,-1-1 0 0 0,1 1 1 0 0,-1-1-1 0 0,1 0 0 0 0,0 1 0 0 0,-1-1 0 0 0,1 0 0 0 0,0 1 1 0 0,0-1-1 0 0,0 0 0 0 0,0 0 0 0 0,0 0 0 0 0,0 1 0 0 0,0-1 1 0 0,1 0-1 0 0,-1-1 0 0 0,0 1 0 0 0,1 0 0 0 0,-1 0 0 0 0,0 0 1 0 0,1-1-1 0 0,-1 1 0 0 0,1-1 0 0 0,-1 1 0 0 0,1-1 0 0 0,-1 0 1 0 0,4 1-1 0 0,2 0-35 0 0,0-1 1 0 0,0 0-1 0 0,0 0 0 0 0,0 0 1 0 0,13-3-1 0 0,8-3-202 0 0,1-3-1 0 0,-1 0 1 0 0,0-1-1 0 0,-1-2 1 0 0,-1-1-1 0 0,0-1 0 0 0,0-1 1 0 0,-2-1-1 0 0,0-2 1 0 0,-1 0-1 0 0,0-1 1 0 0,36-41-1 0 0,-41 35 416 0 0,0 0-1 0 0,-2-1 1 0 0,0-1-1 0 0,-2 0 1 0 0,16-45 0 0 0,-29 70-66 0 0,-2 2-106 0 0,0 1 0 0 0,0-1 0 0 0,0 0 1 0 0,0 1-1 0 0,1-1 0 0 0,-1 1 0 0 0,0 0 1 0 0,0-1-1 0 0,0 1 0 0 0,1-1 1 0 0,-1 1-1 0 0,0 0 0 0 0,1 0 0 0 0,-1 0 1 0 0,0-1-1 0 0,1 1 0 0 0,-1 0 0 0 0,0 2 1 0 0,-10 17 386 0 0,-19 47 1261 0 0,-37 133 0 0 0,52-149-1375 0 0,-105 404 1758 0 0,16-55-1554 0 0,88-344-288 0 0,-3 0 0 0 0,-2-1 1 0 0,-44 80-1 0 0,52-113-17 0 0,-1-1 0 0 0,-1-1 0 0 0,0-1 0 0 0,-27 26 0 0 0,29-33-62 0 0,1-2 0 0 0,-1 0 1 0 0,-1 0-1 0 0,0-1 0 0 0,0-1 1 0 0,-1 0-1 0 0,-25 9 0 0 0,31-14-89 0 0,0-1-1 0 0,0 0 0 0 0,-1 0 0 0 0,1 0 1 0 0,-1-1-1 0 0,1-1 0 0 0,-1 0 0 0 0,1 0 0 0 0,-1-1 1 0 0,1 0-1 0 0,0 0 0 0 0,-1-1 0 0 0,1-1 1 0 0,-17-5-1 0 0,21 5-57 0 0,-1 1 0 0 0,1-1 1 0 0,0 0-1 0 0,0-1 0 0 0,1 1 1 0 0,-1-1-1 0 0,1 0 0 0 0,-1 0 0 0 0,1 0 1 0 0,0 0-1 0 0,1-1 0 0 0,-1 0 0 0 0,1 0 1 0 0,0 0-1 0 0,0 0 0 0 0,0 0 1 0 0,1 0-1 0 0,0-1 0 0 0,0 1 0 0 0,0-1 1 0 0,1 0-1 0 0,0 0 0 0 0,0 1 0 0 0,0-12 1 0 0,1 4-141 0 0,1 0-1 0 0,0 1 1 0 0,1-1 0 0 0,0 1 0 0 0,1 0 0 0 0,1 0-1 0 0,0 0 1 0 0,1 0 0 0 0,0 1 0 0 0,11-19 0 0 0,5-3-533 0 0,1 1-1 0 0,30-33 1 0 0,-10 18-393 0 0,3 2 0 0 0,1 2 0 0 0,2 3 0 0 0,57-38 0 0 0,57-26-3013 0 0,3 7-3396 0 0,-92 55 814 0 0</inkml:trace>
</inkml:ink>
</file>

<file path=ppt/ink/ink2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9:00.5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346 171 452 0 0,'5'-9'1886'0'0,"0"-1"0"0"0,-1 0 0 0 0,0 0 0 0 0,0 0 0 0 0,3-19-1 0 0,-6 25-1529 0 0,0-1-1 0 0,0 0 1 0 0,0 1-1 0 0,-1-1 0 0 0,0 0 1 0 0,0 0-1 0 0,-1 1 1 0 0,1-1-1 0 0,-1 0 0 0 0,0 0 1 0 0,0 1-1 0 0,0-1 0 0 0,-1 1 1 0 0,-4-9-1 0 0,5 12-327 0 0,0-1 0 0 0,0 1-1 0 0,0 0 1 0 0,0 0 0 0 0,0 0 0 0 0,0 0-1 0 0,-1 0 1 0 0,1 0 0 0 0,0 1 0 0 0,-1-1-1 0 0,1 0 1 0 0,-1 1 0 0 0,1-1 0 0 0,-1 1-1 0 0,1-1 1 0 0,-1 1 0 0 0,1 0 0 0 0,-1-1-1 0 0,0 1 1 0 0,1 0 0 0 0,-1 0 0 0 0,1 0-1 0 0,-1 1 1 0 0,1-1 0 0 0,-1 0 0 0 0,0 0-1 0 0,1 1 1 0 0,-1-1 0 0 0,-1 2 0 0 0,-3 0 3 0 0,0 0-1 0 0,-1 1 1 0 0,2 0 0 0 0,-1 0 0 0 0,-10 8 0 0 0,-7 8 15 0 0,1 1 1 0 0,2 1-1 0 0,0 1 1 0 0,-26 37-1 0 0,17-17-10 0 0,-41 84 0 0 0,69-126-36 0 0,-32 77 19 0 0,31-69-16 0 0,-1 0 0 0 0,2 0 1 0 0,-1 0-1 0 0,1 0 0 0 0,0 0 0 0 0,0 0 0 0 0,1 0 1 0 0,1 10-1 0 0,-1-16-9 0 0,0 0-1 0 0,1-1 1 0 0,-1 1 0 0 0,1 0 0 0 0,-1 0 0 0 0,1 0 0 0 0,0 0 0 0 0,0-1-1 0 0,-1 1 1 0 0,1 0 0 0 0,1-1 0 0 0,-1 1 0 0 0,0-1 0 0 0,0 1 0 0 0,1-1-1 0 0,-1 0 1 0 0,0 1 0 0 0,1-1 0 0 0,2 1 0 0 0,-1 0-43 0 0,1 0 1 0 0,-1-1-1 0 0,1 1 1 0 0,-1-1 0 0 0,1 0-1 0 0,0 0 1 0 0,0-1-1 0 0,0 1 1 0 0,4-1-1 0 0,5 0-170 0 0,-1 0 0 0 0,0-1 1 0 0,0-1-1 0 0,0 0 0 0 0,14-5 0 0 0,-3-1-21 0 0,-1 0 0 0 0,0-2-1 0 0,-1-1 1 0 0,0-1 0 0 0,0 0 0 0 0,-1-2 0 0 0,-1 0 0 0 0,-1-1 0 0 0,0-1 0 0 0,29-33 0 0 0,-28 27 431 0 0,-2-1 0 0 0,0-1 0 0 0,-2 0 0 0 0,0-1 0 0 0,-2-1 0 0 0,-1 0 0 0 0,-1-1 0 0 0,12-46 0 0 0,-19 47 448 0 0,-5 26-631 0 0,1 0 0 0 0,0-1 0 0 0,0 1 0 0 0,-1-1 0 0 0,1 1-1 0 0,0 0 1 0 0,-1 0 0 0 0,1-1 0 0 0,0 1 0 0 0,-1 0-1 0 0,1-1 1 0 0,0 1 0 0 0,-1 0 0 0 0,1 0 0 0 0,0 0 0 0 0,-1 0-1 0 0,1-1 1 0 0,-1 1 0 0 0,1 0 0 0 0,-1 0 0 0 0,1 0 0 0 0,0 0-1 0 0,-1 0 1 0 0,1 0 0 0 0,-1 0 0 0 0,1 0 0 0 0,-1 0 0 0 0,1 0-1 0 0,0 0 1 0 0,-1 0 0 0 0,1 0 0 0 0,-1 1 0 0 0,1-1 0 0 0,-1 0-1 0 0,1 0 1 0 0,0 0 0 0 0,-1 1 0 0 0,1-1 0 0 0,0 0 0 0 0,-1 0-1 0 0,1 1 1 0 0,0-1 0 0 0,-1 1 0 0 0,-3 1 9 0 0,1 0 1 0 0,-1 1 0 0 0,1-1-1 0 0,-1 1 1 0 0,1 0-1 0 0,0 0 1 0 0,0 0 0 0 0,0 0-1 0 0,1 1 1 0 0,-1-1-1 0 0,-1 5 1 0 0,-23 46 138 0 0,20-37-108 0 0,-6 13 16 0 0,1 0 0 0 0,-13 51-1 0 0,22-69-83 0 0,0 1-1 0 0,1-1 0 0 0,1 1 0 0 0,0-1 0 0 0,1 1 0 0 0,0 0 0 0 0,1-1 0 0 0,0 1 0 0 0,5 22 0 0 0,-4-32-174 0 0,-1 0 0 0 0,0 1 0 0 0,0-1 1 0 0,1 0-1 0 0,0 0 0 0 0,-1-1 0 0 0,1 1 0 0 0,0 0 0 0 0,1-1 0 0 0,-1 1 0 0 0,0-1 0 0 0,1 1 0 0 0,-1-1 0 0 0,1 0 0 0 0,0 0 0 0 0,-1-1 0 0 0,1 1 1 0 0,0 0-1 0 0,6 1 0 0 0,-5-1-375 0 0,0-1 0 0 0,0-1 0 0 0,0 1 0 0 0,0 0 0 0 0,-1-1 0 0 0,1 0 0 0 0,0 0 0 0 0,0 0 0 0 0,0 0 1 0 0,6-2-1 0 0,8-3-3865 0 0</inkml:trace>
</inkml:ink>
</file>

<file path=ppt/ink/ink2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9:00.9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0 210 2072 0 0,'16'-35'3366'0'0,"36"-73"5492"0"0,-50 106-8739 0 0,-1 0 1 0 0,1 0-1 0 0,-1 0 0 0 0,1 0 0 0 0,-1 0 1 0 0,1 0-1 0 0,0 1 0 0 0,0-1 1 0 0,0 1-1 0 0,3-3 0 0 0,-3 3 117 0 0,2 1-24 0 0,-2 1-174 0 0,0-1 0 0 0,0 0-1 0 0,0 1 1 0 0,0-1 0 0 0,1 1-1 0 0,-1 0 1 0 0,-1 0 0 0 0,1 0-1 0 0,0 0 1 0 0,0 0 0 0 0,0 0-1 0 0,0 0 1 0 0,-1 1 0 0 0,1-1 0 0 0,-1 1-1 0 0,1-1 1 0 0,-1 1 0 0 0,2 2-1 0 0,0 0 34 0 0,0 0 0 0 0,-1 1 0 0 0,0 0 0 0 0,0-1 0 0 0,0 1 0 0 0,-1 0-1 0 0,2 8 1 0 0,-1 3 76 0 0,0-1-1 0 0,-1 1 0 0 0,-1-1 1 0 0,-3 24-1 0 0,2-30-91 0 0,0 0 0 0 0,-1-1 0 0 0,-1 1 0 0 0,1 0 0 0 0,-1 0 1 0 0,-1-1-1 0 0,0 0 0 0 0,0 0 0 0 0,0 0 0 0 0,-1 0 0 0 0,0 0 0 0 0,-1-1 0 0 0,0 0 0 0 0,0 0 0 0 0,-9 7 0 0 0,15-13-46 0 0,-1-1-1 0 0,1 1 1 0 0,-1-1-1 0 0,1 0 1 0 0,0 1-1 0 0,-1-1 1 0 0,0 1-1 0 0,1-1 1 0 0,-1 0-1 0 0,1 0 1 0 0,-1 1-1 0 0,1-1 1 0 0,-1 0 0 0 0,0 0-1 0 0,1 0 1 0 0,-1 0-1 0 0,0 1 1 0 0,1-1-1 0 0,-1 0 1 0 0,1 0-1 0 0,-1 0 1 0 0,0-1-1 0 0,1 1 1 0 0,-2 0-1 0 0,1 0-5 0 0,0-1 0 0 0,1 1-1 0 0,-1-1 1 0 0,0 1 0 0 0,0-1-1 0 0,1 0 1 0 0,-1 1 0 0 0,1-1 0 0 0,-1 0-1 0 0,1 1 1 0 0,-1-1 0 0 0,1 0 0 0 0,-1 0-1 0 0,1 0 1 0 0,-1 1 0 0 0,1-1 0 0 0,0 0-1 0 0,0 0 1 0 0,-1 0 0 0 0,1 0-1 0 0,0 0 1 0 0,0 1 0 0 0,0-1 0 0 0,0 0-1 0 0,0 0 1 0 0,0 0 0 0 0,0 0 0 0 0,0 0-1 0 0,0 0 1 0 0,1 0 0 0 0,-1 1 0 0 0,0-1-1 0 0,1-1 1 0 0,0-1 6 0 0,2-11-11 0 0,1 1 0 0 0,0 1 0 0 0,1-1-1 0 0,1 1 1 0 0,0-1 0 0 0,0 2 0 0 0,1-1 0 0 0,1 1-1 0 0,0 0 1 0 0,15-16 0 0 0,-2 5-33 0 0,0 2-1 0 0,1 0 1 0 0,46-30 0 0 0,-54 41 27 0 0,-1 0 1 0 0,1 1-1 0 0,1 1 1 0 0,0 1-1 0 0,0 0 1 0 0,0 0-1 0 0,20-3 1 0 0,-32 8 43 0 0,0 1 0 0 0,0 0 1 0 0,0-1-1 0 0,0 1 0 0 0,0 0 1 0 0,0 0-1 0 0,0 1 0 0 0,0-1 1 0 0,0 1-1 0 0,0 0 0 0 0,0-1 0 0 0,0 1 1 0 0,0 0-1 0 0,0 1 0 0 0,-1-1 1 0 0,1 0-1 0 0,0 1 0 0 0,-1 0 1 0 0,1-1-1 0 0,-1 1 0 0 0,1 0 1 0 0,1 3-1 0 0,-1-1 19 0 0,-1-1 0 0 0,0 1 0 0 0,-1-1 0 0 0,1 1 0 0 0,-1 0 0 0 0,1 0 0 0 0,-1 0 0 0 0,0 0 0 0 0,0 0 1 0 0,-1 0-1 0 0,1 0 0 0 0,-1 0 0 0 0,0 0 0 0 0,0 0 0 0 0,-2 7 0 0 0,-2 16 149 0 0,-15 49-1 0 0,12-56-846 0 0,2 0-1 0 0,0 1 0 0 0,2-1 1 0 0,-2 30-1 0 0,4-47 328 0 0,1-1 0 0 0,0 1 0 0 0,1-1 0 0 0,-1 0 0 0 0,0 1 0 0 0,1-1-1 0 0,-1 0 1 0 0,1 1 0 0 0,0-1 0 0 0,0 0 0 0 0,0 0 0 0 0,0 1 0 0 0,0-1 0 0 0,0 0 0 0 0,1 0 0 0 0,-1 0 0 0 0,1 0 0 0 0,-1-1 0 0 0,1 1 0 0 0,0 0 0 0 0,-1-1-1 0 0,1 1 1 0 0,0-1 0 0 0,0 0 0 0 0,0 1 0 0 0,0-1 0 0 0,1 0 0 0 0,-1 0 0 0 0,0 0 0 0 0,0-1 0 0 0,1 1 0 0 0,-1 0 0 0 0,5 0 0 0 0,11 0-4481 0 0</inkml:trace>
</inkml:ink>
</file>

<file path=ppt/ink/ink2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9:01.4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204 762 1556 0 0,'19'-21'1920'0'0,"-1"-1"1"0"0,0-1-1 0 0,-2 0 0 0 0,-1-1 0 0 0,0-1 1 0 0,15-37-1 0 0,-29 60-1819 0 0,0 0-1 0 0,0 0 0 0 0,-1 0 1 0 0,1 0-1 0 0,0 0 1 0 0,-1 0-1 0 0,1-1 1 0 0,-1 1-1 0 0,0 0 1 0 0,0 0-1 0 0,0 0 1 0 0,0 0-1 0 0,0-1 1 0 0,0 1-1 0 0,0 0 0 0 0,-1 0 1 0 0,1 0-1 0 0,-1 0 1 0 0,1 0-1 0 0,-1-1 1 0 0,0 1-1 0 0,0 0 1 0 0,0 1-1 0 0,-2-3 1 0 0,3 3-83 0 0,-1 0-1 0 0,0 1 1 0 0,0-1 0 0 0,0 1 0 0 0,0-1 0 0 0,0 1 0 0 0,0 0 0 0 0,0-1 0 0 0,0 1 0 0 0,0 0 0 0 0,0 0 0 0 0,0-1 0 0 0,0 1 0 0 0,0 0 0 0 0,0 0 0 0 0,0 0 0 0 0,0 0 0 0 0,0 0-1 0 0,0 1 1 0 0,0-1 0 0 0,0 0 0 0 0,-1 1 0 0 0,-22 7 163 0 0,21-7-139 0 0,-14 8 128 0 0,1 0 0 0 0,-1 0 0 0 0,1 2 0 0 0,1 0 0 0 0,0 1 0 0 0,1 0 0 0 0,0 1 0 0 0,-20 24 0 0 0,16-14-84 0 0,1 0 0 0 0,0 2-1 0 0,2 0 1 0 0,-22 51 0 0 0,33-66-65 0 0,0 0 0 0 0,1 0-1 0 0,0 0 1 0 0,1 1 0 0 0,0-1 0 0 0,1 1 0 0 0,0-1 0 0 0,1 17 0 0 0,0-24-18 0 0,0 0-1 0 0,1 0 1 0 0,-1 0 0 0 0,1 0 0 0 0,-1 0 0 0 0,1 0 0 0 0,0 0 0 0 0,0-1 0 0 0,0 1 0 0 0,1 0-1 0 0,-1-1 1 0 0,1 1 0 0 0,-1 0 0 0 0,1-1 0 0 0,0 0 0 0 0,0 1 0 0 0,0-1 0 0 0,0 0-1 0 0,0 0 1 0 0,1 0 0 0 0,-1-1 0 0 0,0 1 0 0 0,1 0 0 0 0,0-1 0 0 0,-1 0 0 0 0,1 1-1 0 0,0-1 1 0 0,0 0 0 0 0,-1-1 0 0 0,1 1 0 0 0,0 0 0 0 0,0-1 0 0 0,0 1 0 0 0,5-1 0 0 0,3 0-72 0 0,0-1 0 0 0,0 0 0 0 0,1-1 0 0 0,-1 0 0 0 0,0-1 0 0 0,0 0 0 0 0,-1-1 0 0 0,1 0 0 0 0,-1 0 0 0 0,11-7 0 0 0,5-4-179 0 0,-2 0 0 0 0,39-33 0 0 0,-24 13 69 0 0,-1-2-1 0 0,-3-1 1 0 0,0-2-1 0 0,-3-1 0 0 0,37-61 1 0 0,-29 33 79 0 0,-4-1 0 0 0,51-138 0 0 0,-24-2 1088 0 0,-63 209-977 0 0,1 0-1 0 0,-1 0 1 0 0,1-1 0 0 0,-1 1-1 0 0,0 0 1 0 0,0-1 0 0 0,1 1 0 0 0,-1 0-1 0 0,0-1 1 0 0,0 1 0 0 0,-1 0-1 0 0,1 0 1 0 0,0-1 0 0 0,0 1-1 0 0,-1-2 1 0 0,1 3-6 0 0,-1 0 0 0 0,1-1 0 0 0,-1 1 0 0 0,1 0 0 0 0,0 0 0 0 0,-1 0 0 0 0,1 0 0 0 0,-1 0 0 0 0,1 0 0 0 0,0 0 0 0 0,-1 0 0 0 0,1 0 0 0 0,-1 0 0 0 0,1 0 0 0 0,0 0 0 0 0,-1 1 0 0 0,1-1 0 0 0,-1 0 0 0 0,1 0 0 0 0,0 0 0 0 0,-1 0 0 0 0,1 1 0 0 0,0-1 0 0 0,-1 0 0 0 0,1 0 0 0 0,0 1 0 0 0,0-1 0 0 0,-1 0 0 0 0,1 0 0 0 0,-1 1-1 0 0,-4 4 24 0 0,0 0 0 0 0,1 0 0 0 0,-1 1 0 0 0,-5 8 0 0 0,-33 66 459 0 0,4 2 0 0 0,3 2 1 0 0,-40 141-1 0 0,63-181-407 0 0,2 1 0 0 0,2 0 0 0 0,1 0 0 0 0,3 0 1 0 0,2 1-1 0 0,3 51 0 0 0,1-89-270 0 0,-1 0-1 0 0,2 0 1 0 0,-1 0-1 0 0,1 0 1 0 0,1-1-1 0 0,-1 1 1 0 0,1 0 0 0 0,0-1-1 0 0,1 0 1 0 0,5 8-1 0 0,-6-10-456 0 0,1-1-1 0 0,-1 1 0 0 0,1-1 1 0 0,0 0-1 0 0,0-1 0 0 0,0 1 1 0 0,1-1-1 0 0,-1 1 0 0 0,1-1 1 0 0,0-1-1 0 0,0 1 0 0 0,0-1 1 0 0,0 0-1 0 0,1 0 0 0 0,6 2 1 0 0,15 0-5968 0 0</inkml:trace>
</inkml:ink>
</file>

<file path=ppt/ink/ink2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9:02.0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96 511 2712 0 0,'-14'5'2887'0'0,"1"-1"0"0"0,-1 0 0 0 0,-26 4 1658 0 0,36-9-3698 0 0,3 1-823 0 0,1 0 0 0 0,-1 0 0 0 0,1 0 0 0 0,0 0 1 0 0,-1 0-1 0 0,1 0 0 0 0,-1 0 0 0 0,1 0 0 0 0,-1 0 0 0 0,1-1 0 0 0,0 1 0 0 0,-1 0 0 0 0,1 0 0 0 0,0 0 0 0 0,-1 0 0 0 0,1-1 0 0 0,-1 1 0 0 0,1 0 0 0 0,0 0 0 0 0,0-1 1 0 0,-1 1-1 0 0,1 0 0 0 0,0-1 0 0 0,-1 1 0 0 0,1 0 0 0 0,0-1 0 0 0,3-7 113 0 0,2 1 0 0 0,-1 0 1 0 0,1 0-1 0 0,0 0 0 0 0,0 1 1 0 0,7-7-1 0 0,43-37 78 0 0,-24 22-125 0 0,61-54 70 0 0,-30 27-126 0 0,102-115-1 0 0,-161 166-38 0 0,0-1-1 0 0,0 1 1 0 0,0 0 0 0 0,0-1 0 0 0,-1 0 0 0 0,1 0 0 0 0,-1 0-1 0 0,0 0 1 0 0,-1 0 0 0 0,1 0 0 0 0,0-6 0 0 0,-2 10 3 0 0,0 0 0 0 0,0 0 1 0 0,0 0-1 0 0,0 0 0 0 0,0 1 0 0 0,-1-1 1 0 0,1 0-1 0 0,0 0 0 0 0,0 0 1 0 0,-1 1-1 0 0,1-1 0 0 0,0 0 1 0 0,-1 0-1 0 0,1 1 0 0 0,-1-1 0 0 0,1 0 1 0 0,-1 1-1 0 0,1-1 0 0 0,-1 1 1 0 0,0-1-1 0 0,1 0 0 0 0,-1 1 0 0 0,1-1 1 0 0,-1 1-1 0 0,0 0 0 0 0,0-1 1 0 0,1 1-1 0 0,-1-1 0 0 0,0 1 1 0 0,0 0-1 0 0,0 0 0 0 0,1 0 0 0 0,-1-1 1 0 0,-2 1-1 0 0,-25-1-30 0 0,22 2 31 0 0,0 0-1 0 0,0 0 0 0 0,0 1 1 0 0,0 0-1 0 0,0 1 0 0 0,0-1 1 0 0,0 1-1 0 0,1 0 1 0 0,0 0-1 0 0,-1 1 0 0 0,1-1 1 0 0,0 1-1 0 0,1 0 0 0 0,-1 1 1 0 0,1-1-1 0 0,0 1 0 0 0,0 0 1 0 0,0 0-1 0 0,0 0 0 0 0,1 1 1 0 0,0-1-1 0 0,0 1 0 0 0,1 0 1 0 0,-1 0-1 0 0,1-1 0 0 0,1 2 1 0 0,-1-1-1 0 0,1 0 1 0 0,0 0-1 0 0,0 0 0 0 0,1 1 1 0 0,0-1-1 0 0,0 0 0 0 0,0 0 1 0 0,1 1-1 0 0,0-1 0 0 0,0 0 1 0 0,1 0-1 0 0,2 9 0 0 0,13 23-6 0 0,22 37-1 0 0,2 7 17 0 0,-39-78 67 0 0,-1-1 1 0 0,0 1-1 0 0,0-1 0 0 0,0 1 1 0 0,0-1-1 0 0,0 6 0 0 0,-1-7-23 0 0,0-1-1 0 0,0 1 1 0 0,0-1 0 0 0,0 1-1 0 0,0-1 1 0 0,-1 1 0 0 0,1-1-1 0 0,0 1 1 0 0,-1-1 0 0 0,1 1-1 0 0,-1-1 1 0 0,0 0-1 0 0,1 1 1 0 0,-1-1 0 0 0,0 0-1 0 0,0 1 1 0 0,0-1 0 0 0,0 0-1 0 0,0 0 1 0 0,-1 1 0 0 0,-4 2 17 0 0,0 0 1 0 0,-1 0 0 0 0,1-1 0 0 0,-1 0 0 0 0,1-1 0 0 0,-1 1 0 0 0,0-1 0 0 0,0-1 0 0 0,0 1 0 0 0,0-1 0 0 0,-8 0 0 0 0,-14 0 38 0 0,-42-3 1 0 0,20 0 13 0 0,7-3-390 0 0,44 5 193 0 0,-1 0 1 0 0,1 0-1 0 0,-1 0 0 0 0,1 0 0 0 0,0 0 0 0 0,-1 0 0 0 0,1 0 0 0 0,-1 0 1 0 0,1 0-1 0 0,-1 0 0 0 0,1 0 0 0 0,-1 0 0 0 0,1 0 0 0 0,-1 0 0 0 0,1-1 1 0 0,0 1-1 0 0,-1 0 0 0 0,1 0 0 0 0,-1 0 0 0 0,1-1 0 0 0,0 1 1 0 0,-1 0-1 0 0,1 0 0 0 0,-1-1 0 0 0,1 1 0 0 0,0 0 0 0 0,0-1 0 0 0,-1 1 1 0 0,1-1-1 0 0,0 1 0 0 0,0 0 0 0 0,-1-1 0 0 0,1 1 0 0 0,0-1 0 0 0,0 1 1 0 0,0-1-1 0 0,0 1 0 0 0,-1 0 0 0 0,1-1 0 0 0,0 1 0 0 0,0-1 0 0 0,0 1 1 0 0,0-1-1 0 0,0 1 0 0 0,0-1 0 0 0,0 1 0 0 0,1-1 0 0 0,-1 0-214 0 0,1-1-1 0 0,-1 1 1 0 0,1 0-1 0 0,0 0 1 0 0,0 0-1 0 0,0 0 1 0 0,0 0-1 0 0,-1 0 1 0 0,1 0-1 0 0,0 0 1 0 0,1 0-1 0 0,0-1 1 0 0,24-13-5748 0 0,-12 7 633 0 0</inkml:trace>
</inkml:ink>
</file>

<file path=ppt/ink/ink2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9:02.2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1 139 256 0 0,'10'-17'3104'0'0,"-5"4"-671"0"0,3-1-209 0 0,-2 3-204 0 0,-2-5-152 0 0,-2 5-168 0 0,1-1-180 0 0,1 3-215 0 0,-2 1 531 0 0,2-8-312 0 0,-2 5-1220 0 0</inkml:trace>
</inkml:ink>
</file>

<file path=ppt/ink/ink2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9:03.4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113 77 1380 0 0,'0'0'1277'0'0,"2"-14"3417"0"0,2 0-2654 0 0,-3 7-1104 0 0,1 1 0 0 0,0 0 0 0 0,0 0 0 0 0,5-9 0 0 0,-6 13-429 0 0,-1 2-483 0 0,0-1 1 0 0,1 1-1 0 0,-1 0 1 0 0,0-1-1 0 0,0 1 0 0 0,1-1 1 0 0,-1 1-1 0 0,0 0 0 0 0,1-1 1 0 0,-1 1-1 0 0,0 0 1 0 0,1-1-1 0 0,-1 1 0 0 0,0 0 1 0 0,1 0-1 0 0,-1-1 0 0 0,1 1 1 0 0,-1 0-1 0 0,1 0 1 0 0,-1 0-1 0 0,0-1 0 0 0,1 1 1 0 0,-1 0-1 0 0,1 0 1 0 0,-1 0-1 0 0,1 0 0 0 0,-1 0 1 0 0,1 0-1 0 0,-1 0 0 0 0,1 0 1 0 0,-1 0-1 0 0,1 0 1 0 0,-1 0-1 0 0,1 1 0 0 0,-1-1 1 0 0,1 0-1 0 0,-1 0 0 0 0,0 0 1 0 0,1 1-1 0 0,-1-1 1 0 0,1 0-1 0 0,-1 0 0 0 0,1 1 1 0 0,0 3 35 0 0,1 1 0 0 0,-1-1-1 0 0,0 0 1 0 0,-1 1 0 0 0,1-1 0 0 0,-1 1 0 0 0,0-1 0 0 0,0 1 0 0 0,0-1 0 0 0,-1 1 0 0 0,0-1 0 0 0,-1 5 0 0 0,-3 8 133 0 0,-12 30 0 0 0,5-18-74 0 0,-39 82 140 0 0,34-80-202 0 0,2 1 0 0 0,-18 59 0 0 0,32-88-44 0 0,0 1 1 0 0,0-1-1 0 0,1 1 1 0 0,0-1-1 0 0,0 1 1 0 0,0-1-1 0 0,0 5 1 0 0,0-7-10 0 0,0 1 1 0 0,1-1-1 0 0,-1 0 1 0 0,0 0-1 0 0,1 0 1 0 0,-1 0-1 0 0,0 0 1 0 0,1-1-1 0 0,-1 1 1 0 0,1 0-1 0 0,0 0 1 0 0,-1 0-1 0 0,1 0 1 0 0,0 0-1 0 0,-1-1 1 0 0,1 1-1 0 0,0 0 1 0 0,0-1-1 0 0,-1 1 1 0 0,1 0-1 0 0,0-1 0 0 0,0 1 1 0 0,0-1-1 0 0,0 1 1 0 0,0-1-1 0 0,0 0 1 0 0,0 0-1 0 0,0 1 1 0 0,0-1-1 0 0,0 0 1 0 0,2 0-1 0 0,12 0 11 0 0,-1-1 0 0 0,0 0 0 0 0,0-1-1 0 0,0-1 1 0 0,0 0 0 0 0,0-1 0 0 0,0-1-1 0 0,-1 0 1 0 0,0-1 0 0 0,25-14 0 0 0,-13 5-2 0 0,0-2 1 0 0,-1-1-1 0 0,0 0 0 0 0,28-31 1 0 0,-30 25-18 0 0,0 0 0 0 0,-2-2 0 0 0,-1 0 1 0 0,-1-2-1 0 0,-1 0 0 0 0,-2 0 0 0 0,17-45 1 0 0,-16 29-95 0 0,-20 49 99 0 0,1 1 1 0 0,0-1-1 0 0,0 0 0 0 0,1 1 0 0 0,-1 0 0 0 0,1 0 0 0 0,-2 9 0 0 0,-8 50 7 0 0,9-47-3 0 0,0 5 0 0 0,1 0 0 0 0,1 0 1 0 0,1 0-1 0 0,1-1 0 0 0,6 33 1 0 0,-6-50-18 0 0,0-1 0 0 0,0 1 0 0 0,1 0 0 0 0,0-1 0 0 0,0 1 0 0 0,0-1 0 0 0,0 0 0 0 0,0 0 0 0 0,1 1 0 0 0,0-2 0 0 0,0 1 0 0 0,0 0 0 0 0,0-1 0 0 0,1 1 0 0 0,-1-1 0 0 0,1 0 0 0 0,0 0 0 0 0,0 0 0 0 0,0-1 0 0 0,0 1 0 0 0,0-1 0 0 0,1 0 0 0 0,5 2 0 0 0,-2-2-248 0 0,0 1 1 0 0,0-1-1 0 0,1-1 1 0 0,-1 0-1 0 0,0 0 1 0 0,1 0-1 0 0,-1-1 1 0 0,1 0-1 0 0,-1-1 1 0 0,1 0-1 0 0,-1 0 0 0 0,13-5 1 0 0,1-1-708 0 0,0-1 1 0 0,-1-2-1 0 0,-1 0 0 0 0,1-1 1 0 0,-2-1-1 0 0,1-1 0 0 0,-2 0 1 0 0,27-26-1 0 0,-7 1-2039 0 0</inkml:trace>
</inkml:ink>
</file>

<file path=ppt/ink/ink2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9:04.3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355 345 920 0 0,'34'-81'5748'0'0,"40"-143"0"0"0,-65 186-4491 0 0,-8 37-664 0 0,-6 20-329 0 0,-33 107 887 0 0,13-46-333 0 0,-222 705 3894 0 0,174-536-4052 0 0,49-160-508 0 0,8-34 6 0 0,2 0 1 0 0,3 1 0 0 0,2 1-1 0 0,-1 57 1 0 0,10-106-139 0 0,0 0 0 0 0,1 0-1 0 0,0-1 1 0 0,0 1 0 0 0,1 0 0 0 0,4 14-1 0 0,-4-19-15 0 0,-1-1 1 0 0,0 1-1 0 0,1 0 0 0 0,-1-1 0 0 0,1 1 0 0 0,0-1 0 0 0,0 1 0 0 0,0-1 0 0 0,0 0 1 0 0,0 0-1 0 0,0 0 0 0 0,1 0 0 0 0,-1 0 0 0 0,1 0 0 0 0,-1-1 0 0 0,1 1 0 0 0,0-1 1 0 0,0 1-1 0 0,3 0 0 0 0,-2-2-39 0 0,-1 1 0 0 0,0-1 0 0 0,0 0 1 0 0,1 0-1 0 0,-1-1 0 0 0,0 1 0 0 0,0-1 1 0 0,1 1-1 0 0,-1-1 0 0 0,0 0 0 0 0,0 0 0 0 0,0-1 1 0 0,0 1-1 0 0,0-1 0 0 0,4-2 0 0 0,1-1-81 0 0,-1 0 0 0 0,1-1 1 0 0,-1 0-1 0 0,7-7 0 0 0,-4 3 50 0 0,-1-2 0 0 0,0 1 1 0 0,0-1-1 0 0,-1-1 0 0 0,0 0 0 0 0,-1 0 1 0 0,-1 0-1 0 0,0-1 0 0 0,-1 0 1 0 0,-1 0-1 0 0,0 0 0 0 0,0 0 0 0 0,-2-1 1 0 0,0 0-1 0 0,0 1 0 0 0,-1-1 1 0 0,-1 0-1 0 0,-1 0 0 0 0,0 0 0 0 0,-1 1 1 0 0,0-1-1 0 0,-1 1 0 0 0,-1-1 1 0 0,-6-15-1 0 0,1 10 44 0 0,0 1-1 0 0,-1 1 1 0 0,-1 0 0 0 0,-16-21 0 0 0,-59-59-42 0 0,71 82 66 0 0,-32-34-739 0 0,46 49 690 0 0,0 0 0 0 0,1 0 1 0 0,-1 0-1 0 0,0 0 0 0 0,1 1 0 0 0,-1-1 1 0 0,1 0-1 0 0,-1 0 0 0 0,1 0 0 0 0,0 0 1 0 0,-1 0-1 0 0,1-1 0 0 0,0 1 0 0 0,0 0 1 0 0,0 0-1 0 0,0 0 0 0 0,0 0 0 0 0,0 0 1 0 0,0 0-1 0 0,0 0 0 0 0,0 0 1 0 0,0 0-1 0 0,0 0 0 0 0,1 0 0 0 0,-1 0 1 0 0,0 0-1 0 0,1 0 0 0 0,-1 0 0 0 0,1 0 1 0 0,0 0-1 0 0,-1 0 0 0 0,1 0 0 0 0,-1 0 1 0 0,1 0-1 0 0,0 1 0 0 0,1-2 0 0 0,3-3-129 0 0,0 0-1 0 0,1 0 0 0 0,-1 1 1 0 0,8-4-1 0 0,-11 7 105 0 0,162-92-2250 0 0,-72 45 1496 0 0,-7-2-7 0 0,-1-3 0 0 0,81-68 0 0 0,-112 76 631 0 0,-1-3 0 0 0,-2-2 0 0 0,73-96 0 0 0,41-116 1431 0 0,-103 158 207 0 0,-53 96-1283 0 0,-10 20-98 0 0,-9 25-5 0 0,11-36-48 0 0,-101 275 861 0 0,0-3 397 0 0,-27 150-156 0 0,31 10-464 0 0,93-410-596 0 0,1-10 21 0 0,0 0 0 0 0,1 1 1 0 0,1 0-1 0 0,0-1 0 0 0,1 1 0 0 0,0-1 0 0 0,5 28 1 0 0,-5-40-62 0 0,1 0 0 0 0,-1 1 0 0 0,1-1 1 0 0,-1 0-1 0 0,1 1 0 0 0,-1-1 0 0 0,1 0 0 0 0,0 0 1 0 0,0 1-1 0 0,0-1 0 0 0,-1 0 0 0 0,1 0 1 0 0,0 0-1 0 0,0 0 0 0 0,1 0 0 0 0,-1-1 1 0 0,0 1-1 0 0,0 0 0 0 0,0 0 0 0 0,0-1 0 0 0,1 1 1 0 0,1 0-1 0 0,-1 0 7 0 0,0-1-1 0 0,0 0 1 0 0,1 0-1 0 0,-1 0 1 0 0,0 0 0 0 0,0 0-1 0 0,0-1 1 0 0,0 1 0 0 0,1-1-1 0 0,-1 1 1 0 0,0-1 0 0 0,0 0-1 0 0,2-1 1 0 0,3-1 13 0 0,0-1 1 0 0,-1 0 0 0 0,1 0-1 0 0,-1-1 1 0 0,0 0-1 0 0,0 0 1 0 0,6-8-1 0 0,0-3-30 0 0,-1 0-1 0 0,0 0 1 0 0,-2-1 0 0 0,0-1-1 0 0,0 0 1 0 0,-2 0-1 0 0,0 0 1 0 0,-1-1-1 0 0,-1 0 1 0 0,-1 0 0 0 0,-1 0-1 0 0,2-29 1 0 0,-4 21-3 0 0,-1 0-1 0 0,-1 0 1 0 0,-1 0 0 0 0,-2 0 0 0 0,-1 0 0 0 0,0 1 0 0 0,-3-1 0 0 0,-13-35 0 0 0,-56-111-52 0 0,77 172 31 0 0,-1 0 1 0 0,1 0 0 0 0,0 0 0 0 0,0 0 0 0 0,0 0-1 0 0,0 0 1 0 0,0 0 0 0 0,0-1 0 0 0,0 1 0 0 0,0 0-1 0 0,1 0 1 0 0,-1 0 0 0 0,0 0 0 0 0,1 0 0 0 0,-1 0-1 0 0,0 0 1 0 0,1 0 0 0 0,-1 0 0 0 0,1 0-1 0 0,0 0 1 0 0,-1 0 0 0 0,1 0 0 0 0,0 0 0 0 0,0 1-1 0 0,1-3 1 0 0,23-13-1157 0 0,128-45-4048 0 0,-62 28 1729 0 0,-52 18 1314 0 0,-1 0-311 0 0</inkml:trace>
</inkml:ink>
</file>

<file path=ppt/ink/ink2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9:04.6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1 141 2288 0 0,'13'-11'1590'0'0,"-1"-1"-1"0"0,0 1 0 0 0,0-2 1 0 0,-2 0-1 0 0,1 0 1 0 0,-2-1-1 0 0,0 0 0 0 0,12-26 811 0 0,-34 64-1991 0 0,-5 14 85 0 0,2-7-215 0 0,-12 41 0 0 0,24-59-338 0 0,-4 12 257 0 0,-7 34-1 0 0,14-53-312 0 0,0 1-1 0 0,1 0 0 0 0,-1-1 0 0 0,1 1 1 0 0,0-1-1 0 0,1 1 0 0 0,0 0 0 0 0,0-1 0 0 0,0 1 1 0 0,4 8-1 0 0,-5-14-33 0 0,1 0 0 0 0,-1 0 0 0 0,1-1 0 0 0,0 1 1 0 0,-1 0-1 0 0,1 0 0 0 0,0-1 0 0 0,0 1 0 0 0,0-1 0 0 0,-1 1 0 0 0,1-1 0 0 0,0 1 0 0 0,0-1 1 0 0,0 1-1 0 0,0-1 0 0 0,0 0 0 0 0,0 1 0 0 0,0-1 0 0 0,0 0 0 0 0,0 0 0 0 0,0 0 0 0 0,0 0 1 0 0,0 0-1 0 0,0 0 0 0 0,0 0 0 0 0,0 0 0 0 0,0 0 0 0 0,0 0 0 0 0,1-1 0 0 0,2 0-665 0 0,0 0 0 0 0,0 0 0 0 0,0 0 0 0 0,0 0 0 0 0,-1-1 0 0 0,5-2 0 0 0,7-7-4544 0 0</inkml:trace>
</inkml:ink>
</file>

<file path=ppt/ink/ink2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9:04.7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 76 36 0 0,'-2'-14'2672'0'0,"0"1"-780"0"0,-2 3-411 0 0,2 1 631 0 0,0-9-824 0 0,-2 7-56 0 0,-5 18-1776 0 0,9 9-984 0 0,1-7 128 0 0,1 13-3437 0 0</inkml:trace>
</inkml:ink>
</file>

<file path=ppt/ink/ink2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9:05.0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207 36 200 0 0,'4'0'751'0'0,"-1"0"0"0"0,0 0 0 0 0,0 0 1 0 0,1 0-1 0 0,-1 0 0 0 0,0-1 0 0 0,1 1 0 0 0,-1-1 0 0 0,0 0 0 0 0,0 0 0 0 0,0 0 1 0 0,0 0-1 0 0,0-1 0 0 0,0 1 0 0 0,0-1 0 0 0,6-5 1008 0 0,-3-2 199 0 0,-5 9-1934 0 0,-1 0 1 0 0,0 0-1 0 0,0-1 0 0 0,0 1 1 0 0,0 0-1 0 0,0 0 0 0 0,0 0 1 0 0,0-1-1 0 0,1 1 0 0 0,-1 0 0 0 0,0 0 1 0 0,0 0-1 0 0,0-1 0 0 0,0 1 1 0 0,0 0-1 0 0,0 0 0 0 0,0-1 1 0 0,0 1-1 0 0,0 0 0 0 0,0 0 0 0 0,0 0 1 0 0,0-1-1 0 0,0 1 0 0 0,0 0 1 0 0,0 0-1 0 0,-1 0 0 0 0,1-1 1 0 0,0 1-1 0 0,0 0 0 0 0,0 0 0 0 0,0 0 1 0 0,0-1-1 0 0,0 1 0 0 0,-1 0 1 0 0,1 0-1 0 0,0 0 0 0 0,0 0 1 0 0,0-1-1 0 0,0 1 0 0 0,-1 0 0 0 0,1 0 1 0 0,0 0-1 0 0,0 0 0 0 0,0 0 1 0 0,-1 0-1 0 0,1 0 0 0 0,0 0 1 0 0,0-1-1 0 0,0 1 0 0 0,-1 0 0 0 0,1 0 1 0 0,0 0-1 0 0,0 0 0 0 0,-1 0 1 0 0,1 0-1 0 0,0 0 0 0 0,0 0 1 0 0,0 0-1 0 0,-1 1 0 0 0,1-1 0 0 0,0 0 1 0 0,0 0-1 0 0,-1 0 0 0 0,1 0 1 0 0,0 0-1 0 0,0 0 0 0 0,-1 1 1 0 0,-11 2 50 0 0,1 2 1 0 0,-1 0-1 0 0,1 0 1 0 0,0 1-1 0 0,0 0 1 0 0,1 1-1 0 0,0 0 1 0 0,-15 14-1 0 0,1 1-21 0 0,1 2 0 0 0,-21 28-1 0 0,36-42-18 0 0,0 2 0 0 0,1-1-1 0 0,0 1 1 0 0,1 0 0 0 0,0 1-1 0 0,1-1 1 0 0,1 1-1 0 0,-4 18 1 0 0,7-26-75 0 0,0 0-1 0 0,1-1 0 0 0,-1 1 1 0 0,1 0-1 0 0,0 0 1 0 0,0 0-1 0 0,1 0 0 0 0,0 0 1 0 0,0 0-1 0 0,0 0 1 0 0,3 6-1 0 0,-3-8-99 0 0,1 0-1 0 0,-1 0 1 0 0,1 0 0 0 0,0 0 0 0 0,0-1-1 0 0,1 1 1 0 0,-1-1 0 0 0,0 0 0 0 0,1 1-1 0 0,-1-1 1 0 0,1 0 0 0 0,0-1 0 0 0,0 1-1 0 0,0 0 1 0 0,0-1 0 0 0,0 1 0 0 0,0-1-1 0 0,5 1 1 0 0,2 1-393 0 0,0-1 0 0 0,0-1-1 0 0,0 0 1 0 0,0 0 0 0 0,0-1 0 0 0,0-1-1 0 0,0 1 1 0 0,0-1 0 0 0,11-3 0 0 0,-5 0-608 0 0,1-1 0 0 0,-2 0 0 0 0,1-1 0 0 0,25-14 0 0 0,-12 4-1006 0 0</inkml:trace>
</inkml:ink>
</file>

<file path=ppt/ink/ink2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9:05.2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1 249 4952 0 0,'17'-18'1141'0'0,"-1"0"-1"0"0,0-2 1 0 0,-2 1-1 0 0,0-2 1 0 0,18-37-1 0 0,8-34 3944 0 0,-39 90-4436 0 0,-2 9-434 0 0,0-1 0 0 0,0 1 0 0 0,-1 0 0 0 0,0-1 0 0 0,0 0 0 0 0,-4 9 0 0 0,-4 10 177 0 0,-1 8-152 0 0,2 1 1 0 0,2 0-1 0 0,-6 50 1 0 0,15-55-407 0 0,-2-27 18 0 0,1-1 0 0 0,-1 0 0 0 0,0 0 0 0 0,1 1 0 0 0,-1-1 0 0 0,0 0 0 0 0,1 1 0 0 0,0-1 1 0 0,-1 0-1 0 0,1 0 0 0 0,0 0 0 0 0,0 0 0 0 0,-1 0 0 0 0,1 0 0 0 0,0 0 0 0 0,0 0 0 0 0,0 0 0 0 0,0 0 0 0 0,0 0 0 0 0,1-1 0 0 0,-1 1 0 0 0,1 0 1 0 0,3 1-988 0 0,1-2 1 0 0,-1 1 0 0 0,1-1 0 0 0,-1 1 0 0 0,0-1 0 0 0,6-1-1 0 0,8-4-5295 0 0</inkml:trace>
</inkml:ink>
</file>

<file path=ppt/ink/ink2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9:05.4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85 86 372 0 0,'-7'-15'2843'0'0,"-1"1"1"0"0,0 0-1 0 0,-19-24 0 0 0,27 38-2810 0 0,-1-1 0 0 0,1 1-1 0 0,-1 0 1 0 0,1-1 0 0 0,0 1 0 0 0,-1-1-1 0 0,1 1 1 0 0,-1 0 0 0 0,1 0 0 0 0,-1-1-1 0 0,1 1 1 0 0,-1 0 0 0 0,0 0 0 0 0,1 0-1 0 0,-1-1 1 0 0,1 1 0 0 0,-1 0 0 0 0,1 0-1 0 0,-1 0 1 0 0,0 0 0 0 0,1 0-1 0 0,-1 0 1 0 0,1 0 0 0 0,-1 0 0 0 0,1 0-1 0 0,-1 1 1 0 0,0-1 0 0 0,1 0 0 0 0,-1 0-1 0 0,1 0 1 0 0,-1 1 0 0 0,1-1 0 0 0,-1 0-1 0 0,1 1 1 0 0,-1-1 0 0 0,0 1 0 0 0,0 0-51 0 0,0 0 1 0 0,-1 0 0 0 0,1 1 0 0 0,0-1 0 0 0,0 0 0 0 0,0 0-1 0 0,0 1 1 0 0,1-1 0 0 0,-1 1 0 0 0,0-1 0 0 0,0 0-1 0 0,0 4 1 0 0,0 21-1852 0 0,5-5-2498 0 0,-1-8 274 0 0</inkml:trace>
</inkml:ink>
</file>

<file path=ppt/ink/ink2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9:06.2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162 91 1204 0 0,'1'3'2263'0'0,"2"3"-817"0"0,-1 0 0 0 0,0 1 1 0 0,-1-1-1 0 0,1 0 0 0 0,0 14 0 0 0,-1-14-1009 0 0,-1 0 0 0 0,1 0 0 0 0,0 0 0 0 0,3 8 0 0 0,-2-2-99 0 0,-1-11-262 0 0,-1 0 0 0 0,0 0 0 0 0,0 0 1 0 0,1 1-1 0 0,-1-1 0 0 0,1 0 0 0 0,-1 0 0 0 0,1 0 1 0 0,-1 0-1 0 0,1 0 0 0 0,0 0 0 0 0,-1 0 0 0 0,1 0 1 0 0,0 0-1 0 0,0 0 0 0 0,0 0 0 0 0,0 0 1 0 0,0-1-1 0 0,0 1 0 0 0,0 0 0 0 0,0-1 0 0 0,0 1 1 0 0,0 0-1 0 0,0-1 0 0 0,0 0 0 0 0,0 1 0 0 0,1-1 1 0 0,-1 0-1 0 0,0 1 0 0 0,0-1 0 0 0,0 0 0 0 0,1 0 1 0 0,-1 0-1 0 0,0 0 0 0 0,0 0 0 0 0,2-1 1 0 0,0 1-12 0 0,0 0 1 0 0,0-1 0 0 0,-1 1 0 0 0,1-1-1 0 0,0 0 1 0 0,-1 0 0 0 0,1 0 0 0 0,-1 0 0 0 0,0 0-1 0 0,1-1 1 0 0,-1 1 0 0 0,0-1 0 0 0,1 0-1 0 0,-1 1 1 0 0,2-3 0 0 0,2-7-19 0 0,0 1 0 0 0,-1-1 0 0 0,0 0 1 0 0,-1-1-1 0 0,0 1 0 0 0,-1-1 0 0 0,0 0 0 0 0,2-22 0 0 0,-4 30-39 0 0,-1 0-6 0 0,0 0-1 0 0,0 0 1 0 0,0 0 0 0 0,0 1-1 0 0,-1-1 1 0 0,1 0 0 0 0,-1 0-1 0 0,0 1 1 0 0,-3-8 0 0 0,0 0-54 0 0,4 10 49 0 0,0 0-1 0 0,-1 0 1 0 0,1 0 0 0 0,-1 1-1 0 0,1-1 1 0 0,-1 0-1 0 0,0 0 1 0 0,1 0-1 0 0,-1 0 1 0 0,0 1-1 0 0,0-1 1 0 0,1 0-1 0 0,-1 1 1 0 0,0-1-1 0 0,0 1 1 0 0,0-1-1 0 0,0 1 1 0 0,0-1-1 0 0,0 1 1 0 0,0-1-1 0 0,0 1 1 0 0,0 0 0 0 0,0 0-1 0 0,0-1 1 0 0,0 1-1 0 0,0 0 1 0 0,0 0-1 0 0,-1 0 1 0 0,-26 4-28 0 0,19-1 33 0 0,0 0 0 0 0,1 1 0 0 0,0 0 0 0 0,0 0 0 0 0,0 1 0 0 0,0 0 0 0 0,1 0 0 0 0,-1 0 0 0 0,1 1 0 0 0,-8 9 0 0 0,-2 4 29 0 0,0 1 0 0 0,-18 29-1 0 0,21-27-14 0 0,0 0 0 0 0,-12 31-1 0 0,22-44-7 0 0,1 0-1 0 0,-1 0 0 0 0,2 0 0 0 0,-1 1 0 0 0,2-1 1 0 0,-1 1-1 0 0,1-1 0 0 0,0 1 0 0 0,2 15 0 0 0,-1-22-133 0 0,1 1 0 0 0,-1-1 1 0 0,1 1-1 0 0,0-1 0 0 0,1 0 0 0 0,-1 1 0 0 0,0-1 0 0 0,1 0 0 0 0,0 0 0 0 0,0 1 0 0 0,0-1 0 0 0,0-1 0 0 0,0 1 0 0 0,0 0 0 0 0,1-1 0 0 0,0 1 0 0 0,-1-1 0 0 0,1 0 0 0 0,0 1 0 0 0,0-1 0 0 0,0-1 0 0 0,0 1 0 0 0,1 0 1 0 0,-1-1-1 0 0,0 0 0 0 0,1 0 0 0 0,-1 0 0 0 0,1 0 0 0 0,-1 0 0 0 0,1-1 0 0 0,6 1 0 0 0,2 0-391 0 0,0-1 0 0 0,-1-1 0 0 0,1 1 0 0 0,-1-2 0 0 0,1 0 0 0 0,-1 0 0 0 0,0-1 0 0 0,20-8 0 0 0,-4-1 232 0 0,0-2 0 0 0,0-2 1 0 0,-1 0-1 0 0,23-20 0 0 0,90-84 3521 0 0,-91 76-1307 0 0,-47 42-1866 0 0,1 0 1 0 0,0 0-1 0 0,0 0 1 0 0,1 1-1 0 0,-1-1 1 0 0,0 1-1 0 0,0-1 1 0 0,1 1-1 0 0,-1 0 1 0 0,1 0-1 0 0,-1 0 1 0 0,1 0-1 0 0,-1 1 0 0 0,1-1 1 0 0,5 0-1 0 0,-7 1-48 0 0,1 1 0 0 0,-1-1 0 0 0,0 1 0 0 0,1 0-1 0 0,-1 0 1 0 0,0-1 0 0 0,1 1 0 0 0,-1 0-1 0 0,0 0 1 0 0,0 0 0 0 0,0 0 0 0 0,0 0 0 0 0,0 0-1 0 0,0 1 1 0 0,0-1 0 0 0,0 0 0 0 0,0 0 0 0 0,0 1-1 0 0,-1-1 1 0 0,1 0 0 0 0,-1 1 0 0 0,1-1-1 0 0,-1 1 1 0 0,1-1 0 0 0,-1 1 0 0 0,0-1 0 0 0,0 1-1 0 0,0 1 1 0 0,2 11 90 0 0,0-1 1 0 0,-2 1-1 0 0,0-1 1 0 0,0 1-1 0 0,-1-1 1 0 0,-1 1-1 0 0,-3 15 0 0 0,-3 3 136 0 0,-22 56-1 0 0,3-35 200 0 0,27-52-427 0 0,-1-1 0 0 0,0 1 0 0 0,1 0 1 0 0,-1 0-1 0 0,0 0 0 0 0,1-1 0 0 0,-1 1 0 0 0,0 0 1 0 0,0-1-1 0 0,0 1 0 0 0,0-1 0 0 0,0 1 1 0 0,0-1-1 0 0,0 1 0 0 0,0-1 0 0 0,0 0 1 0 0,0 1-1 0 0,0-1 0 0 0,0 0 0 0 0,0 0 1 0 0,0 0-1 0 0,0 0 0 0 0,0 0 0 0 0,0 0 0 0 0,0 0 1 0 0,0 0-1 0 0,0 0 0 0 0,0-1 0 0 0,0 1 1 0 0,0 0-1 0 0,0-1 0 0 0,0 1 0 0 0,-1-1 1 0 0,1 0-12 0 0,1 0 1 0 0,-1 0 0 0 0,1 0 0 0 0,0 0 0 0 0,-1-1-1 0 0,1 1 1 0 0,0 0 0 0 0,0 0 0 0 0,0 0 0 0 0,0 0-1 0 0,0-1 1 0 0,0 1 0 0 0,0 0 0 0 0,0 0 0 0 0,0 0-1 0 0,1 0 1 0 0,-1-2 0 0 0,7-18 29 0 0,3 1-55 0 0,1 0 0 0 0,0 2 0 0 0,2-1 0 0 0,0 1 0 0 0,1 1 0 0 0,1 1 0 0 0,0 0 0 0 0,24-20 0 0 0,-14 16-14 0 0,1 1-1 0 0,1 1 1 0 0,1 2 0 0 0,0 0-1 0 0,35-13 1 0 0,-57 27 19 0 0,0-1 1 0 0,0 1-1 0 0,0 1 1 0 0,1-1-1 0 0,-1 1 1 0 0,0 0-1 0 0,1 1 1 0 0,-1 0-1 0 0,0 0 1 0 0,1 0-1 0 0,10 2 1 0 0,-13-1 17 0 0,-2 0 0 0 0,1 0 1 0 0,0 0-1 0 0,0 0 1 0 0,0 1-1 0 0,0-1 0 0 0,-1 1 1 0 0,1 0-1 0 0,-1 0 1 0 0,1 0-1 0 0,-1 0 1 0 0,0 0-1 0 0,0 0 0 0 0,0 1 1 0 0,0-1-1 0 0,0 1 1 0 0,0-1-1 0 0,-1 1 0 0 0,1 0 1 0 0,-1 0-1 0 0,0 0 1 0 0,0 0-1 0 0,0 0 0 0 0,0 0 1 0 0,0 0-1 0 0,0 3 1 0 0,0 8 16 0 0,0 1 1 0 0,-1-1 0 0 0,0 0 0 0 0,-2 1 0 0 0,1-1 0 0 0,-2 0 0 0 0,0 0-1 0 0,0 0 1 0 0,-8 18 0 0 0,5-13 13 0 0,1 0-1 0 0,0 0 1 0 0,2 0 0 0 0,-3 37 0 0 0,6-55-72 0 0,0 1 0 0 0,0 0 0 0 0,0 0 0 0 0,0 0 1 0 0,0 0-1 0 0,1 0 0 0 0,-1 0 0 0 0,1-1 1 0 0,0 1-1 0 0,-1 0 0 0 0,1 0 0 0 0,0-1 0 0 0,0 1 1 0 0,0 0-1 0 0,0-1 0 0 0,0 1 0 0 0,0-1 0 0 0,1 0 1 0 0,-1 1-1 0 0,0-1 0 0 0,1 0 0 0 0,-1 0 0 0 0,1 1 1 0 0,-1-1-1 0 0,1 0 0 0 0,0-1 0 0 0,-1 1 1 0 0,1 0-1 0 0,0 0 0 0 0,0-1 0 0 0,-1 1 0 0 0,1-1 1 0 0,3 1-1 0 0,2 0-325 0 0,0-1 0 0 0,1 0-1 0 0,-1 0 1 0 0,0 0 0 0 0,1-1 0 0 0,-1 0 0 0 0,0-1 0 0 0,0 1 0 0 0,0-1-1 0 0,8-4 1 0 0,2-1-1534 0 0,0-1 0 0 0,29-18 0 0 0,-12 2-2119 0 0</inkml:trace>
</inkml:ink>
</file>

<file path=ppt/ink/ink2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9:06.5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270 295 200 0 0,'14'-27'2111'0'0,"-2"0"0"0"0,-1-1 0 0 0,-2-1 0 0 0,0 0 0 0 0,8-52 1 0 0,-12 11 1072 0 0,-5 67-2966 0 0,-3 3-31 0 0,-1 1-146 0 0,0 1 0 0 0,1-1 1 0 0,-1 0-1 0 0,1 1 0 0 0,-1 0 1 0 0,1 0-1 0 0,0 0 0 0 0,0 0 1 0 0,0 0-1 0 0,0 1 1 0 0,0-1-1 0 0,0 1 0 0 0,1 0 1 0 0,-4 5-1 0 0,-37 52 691 0 0,36-50-602 0 0,-35 60 617 0 0,3 1 0 0 0,-47 120 0 0 0,70-150-579 0 0,1 1 0 0 0,2 0 0 0 0,1 1 0 0 0,-6 59 0 0 0,17-95-133 0 0,0 0 0 0 0,1 0 0 0 0,0 0 1 0 0,1 0-1 0 0,0 0 0 0 0,0 0 1 0 0,0 0-1 0 0,1-1 0 0 0,0 1 0 0 0,0 0 1 0 0,1-1-1 0 0,5 11 0 0 0,-6-14-198 0 0,1 0 0 0 0,-1 0-1 0 0,0 0 1 0 0,1 0 0 0 0,0 0-1 0 0,-1-1 1 0 0,1 0 0 0 0,0 1-1 0 0,1-1 1 0 0,-1 0 0 0 0,0 0-1 0 0,0-1 1 0 0,1 1 0 0 0,-1-1-1 0 0,1 0 1 0 0,0 0 0 0 0,-1 0-1 0 0,1 0 1 0 0,0 0 0 0 0,-1-1 0 0 0,1 0-1 0 0,0 0 1 0 0,0 0 0 0 0,-1 0-1 0 0,5-1 1 0 0,-1 0-929 0 0,1 0 1 0 0,-1-1-1 0 0,0 0 1 0 0,0 0-1 0 0,0-1 0 0 0,0 0 1 0 0,6-4-1 0 0,8-6-5002 0 0</inkml:trace>
</inkml:ink>
</file>

<file path=ppt/ink/ink2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9:06.8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193 65 3072 0 0,'-181'-57'15279'0'0,"170"51"-13689"0"0,23 5-967 0 0,-6 1-719 0 0,32 0 339 0 0,52 7 1 0 0,-30-1-162 0 0,99 10 29 0 0,28 2-1075 0 0,-62-16-2979 0 0,-89-5 1160 0 0,-13 0-1996 0 0,-7-1-1496 0 0</inkml:trace>
</inkml:ink>
</file>

<file path=ppt/ink/ink2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9:08.6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366 104 1392 0 0,'3'-3'522'0'0,"-1"1"1"0"0,1-1-1 0 0,-1 0 0 0 0,0 0 0 0 0,0 0 0 0 0,0-1 1 0 0,0 1-1 0 0,-1 0 0 0 0,1-1 0 0 0,-1 1 0 0 0,0-1 1 0 0,0 1-1 0 0,0-1 0 0 0,0 0 0 0 0,-1 1 1 0 0,0-1-1 0 0,1 0 0 0 0,-1 0 0 0 0,-1 1 0 0 0,1-1 1 0 0,0 0-1 0 0,-1 1 0 0 0,-2-7 0 0 0,3 9-472 0 0,-1-1-1 0 0,0 1 1 0 0,0 0-1 0 0,0 0 1 0 0,0 0-1 0 0,0 0 1 0 0,0 0 0 0 0,0 1-1 0 0,0-1 1 0 0,0 0-1 0 0,0 0 1 0 0,0 1-1 0 0,0-1 1 0 0,-1 0-1 0 0,1 1 1 0 0,0 0-1 0 0,-1-1 1 0 0,1 1-1 0 0,0 0 1 0 0,-1-1-1 0 0,1 1 1 0 0,0 0-1 0 0,-1 0 1 0 0,1 0-1 0 0,0 0 1 0 0,-1 0 0 0 0,-1 1-1 0 0,-10 3 2 0 0,1 0 0 0 0,-1 1 0 0 0,1 1 0 0 0,0 0 0 0 0,1 0 1 0 0,-1 1-1 0 0,1 1 0 0 0,0 0 0 0 0,-14 14 0 0 0,-4 7 42 0 0,-49 59 0 0 0,56-60-6 0 0,-35 57-1 0 0,52-75-77 0 0,0-1 0 0 0,0 1 0 0 0,1 0 0 0 0,1 0 0 0 0,-1 0 0 0 0,2 1 0 0 0,-1-1 0 0 0,2 1 0 0 0,-1 0 0 0 0,1 17 0 0 0,1-25-23 0 0,0 1 0 0 0,1-1 0 0 0,0 1 0 0 0,-1 0 0 0 0,1-1 0 0 0,0 1 0 0 0,1-1 0 0 0,-1 0 0 0 0,1 1 0 0 0,-1-1 0 0 0,1 0 0 0 0,0 0 0 0 0,0 0 0 0 0,1 0 0 0 0,3 4 0 0 0,-1-3-45 0 0,0 0-1 0 0,0-1 1 0 0,0 1 0 0 0,0-1 0 0 0,0 0 0 0 0,1 0 0 0 0,0-1 0 0 0,8 3-1 0 0,7 0-244 0 0,0 0-1 0 0,0-2 1 0 0,0-1-1 0 0,28 0 1 0 0,-25-1 23 0 0,1-2 0 0 0,-1-1 0 0 0,1-1 0 0 0,-1-1 0 0 0,0-1-1 0 0,0-1 1 0 0,-1-1 0 0 0,0-1 0 0 0,38-19 0 0 0,-44 17 308 0 0,0 0-1 0 0,-1-1 0 0 0,-1 0 1 0 0,0-1-1 0 0,0-1 1 0 0,-1 0-1 0 0,-1-1 0 0 0,0-1 1 0 0,-1 0-1 0 0,-1 0 1 0 0,0-1-1 0 0,16-34 0 0 0,-16 27 616 0 0,-1-1 0 0 0,-2-1 0 0 0,0 1 0 0 0,5-28-1 0 0,-9 37-262 0 0,-3 13-311 0 0,0 0 1 0 0,-1 0-1 0 0,1-1 1 0 0,-1 1 0 0 0,1-1-1 0 0,-1 1 1 0 0,0 0-1 0 0,0-1 1 0 0,0 1-1 0 0,0-1 1 0 0,0 1-1 0 0,0 0 1 0 0,-2-5-1 0 0,1 5 25 0 0,-14 9 46 0 0,11-4-122 0 0,0 0 0 0 0,0 0 0 0 0,0 1 1 0 0,1-1-1 0 0,0 1 0 0 0,0 0 0 0 0,0 0 0 0 0,-3 6 0 0 0,-19 37 85 0 0,23-42-89 0 0,-6 12 16 0 0,1 0-1 0 0,0 0 0 0 0,1 1 1 0 0,1 0-1 0 0,1 1 0 0 0,-3 23 1 0 0,7-36-21 0 0,-1 0 1 0 0,1 1-1 0 0,0-1 1 0 0,0 0-1 0 0,1 1 1 0 0,0-1-1 0 0,0 0 0 0 0,1 1 1 0 0,-1-1-1 0 0,1 0 1 0 0,1 0-1 0 0,-1-1 1 0 0,1 1-1 0 0,0 0 1 0 0,0-1-1 0 0,1 1 1 0 0,-1-1-1 0 0,1 0 1 0 0,0 0-1 0 0,1-1 1 0 0,-1 1-1 0 0,7 4 1 0 0,-2-3 9 0 0,1 0 1 0 0,-1 0-1 0 0,1-1 1 0 0,1 0-1 0 0,-1-1 1 0 0,1 0 0 0 0,-1 0-1 0 0,1-1 1 0 0,0-1-1 0 0,0 0 1 0 0,1 0-1 0 0,12-1 1 0 0,-18-1-11 0 0,1 0 0 0 0,-1 0 1 0 0,0-1-1 0 0,0 0 0 0 0,0 0 0 0 0,1-1 1 0 0,-1 0-1 0 0,0 0 0 0 0,-1 0 0 0 0,1 0 0 0 0,0-1 1 0 0,-1 0-1 0 0,1-1 0 0 0,-1 1 0 0 0,0-1 1 0 0,0 0-1 0 0,0 0 0 0 0,-1 0 0 0 0,0-1 0 0 0,0 0 1 0 0,0 0-1 0 0,0 0 0 0 0,3-6 0 0 0,-2 1-9 0 0,0 0 1 0 0,-1-1-1 0 0,-1 0 0 0 0,1 0 0 0 0,-2 0 0 0 0,1 0 1 0 0,-2 0-1 0 0,1-1 0 0 0,-2 1 0 0 0,0-17 0 0 0,-1 13-4 0 0,0 0-1 0 0,-1 0 1 0 0,-1 1-1 0 0,0-1 1 0 0,-1 1-1 0 0,-1 0 0 0 0,-9-21 1 0 0,11 29 1 0 0,1 2-1 0 0,-1-1 1 0 0,0 0-1 0 0,0 0 1 0 0,0 1-1 0 0,-1 0 1 0 0,0 0 0 0 0,0 0-1 0 0,0 0 1 0 0,0 0-1 0 0,0 1 1 0 0,-1 0 0 0 0,0-1-1 0 0,1 2 1 0 0,-7-4-1 0 0,5 4 0 0 0,0 1 0 0 0,0 0 0 0 0,1 0 0 0 0,-1 0 0 0 0,0 0 0 0 0,0 1 0 0 0,0 0 0 0 0,0 0 0 0 0,0 1 0 0 0,1 0 0 0 0,-1 0-1 0 0,0 0 1 0 0,0 1 0 0 0,-7 2 0 0 0,-7 4 16 0 0,1 0 0 0 0,-1 2 0 0 0,1 0 0 0 0,1 1 0 0 0,-27 21 0 0 0,35-25-4 0 0,1 1 1 0 0,-1 1 0 0 0,2-1 0 0 0,-1 2-1 0 0,2-1 1 0 0,-1 1 0 0 0,1 0 0 0 0,0 0 0 0 0,1 1-1 0 0,1 0 1 0 0,-6 13 0 0 0,10-20-3 0 0,0-1 0 0 0,0 0 0 0 0,0 1-1 0 0,1-1 1 0 0,-1 1 0 0 0,1-1 0 0 0,0 1 0 0 0,0-1 0 0 0,0 1 0 0 0,0-1-1 0 0,1 1 1 0 0,-1-1 0 0 0,1 1 0 0 0,0-1 0 0 0,0 1 0 0 0,0-1 0 0 0,1 0-1 0 0,1 5 1 0 0,0-4-5 0 0,0 0 0 0 0,1 0 1 0 0,-1-1-1 0 0,1 1 0 0 0,0-1 0 0 0,-1 0 0 0 0,1 0 0 0 0,1 0 0 0 0,-1 0 0 0 0,0-1 0 0 0,8 4 0 0 0,4 0-115 0 0,1-1-1 0 0,0 0 0 0 0,-1-2 1 0 0,2 1-1 0 0,-1-2 0 0 0,23 0 1 0 0,-13-2-31 0 0,-1-1 0 0 0,0-2-1 0 0,0 0 1 0 0,0-2 0 0 0,0-1 0 0 0,-1-1 0 0 0,0-1 0 0 0,0-2-1 0 0,-1 0 1 0 0,0-1 0 0 0,0-2 0 0 0,-2 0 0 0 0,0-2 0 0 0,0 0 0 0 0,-1-1-1 0 0,-1-1 1 0 0,-1-1 0 0 0,32-39 0 0 0,65-84 837 0 0,-116 140-691 0 0,1 1 1 0 0,-1-1-1 0 0,0 1 1 0 0,1 0 0 0 0,-1-1-1 0 0,0 1 1 0 0,1-1-1 0 0,-1 1 1 0 0,0-1-1 0 0,1 1 1 0 0,-1 0 0 0 0,1-1-1 0 0,-1 1 1 0 0,0 0-1 0 0,1 0 1 0 0,-1-1 0 0 0,1 1-1 0 0,-1 0 1 0 0,1 0-1 0 0,-1 0 1 0 0,1-1-1 0 0,-1 1 1 0 0,1 0 0 0 0,0 0-1 0 0,-1 0 1 0 0,1 0-1 0 0,-1 0 1 0 0,1 0-1 0 0,-1 0 1 0 0,1 0 0 0 0,-1 0-1 0 0,1 0 1 0 0,-1 1-1 0 0,1-1 1 0 0,-1 0 0 0 0,1 0-1 0 0,-1 0 1 0 0,1 1-1 0 0,-1-1 1 0 0,1 0-1 0 0,-1 0 1 0 0,1 1 0 0 0,-1-1-1 0 0,0 0 1 0 0,2 2-1 0 0,-1-1 4 0 0,0 1-1 0 0,0 0 1 0 0,1 0-1 0 0,-1 0 1 0 0,0 0-1 0 0,-1 1 1 0 0,1-1-1 0 0,1 3 1 0 0,0 12 17 0 0,-1-1 0 0 0,0 1 1 0 0,-1-1-1 0 0,-1 1 0 0 0,0-1 0 0 0,-6 26 1 0 0,0-1 17 0 0,5-19 26 0 0,-1 0 1 0 0,-2 0-1 0 0,0 0 1 0 0,-1 0-1 0 0,-10 21 1 0 0,3-25 142 0 0,13-18-204 0 0,0 0 0 0 0,0 1-1 0 0,0-1 1 0 0,0 0-1 0 0,0 0 1 0 0,-1 1-1 0 0,1-1 1 0 0,0 0-1 0 0,0 0 1 0 0,-1 0-1 0 0,1 1 1 0 0,0-1-1 0 0,0 0 1 0 0,-1 0 0 0 0,1 0-1 0 0,0 0 1 0 0,0 1-1 0 0,-1-1 1 0 0,1 0-1 0 0,0 0 1 0 0,-1 0-1 0 0,1 0 1 0 0,0 0-1 0 0,-1 0 1 0 0,1 0-1 0 0,0 0 1 0 0,-1 0 0 0 0,1 0-1 0 0,0 0 1 0 0,-1 0-1 0 0,1 0 1 0 0,0 0-1 0 0,0 0 1 0 0,-1 0-1 0 0,1 0 1 0 0,0-1-1 0 0,-1 1 1 0 0,1 0-1 0 0,0 0 1 0 0,0 0 0 0 0,-1 0-1 0 0,1-1 1 0 0,0 1-1 0 0,0 0 1 0 0,-1 0-1 0 0,1-1 1 0 0,0 1-1 0 0,0 0 1 0 0,0 0-1 0 0,0-1 1 0 0,-1 1 0 0 0,1 0-1 0 0,0 0 1 0 0,0-1-1 0 0,0 1 1 0 0,0 0-1 0 0,0-1 1 0 0,0 1-1 0 0,0 0 1 0 0,0-1-1 0 0,0 1 1 0 0,0-1-1 0 0,-1-5-7 0 0,1 1 0 0 0,-1-1-1 0 0,2 0 1 0 0,-1 0-1 0 0,0 0 1 0 0,1 0 0 0 0,0 0-1 0 0,1 1 1 0 0,-1-1-1 0 0,1 0 1 0 0,0 1-1 0 0,1 0 1 0 0,3-7 0 0 0,6-11-57 0 0,25-35 0 0 0,-25 42 30 0 0,1 0 0 0 0,0 0 0 0 0,1 1 0 0 0,1 1 0 0 0,0 1 1 0 0,23-17-1 0 0,-31 25 18 0 0,1 1 0 0 0,0-1 0 0 0,1 1 0 0 0,-1 1 1 0 0,0 0-1 0 0,1 0 0 0 0,11-2 0 0 0,-14 4 17 0 0,0 0 0 0 0,-1 1-1 0 0,1 0 1 0 0,0 0 0 0 0,0 0 0 0 0,0 1-1 0 0,0-1 1 0 0,-1 2 0 0 0,1-1 0 0 0,0 0 0 0 0,-1 1-1 0 0,7 3 1 0 0,-8-3 37 0 0,0 1 0 0 0,0-1 0 0 0,-1 1 0 0 0,1 0 0 0 0,-1 0 1 0 0,0 0-1 0 0,0 0 0 0 0,0 0 0 0 0,0 1 0 0 0,0-1 0 0 0,-1 1 0 0 0,0 0 0 0 0,0 0 0 0 0,0 0 0 0 0,0 0 0 0 0,0 0 1 0 0,-1 0-1 0 0,0 0 0 0 0,0 0 0 0 0,0 1 0 0 0,0 4 0 0 0,1 3 77 0 0,-2 0-1 0 0,1-1 1 0 0,-2 1-1 0 0,0-1 1 0 0,0 1-1 0 0,-6 21 1 0 0,-16 41 266 0 0,-6 25-2077 0 0,29-98 1579 0 0,0 0 0 0 0,0 1 0 0 0,0-1 0 0 0,0 0 0 0 0,0 0 0 0 0,0 0-1 0 0,0 0 1 0 0,1 0 0 0 0,-1 0 0 0 0,0 0 0 0 0,0 0 0 0 0,1 0 0 0 0,-1 0 0 0 0,1 0 0 0 0,-1 0 0 0 0,1 0-1 0 0,-1 0 1 0 0,1 0 0 0 0,0-1 0 0 0,0 1 0 0 0,-1 0 0 0 0,1 0 0 0 0,0-1 0 0 0,0 1 0 0 0,0 0 0 0 0,-1-1 0 0 0,1 1-1 0 0,0-1 1 0 0,0 1 0 0 0,0-1 0 0 0,2 1 0 0 0,1 1-754 0 0,1 0 1 0 0,0-1-1 0 0,-1 0 0 0 0,1 0 0 0 0,7 1 1 0 0,8-1-3478 0 0</inkml:trace>
</inkml:ink>
</file>

<file path=ppt/ink/ink2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9:09.3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301 688 2360 0 0,'4'-8'591'0'0,"47"-87"6732"0"0,-47 85-6631 0 0,0-1-1 0 0,0 1 1 0 0,-1-1 0 0 0,0 0 0 0 0,-1 1 0 0 0,0-1-1 0 0,0-16 1 0 0,-2 27-675 0 0,0-1-1 0 0,0 0 1 0 0,-1 1-1 0 0,1-1 1 0 0,0 0 0 0 0,0 1-1 0 0,-1-1 1 0 0,1 0-1 0 0,0 1 1 0 0,-1-1 0 0 0,1 0-1 0 0,-1 1 1 0 0,1-1-1 0 0,0 1 1 0 0,-1-1-1 0 0,1 1 1 0 0,-1-1 0 0 0,0 1-1 0 0,1-1 1 0 0,-1 1-1 0 0,1 0 1 0 0,-1-1 0 0 0,0 1-1 0 0,1 0 1 0 0,-1-1-1 0 0,0 1 1 0 0,1 0 0 0 0,-1 0-1 0 0,0 0 1 0 0,0-1-1 0 0,1 1 1 0 0,-1 0-1 0 0,0 0 1 0 0,1 0 0 0 0,-1 0-1 0 0,-1 1 1 0 0,-26 3 172 0 0,10 4-135 0 0,0 1 0 0 0,0 1 0 0 0,0 1 1 0 0,1 0-1 0 0,-19 17 0 0 0,4 0 26 0 0,-41 47 0 0 0,57-56-37 0 0,0 0-1 0 0,-22 38 0 0 0,34-49-26 0 0,0 0-1 0 0,0 0 1 0 0,0 0-1 0 0,1 0 1 0 0,0 1-1 0 0,1-1 1 0 0,0 1-1 0 0,0 0 1 0 0,1 0-1 0 0,-1 16 1 0 0,2-22-20 0 0,0 0 0 0 0,0 0 0 0 0,1 0 0 0 0,-1-1 0 0 0,1 1 0 0 0,-1 0 0 0 0,1 0 0 0 0,0-1 0 0 0,0 1 0 0 0,0-1 0 0 0,1 1 1 0 0,-1-1-1 0 0,0 1 0 0 0,1-1 0 0 0,0 0 0 0 0,0 0 0 0 0,-1 1 0 0 0,1-1 0 0 0,0-1 0 0 0,1 1 0 0 0,-1 0 0 0 0,0 0 0 0 0,0-1 0 0 0,1 1 1 0 0,-1-1-1 0 0,1 0 0 0 0,-1 0 0 0 0,1 0 0 0 0,0 0 0 0 0,-1 0 0 0 0,1-1 0 0 0,0 1 0 0 0,0-1 0 0 0,0 1 0 0 0,-1-1 0 0 0,1 0 0 0 0,4-1 1 0 0,4 1-142 0 0,-1-1 1 0 0,1-1 0 0 0,0 0-1 0 0,-1-1 1 0 0,1 0-1 0 0,-1 0 1 0 0,0-1 0 0 0,15-8-1 0 0,-5 0-28 0 0,0-1 0 0 0,-1-1-1 0 0,0-1 1 0 0,-1 0 0 0 0,-1-2-1 0 0,0 0 1 0 0,14-20-1 0 0,-1-2 11 0 0,-2-2 0 0 0,31-60 0 0 0,-2-10 639 0 0,-6-4 1 0 0,59-192-1 0 0,-106 295-326 0 0,2-16 249 0 0,-9 31-356 0 0,-5 5 24 0 0,1 0 0 0 0,0 1 0 0 0,1 0 0 0 0,0 1 1 0 0,1 0-1 0 0,-1-1 0 0 0,-6 21 0 0 0,-3 4 242 0 0,-27 52 226 0 0,4 2 0 0 0,4 2-1 0 0,-31 130 1 0 0,61-202-495 0 0,1-1 1 0 0,0 1-1 0 0,2 0 1 0 0,0 0-1 0 0,1 19 1 0 0,1-32-124 0 0,-1 1 0 0 0,1 0 0 0 0,0-1 0 0 0,0 1 1 0 0,0-1-1 0 0,1 1 0 0 0,0-1 0 0 0,0 1 0 0 0,0-1 1 0 0,1 0-1 0 0,0 0 0 0 0,0 0 0 0 0,0-1 0 0 0,1 1 1 0 0,-1-1-1 0 0,1 1 0 0 0,0-1 0 0 0,0 0 0 0 0,8 5 1 0 0,-3-4-212 0 0,0 0 0 0 0,0-1 0 0 0,0 0 1 0 0,1 0-1 0 0,-1-1 0 0 0,1 0 0 0 0,0-1 1 0 0,0 0-1 0 0,0 0 0 0 0,0-1 0 0 0,0-1 1 0 0,0 0-1 0 0,0 0 0 0 0,0-1 0 0 0,0 0 1 0 0,13-3-1 0 0,-9 0 166 0 0,1-1 0 0 0,-1 0 0 0 0,0-1 0 0 0,0 0 0 0 0,-1-2 0 0 0,0 1 0 0 0,0-1 0 0 0,-1-1 0 0 0,0 0 0 0 0,13-14 0 0 0,-8 6 750 0 0,-1-2-1 0 0,0 0 1 0 0,24-39-1 0 0,-19 22 2356 0 0,22-54 0 0 0,-42 88-2260 0 0,-10 19-222 0 0,-6 9-95 0 0,1 0 0 0 0,-17 49 0 0 0,25-58-342 0 0,1 1 0 0 0,1-1 0 0 0,0 1 0 0 0,1 1 0 0 0,-1 25-1 0 0,4-40-96 0 0,1 0-1 0 0,-1 0 0 0 0,0 0 1 0 0,1 0-1 0 0,0 0 0 0 0,2 7 1 0 0,-2-10-97 0 0,-1 1 0 0 0,1-1 0 0 0,0 0 0 0 0,0 0 0 0 0,-1 1 0 0 0,1-1 1 0 0,0 0-1 0 0,0 0 0 0 0,0 0 0 0 0,0 0 0 0 0,0 0 0 0 0,1 0 0 0 0,-1 0 1 0 0,0 0-1 0 0,0 0 0 0 0,1-1 0 0 0,-1 1 0 0 0,0-1 0 0 0,1 1 0 0 0,-1-1 1 0 0,0 1-1 0 0,1-1 0 0 0,1 1 0 0 0,33-2-2822 0 0,-30 1 1808 0 0,-1-2 1 0 0,0 1-1 0 0,1 0 1 0 0,-1-1 0 0 0,9-4-1 0 0,8-7-5512 0 0</inkml:trace>
</inkml:ink>
</file>

<file path=ppt/ink/ink2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9:09.5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130 120 1168 0 0,'-12'-19'4004'0'0,"0"0"0"0"0,-28-35 0 0 0,32 44-3251 0 0,6 8-593 0 0,0 1 0 0 0,0-1-1 0 0,0 0 1 0 0,-1 1 0 0 0,1 0 0 0 0,0-1-1 0 0,0 1 1 0 0,-1 0 0 0 0,-4-1 0 0 0,4 1-24 0 0,1 0 105 0 0,-12 9 74 0 0,14-8-364 0 0,-1 0-1 0 0,1 0 1 0 0,-1 1 0 0 0,0-1 0 0 0,1 0-1 0 0,-1 0 1 0 0,1 1 0 0 0,-1-1-1 0 0,1 0 1 0 0,-1 1 0 0 0,1-1 0 0 0,-1 0-1 0 0,1 1 1 0 0,-1-1 0 0 0,1 1-1 0 0,-1-1 1 0 0,1 1 0 0 0,0-1 0 0 0,-1 1-1 0 0,1-1 1 0 0,0 1 0 0 0,-1 0-1 0 0,1-1 1 0 0,0 1 0 0 0,0-1-1 0 0,0 1 1 0 0,0 0 0 0 0,-1-1 0 0 0,1 1-1 0 0,0 0 1 0 0,0-1 0 0 0,0 1-1 0 0,0-1 1 0 0,0 1 0 0 0,1 0 0 0 0,-1 0-1 0 0,0 1-298 0 0,0 0-1 0 0,1 0 0 0 0,-1 0 1 0 0,1 0-1 0 0,-1 0 0 0 0,1 0 1 0 0,0 0-1 0 0,0 0 0 0 0,-1 0 1 0 0,1 0-1 0 0,1-1 0 0 0,-1 1 0 0 0,0 0 1 0 0,0-1-1 0 0,1 1 0 0 0,-1-1 1 0 0,3 3-1 0 0</inkml:trace>
</inkml:ink>
</file>

<file path=ppt/ink/ink2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9:09.8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265 91 1560 0 0,'24'-26'9009'0'0,"27"-38"953"0"0,-50 75-9111 0 0,-2 3-578 0 0,-2 1-1 0 0,0-1 1 0 0,0 0 0 0 0,-2 0-1 0 0,0-1 1 0 0,-9 20 0 0 0,4-10-76 0 0,-170 373 787 0 0,159-351-928 0 0,8-19-88 0 0,-36 84-95 0 0,41-91-714 0 0,1 2 1 0 0,1-1-1 0 0,-5 32 1 0 0,10-48 379 0 0,1 0 0 0 0,-1 1 0 0 0,1-1 0 0 0,1 0 0 0 0,-1 1 0 0 0,0-1 0 0 0,1 0 0 0 0,0 0 0 0 0,0 0 0 0 0,3 8 0 0 0,-3-10-168 0 0,0 1 0 0 0,1-1 0 0 0,-1 1 0 0 0,1-1-1 0 0,0 0 1 0 0,0 0 0 0 0,-1 0 0 0 0,1 0 0 0 0,1 0 0 0 0,3 3-1 0 0,13 5-5981 0 0</inkml:trace>
</inkml:ink>
</file>

<file path=ppt/ink/ink2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9:10.0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32 131 244 0 0,'22'-27'3984'0'0,"-7"9"2"0"0,0 0 0 0 0,15-27 0 0 0,-12 23 623 0 0,-22 34-3960 0 0,-41 77 1269 0 0,28-57-1561 0 0,-25 65 1 0 0,40-91-357 0 0,-3 5-328 0 0,2 0 0 0 0,-1 1-1 0 0,1-1 1 0 0,1 0 0 0 0,0 1-1 0 0,1 0 1 0 0,0 12 0 0 0,1-23 91 0 0,0 1 1 0 0,1-1-1 0 0,-1 0 0 0 0,0 0 0 0 0,1 1 1 0 0,-1-1-1 0 0,1 0 0 0 0,0 0 1 0 0,-1 0-1 0 0,1 0 0 0 0,0 0 1 0 0,0 0-1 0 0,0 0 0 0 0,0 0 1 0 0,0 0-1 0 0,0 0 0 0 0,0 0 0 0 0,0 0 1 0 0,0-1-1 0 0,0 1 0 0 0,0 0 1 0 0,2 0-1 0 0,32 0-13399 0 0</inkml:trace>
</inkml:ink>
</file>

<file path=ppt/ink/ink2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9:10.2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57 185 3328 0 0,'-20'-67'8240'0'0,"-7"-28"-279"0"0,23 83-5872 0 0,-2 2-6462 0 0</inkml:trace>
</inkml:ink>
</file>

<file path=ppt/ink/ink2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9:10.4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205 0 2060 0 0,'-201'21'13632'0'0,"198"-20"-13145"0"0,5-1-104 0 0,23 2-124 0 0,0-2 1 0 0,28-2-1 0 0,-1-1-510 0 0,150-2-2701 0 0,-57 1-2900 0 0,-64 2-29 0 0</inkml:trace>
</inkml:ink>
</file>

<file path=ppt/ink/ink2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9:11.9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208 159 2140 0 0,'2'-3'1861'0'0,"25"-44"8093"0"0,-22 41-8913 0 0,-5 6-1010 0 0,-1 0-1 0 0,1 0 1 0 0,0 0 0 0 0,0 0 0 0 0,0 0 0 0 0,0 0 0 0 0,0 0-1 0 0,0 0 1 0 0,0 0 0 0 0,0 0 0 0 0,0 0 0 0 0,-1-1 0 0 0,1 1-1 0 0,0 0 1 0 0,0 0 31 0 0,0 0-31 0 0,0 0 0 0 0,0 0-1 0 0,0 0 1 0 0,0 0 0 0 0,0 0 0 0 0,0 0 0 0 0,0 0 0 0 0,0-1-1 0 0,0 1 1 0 0,0 0 0 0 0,0 0 0 0 0,0 0 0 0 0,0 0 0 0 0,0 0 0 0 0,0 0-1 0 0,0 0 1 0 0,0 0 0 0 0,0-1 0 0 0,0 1 0 0 0,0 0 0 0 0,0 0-1 0 0,0 0 1 0 0,0 0 0 0 0,0 0 0 0 0,0 0 0 0 0,0 0 0 0 0,0 0-1 0 0,0 0 1 0 0,0-1 0 0 0,0 1 0 0 0,0 0 0 0 0,0 0 0 0 0,0 0-1 0 0,0 0 32 0 0,0 0-31 0 0,0 0 0 0 0,0 0 0 0 0,1 0-1 0 0,-1 0 1 0 0,0 0 0 0 0,0 0 0 0 0,0 0 0 0 0,0-1 0 0 0,0 1-1 0 0,0 0 1 0 0,0 0 0 0 0,0 0 0 0 0,0 0 0 0 0,1 0 0 0 0,-1 0-1 0 0,0 0 1 0 0,-6 3 43 0 0,0 0-1 0 0,1 0 1 0 0,-1 0 0 0 0,1 0-1 0 0,0 1 1 0 0,0 0-1 0 0,-7 6 1 0 0,-34 40 261 0 0,29-31-219 0 0,-8 9 49 0 0,-30 43 0 0 0,49-62-140 0 0,-1 1 0 0 0,1 1 0 0 0,1-1 1 0 0,0 1-1 0 0,1 0 0 0 0,0 0 1 0 0,0 0-1 0 0,-3 21 0 0 0,7-29-14 0 0,-1 0 1 0 0,1 1-1 0 0,0-1 0 0 0,1 0 0 0 0,-1 0 0 0 0,0 1 1 0 0,1-1-1 0 0,0 0 0 0 0,0 0 0 0 0,0 0 1 0 0,0 0-1 0 0,0 0 0 0 0,1 0 0 0 0,-1 0 1 0 0,4 5-1 0 0,-2-5 5 0 0,1 1 0 0 0,-1 0 0 0 0,1-1 0 0 0,0 1 0 0 0,0-1 0 0 0,0 0 0 0 0,0-1 0 0 0,0 1 0 0 0,7 2 0 0 0,2 0 9 0 0,1 0 0 0 0,0-1 0 0 0,0 0-1 0 0,1-1 1 0 0,-1-1 0 0 0,16 1-1 0 0,-13-3-8 0 0,0 0 0 0 0,0-1-1 0 0,0 0 1 0 0,-1-1 0 0 0,1-1-1 0 0,0-1 1 0 0,-1-1 0 0 0,0 0-1 0 0,0-1 1 0 0,0 0 0 0 0,-1-2-1 0 0,0 0 1 0 0,0 0 0 0 0,-1-1-1 0 0,0-1 1 0 0,-1 0 0 0 0,13-14 0 0 0,-14 13-17 0 0,-1-1 0 0 0,-1-1 1 0 0,0 1-1 0 0,-1-2 0 0 0,0 1 1 0 0,-1-1-1 0 0,0 0 0 0 0,-1-1 1 0 0,-1 0-1 0 0,0 0 1 0 0,-2 0-1 0 0,1-1 0 0 0,-2 0 1 0 0,0 0-1 0 0,-1 0 0 0 0,0 0 1 0 0,-2-32-1 0 0,0 42-5 0 0,-1-1 0 0 0,0 1 0 0 0,0 0 1 0 0,0 0-1 0 0,-1 0 0 0 0,0 0 0 0 0,0 0 0 0 0,0 0 0 0 0,-1 1 0 0 0,0-1 0 0 0,0 1 1 0 0,0-1-1 0 0,-1 1 0 0 0,1 0 0 0 0,-8-6 0 0 0,7 7 0 0 0,0 1 1 0 0,-1 0-1 0 0,1 0 0 0 0,-1 0 1 0 0,0 1-1 0 0,0 0 0 0 0,0-1 0 0 0,0 2 1 0 0,0-1-1 0 0,0 1 0 0 0,0-1 1 0 0,-1 2-1 0 0,1-1 0 0 0,-1 0 1 0 0,1 1-1 0 0,0 0 0 0 0,-11 1 0 0 0,-3 2-6 0 0,0 0 1 0 0,1 2-1 0 0,-1 0 0 0 0,1 1 0 0 0,0 0 0 0 0,-26 14 0 0 0,32-13 15 0 0,0 0-1 0 0,0 0 1 0 0,1 1 0 0 0,0 0 0 0 0,0 1-1 0 0,1 0 1 0 0,0 1 0 0 0,1 0 0 0 0,-14 20-1 0 0,20-27 3 0 0,1 1-1 0 0,0-1 1 0 0,1 1-1 0 0,-1-1 1 0 0,0 1-1 0 0,1 0 1 0 0,0-1-1 0 0,0 1 1 0 0,0 0-1 0 0,0 0 1 0 0,1 0-1 0 0,0 0 1 0 0,0 6-1 0 0,0-7-3 0 0,1-1 0 0 0,-1 0 0 0 0,1 0 1 0 0,0 1-1 0 0,0-1 0 0 0,0 0 0 0 0,0 0 0 0 0,0 0 0 0 0,1 0 0 0 0,-1 0 0 0 0,1 0 0 0 0,-1 0 1 0 0,1 0-1 0 0,0-1 0 0 0,-1 1 0 0 0,1-1 0 0 0,0 1 0 0 0,0-1 0 0 0,0 0 0 0 0,0 0 0 0 0,1 1 1 0 0,-1-2-1 0 0,2 2 0 0 0,10 3-13 0 0,0-1 0 0 0,0 0 1 0 0,0-1-1 0 0,0-1 0 0 0,0 0 1 0 0,1-1-1 0 0,-1-1 0 0 0,0 0 0 0 0,1-1 1 0 0,17-3-1 0 0,6-3-84 0 0,0-1 0 0 0,57-22 1 0 0,-6-7-116 0 0,118-66 1 0 0,-145 70 116 0 0,-56 30 67 0 0,0 0 0 0 0,0 0 0 0 0,0 1 0 0 0,1-1 0 0 0,-1 2 0 0 0,1-1 0 0 0,-1 0-1 0 0,1 1 1 0 0,7 0 0 0 0,-12 1 22 0 0,0 0 0 0 0,-1 0-1 0 0,1 1 1 0 0,-1-1 0 0 0,1 0-1 0 0,-1 1 1 0 0,1-1 0 0 0,-1 1-1 0 0,1-1 1 0 0,-1 1 0 0 0,1 0-1 0 0,-1 0 1 0 0,0 0 0 0 0,1 0-1 0 0,-1 0 1 0 0,0 0 0 0 0,2 1-1 0 0,-2 0 7 0 0,0 0 0 0 0,1 0 0 0 0,-1 1-1 0 0,0-1 1 0 0,0 0 0 0 0,0 1 0 0 0,-1-1-1 0 0,1 0 1 0 0,-1 1 0 0 0,1-1 0 0 0,-1 1-1 0 0,0-1 1 0 0,1 1 0 0 0,-2 2 0 0 0,1 10 10 0 0,-2-1 1 0 0,1 0-1 0 0,-2 0 1 0 0,0 0 0 0 0,-7 18-1 0 0,-30 67 71 0 0,29-74-65 0 0,1-3 99 0 0,-2 0 0 0 0,-1-1 0 0 0,0-1 0 0 0,-17 20 0 0 0,28-38 188 0 0,0-3-218 0 0,2 0-83 0 0,-1 1 0 0 0,1-1 0 0 0,-1 1 1 0 0,1-1-1 0 0,-1 1 0 0 0,1-1 0 0 0,-1 1 1 0 0,1-1-1 0 0,0 0 0 0 0,-1 1 0 0 0,1-1 1 0 0,0 1-1 0 0,0-1 0 0 0,-1 0 0 0 0,1 0 1 0 0,0 1-1 0 0,0-1 0 0 0,0 0 0 0 0,0 1 1 0 0,0-1-1 0 0,0 0 0 0 0,0 1 0 0 0,0-1 1 0 0,0-1-1 0 0,8-22 23 0 0,21-22-36 0 0,-27 44 10 0 0,30-41-43 0 0,1 2 0 0 0,53-51-1 0 0,-68 75 15 0 0,1 1-1 0 0,0 1 0 0 0,1 1 0 0 0,0 0 0 0 0,1 2 1 0 0,0 0-1 0 0,34-12 0 0 0,-50 22 16 0 0,0 1 0 0 0,0-1-1 0 0,0 1 1 0 0,1 0 0 0 0,-1 1 0 0 0,0 0-1 0 0,0-1 1 0 0,1 2 0 0 0,5 0-1 0 0,-9-1 14 0 0,1 0 0 0 0,-1 1-1 0 0,0-1 1 0 0,0 1 0 0 0,0 0-1 0 0,1 0 1 0 0,-1 0 0 0 0,0 0-1 0 0,0 0 1 0 0,0 0-1 0 0,0 1 1 0 0,0-1 0 0 0,-1 1-1 0 0,1-1 1 0 0,0 1 0 0 0,-1 0-1 0 0,1-1 1 0 0,-1 1 0 0 0,0 0-1 0 0,1 0 1 0 0,-1 0-1 0 0,0 0 1 0 0,1 4 0 0 0,1 2 18 0 0,-1 1 0 0 0,0-1 0 0 0,-1 1 0 0 0,0 0 0 0 0,-1-1 0 0 0,1 1 0 0 0,-2 0 0 0 0,-1 15 0 0 0,-4 8 66 0 0,-10 33 1 0 0,3-11 2 0 0,10-41-69 0 0,2-9-1 0 0,-1 0 0 0 0,1 0 0 0 0,1 0 0 0 0,-1-1 0 0 0,1 1 0 0 0,-1 0 0 0 0,1 0 0 0 0,0 0 0 0 0,1 0-1 0 0,0 7 1 0 0,0-10-63 0 0,-1-1-1 0 0,0 1 1 0 0,0-1-1 0 0,1 1 0 0 0,-1 0 1 0 0,0-1-1 0 0,1 1 0 0 0,-1-1 1 0 0,1 0-1 0 0,-1 1 0 0 0,1-1 1 0 0,-1 1-1 0 0,1-1 0 0 0,-1 0 1 0 0,1 1-1 0 0,-1-1 1 0 0,1 0-1 0 0,-1 1 0 0 0,1-1 1 0 0,0 0-1 0 0,-1 0 0 0 0,1 0 1 0 0,-1 0-1 0 0,1 1 0 0 0,0-1 1 0 0,-1 0-1 0 0,1 0 0 0 0,0 0 1 0 0,-1 0-1 0 0,1-1 1 0 0,0 1-1 0 0,0 0 0 0 0,20-7-1709 0 0,-21 7 1698 0 0,55-30-5463 0 0,-33 17 2351 0 0,5-4-1720 0 0</inkml:trace>
</inkml:ink>
</file>

<file path=ppt/ink/ink2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9:12.6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644 328 1228 0 0,'13'-31'2232'0'0,"0"0"0"0"0,32-49 0 0 0,44-52 2678 0 0,-52 80-2543 0 0,-35 50-2219 0 0,0 10 73 0 0,-1-7-217 0 0,-1-1 1 0 0,1 1-1 0 0,-1 0 1 0 0,0-1-1 0 0,0 1 0 0 0,1-1 1 0 0,-1 1-1 0 0,0 0 1 0 0,0-1-1 0 0,0 1 0 0 0,0 0 1 0 0,0-1-1 0 0,0 1 1 0 0,0 0-1 0 0,0-1 0 0 0,0 1 1 0 0,0 0-1 0 0,0-1 1 0 0,0 2-1 0 0,-120 388 3229 0 0,-25-7-1172 0 0,37-103-978 0 0,49-123-601 0 0,-83 237 288 0 0,113-299-569 0 0,4 1 0 0 0,-14 119 0 0 0,36-193-152 0 0,1-1 1 0 0,1 1-1 0 0,1 0 1 0 0,1 0-1 0 0,1 0 1 0 0,6 26-1 0 0,-7-42-29 0 0,1 1 0 0 0,0-1-1 0 0,0 0 1 0 0,1 0 0 0 0,0 0-1 0 0,0-1 1 0 0,1 1 0 0 0,-1-1-1 0 0,1 0 1 0 0,9 10 0 0 0,-9-12-11 0 0,0 0 1 0 0,0 0-1 0 0,1 0 1 0 0,-1 0-1 0 0,1-1 1 0 0,-1 0-1 0 0,1 0 1 0 0,0 0-1 0 0,0 0 1 0 0,0-1-1 0 0,0 0 1 0 0,0 0-1 0 0,0 0 1 0 0,0-1-1 0 0,9 0 1 0 0,-7 0-8 0 0,1 0 1 0 0,-1-1-1 0 0,0 0 1 0 0,0-1-1 0 0,1 0 1 0 0,-1 0-1 0 0,0 0 1 0 0,0-1-1 0 0,-1 0 1 0 0,1 0-1 0 0,-1-1 1 0 0,1 1-1 0 0,-1-1 1 0 0,0-1-1 0 0,0 0 1 0 0,-1 1-1 0 0,1-1 1 0 0,6-10-1 0 0,-6 7 0 0 0,0 0 1 0 0,0 0-1 0 0,-1-1 0 0 0,0 0 0 0 0,-1 0 0 0 0,0-1 0 0 0,-1 1 0 0 0,0-1 0 0 0,0 0 0 0 0,-1 0 0 0 0,0 0 0 0 0,1-19 1 0 0,-3 9-1 0 0,-1 1 1 0 0,-1 0-1 0 0,-1-1 1 0 0,0 1 0 0 0,-1 0-1 0 0,-1 0 1 0 0,-1 1 0 0 0,-1 0-1 0 0,-1 0 1 0 0,0 0 0 0 0,-1 1-1 0 0,-1 0 1 0 0,0 1-1 0 0,-22-26 1 0 0,-13-8-25 0 0,-3 2 0 0 0,-100-80 0 0 0,49 47 51 0 0,95 77-69 0 0,-1 0 1 0 0,0-1 0 0 0,1 1 0 0 0,0-1 0 0 0,0 1 0 0 0,0-1 0 0 0,1-1 0 0 0,0 1 0 0 0,-4-7 0 0 0,7 9-41 0 0,-1 1 0 0 0,0-1 0 0 0,1 0 0 0 0,0 0 1 0 0,0 0-1 0 0,-1 0 0 0 0,2 1 0 0 0,-1-1 0 0 0,0 0 1 0 0,0 0-1 0 0,1 0 0 0 0,0 1 0 0 0,-1-1 0 0 0,1 0 1 0 0,0 1-1 0 0,1-1 0 0 0,-1 0 0 0 0,0 1 1 0 0,1 0-1 0 0,-1-1 0 0 0,1 1 0 0 0,2-3 0 0 0,12-13-646 0 0,1 2 1 0 0,1 0-1 0 0,0 0 0 0 0,1 2 0 0 0,40-23 0 0 0,-41 25 220 0 0,235-132-8819 0 0,-245 140 8723 0 0,46-27-4661 0 0</inkml:trace>
</inkml:ink>
</file>

<file path=ppt/ink/ink2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9:13.3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185 176 2140 0 0,'5'-10'1025'0'0,"-1"1"351"0"0,0 0 0 0 0,0-1 0 0 0,2-12 0 0 0,-5 20-1176 0 0,-1-1 0 0 0,1 1 0 0 0,-1 0 0 0 0,0-1 0 0 0,0 1-1 0 0,0-1 1 0 0,0 1 0 0 0,0 0 0 0 0,-1-1 0 0 0,1 1 0 0 0,-1 0 0 0 0,1 0-1 0 0,-1-1 1 0 0,0 1 0 0 0,0 0 0 0 0,0 0 0 0 0,0 0 0 0 0,0 0 0 0 0,-2-2-1 0 0,2 3-152 0 0,0 0-1 0 0,0 1 0 0 0,0-1 0 0 0,0 1 1 0 0,0 0-1 0 0,0-1 0 0 0,0 1 0 0 0,0 0 1 0 0,0-1-1 0 0,0 1 0 0 0,0 0 0 0 0,0 0 1 0 0,0 0-1 0 0,0 0 0 0 0,0 0 0 0 0,0 0 1 0 0,0 0-1 0 0,0 0 0 0 0,0 0 0 0 0,0 1 1 0 0,0-1-1 0 0,0 0 0 0 0,1 1 0 0 0,-1-1 1 0 0,0 1-1 0 0,-1 0 0 0 0,-23 13 656 0 0,12-4-507 0 0,1 1 0 0 0,0 0 0 0 0,1 0 0 0 0,0 2 0 0 0,1-1 0 0 0,0 1 0 0 0,1 1 0 0 0,0-1 0 0 0,2 2 0 0 0,-1-1 0 0 0,2 1 0 0 0,0 0 0 0 0,0 0 0 0 0,2 1 0 0 0,0-1 0 0 0,-4 32 0 0 0,8-41-173 0 0,-1 1 1 0 0,1 0-1 0 0,0 0 1 0 0,1 0-1 0 0,0-1 1 0 0,0 1-1 0 0,0 0 1 0 0,1 0 0 0 0,0-1-1 0 0,0 1 1 0 0,1-1-1 0 0,-1 0 1 0 0,2 0-1 0 0,-1 0 1 0 0,1 0-1 0 0,-1 0 1 0 0,2-1-1 0 0,-1 1 1 0 0,0-1-1 0 0,1 0 1 0 0,0-1 0 0 0,0 1-1 0 0,1-1 1 0 0,-1 0-1 0 0,1 0 1 0 0,0-1-1 0 0,0 0 1 0 0,8 4-1 0 0,-6-4-4 0 0,2 0 0 0 0,-1 0-1 0 0,0-1 1 0 0,1 0 0 0 0,-1 0-1 0 0,1-1 1 0 0,-1-1 0 0 0,1 1 0 0 0,-1-2-1 0 0,1 1 1 0 0,0-1 0 0 0,-1-1-1 0 0,0 1 1 0 0,1-2 0 0 0,-1 1-1 0 0,0-1 1 0 0,0-1 0 0 0,0 0-1 0 0,13-7 1 0 0,-9 1-13 0 0,0 0 0 0 0,0 0 0 0 0,-2-2 0 0 0,1 1-1 0 0,-1-1 1 0 0,-1-1 0 0 0,0 0 0 0 0,-1 0 0 0 0,0-1 0 0 0,-1 0 0 0 0,-1-1-1 0 0,0 0 1 0 0,-1 0 0 0 0,0 0 0 0 0,-1-1 0 0 0,4-24 0 0 0,-8 34-2 0 0,-1 0 0 0 0,1 0 0 0 0,-1 0 0 0 0,0 0 0 0 0,0 0 0 0 0,-1-1 0 0 0,0 1 0 0 0,0 1 0 0 0,-3-11 0 0 0,3 14-3 0 0,0-1 0 0 0,0 1 0 0 0,0 0 0 0 0,-1 0-1 0 0,1 0 1 0 0,-1-1 0 0 0,1 1 0 0 0,-1 1 0 0 0,0-1-1 0 0,0 0 1 0 0,1 0 0 0 0,-2 1 0 0 0,1-1 0 0 0,0 1 0 0 0,0-1-1 0 0,0 1 1 0 0,-1 0 0 0 0,1 0 0 0 0,0 0 0 0 0,-1 0-1 0 0,1 1 1 0 0,-1-1 0 0 0,1 1 0 0 0,-5-1 0 0 0,-3 1 0 0 0,0 0 0 0 0,-1 0 1 0 0,1 1-1 0 0,0 1 0 0 0,0-1 1 0 0,0 2-1 0 0,1-1 1 0 0,-1 2-1 0 0,0-1 0 0 0,-10 7 1 0 0,8-5-1 0 0,1 1 1 0 0,1 0-1 0 0,-1 1 1 0 0,1 1 0 0 0,0-1-1 0 0,1 2 1 0 0,-17 17-1 0 0,24-23-56 0 0,-1 0 0 0 0,1 0 0 0 0,-1 1 0 0 0,1-1 0 0 0,1 1 0 0 0,-1-1 0 0 0,0 1 0 0 0,1 0 0 0 0,0 0 0 0 0,-1-1-1 0 0,2 1 1 0 0,-1 0 0 0 0,0 7 0 0 0,1-9 13 0 0,0 1 0 0 0,0-1-1 0 0,1 0 1 0 0,0 0 0 0 0,-1 1-1 0 0,1-1 1 0 0,0 0 0 0 0,0 0 0 0 0,0 0-1 0 0,0 0 1 0 0,0 0 0 0 0,0 0-1 0 0,1 0 1 0 0,-1-1 0 0 0,1 1 0 0 0,-1 0-1 0 0,1-1 1 0 0,0 1 0 0 0,-1-1-1 0 0,1 0 1 0 0,0 1 0 0 0,0-1-1 0 0,0 0 1 0 0,4 2 0 0 0,6 1-315 0 0,0 0-1 0 0,1 0 1 0 0,-1-1 0 0 0,1 0-1 0 0,-1-1 1 0 0,1-1 0 0 0,0 0 0 0 0,0-1-1 0 0,-1 0 1 0 0,1-1 0 0 0,0 0 0 0 0,20-5-1 0 0,-8 0 112 0 0,0-2 0 0 0,0 0 0 0 0,-1-1 0 0 0,0-2-1 0 0,27-16 1 0 0,-14 4 297 0 0,66-54 0 0 0,26-40 1831 0 0,-89 79-920 0 0,-36 35-901 0 0,-1 0 0 0 0,1 0 0 0 0,-1 0 0 0 0,1 0 0 0 0,0 1-1 0 0,0 0 1 0 0,0-1 0 0 0,1 2 0 0 0,-1-1 0 0 0,5-1 0 0 0,-7 2-40 0 0,0 1-1 0 0,-1 0 1 0 0,1 0-1 0 0,0 0 1 0 0,0 0-1 0 0,0 0 1 0 0,0 0-1 0 0,-1 1 1 0 0,1-1-1 0 0,0 1 1 0 0,0-1-1 0 0,-1 1 1 0 0,1 0-1 0 0,0-1 1 0 0,-1 1-1 0 0,1 0 1 0 0,-1 0-1 0 0,1 0 1 0 0,-1 0-1 0 0,1 0 1 0 0,-1 1-1 0 0,0-1 1 0 0,1 0-1 0 0,-1 1 1 0 0,0-1-1 0 0,0 1 1 0 0,2 2-1 0 0,1 4 65 0 0,0 0-1 0 0,-1 1 0 0 0,1-1 0 0 0,-1 1 1 0 0,-1 0-1 0 0,0-1 0 0 0,0 1 0 0 0,-1 0 1 0 0,0 0-1 0 0,-1 0 0 0 0,0 10 0 0 0,-1 13 430 0 0,-11 55 0 0 0,6-60 75 0 0,-1 0 1 0 0,-1-1 0 0 0,-2 1 0 0 0,0-2 0 0 0,-2 0-1 0 0,-24 41 1 0 0,27-52 219 0 0,5-7 268 0 0,-1 0 0 0 0,0 0 0 0 0,-12 14 940 0 0,16-23-1654 0 0,0 0-323 0 0,0 0-1 0 0,1 0 0 0 0,-1 0 0 0 0,1 0 1 0 0,0-1-1 0 0,-1 1 0 0 0,1 0 1 0 0,0 0-1 0 0,0 0 0 0 0,1-1 0 0 0,-1 1 1 0 0,0 0-1 0 0,1 0 0 0 0,-1 0 1 0 0,1 0-1 0 0,0 0 0 0 0,0 0 1 0 0,0 0-1 0 0,0 0 0 0 0,2-4 0 0 0,30-43 72 0 0,-30 45-112 0 0,20-26-360 0 0,2 2-1 0 0,1 1 1 0 0,0 0-1 0 0,34-23 1 0 0,64-36-3578 0 0,-95 69 1401 0 0,52-20-1 0 0,-6 7-4289 0 0,-66 27 5573 0 0,24-9-6091 0 0</inkml:trace>
</inkml:ink>
</file>

<file path=ppt/ink/ink2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9:14.6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239 105 1116 0 0,'3'-7'1813'0'0,"2"-4"-103"0"0,0-1-1 0 0,-1 0 0 0 0,-1 0 1 0 0,0 0-1 0 0,0 0 0 0 0,0-14 1 0 0,1 65-682 0 0,-9 11-240 0 0,-2-1 1 0 0,-23 85-1 0 0,-45 95-262 0 0,50-155-404 0 0,-13 34-52 0 0,-47 152-240 0 0,83-251-260 0 0,0 1-1 0 0,1 0 0 0 0,0 13 1 0 0,1-22 363 0 0,0-1 0 0 0,0 1 1 0 0,0 0-1 0 0,0 0 0 0 0,0-1 1 0 0,0 1-1 0 0,0 0 0 0 0,1-1 1 0 0,-1 1-1 0 0,0 0 0 0 0,0-1 1 0 0,1 1-1 0 0,-1 0 0 0 0,1-1 1 0 0,-1 1-1 0 0,0-1 0 0 0,1 1 1 0 0,-1-1-1 0 0,1 1 0 0 0,-1-1 1 0 0,1 1-1 0 0,0-1 0 0 0,-1 1 1 0 0,1-1-1 0 0,0 0 0 0 0,-1 1 1 0 0,1-1-1 0 0,0 0 0 0 0,-1 0 1 0 0,1 1-1 0 0,0-1 0 0 0,-1 0 1 0 0,1 0-1 0 0,0 0 0 0 0,-1 0 1 0 0,1 0-1 0 0,1 0 0 0 0,24-3-1837 0 0,-26 3 1904 0 0,8-3-659 0 0,-1 0 1 0 0,0 0 0 0 0,0 0-1 0 0,0-1 1 0 0,-1 0-1 0 0,1 0 1 0 0,-1-1-1 0 0,10-9 1 0 0,-11 9-153 0 0,19-17-2724 0 0</inkml:trace>
</inkml:ink>
</file>

<file path=ppt/ink/ink2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9:15.4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287 303 1572 0 0,'14'-35'2151'0'0,"-1"-1"0"0"0,-1-1 0 0 0,-2 0 0 0 0,6-52 0 0 0,-8 23 783 0 0,-8 64-2700 0 0,-12 18 460 0 0,0 14 131 0 0,-11 42-1 0 0,3-7-57 0 0,-45 149 655 0 0,18-54-920 0 0,-91 275 30 0 0,105-336-170 0 0,33-97-292 0 0,-1-2-68 0 0,1 0 0 0 0,-1 0 0 0 0,1 0 0 0 0,0 0 0 0 0,-1 0 0 0 0,1 0 0 0 0,0-1 1 0 0,-1 1-1 0 0,1 0 0 0 0,-1 0 0 0 0,1 0 0 0 0,0-1 0 0 0,-1 1 0 0 0,1 0 0 0 0,0 0 1 0 0,-1-1-1 0 0,1 1 0 0 0,0 0 0 0 0,0-1 0 0 0,-1 1 0 0 0,1 0 0 0 0,0-1 0 0 0,0 1 1 0 0,0 0-1 0 0,-1-1 0 0 0,1 1 0 0 0,0-1 0 0 0,0 1 0 0 0,0 0 0 0 0,0-1 0 0 0,0 1 1 0 0,0-1-1 0 0,0 1 0 0 0,0 0 0 0 0,0-1 0 0 0,0 0 0 0 0,2-13 11 0 0,-2 14-12 0 0,8-34-41 0 0,2 1 1 0 0,2 0 0 0 0,0 1 0 0 0,3 1 0 0 0,0 0 0 0 0,2 1-1 0 0,1 0 1 0 0,2 2 0 0 0,1 0 0 0 0,1 2 0 0 0,1 0-1 0 0,46-40 1 0 0,-62 60 28 0 0,-1 1-1 0 0,1 0 0 0 0,0 1 0 0 0,0-1 1 0 0,0 1-1 0 0,13-4 0 0 0,-11 4-10 0 0,-7 4 20 0 0,-1-1-1 0 0,0 1 1 0 0,0-1 0 0 0,0 0 0 0 0,1 1 0 0 0,-1 0 0 0 0,0-1-1 0 0,1 1 1 0 0,-1 0 0 0 0,0 0 0 0 0,1 0 0 0 0,-1 0 0 0 0,0 0 0 0 0,1 0-1 0 0,-1 0 1 0 0,2 0 0 0 0,5 2-19 0 0,-5-1 22 0 0,0-1-1 0 0,-1 1 0 0 0,1 0 1 0 0,-1 0-1 0 0,1 0 1 0 0,-1 0-1 0 0,1 0 0 0 0,-1 0 1 0 0,1 1-1 0 0,-1-1 1 0 0,0 1-1 0 0,0 0 0 0 0,0 0 1 0 0,0-1-1 0 0,0 1 0 0 0,2 4 1 0 0,-2-3-3 0 0,0 1 1 0 0,0 0-1 0 0,0 0 1 0 0,0 0-1 0 0,-1 0 1 0 0,0 0-1 0 0,0 0 1 0 0,0 1-1 0 0,1 6 1 0 0,-2 8-4 0 0,-1 0 0 0 0,0 0 1 0 0,-7 36-1 0 0,5-38 13 0 0,-22 95 2 0 0,25-84 12 0 0,0-27-21 0 0,0 0 1 0 0,0 0-1 0 0,1 1 1 0 0,-1-1 0 0 0,0 0-1 0 0,0 0 1 0 0,1 0-1 0 0,-1 0 1 0 0,1 0 0 0 0,-1 0-1 0 0,1 0 1 0 0,-1 0-1 0 0,1 0 1 0 0,0-1 0 0 0,-1 1-1 0 0,1 0 1 0 0,0 0-1 0 0,0 0 1 0 0,0-1 0 0 0,0 1-1 0 0,0 0 1 0 0,-1-1-1 0 0,3 1 1 0 0,26 6-22 0 0,-19-8 12 0 0,-3 0 0 0 0,21-4-184 0 0,-1 0 0 0 0,1-2 0 0 0,-1-1 1 0 0,-1-1-1 0 0,45-22 0 0 0,-60 26 113 0 0,26-11-166 0 0,-2-3 1 0 0,-1-1-1 0 0,38-27 0 0 0,-53 32 208 0 0,0 0-1 0 0,-1-2 1 0 0,0 0-1 0 0,-2-1 1 0 0,0 0-1 0 0,18-29 0 0 0,-31 43 74 0 0,-1 0-1 0 0,0 0 1 0 0,0 0-1 0 0,0-1 1 0 0,-1 1 0 0 0,1 0-1 0 0,-1-1 1 0 0,0 0-1 0 0,0 1 1 0 0,-1-1-1 0 0,1 0 1 0 0,-1 1-1 0 0,-1-8 1 0 0,1 12-31 0 0,0-1 1 0 0,0 0-1 0 0,0 0 1 0 0,0 0-1 0 0,0 0 1 0 0,0 1-1 0 0,-1-1 1 0 0,1 0-1 0 0,0 0 1 0 0,0 1-1 0 0,-1-1 0 0 0,1 0 1 0 0,-1 0-1 0 0,1 1 1 0 0,-1-1-1 0 0,1 0 1 0 0,-1 1-1 0 0,1-1 1 0 0,-1 1-1 0 0,1-1 1 0 0,-1 1-1 0 0,0-1 1 0 0,1 1-1 0 0,-1-1 1 0 0,0 1-1 0 0,0-1 1 0 0,1 1-1 0 0,-1 0 1 0 0,0-1-1 0 0,0 1 1 0 0,0 0-1 0 0,1 0 1 0 0,-1 0-1 0 0,0 0 0 0 0,0 0 1 0 0,0 0-1 0 0,1 0 1 0 0,-1 0-1 0 0,0 0 1 0 0,0 0-1 0 0,0 0 1 0 0,0 0-1 0 0,0 1 1 0 0,-5 0 8 0 0,1 1 1 0 0,-1 0-1 0 0,1 0 1 0 0,-9 6-1 0 0,9-5 10 0 0,-7 4 36 0 0,0 1-1 0 0,0 1 1 0 0,1 0-1 0 0,0 0 1 0 0,0 1-1 0 0,1 1 1 0 0,0 0-1 0 0,-11 17 1 0 0,9-10 17 0 0,1 0 0 0 0,1 0-1 0 0,0 1 1 0 0,2 0 0 0 0,-9 25 0 0 0,15-35-55 0 0,-1 1 0 0 0,1-1 1 0 0,1 1-1 0 0,-1 0 0 0 0,2 0 0 0 0,-1 0 1 0 0,2 0-1 0 0,1 16 0 0 0,-1-23-13 0 0,-1 1 0 0 0,1 0 0 0 0,0-1 0 0 0,0 1 0 0 0,1 0 0 0 0,-1-1 0 0 0,1 1 0 0 0,0-1 0 0 0,0 0 0 0 0,0 0 0 0 0,0 0-1 0 0,0 0 1 0 0,1 0 0 0 0,0 0 0 0 0,-1 0 0 0 0,1-1 0 0 0,0 1 0 0 0,0-1 0 0 0,0 0 0 0 0,1 0 0 0 0,-1 0 0 0 0,0-1 0 0 0,1 1 0 0 0,-1-1 0 0 0,5 2 0 0 0,7 0-511 0 0,1 0 1 0 0,0 0-1 0 0,0-2 1 0 0,0 0-1 0 0,0-1 1 0 0,0 0-1 0 0,-1-2 1 0 0,19-3-1 0 0,-17 2-1620 0 0,1-1 0 0 0,-1-1-1 0 0,33-15 1 0 0,-14 2-3192 0 0</inkml:trace>
</inkml:ink>
</file>

<file path=ppt/ink/ink2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9:15.6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319 0 872 0 0,'-137'11'6713'0'0,"-32"0"-35"0"0,156-10-5185 0 0,34 0-1310 0 0,89-9-2549 0 0,-36 4-2911 0 0,-23 0-615 0 0</inkml:trace>
</inkml:ink>
</file>

<file path=ppt/ink/ink2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9:16.2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441 92 2124 0 0,'-11'9'6645'0'0,"5"-5"-4621"0"0,-12 13 2585 0 0,17-16-4525 0 0,1 0 1 0 0,0 0-1 0 0,-1-1 1 0 0,1 1-1 0 0,0 0 0 0 0,0 0 1 0 0,0 0-1 0 0,-1 0 0 0 0,1-1 1 0 0,0 1-1 0 0,0 0 1 0 0,0 0-1 0 0,0 0 0 0 0,0-1 1 0 0,1 1-1 0 0,-1 0 1 0 0,0 0-1 0 0,0 0 0 0 0,0 0 1 0 0,1-1-1 0 0,-1 1 0 0 0,0 0 1 0 0,1 0-1 0 0,-1-1 1 0 0,1 1-1 0 0,-1 0 0 0 0,1-1 1 0 0,-1 1-1 0 0,1-1 1 0 0,0 1-1 0 0,0 0 0 0 0,3 2 22 0 0,-1 0-1 0 0,1-1 1 0 0,0 0-1 0 0,0 1 1 0 0,0-2-1 0 0,0 1 1 0 0,0 0-1 0 0,0-1 0 0 0,0 0 1 0 0,1 0-1 0 0,-1 0 1 0 0,0 0-1 0 0,8 0 1 0 0,9 0 11 0 0,32-3 0 0 0,-40 1-32 0 0,-6 1-49 0 0,1-1 0 0 0,0 0 0 0 0,-1 0 0 0 0,1-1-1 0 0,-1 0 1 0 0,1 0 0 0 0,12-6 0 0 0,-18 7-33 0 0,0 0-1 0 0,0 0 0 0 0,1 0 1 0 0,-1-1-1 0 0,0 1 1 0 0,0-1-1 0 0,0 0 0 0 0,-1 1 1 0 0,1-1-1 0 0,0 0 1 0 0,-1 0-1 0 0,1 0 0 0 0,1-2 1 0 0,-3 2-6 0 0,1 1 1 0 0,-1-1-1 0 0,1 1 1 0 0,-1 0-1 0 0,0-1 0 0 0,1 1 1 0 0,-1-1-1 0 0,0 1 1 0 0,0-1-1 0 0,0 1 1 0 0,0-1-1 0 0,0 1 1 0 0,-1 0-1 0 0,1-1 1 0 0,0 1-1 0 0,-1-2 1 0 0,-2-2-16 0 0,1 0 1 0 0,-1 1 0 0 0,1-1 0 0 0,-1 1 0 0 0,-1 0 0 0 0,1 0 0 0 0,0 0 0 0 0,-5-3-1 0 0,6 5 9 0 0,-4-4-4 0 0,-1 0 0 0 0,1 1 1 0 0,-1 0-1 0 0,0 1 0 0 0,0-1 0 0 0,0 1 1 0 0,0 1-1 0 0,-1-1 0 0 0,0 1 0 0 0,0 1 0 0 0,-14-4 1 0 0,9 4 5 0 0,1 1 0 0 0,-1 0 1 0 0,0 1-1 0 0,0 0 1 0 0,0 1-1 0 0,-25 5 0 0 0,14 0 38 0 0,0 0-1 0 0,1 2 0 0 0,1 1 0 0 0,-1 1 0 0 0,1 1 0 0 0,1 1 1 0 0,-32 22-1 0 0,28-15 97 0 0,1 1-1 0 0,0 2 1 0 0,-39 45 0 0 0,55-57-100 0 0,1-1 0 0 0,0 1-1 0 0,0 1 1 0 0,1-1 0 0 0,1 1 0 0 0,0 0-1 0 0,0 0 1 0 0,1 1 0 0 0,0-1 0 0 0,1 1 0 0 0,1 0-1 0 0,0 0 1 0 0,-1 16 0 0 0,3-23-13 0 0,0 0 0 0 0,1 0 0 0 0,0 1 0 0 0,0-1-1 0 0,0 0 1 0 0,0 0 0 0 0,1 0 0 0 0,0 0 0 0 0,0-1 0 0 0,0 1 0 0 0,0 0 0 0 0,1-1 0 0 0,0 1 0 0 0,4 4-1 0 0,-1-3 4 0 0,0 0 0 0 0,0 0 0 0 0,1 0 0 0 0,-1-1 0 0 0,1 0-1 0 0,0-1 1 0 0,1 0 0 0 0,8 4 0 0 0,6 1-520 0 0,0-1 0 0 0,1-2 0 0 0,-1 0 0 0 0,1-1 0 0 0,34 2 0 0 0,-38-6-1311 0 0,37-2 0 0 0,-6-5-3369 0 0,-6-3-1880 0 0</inkml:trace>
</inkml:ink>
</file>

<file path=ppt/ink/ink2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9:16.4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97 1656 0 0,'-6'-40'5890'0'0,"-1"-17"4845"0"0,9 58-10603 0 0,0 0 1 0 0,0 1-1 0 0,1-1 1 0 0,-1 0-1 0 0,0 1 1 0 0,0-1-1 0 0,-1 1 1 0 0,1-1-1 0 0,0 1 1 0 0,0 0-1 0 0,-1 0 0 0 0,1 0 1 0 0,-1 0-1 0 0,0 0 1 0 0,0 0-1 0 0,1 0 1 0 0,0 3-1 0 0,5 8 420 0 0,23 32 954 0 0,34 68-1 0 0,-5-5-795 0 0,-34-65-469 0 0,-8-13-544 0 0,22 30 0 0 0,-34-52-252 0 0,1-1 1 0 0,1 0-1 0 0,-1 0 0 0 0,1 0 0 0 0,1-1 0 0 0,-1 0 0 0 0,1 0 1 0 0,13 7-1 0 0,-17-12 168 0 0,-1 1 1 0 0,1-1 0 0 0,-1 0 0 0 0,1 0-1 0 0,-1 0 1 0 0,1 0 0 0 0,0-1-1 0 0,0 1 1 0 0,-1-1 0 0 0,1 0 0 0 0,0 0-1 0 0,0 0 1 0 0,4-1 0 0 0,-4 0-431 0 0,-1 0-1 0 0,1 0 1 0 0,0-1 0 0 0,-1 1 0 0 0,1-1 0 0 0,-1 0 0 0 0,6-3 0 0 0,3-5-4414 0 0</inkml:trace>
</inkml:ink>
</file>

<file path=ppt/ink/ink2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9:16.6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531 198 1660 0 0,'1'-13'1290'0'0,"0"1"0"0"0,-1-1-1 0 0,0 1 1 0 0,-1-1 0 0 0,-1 1 0 0 0,0-1-1 0 0,0 1 1 0 0,-8-21 0 0 0,9 29-1107 0 0,-1 0 1 0 0,1 1-1 0 0,-1-1 1 0 0,0 1-1 0 0,0-1 0 0 0,0 1 1 0 0,0 0-1 0 0,-1-1 0 0 0,1 1 1 0 0,-1 1-1 0 0,0-1 1 0 0,0 0-1 0 0,0 1 0 0 0,0-1 1 0 0,-1 1-1 0 0,1 0 1 0 0,-1 0-1 0 0,1 0 0 0 0,-1 1 1 0 0,1-1-1 0 0,-1 1 1 0 0,0 0-1 0 0,0 0 0 0 0,0 0 1 0 0,0 0-1 0 0,0 1 0 0 0,0 0 1 0 0,0-1-1 0 0,0 2 1 0 0,0-1-1 0 0,-4 1 0 0 0,-9 2 62 0 0,0 2-1 0 0,0 0 1 0 0,0 0-1 0 0,1 2 1 0 0,0 0-1 0 0,0 0 1 0 0,1 2-1 0 0,0 0 0 0 0,1 1 1 0 0,0 0-1 0 0,0 1 1 0 0,-22 23-1 0 0,11-7-133 0 0,2 1 0 0 0,0 0 0 0 0,2 2-1 0 0,2 0 1 0 0,-21 41 0 0 0,33-55-289 0 0,0-1-1 0 0,0 1 1 0 0,-6 30 0 0 0,11-41-176 0 0,2 0-1 0 0,-1 0 0 0 0,1 1 1 0 0,-1-1-1 0 0,1 0 0 0 0,1 1 1 0 0,0 6-1 0 0,0-10-38 0 0,-1 1 0 0 0,1-1 0 0 0,0 0 0 0 0,0 1 0 0 0,0-1 0 0 0,0 0 0 0 0,0 0 0 0 0,1 0 0 0 0,-1 1 0 0 0,0-1 0 0 0,1-1 0 0 0,0 1 0 0 0,-1 0 0 0 0,1 0 0 0 0,0-1 0 0 0,3 3 1 0 0,7 2-3820 0 0,5-4-1921 0 0</inkml:trace>
</inkml:ink>
</file>

<file path=ppt/ink/ink2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9:16.9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1 137 3360 0 0,'11'-21'5026'0'0,"11"-27"-1"0"0,9-18 3304 0 0,-30 65-7713 0 0,5 11 1641 0 0,-4 21-1126 0 0,-2-1 0 0 0,-2 1-1 0 0,0-1 1 0 0,-10 43 0 0 0,-1 11-657 0 0,5 17-442 0 0,10-36-5353 0 0,-2-64 5193 0 0,0-1 0 0 0,0 0 0 0 0,0 1-1 0 0,0-1 1 0 0,0 0 0 0 0,0 1 0 0 0,0-1-1 0 0,1 1 1 0 0,-1-1 0 0 0,0 0 0 0 0,0 0-1 0 0,0 1 1 0 0,0-1 0 0 0,1 0 0 0 0,3 3-1796 0 0,-4-3 1796 0 0,1 1 0 0 0,-1-1-1 0 0,1 0 1 0 0,-1 0 0 0 0,0 0 0 0 0,1 0-1 0 0,-1 0 1 0 0,0 0 0 0 0,1 0 0 0 0,-1-1-1 0 0,0 1 1 0 0,1 0 0 0 0,-1 0 0 0 0,0 0-1 0 0,1 0 1 0 0,-1 0 0 0 0,0 0 0 0 0,1-1-1 0 0,-1 1 1 0 0,0 0 0 0 0,3-3-898 0 0</inkml:trace>
</inkml:ink>
</file>

<file path=ppt/ink/ink2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9:17.0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108 177 536 0 0,'-3'-18'2306'0'0,"-1"0"-1"0"0,-1 0 1 0 0,-7-18 0 0 0,8 24-1331 0 0,-2 1 0 0 0,0-1 0 0 0,0 1-1 0 0,-16-21 1 0 0,21 31-955 0 0,1 1 0 0 0,-1-1 0 0 0,1 1 0 0 0,-1-1 0 0 0,0 0 0 0 0,1 1-1 0 0,-1-1 1 0 0,0 1 0 0 0,1-1 0 0 0,-1 1 0 0 0,0 0 0 0 0,1-1 0 0 0,-1 1 0 0 0,0 0 0 0 0,0-1-1 0 0,1 1 1 0 0,-1 0 0 0 0,0 0 0 0 0,0 0 0 0 0,0 0 0 0 0,1 0 0 0 0,-1 0 0 0 0,0 0-1 0 0,0 0 1 0 0,0 0 0 0 0,1 0 0 0 0,-1 0 0 0 0,0 0 0 0 0,0 1 0 0 0,0-1 0 0 0,1 0-1 0 0,-1 1 1 0 0,0-1 0 0 0,0 0 0 0 0,0 1 0 0 0,-9 12-2002 0 0,7 6-3761 0 0,5 1 523 0 0</inkml:trace>
</inkml:ink>
</file>

<file path=ppt/ink/ink2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9:17.4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309 55 1252 0 0,'26'-25'14799'0'0,"-16"4"-10781"0"0,-9 19-3421 0 0,-5 0 62 0 0,4 1-638 0 0,0 1 0 0 0,0 0 0 0 0,0 0 0 0 0,0-1 0 0 0,0 1 0 0 0,-1 0 0 0 0,1 0 0 0 0,0-1 0 0 0,0 1 0 0 0,0 0 0 0 0,-1 0 0 0 0,1 0 1 0 0,0 0-1 0 0,0-1 0 0 0,-1 1 0 0 0,1 0 0 0 0,0 0 0 0 0,0 0 0 0 0,-1 0 0 0 0,1 0 0 0 0,0 0 0 0 0,0 0 0 0 0,-1 0 0 0 0,1-1 0 0 0,0 1 0 0 0,-1 0 0 0 0,1 0 1 0 0,0 0-1 0 0,0 0 0 0 0,-1 1 0 0 0,1-1 0 0 0,0 0 0 0 0,-1 0 0 0 0,1 0 0 0 0,-7 0 67 0 0,-1 1 0 0 0,1 0 0 0 0,0 0 0 0 0,0 1 0 0 0,0-1 0 0 0,0 2 1 0 0,0-1-1 0 0,-12 7 0 0 0,16-8-80 0 0,0 1 0 0 0,-1 0 1 0 0,1 0-1 0 0,0 1 0 0 0,0-1 1 0 0,0 1-1 0 0,0-1 0 0 0,1 1 1 0 0,-1 0-1 0 0,1 0 0 0 0,-1 0 1 0 0,1 0-1 0 0,0 1 0 0 0,0-1 1 0 0,1 0-1 0 0,-1 1 0 0 0,1 0 1 0 0,-1-1-1 0 0,0 5 0 0 0,2-5-6 0 0,0 1 0 0 0,0-1-1 0 0,0 1 1 0 0,0-1 0 0 0,1 1-1 0 0,-1-1 1 0 0,1 1 0 0 0,0-1 0 0 0,0 0-1 0 0,0 1 1 0 0,0-1 0 0 0,1 0-1 0 0,2 4 1 0 0,28 38 45 0 0,-25-37-32 0 0,33 37 11 0 0,-22-26 81 0 0,-1 0 0 0 0,17 27 1 0 0,-33-46-91 0 0,-1 1 1 0 0,0-1-1 0 0,0 1 0 0 0,1 0 1 0 0,-1-1-1 0 0,0 1 0 0 0,0-1 1 0 0,0 1-1 0 0,0 0 1 0 0,0-1-1 0 0,0 1 0 0 0,0-1 1 0 0,0 1-1 0 0,0 0 0 0 0,0-1 1 0 0,0 1-1 0 0,0-1 1 0 0,-1 1-1 0 0,1 0 0 0 0,0-1 1 0 0,0 1-1 0 0,-1-1 0 0 0,1 1 1 0 0,0-1-1 0 0,-1 1 1 0 0,1-1-1 0 0,0 1 0 0 0,-1-1 1 0 0,1 1-1 0 0,-1-1 0 0 0,1 1 1 0 0,-1-1-1 0 0,1 0 1 0 0,-1 1-1 0 0,0-1 0 0 0,-19 11 267 0 0,3-4-123 0 0,-1-2 1 0 0,0 0-1 0 0,0-1 1 0 0,0 0-1 0 0,-36 1 1 0 0,-94-8-237 0 0,120-2-1530 0 0,27 5 1298 0 0,0 0 0 0 0,0 0 0 0 0,-1-1 0 0 0,1 1 0 0 0,0-1 1 0 0,0 1-1 0 0,-1 0 0 0 0,1-1 0 0 0,0 0 0 0 0,0 1 0 0 0,0-1 0 0 0,0 0 0 0 0,0 0 0 0 0,0 1 1 0 0,0-1-1 0 0,0 0 0 0 0,0 0 0 0 0,0 0 0 0 0,1 0 0 0 0,-2-2 0 0 0,2 1-42 0 0,-1 1-147 0 0,1-1 1 0 0,0 1 0 0 0,0-1 0 0 0,0 0-1 0 0,0 1 1 0 0,1-1 0 0 0,-1 1 0 0 0,0-1 0 0 0,1 0-1 0 0,-1 1 1 0 0,1-1 0 0 0,-1 1 0 0 0,1-1-1 0 0,1-1 1 0 0</inkml:trace>
</inkml:ink>
</file>

<file path=ppt/ink/ink2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9:17.7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149 128 268 0 0,'102'-120'16065'0'0,"-101"120"-15908"0"0,-1-1-1 0 0,1 1 1 0 0,-1-1-1 0 0,0 1 0 0 0,1-1 1 0 0,0 1-1 0 0,-1-1 1 0 0,1 1-1 0 0,-1-1 0 0 0,1 1 1 0 0,0 0-1 0 0,-1-1 1 0 0,1 1-1 0 0,-1 0 0 0 0,1 0 1 0 0,0 0-1 0 0,0-1 1 0 0,-1 1-1 0 0,1 0 0 0 0,1 0 1 0 0,-2 0-83 0 0,1 1 0 0 0,-1 0 0 0 0,1-1 0 0 0,-1 1 1 0 0,0-1-1 0 0,1 1 0 0 0,-1 0 0 0 0,0-1 0 0 0,0 1 1 0 0,1-1-1 0 0,-1 1 0 0 0,0 0 0 0 0,0-1 0 0 0,0 1 0 0 0,0 0 1 0 0,0 0-1 0 0,0-1 0 0 0,0 1 0 0 0,0 0 0 0 0,0-1 0 0 0,0 1 1 0 0,0 0-1 0 0,-1 0 0 0 0,-2 20 916 0 0,-2 0 1 0 0,0 0-1 0 0,-1-1 0 0 0,-12 26 1 0 0,-1 7 1 0 0,-51 141 975 0 0,-20 60-698 0 0,74-204-1059 0 0,8-32-134 0 0,2 0 0 0 0,1 0 0 0 0,0 1 0 0 0,1 0 0 0 0,1-1 0 0 0,-1 38 0 0 0,4-53-79 0 0,0 1 0 0 0,1-1-1 0 0,0 1 1 0 0,0-1 0 0 0,0 0 0 0 0,0 1-1 0 0,0-1 1 0 0,0 0 0 0 0,4 5-1 0 0,-4-7-92 0 0,0 1-1 0 0,0-1 1 0 0,0 0-1 0 0,0 1 1 0 0,0-1-1 0 0,1 0 1 0 0,-1 0-1 0 0,0 0 1 0 0,1 0-1 0 0,-1 0 1 0 0,1 0-1 0 0,-1 0 0 0 0,1-1 1 0 0,-1 1-1 0 0,1-1 1 0 0,0 1-1 0 0,-1-1 1 0 0,1 1-1 0 0,0-1 1 0 0,-1 0-1 0 0,1 0 1 0 0,0 0-1 0 0,-1 0 1 0 0,4 0-1 0 0,8-2-925 0 0,0-1 0 0 0,-1 0 0 0 0,1-1 0 0 0,-1 0 0 0 0,0-1 0 0 0,18-10 0 0 0,-18 8-1579 0 0,0 0 1 0 0,0-1 0 0 0,16-15 0 0 0,-4-1-6315 0 0</inkml:trace>
</inkml:ink>
</file>

<file path=ppt/ink/ink2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9:18.3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158 71 84 0 0,'-155'-62'18842'0'0,"153"61"-17924"0"0,2 0-901 0 0,0 1 1 0 0,0-1-1 0 0,1 1 1 0 0,-1 0-1 0 0,0-1 1 0 0,1 1 0 0 0,-1-1-1 0 0,0 1 1 0 0,1-1-1 0 0,-1 1 1 0 0,1 0-1 0 0,-1-1 1 0 0,1 1-1 0 0,-1 0 1 0 0,1 0-1 0 0,-1-1 1 0 0,1 1-1 0 0,-1 0 1 0 0,1 0-1 0 0,-1 0 1 0 0,1-1 0 0 0,-1 1-1 0 0,1 0 1 0 0,-1 0-1 0 0,1 0 1 0 0,0 0-1 0 0,123 5 128 0 0,-69 0-1438 0 0,0 3 1 0 0,-1 2 0 0 0,76 24-1 0 0,-95-24 959 0 0,-17-5 4 0 0,0 1-1 0 0,30 14 1 0 0,-43-17 404 0 0,0 0-1 0 0,0 0 1 0 0,0 0 0 0 0,0 1 0 0 0,-1 0-1 0 0,0-1 1 0 0,0 2 0 0 0,0-1 0 0 0,0 0-1 0 0,0 1 1 0 0,-1 0 0 0 0,0 0 0 0 0,4 8-1 0 0,24 80 1972 0 0,-30-91-1941 0 0,0 0 0 0 0,0 0 0 0 0,1 0 0 0 0,-1-1 0 0 0,0 1 0 0 0,1 0 0 0 0,0-1 0 0 0,-1 1-1 0 0,1-1 1 0 0,0 0 0 0 0,0 1 0 0 0,0-1 0 0 0,0 0 0 0 0,0 0 0 0 0,2 1 0 0 0,-1-1-118 0 0,-1 0 174 0 0,1-1-6 0 0,-1-1-129 0 0,0 1 1 0 0,0 0-1 0 0,0-1 0 0 0,1 0 1 0 0,-1 1-1 0 0,0-1 0 0 0,0 0 1 0 0,0 0-1 0 0,0 0 0 0 0,0-1 1 0 0,-1 1-1 0 0,1 0 0 0 0,0-1 0 0 0,0 1 1 0 0,-1-1-1 0 0,1 1 0 0 0,-1-1 1 0 0,1 0-1 0 0,1-3 0 0 0,-1 1-12 0 0,0 0-1 0 0,-1 0 0 0 0,1 0 0 0 0,-1 0 0 0 0,0-1 1 0 0,0 1-1 0 0,0 0 0 0 0,0-1 0 0 0,-1 1 1 0 0,0-6-1 0 0,0 9-10 0 0,0-7 19 0 0,0 1 0 0 0,0-1 0 0 0,-1 1 1 0 0,0-1-1 0 0,-3-8 0 0 0,4 14-11 0 0,-1 0 1 0 0,0 0-1 0 0,0 0 1 0 0,0-1-1 0 0,0 1 1 0 0,-1 0-1 0 0,1 1 1 0 0,0-1-1 0 0,-1 0 1 0 0,0 0-1 0 0,1 0 1 0 0,-1 1-1 0 0,0-1 1 0 0,0 1-1 0 0,0 0 0 0 0,0-1 1 0 0,0 1-1 0 0,0 0 1 0 0,0 0-1 0 0,0 0 1 0 0,0 0-1 0 0,-4 0 1 0 0,0-1 16 0 0,0 2 0 0 0,0-1 0 0 0,1 0 1 0 0,-1 1-1 0 0,0 0 0 0 0,0 1 0 0 0,0-1 1 0 0,0 1-1 0 0,0 0 0 0 0,1 0 0 0 0,-9 4 0 0 0,4-1 75 0 0,-1 0-1 0 0,1 2 1 0 0,0-1-1 0 0,0 1 0 0 0,-13 10 1 0 0,3 2 110 0 0,1-1 1 0 0,0 2 0 0 0,1 1 0 0 0,-22 32 0 0 0,28-36-127 0 0,2 1 1 0 0,0 0 0 0 0,-16 37-1 0 0,24-48-75 0 0,0-1 1 0 0,0 1-1 0 0,0 0 0 0 0,1 0 0 0 0,0 0 0 0 0,0 0 0 0 0,1 0 1 0 0,-1 0-1 0 0,1 0 0 0 0,0 0 0 0 0,1 0 0 0 0,0 0 0 0 0,0 0 0 0 0,0 0 1 0 0,1 0-1 0 0,-1 0 0 0 0,5 8 0 0 0,-3-9-216 0 0,0-1 0 0 0,1 1 1 0 0,-1-1-1 0 0,1 0 0 0 0,0 0 0 0 0,0 0 0 0 0,1-1 0 0 0,-1 1 1 0 0,1-1-1 0 0,0 0 0 0 0,-1 0 0 0 0,2-1 0 0 0,-1 0 0 0 0,8 3 1 0 0,-2-1-1508 0 0,1-1 1 0 0,0 0 0 0 0,0-1 0 0 0,0 0-1 0 0,20 0 1 0 0,-5-3-5109 0 0</inkml:trace>
</inkml:ink>
</file>

<file path=ppt/ink/ink2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9:18.8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1 210 932 0 0,'22'-33'5376'0'0,"-19"27"-4413"0"0,0 1 0 0 0,0 0 0 0 0,1 0-1 0 0,-1 0 1 0 0,1 0 0 0 0,7-5 0 0 0,6-13 1577 0 0,-16 21-2100 0 0,2 3 41 0 0,-2 0-376 0 0,1-1-1 0 0,0 1 1 0 0,-1 0 0 0 0,1-1 0 0 0,-1 1 0 0 0,1 0-1 0 0,-1 0 1 0 0,1 0 0 0 0,-1 0 0 0 0,1 0 0 0 0,-1 1-1 0 0,0-1 1 0 0,0 0 0 0 0,0 1 0 0 0,0-1 0 0 0,0 0 0 0 0,0 1-1 0 0,0 0 1 0 0,1 1 0 0 0,0 2 67 0 0,-1-1-1 0 0,1 1 1 0 0,-1 0 0 0 0,0 0-1 0 0,0 0 1 0 0,0 9 0 0 0,-1 4 143 0 0,-1 0 1 0 0,-6 35-1 0 0,2-33-154 0 0,0 1 1 0 0,-2-1-1 0 0,-1-1 0 0 0,-14 29 0 0 0,21-46-72 0 0,-4-5-82 0 0,4 3-9 0 0,1 0 0 0 0,0 0 0 0 0,-1 0 0 0 0,1 0 0 0 0,0 0 0 0 0,0 0 0 0 0,-1 0 0 0 0,1 0 0 0 0,0 0 0 0 0,-1 0 0 0 0,1-1 0 0 0,0 1 0 0 0,0 0 0 0 0,-1 0 0 0 0,1 0 0 0 0,0 0 0 0 0,0-1 0 0 0,-1 1 0 0 0,1 0 0 0 0,0 0 0 0 0,0 0 0 0 0,0-1 0 0 0,-1 1 0 0 0,1 0 0 0 0,0 0 0 0 0,0-1 0 0 0,0 1 0 0 0,0 0 0 0 0,0 0 0 0 0,0-1 0 0 0,0 1 0 0 0,-1 0 0 0 0,1-1 0 0 0,0 1 0 0 0,0 0 0 0 0,0-1 0 0 0,9-20-123 0 0,1 1 0 0 0,1 0 0 0 0,0 0 0 0 0,2 2 0 0 0,27-33 0 0 0,-12 19 71 0 0,2 2-1 0 0,43-34 1 0 0,-48 45-2 0 0,48-30 1 0 0,-59 42 45 0 0,0 0 0 0 0,0 1 0 0 0,1 0 0 0 0,0 1 0 0 0,24-5 0 0 0,-35 9 37 0 0,1 0 0 0 0,-1 1 0 0 0,0-1 1 0 0,0 1-1 0 0,1 0 0 0 0,-1 0 1 0 0,0 1-1 0 0,1-1 0 0 0,-1 1 1 0 0,0 0-1 0 0,0 0 0 0 0,0 1 0 0 0,1-1 1 0 0,-1 1-1 0 0,-1 0 0 0 0,1 0 1 0 0,0 0-1 0 0,0 1 0 0 0,-1-1 1 0 0,1 1-1 0 0,-1 0 0 0 0,6 5 0 0 0,-5-2 86 0 0,-1-1 0 0 0,1 1-1 0 0,-1 0 1 0 0,0 0 0 0 0,0 0-1 0 0,0 0 1 0 0,-1 1 0 0 0,0-1-1 0 0,0 1 1 0 0,-1-1-1 0 0,0 1 1 0 0,0 0 0 0 0,0 13-1 0 0,-2-4 43 0 0,0 1 0 0 0,-1-1 0 0 0,-1 0 0 0 0,0 1 0 0 0,-1-1 0 0 0,-8 18-1 0 0,-2 2-556 0 0,-30 50 0 0 0,34-70-1625 0 0,2-3-1019 0 0</inkml:trace>
</inkml:ink>
</file>

<file path=ppt/ink/ink2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9:19.3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268 96 936 0 0,'19'-21'8151'0'0,"30"-43"1"0"0,-48 62-7517 0 0,0 2-575 0 0,-1 0-1 0 0,0-1 1 0 0,0 1 0 0 0,0 0 0 0 0,1 0 0 0 0,-1 0 0 0 0,0-1 0 0 0,0 1 0 0 0,0 0 0 0 0,0 0 0 0 0,0-1 0 0 0,0 1 0 0 0,0 0 0 0 0,0-1 0 0 0,1 1-1 0 0,-1 0 1 0 0,0 0 0 0 0,0-1 0 0 0,0 1 0 0 0,0 0 0 0 0,0-1 0 0 0,0 1 0 0 0,-1 0 0 0 0,1 0 0 0 0,0-1 0 0 0,0 1 0 0 0,0 0 0 0 0,0 0 0 0 0,0-1-1 0 0,0 1 1 0 0,0 0 0 0 0,0 0 0 0 0,-1-1 0 0 0,-13 5 493 0 0,1 0 0 0 0,0 1-1 0 0,-1 0 1 0 0,2 1 0 0 0,-1 1-1 0 0,-16 10 1 0 0,4 1-3 0 0,1 0 1 0 0,-23 23-1 0 0,29-23-345 0 0,0 1 1 0 0,2 0-1 0 0,-18 27 0 0 0,27-37-160 0 0,1 1 0 0 0,1 0 0 0 0,0 0-1 0 0,0 1 1 0 0,1 0 0 0 0,0-1 0 0 0,1 2-1 0 0,0-1 1 0 0,-2 18 0 0 0,5-26-36 0 0,0 0 0 0 0,0 1 0 0 0,0-1 0 0 0,0 0 0 0 0,0 1 0 0 0,1-1 0 0 0,0 0-1 0 0,0 0 1 0 0,0 0 0 0 0,0 1 0 0 0,0-1 0 0 0,0 0 0 0 0,1 0 0 0 0,0-1 0 0 0,0 1 0 0 0,4 5 0 0 0,-3-5-2 0 0,1 1 0 0 0,-1-1-1 0 0,1 0 1 0 0,0-1 0 0 0,1 1-1 0 0,-1-1 1 0 0,0 1 0 0 0,1-1-1 0 0,-1-1 1 0 0,8 3 0 0 0,3-1-3 0 0,-1 0 0 0 0,2-1 1 0 0,-1-1-1 0 0,0 0 0 0 0,0-1 1 0 0,23-3-1 0 0,2-3-52 0 0,0-1 0 0 0,-1-3 1 0 0,0-1-1 0 0,0-2 0 0 0,-1-1 1 0 0,-1-2-1 0 0,0-2 0 0 0,-2-1 1 0 0,67-48-1 0 0,-78 48 23 0 0,23-23 0 0 0,-40 35 12 0 0,0 0 0 0 0,0-1 0 0 0,-1 0 0 0 0,0-1 0 0 0,0 1 0 0 0,8-17 0 0 0,-14 24 8 0 0,1 0 0 0 0,-1 0 0 0 0,1 0-1 0 0,-1 0 1 0 0,1 0 0 0 0,-1 0 0 0 0,0-1-1 0 0,0 1 1 0 0,1 0 0 0 0,-1 0 0 0 0,0 0-1 0 0,0 0 1 0 0,0 0 0 0 0,0-1 0 0 0,0 1-1 0 0,-1 0 1 0 0,1 0 0 0 0,0 0 0 0 0,0 0-1 0 0,-1 0 1 0 0,1 0 0 0 0,-1-1 0 0 0,1 1 0 0 0,-1 0-1 0 0,0-1 1 0 0,-1 1 1 0 0,1 0-1 0 0,0 0 1 0 0,-1 0 0 0 0,1 0-1 0 0,-1 1 1 0 0,1-1 0 0 0,-1 0-1 0 0,0 1 1 0 0,1-1 0 0 0,-1 1-1 0 0,1 0 1 0 0,-1 0 0 0 0,0-1-1 0 0,0 1 1 0 0,-1 0 0 0 0,-6 1-1 0 0,0-1 0 0 0,0 2 1 0 0,0-1-1 0 0,1 1 0 0 0,-14 4 0 0 0,1 2 30 0 0,1 1-1 0 0,0 1 0 0 0,0 1 1 0 0,-24 17-1 0 0,37-23-7 0 0,0 0 0 0 0,1 1-1 0 0,0-1 1 0 0,0 1 0 0 0,0 0-1 0 0,0 1 1 0 0,1 0 0 0 0,0-1-1 0 0,1 2 1 0 0,0-1 0 0 0,0 0-1 0 0,0 1 1 0 0,1 0 0 0 0,-4 14-1 0 0,6-20-10 0 0,1 0-1 0 0,0 1 0 0 0,-1-1 0 0 0,1 0 0 0 0,0 1 0 0 0,1-1 1 0 0,-1 0-1 0 0,0 1 0 0 0,1-1 0 0 0,-1 0 0 0 0,1 0 0 0 0,0 1 0 0 0,0-1 1 0 0,0 0-1 0 0,0 0 0 0 0,2 3 0 0 0,0-1 2 0 0,0 0 0 0 0,0-1 0 0 0,0 0 0 0 0,1 1 0 0 0,-1-1 0 0 0,1 0 1 0 0,7 4-1 0 0,3 0-214 0 0,1 0-1 0 0,-1-1 1 0 0,30 8 0 0 0,-13-6-1145 0 0,0-1 0 0 0,0-2 0 0 0,63 1 0 0 0,-35-6-4138 0 0,73-11 1 0 0,-68 3-1512 0 0</inkml:trace>
</inkml:ink>
</file>

<file path=ppt/ink/ink2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9:20.5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403 317 1252 0 0,'5'-6'1189'0'0,"1"1"-1"0"0,-1-1 1 0 0,0 0-1 0 0,0 0 1 0 0,-1 0-1 0 0,0-1 1 0 0,0 1-1 0 0,0-1 1 0 0,-1 0-1 0 0,0 0 1 0 0,2-8-1 0 0,-5 12-548 0 0,-2 0 111 0 0,2 3-738 0 0,0 0 0 0 0,0-1 0 0 0,0 1 0 0 0,0 0 0 0 0,0 0 0 0 0,0 0 0 0 0,0-1 0 0 0,0 1 0 0 0,0 0 0 0 0,0 0 0 0 0,-1 0 0 0 0,1 0 0 0 0,0-1 0 0 0,0 1 0 0 0,0 0 0 0 0,0 0 0 0 0,0 0 0 0 0,0 0 0 0 0,-1 0 0 0 0,1-1 0 0 0,0 1 0 0 0,0 0 0 0 0,0 0 0 0 0,0 0 0 0 0,0 0 0 0 0,-1 0 0 0 0,1 0 0 0 0,0 0 0 0 0,0 0 1 0 0,0 0-1 0 0,-1 0 0 0 0,1 0 0 0 0,0 0 0 0 0,0 0 0 0 0,0 0 0 0 0,-1 0 0 0 0,1 0 0 0 0,0 0 0 0 0,0 0 0 0 0,0 0 0 0 0,0 0 0 0 0,-1 0 0 0 0,-5 2 107 0 0,1 0 0 0 0,-1 0 0 0 0,1 1 0 0 0,-1 0 0 0 0,1 0 0 0 0,0 0 0 0 0,-6 6 0 0 0,-35 33 302 0 0,35-32-313 0 0,-43 44 287 0 0,-59 75 0 0 0,91-101-338 0 0,2 1 1 0 0,1 1-1 0 0,1 0 1 0 0,2 1-1 0 0,-13 35 1 0 0,26-59-41 0 0,1 1 0 0 0,-1-1 0 0 0,2 1 1 0 0,-1 0-1 0 0,1 0 0 0 0,0-1 1 0 0,1 1-1 0 0,0 0 0 0 0,1 11 1 0 0,0-15-8 0 0,-1-1 0 0 0,1 1 0 0 0,0 0 1 0 0,1-1-1 0 0,-1 1 0 0 0,1-1 0 0 0,-1 1 0 0 0,1-1 0 0 0,0 0 1 0 0,0 0-1 0 0,0 0 0 0 0,1 0 0 0 0,-1 0 0 0 0,1 0 1 0 0,0 0-1 0 0,-1-1 0 0 0,1 0 0 0 0,0 1 0 0 0,1-1 1 0 0,-1 0-1 0 0,5 2 0 0 0,1 0 2 0 0,1 0 0 0 0,0-1 0 0 0,0-1 0 0 0,0 1 0 0 0,0-1 0 0 0,0-1 0 0 0,1 0 0 0 0,-1 0 0 0 0,0-1 0 0 0,0-1 0 0 0,1 1 0 0 0,-1-2 0 0 0,0 1 0 0 0,0-1 0 0 0,0-1 0 0 0,0 0 0 0 0,0 0 0 0 0,0-1-1 0 0,13-8 1 0 0,-12 6-3 0 0,-1 0-1 0 0,0-1 1 0 0,0 0-1 0 0,0-1 0 0 0,-1 0 1 0 0,0 0-1 0 0,-1-1 0 0 0,0 0 1 0 0,0-1-1 0 0,-1 0 0 0 0,0 0 1 0 0,-1 0-1 0 0,0-1 1 0 0,-1 0-1 0 0,0 0 0 0 0,5-15 1 0 0,-7 11-18 0 0,0 0 1 0 0,0-1 0 0 0,-2 1 0 0 0,0-1 0 0 0,0 1-1 0 0,-2-1 1 0 0,0 1 0 0 0,0-1 0 0 0,-2 1 0 0 0,0 0-1 0 0,-6-19 1 0 0,6 26-5 0 0,0 1 1 0 0,0 0-1 0 0,-1 0 0 0 0,0 0 1 0 0,0 0-1 0 0,0 0 0 0 0,-1 1 1 0 0,0 0-1 0 0,0 0 0 0 0,-10-8 1 0 0,10 11 5 0 0,0-1-1 0 0,0 1 1 0 0,-1 0 0 0 0,1 0 0 0 0,-1 0 0 0 0,0 1 0 0 0,1 0 0 0 0,-1 0 0 0 0,0 1 0 0 0,0-1 0 0 0,-1 1 0 0 0,1 1 0 0 0,0-1 0 0 0,-11 1 0 0 0,2 1 5 0 0,1 1 0 0 0,0 1 1 0 0,-1 0-1 0 0,2 1 0 0 0,-1 0 1 0 0,0 1-1 0 0,1 1 0 0 0,0 0 1 0 0,0 0-1 0 0,0 2 0 0 0,-11 8 1 0 0,14-9-1 0 0,2 0 0 0 0,-1 0 1 0 0,1 0-1 0 0,0 1 0 0 0,0 0 1 0 0,1 1-1 0 0,0 0 1 0 0,1 0-1 0 0,0 0 0 0 0,0 1 1 0 0,1 0-1 0 0,0 0 0 0 0,1 0 1 0 0,-6 21-1 0 0,9-27 0 0 0,1 1 0 0 0,-1-1 0 0 0,1 0 1 0 0,0 1-1 0 0,0-1 0 0 0,0 1 0 0 0,0-1 0 0 0,1 0 0 0 0,0 1 0 0 0,0-1 0 0 0,0 0 0 0 0,0 0 0 0 0,1 0 0 0 0,-1 0 0 0 0,1 0 1 0 0,4 7-1 0 0,-2-6 2 0 0,1 0 1 0 0,-1 0 0 0 0,1 0-1 0 0,0 0 1 0 0,0-1 0 0 0,1 0-1 0 0,-1 0 1 0 0,1 0 0 0 0,11 5-1 0 0,3 0-46 0 0,1-2 1 0 0,0 0-1 0 0,1-1 0 0 0,-1-1 0 0 0,35 3 0 0 0,-22-5-47 0 0,1-2-1 0 0,0-1 1 0 0,-1-2 0 0 0,1-1-1 0 0,0-2 1 0 0,-1-1-1 0 0,37-12 1 0 0,-31 5 14 0 0,-1-1-1 0 0,0-2 1 0 0,-1-2-1 0 0,0-2 1 0 0,52-36-1 0 0,-63 35 48 0 0,-1-1 1 0 0,-1-1-1 0 0,-1-1 1 0 0,-1-1-1 0 0,-1-1 0 0 0,-2-1 1 0 0,19-31-1 0 0,-14 16 31 0 0,-2-2-1 0 0,-2-1 1 0 0,-2 0 0 0 0,16-58-1 0 0,-13 27 40 0 0,-38 97-96 0 0,-14 28 91 0 0,-34 77 0 0 0,-13 61 161 0 0,69-167-156 0 0,-242 660 1400 0 0,52 17-267 0 0,189-655-1125 0 0,-14 59 170 0 0,-55 153 0 0 0,76-248-193 0 0,-1 0 0 0 0,0-1-1 0 0,0 1 1 0 0,0-1 0 0 0,-1 0 0 0 0,0 0-1 0 0,-5 6 1 0 0,8-11-13 0 0,1 0 1 0 0,0 1-1 0 0,-1-1 0 0 0,1 1 1 0 0,-1-1-1 0 0,1 1 0 0 0,-1-1 1 0 0,1 0-1 0 0,-1 1 0 0 0,1-1 1 0 0,-1 0-1 0 0,0 0 0 0 0,1 1 1 0 0,-1-1-1 0 0,1 0 0 0 0,-1 0 1 0 0,0 0-1 0 0,1 0 0 0 0,-1 0 1 0 0,0 0-1 0 0,1 0 0 0 0,-1 0 1 0 0,0 0-1 0 0,1 0 0 0 0,-1 0 1 0 0,1 0-1 0 0,-1 0 0 0 0,0-1 1 0 0,1 1-1 0 0,-1 0 0 0 0,1 0 1 0 0,-1-1-1 0 0,1 1 0 0 0,-1 0 1 0 0,1-1-1 0 0,-1 1 0 0 0,0-1 1 0 0,-1-1 19 0 0,1 1 0 0 0,0 0-1 0 0,0-1 1 0 0,0 1 0 0 0,0-1 0 0 0,0 1 0 0 0,0-1 0 0 0,0 0 0 0 0,0-2-1 0 0,0-1-6 0 0,0 0-1 0 0,1 0 1 0 0,-1 0-1 0 0,1 0 0 0 0,1 0 1 0 0,-1 0-1 0 0,1 1 1 0 0,0-1-1 0 0,0 0 0 0 0,0 0 1 0 0,0 1-1 0 0,3-6 1 0 0,4-8 7 0 0,16-27 0 0 0,-19 37-16 0 0,27-44 68 0 0,2 2 1 0 0,48-55-1 0 0,91-85-222 0 0,9-9 54 0 0,-169 184 99 0 0,-2 0-1 0 0,0-1 1 0 0,0 0 0 0 0,-1-1 0 0 0,-1 0-1 0 0,6-18 1 0 0,-12 26-16 0 0,0 1 0 0 0,-1-1 1 0 0,0 0-1 0 0,0 1 0 0 0,-1-1 0 0 0,-1 0 0 0 0,1 0 1 0 0,-1 0-1 0 0,-1 0 0 0 0,1 0 0 0 0,-2 0 0 0 0,1 1 1 0 0,-1-1-1 0 0,-1 0 0 0 0,-3-9 0 0 0,0 4-12 0 0,-2 0-1 0 0,1 1 0 0 0,-1 0 1 0 0,-1 0-1 0 0,-1 1 1 0 0,1 0-1 0 0,-2 1 0 0 0,0 0 1 0 0,0 0-1 0 0,-1 2 0 0 0,-18-13 1 0 0,-10-3-207 0 0,-2 1 0 0 0,-59-24-1 0 0,37 15-5259 0 0,64 32 5370 0 0,0 1 0 0 0,-1 0 0 0 0,1-1 0 0 0,0 1 0 0 0,0 0 1 0 0,0-1-1 0 0,0 1 0 0 0,-1 0 0 0 0,1-1 0 0 0,0 1 0 0 0,0-1 0 0 0,0 1 0 0 0,0 0 0 0 0,0-1 0 0 0,0 1 0 0 0,0-1 0 0 0,0 1 0 0 0,0 0 0 0 0,0-1 0 0 0,0 1 0 0 0,0-1 0 0 0,1 1 0 0 0,-1 0 0 0 0,0-1 0 0 0,0 1 0 0 0,0-1 1 0 0,0 1-1 0 0,1 0 0 0 0,-1-1 0 0 0,0 1 0 0 0,0 0 0 0 0,1 0 0 0 0,-1-1 0 0 0,0 1 0 0 0,0 0 0 0 0,1-1 0 0 0,-1 1 0 0 0,0 0 0 0 0,1 0 0 0 0,-1 0 0 0 0,0-1 0 0 0,1 1 0 0 0,-1 0 0 0 0,1 0 0 0 0,-1 0 0 0 0,0 0 0 0 0,1 0 0 0 0,15-9-3462 0 0,3-1-2482 0 0</inkml:trace>
</inkml:ink>
</file>

<file path=ppt/ink/ink2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9:21.8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132 657 1952 0 0,'-9'5'721'0'0,"0"0"0"0"0,0 0 0 0 0,1 1 0 0 0,0 0 0 0 0,0 1 0 0 0,1 0 0 0 0,0 0 0 0 0,0 1 0 0 0,0-1 0 0 0,1 1 0 0 0,-9 16 0 0 0,11-16-412 0 0,-1 0 1 0 0,1 0 0 0 0,1 0 0 0 0,-1 0-1 0 0,2 1 1 0 0,-1-1 0 0 0,1 1 0 0 0,0 0-1 0 0,1 0 1 0 0,0 0 0 0 0,0 0 0 0 0,1 0-1 0 0,1 13 1 0 0,0-20-235 0 0,-1 0-1 0 0,1 0 1 0 0,0 0-1 0 0,-1 0 1 0 0,1 0-1 0 0,0-1 1 0 0,0 1 0 0 0,0 0-1 0 0,1-1 1 0 0,-1 1-1 0 0,0 0 1 0 0,0-1-1 0 0,1 0 1 0 0,-1 1 0 0 0,1-1-1 0 0,-1 0 1 0 0,1 0-1 0 0,0 1 1 0 0,-1-2-1 0 0,1 1 1 0 0,0 0 0 0 0,0 0-1 0 0,0 0 1 0 0,0-1-1 0 0,0 1 1 0 0,0-1-1 0 0,0 1 1 0 0,0-1 0 0 0,0 0-1 0 0,0 0 1 0 0,0 0-1 0 0,0 0 1 0 0,2-1-1 0 0,8 1 56 0 0,1-1-1 0 0,-1-1 0 0 0,23-6 0 0 0,-32 7-100 0 0,20-7 17 0 0,0 0 1 0 0,-1-1-1 0 0,0-1 1 0 0,-1-1-1 0 0,0-2 1 0 0,0 1-1 0 0,-2-2 1 0 0,0-1-1 0 0,0-1 1 0 0,-2 0-1 0 0,27-31 1 0 0,-13 9-46 0 0,-2-1 0 0 0,-2-1 1 0 0,-2-1-1 0 0,37-80 0 0 0,-43 78-20 0 0,-2-1 0 0 0,-2-1 0 0 0,-2-1 0 0 0,-1 0 0 0 0,-3 0 0 0 0,-2-1 0 0 0,1-56 0 0 0,-8 103 17 0 0,0-1 1 0 0,0 1-1 0 0,-1 0 0 0 0,1-1 0 0 0,-1 1 1 0 0,1-1-1 0 0,0 1 0 0 0,-1 0 0 0 0,1-1 1 0 0,-1 1-1 0 0,1 0 0 0 0,-1-1 0 0 0,1 1 1 0 0,-1 0-1 0 0,1 0 0 0 0,-1-1 0 0 0,1 1 1 0 0,-1 0-1 0 0,1 0 0 0 0,-1 0 0 0 0,1 0 1 0 0,-1 0-1 0 0,1 0 0 0 0,-1 0 0 0 0,0 0 1 0 0,1 0-1 0 0,-1 0 0 0 0,1 0 0 0 0,-1 0 1 0 0,1 0-1 0 0,-1 0 0 0 0,1 1 0 0 0,-2-1 1 0 0,-20 17 8 0 0,1 0 1 0 0,0 2 0 0 0,2 0-1 0 0,0 1 1 0 0,1 1 0 0 0,-25 40 0 0 0,5-1 45 0 0,-44 95 0 0 0,79-149-51 0 0,-22 46 22 0 0,-33 103 0 0 0,53-141-15 0 0,1 1 0 0 0,1 0 0 0 0,1 0 0 0 0,0 0 0 0 0,0 0 0 0 0,2 1 0 0 0,0-1 0 0 0,0 0 0 0 0,2 0-1 0 0,0 0 1 0 0,0 0 0 0 0,8 22 0 0 0,-8-31 5 0 0,1 0 0 0 0,0 0 0 0 0,0-1 0 0 0,0 1-1 0 0,1-1 1 0 0,-1 0 0 0 0,1 0 0 0 0,1 0 0 0 0,-1 0 0 0 0,1-1-1 0 0,-1 0 1 0 0,1 0 0 0 0,11 7 0 0 0,-8-7-126 0 0,0 0 1 0 0,1 0-1 0 0,0-1 1 0 0,0 0-1 0 0,0-1 1 0 0,0 0-1 0 0,0 0 1 0 0,17 0-1 0 0,-7-1-310 0 0,0-2-1 0 0,0 0 0 0 0,0-1 1 0 0,0-1-1 0 0,0-1 0 0 0,-1-1 0 0 0,1 0 1 0 0,29-14-1 0 0,-21 5 76 0 0,-1-2 1 0 0,0 0-1 0 0,-2-2 0 0 0,0 0 1 0 0,-1-2-1 0 0,-1 0 0 0 0,0-2 1 0 0,-2 0-1 0 0,19-27 0 0 0,-5 0 139 0 0,-1-2-1 0 0,-2-1 0 0 0,36-87 0 0 0,-42 78 820 0 0,-3 0-1 0 0,-2-1 0 0 0,-4-2 1 0 0,10-69-1 0 0,-25 131-577 0 0,-1 1 0 0 0,0 0 0 0 0,0-1 0 0 0,0 1 1 0 0,0 0-1 0 0,0 0 0 0 0,0-1 0 0 0,0 1 0 0 0,0 0 0 0 0,-1 0 1 0 0,1-1-1 0 0,-1-1 0 0 0,1 3-27 0 0,0 0 0 0 0,0 0 0 0 0,-1-1 0 0 0,1 1 0 0 0,0 0 0 0 0,0 0 0 0 0,0 0 0 0 0,-1 0 0 0 0,1 0 0 0 0,0-1-1 0 0,0 1 1 0 0,-1 0 0 0 0,1 0 0 0 0,0 0 0 0 0,0 0 0 0 0,-1 0 0 0 0,1 0 0 0 0,0 0 0 0 0,0 0 0 0 0,-1 0 0 0 0,1 0 0 0 0,0 0 0 0 0,0 0 0 0 0,-1 0 0 0 0,1 0 0 0 0,0 0 0 0 0,0 0 0 0 0,-1 0 0 0 0,1 0 0 0 0,0 1 0 0 0,0-1 0 0 0,0 0 0 0 0,-1 0 0 0 0,1 0 0 0 0,0 0-1 0 0,-3 2 12 0 0,1 0 0 0 0,0 0-1 0 0,0 0 1 0 0,0 0 0 0 0,0 0-1 0 0,1 0 1 0 0,-1 0 0 0 0,0 1-1 0 0,-1 3 1 0 0,-28 61 816 0 0,-25 79 1 0 0,-12 76 551 0 0,42-135-1070 0 0,-64 265 735 0 0,86-325-601 0 0,4-25-339 0 0,4-3-89 0 0,0 0 1 0 0,0-1-1 0 0,0 1 1 0 0,0-1-1 0 0,0 0 1 0 0,0 0-1 0 0,-1 0 1 0 0,1-1-1 0 0,-1 1 1 0 0,1-1-1 0 0,-1 0 1 0 0,0 0 0 0 0,5-7-1 0 0,47-52 42 0 0,116-119-39 0 0,-147 159-59 0 0,0 1 1 0 0,2 1-1 0 0,0 2 1 0 0,1 0-1 0 0,48-22 0 0 0,-72 38 30 0 0,1 1 0 0 0,-1 0 0 0 0,0-1 0 0 0,1 1-1 0 0,-1 0 1 0 0,1 1 0 0 0,-1-1 0 0 0,1 1 0 0 0,-1-1 0 0 0,1 1-1 0 0,-1 0 1 0 0,1 0 0 0 0,-1 1 0 0 0,1-1 0 0 0,-1 1-1 0 0,1-1 1 0 0,4 3 0 0 0,-6-2 4 0 0,0 1 0 0 0,0-1 1 0 0,0 1-1 0 0,1 0 0 0 0,-1-1 0 0 0,-1 1 1 0 0,1 0-1 0 0,0 0 0 0 0,0 1 0 0 0,-1-1 0 0 0,1 0 1 0 0,-1 0-1 0 0,0 1 0 0 0,0-1 0 0 0,0 1 0 0 0,0-1 1 0 0,0 1-1 0 0,0 0 0 0 0,-1-1 0 0 0,1 1 1 0 0,-1 5-1 0 0,2 15-4 0 0,-2 37 0 0 0,-1-39 12 0 0,1 0 0 0 0,4 30 0 0 0,-3-43 2 0 0,1 0 1 0 0,0 0-1 0 0,0 0 1 0 0,0-1-1 0 0,7 14 0 0 0,-7-17-3 0 0,0-1 0 0 0,1 0 0 0 0,-1 0 0 0 0,1 0 0 0 0,-1 0 0 0 0,1 0 0 0 0,0 0 0 0 0,0-1 0 0 0,0 0 0 0 0,1 1 0 0 0,-1-1 0 0 0,1 0 0 0 0,-1-1-1 0 0,5 3 1 0 0,1-1 4 0 0,0-1 0 0 0,1 1-1 0 0,0-2 1 0 0,-1 1-1 0 0,1-1 1 0 0,0-1-1 0 0,0 0 1 0 0,-1 0 0 0 0,14-2-1 0 0,-4-1 0 0 0,0-1-1 0 0,-1 0 0 0 0,34-13 1 0 0,-27 6-1 0 0,0-1 0 0 0,-1 0 1 0 0,0-2-1 0 0,-1-1 0 0 0,24-21 0 0 0,-34 26-11 0 0,-1-1 1 0 0,0-1-1 0 0,-1 0 0 0 0,0-1 0 0 0,-1 0 0 0 0,-1-1 0 0 0,0 0 0 0 0,0 0 0 0 0,11-28 0 0 0,-18 37-1 0 0,0 0-1 0 0,-1 1 1 0 0,0-1 0 0 0,1 0 0 0 0,-2 0 0 0 0,1 0 0 0 0,0-1 0 0 0,-1 1-1 0 0,0 0 1 0 0,0 0 0 0 0,-1 0 0 0 0,0 0 0 0 0,-2-10 0 0 0,3 15 3 0 0,-1-1 1 0 0,1 0 0 0 0,-1 0 0 0 0,0 0-1 0 0,1 1 1 0 0,-1-1 0 0 0,0 0-1 0 0,0 1 1 0 0,1-1 0 0 0,-1 0 0 0 0,0 1-1 0 0,0-1 1 0 0,0 1 0 0 0,0 0 0 0 0,0-1-1 0 0,0 1 1 0 0,0 0 0 0 0,0-1-1 0 0,1 1 1 0 0,-1 0 0 0 0,0 0 0 0 0,0 0-1 0 0,0 0 1 0 0,0 0 0 0 0,-2 0-1 0 0,-24 4-6 0 0,19-1 25 0 0,0 0-1 0 0,0 1 1 0 0,0-1 0 0 0,1 2-1 0 0,-1-1 1 0 0,1 1-1 0 0,0 0 1 0 0,0 0 0 0 0,1 1-1 0 0,0 0 1 0 0,0 0 0 0 0,-8 12-1 0 0,4-4 26 0 0,0 0-1 0 0,1 0 0 0 0,1 1 1 0 0,0 1-1 0 0,-7 21 0 0 0,13-31-21 0 0,0 1 0 0 0,1-1 0 0 0,-1 1 0 0 0,1-1-1 0 0,1 1 1 0 0,-1 0 0 0 0,1-1 0 0 0,0 1 0 0 0,1 0-1 0 0,0-1 1 0 0,2 12 0 0 0,-2-15-8 0 0,0 1 1 0 0,0 0-1 0 0,1-1 1 0 0,-1 0-1 0 0,1 1 1 0 0,0-1 0 0 0,0 0-1 0 0,0 0 1 0 0,0 0-1 0 0,1 0 1 0 0,-1 0-1 0 0,1 0 1 0 0,0-1-1 0 0,0 1 1 0 0,0-1-1 0 0,0 0 1 0 0,0 0-1 0 0,0 0 1 0 0,1 0-1 0 0,-1 0 1 0 0,6 1-1 0 0,3 0-135 0 0,-1-1 0 0 0,1 0 0 0 0,0 0 0 0 0,0-1 1 0 0,0-1-1 0 0,0 0 0 0 0,0 0 0 0 0,24-5 0 0 0,-18 1-1520 0 0,29-10 0 0 0,13-12-5099 0 0,-31 9 310 0 0</inkml:trace>
</inkml:ink>
</file>

<file path=ppt/ink/ink2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9:22.0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191 46 3052 0 0,'-191'-8'12278'0'0,"228"1"-11365"0"0,91-2-1608 0 0,67-6-7088 0 0,-133 8 2422 0 0</inkml:trace>
</inkml:ink>
</file>

<file path=ppt/ink/ink2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9:22.5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180 22 1072 0 0,'-10'-21'13671'0'0,"5"27"-13127"0"0,0 0 0 0 0,1 1 0 0 0,0 0 0 0 0,0 0 0 0 0,1 0 0 0 0,-1 0 0 0 0,2 1 0 0 0,-1-1 0 0 0,-2 16 0 0 0,-6 11 404 0 0,-23 51 186 0 0,12-32-792 0 0,3 0-1 0 0,-23 99 1 0 0,41-150-421 0 0,1 1 0 0 0,-1-1 0 0 0,1 1 0 0 0,0 0 0 0 0,0-1 0 0 0,0 1 0 0 0,0 0 0 0 0,0-1 0 0 0,0 1 0 0 0,1-1 0 0 0,-1 1 0 0 0,1-1 0 0 0,0 1 0 0 0,0-1 0 0 0,0 1 0 0 0,0-1 0 0 0,0 1 0 0 0,1-1 0 0 0,-1 0 0 0 0,1 0 0 0 0,-1 0 0 0 0,3 3 0 0 0,-2-4-189 0 0,1 0 0 0 0,-1 1 0 0 0,0-1 0 0 0,1 0 0 0 0,-1 0 0 0 0,0-1 0 0 0,1 1 0 0 0,0 0 0 0 0,-1-1 0 0 0,1 0 0 0 0,-1 1 0 0 0,1-1 0 0 0,-1 0 0 0 0,1 0 0 0 0,0-1 0 0 0,-1 1-1 0 0,1 0 1 0 0,-1-1 0 0 0,1 0 0 0 0,-1 1 0 0 0,1-1 0 0 0,-1 0 0 0 0,4-2 0 0 0,1 0-1071 0 0,0-1-1 0 0,-1 1 1 0 0,1-2 0 0 0,6-4-1 0 0,9-9-4599 0 0</inkml:trace>
</inkml:ink>
</file>

<file path=ppt/ink/ink2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9:22.6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250 43 156 0 0,'-12'-7'1040'0'0,"0"1"0"0"0,0 1-1 0 0,0 0 1 0 0,-1 0 0 0 0,0 1 0 0 0,1 1 0 0 0,-1 0-1 0 0,-14-1 1 0 0,23 4-982 0 0,-1 0 0 0 0,1 0 0 0 0,-1 0 0 0 0,1 0 1 0 0,0 1-1 0 0,-1 0 0 0 0,1-1 0 0 0,-1 2 0 0 0,1-1 0 0 0,0 1 0 0 0,0-1 0 0 0,0 1 0 0 0,0 0 1 0 0,0 0-1 0 0,0 1 0 0 0,1-1 0 0 0,-1 1 0 0 0,1 0 0 0 0,0 0 0 0 0,-1 0 0 0 0,1 0 0 0 0,1 1 0 0 0,-1-1 1 0 0,0 1-1 0 0,1 0 0 0 0,0 0 0 0 0,-3 6 0 0 0,1-2-816 0 0,1 0 0 0 0,0 1 1 0 0,1 0-1 0 0,0 0 0 0 0,0 0 0 0 0,1 0 0 0 0,-1 17 0 0 0,3-7-1916 0 0</inkml:trace>
</inkml:ink>
</file>

<file path=ppt/ink/ink2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9:23.1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0 432 0 0,'0'0'6752'0'0,"3"0"-5383"0"0,-1 0-1136 0 0,0 0 0 0 0,0 1 0 0 0,1-1 0 0 0,-1 1-1 0 0,0-1 1 0 0,0 1 0 0 0,0-1 0 0 0,0 1 0 0 0,0 0-1 0 0,0 0 1 0 0,-1 0 0 0 0,1 0 0 0 0,0 1 0 0 0,0-1-1 0 0,-1 0 1 0 0,1 1 0 0 0,-1-1 0 0 0,1 1-1 0 0,-1-1 1 0 0,1 1 0 0 0,-1 0 0 0 0,0 0 0 0 0,0-1-1 0 0,0 1 1 0 0,1 3 0 0 0,3 4 130 0 0,0 1 1 0 0,-1 0-1 0 0,0 0 0 0 0,-1 0 1 0 0,0 1-1 0 0,-1-1 0 0 0,2 15 1 0 0,-2-6-56 0 0,-1 1 1 0 0,-1 0-1 0 0,-2 21 1 0 0,-1-24-154 0 0,1 0 1 0 0,-2-1-1 0 0,-1 1 0 0 0,0-1 0 0 0,-1 0 1 0 0,0 0-1 0 0,-14 23 0 0 0,18-36-79 0 0,-11 16 172 0 0,12-19-242 0 0,1 1 1 0 0,0-1-1 0 0,-1 0 1 0 0,1 1-1 0 0,-1-1 1 0 0,1 0-1 0 0,-1 1 1 0 0,1-1-1 0 0,-1 0 1 0 0,1 0-1 0 0,-1 1 1 0 0,1-1-1 0 0,-1 0 1 0 0,1 0-1 0 0,-1 0 1 0 0,0 0-1 0 0,1 0 1 0 0,-1 0-1 0 0,1 0 1 0 0,-1 0 0 0 0,1 0-1 0 0,-1 0 1 0 0,0 0-1 0 0,1 0 1 0 0,-1 0-1 0 0,1 0 1 0 0,-1 0-1 0 0,1-1 1 0 0,-1 1-1 0 0,1 0 1 0 0,-1-1-1 0 0,0 1-2 0 0,1-1-1 0 0,-1 0 0 0 0,1 0 0 0 0,-1 1 1 0 0,1-1-1 0 0,0 0 0 0 0,-1 0 1 0 0,1 0-1 0 0,0 0 0 0 0,0 0 0 0 0,0 0 1 0 0,-1 1-1 0 0,1-1 0 0 0,0 0 1 0 0,0 0-1 0 0,0 0 0 0 0,1 0 0 0 0,-1 0 1 0 0,0 0-1 0 0,0-1 0 0 0,4-17 23 0 0,-3 18-23 0 0,4-15 0 0 0,1 0-1 0 0,0 0 0 0 0,1 1 1 0 0,1 0-1 0 0,1 0 0 0 0,19-26 1 0 0,-12 22-18 0 0,1 0 0 0 0,1 0 1 0 0,38-30-1 0 0,-44 40 6 0 0,0 0 0 0 0,0 2 0 0 0,1-1 0 0 0,0 1 0 0 0,0 1 0 0 0,1 0 0 0 0,0 1-1 0 0,0 1 1 0 0,0 0 0 0 0,19-3 0 0 0,-31 7 12 0 0,0 0 1 0 0,1 0-1 0 0,-1 0 0 0 0,0 0 0 0 0,1 1 1 0 0,-1-1-1 0 0,0 1 0 0 0,0-1 0 0 0,0 1 1 0 0,1 0-1 0 0,-1 0 0 0 0,0 0 0 0 0,0 0 1 0 0,0 0-1 0 0,0 0 0 0 0,0 0 0 0 0,0 1 1 0 0,-1-1-1 0 0,1 1 0 0 0,0 0 0 0 0,-1-1 1 0 0,1 1-1 0 0,-1 0 0 0 0,1 0 0 0 0,-1 0 1 0 0,0 0-1 0 0,0 0 0 0 0,0 0 0 0 0,0 0 1 0 0,0 0-1 0 0,-1 0 0 0 0,1 3 0 0 0,2 4 39 0 0,-2-1 0 0 0,1 1 0 0 0,-1 0 0 0 0,-1 0 1 0 0,0 0-1 0 0,-1 14 0 0 0,-18 84 330 0 0,2-20-1436 0 0,13-30-3468 0 0,6-41 1674 0 0</inkml:trace>
</inkml:ink>
</file>

<file path=ppt/ink/ink2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9:25.0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0 415 2316 0 0,'83'-172'14596'0'0,"-83"171"-14523"0"0,0 0 1 0 0,1 0-1 0 0,-1 1 1 0 0,1-1 0 0 0,-1 0-1 0 0,1 1 1 0 0,0-1-1 0 0,-1 0 1 0 0,1 1 0 0 0,0-1-1 0 0,-1 1 1 0 0,1-1-1 0 0,0 1 1 0 0,0-1-1 0 0,-1 1 1 0 0,1-1 0 0 0,0 1-1 0 0,0 0 1 0 0,0-1-1 0 0,0 1 1 0 0,0 0 0 0 0,-1 0-1 0 0,1 0 1 0 0,0 0-1 0 0,0 0 1 0 0,0 0 0 0 0,0 0-1 0 0,0 0 1 0 0,0 0-1 0 0,1 0 1 0 0,0 1-162 0 0,-1-1 121 0 0,-1 0 1 0 0,1 1-1 0 0,0-1 0 0 0,0 1 1 0 0,-1-1-1 0 0,1 1 0 0 0,0 0 1 0 0,-1-1-1 0 0,1 1 0 0 0,-1 0 1 0 0,1-1-1 0 0,-1 1 0 0 0,1 0 1 0 0,-1-1-1 0 0,1 1 0 0 0,-1 0 1 0 0,0 0-1 0 0,1 0 0 0 0,-1 0 0 0 0,0-1 1 0 0,1 3-1 0 0,-1-3 46 0 0,10 26 441 0 0,-1 1 0 0 0,-1-1 0 0 0,8 54-1 0 0,-10-43-333 0 0,15 44 0 0 0,-16-67-135 0 0,0 0 1 0 0,12 21-1 0 0,-16-31-40 0 0,1-1-1 0 0,1 0 1 0 0,-1 0 0 0 0,0 1 0 0 0,1-1 0 0 0,-1 0 0 0 0,1-1-1 0 0,0 1 1 0 0,0 0 0 0 0,0-1 0 0 0,0 0 0 0 0,1 0-1 0 0,-1 0 1 0 0,6 3 0 0 0,-6-5-8 0 0,1 1 1 0 0,-1 0-1 0 0,0-1 1 0 0,1 0-1 0 0,-1 0 1 0 0,0 0-1 0 0,1 0 0 0 0,-1 0 1 0 0,0-1-1 0 0,1 0 1 0 0,-1 1-1 0 0,0-1 0 0 0,0 0 1 0 0,1-1-1 0 0,-1 1 1 0 0,0 0-1 0 0,0-1 1 0 0,-1 0-1 0 0,1 0 0 0 0,0 0 1 0 0,4-4-1 0 0,5-5 3 0 0,-1 0-1 0 0,0-1 1 0 0,11-16-1 0 0,-14 18 2 0 0,55-84 68 0 0,-51 72-126 0 0,1 1 0 0 0,1 1 1 0 0,0 0-1 0 0,2 1 0 0 0,32-30 1 0 0,-46 47 48 0 0,1 1 1 0 0,-1-1-1 0 0,1 1 1 0 0,0-1-1 0 0,-1 1 1 0 0,1 0 0 0 0,0 0-1 0 0,0 0 1 0 0,-1 1-1 0 0,1-1 1 0 0,0 1-1 0 0,0 0 1 0 0,0-1-1 0 0,0 1 1 0 0,0 0 0 0 0,0 1-1 0 0,0-1 1 0 0,-1 0-1 0 0,1 1 1 0 0,4 1-1 0 0,4 2 28 0 0,1 0 0 0 0,-1 1-1 0 0,17 10 1 0 0,-17-9-28 0 0,5 2-53 0 0,0 0-1 0 0,0-1 0 0 0,1-1 0 0 0,0 0 0 0 0,0-2 1 0 0,0 0-1 0 0,1 0 0 0 0,0-2 0 0 0,-1 0 1 0 0,1-1-1 0 0,29-2 0 0 0,-42 0 39 0 0,0 0 0 0 0,0-1 0 0 0,0 1 0 0 0,0-1 0 0 0,0 0 0 0 0,-1 0 0 0 0,1-1 0 0 0,-1 1 0 0 0,1-1 0 0 0,-1 0 0 0 0,0 0 0 0 0,0-1 0 0 0,0 1 0 0 0,-1-1 0 0 0,1 0 0 0 0,4-6 0 0 0,-4 5-1 0 0,-1-1-1 0 0,1 1 0 0 0,-1-1 1 0 0,0 0-1 0 0,-1 0 0 0 0,1 0 1 0 0,-1 0-1 0 0,0 0 0 0 0,-1-1 1 0 0,1 1-1 0 0,-1-1 0 0 0,0-7 1 0 0,-1 12 11 0 0,0 0 1 0 0,0 0 0 0 0,0 1-1 0 0,0-1 1 0 0,0 0 0 0 0,-1 0-1 0 0,1 0 1 0 0,0 1 0 0 0,-1-1-1 0 0,1 0 1 0 0,-1 1 0 0 0,0-1-1 0 0,0 0 1 0 0,0 1-1 0 0,0-1 1 0 0,0 1 0 0 0,0-1-1 0 0,0 1 1 0 0,0 0 0 0 0,0-1-1 0 0,-3-1 1 0 0,2 2 3 0 0,-1 0-1 0 0,1 0 1 0 0,0 0-1 0 0,-1 0 1 0 0,1 1-1 0 0,-1-1 1 0 0,1 1-1 0 0,0 0 1 0 0,-1-1 0 0 0,1 1-1 0 0,-1 0 1 0 0,1 0-1 0 0,-6 1 1 0 0,-2 2 5 0 0,0-1 1 0 0,0 1 0 0 0,0 1-1 0 0,0 0 1 0 0,1 0 0 0 0,-12 7-1 0 0,1 3 0 0 0,0 0-1 0 0,2 2 0 0 0,-1 0 1 0 0,2 1-1 0 0,0 1 1 0 0,1 0-1 0 0,1 1 0 0 0,1 1 1 0 0,0 0-1 0 0,2 1 1 0 0,-17 38-1 0 0,26-53 9 0 0,1 0 0 0 0,0 0 0 0 0,0 0 0 0 0,1 1 1 0 0,-1-1-1 0 0,1 0 0 0 0,1 1 0 0 0,-1-1 0 0 0,1 1 0 0 0,0 0 0 0 0,2 10 0 0 0,-1-14-5 0 0,0 0-1 0 0,0 0 1 0 0,0 0-1 0 0,0 0 1 0 0,1-1-1 0 0,-1 1 1 0 0,1 0-1 0 0,0-1 1 0 0,0 1-1 0 0,0-1 1 0 0,0 0-1 0 0,0 1 0 0 0,0-1 1 0 0,0 0-1 0 0,1 0 1 0 0,-1-1-1 0 0,1 1 1 0 0,0 0-1 0 0,-1-1 1 0 0,1 0-1 0 0,0 1 1 0 0,0-1-1 0 0,0 0 1 0 0,0-1-1 0 0,0 1 0 0 0,5 0 1 0 0,10 2-44 0 0,1-2-1 0 0,0 0 1 0 0,-1-1 0 0 0,1 0 0 0 0,-1-2 0 0 0,21-4-1 0 0,6-4-157 0 0,58-20 0 0 0,-63 16-4 0 0,-1-2 0 0 0,-1-2 0 0 0,-1-1-1 0 0,0-2 1 0 0,-2-2 0 0 0,38-30 0 0 0,-48 32 128 0 0,-1-1 1 0 0,0-1-1 0 0,-2-1 0 0 0,-1 0 0 0 0,-1-2 0 0 0,-1-1 0 0 0,-1 0 0 0 0,22-46 0 0 0,-35 62 78 0 0,0 0 1 0 0,-1-1-1 0 0,-1 1 0 0 0,0-1 1 0 0,0 0-1 0 0,-1 1 0 0 0,1-16 1 0 0,-3 26-8 0 0,0 1 1 0 0,0-1 0 0 0,0 0-1 0 0,0 0 1 0 0,0 0-1 0 0,0 1 1 0 0,0-1 0 0 0,0 0-1 0 0,-1 0 1 0 0,1 1-1 0 0,0-1 1 0 0,0 0 0 0 0,-1 0-1 0 0,1 1 1 0 0,-1-1-1 0 0,1 0 1 0 0,0 1 0 0 0,-1-1-1 0 0,1 0 1 0 0,-1 1-1 0 0,1-1 1 0 0,-1 1 0 0 0,0-1-1 0 0,1 1 1 0 0,-1-1-1 0 0,0 1 1 0 0,1-1 0 0 0,-1 1-1 0 0,0 0 1 0 0,1-1-1 0 0,-1 1 1 0 0,0 0 0 0 0,0 0-1 0 0,1-1 1 0 0,-1 1-1 0 0,0 0 1 0 0,0 0 0 0 0,1 0-1 0 0,-1 0 1 0 0,0 0-1 0 0,0 0 1 0 0,0 0 0 0 0,1 0-1 0 0,-1 1 1 0 0,-1-1-1 0 0,-27 11-1 0 0,20-6 7 0 0,0 1 0 0 0,1 0 1 0 0,0 1-1 0 0,0 0 0 0 0,0 0 0 0 0,1 0 1 0 0,0 1-1 0 0,0 0 0 0 0,-9 17 0 0 0,9-14 5 0 0,1 1-1 0 0,0-1 1 0 0,1 1-1 0 0,0 0 0 0 0,1 1 1 0 0,0-1-1 0 0,-2 20 1 0 0,5-27-5 0 0,0 1 0 0 0,1 0 0 0 0,0 0 0 0 0,0 0 0 0 0,1 0 0 0 0,-1 0 0 0 0,1 0 0 0 0,1 0 0 0 0,-1-1 0 0 0,1 1 0 0 0,0 0 0 0 0,0-1 0 0 0,0 1 0 0 0,6 8 0 0 0,-3-8-52 0 0,0 0-1 0 0,0 0 0 0 0,0-1 0 0 0,0 1 0 0 0,1-1 1 0 0,0-1-1 0 0,0 1 0 0 0,0-1 0 0 0,1 0 1 0 0,9 4-1 0 0,1-1-282 0 0,0-1 0 0 0,1 0 1 0 0,-1-2-1 0 0,1 0 1 0 0,0-1-1 0 0,0 0 0 0 0,0-2 1 0 0,35-1-1 0 0,-25-2 174 0 0,-1-1-1 0 0,1-2 1 0 0,27-8-1 0 0,-53 13 320 0 0,28-6 570 0 0,-27 6-506 0 0,0 4-34 0 0,-2-4-178 0 0,-1 0 0 0 0,0 0 1 0 0,0 1-1 0 0,1-1 0 0 0,-1 0 0 0 0,0 0 1 0 0,0 0-1 0 0,0 0 0 0 0,1 0 1 0 0,-1 1-1 0 0,0-1 0 0 0,0 0 0 0 0,0 0 1 0 0,0 0-1 0 0,1 1 0 0 0,-1-1 0 0 0,0 0 1 0 0,0 0-1 0 0,0 0 0 0 0,0 1 0 0 0,0-1 1 0 0,0 0-1 0 0,0 0 0 0 0,0 1 0 0 0,0-1 1 0 0,0 0-1 0 0,0 0 0 0 0,0 1 0 0 0,0-1 1 0 0,0 0-1 0 0,0 0 0 0 0,0 1 0 0 0,0-1 1 0 0,0 0-1 0 0,0 0 0 0 0,0 1 1 0 0,-5 14 491 0 0,-1 0 1 0 0,-1-1 0 0 0,-14 23 0 0 0,10-18-226 0 0,-11 27 0 0 0,13-31-201 0 0,7-13-66 0 0,0 1 0 0 0,1-1 0 0 0,-1 0 0 0 0,1 1 1 0 0,-1-1-1 0 0,1 1 0 0 0,0-1 0 0 0,0 1 0 0 0,0-1 0 0 0,1 1 0 0 0,-1 0 0 0 0,1 0 1 0 0,-1-1-1 0 0,1 1 0 0 0,0 0 0 0 0,0 5 0 0 0,0-7-12 0 0,0 0 0 0 0,0 0-1 0 0,0 0 1 0 0,0 0 0 0 0,1 0 0 0 0,-1 0 0 0 0,0 0-1 0 0,0 0 1 0 0,1 0 0 0 0,-1 0 0 0 0,1 0 0 0 0,-1 0-1 0 0,1 0 1 0 0,-1-1 0 0 0,1 1 0 0 0,-1 0 0 0 0,1 0-1 0 0,0 0 1 0 0,0-1 0 0 0,-1 1 0 0 0,1 0-1 0 0,0-1 1 0 0,0 1 0 0 0,0-1 0 0 0,0 1 0 0 0,-1-1-1 0 0,1 1 1 0 0,0-1 0 0 0,0 0 0 0 0,0 1 0 0 0,0-1-1 0 0,0 0 1 0 0,0 0 0 0 0,0 0 0 0 0,0 0-1 0 0,1 0 1 0 0,2 1 5 0 0,13-1-182 0 0,0 0 0 0 0,0-2 0 0 0,0 0 0 0 0,0 0 0 0 0,-1-2 1 0 0,1 0-1 0 0,-1-1 0 0 0,0 0 0 0 0,0-2 0 0 0,0 1 0 0 0,22-15 0 0 0,1-3-254 0 0,-1-2 0 0 0,-1-1 0 0 0,38-37 0 0 0,-33 26 368 0 0,-2-3-1 0 0,-2 0 0 0 0,-2-3 0 0 0,61-94 0 0 0,-91 126 268 0 0,1 0-1 0 0,-2 0 1 0 0,1 0 0 0 0,-2-1-1 0 0,0 1 1 0 0,5-24 0 0 0,-9 36-201 0 0,0-1 0 0 0,0 1 1 0 0,0-1-1 0 0,0 1 0 0 0,0-1 0 0 0,0 1 1 0 0,0-1-1 0 0,0 1 0 0 0,-1-1 1 0 0,1 1-1 0 0,0-1 0 0 0,0 1 1 0 0,0 0-1 0 0,0-1 0 0 0,-1 1 1 0 0,1-1-1 0 0,0 1 0 0 0,-1-1 1 0 0,1 1-1 0 0,0 0 0 0 0,0-1 1 0 0,-1 1-1 0 0,1 0 0 0 0,-1-1 1 0 0,1 1-1 0 0,0 0 0 0 0,-1 0 1 0 0,1-1-1 0 0,-1 1 0 0 0,1 0 1 0 0,-1 0-1 0 0,1 0 0 0 0,-1-1 1 0 0,0 1-1 0 0,-1 0 0 0 0,1 0 1 0 0,-1 0-1 0 0,1-1 1 0 0,-1 1-1 0 0,0 1 0 0 0,1-1 1 0 0,-1 0-1 0 0,0 0 1 0 0,1 1-1 0 0,-4 0 1 0 0,-4 3 7 0 0,-1 0 1 0 0,1 1 0 0 0,0 0 0 0 0,0 1 0 0 0,0 0 0 0 0,1 0 0 0 0,0 1 0 0 0,0 0-1 0 0,0 0 1 0 0,1 1 0 0 0,0 0 0 0 0,1 0 0 0 0,0 1 0 0 0,0 0 0 0 0,1 0 0 0 0,0 0-1 0 0,0 1 1 0 0,1 0 0 0 0,1-1 0 0 0,-4 13 0 0 0,7-20-9 0 0,0 1 1 0 0,0-1-1 0 0,1 0 1 0 0,-1 1-1 0 0,0-1 1 0 0,1 0-1 0 0,0 1 0 0 0,-1-1 1 0 0,1 0-1 0 0,0 0 1 0 0,0 0-1 0 0,0 0 1 0 0,1 0-1 0 0,-1 0 0 0 0,0 0 1 0 0,3 2-1 0 0,27 28 44 0 0,-29-30-43 0 0,95 72 17 0 0,-72-56-23 0 0,1 0 0 0 0,-2 2 1 0 0,26 27-1 0 0,-48-45 76 0 0,0 0 0 0 0,0 0-1 0 0,-1 0 1 0 0,1 0-1 0 0,-1 0 1 0 0,1 0 0 0 0,-1 0-1 0 0,0 1 1 0 0,0-1 0 0 0,0 0-1 0 0,0 1 1 0 0,0-1 0 0 0,0 1-1 0 0,-1-1 1 0 0,1 1 0 0 0,-1-1-1 0 0,0 1 1 0 0,0-1-1 0 0,0 1 1 0 0,0 4 0 0 0,-1-4 5 0 0,-1 0 0 0 0,1 0 1 0 0,0-1-1 0 0,-1 1 0 0 0,1 0 0 0 0,-1-1 0 0 0,0 1 1 0 0,0-1-1 0 0,0 0 0 0 0,0 1 0 0 0,0-1 1 0 0,0 0-1 0 0,-1 0 0 0 0,-4 2 0 0 0,-5 4 186 0 0,-2-1 0 0 0,1-1 0 0 0,-1 0 0 0 0,0-1 0 0 0,-23 6 0 0 0,5-4 320 0 0,-1-1 1 0 0,1-2-1 0 0,-42 0 1 0 0,29-9-77 0 0,44 5-506 0 0,1 0-1 0 0,-1 0 1 0 0,0 0-1 0 0,1 0 1 0 0,-1 0-1 0 0,1-1 1 0 0,-1 1-1 0 0,1 0 1 0 0,-1 0-1 0 0,1 0 1 0 0,-1 0-1 0 0,1-1 1 0 0,-1 1-1 0 0,1 0 1 0 0,-1-1-1 0 0,1 1 1 0 0,-1 0-1 0 0,1-1 1 0 0,-1 1-1 0 0,1 0 1 0 0,0-1-1 0 0,-1 1 1 0 0,1-1-1 0 0,0 1 1 0 0,-1-1-1 0 0,1 1 1 0 0,0-1-1 0 0,0 1 0 0 0,-1-1 1 0 0,1 1-1 0 0,0-1 1 0 0,0 1-1 0 0,0-1 1 0 0,0 1-1 0 0,0-1 1 0 0,0 0-1 0 0,0 0 1 0 0,0 0-10 0 0,0 0 0 0 0,0 0 0 0 0,0-1-1 0 0,1 1 1 0 0,-1 0 0 0 0,1 0 0 0 0,-1 0 0 0 0,1 0 0 0 0,-1 0 0 0 0,1 0 0 0 0,0 0-1 0 0,-1 0 1 0 0,1 0 0 0 0,0 0 0 0 0,1-1 0 0 0,31-23-356 0 0,1 2-1 0 0,45-23 1 0 0,79-30-453 0 0,-91 45 566 0 0,29-13-106 0 0,100-51-267 0 0,-160 75 526 0 0,0-1-1 0 0,-2-2 1 0 0,38-34 0 0 0,-65 51 87 0 0,0-1-1 0 0,-1 1 1 0 0,0-1-1 0 0,0 0 0 0 0,-1 0 1 0 0,9-15-1 0 0,-14 21 7 0 0,1 1 0 0 0,-1-1 0 0 0,0 1 0 0 0,1-1 0 0 0,-1 1-1 0 0,0-1 1 0 0,1 1 0 0 0,-1-1 0 0 0,0 0 0 0 0,0 1 0 0 0,0-1-1 0 0,0 1 1 0 0,0-1 0 0 0,0 0 0 0 0,0 1 0 0 0,0-1 0 0 0,0 1 0 0 0,0-1-1 0 0,0 0 1 0 0,0 1 0 0 0,0-1 0 0 0,0 1 0 0 0,0-1 0 0 0,0 0-1 0 0,-1 1 1 0 0,1-1 0 0 0,0 1 0 0 0,-1-1 0 0 0,1 1 0 0 0,0-1 0 0 0,-1 1-1 0 0,1-1 1 0 0,0 1 0 0 0,-1-1 0 0 0,1 1 0 0 0,-1 0 0 0 0,1-1 0 0 0,-1 1-1 0 0,1-1 1 0 0,-1 1 0 0 0,1 0 0 0 0,-1 0 0 0 0,1-1 0 0 0,-1 1-1 0 0,0 0 1 0 0,1 0 0 0 0,-1 0 0 0 0,1 0 0 0 0,-1 0 0 0 0,0-1 0 0 0,1 1-1 0 0,-1 0 1 0 0,0 0 0 0 0,1 1 0 0 0,-1-1 0 0 0,1 0 0 0 0,-1 0-1 0 0,0 0 1 0 0,1 0 0 0 0,-1 0 0 0 0,1 1 0 0 0,-1-1 0 0 0,-7 2-13 0 0,1 0 0 0 0,0 0 0 0 0,-12 5 0 0 0,-4 4 27 0 0,1 1 0 0 0,-1 1 0 0 0,2 1 0 0 0,0 1 1 0 0,1 1-1 0 0,1 1 0 0 0,0 0 0 0 0,1 1 0 0 0,1 1 0 0 0,0 1 0 0 0,-16 27 0 0 0,30-42-3 0 0,0 0-1 0 0,0 0 0 0 0,0 0 0 0 0,1 0 0 0 0,0 1 1 0 0,0-1-1 0 0,0 1 0 0 0,1-1 0 0 0,-1 1 0 0 0,1 0 1 0 0,1-1-1 0 0,-1 1 0 0 0,1 0 0 0 0,0 0 1 0 0,0 0-1 0 0,1-1 0 0 0,0 1 0 0 0,0 0 0 0 0,0-1 1 0 0,1 1-1 0 0,0 0 0 0 0,0-1 0 0 0,0 0 0 0 0,0 1 1 0 0,1-1-1 0 0,0 0 0 0 0,0 0 0 0 0,0-1 1 0 0,1 1-1 0 0,0-1 0 0 0,0 0 0 0 0,0 1 0 0 0,0-2 1 0 0,1 1-1 0 0,-1 0 0 0 0,9 4 0 0 0,4 1-44 0 0,-1-1-1 0 0,1-1 0 0 0,0 0 0 0 0,0-1 0 0 0,34 7 1 0 0,93 8-2641 0 0,-47-17-1098 0 0,-31-6-1595 0 0,-10-3-1869 0 0</inkml:trace>
</inkml:ink>
</file>

<file path=ppt/ink/ink2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9:26.0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202 466 1536 0 0,'-7'-18'14836'0'0,"7"18"-14709"0"0,-14 9 1949 0 0,-17 23-2328 0 0,26-27 937 0 0,2-2-635 0 0,-26 28 474 0 0,-31 43 1 0 0,53-65-484 0 0,1 1 0 0 0,0 1 1 0 0,0-1-1 0 0,1 1 1 0 0,0 0-1 0 0,1 0 0 0 0,0 0 1 0 0,1 0-1 0 0,-3 17 1 0 0,6-24-30 0 0,-1-1 1 0 0,1 0-1 0 0,0 0 1 0 0,0 1-1 0 0,1-1 1 0 0,-1 0-1 0 0,1 0 1 0 0,0 1 0 0 0,-1-1-1 0 0,1 0 1 0 0,1 0-1 0 0,-1 0 1 0 0,0 0-1 0 0,1 0 1 0 0,0 0-1 0 0,-1-1 1 0 0,5 5 0 0 0,-2-2-9 0 0,0-2 0 0 0,0 1 1 0 0,1-1-1 0 0,0 1 0 0 0,-1-1 1 0 0,1 0-1 0 0,0-1 0 0 0,0 1 1 0 0,10 2-1 0 0,-3-1-22 0 0,1-1 0 0 0,0 0 0 0 0,1-1 0 0 0,-1 0 0 0 0,0-1 0 0 0,1-1 0 0 0,-1 0 0 0 0,15-2 1 0 0,-16-1 1 0 0,1 0 0 0 0,-1-1 1 0 0,0 0-1 0 0,0 0 1 0 0,-1-2-1 0 0,1 1 1 0 0,-1-1-1 0 0,0-1 1 0 0,-1 0-1 0 0,1-1 0 0 0,-2 0 1 0 0,1 0-1 0 0,-1-1 1 0 0,0 0-1 0 0,-1-1 1 0 0,0 0-1 0 0,0 0 1 0 0,-1-1-1 0 0,9-19 0 0 0,-8 15 7 0 0,-1-1 0 0 0,-1 1 0 0 0,0-1-1 0 0,-1-1 1 0 0,-1 1 0 0 0,0-1 0 0 0,-1 0-1 0 0,-1 0 1 0 0,-1 0 0 0 0,0 0 0 0 0,-2 0-1 0 0,0 0 1 0 0,0 0 0 0 0,-6-22 0 0 0,6 34 5 0 0,0 1 0 0 0,-1-1 0 0 0,1 1 1 0 0,-1 0-1 0 0,0 0 0 0 0,0-1 0 0 0,0 1 1 0 0,-1 1-1 0 0,0-1 0 0 0,1 0 0 0 0,-1 1 1 0 0,0-1-1 0 0,-1 1 0 0 0,1 0 0 0 0,-7-5 1 0 0,5 5-1 0 0,-1 0-1 0 0,1 1 1 0 0,0 0 0 0 0,0 0 0 0 0,-1 0 0 0 0,1 1-1 0 0,-1 0 1 0 0,0 0 0 0 0,1 0 0 0 0,-1 1 0 0 0,-7 0 0 0 0,-3 1-3 0 0,0 1 1 0 0,0 1 0 0 0,0 0 0 0 0,0 1 0 0 0,1 1 0 0 0,0 0-1 0 0,0 1 1 0 0,-16 9 0 0 0,14-5 7 0 0,0 0 0 0 0,0 1 0 0 0,1 1-1 0 0,-22 19 1 0 0,33-25 2 0 0,-1-1-1 0 0,1 1 1 0 0,0 0-1 0 0,0 1 1 0 0,0-1-1 0 0,1 1 1 0 0,0-1-1 0 0,1 1 1 0 0,-1 1-1 0 0,1-1 1 0 0,1 0-1 0 0,-1 1 1 0 0,1-1-1 0 0,-1 10 1 0 0,3-12-2 0 0,0 0 0 0 0,0 0 0 0 0,1-1 1 0 0,-1 1-1 0 0,1 0 0 0 0,1-1 1 0 0,-1 1-1 0 0,1 0 0 0 0,-1-1 0 0 0,1 1 1 0 0,0-1-1 0 0,1 0 0 0 0,-1 0 1 0 0,1 0-1 0 0,0 0 0 0 0,0 0 1 0 0,0-1-1 0 0,0 1 0 0 0,1-1 0 0 0,-1 0 1 0 0,7 5-1 0 0,3 0 4 0 0,0 1 1 0 0,0-1-1 0 0,1-1 0 0 0,0-1 1 0 0,22 8-1 0 0,3-3-5 0 0,1 0 0 0 0,0-3 0 0 0,1-2 0 0 0,0-1 0 0 0,0-2 0 0 0,46-2 0 0 0,-33-4-21 0 0,-1-3 0 0 0,1-1 0 0 0,-1-3 0 0 0,60-19 0 0 0,-87 20 8 0 0,-1-1 1 0 0,1-1 0 0 0,-2-1-1 0 0,0-1 1 0 0,0-1-1 0 0,-1-1 1 0 0,-1-1 0 0 0,29-27-1 0 0,-27 19 8 0 0,-2 0-1 0 0,0-2 0 0 0,-2 0 1 0 0,-1-2-1 0 0,-1 0 1 0 0,23-49-1 0 0,13-50 24 0 0,-48 109 7 0 0,-1 0 0 0 0,0 0 0 0 0,-1 0 0 0 0,-1 0 0 0 0,1-30 0 0 0,-4 47-24 0 0,0-1 0 0 0,0 0 0 0 0,0 1 0 0 0,0-1 0 0 0,0 0 0 0 0,0 1 0 0 0,0-1 0 0 0,0 1 0 0 0,-1-1 0 0 0,1 0 0 0 0,-1 1 0 0 0,1-1 0 0 0,-1 1 0 0 0,0-1 0 0 0,1 1-1 0 0,-1 0 1 0 0,0-1 0 0 0,0 1 0 0 0,0 0 0 0 0,0-1 0 0 0,0 1 0 0 0,0 0 0 0 0,-1 0 0 0 0,1 0 0 0 0,0 0 0 0 0,0 0 0 0 0,-1 0 0 0 0,-1 0 0 0 0,0 0-3 0 0,1 1 0 0 0,-1 0 0 0 0,0 0 0 0 0,0 0 0 0 0,1 0 0 0 0,-1 0-1 0 0,0 1 1 0 0,0-1 0 0 0,1 1 0 0 0,-1 0 0 0 0,0 0 0 0 0,1 0 0 0 0,-1 0 0 0 0,1 0 0 0 0,-1 0 0 0 0,-4 4 0 0 0,-6 4 4 0 0,0 1-1 0 0,1 0 1 0 0,0 1 0 0 0,0 0 0 0 0,1 1-1 0 0,-16 22 1 0 0,-48 86 43 0 0,2 18 743 0 0,-82 219 0 0 0,-22 158 1087 0 0,11 81-629 0 0,165-590-1236 0 0,-21 85 206 0 0,-36 95 0 0 0,55-176-182 0 0,-1-1 0 0 0,-1 1 0 0 0,1-2 0 0 0,-1 1 1 0 0,-1 0-1 0 0,0-1 0 0 0,0 0 0 0 0,-8 7 1 0 0,12-12-7 0 0,-1-1 0 0 0,0 1 0 0 0,0-1 0 0 0,1 0 0 0 0,-1-1 1 0 0,-1 1-1 0 0,1 0 0 0 0,0-1 0 0 0,0 0 0 0 0,-1 1 1 0 0,1-1-1 0 0,-1-1 0 0 0,1 1 0 0 0,-1 0 0 0 0,1-1 0 0 0,-1 0 1 0 0,1 0-1 0 0,-1 0 0 0 0,1 0 0 0 0,-1 0 0 0 0,1-1 0 0 0,-1 0 1 0 0,1 1-1 0 0,-1-1 0 0 0,1-1 0 0 0,-5-1 0 0 0,1 0 7 0 0,0 0-1 0 0,1-1 0 0 0,-1 1 0 0 0,1-2 1 0 0,-1 1-1 0 0,1-1 0 0 0,1 0 0 0 0,-1 0 1 0 0,1 0-1 0 0,0-1 0 0 0,0 0 0 0 0,0 0 1 0 0,-5-10-1 0 0,5 7-13 0 0,1 0 0 0 0,0 0 0 0 0,1-1 0 0 0,0 0 0 0 0,1 0 0 0 0,0 0-1 0 0,0 0 1 0 0,1 0 0 0 0,0-11 0 0 0,1-3-6 0 0,2 0 0 0 0,1 0 0 0 0,1 0 0 0 0,0 1 0 0 0,2-1 0 0 0,1 1 0 0 0,17-38 0 0 0,-5 23-30 0 0,1 0 0 0 0,2 1 1 0 0,2 1-1 0 0,1 1 0 0 0,1 2 0 0 0,2 0 0 0 0,2 2 0 0 0,43-37 0 0 0,-24 30-349 0 0,0 2 0 0 0,3 1-1 0 0,0 4 1 0 0,2 1-1 0 0,71-27 1 0 0,84-15-4704 0 0,-64 39-6334 0 0,-120 29 5503 0 0</inkml:trace>
</inkml:ink>
</file>

<file path=ppt/ink/ink2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9:26.6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556 181 572 0 0,'11'-56'6219'0'0,"6"-37"2367"0"0,-17 92-8532 0 0,0 0-1 0 0,1-1 1 0 0,-1 1 0 0 0,0 0 0 0 0,0 0 0 0 0,0 0 0 0 0,0 0-1 0 0,0 0 1 0 0,-1 0 0 0 0,1 0 0 0 0,0 0 0 0 0,-1 0-1 0 0,1 0 1 0 0,0 0 0 0 0,-1 0 0 0 0,1 0 0 0 0,-1 0 0 0 0,1 0-1 0 0,-1 0 1 0 0,0 0 0 0 0,1 0 0 0 0,-1 1 0 0 0,0-1 0 0 0,0 0-1 0 0,1 0 1 0 0,-1 1 0 0 0,0-1 0 0 0,0 0 0 0 0,0 1 0 0 0,0-1-1 0 0,0 1 1 0 0,0 0 0 0 0,0-1 0 0 0,0 1 0 0 0,0 0 0 0 0,0-1-1 0 0,0 1 1 0 0,0 0 0 0 0,0 0 0 0 0,-1 0 0 0 0,1 0-1 0 0,0 0 1 0 0,0 0 0 0 0,-2 0 0 0 0,-5 1 15 0 0,0 1 0 0 0,0-1 0 0 0,0 1 0 0 0,-12 5 1 0 0,20-7-61 0 0,-48 19 122 0 0,1 1 0 0 0,0 3 0 0 0,2 2 0 0 0,1 2 0 0 0,1 2 0 0 0,2 2 0 0 0,-54 50 0 0 0,81-68-97 0 0,1 1 0 0 0,1 0 0 0 0,-13 18 0 0 0,21-27-22 0 0,1-1-1 0 0,0 1 1 0 0,1 0-1 0 0,-1 0 1 0 0,1 0-1 0 0,0 1 1 0 0,0-1-1 0 0,0 0 1 0 0,1 1-1 0 0,0-1 1 0 0,0 1-1 0 0,0-1 1 0 0,1 1-1 0 0,0 0 1 0 0,1 6-1 0 0,0-9-3 0 0,0 1 0 0 0,0 0 0 0 0,1-1 0 0 0,0 0 0 0 0,-1 1 0 0 0,1-1 0 0 0,1 0 0 0 0,-1 0 0 0 0,0 0 0 0 0,1 0 0 0 0,0 0 0 0 0,-1 0-1 0 0,1-1 1 0 0,0 1 0 0 0,0-1 0 0 0,1 0 0 0 0,-1 0 0 0 0,0 0 0 0 0,1-1 0 0 0,-1 1 0 0 0,1-1 0 0 0,-1 1 0 0 0,7 0 0 0 0,4 2 9 0 0,-1-1 1 0 0,1-1 0 0 0,-1 0 0 0 0,1-1-1 0 0,18 0 1 0 0,-14-3-4 0 0,-1 1-1 0 0,1-2 0 0 0,-1-1 1 0 0,0 0-1 0 0,0-1 1 0 0,-1-1-1 0 0,1 0 1 0 0,-1-1-1 0 0,-1-1 0 0 0,1 0 1 0 0,17-14-1 0 0,-9 4 2 0 0,-2 0-1 0 0,0-1 0 0 0,-2-1 1 0 0,0-2-1 0 0,-1 0 0 0 0,17-25 1 0 0,-24 29 138 0 0,2-2 280 0 0,32-37 0 0 0,-45 56-401 0 0,-1 5-25 0 0,0 0 1 0 0,-1 1-1 0 0,1-1 0 0 0,-1 0 1 0 0,0 0-1 0 0,-2 5 0 0 0,3-8-5 0 0,-13 39 92 0 0,-21 77 46 0 0,31-102-135 0 0,1 0 0 0 0,1 0 0 0 0,0 0 1 0 0,0-1-1 0 0,2 1 0 0 0,1 17 0 0 0,-1-27-86 0 0,0 0 1 0 0,1 0-1 0 0,-1 0 0 0 0,1 0 0 0 0,0 0 0 0 0,0 0 1 0 0,0 0-1 0 0,1-1 0 0 0,3 6 0 0 0,-4-8-294 0 0,0 1 0 0 0,0-1-1 0 0,0 0 1 0 0,0 0 0 0 0,1 0 0 0 0,-1 0-1 0 0,6 3 1 0 0,-6-4-466 0 0,1 0-1 0 0,0 0 1 0 0,0 0 0 0 0,0 0-1 0 0,0 0 1 0 0,-1-1 0 0 0,1 1-1 0 0,0-1 1 0 0,4 0 0 0 0,24 0-5987 0 0</inkml:trace>
</inkml:ink>
</file>

<file path=ppt/ink/ink2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9:27.1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541 76 1044 0 0,'12'-34'9327'0'0,"-7"18"-6321"0"0,-5 15-2930 0 0,0 0 0 0 0,1 1 0 0 0,-1-1 0 0 0,0 0 0 0 0,0 1 0 0 0,0-1 0 0 0,1 0 0 0 0,-1 1-1 0 0,0-1 1 0 0,0 0 0 0 0,0 0 0 0 0,0 1 0 0 0,0-1 0 0 0,0 0 0 0 0,0 1 0 0 0,-1-1 0 0 0,1 0 0 0 0,0 1 0 0 0,0-1-1 0 0,0 0 1 0 0,-1 1 0 0 0,1-1 0 0 0,0 0 0 0 0,-1 1 0 0 0,1-1 0 0 0,0 0 0 0 0,-1 1 0 0 0,1-1 0 0 0,-1 1 0 0 0,1-1 0 0 0,-1 1-1 0 0,1-1 1 0 0,-1 1 0 0 0,0 0 0 0 0,1-1 0 0 0,-1 1 0 0 0,1 0 0 0 0,-1-1 0 0 0,0 1 0 0 0,1 0 0 0 0,-1 0 0 0 0,-1-1-1 0 0,-27 0 421 0 0,27 2-431 0 0,-38 5 340 0 0,0 2 0 0 0,0 2 0 0 0,-71 27 0 0 0,83-27-288 0 0,21-8-97 0 0,-11 4 32 0 0,0 0 1 0 0,0 2-1 0 0,1 0 1 0 0,0 0-1 0 0,0 2 0 0 0,-22 16 1 0 0,37-24-49 0 0,1-1 0 0 0,0 0 0 0 0,0 0 0 0 0,0 1 0 0 0,0-1 0 0 0,0 1 0 0 0,0-1 0 0 0,0 1 0 0 0,0-1 0 0 0,1 1 0 0 0,-1 0 0 0 0,0-1 0 0 0,1 1 0 0 0,0 0 0 0 0,-1-1 1 0 0,1 1-1 0 0,0 0 0 0 0,0-1 0 0 0,0 1 0 0 0,0 0 0 0 0,0 0 0 0 0,0-1 0 0 0,0 1 0 0 0,1 0 0 0 0,-1 0 0 0 0,1-1 0 0 0,-1 1 0 0 0,1-1 0 0 0,0 1 0 0 0,-1 0 0 0 0,1-1 0 0 0,0 1 0 0 0,0-1 0 0 0,0 0 0 0 0,2 2 1 0 0,4 7 3 0 0,1-1 1 0 0,1-1-1 0 0,-1 0 1 0 0,12 9 0 0 0,-7-7-1 0 0,26 22 6 0 0,-18-15-32 0 0,33 32 0 0 0,-49-43 22 0 0,0-1-1 0 0,-1 1 1 0 0,0 0-1 0 0,0 0 1 0 0,0 0 0 0 0,-1 0-1 0 0,1 1 1 0 0,-1-1 0 0 0,-1 1-1 0 0,0 0 1 0 0,2 9-1 0 0,-3-13 49 0 0,-1 1-1 0 0,1-1 1 0 0,-1 0-1 0 0,0 1 1 0 0,-1-1-1 0 0,1 1 1 0 0,0-1-1 0 0,-1 1 1 0 0,0-1-1 0 0,0 0 0 0 0,0 1 1 0 0,0-1-1 0 0,-1 0 1 0 0,1 0-1 0 0,-3 4 1 0 0,0-2 66 0 0,1-1 0 0 0,-1 1-1 0 0,0-1 1 0 0,0 0 0 0 0,0-1 0 0 0,0 1 0 0 0,-1-1 0 0 0,-8 5-1 0 0,1-1 111 0 0,0-2 0 0 0,-1 0 0 0 0,1 0 0 0 0,-1-1 0 0 0,0 0 0 0 0,-26 2-1 0 0,25-5-133 0 0,1-2-1 0 0,-1 0 1 0 0,0-1 0 0 0,1 0-1 0 0,-1-1 1 0 0,-23-8-1 0 0,35 11-81 0 0,0-1-58 0 0,0 1 1 0 0,0-1 0 0 0,0 0-1 0 0,1 0 1 0 0,-1 1 0 0 0,0-1 0 0 0,0 0-1 0 0,1-1 1 0 0,-1 1 0 0 0,1 0-1 0 0,-1 0 1 0 0,1-1 0 0 0,-1 1 0 0 0,1-1-1 0 0,0 1 1 0 0,0-1 0 0 0,-1 1 0 0 0,1-1-1 0 0,1 0 1 0 0,-1 0 0 0 0,-1-3-1 0 0,2 4-182 0 0,0 0 0 0 0,0 0-1 0 0,0 0 1 0 0,0 0 0 0 0,0 0-1 0 0,1 0 1 0 0,-1 0-1 0 0,0 0 1 0 0,1 0 0 0 0,-1 1-1 0 0,1-1 1 0 0,-1 0 0 0 0,1 0-1 0 0,-1 0 1 0 0,1 0 0 0 0,0 1-1 0 0,-1-1 1 0 0,1 0-1 0 0,0 0 1 0 0,0 1 0 0 0,-1-1-1 0 0,1 1 1 0 0,0-1 0 0 0,2 0-1 0 0,36-9-8202 0 0,-24 7 2282 0 0</inkml:trace>
</inkml:ink>
</file>

<file path=ppt/ink/ink2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9:27.7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562 189 740 0 0,'10'-8'1267'0'0,"1"-2"0"0"0,-1 0 1 0 0,-1 0-1 0 0,0-1 0 0 0,-1 0 0 0 0,0 0 0 0 0,0-1 0 0 0,-1 0 1 0 0,-1 0-1 0 0,0-1 0 0 0,7-21 0 0 0,-13 34-1227 0 0,1-1 0 0 0,-1 0 0 0 0,1 0 0 0 0,-1 0 0 0 0,1 0 0 0 0,-1 0 0 0 0,0 0 0 0 0,0 1 0 0 0,1-1 0 0 0,-1 0 0 0 0,0 0 0 0 0,0 0 0 0 0,0 0 0 0 0,0 0 0 0 0,0 0 0 0 0,0 0-1 0 0,-1 0 1 0 0,1 0 0 0 0,0 0 0 0 0,0 0 0 0 0,-1 0 0 0 0,1 0 0 0 0,0 0 0 0 0,-1 1 0 0 0,1-1 0 0 0,-1 0 0 0 0,1 0 0 0 0,-1 0 0 0 0,1 1 0 0 0,-1-1 0 0 0,0 0 0 0 0,1 1 0 0 0,-1-1 0 0 0,0 0 0 0 0,0 1 0 0 0,0-1 0 0 0,1 1 0 0 0,-1-1 0 0 0,0 1 0 0 0,0-1 0 0 0,0 1 0 0 0,0 0-1 0 0,0 0 1 0 0,0-1 0 0 0,0 1 0 0 0,0 0 0 0 0,0 0 0 0 0,0 0 0 0 0,1 0 0 0 0,-1 0 0 0 0,0 0 0 0 0,0 0 0 0 0,0 0 0 0 0,-2 1 0 0 0,-4 0 16 0 0,0 0 0 0 0,0 0 0 0 0,0 1 0 0 0,0 0 0 0 0,-12 6 0 0 0,-18 10 94 0 0,1 2 0 0 0,-60 45 0 0 0,76-49-106 0 0,0 0 1 0 0,1 2-1 0 0,1 1 1 0 0,0 0 0 0 0,-23 35-1 0 0,38-49-37 0 0,0 0-1 0 0,0-1 0 0 0,1 2 1 0 0,0-1-1 0 0,0 0 1 0 0,0 0-1 0 0,1 1 0 0 0,-1-1 1 0 0,1 1-1 0 0,1-1 1 0 0,-1 1-1 0 0,1 0 1 0 0,0 9-1 0 0,1-13-17 0 0,-1 1 0 0 0,1 0 0 0 0,0 0 0 0 0,-1-1 0 0 0,1 1 1 0 0,1 0-1 0 0,-1-1 0 0 0,0 1 0 0 0,1-1 0 0 0,-1 1 0 0 0,1-1 0 0 0,0 0 0 0 0,0 0 0 0 0,0 1 0 0 0,0-1 0 0 0,0-1 0 0 0,0 1 1 0 0,0 0-1 0 0,1 0 0 0 0,-1-1 0 0 0,1 0 0 0 0,-1 1 0 0 0,1-1 0 0 0,-1 0 0 0 0,1 0 0 0 0,0 0 0 0 0,0-1 0 0 0,5 2 0 0 0,-2-1-54 0 0,0-1-1 0 0,1 1 1 0 0,-1-1-1 0 0,0 0 0 0 0,0 0 1 0 0,1-1-1 0 0,-1 0 1 0 0,0 0-1 0 0,0-1 0 0 0,12-4 1 0 0,-8 2 17 0 0,0-1-1 0 0,-1 0 1 0 0,1-1 0 0 0,-1 0-1 0 0,14-12 1 0 0,0-4 0 0 0,-1-1 1 0 0,-1-1-1 0 0,23-35 1 0 0,51-90 2666 0 0,-90 144-1705 0 0,-4 8-212 0 0,-6 18 239 0 0,-14 29 300 0 0,-106 233 3034 0 0,-82 129-2008 0 0,81-165-1733 0 0,-62 180-1749 0 0,177-391-977 0 0,11-34 1682 0 0,0 0-1 0 0,0-1 1 0 0,0 1 0 0 0,0 0 0 0 0,0 0 0 0 0,0-1 0 0 0,1 1 0 0 0,-1 0 0 0 0,1-1 0 0 0,-1 1-1 0 0,2 1 1 0 0</inkml:trace>
</inkml:ink>
</file>

<file path=ppt/ink/ink2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9:28.1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1 202 1348 0 0,'82'-184'11979'0'0,"-82"184"-11938"0"0,0-1-1 0 0,0 1 1 0 0,1-1 0 0 0,-1 0-1 0 0,0 1 1 0 0,0-1-1 0 0,0 1 1 0 0,1-1 0 0 0,-1 1-1 0 0,0-1 1 0 0,1 1-1 0 0,-1-1 1 0 0,0 1 0 0 0,1-1-1 0 0,-1 1 1 0 0,1 0-1 0 0,-1-1 1 0 0,1 1 0 0 0,-1 0-1 0 0,0-1 1 0 0,1 1 0 0 0,0 0-1 0 0,-1-1 1 0 0,1 1-1 0 0,7 8 1350 0 0,-8-7-1324 0 0,0 1-1 0 0,1 0 1 0 0,-1 0-1 0 0,0 0 1 0 0,0-1-1 0 0,0 1 1 0 0,-1 0-1 0 0,1 0 1 0 0,0 0-1 0 0,-1-1 1 0 0,1 1-1 0 0,-1 0 1 0 0,1-1-1 0 0,-3 4 1 0 0,1 1 171 0 0,-27 74 971 0 0,19-55-1048 0 0,0 1-1 0 0,2 0 1 0 0,1 0 0 0 0,-7 50 0 0 0,13-73-152 0 0,1 0-1 0 0,0-1 1 0 0,0 1-1 0 0,0 0 1 0 0,1 0-1 0 0,-1 0 1 0 0,0-1-1 0 0,1 1 1 0 0,0 0-1 0 0,0-1 1 0 0,0 1-1 0 0,0 0 1 0 0,0-1-1 0 0,0 1 1 0 0,1-1 0 0 0,-1 0-1 0 0,1 1 1 0 0,0-1-1 0 0,-1 0 1 0 0,1 0-1 0 0,4 4 1 0 0,-2-4-6 0 0,0 0 0 0 0,0 0 1 0 0,0 0-1 0 0,0-1 0 0 0,0 1 1 0 0,0-1-1 0 0,0 0 1 0 0,0 0-1 0 0,0 0 0 0 0,1-1 1 0 0,-1 0-1 0 0,0 1 0 0 0,8-2 1 0 0,-1 0-25 0 0,1-1 0 0 0,-1-1-1 0 0,1 0 1 0 0,-1 0 0 0 0,0-1 0 0 0,0 0 0 0 0,-1-1 0 0 0,1 0 0 0 0,-1-1 0 0 0,0 0-1 0 0,11-10 1 0 0,10-9-56 0 0,53-55 0 0 0,80-122 217 0 0,-158 193-81 0 0,4 0-40 0 0,-8 16 36 0 0,-11 19 14 0 0,-14 23-127 0 0,8-22-151 0 0,2 2 0 0 0,0-1 0 0 0,2 2-1 0 0,2-1 1 0 0,-8 39 0 0 0,15-23-3384 0 0,6-16-2378 0 0,1-15 189 0 0</inkml:trace>
</inkml:ink>
</file>

<file path=ppt/ink/ink2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9:28.6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270 212 536 0 0,'12'-15'1519'0'0,"-1"0"1"0"0,-1 0-1 0 0,0-1 0 0 0,-1-1 0 0 0,-1 1 1 0 0,0-1-1 0 0,-1-1 0 0 0,5-22 0 0 0,-11 38-1429 0 0,-1 0-1 0 0,1 1 0 0 0,-1-1 0 0 0,0 0 1 0 0,0 0-1 0 0,1 1 0 0 0,-1-1 0 0 0,0 0 1 0 0,-1 0-1 0 0,1 1 0 0 0,0-1 0 0 0,0 0 1 0 0,-1 1-1 0 0,1-1 0 0 0,-1 0 0 0 0,1 1 1 0 0,-1-1-1 0 0,-1-2 0 0 0,0 3-63 0 0,0 0 0 0 0,1 0 0 0 0,-1 0 0 0 0,1 0 0 0 0,-1 1 1 0 0,0-1-1 0 0,0 1 0 0 0,0-1 0 0 0,1 1 0 0 0,-1 0 0 0 0,0-1 0 0 0,0 1 0 0 0,0 0 0 0 0,1 0 0 0 0,-1 1 0 0 0,0-1 0 0 0,0 0 0 0 0,-2 1 0 0 0,-8 1 32 0 0,0 1 1 0 0,0 0-1 0 0,1 1 0 0 0,-1 0 0 0 0,1 0 0 0 0,-14 9 1 0 0,-60 40 164 0 0,71-42-184 0 0,-1 0 1 0 0,1 1-1 0 0,1 1 1 0 0,0 0-1 0 0,1 1 1 0 0,1 0-1 0 0,0 1 1 0 0,0 0-1 0 0,-10 22 1 0 0,21-36-34 0 0,-1 1 0 0 0,1-1 0 0 0,0 0 0 0 0,-1 0 1 0 0,1 1-1 0 0,0-1 0 0 0,0 0 0 0 0,0 1 0 0 0,0-1 1 0 0,0 0-1 0 0,0 1 0 0 0,0-1 0 0 0,1 0 0 0 0,-1 0 0 0 0,0 1 1 0 0,1-1-1 0 0,-1 0 0 0 0,1 0 0 0 0,-1 0 0 0 0,1 0 1 0 0,0 1-1 0 0,-1-1 0 0 0,1 0 0 0 0,0 0 0 0 0,0 0 1 0 0,0 0-1 0 0,0-1 0 0 0,1 2 0 0 0,0 0 1 0 0,0 0 0 0 0,0-1 0 0 0,0 1-1 0 0,0-1 1 0 0,0 0 0 0 0,0 0 0 0 0,0 1-1 0 0,1-1 1 0 0,-1-1 0 0 0,0 1 0 0 0,1 0 0 0 0,-1-1-1 0 0,1 1 1 0 0,2 0 0 0 0,6-2-12 0 0,0 0 1 0 0,0-1-1 0 0,-1 0 1 0 0,1-1-1 0 0,0 0 1 0 0,-1 0-1 0 0,0-1 0 0 0,1-1 1 0 0,-2 0-1 0 0,17-10 1 0 0,9-9-22 0 0,47-42 0 0 0,-51 40 13 0 0,113-101-71 0 0,-142 125 67 0 0,-1 2 16 0 0,-1 0 0 0 0,1 0 1 0 0,-1-1-1 0 0,1 1 0 0 0,0 0 1 0 0,-1 0-1 0 0,1 1 0 0 0,-1-1 0 0 0,1 0 1 0 0,-1 0-1 0 0,1 0 0 0 0,0 0 0 0 0,-1 0 1 0 0,1 1-1 0 0,-1-1 0 0 0,1 0 0 0 0,-1 0 1 0 0,1 1-1 0 0,-1-1 0 0 0,1 0 0 0 0,-1 1 1 0 0,1-1-1 0 0,-1 1 0 0 0,1-1 0 0 0,-1 0 1 0 0,0 1-1 0 0,1-1 0 0 0,-1 1 1 0 0,0-1-1 0 0,1 1 0 0 0,-1-1 0 0 0,0 1 1 0 0,0 0-1 0 0,0-1 0 0 0,1 1 0 0 0,-1-1 1 0 0,0 1-1 0 0,0-1 0 0 0,0 1 0 0 0,0 0 1 0 0,0-1-1 0 0,0 1 0 0 0,0-1 0 0 0,0 1 1 0 0,0 0-1 0 0,0-1 0 0 0,0 1 0 0 0,-1-1 1 0 0,1 1-1 0 0,0 0 0 0 0,-1 8 4 0 0,1 2 12 0 0,-2 0 1 0 0,0 0-1 0 0,0 0 0 0 0,-1 0 0 0 0,-6 15 0 0 0,-4 17 39 0 0,5-11-212 0 0,-7 32-99 0 0,14-32-2457 0 0,6-3-3415 0 0</inkml:trace>
</inkml:ink>
</file>

<file path=ppt/ink/ink2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9:29.2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0 220 408 0 0,'72'-93'10040'0'0,"-71"92"-9992"0"0,-1 0 1 0 0,1 0-1 0 0,0 0 0 0 0,0 0 0 0 0,-1 0 0 0 0,1 0 0 0 0,0 1 1 0 0,0-1-1 0 0,0 0 0 0 0,0 0 0 0 0,0 1 0 0 0,1-1 1 0 0,-1 1-1 0 0,0-1 0 0 0,0 1 0 0 0,0-1 0 0 0,0 1 0 0 0,1 0 1 0 0,-1-1-1 0 0,0 1 0 0 0,0 0 0 0 0,1 0 0 0 0,-1 0 0 0 0,0 0 1 0 0,0 0-1 0 0,1 0 0 0 0,-1 0 0 0 0,0 1 0 0 0,0-1 0 0 0,1 0 1 0 0,-1 1-1 0 0,0-1 0 0 0,0 1 0 0 0,0-1 0 0 0,0 1 0 0 0,0-1 1 0 0,0 1-1 0 0,0 0 0 0 0,0 0 0 0 0,0 0 0 0 0,0-1 0 0 0,0 1 1 0 0,0 0-1 0 0,0 0 0 0 0,-1 0 0 0 0,2 2 0 0 0,3 3 110 0 0,-1 0-1 0 0,-1 0 1 0 0,1 0-1 0 0,-1 0 1 0 0,0 1-1 0 0,3 10 1 0 0,-3-4 68 0 0,0 0 1 0 0,-1 0 0 0 0,-1 1-1 0 0,0-1 1 0 0,-1 1 0 0 0,-1-1-1 0 0,0 1 1 0 0,0-1 0 0 0,-2 0-1 0 0,0 1 1 0 0,0-1 0 0 0,-1 0 0 0 0,-6 13-1 0 0,-9-6 896 0 0,19-21-1107 0 0,-1 0-1 0 0,1 1 0 0 0,-1-1 1 0 0,1 0-1 0 0,0 0 0 0 0,-1 0 1 0 0,1 0-1 0 0,0 1 1 0 0,-1-1-1 0 0,1 0 0 0 0,0 0 1 0 0,0 0-1 0 0,0 0 0 0 0,0-1 1 0 0,3-7-8 0 0,1 0 1 0 0,1 0 0 0 0,-1 1-1 0 0,1 0 1 0 0,1 0 0 0 0,0 0-1 0 0,0 1 1 0 0,0-1 0 0 0,1 1-1 0 0,0 1 1 0 0,0 0 0 0 0,1 0-1 0 0,0 0 1 0 0,0 1 0 0 0,0 0-1 0 0,14-6 1 0 0,1 2-14 0 0,-1 1 0 0 0,1 2 1 0 0,1 0-1 0 0,-1 1 0 0 0,41-2 0 0 0,28 0-27 0 0,-39 5 48 0 0,0-3 1 0 0,78-18-1 0 0,-115 19-2 0 0,0 0 0 0 0,0-2-1 0 0,-1 0 1 0 0,0-1-1 0 0,0 0 1 0 0,-1-1-1 0 0,0-1 1 0 0,0 0-1 0 0,-1-1 1 0 0,0-1 0 0 0,-1 0-1 0 0,15-17 1 0 0,-23 24 18 0 0,0 0-1 0 0,-1-1 1 0 0,0 1 0 0 0,1-1 0 0 0,-1 0 0 0 0,-1 0-1 0 0,1 0 1 0 0,-1 0 0 0 0,2-7 0 0 0,-4 11-29 0 0,0 1-1 0 0,0 0 1 0 0,0-1 0 0 0,0 1 0 0 0,0-1-1 0 0,-1 1 1 0 0,1 0 0 0 0,0-1 0 0 0,0 1-1 0 0,0 0 1 0 0,-1-1 0 0 0,1 1 0 0 0,0 0 0 0 0,-1-1-1 0 0,1 1 1 0 0,0 0 0 0 0,0 0 0 0 0,-1-1-1 0 0,1 1 1 0 0,-1 0 0 0 0,1 0 0 0 0,0-1-1 0 0,-1 1 1 0 0,1 0 0 0 0,0 0 0 0 0,-1 0 0 0 0,1 0-1 0 0,-1 0 1 0 0,1 0 0 0 0,-1 0 0 0 0,1 0-1 0 0,0 0 1 0 0,-1 0 0 0 0,1 0 0 0 0,-1 0-1 0 0,1 0 1 0 0,0 0 0 0 0,-1 0 0 0 0,1 0 0 0 0,-1 0-1 0 0,1 0 1 0 0,-1 1 0 0 0,-16 2 23 0 0,17-3-24 0 0,-16 4 52 0 0,0 1 1 0 0,1 1-1 0 0,-1 0 0 0 0,1 1 1 0 0,-20 14-1 0 0,10-5 66 0 0,1 1-1 0 0,-24 23 1 0 0,38-31-80 0 0,1 0 0 0 0,-1 1 0 0 0,2 0 1 0 0,-1 0-1 0 0,1 1 0 0 0,1 0 0 0 0,-12 24 0 0 0,17-32-25 0 0,1 1 0 0 0,0 0 0 0 0,0 0 0 0 0,0 0-1 0 0,0 0 1 0 0,0 0 0 0 0,1 0 0 0 0,0 0 0 0 0,0 0-1 0 0,0 0 1 0 0,0 0 0 0 0,1 1 0 0 0,0-1 0 0 0,-1 0-1 0 0,1-1 1 0 0,1 1 0 0 0,-1 0 0 0 0,1 0 0 0 0,-1 0-1 0 0,1-1 1 0 0,0 1 0 0 0,0-1 0 0 0,1 1 0 0 0,-1-1-1 0 0,1 0 1 0 0,-1 0 0 0 0,1 0 0 0 0,0 0 0 0 0,0-1-1 0 0,4 3 1 0 0,10 8-150 0 0,0-2 0 0 0,1 0-1 0 0,1-1 1 0 0,0-1 0 0 0,39 13-1 0 0,106 21-6167 0 0,-114-34 1888 0 0,2-4-2067 0 0</inkml:trace>
</inkml:ink>
</file>

<file path=ppt/ink/ink2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9:30.8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82 182 772 0 0,'-3'-12'5048'0'0,"2"8"-4711"0"0,2-1 1 0 0,-1 1 0 0 0,1-1-1 0 0,-1 1 1 0 0,1-1 0 0 0,0 1-1 0 0,1 0 1 0 0,-1-1-1 0 0,1 1 1 0 0,0 0 0 0 0,0 0-1 0 0,0 0 1 0 0,0 0-1 0 0,1 1 1 0 0,3-5 0 0 0,-5 7-324 0 0,0 0 1 0 0,1 0 0 0 0,-1 0 0 0 0,0 1-1 0 0,1-1 1 0 0,-1 1 0 0 0,1-1 0 0 0,-1 1 0 0 0,1-1-1 0 0,-1 1 1 0 0,1-1 0 0 0,-1 1 0 0 0,1 0-1 0 0,-1 0 1 0 0,1 0 0 0 0,-1 0 0 0 0,1 0-1 0 0,-1 0 1 0 0,1 1 0 0 0,0-1 0 0 0,-1 0-1 0 0,0 1 1 0 0,1-1 0 0 0,-1 1 0 0 0,1 0-1 0 0,-1-1 1 0 0,0 1 0 0 0,1 0 0 0 0,1 1-1 0 0,0 2 15 0 0,-1 0-1 0 0,1-1 0 0 0,-1 1 0 0 0,0 0 0 0 0,1 1 0 0 0,-2-1 0 0 0,1 0 1 0 0,-1 0-1 0 0,1 1 0 0 0,-1-1 0 0 0,0 1 0 0 0,-1-1 0 0 0,1 1 0 0 0,-1 0 0 0 0,0-1 1 0 0,0 1-1 0 0,-1 6 0 0 0,-1 7 57 0 0,-1 0 1 0 0,-1 0-1 0 0,-6 17 0 0 0,5-18-41 0 0,-2 1 0 0 0,0-1 0 0 0,-1-1 0 0 0,0 1 0 0 0,-1-1-1 0 0,-1-1 1 0 0,-1 0 0 0 0,0 0 0 0 0,-1-1 0 0 0,-24 22 0 0 0,34-34 12 0 0,-2-3-38 0 0,-10-2-6 0 0,13 2-11 0 0,1 1 1 0 0,-1-1 0 0 0,0 1-1 0 0,1-1 1 0 0,-1 0 0 0 0,1 1-1 0 0,-1-1 1 0 0,1 1 0 0 0,-1-1-1 0 0,1 0 1 0 0,0 0 0 0 0,-1 1-1 0 0,1-1 1 0 0,0 0 0 0 0,0 0-1 0 0,-1 1 1 0 0,1-1 0 0 0,0 0-1 0 0,0 0 1 0 0,0 1 0 0 0,0-1-1 0 0,0 0 1 0 0,0 0 0 0 0,0 0-1 0 0,0 1 1 0 0,0-1 0 0 0,0 0 0 0 0,1-1-1 0 0,5-27 7 0 0,-5 24-9 0 0,6-18-14 0 0,1 1 1 0 0,1-1 0 0 0,1 2-1 0 0,1-1 1 0 0,0 1 0 0 0,2 1-1 0 0,0 0 1 0 0,29-32 0 0 0,-37 47 5 0 0,0-1 1 0 0,1 1 0 0 0,-1 0 0 0 0,1 0 0 0 0,0 1 0 0 0,1 0 0 0 0,-1 0 0 0 0,1 0-1 0 0,-1 1 1 0 0,1 0 0 0 0,0 1 0 0 0,8-3 0 0 0,-11 4 7 0 0,0 1 0 0 0,-1-1-1 0 0,1 1 1 0 0,0 0 0 0 0,0 0 0 0 0,0 0-1 0 0,0 0 1 0 0,-1 1 0 0 0,1-1 0 0 0,0 1 0 0 0,-1 0-1 0 0,1 1 1 0 0,0-1 0 0 0,-1 0 0 0 0,1 1-1 0 0,-1 0 1 0 0,0 0 0 0 0,1 0 0 0 0,-1 0 0 0 0,0 0-1 0 0,0 1 1 0 0,-1 0 0 0 0,1-1 0 0 0,0 1-1 0 0,2 5 1 0 0,1-1 8 0 0,-1 1 1 0 0,0 0-1 0 0,-1 0 0 0 0,0 0 0 0 0,0 0 1 0 0,-1 1-1 0 0,0 0 0 0 0,-1-1 0 0 0,1 1 0 0 0,-2 0 1 0 0,1 0-1 0 0,-1 17 0 0 0,-1-14 23 0 0,0 1 0 0 0,-2-1-1 0 0,0 0 1 0 0,0 0 0 0 0,-1 0 0 0 0,0 0 0 0 0,-1-1-1 0 0,-10 22 1 0 0,6-24 2 0 0,1-13 22 0 0,7 3-51 0 0,-1 0 0 0 0,0 0 0 0 0,1 0 0 0 0,-1 0 0 0 0,1-1 0 0 0,0 1 0 0 0,-1 0 0 0 0,1 0 0 0 0,0-1 0 0 0,-1 1-1 0 0,1 0 1 0 0,0-3 0 0 0,4-14-15 0 0,0 0-1 0 0,1 0 0 0 0,1 0 1 0 0,1 0-1 0 0,17-32 1 0 0,-8 21-19 0 0,2 2 0 0 0,33-41 0 0 0,-34 49-6 0 0,0 0 0 0 0,37-29 0 0 0,-43 40 21 0 0,-1 1 0 0 0,1 0 0 0 0,1 0 0 0 0,-1 1 1 0 0,1 0-1 0 0,0 1 0 0 0,16-5 0 0 0,-24 10 14 0 0,-1-1 0 0 0,1 0 0 0 0,-1 1 0 0 0,1 0 0 0 0,-1 0 0 0 0,1 0 0 0 0,0 0 0 0 0,-1 1 0 0 0,1-1-1 0 0,-1 1 1 0 0,1 0 0 0 0,-1 0 0 0 0,1 0 0 0 0,-1 1 0 0 0,0-1 0 0 0,0 1 0 0 0,0 0 0 0 0,0 0 0 0 0,0 0 0 0 0,0 0 0 0 0,0 0 0 0 0,0 1 0 0 0,-1-1-1 0 0,1 1 1 0 0,-1 0 0 0 0,0-1 0 0 0,3 5 0 0 0,-3-1 25 0 0,0-1-1 0 0,-1 0 1 0 0,0 0 0 0 0,0 1-1 0 0,0-1 1 0 0,0 1-1 0 0,-1-1 1 0 0,0 0-1 0 0,0 1 1 0 0,-1-1 0 0 0,1 1-1 0 0,-2 5 1 0 0,-3 10 72 0 0,-14 36 0 0 0,4-15-15 0 0,12-32-85 0 0,1-3-82 0 0,-1 1 0 0 0,2-1 0 0 0,-1 1 0 0 0,1 0 0 0 0,-1 9 0 0 0,2-15-163 0 0,0 0 0 0 0,1 0 0 0 0,-1 0 0 0 0,0 0 0 0 0,1 0 1 0 0,-1 0-1 0 0,1 0 0 0 0,-1-1 0 0 0,1 1 0 0 0,0 0 0 0 0,0 0 1 0 0,0-1-1 0 0,0 1 0 0 0,0 0 0 0 0,0-1 0 0 0,1 1 0 0 0,-1-1 0 0 0,0 1 1 0 0,1-1-1 0 0,-1 0 0 0 0,1 0 0 0 0,-1 0 0 0 0,1 1 0 0 0,0-2 1 0 0,-1 1-1 0 0,4 1 0 0 0,8 4-3528 0 0</inkml:trace>
</inkml:ink>
</file>

<file path=ppt/ink/ink2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9:31.2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344 184 268 0 0,'9'-10'1209'0'0,"0"0"0"0"0,-1-1 0 0 0,0 0-1 0 0,-1 0 1 0 0,0-1 0 0 0,-1 0 0 0 0,0 0 0 0 0,-1-1 0 0 0,7-23-1 0 0,-11 34-1079 0 0,-1 0-1 0 0,0 0 1 0 0,1 0-1 0 0,-1 0 1 0 0,0 0-1 0 0,0 0 0 0 0,0 0 1 0 0,0 0-1 0 0,0 0 1 0 0,-1 0-1 0 0,1 0 0 0 0,-1 0 1 0 0,1 0-1 0 0,-1 0 1 0 0,0 0-1 0 0,-1-3 0 0 0,2 5-109 0 0,-1-1 0 0 0,0 0 0 0 0,0 0 0 0 0,0 1-1 0 0,0-1 1 0 0,1 1 0 0 0,-1-1 0 0 0,0 1-1 0 0,0-1 1 0 0,0 1 0 0 0,0-1 0 0 0,0 1-1 0 0,0 0 1 0 0,0-1 0 0 0,0 1 0 0 0,-1 0-1 0 0,1 0 1 0 0,0 0 0 0 0,0 0 0 0 0,0 0 0 0 0,0 0-1 0 0,0 0 1 0 0,0 0 0 0 0,0 1 0 0 0,0-1-1 0 0,0 0 1 0 0,0 1 0 0 0,0-1 0 0 0,0 0-1 0 0,0 1 1 0 0,0-1 0 0 0,-1 2 0 0 0,-24 13 72 0 0,0 1 0 0 0,1 1 0 0 0,1 1 0 0 0,-34 34 0 0 0,25-23-40 0 0,-6 5 31 0 0,2 3 0 0 0,-51 61-1 0 0,85-94-69 0 0,0-1 0 0 0,1 1 0 0 0,-1-1 0 0 0,1 1 0 0 0,0 0 0 0 0,-1 0 0 0 0,2 0 0 0 0,-1 0 0 0 0,0 1 0 0 0,1-1 0 0 0,0 0 0 0 0,0 1 0 0 0,0-1 0 0 0,1 1 0 0 0,-1-1 0 0 0,1 1 0 0 0,0 5-1 0 0,1-9-8 0 0,-1 0 0 0 0,1 0 0 0 0,0 0 0 0 0,-1 0-1 0 0,1 0 1 0 0,0-1 0 0 0,-1 1 0 0 0,1 0-1 0 0,0 0 1 0 0,0-1 0 0 0,0 1 0 0 0,-1-1 0 0 0,1 1-1 0 0,0-1 1 0 0,0 1 0 0 0,0-1 0 0 0,0 1 0 0 0,0-1-1 0 0,0 0 1 0 0,0 0 0 0 0,2 1 0 0 0,13 1-15 0 0,-11-1 13 0 0,0-1-1 0 0,0 0 1 0 0,1 0 0 0 0,-1-1 0 0 0,0 1-1 0 0,0-1 1 0 0,0 0 0 0 0,1 0 0 0 0,6-3-1 0 0,41-21-47 0 0,-48 22 39 0 0,14-7-17 0 0,-1-2 0 0 0,-1 0 0 0 0,0 0 1 0 0,23-23-1 0 0,54-67-69 0 0,-18 19-56 0 0,-74 81 126 0 0,-1 2 22 0 0,-1 0 0 0 0,1 0-1 0 0,-1 0 1 0 0,1 0 0 0 0,-1 0 0 0 0,1 0 0 0 0,0 0 0 0 0,-1 0 0 0 0,1 1 0 0 0,-1-1 0 0 0,1 0-1 0 0,-1 0 1 0 0,1 1 0 0 0,-1-1 0 0 0,1 0 0 0 0,-1 1 0 0 0,0-1 0 0 0,1 0 0 0 0,-1 1 0 0 0,1-1-1 0 0,-1 1 1 0 0,0-1 0 0 0,1 1 0 0 0,0 4 4 0 0,-1 0 0 0 0,0-1-1 0 0,0 1 1 0 0,0 0 0 0 0,0-1 0 0 0,-1 1-1 0 0,0 0 1 0 0,0-1 0 0 0,0 1 0 0 0,0 0-1 0 0,-3 4 1 0 0,-1 6 12 0 0,-7 26 28 0 0,7-27-27 0 0,1 0-1 0 0,0 1 1 0 0,1-1-1 0 0,1 1 1 0 0,0-1-1 0 0,1 19 1 0 0,1-30-73 0 0,1-1-1 0 0,0 1 1 0 0,-1 0 0 0 0,1 0 0 0 0,0-1 0 0 0,0 1 0 0 0,1-1-1 0 0,-1 1 1 0 0,1-1 0 0 0,-1 1 0 0 0,1-1 0 0 0,0 0 0 0 0,0 0-1 0 0,0 0 1 0 0,0 0 0 0 0,0 0 0 0 0,0 0 0 0 0,0-1-1 0 0,1 1 1 0 0,-1-1 0 0 0,1 1 0 0 0,-1-1 0 0 0,1 0 0 0 0,0 0-1 0 0,-1 0 1 0 0,1 0 0 0 0,0-1 0 0 0,-1 1 0 0 0,6 0 0 0 0,0 0-566 0 0,1 0 0 0 0,0-1 0 0 0,-1 0 0 0 0,1 0 0 0 0,0 0-1 0 0,-1-1 1 0 0,1-1 0 0 0,13-3 0 0 0,2-4-2071 0 0,0-1-707 0 0</inkml:trace>
</inkml:ink>
</file>

<file path=ppt/ink/ink2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9:32.2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200 452 1712 0 0,'40'-82'3756'0'0,"-4"-2"0"0"0,29-102 0 0 0,-36 88-1133 0 0,-28 96-2382 0 0,-3 4-152 0 0,-9 15-37 0 0,0 0 0 0 0,2 1-1 0 0,0-1 1 0 0,1 2 0 0 0,0-1-1 0 0,-4 22 1 0 0,-12 25 162 0 0,-64 168 963 0 0,12-28-89 0 0,72-194-1043 0 0,-59 152 413 0 0,50-123-363 0 0,2 1 0 0 0,-8 46 0 0 0,18-78-74 0 0,0-1-1 0 0,0 1 0 0 0,1 0 1 0 0,0-1-1 0 0,1 1 0 0 0,0 0 0 0 0,2 10 1 0 0,-2-16-12 0 0,0 1 0 0 0,0-1 1 0 0,1 0-1 0 0,-1 1 1 0 0,1-1-1 0 0,0 0 0 0 0,-1 0 1 0 0,2 0-1 0 0,-1 0 1 0 0,0 0-1 0 0,1 0 0 0 0,-1-1 1 0 0,1 1-1 0 0,0-1 1 0 0,-1 0-1 0 0,1 0 0 0 0,1 0 1 0 0,-1 0-1 0 0,5 2 0 0 0,-3-2 1 0 0,1 1 0 0 0,1-1 0 0 0,-1-1 0 0 0,0 1-1 0 0,0-1 1 0 0,1 0 0 0 0,-1-1 0 0 0,1 0 0 0 0,-1 0-1 0 0,0 0 1 0 0,9-2 0 0 0,-5 0 2 0 0,1 0 0 0 0,-1-1 0 0 0,0 0 0 0 0,0-1 0 0 0,0-1 0 0 0,11-5 0 0 0,1-4 4 0 0,-1-1 0 0 0,0-1 0 0 0,-1-1 0 0 0,31-33 0 0 0,-29 25-22 0 0,-2 0 1 0 0,0-1-1 0 0,-2-1 1 0 0,16-32-1 0 0,-24 40 2 0 0,-1 0 0 0 0,0-1-1 0 0,-2 0 1 0 0,-1-1 0 0 0,0 1 0 0 0,-1-1 0 0 0,2-27 0 0 0,-7 46 0 0 0,1 0 1 0 0,-1 0 0 0 0,0 0 0 0 0,0-1 0 0 0,0 1 0 0 0,0 0-1 0 0,0 0 1 0 0,0-1 0 0 0,-1 1 0 0 0,1 0 0 0 0,-1 0 0 0 0,1 0 0 0 0,-1 0-1 0 0,0 0 1 0 0,0 0 0 0 0,0 0 0 0 0,0 0 0 0 0,0 0 0 0 0,-1 0 0 0 0,1 0-1 0 0,0 0 1 0 0,-1 1 0 0 0,1-1 0 0 0,-5-2 0 0 0,5 4 1 0 0,0-1 1 0 0,0 1-1 0 0,0 0 1 0 0,0 0-1 0 0,0 0 0 0 0,0 0 1 0 0,0 0-1 0 0,0 1 1 0 0,0-1-1 0 0,-1 0 0 0 0,1 0 1 0 0,0 1-1 0 0,0-1 1 0 0,0 1-1 0 0,0-1 1 0 0,0 1-1 0 0,0-1 0 0 0,0 1 1 0 0,-19 13 1 0 0,18-12 2 0 0,0 0 0 0 0,1 0 1 0 0,-1 0-1 0 0,0 1 0 0 0,1-1 0 0 0,-1 0 1 0 0,1 1-1 0 0,0-1 0 0 0,-1 1 0 0 0,1-1 1 0 0,1 1-1 0 0,-1 0 0 0 0,0-1 0 0 0,1 1 1 0 0,-1 4-1 0 0,1-5 1 0 0,0 0-1 0 0,0 0 1 0 0,1-1 0 0 0,-1 1-1 0 0,1 0 1 0 0,-1 0-1 0 0,1-1 1 0 0,0 1 0 0 0,-1 0-1 0 0,1-1 1 0 0,0 1 0 0 0,0-1-1 0 0,0 1 1 0 0,0-1 0 0 0,1 0-1 0 0,-1 1 1 0 0,0-1-1 0 0,1 0 1 0 0,-1 0 0 0 0,1 0-1 0 0,-1 0 1 0 0,1 0 0 0 0,-1 0-1 0 0,1 0 1 0 0,0 0 0 0 0,2 0-1 0 0,8 3 7 0 0,0 0 0 0 0,0-1 0 0 0,0-1 0 0 0,0 0 0 0 0,1 0 0 0 0,-1-2 0 0 0,0 1 0 0 0,1-1 0 0 0,-1-1-1 0 0,1-1 1 0 0,18-3 0 0 0,1-3-8 0 0,0-2-1 0 0,-1 0 1 0 0,35-18 0 0 0,-31 10 286 0 0,57-40 1 0 0,-24 13 1097 0 0,-67 45-1308 0 0,-5 12 2 0 0,-6 3-50 0 0,0 0 0 0 0,-17 19 0 0 0,9-12 13 0 0,-18 22 77 0 0,2 1-1 0 0,2 2 1 0 0,-44 86 0 0 0,72-125-100 0 0,1 0 0 0 0,0 0-1 0 0,0 0 1 0 0,1 0 0 0 0,0 0 0 0 0,0 0 0 0 0,0 10 0 0 0,2-15-19 0 0,0 0-1 0 0,0-1 1 0 0,1 1 0 0 0,-1-1-1 0 0,1 1 1 0 0,-1 0 0 0 0,1-1-1 0 0,0 1 1 0 0,0-1 0 0 0,0 0 0 0 0,0 1-1 0 0,1-1 1 0 0,-1 0 0 0 0,1 0-1 0 0,-1 0 1 0 0,1 1 0 0 0,0-2-1 0 0,0 1 1 0 0,-1 0 0 0 0,2 0-1 0 0,-1-1 1 0 0,0 1 0 0 0,0-1-1 0 0,0 1 1 0 0,1-1 0 0 0,4 2-1 0 0,6 2-331 0 0,1 0 0 0 0,1-2 0 0 0,-1 1 0 0 0,0-2 0 0 0,1 0 0 0 0,0 0 0 0 0,-1-1 0 0 0,19-2 0 0 0,1-2-722 0 0,-1 0 0 0 0,49-13 1 0 0,-58 10 785 0 0,-1-2 1 0 0,0 0 0 0 0,0-1 0 0 0,-1-1 0 0 0,0-1 0 0 0,-1-2 0 0 0,0 0 0 0 0,-1-1 0 0 0,0 0 0 0 0,19-21 0 0 0,-21 17 611 0 0,-1 0 0 0 0,0-2 0 0 0,-2 0 0 0 0,0-1 0 0 0,21-42-1 0 0,-17 27 677 0 0,-3 6 838 0 0,17-48 0 0 0,-28 70-1419 0 0,-8 24-90 0 0,-14 42 603 0 0,-5 12-420 0 0,-18 98 1 0 0,39-162-793 0 0,1 0 1 0 0,0 0-1 0 0,0 0 0 0 0,0 0 1 0 0,1 0-1 0 0,0 0 1 0 0,0 0-1 0 0,0 0 0 0 0,1 0 1 0 0,0 0-1 0 0,4 7 0 0 0,-5-9-705 0 0,1-1 0 0 0,0 1 0 0 0,0-1 0 0 0,1 0 0 0 0,-1 0 0 0 0,1 0 0 0 0,-1 0 0 0 0,1 0 0 0 0,0 0 0 0 0,0-1 0 0 0,4 3-1 0 0</inkml:trace>
</inkml:ink>
</file>

<file path=ppt/ink/ink2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9:32.5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1 130 864 0 0,'76'-121'15504'0'0,"-76"121"-15448"0"0,0-1 0 0 0,0 1 1 0 0,1-1-1 0 0,-1 1 0 0 0,0-1 0 0 0,1 1 0 0 0,-1-1 0 0 0,1 1 1 0 0,-1-1-1 0 0,0 1 0 0 0,1 0 0 0 0,-1-1 0 0 0,1 1 0 0 0,-1 0 0 0 0,1-1 1 0 0,-1 1-1 0 0,1 0 0 0 0,-1 0 0 0 0,1-1 0 0 0,0 1 0 0 0,-1 0 1 0 0,1 0-1 0 0,-1 0 0 0 0,1 0 0 0 0,0 0 0 0 0,-1 0 0 0 0,1 0 0 0 0,-1 0 1 0 0,2 0-1 0 0,0 1 32 0 0,-1-1 0 0 0,1 1 0 0 0,0 0 0 0 0,-1 0 0 0 0,1 0 0 0 0,-1 0 0 0 0,1 0 1 0 0,-1 0-1 0 0,1 0 0 0 0,0 2 0 0 0,29 37 902 0 0,-29-36-811 0 0,15 25 445 0 0,25 56 1 0 0,0 1-302 0 0,-22-48-239 0 0,10 17-1429 0 0,-7-23-4917 0 0</inkml:trace>
</inkml:ink>
</file>

<file path=ppt/ink/ink2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9:32.7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440 87 756 0 0,'3'-17'4172'0'0,"-1"9"-2566"0"0,-1 0-1 0 0,0 0 1 0 0,0 0 0 0 0,-1 0-1 0 0,0-14 1 0 0,-1 22-1548 0 0,1-1 0 0 0,0 1 0 0 0,0-1-1 0 0,0 1 1 0 0,-1 0 0 0 0,1-1 0 0 0,0 1 0 0 0,-1-1 0 0 0,1 1-1 0 0,0 0 1 0 0,-1-1 0 0 0,1 1 0 0 0,0 0 0 0 0,-1-1 0 0 0,1 1-1 0 0,-1 0 1 0 0,1-1 0 0 0,-1 1 0 0 0,1 0 0 0 0,-1 0 0 0 0,1 0-1 0 0,-1-1 1 0 0,1 1 0 0 0,-1 0 0 0 0,1 0 0 0 0,-1 0 0 0 0,1 0-1 0 0,-1 0 1 0 0,-19 2 1153 0 0,-2 3-606 0 0,1 2 0 0 0,0 1 1 0 0,0 0-1 0 0,1 2 0 0 0,0 0 0 0 0,-25 18 0 0 0,4 1-37 0 0,-68 63 1 0 0,95-77-572 0 0,-18 23 1 0 0,8-8-1950 0 0,-1-5-4618 0 0</inkml:trace>
</inkml:ink>
</file>

<file path=ppt/ink/ink2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9:32.9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1 126 1816 0 0,'3'-22'4380'0'0,"4"-23"5941"0"0,-6 16-6842 0 0,2 19-2820 0 0,2-9-522 0 0</inkml:trace>
</inkml:ink>
</file>

<file path=ppt/ink/ink2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9:33.1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242 0 1504 0 0,'-65'21'6212'0'0,"-105"48"1"0"0,170-69-6181 0 0,0 0 1 0 0,-1 0 0 0 0,1 0 0 0 0,0 0 0 0 0,0 0 0 0 0,-1 0-1 0 0,1 0 1 0 0,0 0 0 0 0,0 0 0 0 0,-1 0 0 0 0,1 0 0 0 0,0 0-1 0 0,0 1 1 0 0,-1-1 0 0 0,1 0 0 0 0,0 0 0 0 0,0 0 0 0 0,0 0-1 0 0,-1 1 1 0 0,1-1 0 0 0,0 0 0 0 0,0 0 0 0 0,0 0 0 0 0,0 1-1 0 0,-1-1 1 0 0,1 0 0 0 0,0 0 0 0 0,0 0 0 0 0,0 1 0 0 0,0-1-1 0 0,0 0 1 0 0,0 0 0 0 0,0 1 0 0 0,0-1 0 0 0,0 0 0 0 0,0 0-1 0 0,0 1 1 0 0,0-1 0 0 0,0 0 0 0 0,0 0 0 0 0,0 1 0 0 0,0-1-1 0 0,0 0 1 0 0,0 0 0 0 0,0 1 0 0 0,0-1 0 0 0,0 0-1 0 0,0 0 1 0 0,0 1 0 0 0,1-1 0 0 0,-1 0 0 0 0,0 0 0 0 0,0 0-1 0 0,0 1 1 0 0,1-1 0 0 0,0 1 30 0 0,1-1 1 0 0,-1 1-1 0 0,1 0 0 0 0,-1-1 0 0 0,1 0 1 0 0,-1 1-1 0 0,1-1 0 0 0,-1 0 0 0 0,1 0 1 0 0,0 0-1 0 0,2 0 0 0 0,58-7 191 0 0,100-25-1 0 0,-26 4-5783 0 0,-96 20 1738 0 0,5-1-1515 0 0</inkml:trace>
</inkml:ink>
</file>

<file path=ppt/ink/ink2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9:33.8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66 879 1904 0 0,'-13'26'4191'0'0,"-18"50"0"0"0,16-35-2493 0 0,13-37-1009 0 0,1 1 0 0 0,0 0 0 0 0,0 0-1 0 0,0-1 1 0 0,1 1 0 0 0,0 9 0 0 0,3-15-597 0 0,0 1 0 0 0,0-1 0 0 0,0 0 0 0 0,0 1 0 0 0,1-2 0 0 0,-1 1 1 0 0,0 0-1 0 0,-1 0 0 0 0,1-1 0 0 0,0 0 0 0 0,3-2 0 0 0,30-25 231 0 0,-29 22-257 0 0,71-66 79 0 0,111-137-1 0 0,47-101-175 0 0,22-26 76 0 0,-241 315-42 0 0,-11 13-21 0 0,0 1 0 0 0,1 0 0 0 0,0 1 0 0 0,15-14 0 0 0,-22 21 16 0 0,1-1-1 0 0,-1 1 1 0 0,1-1 0 0 0,0 1 0 0 0,-1 0 0 0 0,1-1-1 0 0,-1 1 1 0 0,1-1 0 0 0,-1 1 0 0 0,1 0 0 0 0,0 0-1 0 0,-1-1 1 0 0,1 1 0 0 0,0 0 0 0 0,-1 0 0 0 0,1 0-1 0 0,0 0 1 0 0,-1 0 0 0 0,1 0 0 0 0,0 0 0 0 0,0 0-1 0 0,-1 0 1 0 0,1 0 0 0 0,0 0 0 0 0,-1 0 0 0 0,1 0-1 0 0,0 0 1 0 0,-1 1 0 0 0,1-1 0 0 0,0 0 0 0 0,-1 1-1 0 0,1-1 1 0 0,-1 0 0 0 0,1 1 0 0 0,-1-1 0 0 0,1 1-1 0 0,-1-1 1 0 0,1 1 0 0 0,-1-1 0 0 0,1 1 0 0 0,-1-1-1 0 0,1 1 1 0 0,-1-1 0 0 0,0 1 0 0 0,1 0 0 0 0,-1-1-1 0 0,0 1 1 0 0,0-1 0 0 0,1 1 0 0 0,-1 0 0 0 0,0 0-1 0 0,0-1 1 0 0,0 2 0 0 0,1 4-4 0 0,0 1 1 0 0,0 0-1 0 0,-1-1 0 0 0,0 10 0 0 0,0-11-2 0 0,-3 29 9 0 0,-1 0 1 0 0,-2-1 0 0 0,-1 1 0 0 0,-21 56 0 0 0,25-81 2 0 0,-111 306 918 0 0,14-43-223 0 0,92-250-670 0 0,1-1 0 0 0,1 1 0 0 0,2 0 0 0 0,-5 38 0 0 0,9-59-55 0 0,1 1 0 0 0,-1 0 1 0 0,0-1-1 0 0,0 1 0 0 0,1-1 1 0 0,-1 1-1 0 0,0 0 1 0 0,1-1-1 0 0,0 1 0 0 0,1 2 1 0 0,-2-3-299 0 0,1 0 1 0 0,0-1 0 0 0,-1 1 0 0 0,1 0 0 0 0,0 0-1 0 0,0-1 1 0 0,-1 1 0 0 0,1 0 0 0 0,0-1 0 0 0,0 1-1 0 0,0 0 1 0 0,0-1 0 0 0,0 0 0 0 0,0 1 0 0 0,0-1-1 0 0,0 1 1 0 0,0-1 0 0 0,0 0 0 0 0,0 0 0 0 0,0 0-1 0 0,0 0 1 0 0,0 1 0 0 0,0-1 0 0 0,0-1 0 0 0,0 1-1 0 0,1 0 1 0 0,-1 0 0 0 0,0 0 0 0 0,0 0-1 0 0,0-1 1 0 0,0 1 0 0 0,0-1 0 0 0,0 1 0 0 0,0-1-1 0 0,0 1 1 0 0,1-1 0 0 0</inkml:trace>
</inkml:ink>
</file>

<file path=ppt/ink/ink2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9:34.0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118 118 304 0 0,'-43'-5'5653'0'0,"-32"-2"2508"0"0,115-3-7676 0 0,219-37-1134 0 0,-86 10-6451 0 0,-123 25 2650 0 0</inkml:trace>
</inkml:ink>
</file>

<file path=ppt/ink/ink2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9:34.4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159 31 1652 0 0,'2'-2'2103'0'0,"32"-24"7301"0"0,-34 26-9249 0 0,1-1 1 0 0,-1 1-1 0 0,1 0 1 0 0,-1-1-1 0 0,0 1 1 0 0,1 0-1 0 0,-1 0 1 0 0,1 0-1 0 0,-1 0 1 0 0,1-1-1 0 0,-1 1 0 0 0,0 0 1 0 0,1 0-1 0 0,-1 0 1 0 0,1 0-1 0 0,-1 0 1 0 0,1 0-1 0 0,-1 0 1 0 0,1 0-1 0 0,0 0 1 0 0,0 4 25 0 0,0 0 1 0 0,0 0 0 0 0,0 0-1 0 0,0 0 1 0 0,0 0 0 0 0,-1 0 0 0 0,0 0-1 0 0,0 0 1 0 0,0 0 0 0 0,0 0-1 0 0,-1 0 1 0 0,1 0 0 0 0,-1 0 0 0 0,0 0-1 0 0,-2 4 1 0 0,-4 15 332 0 0,-11 25 1 0 0,-65 140 1167 0 0,23-56-4025 0 0,23-44-7815 0 0</inkml:trace>
</inkml:ink>
</file>

<file path=ppt/ink/ink2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9:34.8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284 72 1904 0 0,'33'-63'9953'0'0,"-32"61"-9156"0"0,-1 1-723 0 0,0 1-1 0 0,-1-1 1 0 0,1 1-1 0 0,-1-1 1 0 0,1 1-1 0 0,-1 0 1 0 0,1-1-1 0 0,-1 1 0 0 0,1-1 1 0 0,-1 1-1 0 0,1 0 1 0 0,-1-1-1 0 0,0 1 1 0 0,1 0-1 0 0,-1 0 0 0 0,0 0 1 0 0,1-1-1 0 0,-1 1 1 0 0,1 0-1 0 0,-1 0 1 0 0,0 0-1 0 0,-9 4 106 0 0,1 0 0 0 0,0 0 1 0 0,0 1-1 0 0,0 0 0 0 0,1 0 0 0 0,-15 13 0 0 0,-45 46 197 0 0,55-51-303 0 0,8-8-48 0 0,0 0-1 0 0,1 0 1 0 0,0 1 0 0 0,0-1 0 0 0,0 1-1 0 0,-3 7 1 0 0,7-13-16 0 0,-1 1-1 0 0,1 0 1 0 0,0 0 0 0 0,-1 0-1 0 0,1 0 1 0 0,0-1 0 0 0,0 1-1 0 0,0 0 1 0 0,0 0-1 0 0,-1 0 1 0 0,1 0 0 0 0,0 0-1 0 0,0 0 1 0 0,1-1 0 0 0,-1 1-1 0 0,0 0 1 0 0,0 0-1 0 0,0 0 1 0 0,1 0 0 0 0,-1 0-1 0 0,0-1 1 0 0,1 1-1 0 0,-1 0 1 0 0,0 0 0 0 0,1 0-1 0 0,-1-1 1 0 0,1 1 0 0 0,0 0-1 0 0,-1-1 1 0 0,1 1-1 0 0,-1 0 1 0 0,1-1 0 0 0,0 1-1 0 0,0-1 1 0 0,0 1 0 0 0,4 2 74 0 0,-1-1 0 0 0,1 0 0 0 0,0 0 0 0 0,9 3 0 0 0,-8-3-29 0 0,38 11 206 0 0,30 12-76 0 0,-69-23-71 0 0,-1 0 1 0 0,0 0 0 0 0,0 0 0 0 0,0 1 0 0 0,0-1 0 0 0,0 1-1 0 0,-1 0 1 0 0,1 0 0 0 0,-1 0 0 0 0,0 1 0 0 0,0-1-1 0 0,0 1 1 0 0,0 0 0 0 0,-1 0 0 0 0,1 0 0 0 0,-1 0 0 0 0,0 0-1 0 0,0 0 1 0 0,-1 1 0 0 0,3 8 0 0 0,-4-10 11 0 0,0 0 0 0 0,0 0 0 0 0,0 1 0 0 0,0-1 0 0 0,0 0-1 0 0,-1 0 1 0 0,1 1 0 0 0,-1-1 0 0 0,0 0 0 0 0,0 0 0 0 0,0 0 0 0 0,-1 0 0 0 0,1 0 0 0 0,-1 0 0 0 0,0 0 0 0 0,1-1 0 0 0,-1 1 0 0 0,0-1 0 0 0,-1 1 0 0 0,1-1 0 0 0,0 1 0 0 0,-1-1 0 0 0,1 0-1 0 0,-6 3 1 0 0,-4 2 127 0 0,1 0 0 0 0,-1 0 0 0 0,0-2 0 0 0,-20 8 0 0 0,25-11-247 0 0,0 1 1 0 0,-1-2-1 0 0,1 1 1 0 0,-1-1-1 0 0,0 0 1 0 0,1-1-1 0 0,-1 1 1 0 0,0-2-1 0 0,1 1 1 0 0,-1-1-1 0 0,0 0 1 0 0,1-1-1 0 0,-1 1 1 0 0,1-2-1 0 0,0 1 1 0 0,-1-1-1 0 0,1 0 1 0 0,-9-6-1 0 0,10 6-626 0 0,1-1 0 0 0,-1 0 0 0 0,1-1 0 0 0,0 0 0 0 0,1 1 0 0 0,-1-1 0 0 0,1-1 0 0 0,0 1 0 0 0,0-1 0 0 0,0 1 0 0 0,1-1 0 0 0,0 0 0 0 0,-4-12 0 0 0,0-4-4597 0 0,0-1-2713 0 0</inkml:trace>
</inkml:ink>
</file>

<file path=ppt/ink/ink2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9:35.0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96 2636 0 0,'0'-11'2564'0'0,"-2"-1"1529"0"0,0-5-1201 0 0,-2 0-1012 0 0,4 1-684 0 0,0 3-240 0 0,8 3-1240 0 0</inkml:trace>
</inkml:ink>
</file>

<file path=ppt/ink/ink2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9:35.6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50 690 1012 0 0,'-2'2'1932'0'0,"-2"2"-1428"0"0,-1 1 1 0 0,1-1-1 0 0,1 1 1 0 0,-1 0-1 0 0,1 0 1 0 0,-1 1-1 0 0,2-1 1 0 0,-1 0-1 0 0,0 1 1 0 0,1 0-1 0 0,0 0 1 0 0,-2 9-1 0 0,3-6-370 0 0,-1-1 0 0 0,1 1 0 0 0,1-1 0 0 0,-1 1-1 0 0,1-1 1 0 0,1 1 0 0 0,0-1 0 0 0,3 16-1 0 0,-3-21-81 0 0,0 0 0 0 0,0-1-1 0 0,0 1 1 0 0,1-1 0 0 0,-1 0-1 0 0,1 1 1 0 0,0-1-1 0 0,-1 0 1 0 0,1 0 0 0 0,0 0-1 0 0,0 0 1 0 0,0 0 0 0 0,0-1-1 0 0,1 1 1 0 0,-1-1 0 0 0,0 1-1 0 0,1-1 1 0 0,-1 0-1 0 0,1 0 1 0 0,0 0 0 0 0,-1 0-1 0 0,1 0 1 0 0,0 0 0 0 0,-1-1-1 0 0,1 0 1 0 0,5 1 0 0 0,2-1 13 0 0,-1 1 0 0 0,1-2 0 0 0,0 1 0 0 0,0-1 0 0 0,0-1 0 0 0,14-4 0 0 0,-2-1-38 0 0,-1-2 0 0 0,0 0 0 0 0,-1-1 0 0 0,0-1 0 0 0,0-1 0 0 0,-1-1 0 0 0,-1 0 0 0 0,0-2 0 0 0,-1 0 0 0 0,-1-1 0 0 0,0 0 0 0 0,21-30 0 0 0,-4 0-46 0 0,-3-2 1 0 0,-1-1-1 0 0,40-100 0 0 0,-43 79 195 0 0,-4-1 0 0 0,13-79 0 0 0,-9 41 928 0 0,-27 98-960 0 0,-5 11-70 0 0,-10 15-23 0 0,-28 57 22 0 0,-53 117 1 0 0,84-162-59 0 0,-59 139 102 0 0,63-142-98 0 0,1 1 0 0 0,2 0 0 0 0,0 0 0 0 0,-4 52 0 0 0,9-72-11 0 0,1 1 0 0 0,1-1-1 0 0,-1 1 1 0 0,1-1 0 0 0,-1 1-1 0 0,2-1 1 0 0,-1 1-1 0 0,0-1 1 0 0,1 1 0 0 0,0-1-1 0 0,1 0 1 0 0,3 7 0 0 0,-3-8-90 0 0,0 0-1 0 0,0-1 1 0 0,0 1 0 0 0,1-1 0 0 0,-1 0 0 0 0,1 0 0 0 0,0 0 0 0 0,0 0-1 0 0,0-1 1 0 0,0 0 0 0 0,1 1 0 0 0,-1-2 0 0 0,1 1 0 0 0,-1 0 0 0 0,6 0 0 0 0,3 1-597 0 0,-1-2 1 0 0,1 0 0 0 0,0 0 0 0 0,-1-2 0 0 0,1 1 0 0 0,0-1-1 0 0,-1-1 1 0 0,1-1 0 0 0,-1 1 0 0 0,1-2 0 0 0,17-7 0 0 0,2-1-2673 0 0</inkml:trace>
</inkml:ink>
</file>

<file path=ppt/ink/ink2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9:36.1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148 317 1340 0 0,'30'-62'3698'0'0,"-4"-1"0"0"0,31-108 0 0 0,-56 169-3652 0 0,3-14 636 0 0,-6 13-375 0 0,-4 8-241 0 0,-3 7-14 0 0,1 1-1 0 0,1 0 1 0 0,0 0-1 0 0,0 0 1 0 0,-5 18 0 0 0,6-17-28 0 0,-23 56 67 0 0,-64 162 34 0 0,72-172-19 0 0,-25 120 1 0 0,34-114 247 0 0,11-63-267 0 0,9-1-31 0 0,-8-2-55 0 0,0 0-1 0 0,0 0 1 0 0,1 0 0 0 0,-1 0-1 0 0,0 0 1 0 0,0 0 0 0 0,1 0-1 0 0,-1 0 1 0 0,0 0 0 0 0,1 0-1 0 0,-1 0 1 0 0,0 0 0 0 0,0 0-1 0 0,1 0 1 0 0,-1 0 0 0 0,0 0-1 0 0,1 0 1 0 0,-1 0 0 0 0,0 0-1 0 0,0 0 1 0 0,1 0 0 0 0,-1-1 0 0 0,0 1-1 0 0,0 0 1 0 0,1 0 0 0 0,-1 0-1 0 0,0 0 1 0 0,0-1 0 0 0,0 1-1 0 0,1 0 1 0 0,-1 0 0 0 0,0 0-1 0 0,0-1 1 0 0,0 1 0 0 0,0 0-1 0 0,1 0 1 0 0,-1-1 0 0 0,0 1-1 0 0,47-56 13 0 0,-18 20-37 0 0,36-34 1 0 0,-55 61 13 0 0,-1 1 1 0 0,1 0-1 0 0,0 1 1 0 0,0 0 0 0 0,1 0-1 0 0,0 1 1 0 0,0 1-1 0 0,22-8 1 0 0,-29 12 8 0 0,-1 0 0 0 0,0 1 0 0 0,1 0 1 0 0,-1 0-1 0 0,0 0 0 0 0,1 0 0 0 0,-1 0 0 0 0,0 1 0 0 0,1-1 1 0 0,-1 1-1 0 0,0 0 0 0 0,0 0 0 0 0,0 0 0 0 0,0 1 0 0 0,0-1 1 0 0,0 1-1 0 0,0 0 0 0 0,0-1 0 0 0,0 1 0 0 0,-1 0 0 0 0,1 1 1 0 0,3 3-1 0 0,-3-2 47 0 0,-1 1 1 0 0,1-1-1 0 0,-1 1 1 0 0,-1 0-1 0 0,1-1 1 0 0,-1 1-1 0 0,1 0 1 0 0,-1 0-1 0 0,-1 0 1 0 0,1 0-1 0 0,-1 9 1 0 0,0 6 341 0 0,-7 33 1 0 0,2-9-185 0 0,3-18-116 0 0,0-11 36 0 0,1 0 0 0 0,2 29 0 0 0,-1-43-112 0 0,1 0-1 0 0,-1 0 1 0 0,1 1 0 0 0,-1-1-1 0 0,0 0 1 0 0,1 0 0 0 0,0 0-1 0 0,-1 0 1 0 0,1 1-1 0 0,0-1 1 0 0,-1 0 0 0 0,1 0-1 0 0,0-1 1 0 0,0 1 0 0 0,0 0-1 0 0,0 0 1 0 0,0 0 0 0 0,0 0-1 0 0,0-1 1 0 0,0 1-1 0 0,0-1 1 0 0,1 1 0 0 0,-1 0-1 0 0,0-1 1 0 0,2 1 0 0 0,-1-1-10 0 0,0 1 0 0 0,0-1 1 0 0,1 0-1 0 0,-1 1 1 0 0,0-1-1 0 0,0 0 1 0 0,1 0-1 0 0,-1-1 1 0 0,0 1-1 0 0,0 0 1 0 0,1-1-1 0 0,-1 1 0 0 0,3-2 1 0 0,3-2-413 0 0,0 0 1 0 0,-1-1-1 0 0,0 1 1 0 0,8-7-1 0 0,-7 4-1434 0 0,0-1 0 0 0,-1 1 0 0 0,9-12 0 0 0,-4 2-3347 0 0</inkml:trace>
</inkml:ink>
</file>

<file path=ppt/ink/ink2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9:36.4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231 1 1100 0 0,'-7'0'684'0'0,"-214"17"11995"0"0,218-17-12055 0 0,19 3-351 0 0,97-5-85 0 0,-36 0-820 0 0,73 6-1920 0 0,-50 3-2058 0 0,-30-2-740 0 0</inkml:trace>
</inkml:ink>
</file>

<file path=ppt/ink/ink2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9:36.9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491 106 1728 0 0,'5'-8'4409'0'0,"-5"7"-4115"0"0,0 0 0 0 0,1 0 0 0 0,-1 1 0 0 0,0-1 0 0 0,0 0 0 0 0,0 1 0 0 0,0-1 0 0 0,-1 0 0 0 0,1 0 0 0 0,-9-20 3317 0 0,4 14-2956 0 0,-1 1 0 0 0,1-1 0 0 0,-10-7 0 0 0,11 10-558 0 0,-1 1 0 0 0,0-1 0 0 0,0 1 1 0 0,0 0-1 0 0,0 0 0 0 0,-1 1 0 0 0,1-1 0 0 0,-1 1 0 0 0,1 1 0 0 0,-1-1 1 0 0,0 1-1 0 0,0 0 0 0 0,0 0 0 0 0,1 0 0 0 0,-1 1 0 0 0,0 0 0 0 0,0 0 0 0 0,0 1 1 0 0,0-1-1 0 0,-11 4 0 0 0,1 1-77 0 0,1 0 1 0 0,-1 1-1 0 0,1 1 1 0 0,0 1 0 0 0,0 0-1 0 0,-16 13 1 0 0,3-2 13 0 0,2 1-1 0 0,-37 36 1 0 0,52-44-20 0 0,1 0 1 0 0,0 0-1 0 0,0 1 0 0 0,1 0 0 0 0,0 0 0 0 0,2 1 0 0 0,-10 21 0 0 0,16-33-6 0 0,0 1-1 0 0,0-1 0 0 0,1 0 0 0 0,-1 1 0 0 0,0-1 1 0 0,1 0-1 0 0,0 1 0 0 0,-1-1 0 0 0,1 1 1 0 0,0-1-1 0 0,0 1 0 0 0,0-1 0 0 0,1 0 1 0 0,-1 1-1 0 0,0-1 0 0 0,1 1 0 0 0,0-1 0 0 0,-1 0 1 0 0,1 1-1 0 0,0-1 0 0 0,0 0 0 0 0,1 0 1 0 0,-1 0-1 0 0,0 0 0 0 0,1 0 0 0 0,-1 0 1 0 0,4 3-1 0 0,-1-2 4 0 0,1 0 1 0 0,-1 0-1 0 0,1-1 1 0 0,0 1 0 0 0,0-1-1 0 0,0 0 1 0 0,0-1-1 0 0,0 1 1 0 0,0-1-1 0 0,0 0 1 0 0,11 1 0 0 0,-1-1-6 0 0,1-1 1 0 0,0-1 0 0 0,-1 0 0 0 0,1-1 0 0 0,-1-1-1 0 0,0 0 1 0 0,0-1 0 0 0,0 0 0 0 0,0-2 0 0 0,-1 1-1 0 0,1-2 1 0 0,-2 0 0 0 0,16-10 0 0 0,14-13-31 0 0,-1-2 0 0 0,57-56 0 0 0,-83 73 9 0 0,5-8 0 0 0,-16 18-9 0 0,0-1-1 0 0,0 1 1 0 0,1 0 0 0 0,9-7 0 0 0,-13 12 18 0 0,-2 0 6 0 0,0 1 0 0 0,0-1 0 0 0,0 1 0 0 0,0 0 0 0 0,1-1 0 0 0,-1 1 0 0 0,0 0 0 0 0,0-1 0 0 0,0 1 0 0 0,0 0 1 0 0,0-1-1 0 0,-1 1 0 0 0,1-1 0 0 0,0 1 0 0 0,0 0 0 0 0,0-1 0 0 0,-1 1 0 0 0,1-1 0 0 0,0 1 0 0 0,0 0 0 0 0,-1-1 0 0 0,0 1 0 0 0,-5 13 7 0 0,-9 14 21 0 0,-22 50 33 0 0,34-70-48 0 0,1 0 0 0 0,-1 0 0 0 0,1-1 0 0 0,1 1 0 0 0,-1 1 0 0 0,1-1 0 0 0,1 0 0 0 0,0 9 0 0 0,0-14-26 0 0,1 0-1 0 0,0-1 0 0 0,0 1 0 0 0,0 0 0 0 0,0-1 0 0 0,0 1 1 0 0,0 0-1 0 0,1-1 0 0 0,-1 0 0 0 0,1 1 0 0 0,0-1 1 0 0,0 0-1 0 0,-1 0 0 0 0,1 0 0 0 0,1 0 0 0 0,-1 0 1 0 0,0 0-1 0 0,0-1 0 0 0,1 1 0 0 0,-1-1 0 0 0,1 1 0 0 0,-1-1 1 0 0,1 0-1 0 0,0 0 0 0 0,-1 0 0 0 0,1-1 0 0 0,5 2 1 0 0,7 1-584 0 0,0-1 0 0 0,0 0 1 0 0,27-1-1 0 0,-15-2-850 0 0,0-2-1 0 0,0-1 0 0 0,0-1 1 0 0,0-1-1 0 0,30-11 0 0 0,-14 2-2817 0 0</inkml:trace>
</inkml:ink>
</file>

<file path=ppt/ink/ink2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9:37.2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235 297 1512 0 0,'17'-30'2020'0'0,"-2"-1"1"0"0,-1-1-1 0 0,-1 0 0 0 0,-1-1 0 0 0,9-47 0 0 0,-19 69-1377 0 0,0 1 1 0 0,-1-1-1 0 0,0-16 0 0 0,-4 29-502 0 0,-3 1-86 0 0,0 0 0 0 0,1 0-1 0 0,-1 1 1 0 0,1 0 0 0 0,0 0 0 0 0,0 0 0 0 0,0 0 0 0 0,-5 9 0 0 0,-35 47 546 0 0,38-50-503 0 0,-27 47 732 0 0,2 1 0 0 0,-47 122 1 0 0,70-160-691 0 0,-7 23 133 0 0,1 1 0 0 0,2 0 0 0 0,-10 66 0 0 0,22-105-244 0 0,0 0-1 0 0,0 1 1 0 0,1-1-1 0 0,0 0 1 0 0,0 1-1 0 0,0-1 1 0 0,1 1-1 0 0,-1-1 1 0 0,1 0-1 0 0,1 1 1 0 0,-1-1-1 0 0,1 0 1 0 0,4 9-1 0 0,-5-13-71 0 0,0 0 0 0 0,0 0 0 0 0,0 0 0 0 0,0 0 0 0 0,0 0 0 0 0,0 0 0 0 0,0-1 0 0 0,0 1 0 0 0,1 0 0 0 0,-1-1 0 0 0,0 1 0 0 0,1 0 0 0 0,-1-1 0 0 0,0 0 0 0 0,1 1 0 0 0,-1-1 0 0 0,1 0 0 0 0,-1 1 0 0 0,3-1 0 0 0,26-1-2228 0 0,-27 0 2083 0 0,5 0-1093 0 0,1-1 0 0 0,-1 0-1 0 0,0 0 1 0 0,0-1 0 0 0,0 0 0 0 0,0 0 0 0 0,8-6-1 0 0,4 0-4407 0 0</inkml:trace>
</inkml:ink>
</file>

<file path=ppt/ink/ink2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9:37.5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273 75 2616 0 0,'-20'-3'1309'0'0,"-229"-49"12983"0"0,245 52-13587 0 0,4-1-694 0 0,1 1 0 0 0,-1-1 0 0 0,0 1 1 0 0,0-1-1 0 0,1 1 0 0 0,-1 0 0 0 0,0-1 0 0 0,1 1 1 0 0,-1-1-1 0 0,1 1 0 0 0,-1 0 0 0 0,0 0 1 0 0,1-1-1 0 0,-1 1 0 0 0,1 0 0 0 0,-1 0 0 0 0,1-1 1 0 0,-1 1-1 0 0,1 0 0 0 0,-1 0 0 0 0,1 0 0 0 0,-1 0 1 0 0,1 0-1 0 0,-1 0 0 0 0,1 0 0 0 0,0 0 1 0 0,15-1 40 0 0,-15 1-37 0 0,602-4-724 0 0,-545 2-2637 0 0,-23-3-4286 0 0</inkml:trace>
</inkml:ink>
</file>

<file path=ppt/ink/ink2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9:42.2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64 790 468 0 0,'0'0'1582'0'0,"-13"10"1506"0"0,8-6-2838 0 0,0 1 0 0 0,1 0 1 0 0,0 0-1 0 0,0 0 0 0 0,0 0 0 0 0,0 1 1 0 0,1-1-1 0 0,0 1 0 0 0,0 0 0 0 0,1 0 1 0 0,0 0-1 0 0,0 1 0 0 0,-2 11 0 0 0,3-16-131 0 0,1 1 0 0 0,-1-1 0 0 0,1 1 0 0 0,0-1 0 0 0,0 1 0 0 0,0-1 0 0 0,0 1 0 0 0,1-1 0 0 0,-1 1 0 0 0,1-1 0 0 0,-1 1 0 0 0,1-1 0 0 0,0 0 0 0 0,0 0 0 0 0,0 1-1 0 0,0-1 1 0 0,2 3 0 0 0,-1-3 215 0 0,1-2-54 0 0,6-1-190 0 0,-1-1-1 0 0,0 1 0 0 0,0-1 1 0 0,0-1-1 0 0,0 1 0 0 0,0-1 1 0 0,-1-1-1 0 0,1 1 0 0 0,11-9 1 0 0,9-6 10 0 0,29-25 0 0 0,6-11-59 0 0,91-101 1 0 0,41-78-66 0 0,-38 44 39 0 0,-101 122 11 0 0,66-69 849 0 0,-122 135-872 0 0,1 0 1 0 0,-1 1 0 0 0,1-1-1 0 0,-1 1 1 0 0,1-1 0 0 0,-1 1 0 0 0,1-1-1 0 0,-1 1 1 0 0,1-1 0 0 0,0 1-1 0 0,-1-1 1 0 0,1 1 0 0 0,0 0 0 0 0,-1 0-1 0 0,1-1 1 0 0,0 1 0 0 0,0 0-1 0 0,-1 0 1 0 0,1 0 0 0 0,0 0 0 0 0,-1-1-1 0 0,1 1 1 0 0,0 0 0 0 0,0 0 0 0 0,1 1-1 0 0,-2-1 1 0 0,1 1-1 0 0,0-1 1 0 0,-1 1-1 0 0,1 0 1 0 0,-1-1-1 0 0,1 1 1 0 0,0 0-1 0 0,-1-1 1 0 0,0 1-1 0 0,1 0 1 0 0,-1 0-1 0 0,1 0 1 0 0,-1-1-1 0 0,0 1 1 0 0,0 0-1 0 0,1 0 1 0 0,-1 1-1 0 0,1 5 17 0 0,0 0 0 0 0,-1-1-1 0 0,0 1 1 0 0,0 7 0 0 0,-7 29 151 0 0,-1 0 0 0 0,-20 61 1 0 0,8-33-15 0 0,-15 57 7 0 0,-34 143 199 0 0,64-253-322 0 0,3-11 68 0 0,1 0 0 0 0,-1 0 0 0 0,0 15 0 0 0,2-20 192 0 0,3-4-278 0 0,-1 0-23 0 0,1 0-1 0 0,-1-1 0 0 0,1 1 1 0 0,-1-1-1 0 0,0 0 1 0 0,0 0-1 0 0,0 0 1 0 0,-1 0-1 0 0,1 0 1 0 0,-1 0-1 0 0,0-1 0 0 0,1 1 1 0 0,-1 0-1 0 0,1-7 1 0 0,7-53-291 0 0,-8 50 187 0 0,-1 0-1 0 0,0 1 1 0 0,-1-1-1 0 0,0 0 1 0 0,-1 1-1 0 0,-1-1 1 0 0,0 1-1 0 0,0 0 1 0 0,-1 0-1 0 0,-1 0 0 0 0,0 0 1 0 0,-1 1-1 0 0,-11-18 1 0 0,13 23 80 0 0,-1-1 0 0 0,0 1 0 0 0,0-1 0 0 0,-1 2 0 0 0,0-1 0 0 0,0 0 0 0 0,-1 1 1 0 0,1 0-1 0 0,-1 1 0 0 0,0 0 0 0 0,0 0 0 0 0,0 0 0 0 0,-1 1 0 0 0,0 0 0 0 0,1 0 0 0 0,-1 1 0 0 0,0 0 1 0 0,0 0-1 0 0,0 1 0 0 0,0 0 0 0 0,-15 0 0 0 0,4 3 16 0 0,0 0 0 0 0,1 2 0 0 0,-1 0 1 0 0,1 1-1 0 0,-1 1 0 0 0,2 0 0 0 0,-1 1 0 0 0,1 1 0 0 0,0 1 1 0 0,0 1-1 0 0,-28 22 0 0 0,42-30 13 0 0,0 0 0 0 0,1 1 0 0 0,0 0 1 0 0,-1-1-1 0 0,1 1 0 0 0,-3 5 0 0 0,5-7-1 0 0,0-1-1 0 0,-1 1 1 0 0,1-1 0 0 0,0 1-1 0 0,-1-1 1 0 0,1 1-1 0 0,0 0 1 0 0,0-1 0 0 0,0 1-1 0 0,0-1 1 0 0,-1 1-1 0 0,1 0 1 0 0,0-1 0 0 0,0 1-1 0 0,0 0 1 0 0,0-1-1 0 0,0 1 1 0 0,0 0-1 0 0,1-1 1 0 0,-1 1 0 0 0,0-1-1 0 0,0 1 1 0 0,0 0-1 0 0,1-1 1 0 0,-1 1 0 0 0,0-1-1 0 0,0 1 1 0 0,1 0-1 0 0,-1-1 1 0 0,1 1 0 0 0,-1-1-1 0 0,0 1 1 0 0,1-1-1 0 0,-1 0 1 0 0,1 1 0 0 0,-1-1-1 0 0,1 1 1 0 0,-1-1-1 0 0,1 0 1 0 0,0 1 0 0 0,-1-1-1 0 0,1 0 1 0 0,-1 0-1 0 0,2 1 1 0 0,10 2 26 0 0,0-1 0 0 0,0 0 0 0 0,0 0 1 0 0,0-1-1 0 0,22-1 0 0 0,70-10 44 0 0,-67 6-52 0 0,28-3-164 0 0,249-28 276 0 0,-107 3-3558 0 0,-156 19-924 0 0,-28 4 717 0 0</inkml:trace>
</inkml:ink>
</file>

<file path=ppt/ink/ink2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9:42.7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119 67 408 0 0,'21'-21'10958'0'0,"5"-12"-5479"0"0,-22 27-4744 0 0,-3 5-195 0 0,-1 0-477 0 0,0 1 0 0 0,0 0 1 0 0,1-1-1 0 0,-1 1 0 0 0,0 0 0 0 0,0 0 0 0 0,1-1 0 0 0,-1 1 0 0 0,0 0 0 0 0,1 0 0 0 0,-1-1 0 0 0,0 1 0 0 0,1 0 0 0 0,-1 0 0 0 0,0 0 0 0 0,1-1 0 0 0,-1 1 0 0 0,0 0 0 0 0,1 0 1 0 0,-1 0-1 0 0,0 0 0 0 0,1 0 0 0 0,0 0 0 0 0,-4 17 10 0 0,0 0 0 0 0,-1 0 0 0 0,-1 0 0 0 0,-1-1 0 0 0,0 1 0 0 0,-10 18 0 0 0,-116 291-398 0 0,129-315-554 0 0</inkml:trace>
</inkml:ink>
</file>

<file path=ppt/ink/ink2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9:43.2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180 113 348 0 0,'115'-112'16911'0'0,"-118"113"-16842"0"0,1 1 1 0 0,-1-1 0 0 0,0 1-1 0 0,0 0 1 0 0,1 0-1 0 0,-1 0 1 0 0,1 0-1 0 0,0 1 1 0 0,-4 3 0 0 0,-3 3 91 0 0,-3 1-63 0 0,0 1-1 0 0,0 0 0 0 0,1 1 1 0 0,1 0-1 0 0,-16 25 0 0 0,24-35-75 0 0,1 0 1 0 0,0 1-1 0 0,-1-1 0 0 0,1 0 0 0 0,0 1 0 0 0,1 0 0 0 0,-1-1 0 0 0,0 1 0 0 0,1-1 0 0 0,0 1 0 0 0,-1 0 1 0 0,1-1-1 0 0,0 1 0 0 0,1 4 0 0 0,-1-5 14 0 0,1 0 1 0 0,-1 0-1 0 0,1-1 1 0 0,0 1-1 0 0,0 0 1 0 0,0 0-1 0 0,0 0 0 0 0,0-1 1 0 0,0 1-1 0 0,1 0 1 0 0,-1-1-1 0 0,1 0 1 0 0,-1 1-1 0 0,1-1 1 0 0,1 2-1 0 0,6 2 153 0 0,1 0 1 0 0,-1 0-1 0 0,1-1 0 0 0,0-1 0 0 0,20 5 0 0 0,2 2-26 0 0,-8-2 48 0 0,-17-6-67 0 0,0 0 0 0 0,1 1-1 0 0,-1-1 1 0 0,0 2 0 0 0,0-1 0 0 0,-1 1-1 0 0,1 0 1 0 0,-1 0 0 0 0,0 1 0 0 0,0-1-1 0 0,0 1 1 0 0,8 10 0 0 0,-13-14-9 0 0,0 1 0 0 0,-1-1 0 0 0,1 1 0 0 0,-1 0 0 0 0,1-1 0 0 0,-1 1 0 0 0,1-1 0 0 0,-1 1 0 0 0,0 0 0 0 0,0-1 0 0 0,0 1 0 0 0,0 0 0 0 0,0-1 0 0 0,0 1 1 0 0,-1 0-1 0 0,1-1 0 0 0,-1 1 0 0 0,1-1 0 0 0,-1 1 0 0 0,1-1 0 0 0,-1 1 0 0 0,0-1 0 0 0,-1 3 0 0 0,-1 1 191 0 0,0 0 1 0 0,0 0-1 0 0,-1 0 0 0 0,-6 7 1 0 0,1-5-108 0 0,0 1 0 0 0,0-2 1 0 0,0 1-1 0 0,0-1 0 0 0,-1-1 0 0 0,0 0 1 0 0,-1 0-1 0 0,-14 5 0 0 0,7-5-38 0 0,-1 0 0 0 0,0-1 0 0 0,-35 3 0 0 0,45-7-200 0 0,0 0 0 0 0,0-1 0 0 0,0 0 0 0 0,0 0 0 0 0,0-1 0 0 0,0 0 0 0 0,0-1 0 0 0,1 1 0 0 0,-1-2 0 0 0,1 1-1 0 0,-1-1 1 0 0,-7-6 0 0 0,12 6-581 0 0,-1 1 1 0 0,1-1-1 0 0,0 0 0 0 0,1 0 0 0 0,-1-1 0 0 0,1 1 0 0 0,0-1 0 0 0,0 0 0 0 0,0 0 0 0 0,1 0 0 0 0,-1 0 0 0 0,-1-7 0 0 0,2 4-1915 0 0,0 0 0 0 0,1 0 0 0 0,0 0 0 0 0,0-14 1 0 0</inkml:trace>
</inkml:ink>
</file>

<file path=ppt/ink/ink2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9:43.4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100 124 468 0 0,'-19'-20'7119'0'0,"-20"-30"0"0"0,13 16-3107 0 0,17 22-2524 0 0,3 5-3685 0 0</inkml:trace>
</inkml:ink>
</file>

<file path=ppt/ink/ink2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9:44.2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1 181 1160 0 0,'1'-4'884'0'0,"19"-53"6838"0"0,-15 45-6592 0 0,1 0-1 0 0,10-17 0 0 0,-12 24-1044 0 0,-1 0 1 0 0,1 0-1 0 0,-1 1 0 0 0,1-1 0 0 0,1 1 0 0 0,-1 0 1 0 0,1 0-1 0 0,-1 0 0 0 0,1 1 0 0 0,0 0 1 0 0,0 0-1 0 0,1 0 0 0 0,-1 1 0 0 0,0-1 0 0 0,1 1 1 0 0,0 0-1 0 0,-1 1 0 0 0,7-2 0 0 0,-6 2-71 0 0,0 1-1 0 0,0-1 0 0 0,-1 1 0 0 0,1 0 0 0 0,0 0 1 0 0,0 1-1 0 0,0 0 0 0 0,-1 0 0 0 0,1 0 1 0 0,0 0-1 0 0,-1 1 0 0 0,1 0 0 0 0,-1 1 0 0 0,0-1 1 0 0,1 1-1 0 0,-1 0 0 0 0,0 0 0 0 0,-1 0 0 0 0,1 1 1 0 0,-1-1-1 0 0,1 1 0 0 0,-1 1 0 0 0,0-1 1 0 0,4 7-1 0 0,-3-4 30 0 0,0 1 0 0 0,-1 0 0 0 0,0 0-1 0 0,-1 0 1 0 0,0 0 0 0 0,0 1 0 0 0,0-1 0 0 0,-1 1 0 0 0,-1 0 0 0 0,1 0 0 0 0,-1 0 0 0 0,-1 0 0 0 0,0 0 0 0 0,0 0 0 0 0,-2 11 0 0 0,-3 4 64 0 0,0-1 1 0 0,-1 0 0 0 0,-2 0-1 0 0,0 0 1 0 0,-1-1-1 0 0,-15 23 1 0 0,0-3 368 0 0,-2-2 1 0 0,-33 38 0 0 0,59-77-445 0 0,0-1 0 0 0,0 1 0 0 0,-1-1 0 0 0,1 1 0 0 0,-1 0 1 0 0,1-1-1 0 0,-1 1 0 0 0,1-1 0 0 0,-1 0 0 0 0,1 1 0 0 0,-1-1 1 0 0,1 1-1 0 0,-1-1 0 0 0,1 0 0 0 0,-1 1 0 0 0,1-1 0 0 0,-1 0 1 0 0,0 0-1 0 0,1 1 0 0 0,-1-1 0 0 0,0 0 0 0 0,1 0 0 0 0,-1 0 1 0 0,0 0-1 0 0,1 0 0 0 0,-1 0 0 0 0,0 0 0 0 0,1 0 0 0 0,-1 0 1 0 0,0 0-1 0 0,0-1 0 0 0,0 1-20 0 0,1-1-1 0 0,-1 1 1 0 0,1-1-1 0 0,0 1 1 0 0,-1-1 0 0 0,1 1-1 0 0,-1-1 1 0 0,1 0-1 0 0,0 1 1 0 0,0-1 0 0 0,-1 1-1 0 0,1-1 1 0 0,0 0 0 0 0,0 1-1 0 0,0-1 1 0 0,-1 0-1 0 0,1 0 1 0 0,0 1 0 0 0,0-1-1 0 0,0 0 1 0 0,0 1-1 0 0,0-1 1 0 0,1 0 0 0 0,-1 1-1 0 0,0-1 1 0 0,0 0-1 0 0,5-14 31 0 0,0 0 0 0 0,0 1 0 0 0,2 0 0 0 0,-1 0 0 0 0,2 0 0 0 0,13-18 0 0 0,62-70-30 0 0,-52 70-21 0 0,0 1-1 0 0,3 1 0 0 0,53-38 0 0 0,-64 53-3 0 0,1 0 1 0 0,0 2 0 0 0,1 0-1 0 0,1 2 1 0 0,0 1 0 0 0,46-12-1 0 0,-65 21 13 0 0,0-1-1 0 0,1 1 1 0 0,-1 1-1 0 0,1-1 1 0 0,-1 1-1 0 0,1 0 1 0 0,-1 1-1 0 0,0 0 1 0 0,1 0-1 0 0,-1 1 0 0 0,0 0 1 0 0,0 0-1 0 0,9 4 1 0 0,-11-4 3 0 0,-1 1 0 0 0,0 0 0 0 0,0-1 1 0 0,0 1-1 0 0,0 1 0 0 0,0-1 0 0 0,-1 1 0 0 0,1-1 1 0 0,-1 1-1 0 0,0 0 0 0 0,0 0 0 0 0,-1 0 0 0 0,1 1 0 0 0,-1-1 1 0 0,0 1-1 0 0,0-1 0 0 0,0 1 0 0 0,-1 0 0 0 0,0 0 1 0 0,2 7-1 0 0,-1 10 97 0 0,-1 0-1 0 0,-2-1 1 0 0,1 1 0 0 0,-2 0 0 0 0,-1 0 0 0 0,-6 21 0 0 0,-1 18-1572 0 0,5-2-3756 0 0</inkml:trace>
</inkml:ink>
</file>

<file path=ppt/ink/ink2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9:45.1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298 233 852 0 0,'7'-27'3488'0'0,"-3"10"-595"0"0,0 0 0 0 0,-1 0 1 0 0,2-28-1 0 0,-20 49-2134 0 0,8 0-659 0 0,1 1-1 0 0,-1-1 1 0 0,1 1 0 0 0,0 0-1 0 0,0 1 1 0 0,0-1-1 0 0,1 1 1 0 0,-8 11 0 0 0,6-8-26 0 0,-20 23 180 0 0,-42 70 0 0 0,58-83-201 0 0,1 0 0 0 0,1 0 0 0 0,1 1 1 0 0,1 0-1 0 0,-8 35 0 0 0,14-53-33 0 0,0 1-1 0 0,1 0 1 0 0,-1 0-1 0 0,1 0 1 0 0,0 0-1 0 0,0 0 1 0 0,0 0-1 0 0,0 0 1 0 0,1 0-1 0 0,-1 0 1 0 0,1 0-1 0 0,0 0 1 0 0,0 0-1 0 0,0-1 1 0 0,0 1-1 0 0,0 0 0 0 0,0-1 1 0 0,1 1-1 0 0,-1 0 1 0 0,1-1-1 0 0,2 3 1 0 0,-1-2-1 0 0,1-1-1 0 0,-1 0 1 0 0,0 0 0 0 0,0 0-1 0 0,1 0 1 0 0,-1-1 0 0 0,1 1 0 0 0,0-1-1 0 0,0 0 1 0 0,-1 0 0 0 0,1 0 0 0 0,0-1-1 0 0,0 1 1 0 0,0-1 0 0 0,6 0-1 0 0,0 0 7 0 0,1-1 0 0 0,-1 0 0 0 0,0-1 0 0 0,0 0 0 0 0,0 0 0 0 0,0-1 0 0 0,-1-1 0 0 0,1 1 0 0 0,-1-2 0 0 0,18-9 0 0 0,-16 6-8 0 0,1 0 1 0 0,-1-1-1 0 0,-1-1 1 0 0,0 1-1 0 0,0-1 0 0 0,-1-1 1 0 0,13-18-1 0 0,-14 15-13 0 0,1 1 0 0 0,-2-2-1 0 0,0 1 1 0 0,0-1 0 0 0,-2 0-1 0 0,0 0 1 0 0,0-1 0 0 0,-2 1 0 0 0,0-1-1 0 0,0 0 1 0 0,-2 0 0 0 0,0 0-1 0 0,-1 0 1 0 0,-3-28 0 0 0,2 37-6 0 0,0 1 1 0 0,-1-1 0 0 0,0 1 0 0 0,0-1-1 0 0,-1 1 1 0 0,0 0 0 0 0,0 0-1 0 0,0 0 1 0 0,-1 0 0 0 0,-6-7-1 0 0,7 10 1 0 0,0 0 0 0 0,1 0 1 0 0,-1 0-1 0 0,-1 1 0 0 0,1-1 0 0 0,0 1 0 0 0,-1 0 0 0 0,1 0 0 0 0,-1 0 1 0 0,1 1-1 0 0,-1-1 0 0 0,0 1 0 0 0,0 0 0 0 0,0 0 0 0 0,0 0 0 0 0,0 0 0 0 0,0 1 1 0 0,0 0-1 0 0,-4 0 0 0 0,-7 1 6 0 0,1 1 0 0 0,-1 1 0 0 0,1 1 0 0 0,-1 0 0 0 0,1 0 0 0 0,0 2 1 0 0,1 0-1 0 0,-22 12 0 0 0,13-5 2 0 0,0 2 0 0 0,1 0 1 0 0,1 1-1 0 0,-20 20 0 0 0,33-29 8 0 0,0 1 0 0 0,0 0 0 0 0,1 0 0 0 0,-1 1 0 0 0,2-1 0 0 0,-8 15 0 0 0,12-21-13 0 0,0 0 0 0 0,1 0 0 0 0,-1 0 0 0 0,0 0 0 0 0,1 0 0 0 0,-1 0 0 0 0,1 0-1 0 0,0 0 1 0 0,-1 0 0 0 0,1 0 0 0 0,0 0 0 0 0,0 0 0 0 0,0 0 0 0 0,1 0 0 0 0,-1 0 0 0 0,0 0 0 0 0,1 0-1 0 0,0 0 1 0 0,-1 0 0 0 0,1 0 0 0 0,0 0 0 0 0,0 0 0 0 0,0-1 0 0 0,0 1 0 0 0,0 0 0 0 0,0-1-1 0 0,1 1 1 0 0,-1 0 0 0 0,0-1 0 0 0,1 0 0 0 0,-1 1 0 0 0,1-1 0 0 0,0 0 0 0 0,-1 0 0 0 0,1 0 0 0 0,0 0-1 0 0,0 0 1 0 0,3 1 0 0 0,6 2-3 0 0,-1-1 1 0 0,1 0-1 0 0,-1-1 0 0 0,1 0 0 0 0,0-1 0 0 0,0 0 1 0 0,0 0-1 0 0,21-3 0 0 0,88-17-142 0 0,-72 7 95 0 0,0-2-1 0 0,-1-2 1 0 0,-1-3-1 0 0,-1-1 1 0 0,0-2-1 0 0,-2-2 1 0 0,-1-2 0 0 0,59-47-1 0 0,-86 61 34 0 0,2-2-33 0 0,-1 2-1 0 0,2 0 1 0 0,28-15-1 0 0,-46 27 48 0 0,1 0 0 0 0,-1 0-1 0 0,0 0 1 0 0,1 0-1 0 0,-1 0 1 0 0,1 0 0 0 0,-1 0-1 0 0,0 1 1 0 0,1-1-1 0 0,-1 0 1 0 0,1 0 0 0 0,-1 0-1 0 0,0 0 1 0 0,1 0-1 0 0,-1 1 1 0 0,0-1 0 0 0,1 0-1 0 0,-1 0 1 0 0,0 1-1 0 0,0-1 1 0 0,1 0 0 0 0,-1 1-1 0 0,0-1 1 0 0,0 0-1 0 0,1 0 1 0 0,-1 1 0 0 0,0-1-1 0 0,0 1 1 0 0,0-1 0 0 0,1 0-1 0 0,-1 1 1 0 0,0-1-1 0 0,0 0 1 0 0,0 1 0 0 0,0-1-1 0 0,0 1 1 0 0,0-1-1 0 0,0 0 1 0 0,0 1 0 0 0,0-1-1 0 0,0 1 1 0 0,0-1-1 0 0,0 0 1 0 0,0 1 0 0 0,0-1-1 0 0,-1 1 1 0 0,0 21 2 0 0,-5 2 17 0 0,-1-1 0 0 0,0 0 0 0 0,-2-1 0 0 0,-18 34 0 0 0,17-36-4 0 0,-88 180 895 0 0,96-198-1 0 0,3-5-810 0 0,1-5-75 0 0,0 1 0 0 0,1-1 0 0 0,0 1-1 0 0,1 0 1 0 0,-1 0 0 0 0,1 0 0 0 0,9-11-1 0 0,41-47 9 0 0,-39 48-26 0 0,31-35-21 0 0,60-52 1 0 0,-82 84-11 0 0,0 1 1 0 0,2 0 0 0 0,0 2-1 0 0,55-26 1 0 0,-79 41 19 0 0,1 1 0 0 0,0 0 1 0 0,0 0-1 0 0,0 1 1 0 0,-1-1-1 0 0,1 1 1 0 0,0-1-1 0 0,0 1 0 0 0,0 0 1 0 0,0 0-1 0 0,0 0 1 0 0,0 1-1 0 0,5 0 0 0 0,-6 0 5 0 0,-1-1 0 0 0,1 1 0 0 0,-1 0 0 0 0,1-1 0 0 0,-1 1 0 0 0,0 0 0 0 0,1 0 0 0 0,-1 0 0 0 0,0 0 0 0 0,0 0-1 0 0,0 0 1 0 0,1 1 0 0 0,-1-1 0 0 0,-1 0 0 0 0,1 0 0 0 0,0 1 0 0 0,0-1 0 0 0,0 1 0 0 0,-1-1 0 0 0,1 1 0 0 0,-1-1-1 0 0,1 1 1 0 0,-1-1 0 0 0,1 1 0 0 0,-1-1 0 0 0,0 1 0 0 0,0 2 0 0 0,0 6 5 0 0,0 1 0 0 0,-1 0 0 0 0,0-1 1 0 0,-1 1-1 0 0,0-1 0 0 0,-6 19 0 0 0,-29 61 92 0 0,21-54-68 0 0,8-19-9 0 0,0 1 12 0 0,1-1 1 0 0,1 1-1 0 0,-7 28 1 0 0,13-45-27 0 0,0 0 0 0 0,0-1 0 0 0,0 1 0 0 0,-1 0 0 0 0,1 0-1 0 0,0 0 1 0 0,1 0 0 0 0,-1-1 0 0 0,0 1 0 0 0,0 0 0 0 0,0 0 0 0 0,0 0 0 0 0,1-1 0 0 0,-1 1 0 0 0,0 0 0 0 0,1 0-1 0 0,-1-1 1 0 0,0 1 0 0 0,1 0 0 0 0,-1-1 0 0 0,1 1 0 0 0,0 0 0 0 0,-1-1 0 0 0,1 1 0 0 0,-1-1 0 0 0,1 1 0 0 0,0-1-1 0 0,-1 1 1 0 0,1-1 0 0 0,0 1 0 0 0,0-1 0 0 0,-1 0 0 0 0,1 1 0 0 0,1-1 0 0 0,25 3-10 0 0,-24-3 2 0 0,14-1-415 0 0,1-2 1 0 0,-1 0-1 0 0,0 0 0 0 0,0-2 1 0 0,-1 0-1 0 0,19-8 0 0 0,-11 4-334 0 0,158-59-7781 0 0,-107 36 1676 0 0</inkml:trace>
</inkml:ink>
</file>

<file path=ppt/ink/ink2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9:45.8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399 103 2452 0 0,'21'-29'5761'0'0,"20"-36"-1"0"0,-40 63-4806 0 0,-1 1-931 0 0,0 1 0 0 0,0-1 1 0 0,0 1-1 0 0,-1 0 0 0 0,1-1 0 0 0,0 1 1 0 0,0 0-1 0 0,0-1 0 0 0,-1 1 1 0 0,1 0-1 0 0,0 0 0 0 0,0-1 1 0 0,-1 1-1 0 0,1 0 0 0 0,0 0 0 0 0,-1-1 1 0 0,1 1-1 0 0,0 0 0 0 0,-1 0 1 0 0,1 0-1 0 0,0 0 0 0 0,-1 0 1 0 0,1-1-1 0 0,-1 1 0 0 0,1 0 0 0 0,0 0 1 0 0,-1 0-1 0 0,1 0 0 0 0,-1 0 1 0 0,1 0-1 0 0,0 0 0 0 0,-1 0 1 0 0,1 0-1 0 0,0 0 0 0 0,-1 1 0 0 0,-40 21 342 0 0,-66 49-1 0 0,-34 39-53 0 0,140-110-308 0 0,-18 16 39 0 0,-57 47 99 0 0,65-52-101 0 0,1-1 0 0 0,0 2 0 0 0,0-1-1 0 0,-10 17 1 0 0,18-24 3 0 0,2-2-38 0 0,0-1 1 0 0,-1 0-1 0 0,1 0 1 0 0,0 0 0 0 0,0 0-1 0 0,0 1 1 0 0,0-1-1 0 0,0 0 1 0 0,0 0-1 0 0,0 0 1 0 0,0 0-1 0 0,0 1 1 0 0,1-1-1 0 0,-1 1 1 0 0,5 2 6 0 0,-5-4-5 0 0,4 3-2 0 0,0 0 0 0 0,0 0 0 0 0,0 0 0 0 0,0 0-1 0 0,1-1 1 0 0,-1 0 0 0 0,1 0 0 0 0,0 0 0 0 0,-1 0 0 0 0,1-1 0 0 0,0 1 0 0 0,0-1 0 0 0,8 0 0 0 0,18 6 7 0 0,-15-2-16 0 0,-1 1-1 0 0,0 1 1 0 0,24 14-1 0 0,-35-19 21 0 0,1 1 0 0 0,-1 0 0 0 0,0 1 0 0 0,0-1 0 0 0,0 1 0 0 0,0 0-1 0 0,0 0 1 0 0,-1 0 0 0 0,0 0 0 0 0,0 0 0 0 0,0 1 0 0 0,0 0 0 0 0,-1-1 0 0 0,0 1-1 0 0,2 6 1 0 0,-3-6 109 0 0,0-1 1 0 0,0 0-1 0 0,-1 1 0 0 0,0-1 0 0 0,0 0 0 0 0,0 1 1 0 0,-1-1-1 0 0,1 0 0 0 0,-1 1 0 0 0,0-1 0 0 0,0 0 1 0 0,0 0-1 0 0,-1 0 0 0 0,0 0 0 0 0,0 0 0 0 0,0 0 1 0 0,0 0-1 0 0,0-1 0 0 0,-1 1 0 0 0,1-1 0 0 0,-1 1 0 0 0,0-1 1 0 0,0 0-1 0 0,-5 4 0 0 0,0-1 171 0 0,-1 1-1 0 0,0-1 1 0 0,0-1-1 0 0,-1 0 1 0 0,1 0-1 0 0,-1-1 1 0 0,0 0 0 0 0,-15 4-1 0 0,20-8-200 0 0,0 1 0 0 0,0-1 0 0 0,0 0-1 0 0,0 0 1 0 0,-9-2 0 0 0,7 2-34 0 0,3-1-53 0 0,0 0-1 0 0,0 0 1 0 0,1 0 0 0 0,-1 0-1 0 0,0 0 1 0 0,1-1-1 0 0,0 0 1 0 0,-1 1 0 0 0,1-1-1 0 0,0-1 1 0 0,0 1-1 0 0,0 0 1 0 0,0-1 0 0 0,0 1-1 0 0,0-1 1 0 0,1 0-1 0 0,-1 0 1 0 0,1 0 0 0 0,-3-6-1 0 0,4 7-88 0 0,0 1-1 0 0,1-1 0 0 0,-1 0 1 0 0,1 0-1 0 0,0 0 1 0 0,-1 1-1 0 0,1-1 0 0 0,0 0 1 0 0,0 0-1 0 0,0 0 1 0 0,0 0-1 0 0,1 1 1 0 0,-1-1-1 0 0,0 0 0 0 0,1 0 1 0 0,0 0-1 0 0,-1 1 1 0 0,1-1-1 0 0,0 0 0 0 0,-1 1 1 0 0,1-1-1 0 0,0 0 1 0 0,2-1-1 0 0,2-4-845 0 0,1 0 0 0 0,0 1 0 0 0,8-9 0 0 0,0 4-1559 0 0,0 1 0 0 0,0 0 0 0 0,18-8 0 0 0,-6 5-3724 0 0</inkml:trace>
</inkml:ink>
</file>

<file path=ppt/ink/ink2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9:46.0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 93 684 0 0,'26'-18'5952'0'0,"-1"-2"0"0"0,30-31 0 0 0,-53 50-5530 0 0,5-1 669 0 0,-5 2-81 0 0,-2 9-866 0 0,-3 1 205 0 0,0 1-1 0 0,-1 0 0 0 0,0-1 0 0 0,-1 0 1 0 0,-10 18-1 0 0,-5 10 30 0 0,-9 25-207 0 0,-28 68 463 0 0,50-110-557 0 0,1-1 0 0 0,0 1-1 0 0,2 1 1 0 0,-4 31 0 0 0,8-52-211 0 0,0 1 0 0 0,-1 0 1 0 0,1 0-1 0 0,0-1 0 0 0,0 1 1 0 0,0 0-1 0 0,1-1 1 0 0,-1 1-1 0 0,0 0 0 0 0,1 0 1 0 0,-1-1-1 0 0,1 1 0 0 0,-1-1 1 0 0,1 1-1 0 0,0 0 1 0 0,0-1-1 0 0,0 1 0 0 0,-1-1 1 0 0,2 0-1 0 0,-1 1 0 0 0,0-1 1 0 0,0 0-1 0 0,0 0 1 0 0,0 1-1 0 0,1-1 0 0 0,-1 0 1 0 0,1 0-1 0 0,-1 0 1 0 0,1-1-1 0 0,-1 1 0 0 0,1 0 1 0 0,-1-1-1 0 0,1 1 0 0 0,0 0 1 0 0,-1-1-1 0 0,1 0 1 0 0,0 1-1 0 0,0-1 0 0 0,-1 0 1 0 0,1 0-1 0 0,0 0 0 0 0,-1 0 1 0 0,1-1-1 0 0,0 1 1 0 0,0 0-1 0 0,-1-1 0 0 0,1 1 1 0 0,0-1-1 0 0,1 0 0 0 0,3-1-1460 0 0,-1 0-1 0 0,1 0 1 0 0,-1 0-1 0 0,9-6 1 0 0,5-7-6212 0 0</inkml:trace>
</inkml:ink>
</file>

<file path=ppt/ink/ink2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9:46.2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138 84 2224 0 0,'-5'-15'2235'0'0,"0"1"-1"0"0,-1-1 1 0 0,-8-16-1 0 0,13 30-2178 0 0,1 1-1 0 0,-1-1 0 0 0,1 1 1 0 0,-1-1-1 0 0,1 0 0 0 0,-1 1 1 0 0,0-1-1 0 0,1 1 0 0 0,-1-1 1 0 0,0 1-1 0 0,1 0 0 0 0,-1-1 1 0 0,0 1-1 0 0,1 0 0 0 0,-1-1 1 0 0,0 1-1 0 0,0 0 0 0 0,0 0 1 0 0,1 0-1 0 0,-1 0 0 0 0,0 0 1 0 0,0-1-1 0 0,0 2 0 0 0,1-1 1 0 0,-1 0-1 0 0,0 0 0 0 0,0 0 1 0 0,0 0-1 0 0,1 0 0 0 0,-1 1 1 0 0,-1-1-1 0 0,0 1-3 0 0,0 0 0 0 0,0 0 0 0 0,0 0 0 0 0,0 0 0 0 0,1 0 0 0 0,-1 0 0 0 0,0 1 0 0 0,1-1 0 0 0,-1 0 0 0 0,-1 3 0 0 0,-5 8-412 0 0,1-1 0 0 0,0 1 1 0 0,-7 17-1 0 0,7-11-2667 0 0,-8 33 0 0 0,11-26-581 0 0</inkml:trace>
</inkml:ink>
</file>

<file path=ppt/ink/ink2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9:46.7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54 228 636 0 0,'8'7'9370'0'0,"12"18"-2506"0"0,-17-20-6676 0 0,0 1 1 0 0,-1-1-1 0 0,0 1 1 0 0,0 0-1 0 0,0 0 1 0 0,0 0-1 0 0,-1 0 0 0 0,0 0 1 0 0,0 11-1 0 0,-1 1 78 0 0,0 0 0 0 0,-1 0-1 0 0,-1 0 1 0 0,-1 0-1 0 0,0 0 1 0 0,-2-1-1 0 0,0 1 1 0 0,-1-1-1 0 0,0 0 1 0 0,-1 0 0 0 0,-1-1-1 0 0,-18 26 1 0 0,26-41-254 0 0,-1-1 0 0 0,1 1 0 0 0,-1-1 0 0 0,1 1 1 0 0,0-1-1 0 0,-1 1 0 0 0,0-1 0 0 0,1 1 0 0 0,-1-1 1 0 0,1 0-1 0 0,-1 1 0 0 0,1-1 0 0 0,-1 0 0 0 0,0 0 1 0 0,1 1-1 0 0,-1-1 0 0 0,0 0 0 0 0,1 0 0 0 0,-1 0 1 0 0,0 0-1 0 0,1 0 0 0 0,-1 0 0 0 0,0 0 0 0 0,1 0 1 0 0,-1 0-1 0 0,0 0 0 0 0,1 0 0 0 0,-1 0 0 0 0,1-1 1 0 0,-1 1-1 0 0,0 0 0 0 0,1 0 0 0 0,-1-1 0 0 0,1 1 1 0 0,-1 0-1 0 0,0-1 0 0 0,1 1 0 0 0,-1-1 0 0 0,1 1 1 0 0,-1-1-1 0 0,1 1 0 0 0,0-1 0 0 0,-1 1 0 0 0,1-1 1 0 0,-1 1-1 0 0,1-1 0 0 0,0 1 0 0 0,-1-1 0 0 0,1 0 1 0 0,0 1-1 0 0,0-1 0 0 0,0 1 0 0 0,-1-1 0 0 0,1 0 1 0 0,0 1-1 0 0,0-1 0 0 0,0-1 0 0 0,0-6 8 0 0,-1 0 1 0 0,2 0-1 0 0,-1 0 1 0 0,1 0-1 0 0,0 0 0 0 0,0 0 1 0 0,1 0-1 0 0,6-14 1 0 0,30-61 16 0 0,-26 57-21 0 0,7-11-11 0 0,1 1 1 0 0,2 1 0 0 0,1 1-1 0 0,35-40 1 0 0,-42 57-4 0 0,0 1-1 0 0,0 0 1 0 0,1 2-1 0 0,1-1 1 0 0,1 2-1 0 0,0 1 1 0 0,0 0 0 0 0,1 1-1 0 0,30-11 1 0 0,-42 19-7 0 0,0 1 0 0 0,1 0 0 0 0,-1 0 0 0 0,1 1 0 0 0,0 0 0 0 0,-1 0 0 0 0,1 1 0 0 0,0 0-1 0 0,0 1 1 0 0,-1 0 0 0 0,1 0 0 0 0,9 3 0 0 0,-14-3 2 0 0,0 0 0 0 0,0 1-1 0 0,0-1 1 0 0,-1 1 0 0 0,1 0 0 0 0,-1 0-1 0 0,1 0 1 0 0,-1 1 0 0 0,0-1 0 0 0,0 1-1 0 0,0 0 1 0 0,0 0 0 0 0,0 0-1 0 0,-1 0 1 0 0,0 0 0 0 0,1 0 0 0 0,-1 1-1 0 0,0-1 1 0 0,0 1 0 0 0,-1-1-1 0 0,1 1 1 0 0,-1 0 0 0 0,0 0 0 0 0,0 0-1 0 0,0 0 1 0 0,0 0 0 0 0,0 8-1 0 0,-1-2-15 0 0,-1 0-1 0 0,1 0 0 0 0,-1 0 1 0 0,-1 0-1 0 0,0 0 0 0 0,-1 0 1 0 0,-5 15-1 0 0,-4 2 279 0 0,-18 32-1 0 0,19-41-1330 0 0,2 1 1 0 0,0-1-1 0 0,1 2 0 0 0,-9 32 0 0 0,16-51 701 0 0,1 0-1 0 0,0 1 0 0 0,0-1 1 0 0,-1 0-1 0 0,1 1 1 0 0,0-1-1 0 0,1 0 0 0 0,-1 1 1 0 0,0-1-1 0 0,0 0 1 0 0,0 1-1 0 0,1-1 0 0 0,-1 0 1 0 0,1 1-1 0 0,-1-1 1 0 0,1 0-1 0 0,-1 0 0 0 0,1 0 1 0 0,0 1-1 0 0,0-1 1 0 0,-1 0-1 0 0,1 0 0 0 0,0 0 1 0 0,2 1-1 0 0</inkml:trace>
</inkml:ink>
</file>

<file path=ppt/ink/ink2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9:47.3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1148 211 84 0 0,'9'-13'2242'0'0,"0"-1"1"0"0,0 0-1 0 0,12-28 0 0 0,-18 36-1748 0 0,-1 0 1 0 0,0 0-1 0 0,0 0 0 0 0,-1 0 0 0 0,0 0 0 0 0,0 0 0 0 0,0-1 0 0 0,-1 1 0 0 0,0 0 0 0 0,0 0 0 0 0,0-1 1 0 0,-1 1-1 0 0,-2-8 0 0 0,3 12-422 0 0,-1 1 1 0 0,0-1-1 0 0,0 0 1 0 0,1 0-1 0 0,-1 0 1 0 0,0 1-1 0 0,-1-1 1 0 0,1 0-1 0 0,0 1 1 0 0,0-1-1 0 0,-1 1 1 0 0,1-1-1 0 0,-1 1 1 0 0,1 0-1 0 0,-1 0 1 0 0,0-1-1 0 0,1 1 1 0 0,-1 0-1 0 0,0 1 1 0 0,0-1-1 0 0,0 0 1 0 0,0 0-1 0 0,0 1 1 0 0,1-1-1 0 0,-1 1 1 0 0,0 0-1 0 0,0-1 1 0 0,0 1-1 0 0,-1 0 1 0 0,1 0-1 0 0,-3 1 1 0 0,-7 0 24 0 0,0 1 0 0 0,1 1 0 0 0,0 0 0 0 0,-15 5 0 0 0,14-3 27 0 0,-29 10 12 0 0,2 1 1 0 0,0 3 0 0 0,1 1-1 0 0,1 2 1 0 0,1 1 0 0 0,-65 56-1 0 0,92-72-106 0 0,1 1-1 0 0,0 1 0 0 0,0 0 1 0 0,1 0-1 0 0,-9 14 0 0 0,14-21-18 0 0,1 1-1 0 0,0-1 1 0 0,0 0-1 0 0,0 1 1 0 0,0-1 0 0 0,1 1-1 0 0,-1-1 1 0 0,1 1-1 0 0,-1-1 1 0 0,1 1-1 0 0,0-1 1 0 0,0 1 0 0 0,0 3-1 0 0,1-4-4 0 0,-1-1 0 0 0,1 1 0 0 0,-1 0 0 0 0,1-1 0 0 0,0 1-1 0 0,0-1 1 0 0,0 1 0 0 0,0-1 0 0 0,0 1 0 0 0,0-1 0 0 0,0 0 0 0 0,1 0 0 0 0,-1 1 0 0 0,0-1 0 0 0,1 0-1 0 0,-1 0 1 0 0,1 0 0 0 0,-1 0 0 0 0,1-1 0 0 0,-1 1 0 0 0,4 1 0 0 0,6 1 3 0 0,-1 0 1 0 0,0-1-1 0 0,1 0 1 0 0,0 0-1 0 0,-1-1 1 0 0,1 0-1 0 0,0-1 1 0 0,0-1-1 0 0,-1 0 1 0 0,1 0-1 0 0,0-1 1 0 0,-1 0-1 0 0,1-1 1 0 0,-1 0-1 0 0,13-6 1 0 0,0 0-4 0 0,-1-2 1 0 0,-1-1-1 0 0,0 0 0 0 0,0-2 1 0 0,28-25-1 0 0,-10 2 410 0 0,64-78 0 0 0,-64 69 453 0 0,-37 43-785 0 0,2 8-21 0 0,-4-5-62 0 0,1 0 1 0 0,-1 0 0 0 0,0 0 0 0 0,1 1 0 0 0,-1-1-1 0 0,0 0 1 0 0,1 0 0 0 0,-1 1 0 0 0,1-1 0 0 0,-1 0-1 0 0,0 1 1 0 0,0-1 0 0 0,1 0 0 0 0,-1 1 0 0 0,0-1-1 0 0,1 1 1 0 0,-1-1 0 0 0,0 0 0 0 0,0 1 0 0 0,0-1-1 0 0,0 1 1 0 0,0-1 0 0 0,1 1 0 0 0,-1-1 0 0 0,0 1 0 0 0,0-1-1 0 0,0 0 1 0 0,0 1 0 0 0,0-1 0 0 0,0 1 0 0 0,0 0-1 0 0,-4 18 43 0 0,0 0-1 0 0,-2-1 1 0 0,0 0-1 0 0,-10 22 0 0 0,-40 71 330 0 0,28-60-129 0 0,-436 743 4095 0 0,283-549-2373 0 0,157-218-1525 0 0,0-1 1 0 0,-2-1-1 0 0,-1-2 0 0 0,0 0 0 0 0,-2-2 0 0 0,-47 27 0 0 0,65-43-426 0 0,0 0 0 0 0,-1 0 0 0 0,1-1 0 0 0,-1 0 0 0 0,0-1 0 0 0,0 0 0 0 0,0-1 0 0 0,-24 1 0 0 0,32-3-15 0 0,-1 0 0 0 0,1-1 0 0 0,0 1 0 0 0,-1-1 0 0 0,1 0 0 0 0,0 0 0 0 0,0 0 0 0 0,-1 0 0 0 0,1-1 0 0 0,0 0 0 0 0,0 0 0 0 0,1 0 0 0 0,-1 0 0 0 0,0-1 0 0 0,1 1 0 0 0,-1-1 0 0 0,1 0 0 0 0,0 0 0 0 0,0 0 0 0 0,0-1 0 0 0,0 1 0 0 0,1-1 0 0 0,-1 1 0 0 0,1-1 0 0 0,0 0 0 0 0,0 0 0 0 0,0 0 0 0 0,-1-4 0 0 0,1 0 0 0 0,1 0 0 0 0,-1 1 0 0 0,1-1 0 0 0,1 0 0 0 0,0 0 0 0 0,0 0 0 0 0,0 0 0 0 0,1 0 0 0 0,0 0 0 0 0,0 0 0 0 0,5-13 0 0 0,1-1 0 0 0,1 0 0 0 0,18-34 0 0 0,-4 19 0 0 0,1 0 0 0 0,2 1 0 0 0,1 2 0 0 0,51-52 0 0 0,137-105 0 0 0,-7 45-5887 0 0,10 20-5351 0 0,-44 26 4879 0 0,-136 75-520 0 0</inkml:trace>
</inkml:ink>
</file>

<file path=ppt/ink/ink2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9:48.0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74 820 1712 0 0,'4'-6'588'0'0,"32"-45"7396"0"0,37-69 0 0 0,-72 118-7333 0 0,-2 4-418 0 0,-14 32 607 0 0,-24 40 0 0 0,1-3-392 0 0,24-42-323 0 0,-1 0-31 0 0,1 0-1 0 0,2 0 1 0 0,0 1-1 0 0,3 1 1 0 0,-9 40 0 0 0,18-65-64 0 0,0 1 1 0 0,0-1 0 0 0,0 1-1 0 0,3 10 1 0 0,-2-14-20 0 0,0-1-8 0 0,0 0-1 0 0,0-1 1 0 0,1 1-1 0 0,-1-1 1 0 0,1 0-1 0 0,-1 1 1 0 0,1-1-1 0 0,0 0 0 0 0,-1 0 1 0 0,1 0-1 0 0,0 0 1 0 0,0 0-1 0 0,0 0 1 0 0,0 0-1 0 0,3 0 1 0 0,-2 0-11 0 0,-1-1 0 0 0,1 1 0 0 0,-1-1 0 0 0,1 0 0 0 0,-1 0 0 0 0,1 0 0 0 0,-1 0 0 0 0,1-1 1 0 0,-1 1-1 0 0,1 0 0 0 0,-1-1 0 0 0,1 0 0 0 0,-1 0 0 0 0,3-1 0 0 0,32-16-207 0 0,-34 16 187 0 0,26-16-120 0 0,-2-1-1 0 0,49-42 0 0 0,42-56 78 0 0,-62 59 26 0 0,4-2-17 0 0,-58 58 44 0 0,-3 9 5 0 0,-1 0 9 0 0,1-1 0 0 0,-1 1 1 0 0,-1-1-1 0 0,0 1 0 0 0,1-1 0 0 0,-2 0 0 0 0,1 0 0 0 0,-7 9 0 0 0,-7 13-7 0 0,-6 15 23 0 0,-20 45 10 0 0,39-78-1 0 0,0 1-1 0 0,1-1 0 0 0,0 1 0 0 0,1 0 0 0 0,0 0 0 0 0,-1 19 0 0 0,3-28-10 0 0,0 1 0 0 0,0 0 0 0 0,1-1-1 0 0,-1 1 1 0 0,1 0 0 0 0,-1-1 0 0 0,1 1 0 0 0,0-1-1 0 0,0 1 1 0 0,0-1 0 0 0,0 1 0 0 0,0-1 0 0 0,0 0-1 0 0,1 1 1 0 0,-1-1 0 0 0,1 0 0 0 0,0 0 0 0 0,2 2-1 0 0,-1-1-33 0 0,0-1-1 0 0,0-1 0 0 0,0 1 0 0 0,0 0 0 0 0,0-1 0 0 0,1 1 1 0 0,-1-1-1 0 0,1 0 0 0 0,-1 0 0 0 0,1 0 0 0 0,-1-1 0 0 0,4 1 1 0 0,4 0-258 0 0,0-1 1 0 0,0-1 0 0 0,0 0 0 0 0,0 0 0 0 0,-1-1 0 0 0,1-1 0 0 0,19-6 0 0 0,-4-3-383 0 0,-1 0 1 0 0,-1-2-1 0 0,0 0 0 0 0,-1-2 1 0 0,0 0-1 0 0,-1-2 1 0 0,21-23-1 0 0,16-20-679 0 0,51-70-1 0 0,-38 35 1241 0 0,-4-3 1 0 0,99-193-1 0 0,-147 249 1330 0 0,-2 0 1 0 0,-2-1 0 0 0,-1 0 0 0 0,-3-1 0 0 0,8-49-1 0 0,-20 93-1197 0 0,0 0-1 0 0,0 1 0 0 0,1-1 0 0 0,-1 0 1 0 0,0 1-1 0 0,0-1 0 0 0,0 0 0 0 0,0 1 1 0 0,0-1-1 0 0,0 0 0 0 0,0 0 0 0 0,0 1 1 0 0,0-1-1 0 0,-1 0 0 0 0,1 1 0 0 0,0-1 1 0 0,0 0-1 0 0,-1 1 0 0 0,1-1 0 0 0,0 1 1 0 0,0-1-1 0 0,-1 0 0 0 0,1 1 1 0 0,-1-1-1 0 0,0 1-18 0 0,0 0 0 0 0,1-1 0 0 0,-1 1 0 0 0,0 0 1 0 0,1 1-1 0 0,-1-1 0 0 0,1 0 0 0 0,-1 0 0 0 0,0 0 0 0 0,1 0 0 0 0,-1 0 1 0 0,0 1-1 0 0,1-1 0 0 0,-1 0 0 0 0,1 1 0 0 0,-1-1 0 0 0,1 0 0 0 0,-1 1 1 0 0,0 0-1 0 0,-26 26 133 0 0,6 3-35 0 0,1 1 0 0 0,2 0 0 0 0,1 2 0 0 0,-14 38 0 0 0,12-28 64 0 0,-191 494 931 0 0,202-513-1100 0 0,1 0 0 0 0,0 0 0 0 0,2 1 0 0 0,1-1 0 0 0,-1 48 0 0 0,4-65-253 0 0,2 0 1 0 0,-1 0-1 0 0,1 0 1 0 0,0 0-1 0 0,1 0 0 0 0,-1-1 1 0 0,1 1-1 0 0,1 0 1 0 0,-1-1-1 0 0,1 1 1 0 0,0-1-1 0 0,1 0 1 0 0,-1 0-1 0 0,1 0 1 0 0,0 0-1 0 0,1-1 1 0 0,0 0-1 0 0,-1 0 0 0 0,2 0 1 0 0,-1 0-1 0 0,0-1 1 0 0,1 0-1 0 0,0 0 1 0 0,0 0-1 0 0,9 3 1 0 0,-5-3-653 0 0,-1-1 0 0 0,0 0-1 0 0,1 0 1 0 0,-1-1 0 0 0,1 0 0 0 0,0-1 0 0 0,13 0 0 0 0,10-2-3929 0 0</inkml:trace>
</inkml:ink>
</file>

<file path=ppt/ink/ink2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9:48.5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119 316 364 0 0,'35'-29'3406'0'0,"60"-65"0"0"0,-77 73-1814 0 0,-2 0 1 0 0,0-2 0 0 0,-1 0-1 0 0,19-39 1 0 0,-33 58-1352 0 0,1 1 0 0 0,-1-2 0 0 0,0 1 1 0 0,0 0-1 0 0,-1 0 0 0 0,1-8 1 0 0,-1 12-225 0 0,0-1 0 0 0,-1 1 1 0 0,1-1-1 0 0,0 1 1 0 0,-1-1-1 0 0,1 1 0 0 0,-1 0 1 0 0,1-1-1 0 0,-1 1 1 0 0,1 0-1 0 0,-1-1 0 0 0,1 1 1 0 0,-1 0-1 0 0,1-1 1 0 0,-1 1-1 0 0,1 0 0 0 0,-1 0 1 0 0,1 0-1 0 0,-1 0 1 0 0,0 0-1 0 0,1-1 0 0 0,-1 1 1 0 0,1 0-1 0 0,-1 0 1 0 0,0 1-1 0 0,1-1 0 0 0,-1 0 1 0 0,1 0-1 0 0,-1 0 1 0 0,1 0-1 0 0,-1 0 0 0 0,0 1 1 0 0,-17 2 106 0 0,18-3-122 0 0,-15 5 75 0 0,1 1 1 0 0,1 0 0 0 0,-1 0 0 0 0,1 2 0 0 0,0-1-1 0 0,-12 11 1 0 0,-67 60 297 0 0,88-74-359 0 0,-15 14 64 0 0,0 0-1 0 0,-17 24 1 0 0,30-35-53 0 0,2 0 0 0 0,-1-1 1 0 0,1 1-1 0 0,0 1 1 0 0,0-1-1 0 0,1 1 0 0 0,0-1 1 0 0,0 1-1 0 0,1 0 1 0 0,0 0-1 0 0,-1 8 0 0 0,3-13-14 0 0,0 0 0 0 0,1 0-1 0 0,-1 0 1 0 0,0 0-1 0 0,1 0 1 0 0,0-1-1 0 0,0 1 1 0 0,0 0-1 0 0,0 0 1 0 0,0-1-1 0 0,0 1 1 0 0,1-1 0 0 0,-1 1-1 0 0,1-1 1 0 0,0 1-1 0 0,-1-1 1 0 0,1 0-1 0 0,0 0 1 0 0,1 0-1 0 0,-1 0 1 0 0,0 0 0 0 0,0-1-1 0 0,1 1 1 0 0,-1-1-1 0 0,1 1 1 0 0,0-1-1 0 0,4 2 1 0 0,-2-1 2 0 0,1 0 0 0 0,-1 0 0 0 0,1-1 0 0 0,0 0 0 0 0,0 0 0 0 0,-1 0 0 0 0,1 0 0 0 0,0-1 0 0 0,0 0 1 0 0,0-1-1 0 0,0 1 0 0 0,11-3 0 0 0,4-5 0 0 0,0 0 0 0 0,0-2 1 0 0,0 0-1 0 0,-2-1 1 0 0,24-17-1 0 0,89-77-6 0 0,-93 71 7 0 0,41-35 748 0 0,-78 68-695 0 0,-1 1-67 0 0,-1 0 0 0 0,0 0 0 0 0,1 1 0 0 0,-1-1 0 0 0,0 0 0 0 0,1 1 0 0 0,-1-1 0 0 0,0 0 0 0 0,1 1 0 0 0,-1-1 0 0 0,0 1 0 0 0,0-1 0 0 0,0 0 0 0 0,0 1 0 0 0,1-1 0 0 0,-1 1 0 0 0,0-1 0 0 0,0 1 0 0 0,0-1 0 0 0,0 0 0 0 0,0 1 0 0 0,0-1 0 0 0,0 1 0 0 0,0-1 0 0 0,0 1 0 0 0,0-1 0 0 0,0 1 0 0 0,0-1 1 0 0,0 0-1 0 0,-1 1 0 0 0,1-1 0 0 0,0 1 0 0 0,-1 0 0 0 0,-8 16 30 0 0,7-14-23 0 0,-23 38 9 0 0,-29 55-10 0 0,49-84 11 0 0,0 0 0 0 0,0-1 0 0 0,1 2 1 0 0,1-1-1 0 0,0 0 0 0 0,-2 19 1 0 0,5-28-125 0 0,0 0 1 0 0,0 1 0 0 0,0-1 0 0 0,0 0 0 0 0,1 0 0 0 0,-1 0-1 0 0,1 0 1 0 0,0 0 0 0 0,0 0 0 0 0,0 0 0 0 0,0 0-1 0 0,1 0 1 0 0,-1 0 0 0 0,1-1 0 0 0,-1 1 0 0 0,1 0 0 0 0,0-1-1 0 0,0 0 1 0 0,0 1 0 0 0,0-1 0 0 0,1 0 0 0 0,-1 0 0 0 0,4 2-1 0 0,-2-2-733 0 0,-1 0 0 0 0,0 0-1 0 0,1-1 1 0 0,-1 1 0 0 0,1-1-1 0 0,-1 0 1 0 0,1 0 0 0 0,0-1-1 0 0,-1 1 1 0 0,1-1-1 0 0,7 0 1 0 0,8-1-4996 0 0</inkml:trace>
</inkml:ink>
</file>

<file path=ppt/ink/ink2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9:48.8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23 149 2196 0 0,'31'-41'4137'0'0,"39"-57"4399"0"0,-70 97-8518 0 0,0 1-1 0 0,0-1 0 0 0,0 1 0 0 0,1-1 0 0 0,-1 1 0 0 0,0-1 1 0 0,0 1-1 0 0,0-1 0 0 0,1 1 0 0 0,-1 0 0 0 0,0-1 0 0 0,1 1 1 0 0,-1 0-1 0 0,0-1 0 0 0,1 1 0 0 0,-1 0 0 0 0,1-1 0 0 0,-1 1 1 0 0,1 0-1 0 0,-1 0 0 0 0,0-1 0 0 0,1 1 0 0 0,-1 0 0 0 0,1 0 1 0 0,-1 0-1 0 0,1 0 0 0 0,-1 0 0 0 0,1 0 0 0 0,-1 0 0 0 0,1 0 1 0 0,-1 0-1 0 0,1 0 0 0 0,-1 0 0 0 0,1 0 0 0 0,-1 0 0 0 0,1 0 1 0 0,-1 0-1 0 0,1 0 0 0 0,-1 0 0 0 0,1 1 0 0 0,-1-1 0 0 0,0 0 1 0 0,1 0-1 0 0,-1 1 0 0 0,1-1 0 0 0,-1 0 0 0 0,0 0 0 0 0,1 1 1 0 0,-1-1-1 0 0,0 0 0 0 0,1 1 0 0 0,-1-1 0 0 0,0 1 0 0 0,1-1 1 0 0,-1 1-1 0 0,0-1 0 0 0,0 0 0 0 0,0 1 0 0 0,1-1 0 0 0,-1 1 1 0 0,10 26 271 0 0,-8-4 37 0 0,0 0-1 0 0,-2 0 1 0 0,0 0 0 0 0,-1-1-1 0 0,-2 1 1 0 0,-6 29-1 0 0,3-16-85 0 0,-1 0 85 0 0,0-1 0 0 0,-3 0 0 0 0,-1-1-1 0 0,-18 39 1 0 0,26-66-54 0 0,0-1-1 0 0,-1 1 1 0 0,0-1 0 0 0,-1 0-1 0 0,1-1 1 0 0,-1 1-1 0 0,-9 7 1 0 0,13-12-186 0 0,0 0-1 0 0,0 0 1 0 0,0-1 0 0 0,-1 1 0 0 0,1-1-1 0 0,0 1 1 0 0,0-1 0 0 0,-1 0-1 0 0,1 1 1 0 0,0-1 0 0 0,-1 0-1 0 0,1 0 1 0 0,0 0 0 0 0,-1 0-1 0 0,1 0 1 0 0,0 0 0 0 0,-1 0-1 0 0,-2-1 1 0 0,3 1-182 0 0,1-1 107 0 0,-1 1 1 0 0,1 0 0 0 0,-1 0 0 0 0,1 0 0 0 0,0-1-1 0 0,-1 1 1 0 0,1 0 0 0 0,0-1 0 0 0,-1 1 0 0 0,1 0 0 0 0,0-1-1 0 0,-1 1 1 0 0,1 0 0 0 0,0-1 0 0 0,0 1 0 0 0,-1 0 0 0 0,1-1-1 0 0,0 1 1 0 0,0-1 0 0 0,0 1 0 0 0,0-1 0 0 0,-1 1-1 0 0,1-1 1 0 0,0 1 0 0 0,0 0 0 0 0,0-1 0 0 0,0 1 0 0 0,0-1-1 0 0,0 1 1 0 0,0-1 0 0 0,0 1 0 0 0,1-1 0 0 0,-1 1 0 0 0,0 0-1 0 0,0-1 1 0 0,0 1 0 0 0,1-1 0 0 0,3-14 66 0 0,-4 15-76 0 0,7-12 41 0 0,0 1-1 0 0,1 0 1 0 0,0 0 0 0 0,1 0 0 0 0,0 1-1 0 0,0 1 1 0 0,1-1 0 0 0,15-10 0 0 0,-9 6-5 0 0,30-23-51 0 0,2 1 0 0 0,2 2 0 0 0,69-35-1 0 0,72-18-4647 0 0,-138 68 945 0 0,-18 9-2447 0 0,-9 2-1760 0 0</inkml:trace>
</inkml:ink>
</file>

<file path=ppt/ink/ink2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9:49.0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 1 2176 0 0,'0'0'2944'0'0,"-20"4"2293"0"0,3 0-4713 0 0</inkml:trace>
</inkml:ink>
</file>

<file path=ppt/ink/ink2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9:51.7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107 74 1648 0 0,'-77'-46'14429'0'0,"50"26"-11748"0"0,25 19-2324 0 0,2 0-119 0 0,-1-4-344 0 0,9 10-1669 0 0</inkml:trace>
</inkml:ink>
</file>

<file path=ppt/ink/ink2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9:51.5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128 12 1940 0 0,'9'-9'8180'0'0,"-9"9"-8104"0"0,0-1 0 0 0,0 1 0 0 0,0 0 0 0 0,0 0 0 0 0,1 0 0 0 0,-1-1 1 0 0,0 1-1 0 0,0 0 0 0 0,0 0 0 0 0,1 0 0 0 0,-1 0 0 0 0,0 0 0 0 0,0 0 1 0 0,0-1-1 0 0,1 1 0 0 0,-1 0 0 0 0,0 0 0 0 0,0 0 0 0 0,1 0 0 0 0,-1 0 1 0 0,0 0-1 0 0,0 0 0 0 0,1 0 0 0 0,-1 0 0 0 0,0 0 0 0 0,0 0 0 0 0,1 0 1 0 0,-1 0-1 0 0,0 0 0 0 0,0 0 0 0 0,1 0 0 0 0,-1 1 0 0 0,0-1 0 0 0,0 0 1 0 0,1 0-1 0 0,-1 0 0 0 0,0 0 0 0 0,0 0 0 0 0,0 1 0 0 0,1-1 0 0 0,-1 0 1 0 0,0 0-1 0 0,0 0 0 0 0,0 1 0 0 0,0-1 0 0 0,1 0 0 0 0,-1 1 0 0 0,6 18 1793 0 0,-1 26 134 0 0,-5-21-1283 0 0,-1-1-1 0 0,-1 1 0 0 0,-1-1 0 0 0,-9 36 0 0 0,-33 90 641 0 0,27-98-1048 0 0,-8 21 3 0 0,-22 104 0 0 0,46-143-264 0 0,2-32-51 0 0,0 0 0 0 0,-1-1 0 0 0,1 1 0 0 0,0 0 0 0 0,0 0 0 0 0,0-1 0 0 0,1 1 0 0 0,-1 0 0 0 0,0 0 0 0 0,0 0 0 0 0,0-1 0 0 0,1 1-1 0 0,-1 0 1 0 0,0-1 0 0 0,0 1 0 0 0,1 0 0 0 0,-1-1 0 0 0,1 1 0 0 0,-1 0 0 0 0,1-1 0 0 0,-1 1 0 0 0,1 0 0 0 0,-1-1 0 0 0,1 1 0 0 0,0-1 0 0 0,-1 0 0 0 0,1 1-1 0 0,-1-1 1 0 0,1 1 0 0 0,0-1 0 0 0,0 0 0 0 0,-1 1 0 0 0,1-1 0 0 0,0 0 0 0 0,0 0 0 0 0,-1 0 0 0 0,3 1 0 0 0,7-3-138 0 0,1-1 1 0 0,-1 0 0 0 0,0 0-1 0 0,0-1 1 0 0,0 0 0 0 0,0-1-1 0 0,0 0 1 0 0,-1 0-1 0 0,0-1 1 0 0,10-8 0 0 0,16-15-507 0 0,32-33-1 0 0,-62 57 595 0 0,78-76-575 0 0,-4-4 0 0 0,121-168 0 0 0,-192 243 624 0 0,5-9 235 0 0,-14 16-116 0 0,-10 10-71 0 0,2 0 88 0 0,0 1-1 0 0,1 0 1 0 0,0 1 0 0 0,-13 18-1 0 0,6-8 48 0 0,-12 14 203 0 0,2 0 0 0 0,-28 52 0 0 0,45-70-306 0 0,0-1 0 0 0,2 1 0 0 0,0 1 0 0 0,0-1 0 0 0,2 1 0 0 0,0 0 0 0 0,0 0 0 0 0,2 0 0 0 0,-2 20 0 0 0,4-30-62 0 0,1-1-1 0 0,-1 1 1 0 0,1 0-1 0 0,0 0 1 0 0,0-1-1 0 0,0 1 1 0 0,1-1-1 0 0,0 1 1 0 0,0-1-1 0 0,1 1 1 0 0,-1-1-1 0 0,1 0 1 0 0,0 0 0 0 0,1 0-1 0 0,-1-1 1 0 0,1 1-1 0 0,0-1 1 0 0,0 0-1 0 0,0 0 1 0 0,1 0-1 0 0,-1-1 1 0 0,1 1-1 0 0,0-1 1 0 0,6 3-1 0 0,-1-1 17 0 0,1-1 0 0 0,-1 0-1 0 0,1-1 1 0 0,-1 0 0 0 0,1-1-1 0 0,0 0 1 0 0,0-1-1 0 0,0 0 1 0 0,0 0 0 0 0,0-1-1 0 0,22-3 1 0 0,-17 0-13 0 0,0 0 0 0 0,0-2 0 0 0,0 1 0 0 0,0-2 1 0 0,-1 0-1 0 0,0-1 0 0 0,0 0 0 0 0,-1-1 0 0 0,1-1 0 0 0,21-18 0 0 0,-26 18-536 0 0,1-1 0 0 0,-1-1 0 0 0,0 0 0 0 0,-1 0 0 0 0,9-15-1 0 0,-11 15-1188 0 0,-1-1 0 0 0,0 0 0 0 0,-1 0 0 0 0,0-1 0 0 0,6-25 0 0 0,-7 16-5656 0 0</inkml:trace>
</inkml:ink>
</file>

<file path=ppt/ink/ink2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9:52.4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131 76 536 0 0,'1'-2'2222'0'0,"3"-4"-604"0"0,0-2-110 0 0,1 0-1 0 0,0 1 1 0 0,0-1-1 0 0,11-11 0 0 0,-14 17-1435 0 0,0 0-1 0 0,0 1 0 0 0,1-1 0 0 0,-1 0 1 0 0,1 1-1 0 0,-1 0 0 0 0,1-1 1 0 0,-1 1-1 0 0,1 0 0 0 0,0 1 1 0 0,0-1-1 0 0,-1 0 0 0 0,1 1 0 0 0,0-1 1 0 0,0 1-1 0 0,0 0 0 0 0,0 0 1 0 0,-1 0-1 0 0,5 1 0 0 0,-5-1-36 0 0,0 1-1 0 0,0-1 1 0 0,0 1-1 0 0,0 0 1 0 0,0-1-1 0 0,0 1 1 0 0,0 0-1 0 0,0 0 1 0 0,-1 0-1 0 0,1 1 1 0 0,0-1-1 0 0,0 0 1 0 0,-1 1-1 0 0,1-1 1 0 0,-1 1-1 0 0,1-1 1 0 0,-1 1-1 0 0,0 0 0 0 0,0-1 1 0 0,0 1-1 0 0,0 0 1 0 0,0 0-1 0 0,0 0 1 0 0,1 3-1 0 0,-1-1 75 0 0,0 0-1 0 0,0 1 0 0 0,0-1 0 0 0,-1 0 0 0 0,1 1 0 0 0,-1-1 0 0 0,0 0 0 0 0,0 1 1 0 0,-1-1-1 0 0,-1 7 0 0 0,0-3-16 0 0,-1 0 0 0 0,-1 1 0 0 0,0-1 0 0 0,0-1 0 0 0,0 1 0 0 0,-1-1 0 0 0,0 0 0 0 0,-1 0 0 0 0,1 0 0 0 0,-14 11 0 0 0,-6 4 84 0 0,-42 27-1 0 0,61-44-137 0 0,-5 1-660 0 0,-1 0 1 0 0,1 0 0 0 0,-1-1 0 0 0,-19 5 0 0 0,21-7-1031 0 0,-13 1-7978 0 0</inkml:trace>
</inkml:ink>
</file>

<file path=ppt/ink/ink2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9:52.6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 1 3220 0 0,'-2'1'2321'0'0,"-23"15"8322"0"0,22-7-7924 0 0,9 2-6407 0 0</inkml:trace>
</inkml:ink>
</file>

<file path=ppt/ink/ink2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9:53.3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1404 0 0,'0'0'9244'0'0</inkml:trace>
</inkml:ink>
</file>

<file path=ppt/ink/ink2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9:54.0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230 149 392 0 0,'44'-147'14166'0'0,"-44"145"-13361"0"0,-5 105 1070 0 0,-6 0-1 0 0,-25 117 0 0 0,15-109-987 0 0,-2 28 155 0 0,-87 468 1323 0 0,76-465-1950 0 0,3-20-5821 0 0,30-118 4567 0 0,0 1-325 0 0</inkml:trace>
</inkml:ink>
</file>

<file path=ppt/ink/ink2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9:54.5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142 311 1124 0 0,'45'-98'12382'0'0,"-45"98"-12237"0"0,1 1 0 0 0,-1-1 1 0 0,1 1-1 0 0,-1 0 0 0 0,1-1 1 0 0,-1 1-1 0 0,1-1 0 0 0,-1 1 0 0 0,0 0 1 0 0,1-1-1 0 0,-1 1 0 0 0,0 0 0 0 0,0-1 1 0 0,0 1-1 0 0,1 0 0 0 0,-1 1 0 0 0,1 29 1180 0 0,-1 1-1 0 0,-2 0 1 0 0,-5 31-1 0 0,-23 100 1472 0 0,26-142-2435 0 0,-102 456 3900 0 0,65-290-2981 0 0,39-177-909 0 0,0-13-97 0 0,3-12-141 0 0,18-59-253 0 0,3 1-1 0 0,63-136 0 0 0,-53 136-59 0 0,142-300-510 0 0,-116 265 457 0 0,100-138 0 0 0,-153 238 199 0 0,1 0 0 0 0,1 1 0 0 0,0-1 0 0 0,0 1 0 0 0,0 1 0 0 0,1-1 0 0 0,8-4 0 0 0,-15 10 31 0 0,0 0 0 0 0,1 1 0 0 0,-1-1 0 0 0,0 1 0 0 0,1-1 1 0 0,-1 1-1 0 0,0 0 0 0 0,1 0 0 0 0,-1-1 0 0 0,1 1 0 0 0,-1 0 1 0 0,0 0-1 0 0,1 1 0 0 0,-1-1 0 0 0,1 0 0 0 0,-1 0 0 0 0,0 1 1 0 0,1-1-1 0 0,-1 0 0 0 0,0 1 0 0 0,1 0 0 0 0,-1-1 1 0 0,0 1-1 0 0,0 0 0 0 0,0-1 0 0 0,0 1 0 0 0,1 0 0 0 0,-1 0 1 0 0,0 0-1 0 0,0 0 0 0 0,0 0 0 0 0,-1 0 0 0 0,2 2 0 0 0,3 3-13 0 0,-1 1 1 0 0,0-1-1 0 0,0 1 0 0 0,3 10 0 0 0,-6-15 16 0 0,6 16 12 0 0,-2 0 0 0 0,1 1 0 0 0,-2-1 0 0 0,-1 1 0 0 0,3 35 0 0 0,-7 100 92 0 0,-1-107-92 0 0,-7 94 85 0 0,-1 36-278 0 0,10-152-1103 0 0,0 23-2166 0 0,-2-19-8136 0 0</inkml:trace>
</inkml:ink>
</file>

<file path=ppt/ink/ink2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9:54.7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118 110 640 0 0,'-113'-17'17138'0'0,"111"17"-16550"0"0,-1 0-98 0 0,24-1 60 0 0,-1-1 0 0 0,40-9 0 0 0,71-20-4142 0 0,-48 2-3760 0 0,-39 11 194 0 0</inkml:trace>
</inkml:ink>
</file>

<file path=ppt/ink/ink2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9:55.0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377 3 372 0 0,'-1'-2'14053'0'0,"-27"86"-10766"0"0,-40 174 506 0 0,-55 124-2215 0 0,102-326-1509 0 0,-88 259-1078 0 0,89-235-2160 0 0,14-26-5065 0 0,9-30-102 0 0</inkml:trace>
</inkml:ink>
</file>

<file path=ppt/ink/ink2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9:55.3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54 106 1100 0 0,'-48'-52'22910'0'0,"45"50"-21708"0"0,3 1-1031 0 0,0 1 1 0 0,-1-1 0 0 0,1 1-1 0 0,0 0 1 0 0,0-1 0 0 0,-1 1-1 0 0,1-1 1 0 0,0 1 0 0 0,0-1-1 0 0,0 1 1 0 0,0-1 0 0 0,-1 1-1 0 0,1-1 1 0 0,0 1 0 0 0,0-1-1 0 0,0 0 1 0 0,4-1-1 0 0,0 1 1 0 0,0-1-1 0 0,0 1 1 0 0,0 0-1 0 0,1 0 1 0 0,-1 0-1 0 0,0 1 1 0 0,6-1-1 0 0,46 1 274 0 0,-39 0-310 0 0,334-9 424 0 0,-204-5-8450 0 0,-114 4-3753 0 0</inkml:trace>
</inkml:ink>
</file>

<file path=ppt/ink/ink2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9:55.6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197 37 1392 0 0,'-51'24'6059'0'0,"-54"30"6378"0"0,67-35-8633 0 0,36-18-3100 0 0,3 3 304 0 0,-1-3-983 0 0,0-1 0 0 0,0 0 0 0 0,0 1 0 0 0,0-1 0 0 0,0 0 0 0 0,0 1 1 0 0,0-1-1 0 0,0 1 0 0 0,0-1 0 0 0,0 0 0 0 0,0 1 0 0 0,1-1 0 0 0,-1 0 0 0 0,0 1 1 0 0,0-1-1 0 0,0 0 0 0 0,0 1 0 0 0,1-1 0 0 0,-1 0 0 0 0,0 1 0 0 0,0-1 0 0 0,0 0 1 0 0,1 0-1 0 0,-1 1 0 0 0,0-1 0 0 0,1 0 0 0 0,-1 0 0 0 0,0 0 0 0 0,0 1 0 0 0,1-1 1 0 0,-1 0-1 0 0,0 0 0 0 0,1 0 0 0 0,0 1 0 0 0,19 3 356 0 0,1-1-1 0 0,1 0 1 0 0,28-1-1 0 0,70-7 32 0 0,-72 2-270 0 0,-8 0-487 0 0,1-1 1 0 0,-1-3-1 0 0,61-17 0 0 0,-69 14-2099 0 0,42-20 0 0 0,-49 18-1201 0 0,-1-1 1 0 0,23-18-1 0 0,-19 11-5109 0 0</inkml:trace>
</inkml:ink>
</file>

<file path=ppt/ink/ink2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9:55.9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417 60 2932 0 0,'-39'-52'12536'0'0,"39"51"-12466"0"0,-1 1 0 0 0,1-1 0 0 0,0 1 0 0 0,-1-1 1 0 0,1 1-1 0 0,0-1 0 0 0,-1 1 0 0 0,1 0 0 0 0,-1-1 0 0 0,1 1 0 0 0,-1 0 0 0 0,1-1 0 0 0,-1 1 0 0 0,1 0 0 0 0,-1-1 1 0 0,1 1-1 0 0,-1 0 0 0 0,1 0 0 0 0,-1 0 0 0 0,1-1 0 0 0,-1 1 0 0 0,1 0 0 0 0,-1 0 0 0 0,0 0 0 0 0,1 0 0 0 0,-1 0 1 0 0,1 0-1 0 0,-1 0 0 0 0,1 0 0 0 0,-1 0 0 0 0,0 1 0 0 0,1-1 0 0 0,-1 0 0 0 0,1 0 0 0 0,-1 0 0 0 0,1 1 0 0 0,-1-1 1 0 0,1 0-1 0 0,-1 1 0 0 0,1-1 0 0 0,-1 0 0 0 0,1 1 0 0 0,0-1 0 0 0,-1 0 0 0 0,1 1 0 0 0,-1-1 0 0 0,1 1 0 0 0,0-1 1 0 0,-1 1-1 0 0,1-1 0 0 0,0 1 0 0 0,0-1 0 0 0,-1 2 0 0 0,-10 29 965 0 0,10-29-823 0 0,-53 234 4455 0 0,0-3-2872 0 0,-60 153-592 0 0,32-120-927 0 0,73-236-702 0 0,-13 53-1414 0 0,20-75 598 0 0,1 0 1 0 0,0 1-1 0 0,0-1 0 0 0,1 0 1 0 0,0 1-1 0 0,1-1 0 0 0,2 15 0 0 0</inkml:trace>
</inkml:ink>
</file>

<file path=ppt/ink/ink2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09:56.4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370 139 2724 0 0,'0'-90'10606'0'0,"0"42"-4950"0"0,-16 58-4697 0 0,11-5-696 0 0,1 0-1 0 0,0 0 1 0 0,0 1-1 0 0,-6 11 0 0 0,-1 1 194 0 0,-53 87 1933 0 0,5 2 0 0 0,-85 215 0 0 0,133-292-2180 0 0,1 1 0 0 0,2-1 1 0 0,1 2-1 0 0,2-1 0 0 0,-3 50 0 0 0,8-71-168 0 0,0-1 0 0 0,1 1 0 0 0,0-1 0 0 0,0 0 0 0 0,1 1 0 0 0,0-1 0 0 0,0 0 0 0 0,1 0 0 0 0,1 0 0 0 0,-1 0 0 0 0,1-1 0 0 0,1 1 0 0 0,0-1 0 0 0,8 11 0 0 0,-6-11-19 0 0,0 0 0 0 0,1-1 0 0 0,0 0 0 0 0,0 0 0 0 0,1-1 0 0 0,-1 0 0 0 0,1-1 0 0 0,1 0 0 0 0,-1 0 0 0 0,1-1 0 0 0,0 0 0 0 0,18 5 0 0 0,-7-5-6 0 0,-1 0 1 0 0,1-1 0 0 0,0-1 0 0 0,0-1 0 0 0,0-1-1 0 0,-1-1 1 0 0,1-1 0 0 0,0 0 0 0 0,27-8 0 0 0,-22 3-9 0 0,-1-1 0 0 0,0-2 0 0 0,-1 0 0 0 0,0-1 0 0 0,-1-2 0 0 0,0 0 0 0 0,21-18 0 0 0,-21 15-32 0 0,-2-2 1 0 0,0-1-1 0 0,-1 0 1 0 0,-2-2-1 0 0,1 0 1 0 0,-2-1-1 0 0,-1-1 1 0 0,-1 0-1 0 0,-1-1 1 0 0,-1-1-1 0 0,-1 0 1 0 0,-1 0 0 0 0,-1-1-1 0 0,-2-1 1 0 0,7-31-1 0 0,-14 44-108 0 0,0 0-1 0 0,0 0 1 0 0,-2 0-1 0 0,1 0 1 0 0,-2 0-1 0 0,0 0 1 0 0,-1 0 0 0 0,0 1-1 0 0,-1-1 1 0 0,0 1-1 0 0,-1 0 1 0 0,-1 0-1 0 0,0 0 1 0 0,-1 1-1 0 0,0 0 1 0 0,-1 0-1 0 0,0 1 1 0 0,-14-15-1 0 0,7 9-329 0 0,-1 2-1 0 0,0 0 0 0 0,-1 1 0 0 0,0 0 1 0 0,-1 1-1 0 0,-1 1 0 0 0,0 1 0 0 0,-1 1 0 0 0,0 1 1 0 0,0 0-1 0 0,-23-5 0 0 0,29 10-373 0 0,-1 1-1 0 0,0 0 1 0 0,1 1 0 0 0,-21 1 0 0 0,21 1-1961 0 0,1 1 0 0 0,-23 4 0 0 0,8 1-5049 0 0</inkml:trace>
</inkml:ink>
</file>

<file path=ppt/ink/ink2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21:49.5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 87 1252 0 0,'0'0'2311'0'0,"-22"-11"5067"0"0,22 11-7277 0 0,-1-1 0 0 0,1 1 0 0 0,-1-1 0 0 0,1 0 0 0 0,0 1 0 0 0,-1-1 0 0 0,1 1 0 0 0,0-1 0 0 0,-1 0 0 0 0,1 1 0 0 0,0-1 0 0 0,0 1 0 0 0,0-1 0 0 0,0 0 0 0 0,0 1 0 0 0,0-1 0 0 0,0 0 0 0 0,0 1 0 0 0,0-1 0 0 0,0 0 0 0 0,0 1 0 0 0,0-1 0 0 0,0 0 0 0 0,0 1 0 0 0,1-1 1 0 0,-1 0-1 0 0,0 1 0 0 0,0-1 0 0 0,1 1 0 0 0,-1-1 0 0 0,1 0 0 0 0,-1 0 0 0 0,2-1-9 0 0,0 1 0 0 0,0-1 0 0 0,0 1 0 0 0,1-1 0 0 0,-1 1 0 0 0,0 0 0 0 0,0-1 0 0 0,1 1 0 0 0,2 0 0 0 0,8-4-143 0 0,1 2 0 0 0,18-3 0 0 0,-29 5 203 0 0,96-11-33 0 0,144 1 0 0 0,-140 8-17 0 0,676 3 455 0 0,0 33-191 0 0,882 8 715 0 0,-530-31-868 0 0,-755-5-82 0 0,1607-22 983 0 0,-891-1-252 0 0,512 68-650 0 0,-521 15-164 0 0,13-40-73 0 0,-805-22 22 0 0,534 20-9 0 0,117 13-10 0 0,5-26 9 0 0,-853-10 11 0 0,1001 31-58 0 0,-459 2 21 0 0,-60 5-369 0 0,-433-22 225 0 0,87 6-161 0 0,-135-21 341 0 0,-58-2 2 0 0,-31 1 4 0 0,8-1 0 0 0,0 1-4 0 0,26-4-8 0 0,-37 4 14 0 0,0-1-6 0 0,42-5-6 0 0,42-12 0 0 0,-55 11 2 0 0,-30 6-59 0 0,7-2-210 0 0,0 2-2995 0 0,-7 0 2693 0 0,3-1 333 0 0</inkml:trace>
</inkml:ink>
</file>

<file path=ppt/ink/ink2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21:54.1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1 172 0 0,'0'0'7993'0'0,"3"0"-7966"0"0,5 0 67 0 0</inkml:trace>
</inkml:ink>
</file>

<file path=ppt/ink/ink2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21:57.4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1 104 0 0,'0'0'592'0'0</inkml:trace>
</inkml:ink>
</file>

<file path=ppt/ink/ink2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0:05.7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543 96 2380 0 0,'-3'0'3407'0'0,"2"0"-3158"0"0,-1 0 0 0 0,1 0 0 0 0,0-1 1 0 0,0 1-1 0 0,0 0 0 0 0,0-1 1 0 0,0 1-1 0 0,0-1 0 0 0,0 1 0 0 0,0-1 1 0 0,0 1-1 0 0,0-1 0 0 0,0 0 0 0 0,0 1 1 0 0,0-1-1 0 0,1 0 0 0 0,-1 0 1 0 0,0 1-1 0 0,0-1 0 0 0,1 0 0 0 0,-1 0 1 0 0,1 0-1 0 0,-1 0 0 0 0,1 0 1 0 0,-1 0-1 0 0,0-2 0 0 0,1 1 179 0 0,7-23 678 0 0,-1 20-1102 0 0,1 0 0 0 0,-1 0 0 0 0,1 0 1 0 0,0 1-1 0 0,0 0 0 0 0,0 0 0 0 0,1 1 0 0 0,-1 0 1 0 0,1 1-1 0 0,0-1 0 0 0,0 1 0 0 0,0 1 1 0 0,0 0-1 0 0,0 0 0 0 0,0 0 0 0 0,0 1 1 0 0,0 0-1 0 0,1 1 0 0 0,-1-1 0 0 0,0 2 0 0 0,0-1 1 0 0,0 1-1 0 0,-1 0 0 0 0,1 1 0 0 0,0 0 1 0 0,-1 0-1 0 0,0 1 0 0 0,1 0 0 0 0,-1 0 0 0 0,-1 0 1 0 0,1 1-1 0 0,-1 0 0 0 0,0 1 0 0 0,0-1 1 0 0,0 1-1 0 0,-1 0 0 0 0,0 1 0 0 0,0-1 1 0 0,0 1-1 0 0,4 9 0 0 0,-5-7 6 0 0,-1 0 0 0 0,0 1 0 0 0,0-1 0 0 0,-1 1 0 0 0,0-1 0 0 0,0 1 0 0 0,-1 0 0 0 0,-1 0 0 0 0,0 0 0 0 0,-1 16 0 0 0,-2-12 14 0 0,0 0 0 0 0,0 0 0 0 0,-1 0 0 0 0,-1-1-1 0 0,0 1 1 0 0,-13 22 0 0 0,5-14 35 0 0,-2 0 0 0 0,-1 0 1 0 0,-1-2-1 0 0,0 0 0 0 0,-2-1 0 0 0,0 0 1 0 0,-34 24-1 0 0,15-17 155 0 0,-1-2 1 0 0,-2-1-1 0 0,0-2 1 0 0,-1-2-1 0 0,-1-2 1 0 0,-1-1-1 0 0,0-3 1 0 0,-87 15 0 0 0,122-27-150 0 0,0 0 0 0 0,0-1 0 0 0,0 0 0 0 0,0 0 0 0 0,0-1 1 0 0,0 0-1 0 0,0-1 0 0 0,0 0 0 0 0,0 0 0 0 0,-11-5 1 0 0,17 6-61 0 0,0 0 1 0 0,0-1-1 0 0,0 0 1 0 0,0 1-1 0 0,0-1 1 0 0,0 0-1 0 0,1 0 0 0 0,-1-1 1 0 0,1 1-1 0 0,-1-1 1 0 0,1 1-1 0 0,0-1 1 0 0,0 0-1 0 0,0 1 1 0 0,0-1-1 0 0,1 0 1 0 0,-1 0-1 0 0,1 0 1 0 0,-1-1-1 0 0,1 1 1 0 0,0 0-1 0 0,0 0 1 0 0,1-1-1 0 0,-1 1 1 0 0,1-1-1 0 0,0 1 1 0 0,0 0-1 0 0,0-1 1 0 0,1-6-1 0 0,-1 6-13 0 0,1 1 0 0 0,0-1 0 0 0,0 0-1 0 0,0 1 1 0 0,1-1 0 0 0,-1 0 0 0 0,1 1 0 0 0,0 0 0 0 0,0-1 0 0 0,0 1 0 0 0,0 0-1 0 0,1 0 1 0 0,-1 0 0 0 0,4-3 0 0 0,-1 2-5 0 0,0 0 1 0 0,1 0-1 0 0,-1 1 0 0 0,1-1 0 0 0,0 1 0 0 0,0 0 1 0 0,10-3-1 0 0,-2 2 3 0 0,0 1 0 0 0,0 0-1 0 0,0 1 1 0 0,0 1 0 0 0,0 0 0 0 0,0 0 0 0 0,14 3 0 0 0,-16-1 11 0 0,0 1 0 0 0,-1 1 0 0 0,1 0 0 0 0,-1 0 1 0 0,0 1-1 0 0,0 1 0 0 0,0 0 0 0 0,-1 0 0 0 0,17 12 1 0 0,-12-6 22 0 0,-1 0-1 0 0,0 2 1 0 0,0 0 0 0 0,-2 0 0 0 0,17 22 0 0 0,-23-27-439 0 0,0-1-1 0 0,0 0 1 0 0,1 0 0 0 0,0 0-1 0 0,14 9 1 0 0,-15-12-879 0 0,0-1 0 0 0,0 0 0 0 0,0 0 1 0 0,1 0-1 0 0,8 2 0 0 0,3-1-3684 0 0</inkml:trace>
</inkml:ink>
</file>

<file path=ppt/ink/ink2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0:05.9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83 1212 0 0,'33'-37'16850'0'0,"-15"12"-10679"0"0,-17 24-5497 0 0,8-13 816 0 0,-5 8-1314 0 0</inkml:trace>
</inkml:ink>
</file>

<file path=ppt/ink/ink2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0:06.8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317 425 1888 0 0,'-7'-9'7069'0'0,"-1"-1"-4659"0"0,-4-1 605 0 0,-5-5-1500 0 0,15 14-1286 0 0,-17-15 549 0 0,11 7-712 0 0,0 0-1 0 0,0-1 1 0 0,1 0-1 0 0,-11-24 1 0 0,17 33-68 0 0,0 0 0 0 0,0 0 0 0 0,0-1 1 0 0,0 1-1 0 0,0-1 0 0 0,1 1 1 0 0,-1-1-1 0 0,1 1 0 0 0,0-1 1 0 0,0 1-1 0 0,0-1 0 0 0,0 0 1 0 0,0 1-1 0 0,0-1 0 0 0,1 1 0 0 0,-1-1 1 0 0,2-3-1 0 0,0 3-4 0 0,-1-1 1 0 0,1 1-1 0 0,0-1 0 0 0,1 1 0 0 0,-1 0 1 0 0,1-1-1 0 0,-1 1 0 0 0,1 0 0 0 0,0 1 1 0 0,3-4-1 0 0,6-2-7 0 0,0 0 0 0 0,1 1 0 0 0,0 0-1 0 0,25-10 1 0 0,54-14-16 0 0,168-35 1 0 0,-103 31 9 0 0,-131 29 9 0 0,41-4 0 0 0,-64 10-2 0 0,0 0-8 0 0,-2-1 18 0 0,-1 1 0 0 0,1 0 0 0 0,-1 0-1 0 0,1 0 1 0 0,0 0 0 0 0,-1 0 0 0 0,1 0-1 0 0,-1 0 1 0 0,1 0 0 0 0,-1 0 0 0 0,1 0 0 0 0,-1 0-1 0 0,1 0 1 0 0,-1 1 0 0 0,1-1 0 0 0,-1 0 0 0 0,1 0-1 0 0,-1 0 1 0 0,1 1 0 0 0,-1-1 0 0 0,1 0-1 0 0,-1 1 1 0 0,0-1 0 0 0,1 0 0 0 0,-1 1 0 0 0,1-1-1 0 0,-1 0 1 0 0,0 1 0 0 0,1-1 0 0 0,-1 2-1 0 0,0-1 0 0 0,1 0 0 0 0,-1 0 0 0 0,0 0 0 0 0,0 1 0 0 0,0-1 0 0 0,-1 0 0 0 0,1 0-1 0 0,0 0 1 0 0,0 1 0 0 0,-1-1 0 0 0,1 0 0 0 0,0 0 0 0 0,-1 0 0 0 0,1 0 0 0 0,-2 2 0 0 0,-52 99-26 0 0,23-47 84 0 0,3 2-1 0 0,-26 74 0 0 0,-15 110 167 0 0,38-128-102 0 0,26-92 12 0 0,-2 1 0 0 0,-1-2 0 0 0,0 1 0 0 0,-2-1 0 0 0,-14 22 0 0 0,19-34-37 0 0,0-1-1 0 0,0 0 1 0 0,-1 0 0 0 0,0-1-1 0 0,-1 1 1 0 0,1-2-1 0 0,-1 1 1 0 0,0-1-1 0 0,-1 0 1 0 0,1 0-1 0 0,-1 0 1 0 0,0-1-1 0 0,0-1 1 0 0,0 1 0 0 0,-16 3-1 0 0,-1-2 32 0 0,1-2-1 0 0,-1 0 0 0 0,0-2 1 0 0,1 0-1 0 0,-1-2 1 0 0,-28-4-1 0 0,-12-6 25 0 0,-67-21 0 0 0,127 32-144 0 0,-19-7 16 0 0,18 5-100 0 0,2 1-168 0 0,0 0 0 0 0,0 0 1 0 0,0-1-1 0 0,1 1 0 0 0,-1-1 0 0 0,1 0 0 0 0,-1 0 0 0 0,1 0 0 0 0,0 0 0 0 0,-1-1 0 0 0,-4-4 0 0 0,9 5-55 0 0,-1 1-1 0 0,0-1 0 0 0,1 1 0 0 0,-1-1 0 0 0,1 1 1 0 0,-1-1-1 0 0,1 1 0 0 0,0-1 0 0 0,-1 1 1 0 0,1 0-1 0 0,0 0 0 0 0,0-1 0 0 0,0 1 1 0 0,0 0-1 0 0,0 0 0 0 0,0 0 0 0 0,2-1 1 0 0,9-10-3896 0 0,3-1-1487 0 0</inkml:trace>
</inkml:ink>
</file>

<file path=ppt/ink/ink2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0:07.6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184 72 1868 0 0,'58'-70'13074'0'0,"-56"69"-12783"0"0,-5 29 0 0 0,0 1-1 0 0,-2-1 0 0 0,-1 0 0 0 0,-13 38 1 0 0,2-4-34 0 0,-50 175 290 0 0,27-98-300 0 0,-26 70 609 0 0,65-208-845 0 0,1 0-1 0 0,0-1 0 0 0,0 1 0 0 0,0-1 1 0 0,-1 1-1 0 0,1-1 0 0 0,0 1 1 0 0,-1-1-1 0 0,1 1 0 0 0,0-1 0 0 0,-1 1 1 0 0,1-1-1 0 0,-1 0 0 0 0,1 1 1 0 0,-1-1-1 0 0,1 0 0 0 0,0 1 0 0 0,-1-1 1 0 0,0 0-1 0 0,1 1 0 0 0,-1-1 1 0 0,1 0-1 0 0,-1 0 0 0 0,0 1 0 0 0,1-2-5 0 0,-1 1-1 0 0,1 0 0 0 0,0 0 0 0 0,0 0 1 0 0,-1 0-1 0 0,1 0 0 0 0,0 0 0 0 0,-1 0 1 0 0,1-1-1 0 0,0 1 0 0 0,0 0 1 0 0,-1 0-1 0 0,1 0 0 0 0,0 0 0 0 0,0-1 1 0 0,-1 1-1 0 0,1 0 0 0 0,0 0 0 0 0,0-1 1 0 0,0 1-1 0 0,0 0 0 0 0,-1-1 0 0 0,1 1 1 0 0,0 0-1 0 0,0 0 0 0 0,0-1 1 0 0,0 1-1 0 0,0 0 0 0 0,0-1 0 0 0,0 1 1 0 0,0 0-1 0 0,0-1 0 0 0,0 1 0 0 0,0 0 1 0 0,0 0-1 0 0,0-1 0 0 0,0 1 0 0 0,0 0 1 0 0,0-1-1 0 0,0 1 0 0 0,0 0 1 0 0,0-1-1 0 0,1 1 0 0 0,4-23-9 0 0,1 1-1 0 0,1 0 1 0 0,0 0-1 0 0,2 1 1 0 0,1 0 0 0 0,14-22-1 0 0,-16 29-15 0 0,1 1 1 0 0,0 0-1 0 0,1 1 0 0 0,0 0 1 0 0,1 0-1 0 0,0 1 0 0 0,1 1 1 0 0,1 0-1 0 0,-1 0 0 0 0,16-7 1 0 0,-22 13 0 0 0,0 1 1 0 0,0 1 0 0 0,0-1 0 0 0,1 1-1 0 0,-1 1 1 0 0,1-1 0 0 0,0 1 0 0 0,-1 0-1 0 0,1 0 1 0 0,0 1 0 0 0,10 0 0 0 0,-13 1 13 0 0,0 0 1 0 0,0-1-1 0 0,0 1 1 0 0,0 1 0 0 0,0-1-1 0 0,-1 1 1 0 0,1-1-1 0 0,-1 1 1 0 0,1 0 0 0 0,-1 0-1 0 0,1 1 1 0 0,-1-1-1 0 0,0 1 1 0 0,0-1-1 0 0,0 1 1 0 0,-1 0 0 0 0,1 0-1 0 0,-1 0 1 0 0,1 1-1 0 0,2 6 1 0 0,-1-2 10 0 0,-1 0 0 0 0,0 0-1 0 0,0 1 1 0 0,-1-1 0 0 0,0 1 0 0 0,0 0 0 0 0,-1-1-1 0 0,0 1 1 0 0,-1 9 0 0 0,-1 14 39 0 0,-6 36 1 0 0,4-38-27 0 0,-3 11-19 0 0,-2 26 124 0 0,8-66-117 0 0,0 0 1 0 0,0 0-1 0 0,0-1 1 0 0,1 1-1 0 0,-1 0 1 0 0,0 0-1 0 0,0 0 1 0 0,1 0-1 0 0,-1 0 1 0 0,1 0-1 0 0,-1 0 1 0 0,1 0-1 0 0,-1-1 1 0 0,1 1-1 0 0,-1 0 1 0 0,1 0-1 0 0,0-1 1 0 0,-1 1-1 0 0,1 0 1 0 0,0-1-1 0 0,-1 1 1 0 0,1-1-1 0 0,0 1 1 0 0,0-1-1 0 0,0 1 1 0 0,0-1-1 0 0,0 1 1 0 0,-1-1-1 0 0,1 0 1 0 0,0 0-1 0 0,0 1 1 0 0,0-1-1 0 0,0 0 1 0 0,2 0 0 0 0,34-2 43 0 0,-33 1-38 0 0,21-3 8 0 0,0-2-1 0 0,-1-1 1 0 0,0-1-1 0 0,-1-1 1 0 0,0 0-1 0 0,22-14 1 0 0,-3-1-13 0 0,0-2 1 0 0,41-36-1 0 0,-66 50 4 0 0,-2-1 0 0 0,0-1 0 0 0,0-1 0 0 0,-2 0 0 0 0,1-1 0 0 0,-2 0 0 0 0,0-1 0 0 0,9-19 0 0 0,-20 35-11 0 0,0 0 1 0 0,0 0-1 0 0,0 0 0 0 0,-1 0 1 0 0,1 0-1 0 0,0-1 1 0 0,-1 1-1 0 0,1 0 0 0 0,-1 0 1 0 0,0-1-1 0 0,1 1 1 0 0,-1 0-1 0 0,0-1 0 0 0,0 1 1 0 0,0-2-1 0 0,0 0-1 0 0,0 2 0 0 0,0 1 0 0 0,0-1 0 0 0,0 1 0 0 0,0-1 0 0 0,-1 1-1 0 0,1-1 1 0 0,0 1 0 0 0,0-1 0 0 0,0 1 0 0 0,0-1 0 0 0,-1 1 0 0 0,1 0 0 0 0,0-1 0 0 0,-1 1 0 0 0,1-1 0 0 0,0 1-1 0 0,0 0 1 0 0,-1-1 0 0 0,1 1 0 0 0,-1 0 0 0 0,1-1 0 0 0,0 1 0 0 0,-1 0 0 0 0,1 0 0 0 0,-1-1 0 0 0,1 1-1 0 0,-1 0 1 0 0,1 0 0 0 0,0 0 0 0 0,-1 0 0 0 0,1 0 0 0 0,-1 0 0 0 0,1 0 0 0 0,-1-1 0 0 0,1 1 0 0 0,-1 1-1 0 0,1-1 1 0 0,-1 0 0 0 0,1 0 0 0 0,-1 0 0 0 0,1 0 0 0 0,-1 0 0 0 0,1 0 0 0 0,-1 1 0 0 0,-22 5-31 0 0,12 0 42 0 0,-1 1 1 0 0,1 0-1 0 0,0 1 0 0 0,1 0 0 0 0,-16 16 0 0 0,-42 53 73 0 0,56-62-57 0 0,0 0 0 0 0,2 0-1 0 0,-16 32 1 0 0,23-42 1 0 0,1 1-1 0 0,-1-1 1 0 0,1 1-1 0 0,1 0 0 0 0,-1 0 1 0 0,1 0-1 0 0,0 0 1 0 0,0 0-1 0 0,1 0 0 0 0,0 0 1 0 0,0 0-1 0 0,0 0 1 0 0,1 0-1 0 0,0 0 0 0 0,2 10 1 0 0,-1-13-10 0 0,-1-1 0 0 0,0 0 0 0 0,1 1 1 0 0,0-1-1 0 0,-1 0 0 0 0,1 0 0 0 0,0 1 1 0 0,0-1-1 0 0,0-1 0 0 0,1 1 0 0 0,-1 0 0 0 0,0-1 1 0 0,1 1-1 0 0,-1-1 0 0 0,1 1 0 0 0,-1-1 1 0 0,6 1-1 0 0,5 3 33 0 0,0-2 0 0 0,19 3 0 0 0,-26-5-39 0 0,25 3 30 0 0,-1-1-1 0 0,1-1 1 0 0,0-2-1 0 0,-1-2 1 0 0,36-5-1 0 0,1-5-660 0 0,81-25 0 0 0,-133 32 90 0 0,0-1 0 0 0,0-1-1 0 0,16-10 1 0 0,-1 1-1987 0 0,-29 15 2362 0 0,-1 1 0 0 0,1 0 0 0 0,0-1 0 0 0,-1 1 0 0 0,1-1 1 0 0,0 1-1 0 0,-1-1 0 0 0,1 1 0 0 0,-1-1 0 0 0,1 1 0 0 0,-1-1 0 0 0,1 0 0 0 0,-1 1 0 0 0,1-1 0 0 0,-1 0 0 0 0,0 1 1 0 0,1-1-1 0 0,-1-1 0 0 0</inkml:trace>
</inkml:ink>
</file>

<file path=ppt/ink/ink2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0:08.1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118 31 32 0 0,'-10'-29'17899'0'0,"9"28"-17439"0"0,-7 1 159 0 0,7 1-572 0 0,0 1 0 0 0,0-1 0 0 0,0 1 0 0 0,1-1 0 0 0,-1 0-1 0 0,0 1 1 0 0,0-1 0 0 0,1 1 0 0 0,-1 0 0 0 0,1-1 0 0 0,0 1 0 0 0,-1-1 0 0 0,1 3 0 0 0,0-2 66 0 0,-81 304 1628 0 0,79-294-1793 0 0,-1 1 1 0 0,0 21-1 0 0,3 2-2783 0 0,15-33-2275 0 0</inkml:trace>
</inkml:ink>
</file>

<file path=ppt/ink/ink2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0:08.2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58 2344 0 0,'-3'-52'8186'0'0,"2"47"-7089"0"0,3 31-2974 0 0,0-12-1196 0 0,0-1-1200 0 0</inkml:trace>
</inkml:ink>
</file>

<file path=ppt/ink/ink2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0:08.7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38 2424 0 0,'0'0'3014'0'0,"10"9"956"0"0,-2-5-3718 0 0,0 1-1 0 0,-1 0 1 0 0,0 0-1 0 0,0 0 0 0 0,-1 1 1 0 0,1 0-1 0 0,-1 0 1 0 0,0 0-1 0 0,-1 1 1 0 0,0 0-1 0 0,0 0 0 0 0,0 1 1 0 0,-1-1-1 0 0,0 1 1 0 0,0 0-1 0 0,-1 0 1 0 0,0 0-1 0 0,-1 1 1 0 0,0-1-1 0 0,0 1 0 0 0,0-1 1 0 0,-1 1-1 0 0,0 16 1 0 0,-2-16-45 0 0,0 0 0 0 0,0 0 0 0 0,-1 1 0 0 0,0-1 0 0 0,0 0 0 0 0,-1 0 0 0 0,-1-1 0 0 0,1 1 0 0 0,-1-1 0 0 0,-6 10 0 0 0,9-17-182 0 0,1 0 0 0 0,-1-1 0 0 0,0 1 1 0 0,1 0-1 0 0,-1 0 0 0 0,0-1 0 0 0,1 1 0 0 0,-1 0 0 0 0,0-1 0 0 0,0 1 0 0 0,0-1 0 0 0,0 1 0 0 0,1-1 0 0 0,-1 0 0 0 0,0 1 0 0 0,0-1 0 0 0,0 0 0 0 0,0 0 0 0 0,0 1 0 0 0,0-1 0 0 0,0 0 1 0 0,0 0-1 0 0,0 0 0 0 0,0 0 0 0 0,0 0 0 0 0,0-1 0 0 0,0 1 0 0 0,0 0 0 0 0,-1-1 0 0 0,0 1-56 0 0,1-1 37 0 0,0 1 0 0 0,0-1 0 0 0,1 1 0 0 0,-1-1 0 0 0,0 0 1 0 0,1 1-1 0 0,-1-1 0 0 0,1 0 0 0 0,-1 1 0 0 0,1-1 0 0 0,-1 0 0 0 0,1 0 0 0 0,-1 0 0 0 0,1 1 0 0 0,0-1 1 0 0,-1 0-1 0 0,1 0 0 0 0,0 0 0 0 0,0 0 0 0 0,0 0 0 0 0,0 1 0 0 0,0-1 0 0 0,0 0 0 0 0,0 0 0 0 0,0-1 0 0 0,1-26 31 0 0,-1 24-35 0 0,1-8 2 0 0,1 1-1 0 0,1-1 1 0 0,0 1 0 0 0,0 0-1 0 0,1 0 1 0 0,0 0-1 0 0,1 0 1 0 0,1 0-1 0 0,-1 1 1 0 0,2 0-1 0 0,12-16 1 0 0,-4 8 16 0 0,1 1 1 0 0,0 1 0 0 0,2 0-1 0 0,35-26 1 0 0,-43 37-14 0 0,1-1 1 0 0,-1 1-1 0 0,1 1 1 0 0,0 0-1 0 0,0 0 1 0 0,13-2-1 0 0,-20 5-1 0 0,1 0 0 0 0,-1 1-1 0 0,0-1 1 0 0,0 1-1 0 0,1 0 1 0 0,-1 0 0 0 0,0 0-1 0 0,1 1 1 0 0,-1-1-1 0 0,0 1 1 0 0,0 0 0 0 0,1 0-1 0 0,-1 1 1 0 0,0-1-1 0 0,0 1 1 0 0,0 0 0 0 0,-1 0-1 0 0,1 0 1 0 0,0 1-1 0 0,-1-1 1 0 0,1 1 0 0 0,-1 0-1 0 0,0 0 1 0 0,0 0-1 0 0,0 0 1 0 0,0 1 0 0 0,-1-1-1 0 0,1 1 1 0 0,-1-1-1 0 0,3 7 1 0 0,3 9-150 0 0,0 0 1 0 0,-1 0-1 0 0,-1 1 0 0 0,7 39 1 0 0,-10-40-352 0 0,0-6-175 0 0,6 27-2766 0 0,-1-14-1970 0 0,-2-12-475 0 0</inkml:trace>
</inkml:ink>
</file>

<file path=ppt/ink/ink2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0:10.5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0 268 2368 0 0,'13'-29'5335'0'0,"3"-5"448"0"0,-15 33-5693 0 0,0 0 1 0 0,0 0-1 0 0,0 1 1 0 0,0-1-1 0 0,0 0 1 0 0,0 0-1 0 0,0 1 1 0 0,0-1-1 0 0,0 1 1 0 0,0-1-1 0 0,1 1 1 0 0,-1 0-1 0 0,0-1 1 0 0,0 1-1 0 0,0 0 0 0 0,1 0 1 0 0,-1 0-1 0 0,0 0 1 0 0,0 0-1 0 0,3 0 1 0 0,21 5 668 0 0,-20-3-623 0 0,1 1 0 0 0,-1 0 0 0 0,0 0 0 0 0,0 0 0 0 0,0 1 0 0 0,0-1 1 0 0,0 1-1 0 0,-1 1 0 0 0,0-1 0 0 0,0 0 0 0 0,6 8 0 0 0,3 8 373 0 0,17 32 0 0 0,-24-41-415 0 0,89 181 940 0 0,-92-187-932 0 0,0-1-1 0 0,0 1 0 0 0,0-1 0 0 0,0 0 0 0 0,7 7 0 0 0,4-16 2 0 0,-9 2-89 0 0,0-1-1 0 0,0 1 1 0 0,0-1-1 0 0,0 0 1 0 0,-1 0 0 0 0,0 0-1 0 0,0-1 1 0 0,0 0-1 0 0,-1 0 1 0 0,1 0 0 0 0,4-9-1 0 0,0 0-1 0 0,1 1-16 0 0,77-105 90 0 0,-73 103-109 0 0,0 1 0 0 0,0 0 0 0 0,2 1 0 0 0,-1 0 0 0 0,24-14 0 0 0,-34 25 9 0 0,1-1 1 0 0,0 1-1 0 0,0 0 0 0 0,0 1 1 0 0,0-1-1 0 0,0 1 0 0 0,0 0 0 0 0,0 0 1 0 0,1 1-1 0 0,-1-1 0 0 0,0 1 0 0 0,7 1 1 0 0,17 3 0 0 0,-1 1 1 0 0,50 16-1 0 0,-41-10 25 0 0,44 7-1 0 0,-57-14-15 0 0,-10-1 4 0 0,0-1 0 0 0,-1-1 0 0 0,1-1 0 0 0,21-1 0 0 0,-27 1 2 0 0,0 0-1 0 0,0-1 1 0 0,-1 0-1 0 0,1-1 1 0 0,-1 0 0 0 0,1 0-1 0 0,-1-1 1 0 0,0 1 0 0 0,12-7-1 0 0,-16 6-2 0 0,0 1-1 0 0,1-1 1 0 0,-1 1-1 0 0,0-1 1 0 0,0 0 0 0 0,0 0-1 0 0,-1 0 1 0 0,1-1-1 0 0,-1 1 1 0 0,1 0-1 0 0,-1-1 1 0 0,0 0-1 0 0,-1 1 1 0 0,1-1 0 0 0,-1 0-1 0 0,1 0 1 0 0,-1 0-1 0 0,0 0 1 0 0,-1 0-1 0 0,1-6 1 0 0,0 4-13 0 0,-1 0 0 0 0,0 1 1 0 0,0-1-1 0 0,-1 0 0 0 0,1 1 0 0 0,-1-1 0 0 0,0 1 1 0 0,-1-1-1 0 0,1 1 0 0 0,-1 0 0 0 0,-5-9 1 0 0,7 13 8 0 0,-1 0 0 0 0,0 0 1 0 0,1 0-1 0 0,-1 1 1 0 0,0-1-1 0 0,0 0 0 0 0,0 0 1 0 0,0 0-1 0 0,0 1 1 0 0,0-1-1 0 0,0 1 0 0 0,0-1 1 0 0,0 1-1 0 0,0-1 1 0 0,0 1-1 0 0,0-1 0 0 0,0 1 1 0 0,0 0-1 0 0,-1 0 1 0 0,1 0-1 0 0,0 0 0 0 0,0 0 1 0 0,0 0-1 0 0,0 0 0 0 0,-2 0 1 0 0,-26 6-58 0 0,29-6 62 0 0,-8 3-12 0 0,1 0 1 0 0,-1 0-1 0 0,1 1 0 0 0,0 0 0 0 0,0 0 0 0 0,1 1 1 0 0,-1 0-1 0 0,1 0 0 0 0,0 1 0 0 0,-7 7 1 0 0,-5 9-7 0 0,-24 37 0 0 0,26-36 11 0 0,2-2 23 0 0,1 0-1 0 0,-16 34 1 0 0,26-46-7 0 0,-1-1 1 0 0,1 1 0 0 0,0 0 0 0 0,1 0 0 0 0,0 0 0 0 0,0 0-1 0 0,1 0 1 0 0,0 0 0 0 0,1 17 0 0 0,1-24-6 0 0,-1 0 1 0 0,1 0 0 0 0,0 1-1 0 0,0-1 1 0 0,0 0-1 0 0,0 0 1 0 0,1 0 0 0 0,-1 0-1 0 0,0 0 1 0 0,1 0-1 0 0,-1 0 1 0 0,1-1 0 0 0,0 1-1 0 0,0-1 1 0 0,-1 1-1 0 0,1-1 1 0 0,0 1 0 0 0,0-1-1 0 0,0 0 1 0 0,1 0-1 0 0,-1 0 1 0 0,0 0 0 0 0,0 0-1 0 0,3 0 1 0 0,5 2 6 0 0,0-1-1 0 0,-1 0 1 0 0,1-1 0 0 0,13 1 0 0 0,10-2-137 0 0,0-1 0 0 0,1-2 0 0 0,-1-1 0 0 0,-1-2 1 0 0,38-11-1 0 0,-14 0-166 0 0,-1-3 1 0 0,56-29-1 0 0,-80 33 222 0 0,0-1 1 0 0,-1-2-1 0 0,-1-2 0 0 0,30-26 0 0 0,-20 11 27 0 0,-2-1-1 0 0,35-47 0 0 0,-67 77 93 0 0,-1 0 0 0 0,0 0-1 0 0,5-11 1 0 0,2-4 151 0 0,-5-2 23 0 0,-6 9-142 0 0,0 15-81 0 0,0 0 0 0 0,0-1 0 0 0,0 1 0 0 0,0 0 0 0 0,0 0 0 0 0,0 0 0 0 0,0-1 0 0 0,0 1-1 0 0,0 0 1 0 0,0 0 0 0 0,0-1 0 0 0,0 1 0 0 0,0 0 0 0 0,-1 0 0 0 0,1 0 0 0 0,0-1 0 0 0,0 1-1 0 0,0 0 1 0 0,0 0 0 0 0,0 0 0 0 0,-1 0 0 0 0,1-1 0 0 0,0 1 0 0 0,0 0 0 0 0,0 0 0 0 0,-1 0-1 0 0,1 0 1 0 0,0 0 0 0 0,0 0 0 0 0,0 0 0 0 0,-1 0 0 0 0,1 0 0 0 0,0-1 0 0 0,0 1 0 0 0,-1 0 0 0 0,1 0-1 0 0,0 0 1 0 0,-4 1-3 0 0,1-1 1 0 0,-1 1-1 0 0,1-1 0 0 0,0 1 0 0 0,-1 0 0 0 0,1 0 0 0 0,-4 2 0 0 0,3 0-2 0 0,-1 1 0 0 0,1-1 0 0 0,0 1 0 0 0,0 0 0 0 0,0 0 0 0 0,-5 7 0 0 0,6-8-1 0 0,2-1 10 0 0,-1 0 1 0 0,1 1-1 0 0,0-1 1 0 0,0 0 0 0 0,0 0-1 0 0,1 0 1 0 0,-1 1-1 0 0,0-1 1 0 0,1 0-1 0 0,-1 1 1 0 0,1-1 0 0 0,0 1-1 0 0,0-1 1 0 0,0 1-1 0 0,0-1 1 0 0,0 0-1 0 0,1 1 1 0 0,-1-1 0 0 0,1 0-1 0 0,-1 1 1 0 0,1-1-1 0 0,0 0 1 0 0,0 1-1 0 0,0-1 1 0 0,0 0 0 0 0,0 0-1 0 0,1 0 1 0 0,-1 0-1 0 0,1 0 1 0 0,-1 0-1 0 0,1-1 1 0 0,1 3-1 0 0,5 1 8 0 0,0 0-1 0 0,0-1 1 0 0,0 0-1 0 0,0 0 1 0 0,1 0-1 0 0,14 3 1 0 0,-7-1-7 0 0,37 6 3 0 0,-45-12-19 0 0,-1 1 0 0 0,0 1 0 0 0,0-1 0 0 0,0 1-1 0 0,0 1 1 0 0,0-1 0 0 0,0 1 0 0 0,-1 0-1 0 0,1 1 1 0 0,-1-1 0 0 0,8 7 0 0 0,-12-8 15 0 0,0 0 0 0 0,-1 0-1 0 0,1 0 1 0 0,0 0 0 0 0,-1 0 0 0 0,1 1 0 0 0,-1-1 0 0 0,0 1 0 0 0,1-1 0 0 0,-1 1 0 0 0,-1-1-1 0 0,1 1 1 0 0,0-1 0 0 0,-1 1 0 0 0,1 0 0 0 0,-1 0 0 0 0,0-1 0 0 0,1 1 0 0 0,-1 0 0 0 0,-1 0-1 0 0,1-1 1 0 0,-1 5 0 0 0,-2 7 81 0 0,-1 0 0 0 0,0 0 0 0 0,-8 17 0 0 0,0-1 57 0 0,6-13-58 0 0,0 0 0 0 0,-11 18 0 0 0,16-33-37 0 0,1 2 49 0 0,-1-4-91 0 0,1 0 0 0 0,0 1 0 0 0,0-1 0 0 0,0 1 0 0 0,0-1-1 0 0,0 1 1 0 0,0-1 0 0 0,0 1 0 0 0,0-1 0 0 0,0 1 0 0 0,0-1 0 0 0,0 0-1 0 0,0 1 1 0 0,0-1 0 0 0,0 1 0 0 0,1-1 0 0 0,-1 1 0 0 0,0-1-1 0 0,0 0 1 0 0,0 1 0 0 0,1-1 0 0 0,-1 1 0 0 0,4 1 18 0 0,0-1 0 0 0,0 0 0 0 0,0 0 0 0 0,0 0 0 0 0,0-1 0 0 0,0 1 0 0 0,0-1 0 0 0,0 0 0 0 0,7-1 0 0 0,43-8 31 0 0,-42 7-33 0 0,30-7-18 0 0,-1-3 1 0 0,0 0 0 0 0,-1-3 0 0 0,0-2-1 0 0,-1-1 1 0 0,-1-2 0 0 0,-1-1 0 0 0,-1-2-1 0 0,-1-2 1 0 0,-1-1 0 0 0,-1-1 0 0 0,-2-2-1 0 0,31-36 1 0 0,60-101 348 0 0,-120 165-378 0 0,1 1 19 0 0,1 0 0 0 0,-1 0 0 0 0,1 1 0 0 0,-1 0 0 0 0,1 0 0 0 0,-1 0 0 0 0,0 0 0 0 0,1 0 0 0 0,-1 1 0 0 0,0-1 0 0 0,0 1 0 0 0,0 0 0 0 0,0 0 0 0 0,0 0 0 0 0,0 1 0 0 0,-1-1 0 0 0,4 4 0 0 0,8 9-8 0 0,22 29 0 0 0,-29-35 9 0 0,14 20 0 0 0,0 0 1 0 0,-3 1 0 0 0,0 1-1 0 0,14 34 1 0 0,-30-59 78 0 0,1 0-1 0 0,-1 0 1 0 0,0 0 0 0 0,-1 0 0 0 0,1 0-1 0 0,-1 0 1 0 0,0 1 0 0 0,-1-1 0 0 0,0 0-1 0 0,0 0 1 0 0,0 1 0 0 0,0-1 0 0 0,-1 0 0 0 0,0 1-1 0 0,-1-1 1 0 0,1 0 0 0 0,-1 0 0 0 0,0 0-1 0 0,-1 0 1 0 0,0-1 0 0 0,0 1 0 0 0,0-1-1 0 0,0 1 1 0 0,-1-1 0 0 0,0 0 0 0 0,0 0-1 0 0,0-1 1 0 0,0 1 0 0 0,-1-1 0 0 0,-6 5-1 0 0,4-4 212 0 0,0 1-1 0 0,-1-1 0 0 0,1-1 0 0 0,-1 1 1 0 0,-17 5-1 0 0,23-9 148 0 0,1-1-416 0 0,0 0 0 0 0,1 0 0 0 0,-1 1 0 0 0,0-1 0 0 0,0 0 0 0 0,0-1 0 0 0,0 1 0 0 0,1 0 0 0 0,-1 0 0 0 0,0 0 1 0 0,0 0-1 0 0,0-1 0 0 0,1 1 0 0 0,-1 0 0 0 0,-1-1 0 0 0,4-3-12 0 0,0 1 0 0 0,0-1 0 0 0,0 1 1 0 0,1 0-1 0 0,-1 0 0 0 0,1 0 0 0 0,0 0 0 0 0,0 0 0 0 0,0 1 0 0 0,0-1 1 0 0,1 1-1 0 0,4-3 0 0 0,53-25-111 0 0,-36 18 26 0 0,200-90-504 0 0,-60 29 333 0 0,-146 64 267 0 0,0-1 1 0 0,-1 0-1 0 0,0-2 0 0 0,-1 0 1 0 0,30-28-1 0 0,-46 39-21 0 0,0 0 1 0 0,0 0-1 0 0,0 0 1 0 0,0 0-1 0 0,-1 0 1 0 0,1 0-1 0 0,0 0 0 0 0,-1 0 1 0 0,1 0-1 0 0,-1 0 1 0 0,0-1-1 0 0,1 1 1 0 0,-1 0-1 0 0,0 0 1 0 0,1 0-1 0 0,-1-1 1 0 0,0 1-1 0 0,0 0 0 0 0,0 0 1 0 0,0 0-1 0 0,0-1 1 0 0,-1-1-1 0 0,1 1-74 0 0,-11 3 47 0 0,1 0 0 0 0,0 1 0 0 0,-1 1 1 0 0,1-1-1 0 0,0 2 0 0 0,0-1 0 0 0,-13 8 0 0 0,-63 39-1 0 0,70-39 30 0 0,1 0 1 0 0,0 1-1 0 0,0 1 1 0 0,2 0-1 0 0,-1 1 1 0 0,2 0-1 0 0,-18 27 1 0 0,27-38 17 0 0,1 1 0 0 0,0 0 1 0 0,1-1-1 0 0,-1 1 0 0 0,0 0 1 0 0,1 0-1 0 0,0 0 0 0 0,0 0 1 0 0,0 0-1 0 0,1 0 0 0 0,-1 0 0 0 0,1 0 1 0 0,0 0-1 0 0,0 0 0 0 0,0 0 1 0 0,1 0-1 0 0,-1 0 0 0 0,1 0 1 0 0,3 8-1 0 0,-2-7 14 0 0,0-1 0 0 0,1 1 0 0 0,0-1 0 0 0,0 1 0 0 0,0-1 0 0 0,0 0-1 0 0,1 0 1 0 0,0 0 0 0 0,-1-1 0 0 0,1 1 0 0 0,1-1 0 0 0,-1 0 0 0 0,0 0 0 0 0,10 4 0 0 0,6 2 14 0 0,1-1-1 0 0,1 0 1 0 0,0-2 0 0 0,0 0 0 0 0,28 2 0 0 0,0-2-202 0 0,63-2 0 0 0,-96-4-557 0 0,1-1 0 0 0,20-4 0 0 0,-31 4-452 0 0,0-1 0 0 0,0 0 0 0 0,0 0 1 0 0,0 0-1 0 0,-1-1 0 0 0,1 0 1 0 0,9-6-1 0 0</inkml:trace>
</inkml:ink>
</file>

<file path=ppt/ink/ink2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0:11.6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143 442 1584 0 0,'36'-85'15612'0'0,"-36"83"-15077"0"0,3-9 1032 0 0,-22 32-1431 0 0,1 2 1 0 0,-28 47 0 0 0,17-24-72 0 0,19-33-47 0 0,1 1-1 0 0,1 1 1 0 0,1-1-1 0 0,0 1 0 0 0,0 1 1 0 0,2-1-1 0 0,0 1 1 0 0,0 0-1 0 0,-1 17 1 0 0,6-31-10 0 0,-1 1 0 0 0,1-1 1 0 0,1 0-1 0 0,-1 1 0 0 0,0-1 0 0 0,0 0 1 0 0,1 1-1 0 0,-1-1 0 0 0,1 0 0 0 0,0 1 1 0 0,0-1-1 0 0,0 0 0 0 0,0 0 0 0 0,0 0 1 0 0,0 0-1 0 0,1 0 0 0 0,-1 0 0 0 0,4 4 1 0 0,-2-4-1 0 0,0 0 1 0 0,0 1-1 0 0,1-1 1 0 0,-1 0 0 0 0,0-1-1 0 0,1 1 1 0 0,0 0-1 0 0,-1-1 1 0 0,1 0-1 0 0,6 1 1 0 0,3 0 7 0 0,0-1 1 0 0,0 0-1 0 0,0-1 0 0 0,1 0 1 0 0,23-5-1 0 0,-17 1-3 0 0,-1-1-1 0 0,0 0 0 0 0,-1-2 1 0 0,1 0-1 0 0,-1-1 1 0 0,0-1-1 0 0,-1 0 0 0 0,0-2 1 0 0,-1 0-1 0 0,0-1 0 0 0,-1 0 1 0 0,0-1-1 0 0,-1-1 1 0 0,0 0-1 0 0,-1-1 0 0 0,-1-1 1 0 0,-1 0-1 0 0,0 0 1 0 0,0-1-1 0 0,-2 0 0 0 0,0-1 1 0 0,-2 0-1 0 0,0-1 0 0 0,0 1 1 0 0,5-31-1 0 0,-9 35-12 0 0,1-6 1 0 0,-1 0-1 0 0,1-23 1 0 0,-4 38-7 0 0,0-1-1 0 0,0 1 1 0 0,0 0 0 0 0,-1 0 0 0 0,0-1 0 0 0,0 1-1 0 0,0 0 1 0 0,-1 0 0 0 0,0 0 0 0 0,0 0 0 0 0,0 1-1 0 0,0-1 1 0 0,-5-6 0 0 0,5 8 0 0 0,-1 1 0 0 0,1 0 0 0 0,-1 0 0 0 0,1 0 1 0 0,-1 1-1 0 0,0-1 0 0 0,1 0 0 0 0,-1 1 0 0 0,0 0 0 0 0,0 0 0 0 0,0 0 0 0 0,0 0 0 0 0,0 0 1 0 0,0 0-1 0 0,-1 1 0 0 0,1 0 0 0 0,0-1 0 0 0,0 1 0 0 0,0 1 0 0 0,0-1 0 0 0,-1 0 1 0 0,1 1-1 0 0,0-1 0 0 0,-6 3 0 0 0,-3 0-2 0 0,-1 2 1 0 0,1-1-1 0 0,0 1 0 0 0,-20 12 1 0 0,16-7-2 0 0,0 0 0 0 0,0 0 1 0 0,1 1-1 0 0,1 1 1 0 0,0 1-1 0 0,1 0 1 0 0,0 1-1 0 0,1 0 1 0 0,1 1-1 0 0,-18 28 1 0 0,27-40 8 0 0,1 0 0 0 0,-1-1 0 0 0,1 1 0 0 0,0 0 0 0 0,0 0 0 0 0,0-1 1 0 0,0 1-1 0 0,1 0 0 0 0,-1 0 0 0 0,1 0 0 0 0,-1 0 0 0 0,1 0 0 0 0,0 0 0 0 0,0 0 1 0 0,1 0-1 0 0,-1 0 0 0 0,1 0 0 0 0,-1 0 0 0 0,1 0 0 0 0,0 0 0 0 0,0 0 1 0 0,0 0-1 0 0,0 0 0 0 0,1-1 0 0 0,-1 1 0 0 0,1-1 0 0 0,0 1 0 0 0,0-1 1 0 0,0 1-1 0 0,0-1 0 0 0,0 0 0 0 0,0 0 0 0 0,0 0 0 0 0,1 0 0 0 0,-1 0 1 0 0,1-1-1 0 0,-1 1 0 0 0,5 1 0 0 0,5 2-22 0 0,1 1 0 0 0,-1-2 0 0 0,1 0 0 0 0,0-1 0 0 0,1 0 0 0 0,-1 0 0 0 0,18-1 1 0 0,9 1-95 0 0,-1-3 0 0 0,1-2 0 0 0,0-1 1 0 0,0-2-1 0 0,-1-1 0 0 0,0-3 0 0 0,0-1 1 0 0,53-21-1 0 0,-62 18 74 0 0,0-1 1 0 0,-1-2-1 0 0,0 0 1 0 0,-1-2-1 0 0,-1-2 1 0 0,-1 0-1 0 0,-1-1 1 0 0,-1-2-1 0 0,0 0 1 0 0,30-41-1 0 0,-22 18 123 0 0,-3-2 0 0 0,25-52 0 0 0,-53 99-83 0 0,-1-4-19 0 0,0 4 22 0 0,0 1-1 0 0,0 0 0 0 0,0 0 0 0 0,0 0 0 0 0,0 0 0 0 0,0 0 0 0 0,0 0 1 0 0,0 0-1 0 0,0 0 0 0 0,0-1 0 0 0,0 1 0 0 0,-1 0 0 0 0,1 0 0 0 0,0 0 1 0 0,0 0-1 0 0,0 0 0 0 0,0 0 0 0 0,0 0 0 0 0,0 0 0 0 0,0 0 0 0 0,0-1 1 0 0,0 1-1 0 0,0 0 0 0 0,0 0 0 0 0,0 0 0 0 0,0 0 0 0 0,0 0 0 0 0,0 0 1 0 0,-1 0-1 0 0,1 0 0 0 0,0 0 0 0 0,0 0 0 0 0,0 0 0 0 0,0 0 0 0 0,0 0 1 0 0,0 0-1 0 0,0 0 0 0 0,0 0 0 0 0,0 0 0 0 0,-1 0 0 0 0,1 0 0 0 0,0 0 1 0 0,0 0-1 0 0,0 0 0 0 0,0 0 0 0 0,0 0 0 0 0,0 0 0 0 0,0 0 0 0 0,0 0 0 0 0,0 0 1 0 0,-1 0-1 0 0,1 0 0 0 0,0 0 0 0 0,0 0 0 0 0,0 0 0 0 0,0 0 0 0 0,0 0 1 0 0,0 0-1 0 0,0 0 0 0 0,0 0 0 0 0,0 0 0 0 0,0 1 0 0 0,0-1 0 0 0,-1 0 1 0 0,1 0-1 0 0,-19 21 25 0 0,1 1 0 0 0,0 0 1 0 0,-23 43-1 0 0,-37 82 75 0 0,62-114-71 0 0,-42 91 307 0 0,5 2-1 0 0,6 3 0 0 0,-31 135 0 0 0,43-106 204 0 0,7 0 0 0 0,-11 204-1 0 0,35-278-396 0 0,-11 127 136 0 0,9-151-36 0 0,-23 87-1 0 0,28-139-114 0 0,-2 0 0 0 0,1 0-1 0 0,-1 0 1 0 0,0-1 0 0 0,-1 1 0 0 0,0-1 0 0 0,0 0-1 0 0,0 0 1 0 0,-7 7 0 0 0,9-11-79 0 0,-1-1 1 0 0,1 0-1 0 0,-1 0 1 0 0,0 0-1 0 0,1 0 0 0 0,-1 0 1 0 0,0 0-1 0 0,0-1 0 0 0,-1 0 1 0 0,1 0-1 0 0,0 1 1 0 0,0-2-1 0 0,-1 1 0 0 0,1 0 1 0 0,0-1-1 0 0,-1 1 1 0 0,1-1-1 0 0,0 0 0 0 0,-1 0 1 0 0,1-1-1 0 0,-1 1 0 0 0,1-1 1 0 0,0 1-1 0 0,-6-3 1 0 0,-6-2-10 0 0,1-1 1 0 0,-1 0-1 0 0,2-1 0 0 0,-1 0 1 0 0,1-1-1 0 0,0-1 1 0 0,0 0-1 0 0,1-1 0 0 0,-11-11 1 0 0,7 5 24 0 0,0-1 0 0 0,1-1-1 0 0,1 0 1 0 0,1-1 0 0 0,-17-30 0 0 0,25 38-9 0 0,0-1 1 0 0,0 0-1 0 0,1 0 0 0 0,0-1 1 0 0,1 1-1 0 0,1-1 0 0 0,0 1 1 0 0,0-27-1 0 0,2 21-10 0 0,2 0 0 0 0,0 0 0 0 0,1 1 0 0 0,1-1-1 0 0,10-31 1 0 0,-1 18-19 0 0,1 0 1 0 0,1 1-1 0 0,2 1 0 0 0,1 1 0 0 0,1 0 0 0 0,32-36 0 0 0,-16 28-119 0 0,2 0 0 0 0,1 3-1 0 0,1 1 1 0 0,2 1 0 0 0,83-45-1 0 0,239-94-5839 0 0,-294 141 3230 0 0,-20 3-1608 0 0,-19 6-2118 0 0</inkml:trace>
</inkml:ink>
</file>

<file path=ppt/ink/ink2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0:12.3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442 113 1056 0 0,'4'-12'2991'0'0,"0"1"0"0"0,5-21 0 0 0,-4 12-620 0 0,-5 19-2298 0 0,1 0 0 0 0,-1 0-1 0 0,0 0 1 0 0,1 0 0 0 0,-1 0-1 0 0,0-1 1 0 0,0 1 0 0 0,0 0-1 0 0,0 0 1 0 0,0 0 0 0 0,0 0-1 0 0,-1 0 1 0 0,1 0 0 0 0,0-1-1 0 0,0 1 1 0 0,-1 0 0 0 0,1 0-1 0 0,-1 0 1 0 0,1 0 0 0 0,-1 0-1 0 0,1 0 1 0 0,-1 0 0 0 0,0 0-1 0 0,1 1 1 0 0,-1-1 0 0 0,0 0-1 0 0,0 0 1 0 0,1 0 0 0 0,-1 1-1 0 0,0-1 1 0 0,0 0-1 0 0,0 1 1 0 0,0-1 0 0 0,0 1-1 0 0,-1-1 1 0 0,-1 0-41 0 0,1 0-1 0 0,0 1 1 0 0,-1-1-1 0 0,1 1 1 0 0,-1-1-1 0 0,1 1 1 0 0,-1 0 0 0 0,1 0-1 0 0,-1 0 1 0 0,1 1-1 0 0,-1-1 1 0 0,1 0-1 0 0,-1 1 1 0 0,-3 1-1 0 0,-15 8 53 0 0,0 0 0 0 0,1 2 0 0 0,1 0 0 0 0,-34 28 0 0 0,-62 72 115 0 0,92-89-152 0 0,2 2-1 0 0,0 0 1 0 0,2 1 0 0 0,1 1-1 0 0,1 1 1 0 0,-16 37 0 0 0,32-63-36 0 0,0 0 0 0 0,0 1-1 0 0,0-1 1 0 0,0 1 0 0 0,1-1 0 0 0,-1 1 0 0 0,1 0 0 0 0,0-1 0 0 0,0 1-1 0 0,0 0 1 0 0,0-1 0 0 0,0 1 0 0 0,1 4 0 0 0,0-5 3 0 0,0 0 0 0 0,-1-1 0 0 0,1 1 0 0 0,0-1-1 0 0,0 1 1 0 0,0-1 0 0 0,0 1 0 0 0,0-1 0 0 0,0 0 0 0 0,0 0 0 0 0,1 1 0 0 0,-1-1 0 0 0,0 0 0 0 0,1 0 0 0 0,-1 0-1 0 0,3 1 1 0 0,0 0 4 0 0,1-1 0 0 0,-1 1 0 0 0,0-1-1 0 0,1 0 1 0 0,-1-1 0 0 0,1 1 0 0 0,-1-1-1 0 0,1 1 1 0 0,-1-1 0 0 0,1-1 0 0 0,0 1-1 0 0,-1-1 1 0 0,1 0 0 0 0,7-2 0 0 0,1-2-11 0 0,0 0 0 0 0,0-1 0 0 0,0 0 0 0 0,-1-1 0 0 0,0-1 0 0 0,-1 0 0 0 0,1 0 0 0 0,-1-1 0 0 0,-1-1 0 0 0,0 0 0 0 0,0 0 0 0 0,9-13 0 0 0,6-12 464 0 0,-2-1 1 0 0,32-66-1 0 0,-41 81-204 0 0,-12 24-179 0 0,-4 12-56 0 0,0-3-13 0 0,-4 14 32 0 0,1 1 0 0 0,1 0 0 0 0,1 52-1 0 0,3-72-34 0 0,0-1-1 0 0,1 0 0 0 0,0 0 1 0 0,0 0-1 0 0,0 0 0 0 0,1 0 1 0 0,-1 0-1 0 0,2 0 0 0 0,-1-1 1 0 0,0 1-1 0 0,1-1 0 0 0,0 1 1 0 0,1-1-1 0 0,-1 0 0 0 0,1 0 1 0 0,0-1-1 0 0,0 1 0 0 0,1-1 1 0 0,-1 0-1 0 0,1 0 0 0 0,0 0 1 0 0,0-1-1 0 0,7 5 0 0 0,-1-3-217 0 0,0-1-1 0 0,0 0 0 0 0,1 0 0 0 0,0-1 0 0 0,-1-1 0 0 0,1 0 1 0 0,0 0-1 0 0,0-1 0 0 0,16-1 0 0 0,-12-1-1875 0 0,0-1 0 0 0,0 0 0 0 0,26-7 0 0 0,-9-2-4750 0 0</inkml:trace>
</inkml:ink>
</file>

<file path=ppt/ink/ink2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0:16.5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 88 3224 0 0,'-11'-53'9596'0'0,"0"21"-6009"0"0,10 30-3536 0 0,-8 17-3206 0 0</inkml:trace>
</inkml:ink>
</file>

<file path=ppt/ink/ink2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0:13.1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1 184 2052 0 0,'1'-6'843'0'0,"1"0"-1"0"0,0-1 1 0 0,1 1-1 0 0,-1 0 1 0 0,1 0 0 0 0,0 0-1 0 0,8-10 1 0 0,-4 7-311 0 0,1 0 0 0 0,-1 1 0 0 0,2 0-1 0 0,10-8 1 0 0,-4 5-228 0 0,1 0 0 0 0,0 1 0 0 0,1 1 0 0 0,0 1 0 0 0,22-8 0 0 0,-33 14-267 0 0,-1 0 0 0 0,1 0 0 0 0,-1 1 0 0 0,1 0 0 0 0,0 1 0 0 0,-1-1 1 0 0,1 1-1 0 0,0 0 0 0 0,0 0 0 0 0,-1 1 0 0 0,1 0 0 0 0,0 0 0 0 0,-1 0 0 0 0,1 0 0 0 0,-1 1 0 0 0,6 3 1 0 0,-7-3-19 0 0,0 0 0 0 0,-1 0 1 0 0,0 0-1 0 0,0 1 0 0 0,1-1 1 0 0,-1 1-1 0 0,-1 0 0 0 0,1 0 1 0 0,0 0-1 0 0,-1 1 0 0 0,0-1 1 0 0,1 0-1 0 0,-1 1 0 0 0,-1 0 1 0 0,1-1-1 0 0,0 1 0 0 0,-1 0 1 0 0,0 0-1 0 0,0 0 0 0 0,0 0 1 0 0,0 0-1 0 0,-1 0 0 0 0,1 5 1 0 0,-1 9 50 0 0,-1-1 0 0 0,-1 0 0 0 0,0 1 0 0 0,-1-1-1 0 0,-1 0 1 0 0,-1 0 0 0 0,0-1 0 0 0,-1 1 0 0 0,-1-1 0 0 0,-1-1 0 0 0,0 1 0 0 0,-1-1 0 0 0,0-1 0 0 0,-1 1 0 0 0,-13 12 0 0 0,0-5 133 0 0,22-22-193 0 0,0 1 0 0 0,0-1-1 0 0,0 1 1 0 0,0-1 0 0 0,0 1-1 0 0,-1-1 1 0 0,1 0 0 0 0,0 1 0 0 0,0-1-1 0 0,0 0 1 0 0,-1 0 0 0 0,1 0-1 0 0,0 0 1 0 0,0 0 0 0 0,0 0 0 0 0,-1 0-1 0 0,1-1 1 0 0,0 1 0 0 0,0 0-1 0 0,0-1 1 0 0,-2 0 0 0 0,2 0-12 0 0,0-1 1 0 0,1 1-1 0 0,-1 0 1 0 0,0-1-1 0 0,1 0 1 0 0,-1 1-1 0 0,1-1 1 0 0,-1 1-1 0 0,1-1 1 0 0,0 0-1 0 0,0 1 1 0 0,0-1-1 0 0,-1 1 0 0 0,2-1 1 0 0,-1 0-1 0 0,0 1 1 0 0,0-3-1 0 0,0 4-2 0 0,2-13-9 0 0,1 0 0 0 0,-1 1-1 0 0,2-1 1 0 0,0 1-1 0 0,0-1 1 0 0,1 2-1 0 0,1-1 1 0 0,0 0-1 0 0,11-15 1 0 0,-7 12-14 0 0,1 1 0 0 0,1 0 0 0 0,0 0 0 0 0,0 1 1 0 0,2 1-1 0 0,18-14 0 0 0,-21 19-1 0 0,0 0 0 0 0,1 0 1 0 0,0 1-1 0 0,0 1 0 0 0,1 0 0 0 0,23-5 1 0 0,-32 9 23 0 0,0 1 0 0 0,0 0 0 0 0,0 0 0 0 0,0 0 1 0 0,-1 0-1 0 0,1 1 0 0 0,0-1 0 0 0,0 1 0 0 0,0 0 0 0 0,0 0 1 0 0,4 3-1 0 0,-7-4 4 0 0,6 3 0 0 0,-1-1 0 0 0,0 1 0 0 0,0 1 1 0 0,-1-1-1 0 0,1 1 0 0 0,-1 0 0 0 0,0 0 1 0 0,0 1-1 0 0,0-1 0 0 0,0 1 0 0 0,-1 0 1 0 0,0 0-1 0 0,0 1 0 0 0,0-1 0 0 0,-1 1 1 0 0,6 12-1 0 0,-6-10 18 0 0,0 0 1 0 0,-1 0-1 0 0,1 1 0 0 0,-2-1 1 0 0,1 0-1 0 0,-1 1 0 0 0,0 0 1 0 0,-1-1-1 0 0,0 1 0 0 0,0-1 1 0 0,-1 1-1 0 0,-3 14 0 0 0,3-22-15 0 0,-1 9 58 0 0,0 0-1 0 0,-1 0 1 0 0,0 0 0 0 0,-1-1-1 0 0,0 0 1 0 0,-1 1-1 0 0,-8 12 1 0 0,12-21 57 0 0,1-1-118 0 0,-1-1 0 0 0,1 1 0 0 0,-1-1 0 0 0,1 1 0 0 0,0 0 0 0 0,-1-1 1 0 0,1 1-1 0 0,0-1 0 0 0,-1 1 0 0 0,1-1 0 0 0,0 1 0 0 0,-1-1 0 0 0,1 1 0 0 0,0-1 0 0 0,0 1 1 0 0,-1-1-1 0 0,1 0 0 0 0,0 1 0 0 0,0-1 0 0 0,0 1 0 0 0,0-1 0 0 0,0 0 0 0 0,0 0 0 0 0,9-18-15 0 0,0 1 0 0 0,1 0 0 0 0,1 1 0 0 0,1 0 0 0 0,1 1 0 0 0,0 0 0 0 0,25-23 0 0 0,-4 9-23 0 0,1 1 0 0 0,57-35 0 0 0,-81 58 32 0 0,1-1-1 0 0,0 2 0 0 0,-1 0 1 0 0,2 0-1 0 0,-1 1 0 0 0,15-2 1 0 0,-25 5 7 0 0,-1 1 1 0 0,0 0 0 0 0,1 0-1 0 0,-1-1 1 0 0,0 1 0 0 0,0 0-1 0 0,1 0 1 0 0,-1 1 0 0 0,0-1-1 0 0,1 0 1 0 0,-1 0 0 0 0,0 1-1 0 0,1-1 1 0 0,-1 1-1 0 0,0-1 1 0 0,0 1 0 0 0,0-1-1 0 0,0 1 1 0 0,1 0 0 0 0,-1-1-1 0 0,0 1 1 0 0,0 0 0 0 0,1 1-1 0 0,-1 0 20 0 0,0 0-1 0 0,1 0 1 0 0,-1 0-1 0 0,0 0 1 0 0,0 0-1 0 0,-1 0 1 0 0,1 1-1 0 0,0-1 1 0 0,-1 0-1 0 0,1 0 1 0 0,-1 5-1 0 0,1 2 69 0 0,-2 1-1 0 0,1-1 1 0 0,-1 0-1 0 0,0 0 0 0 0,-3 10 1 0 0,-3 1 128 0 0,-14 31-1 0 0,16-39-424 0 0,-1-1 0 0 0,2 1 0 0 0,-1 0-1 0 0,2 1 1 0 0,-1-1 0 0 0,2 1-1 0 0,-2 19 1 0 0,4-30-25 0 0,0 0 0 0 0,0 0 0 0 0,1 0 0 0 0,-1-1 0 0 0,1 1 0 0 0,-1 0-1 0 0,1 0 1 0 0,0-1 0 0 0,0 1 0 0 0,0 0 0 0 0,0-1 0 0 0,0 1 0 0 0,0-1 0 0 0,0 1 0 0 0,3 1 0 0 0,7 5-3841 0 0,3-4-1185 0 0</inkml:trace>
</inkml:ink>
</file>

<file path=ppt/ink/ink2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0:14.5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237 992 224 0 0,'16'-14'1855'0'0,"-1"-1"0"0"0,0 0 0 0 0,-2-1 0 0 0,0-1 0 0 0,0 0 0 0 0,-2-1 0 0 0,0 0 0 0 0,14-33 1 0 0,-24 50-1820 0 0,-1 0 0 0 0,1 1 0 0 0,-1-1 0 0 0,1 0 1 0 0,-1 0-1 0 0,0 1 0 0 0,1-1 0 0 0,-1 0 0 0 0,0 0 1 0 0,0 0-1 0 0,0 1 0 0 0,0-1 0 0 0,0 0 1 0 0,0 0-1 0 0,0 0 0 0 0,0 0 0 0 0,0 1 0 0 0,0-1 1 0 0,0 0-1 0 0,0 0 0 0 0,0 0 0 0 0,-1 1 0 0 0,1-1 1 0 0,0 0-1 0 0,-1 0 0 0 0,1 1 0 0 0,-1-1 1 0 0,1 0-1 0 0,-1 1 0 0 0,1-1 0 0 0,-1 0 0 0 0,1 1 1 0 0,-1-1-1 0 0,1 1 0 0 0,-1-1 0 0 0,0 0 0 0 0,1 1 1 0 0,-1 0-1 0 0,0-1 0 0 0,0 1 0 0 0,1-1 1 0 0,-1 1-1 0 0,-1 0 0 0 0,-1-1-5 0 0,0 0-1 0 0,0 1 1 0 0,-1 0-1 0 0,1 0 1 0 0,0 0 0 0 0,0 0-1 0 0,-6 1 1 0 0,-2 2 0 0 0,1 0 1 0 0,0 0 0 0 0,0 1-1 0 0,0 1 1 0 0,0 0-1 0 0,1 0 1 0 0,-13 9 0 0 0,-56 49 73 0 0,76-62-103 0 0,-27 24 51 0 0,-34 39-1 0 0,55-55-27 0 0,1 1 1 0 0,0-1 0 0 0,0 1-1 0 0,1 1 1 0 0,0-1 0 0 0,1 1-1 0 0,0 0 1 0 0,-5 18 0 0 0,9-28-25 0 0,1 0 0 0 0,0 0 0 0 0,-1 0 0 0 0,1 0 1 0 0,0 0-1 0 0,0 0 0 0 0,0 0 0 0 0,0 0 0 0 0,0 0 0 0 0,0 0 0 0 0,0 0 1 0 0,0 0-1 0 0,0 0 0 0 0,0 0 0 0 0,1-1 0 0 0,-1 1 0 0 0,0 0 0 0 0,1 0 1 0 0,-1 0-1 0 0,0 0 0 0 0,1 0 0 0 0,-1 0 0 0 0,1 0 0 0 0,0-1 1 0 0,-1 1-1 0 0,1 0 0 0 0,0 0 0 0 0,-1-1 0 0 0,1 1 0 0 0,0 0 0 0 0,0-1 1 0 0,-1 1-1 0 0,1-1 0 0 0,0 1 0 0 0,0-1 0 0 0,0 0 0 0 0,0 1 0 0 0,0-1 1 0 0,0 0-1 0 0,0 1 0 0 0,0-1 0 0 0,0 0 0 0 0,1 0 0 0 0,4 0-78 0 0,0 1-1 0 0,-1-2 1 0 0,1 1-1 0 0,0-1 0 0 0,-1 1 1 0 0,6-3-1 0 0,1 0-93 0 0,0-2-1 0 0,0 1 1 0 0,-1-2-1 0 0,1 1 1 0 0,-1-2-1 0 0,-1 1 1 0 0,1-1-1 0 0,12-12 1 0 0,0-2-13 0 0,-1 0 1 0 0,25-31 0 0 0,44-71 528 0 0,-68 91 82 0 0,-18 26-335 0 0,-3 7-32 0 0,-4 14-2 0 0,-8 21 13 0 0,-7 14 102 0 0,7-23-55 0 0,-11 51 1 0 0,19-70-87 0 0,1 1 0 0 0,0-1 1 0 0,0 0-1 0 0,1 1 0 0 0,0-1 1 0 0,1 1-1 0 0,0-1 0 0 0,0 1 1 0 0,1-1-1 0 0,5 14 0 0 0,-6-19-22 0 0,0 0 0 0 0,1-1 0 0 0,0 1 0 0 0,-1 0-1 0 0,1-1 1 0 0,0 0 0 0 0,1 1 0 0 0,-1-1 0 0 0,0 0 0 0 0,1 0-1 0 0,-1 0 1 0 0,1 0 0 0 0,-1-1 0 0 0,1 1 0 0 0,0-1-1 0 0,0 1 1 0 0,0-1 0 0 0,-1 0 0 0 0,1 0 0 0 0,1-1-1 0 0,-1 1 1 0 0,0 0 0 0 0,0-1 0 0 0,0 0 0 0 0,6 0 0 0 0,0 0-106 0 0,0 0 1 0 0,0-1 0 0 0,0 0 0 0 0,0-1-1 0 0,0 0 1 0 0,-1 0 0 0 0,1-1 0 0 0,8-4-1 0 0,4-4-412 0 0,0-1 0 0 0,-1-1 1 0 0,0-1-1 0 0,-1-1 0 0 0,-1-1 0 0 0,0 0 0 0 0,-1-1 0 0 0,-1-1 0 0 0,16-22 0 0 0,11-23-639 0 0,55-103 1 0 0,-49 69 959 0 0,61-168 0 0 0,-33 13 4092 0 0,-72 235-3432 0 0,18-81 1765 0 0,-23 96-2112 0 0,-7 15 39 0 0,-7 24-79 0 0,2 1 0 0 0,-7 38 0 0 0,4-15-17 0 0,2-10 71 0 0,-120 498 1180 0 0,132-547-1315 0 0,-4 25 131 0 0,-4 55 0 0 0,9-75-104 0 0,0-1 1 0 0,0 0 0 0 0,0 0 0 0 0,1 0-1 0 0,0 1 1 0 0,0-1 0 0 0,0 0 0 0 0,1 0-1 0 0,0 0 1 0 0,0 0 0 0 0,1-1 0 0 0,-1 1-1 0 0,1-1 1 0 0,1 1 0 0 0,3 5-1 0 0,-4-9-20 0 0,1 1-1 0 0,-1 0 1 0 0,1 0-1 0 0,0-1 1 0 0,0 0-1 0 0,0 0 1 0 0,0 0-1 0 0,0 0 1 0 0,0-1-1 0 0,0 0 1 0 0,1 1-1 0 0,-1-1 1 0 0,0-1-1 0 0,1 1 1 0 0,-1-1-1 0 0,1 0 1 0 0,-1 0-1 0 0,1 0 1 0 0,-1 0-1 0 0,0-1 1 0 0,1 0-1 0 0,-1 0 1 0 0,9-3-1 0 0,1 0-7 0 0,0-2-1 0 0,0 0 1 0 0,-1 0-1 0 0,0-1 1 0 0,0-1 0 0 0,12-9-1 0 0,-1-2-13 0 0,0-1-1 0 0,-2-2 1 0 0,0 0 0 0 0,-2-2-1 0 0,0 0 1 0 0,26-43 0 0 0,-32 43-4 0 0,-1 0 1 0 0,-1-1 0 0 0,-1 0 0 0 0,-1-1 0 0 0,-1 0 0 0 0,-1 0-1 0 0,6-49 1 0 0,-12 41-47 0 0,-2 32 51 0 0,-1 1 0 0 0,1-1 0 0 0,0 0 0 0 0,0 0 0 0 0,-1 1-1 0 0,1-1 1 0 0,-1 0 0 0 0,0 1 0 0 0,1-1 0 0 0,-1 1 0 0 0,0-1 0 0 0,0 1-1 0 0,0-1 1 0 0,0 1 0 0 0,0-1 0 0 0,-2 0 0 0 0,2 1-15 0 0,-15 4-44 0 0,13 1 67 0 0,-1-1-1 0 0,1 1 0 0 0,0-1 1 0 0,1 1-1 0 0,-1 0 0 0 0,0 0 1 0 0,1 0-1 0 0,0 0 0 0 0,0 1 1 0 0,0-1-1 0 0,-2 10 0 0 0,4-11 5 0 0,-1 0-1 0 0,1 0 1 0 0,0 0 0 0 0,0 0-1 0 0,0 0 1 0 0,1 0 0 0 0,-1 0-1 0 0,1 0 1 0 0,-1 0 0 0 0,1 0-1 0 0,0 0 1 0 0,0 0 0 0 0,1 0-1 0 0,1 3 1 0 0,0-1-5 0 0,1 0 0 0 0,0 0-1 0 0,0-1 1 0 0,1 1 0 0 0,-1-1 0 0 0,1 0 0 0 0,0 0-1 0 0,0-1 1 0 0,0 1 0 0 0,0-1 0 0 0,1 0 0 0 0,-1-1 0 0 0,1 1-1 0 0,8 2 1 0 0,7 0-185 0 0,0 0 0 0 0,1-1 0 0 0,0-1 0 0 0,0-1 0 0 0,0-1 0 0 0,0-1 0 0 0,0-1 0 0 0,0-1 0 0 0,33-7 0 0 0,-40 6 177 0 0,0-1 0 0 0,0-1 0 0 0,-1 0 0 0 0,1-1 0 0 0,-1 0 0 0 0,0-1 0 0 0,-1-1 0 0 0,0 0 0 0 0,0-1 0 0 0,-1 0 0 0 0,0-1 0 0 0,0 0 0 0 0,-1-1 1 0 0,11-14-1 0 0,-15 10 195 0 0,-7 15-183 0 0,0 0 0 0 0,0-1 0 0 0,0 1 0 0 0,-1 0-1 0 0,1 0 1 0 0,0 0 0 0 0,0-1 0 0 0,0 1 0 0 0,0 0 0 0 0,0 0-1 0 0,0-1 1 0 0,-1 1 0 0 0,1 0 0 0 0,0 0 0 0 0,0 0 0 0 0,0 0 0 0 0,-1-1-1 0 0,1 1 1 0 0,0 0 0 0 0,0 0 0 0 0,0 0 0 0 0,-1 0 0 0 0,1 0 0 0 0,0 0-1 0 0,0 0 1 0 0,-1-1 0 0 0,1 1 0 0 0,0 0 0 0 0,0 0 0 0 0,-1 0-1 0 0,1 0 1 0 0,-1 0 0 0 0,-1 0 2 0 0,0 1-1 0 0,0-1 0 0 0,1 0 1 0 0,-1 1-1 0 0,0-1 0 0 0,0 1 1 0 0,0-1-1 0 0,0 1 0 0 0,0 0 1 0 0,-3 2-1 0 0,-18 13 96 0 0,1 2-1 0 0,0 1 1 0 0,-33 38 0 0 0,-47 72 541 0 0,90-112-564 0 0,0 0 0 0 0,1 1 0 0 0,0 0 0 0 0,2 0 0 0 0,0 1 0 0 0,2 1 0 0 0,-8 23 0 0 0,15-41-60 0 0,0 0 0 0 0,-1 0-1 0 0,1 0 1 0 0,0 0-1 0 0,0 0 1 0 0,0 1-1 0 0,0-1 1 0 0,0 0 0 0 0,1 0-1 0 0,-1 0 1 0 0,0 0-1 0 0,1 0 1 0 0,0 0-1 0 0,-1 0 1 0 0,1 0 0 0 0,0-1-1 0 0,0 1 1 0 0,0 0-1 0 0,2 2 1 0 0,0-1 1 0 0,-1 0 0 0 0,1-1-1 0 0,0 0 1 0 0,0 0 0 0 0,0 1 0 0 0,0-2 0 0 0,0 1-1 0 0,1 0 1 0 0,-1-1 0 0 0,5 2 0 0 0,5 1-102 0 0,1-1 0 0 0,0 0-1 0 0,0-1 1 0 0,23 1 0 0 0,-12-4-442 0 0,1 0 0 0 0,-1-2 0 0 0,-1 0 0 0 0,1-2 0 0 0,0 0 0 0 0,-1-2-1 0 0,0-1 1 0 0,36-17 0 0 0,-31 11 152 0 0,-1-1 0 0 0,-1-2 0 0 0,-1-1 0 0 0,0 0-1 0 0,-1-2 1 0 0,30-32 0 0 0,-35 29 1345 0 0,0-2-1 0 0,-2 0 1 0 0,-1-1-1 0 0,-2-1 1 0 0,24-54-1 0 0,-31 62-171 0 0,-15 30-88 0 0,-16 34 74 0 0,-3 9-299 0 0,2 2 0 0 0,3 0 0 0 0,-22 93 1 0 0,42-144-537 0 0,0 1 1 0 0,1 0-1 0 0,-1 0 0 0 0,1 0 1 0 0,1 0-1 0 0,-1 0 0 0 0,1 0 1 0 0,0 0-1 0 0,0 0 1 0 0,0-1-1 0 0,1 1 0 0 0,0 0 1 0 0,0-1-1 0 0,1 1 1 0 0,-1-1-1 0 0,1 0 0 0 0,0 0 1 0 0,1 0-1 0 0,-1 0 1 0 0,1-1-1 0 0,0 1 0 0 0,6 5 1 0 0,-6-7-496 0 0,1 1-1 0 0,-1-1 1 0 0,1 0 0 0 0,0 0 0 0 0,0 0 0 0 0,8 2 0 0 0,-8-3-410 0 0,0-1 0 0 0,1 1 0 0 0,-1-1 0 0 0,1 0 0 0 0,-1-1 0 0 0,1 1 0 0 0,5-1 0 0 0,15-2-6298 0 0</inkml:trace>
</inkml:ink>
</file>

<file path=ppt/ink/ink2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0:14.8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0 104 792 0 0,'20'-73'14847'0'0,"-9"44"-11744"0"0,-11 27-2631 0 0,2 3-409 0 0,-1-1-1 0 0,0 0 1 0 0,0 1-1 0 0,1-1 1 0 0,-1 1-1 0 0,0-1 0 0 0,0 1 1 0 0,0 0-1 0 0,0-1 1 0 0,0 1-1 0 0,0 0 0 0 0,0 0 1 0 0,0 0-1 0 0,0-1 1 0 0,0 1-1 0 0,0 0 1 0 0,0 1-1 0 0,0-1 0 0 0,0 1 1 0 0,14 25 562 0 0,-12-20-478 0 0,35 68 794 0 0,-18-34-725 0 0,29 46 1 0 0,-13-42-1290 0 0,-10-23-4365 0 0</inkml:trace>
</inkml:ink>
</file>

<file path=ppt/ink/ink2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0:15.0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576 126 728 0 0,'2'-7'1604'0'0,"0"-1"-1"0"0,0 1 1 0 0,-1 0-1 0 0,0-1 1 0 0,-1 1 0 0 0,0-12-1 0 0,0 14-1000 0 0,-1 1 0 0 0,1-1 0 0 0,-1 1 0 0 0,0 0 1 0 0,0-1-1 0 0,0 1 0 0 0,-1 0 0 0 0,0 0 0 0 0,1 0 0 0 0,-2 0 0 0 0,1 0 0 0 0,-3-3 0 0 0,4 6-565 0 0,1 1-1 0 0,-1-1 1 0 0,0 1-1 0 0,0-1 1 0 0,0 1-1 0 0,0 0 1 0 0,0-1-1 0 0,0 1 1 0 0,0 0-1 0 0,1 0 1 0 0,-1-1-1 0 0,0 1 1 0 0,0 0-1 0 0,0 0 1 0 0,0 0-1 0 0,0 0 1 0 0,0 1-1 0 0,-2-1 1 0 0,-4 1 63 0 0,0 0 0 0 0,1 0 0 0 0,-1 1 0 0 0,0 0 0 0 0,1 0 0 0 0,-1 0 0 0 0,1 1 0 0 0,0 0 0 0 0,-1 0 0 0 0,-7 7 0 0 0,12-9-67 0 0,-30 20 264 0 0,2 0 0 0 0,-45 43 0 0 0,-48 60-61 0 0,104-105-214 0 0,-147 169-375 0 0,151-168-1024 0 0,13-17 536 0 0</inkml:trace>
</inkml:ink>
</file>

<file path=ppt/ink/ink2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0:15.2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48 103 2196 0 0,'-11'-21'5843'0'0,"-10"-21"3881"0"0,10 13-6964 0 0,6 19-3600 0 0</inkml:trace>
</inkml:ink>
</file>

<file path=ppt/ink/ink2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0:15.5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317 1 104 0 0,'-117'16'7813'0'0,"-79"10"4196"0"0,192-27-11075 0 0,13 0-553 0 0,28-4-154 0 0,48-3-806 0 0,100 7-3389 0 0,-63 4-2875 0 0,-45-2-831 0 0</inkml:trace>
</inkml:ink>
</file>

<file path=ppt/ink/ink2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0:26.3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 0 68 0 0,'0'0'6913'0'0,"-11"11"-3984"0"0,11-10-2847 0 0,-1-1 1 0 0,1 0 0 0 0,-1 1-1 0 0,1-1 1 0 0,-1 0-1 0 0,1 1 1 0 0,-1-1-1 0 0,1 1 1 0 0,0-1-1 0 0,-1 1 1 0 0,1-1 0 0 0,0 0-1 0 0,-1 1 1 0 0,1 0-1 0 0,0-1 1 0 0,0 1-1 0 0,0-1 1 0 0,-1 1-1 0 0,1-1 1 0 0,0 1 0 0 0,0-1-1 0 0,0 1 1 0 0,0 0-1 0 0,0 0 1 0 0,21 4 25 0 0,0-1 1 0 0,0-1-1 0 0,0-1 1 0 0,32-1-1 0 0,9 1-32 0 0,109 15-807 0 0,-50-4-4609 0 0,-80-11 1223 0 0</inkml:trace>
</inkml:ink>
</file>

<file path=ppt/ink/ink2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0:16.0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225 19 2748 0 0,'15'-18'14126'0'0,"-13"18"-13807"0"0,-6 15 1865 0 0,0-3-2343 0 0,-16 39 593 0 0,-1 0 1 0 0,-3-1 0 0 0,-41 62 0 0 0,-12 27-115 0 0,71-127-1111 0 0,0 1 1 0 0,1-1-1 0 0,-5 16 1 0 0,11-27 598 0 0,-1-1 0 0 0,0 1 0 0 0,1-1 0 0 0,-1 1 0 0 0,0-1 0 0 0,1 1 0 0 0,1 1-768 0 0,-2-2 768 0 0,1 0 0 0 0,0 1 0 0 0,-1-1 0 0 0,1 0 0 0 0,-1 0 0 0 0,1 1 0 0 0,-1-1 0 0 0,1 0 0 0 0,-1 0 0 0 0,1 0 0 0 0,0 0 0 0 0,-1 0 0 0 0,1 0 0 0 0,-1 0 0 0 0,1 0-1 0 0,0 0 1 0 0,-1 0 0 0 0,1 0 0 0 0,0 0 0 0 0,18-6-3771 0 0,3-1-1640 0 0</inkml:trace>
</inkml:ink>
</file>

<file path=ppt/ink/ink2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0:16.4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93 118 792 0 0,'57'-44'6474'0'0,"-29"23"-855"0"0,33-32 1099 0 0,-80 58-6308 0 0,3 1-304 0 0,1 1 0 0 0,0 1-1 0 0,1 0 1 0 0,0 1 0 0 0,-21 18-1 0 0,34-27-103 0 0,-2 2 9 0 0,1 0 1 0 0,-1 0-1 0 0,1-1 1 0 0,-1 2-1 0 0,1-1 1 0 0,0 0-1 0 0,0 0 1 0 0,0 1-1 0 0,0-1 1 0 0,0 1-1 0 0,0 0 1 0 0,1-1-1 0 0,-1 1 0 0 0,1 0 1 0 0,0 0-1 0 0,-1 3 1 0 0,2-4-5 0 0,0-1 0 0 0,1 0-1 0 0,0 1 1 0 0,-1-1 0 0 0,1 0 0 0 0,0 0 0 0 0,-1 1 0 0 0,1-1-1 0 0,0 0 1 0 0,0 0 0 0 0,0 0 0 0 0,0 0 0 0 0,0 0 0 0 0,0 0-1 0 0,0 0 1 0 0,1 0 0 0 0,-1-1 0 0 0,0 1 0 0 0,3 1 0 0 0,45 23-3 0 0,-31-17-19 0 0,-1 1-1 0 0,1 0 1 0 0,-2 1 0 0 0,1 1 0 0 0,-2 1 0 0 0,28 25 0 0 0,-41-34 94 0 0,0-1 0 0 0,0 0 0 0 0,-1 1 0 0 0,1-1 0 0 0,-1 1 0 0 0,1 0 0 0 0,-1-1 0 0 0,0 1 0 0 0,0 0 0 0 0,0 0 0 0 0,-1 0 1 0 0,1 0-1 0 0,-1 0 0 0 0,1 0 0 0 0,-1 0 0 0 0,0 0 0 0 0,0 0 0 0 0,0 0 0 0 0,-1 0 0 0 0,1 0 0 0 0,-1 0 0 0 0,1 0 0 0 0,-1 0 0 0 0,0-1 1 0 0,0 1-1 0 0,0 0 0 0 0,-1 0 0 0 0,1-1 0 0 0,-1 1 0 0 0,-3 4 0 0 0,0 0 334 0 0,-1 0 1 0 0,0 0-1 0 0,0-1 0 0 0,-1 0 0 0 0,0 0 0 0 0,0-1 1 0 0,0 0-1 0 0,-15 8 0 0 0,15-11-300 0 0,1-1-1 0 0,-1 0 1 0 0,0 0-1 0 0,1-1 1 0 0,-1 0-1 0 0,0 0 0 0 0,0 0 1 0 0,1-1-1 0 0,-11-2 1 0 0,11 1-324 0 0,0 0 0 0 0,0 0 0 0 0,0 0 0 0 0,0-1 0 0 0,1 0 0 0 0,-1 0 0 0 0,1 0 0 0 0,0-1 1 0 0,0 0-1 0 0,0 0 0 0 0,0 0 0 0 0,1-1 0 0 0,-6-7 0 0 0,-17-28-4657 0 0,5-3-3875 0 0,11 16-463 0 0</inkml:trace>
</inkml:ink>
</file>

<file path=ppt/ink/ink2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0:54.1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577 342 1536 0 0,'28'-44'9070'0'0,"-27"42"-8531"0"0,4-6 1055 0 0,-3 10-1538 0 0,-1 0 0 0 0,0 0-1 0 0,1 1 1 0 0,-1-1 0 0 0,0 1 0 0 0,-1-1-1 0 0,1 1 1 0 0,0-1 0 0 0,-1 1 0 0 0,1-1-1 0 0,-1 1 1 0 0,0 3 0 0 0,1 38 596 0 0,-1-34-479 0 0,-1 121 1025 0 0,-20 135 0 0 0,11-198-1010 0 0,-3 0-1 0 0,-3-1 1 0 0,-43 114 0 0 0,51-160 111 0 0,-2 0 1 0 0,0-1 0 0 0,-1 0 0 0 0,-1-1 0 0 0,-1-1 0 0 0,0 0-1 0 0,-2 0 1 0 0,-16 15 0 0 0,25-27-144 0 0,-1-1 1 0 0,0 0-1 0 0,0 0 1 0 0,0 0-1 0 0,-1-1 0 0 0,1 0 1 0 0,-1-1-1 0 0,0 0 0 0 0,0 0 1 0 0,-12 3-1 0 0,13-5-103 0 0,-1-1 0 0 0,1 1-1 0 0,0-1 1 0 0,-1 0 0 0 0,1-1 0 0 0,0 0-1 0 0,0 0 1 0 0,-1 0 0 0 0,1-1 0 0 0,0 0-1 0 0,0 0 1 0 0,1-1 0 0 0,-13-6 0 0 0,7 1-29 0 0,1 1 1 0 0,0-2-1 0 0,1 1 1 0 0,0-1-1 0 0,0-1 1 0 0,1 0-1 0 0,0 0 1 0 0,0-1 0 0 0,2 0-1 0 0,-1 0 1 0 0,1-1-1 0 0,1 0 1 0 0,0 0-1 0 0,1-1 1 0 0,-5-16-1 0 0,1 0-25 0 0,1-1 0 0 0,2 1 0 0 0,1-1 0 0 0,2-1 0 0 0,0-53 0 0 0,5 36-20 0 0,3 0-1 0 0,2 0 0 0 0,2 0 0 0 0,2 1 0 0 0,3 1 1 0 0,1 0-1 0 0,2 1 0 0 0,2 0 0 0 0,2 2 0 0 0,2 0 0 0 0,2 2 1 0 0,1 0-1 0 0,2 2 0 0 0,2 1 0 0 0,2 2 0 0 0,1 0 1 0 0,61-49-1 0 0,-73 68 6 0 0,2 2-1 0 0,-1 0 1 0 0,2 1 0 0 0,0 1 0 0 0,1 1 0 0 0,0 1-1 0 0,0 2 1 0 0,42-11 0 0 0,-48 17 10 0 0,0 0 0 0 0,-1 1 0 0 0,1 0 0 0 0,0 2 0 0 0,0 0 1 0 0,0 1-1 0 0,0 1 0 0 0,0 1 0 0 0,-1 1 0 0 0,1 0 0 0 0,-1 2 0 0 0,0 0 0 0 0,19 9 0 0 0,-25-9 2 0 0,0 0 0 0 0,0 1 1 0 0,-1 0-1 0 0,0 1 0 0 0,0 0 0 0 0,-1 1 0 0 0,0 0 0 0 0,-1 0 1 0 0,0 1-1 0 0,13 19 0 0 0,-17-22 4 0 0,-1 1 0 0 0,0-1-1 0 0,0 1 1 0 0,-1 0 0 0 0,0 0-1 0 0,-1 1 1 0 0,0-1 0 0 0,0 1 0 0 0,0-1-1 0 0,-1 1 1 0 0,-1-1 0 0 0,1 1 0 0 0,-2 0-1 0 0,1-1 1 0 0,-1 1 0 0 0,0 0 0 0 0,-4 12-1 0 0,0-4 12 0 0,-2 0-1 0 0,0 0 0 0 0,-1 0 0 0 0,0-1 0 0 0,-1 0 1 0 0,-1-1-1 0 0,-1 0 0 0 0,0 0 0 0 0,-22 22 1 0 0,5-11 18 0 0,0-1 0 0 0,-2-1 0 0 0,-53 33 1 0 0,39-33-695 0 0,-86 34-1 0 0,128-57 537 0 0,-15 8-2008 0 0,10 3-2968 0 0,7-11 4680 0 0,-1 0 0 0 0,1 1-1 0 0,0-1 1 0 0,0 0-1 0 0,0 0 1 0 0,0 0 0 0 0,0 0-1 0 0,0 1 1 0 0,0-1 0 0 0,0 0-1 0 0,0 0 1 0 0,1 0-1 0 0,0 2 1 0 0</inkml:trace>
</inkml:ink>
</file>

<file path=ppt/ink/ink2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0:54.8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66 756 0 0,'14'-17'15296'0'0,"-11"16"-14461"0"0,2 3-784 0 0,0 0 1 0 0,-1 1-1 0 0,0-1 1 0 0,1 1-1 0 0,-1 0 1 0 0,0 0-1 0 0,-1 1 1 0 0,1-1-1 0 0,0 1 1 0 0,-1 0-1 0 0,0 0 1 0 0,0 0-1 0 0,0 1 1 0 0,-1-1-1 0 0,5 9 1 0 0,3 9 11 0 0,-1-1 0 0 0,7 28 0 0 0,-12-38 31 0 0,-1 0 0 0 0,-1 1 0 0 0,0-1-1 0 0,-1 1 1 0 0,0-1 0 0 0,-1 1 0 0 0,0-1-1 0 0,-1 1 1 0 0,0 0 0 0 0,-1-1 0 0 0,0 1 0 0 0,-1-1-1 0 0,0 0 1 0 0,-1 0 0 0 0,0 0 0 0 0,0-1-1 0 0,-2 1 1 0 0,1-1 0 0 0,-1 0 0 0 0,-1 0-1 0 0,-13 16 1 0 0,18-25-33 0 0,1 1-1 0 0,0-1 0 0 0,-1 1 1 0 0,1-1-1 0 0,-1 0 1 0 0,1 0-1 0 0,-1 0 1 0 0,0 0-1 0 0,0 0 1 0 0,1 0-1 0 0,-1 0 0 0 0,0 0 1 0 0,0-1-1 0 0,0 1 1 0 0,-3 0-1 0 0,4-1-40 0 0,0 0 0 0 0,0-1-1 0 0,1 1 1 0 0,-1 0 0 0 0,0 0 0 0 0,0-1 0 0 0,0 1-1 0 0,0 0 1 0 0,1-1 0 0 0,-1 1 0 0 0,0-1 0 0 0,0 1-1 0 0,1-1 1 0 0,-1 1 0 0 0,0-1 0 0 0,1 1 0 0 0,-1-1-1 0 0,1 0 1 0 0,-1 1 0 0 0,1-1 0 0 0,-1 0-1 0 0,1 0 1 0 0,-1 0 0 0 0,1 0 0 0 0,-2-3-6 0 0,1-1 1 0 0,0 1 0 0 0,0 0-1 0 0,0-1 1 0 0,0 1-1 0 0,1-1 1 0 0,0 1 0 0 0,-1-1-1 0 0,2 1 1 0 0,-1-1-1 0 0,1 1 1 0 0,0-5 0 0 0,4-10-7 0 0,1 1 0 0 0,0 0 1 0 0,2 0-1 0 0,0 1 0 0 0,0 0 1 0 0,22-30-1 0 0,-21 34-13 0 0,1 0 0 0 0,1 1 1 0 0,0 0-1 0 0,0 1 0 0 0,1 0 0 0 0,1 1 1 0 0,0 0-1 0 0,22-12 0 0 0,-25 17-14 0 0,0 0-1 0 0,1 1 1 0 0,0 1-1 0 0,-1-1 1 0 0,17-1 0 0 0,-22 4 9 0 0,1 0 0 0 0,0 0 0 0 0,-1 1 0 0 0,1 0 0 0 0,0 1 0 0 0,-1-1 0 0 0,1 1 1 0 0,-1 0-1 0 0,1 0 0 0 0,-1 1 0 0 0,1-1 0 0 0,8 5 0 0 0,-12-4 8 0 0,1 0 1 0 0,0-1-1 0 0,-1 1 0 0 0,0 1 0 0 0,1-1 0 0 0,-1 0 0 0 0,0 1 0 0 0,0-1 0 0 0,0 1 1 0 0,-1-1-1 0 0,1 1 0 0 0,-1 0 0 0 0,1 0 0 0 0,-1 0 0 0 0,0 0 0 0 0,0 0 1 0 0,0 0-1 0 0,0 0 0 0 0,-1 0 0 0 0,1 0 0 0 0,-1 0 0 0 0,0 1 0 0 0,0 2 0 0 0,-1 10 4 0 0,0-1-1 0 0,-1 0 0 0 0,-6 23 0 0 0,6-28-7 0 0,-12 45-23 0 0,7-33 38 0 0,2 1 0 0 0,-5 36 0 0 0,10-58-6 0 0,0 1-1 0 0,-1 0 0 0 0,1 0 0 0 0,1 0 0 0 0,-1-1 1 0 0,0 1-1 0 0,0 0 0 0 0,1 0 0 0 0,-1 0 0 0 0,1-1 1 0 0,-1 1-1 0 0,1 0 0 0 0,0 0 0 0 0,-1-1 0 0 0,1 1 1 0 0,0-1-1 0 0,0 1 0 0 0,0-1 0 0 0,1 1 1 0 0,1 1-1 0 0,-1-1-2 0 0,1-1 1 0 0,-1 1-1 0 0,0-1 1 0 0,1 0-1 0 0,-1 0 1 0 0,1 0-1 0 0,0 0 1 0 0,-1 0-1 0 0,1-1 0 0 0,0 1 1 0 0,-1-1-1 0 0,5 0 1 0 0,4 0 0 0 0,0 0 0 0 0,0-1 1 0 0,0-1-1 0 0,0 0 0 0 0,19-7 0 0 0,-4 0 3 0 0,-1-1-1 0 0,0-2 1 0 0,0-1-1 0 0,-1-1 0 0 0,-1 0 1 0 0,23-21-1 0 0,-31 24 0 0 0,-1-2 0 0 0,-1 1 0 0 0,0-2 0 0 0,-1 0 0 0 0,0 0-1 0 0,-1-1 1 0 0,-1-1 0 0 0,0 0 0 0 0,-1 0 0 0 0,6-18 0 0 0,-12 26 1 0 0,-1 1 1 0 0,0-1 0 0 0,0 0 0 0 0,-1 0-1 0 0,0 0 1 0 0,0 0 0 0 0,-1 0 0 0 0,0 0 0 0 0,-1 0-1 0 0,1 0 1 0 0,-1 1 0 0 0,-1-1 0 0 0,0 0-1 0 0,-3-10 1 0 0,3 14-5 0 0,0 0-1 0 0,0 0 1 0 0,0 0 0 0 0,0 0-1 0 0,0 1 1 0 0,-1-1 0 0 0,0 1-1 0 0,1 0 1 0 0,-1 0 0 0 0,0 0-1 0 0,-1 0 1 0 0,1 0 0 0 0,0 1-1 0 0,-1-1 1 0 0,0 1 0 0 0,1 0-1 0 0,-1 0 1 0 0,0 1-1 0 0,0-1 1 0 0,0 1 0 0 0,0-1-1 0 0,0 1 1 0 0,-1 1 0 0 0,1-1-1 0 0,0 1 1 0 0,0-1 0 0 0,-1 1-1 0 0,-5 1 1 0 0,1 0 1 0 0,-1 0 0 0 0,0 1 0 0 0,1 0 1 0 0,-1 1-1 0 0,1 0 0 0 0,0 1 0 0 0,0-1 0 0 0,0 2 1 0 0,-14 8-1 0 0,17-9-93 0 0,0 1 0 0 0,0-1 1 0 0,1 1-1 0 0,-1-1 0 0 0,1 2 1 0 0,0-1-1 0 0,1 1 0 0 0,-1-1 1 0 0,1 1-1 0 0,0 0 0 0 0,1 1 1 0 0,-1-1-1 0 0,-3 12 1 0 0,6-15-104 0 0,0 0 1 0 0,0 0-1 0 0,0 0 1 0 0,1 0 0 0 0,0 0-1 0 0,0 0 1 0 0,-1 0-1 0 0,2 0 1 0 0,-1 0 0 0 0,0 0-1 0 0,1 0 1 0 0,-1 0 0 0 0,1 0-1 0 0,0 0 1 0 0,0 0-1 0 0,0 0 1 0 0,0-1 0 0 0,1 1-1 0 0,-1 0 1 0 0,1-1-1 0 0,-1 1 1 0 0,1-1 0 0 0,0 1-1 0 0,0-1 1 0 0,0 0 0 0 0,0 0-1 0 0,1 0 1 0 0,-1 0-1 0 0,0 0 1 0 0,1-1 0 0 0,0 1-1 0 0,-1-1 1 0 0,4 2-1 0 0,4 1-810 0 0,0 1-1 0 0,1-2 0 0 0,-1 0 0 0 0,1 0 0 0 0,0-1 0 0 0,0 0 0 0 0,19 0 1 0 0,3-2-2178 0 0</inkml:trace>
</inkml:ink>
</file>

<file path=ppt/ink/ink2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0:55.6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0 702 1760 0 0,'19'-10'2274'0'0,"-1"-1"0"0"0,0-1 0 0 0,0-1 1 0 0,-2 0-1 0 0,28-28 1957 0 0,-46 42-4175 0 0,1 0 0 0 0,-1 0 0 0 0,0 0-1 0 0,1 0 1 0 0,-1 0 0 0 0,1 1 0 0 0,-1-1-1 0 0,1 0 1 0 0,0 1 0 0 0,0-1 0 0 0,-2 3-1 0 0,-2 2 139 0 0,-8 9-4 0 0,1 0 0 0 0,1 1 0 0 0,0 0 0 0 0,-16 31 0 0 0,22-37-163 0 0,1 1 1 0 0,0 0-1 0 0,1-1 1 0 0,0 2 0 0 0,0-1-1 0 0,1 0 1 0 0,1 0-1 0 0,0 1 1 0 0,0 16-1 0 0,1-25-17 0 0,1 0 0 0 0,-1 0-1 0 0,1 0 1 0 0,-1 0-1 0 0,1 0 1 0 0,0 0-1 0 0,0 0 1 0 0,0 0-1 0 0,0 0 1 0 0,1-1-1 0 0,-1 1 1 0 0,1 0 0 0 0,0-1-1 0 0,0 1 1 0 0,0-1-1 0 0,0 0 1 0 0,4 4-1 0 0,-2-3 2 0 0,1 0-1 0 0,-1-1 1 0 0,0 1-1 0 0,1-1 1 0 0,0 0-1 0 0,-1-1 1 0 0,1 1-1 0 0,0-1 1 0 0,10 2-1 0 0,1-2 9 0 0,1 0-1 0 0,-1-1 0 0 0,0-1 1 0 0,1 0-1 0 0,25-6 0 0 0,-26 3-2 0 0,0-1 0 0 0,-1 0 0 0 0,0-1 0 0 0,0-1 1 0 0,0 0-1 0 0,-1-1 0 0 0,0-1 0 0 0,0 0 0 0 0,21-19 0 0 0,-28 21-6 0 0,1 0 1 0 0,-1 0-1 0 0,-1-1 0 0 0,1 0 0 0 0,-1 0 1 0 0,-1 0-1 0 0,1-1 0 0 0,-1 1 1 0 0,-1-1-1 0 0,0-1 0 0 0,0 1 0 0 0,-1-1 1 0 0,0 1-1 0 0,-1-1 0 0 0,0 0 1 0 0,0 0-1 0 0,0-11 0 0 0,-2 14 16 0 0,-1 0 0 0 0,0 1-1 0 0,0-1 1 0 0,-1 0 0 0 0,0 1-1 0 0,0-1 1 0 0,-1 1 0 0 0,1-1-1 0 0,-1 1 1 0 0,-1 0 0 0 0,1 0-1 0 0,-1 1 1 0 0,0-1 0 0 0,0 1-1 0 0,-1 0 1 0 0,1 0 0 0 0,-1 0-1 0 0,0 0 1 0 0,-1 1 0 0 0,1 0-1 0 0,-1 0 1 0 0,0 1 0 0 0,0-1-1 0 0,0 1 1 0 0,-10-3 0 0 0,8 2-39 0 0,-1 1 0 0 0,1 0 0 0 0,-1 1 1 0 0,1 0-1 0 0,-1 0 0 0 0,0 1 0 0 0,0 0 0 0 0,0 1 0 0 0,0 0 1 0 0,1 0-1 0 0,-1 1 0 0 0,0 0 0 0 0,0 1 0 0 0,0-1 1 0 0,1 2-1 0 0,-1-1 0 0 0,1 1 0 0 0,0 1 0 0 0,-10 5 1 0 0,16-9-49 0 0,1 1 0 0 0,0-1 0 0 0,0 1 0 0 0,0 0 0 0 0,0 0 0 0 0,0 0 0 0 0,0 0 0 0 0,0 0 0 0 0,0-1 0 0 0,0 2 0 0 0,1-1 0 0 0,-1 0 1 0 0,0 0-1 0 0,1 0 0 0 0,-1 0 0 0 0,0 0 0 0 0,1 1 0 0 0,-1 1 0 0 0,1-2 6 0 0,0 0-1 0 0,0 0 1 0 0,0-1 0 0 0,0 1-1 0 0,1 0 1 0 0,-1 0 0 0 0,0 0-1 0 0,1 0 1 0 0,-1 0 0 0 0,0 0-1 0 0,1-1 1 0 0,-1 1 0 0 0,1 0-1 0 0,-1 0 1 0 0,1-1 0 0 0,-1 1-1 0 0,1 0 1 0 0,0-1 0 0 0,1 2-1 0 0,1 1-165 0 0,1-1 0 0 0,0 1 0 0 0,0-1 0 0 0,0 0 0 0 0,0 0-1 0 0,0-1 1 0 0,0 1 0 0 0,1-1 0 0 0,4 1 0 0 0,17 1-561 0 0,0 0-1 0 0,1-2 1 0 0,-1-1 0 0 0,51-7 0 0 0,102-28-524 0 0,-110 16 1108 0 0,-1-2 1 0 0,-1-3 0 0 0,124-65 0 0 0,-114 44 903 0 0,-2-2 0 0 0,122-102 0 0 0,-177 132 92 0 0,-1 0-1 0 0,-1-2 1 0 0,-1 0-1 0 0,-1-2 1 0 0,15-22-1 0 0,-29 41-660 0 0,-1-1 1 0 0,1 1-1 0 0,-1-1 0 0 0,0 1 0 0 0,0-1 1 0 0,0 0-1 0 0,0 0 0 0 0,1-4 0 0 0,-2 7-129 0 0,0 0 0 0 0,0 0 0 0 0,0 0 0 0 0,0 0 0 0 0,-1 0 0 0 0,1 0-1 0 0,0 0 1 0 0,0-1 0 0 0,0 1 0 0 0,0 0 0 0 0,0 0 0 0 0,0 0 0 0 0,0 0-1 0 0,0 0 1 0 0,0 0 0 0 0,0 0 0 0 0,0 0 0 0 0,0 0 0 0 0,0 0 0 0 0,0-1-1 0 0,0 1 1 0 0,0 0 0 0 0,-1 0 0 0 0,1 0 0 0 0,0 0 0 0 0,0 0 0 0 0,0 0-1 0 0,0 0 1 0 0,0 0 0 0 0,0 0 0 0 0,0 0 0 0 0,0 0 0 0 0,0 0 0 0 0,-1 0-1 0 0,1 0 1 0 0,0 0 0 0 0,0 0 0 0 0,0 0 0 0 0,0 0 0 0 0,0 0 0 0 0,0 0-1 0 0,0 0 1 0 0,0 0 0 0 0,0 0 0 0 0,-1 0 0 0 0,1 0 0 0 0,0 0 0 0 0,0 0-1 0 0,0 0 1 0 0,0 0 0 0 0,0 0 0 0 0,0 0 0 0 0,0 1 0 0 0,0-1 0 0 0,0 0-1 0 0,0 0 1 0 0,-1 0 0 0 0,1 0 0 0 0,0 0 0 0 0,0 0 0 0 0,-12 13 102 0 0,-14 26-6 0 0,2 0 0 0 0,1 1-1 0 0,-17 45 1 0 0,38-81-98 0 0,-167 423 850 0 0,36 15-158 0 0,69-182-354 0 0,-54 177 121 0 0,112-419-126 0 0,-1 0 0 0 0,0-1 0 0 0,-1 1 1 0 0,-1-2-1 0 0,-17 25 0 0 0,23-38-243 0 0,1 0 0 0 0,-1 1 0 0 0,0-1 0 0 0,0-1 0 0 0,0 1 0 0 0,0 0 0 0 0,0-1 0 0 0,0 0 0 0 0,-1 0 0 0 0,1 0 0 0 0,-1 0 0 0 0,0 0 0 0 0,1-1 0 0 0,-1 1 0 0 0,0-1 0 0 0,0 0 0 0 0,0 0 0 0 0,0-1 0 0 0,0 1 0 0 0,0-1 0 0 0,0 0 0 0 0,0 0 0 0 0,0 0 0 0 0,0 0 0 0 0,0-1 0 0 0,0 0 0 0 0,0 0 0 0 0,0 0 0 0 0,0 0 0 0 0,0 0 0 0 0,0-1 0 0 0,-3-2 0 0 0,-3-1 30 0 0,1-1 0 0 0,0 0 0 0 0,0-1 0 0 0,1 0-1 0 0,0 0 1 0 0,0-1 0 0 0,0 0 0 0 0,1-1-1 0 0,0 1 1 0 0,1-1 0 0 0,0-1 0 0 0,-7-13-1 0 0,5 7 22 0 0,1 0-1 0 0,0-1 0 0 0,1 0 0 0 0,1 0 0 0 0,1-1 0 0 0,-4-32 0 0 0,7 35-104 0 0,0-1 1 0 0,1 1-1 0 0,1 0 0 0 0,1-1 0 0 0,0 1 0 0 0,1 0 1 0 0,1 0-1 0 0,0 0 0 0 0,1 1 0 0 0,10-22 1 0 0,-5 17-19 0 0,1 1 0 0 0,0 0 0 0 0,1 1 0 0 0,2 0 0 0 0,-1 1 0 0 0,31-27 1 0 0,-9 14-59 0 0,0 3 0 0 0,2 1 0 0 0,1 2 1 0 0,1 1-1 0 0,1 2 0 0 0,69-24 0 0 0,-1 10-1218 0 0,-64 21-1475 0 0,1-2 1 0 0,73-35-1 0 0,-105 42-629 0 0,0-1 0 0 0,23-20-1 0 0,-13 8-4621 0 0</inkml:trace>
</inkml:ink>
</file>

<file path=ppt/ink/ink2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0:55.8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0 149 2364 0 0,'35'-103'21732'0'0,"-24"59"-17691"0"0,-11 43-3901 0 0</inkml:trace>
</inkml:ink>
</file>

<file path=ppt/ink/ink2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0: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80 0 4148 0 0,'-41'38'13940'0'0,"8"-4"-7848"0"0,32-32-5832 0 0,-1 0-309 0 0,0 2-843 0 0</inkml:trace>
</inkml:ink>
</file>

<file path=ppt/ink/ink2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0:58.7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505 134 32 0 0,'0'0'2747'0'0,"-12"7"125"0"0,11-5-2657 0 0,1 0 0 0 0,-1-1 0 0 0,1 1 0 0 0,-1 0 0 0 0,1 0 0 0 0,0 0-1 0 0,0 0 1 0 0,0 0 0 0 0,0-1 0 0 0,0 1 0 0 0,0 0 0 0 0,1 0 0 0 0,-1 0 0 0 0,0 0-1 0 0,1-1 1 0 0,0 1 0 0 0,-1 0 0 0 0,1 0 0 0 0,1 2 0 0 0,-1-2 86 0 0,2-2-41 0 0,16 4 170 0 0,-13-4-408 0 0,1 0-1 0 0,-1 0 1 0 0,0 0 0 0 0,1-1 0 0 0,-1 0 0 0 0,0 0 0 0 0,0-1-1 0 0,0 1 1 0 0,0-1 0 0 0,0 0 0 0 0,0-1 0 0 0,7-4 0 0 0,4-2 35 0 0,0-1-38 0 0,-1-1 0 0 0,0 0-1 0 0,0-2 1 0 0,-1 0 0 0 0,-1 0 0 0 0,22-27-1 0 0,1 1 4 0 0,-37 38-23 0 0,0 1 0 0 0,1-1 1 0 0,-1 1-1 0 0,1 0 0 0 0,-1-1 0 0 0,0 1 0 0 0,1-1 0 0 0,-1 1 0 0 0,1 0 0 0 0,-1 0 0 0 0,0-1 0 0 0,1 1 0 0 0,-1 0 0 0 0,1 0 0 0 0,-1-1 0 0 0,1 1 0 0 0,-1 0 0 0 0,1 0 0 0 0,-1 0 0 0 0,1 0 0 0 0,-1 0 0 0 0,1 0 0 0 0,0 0 1 0 0,0 0-1 0 0,3 10 4 0 0,-6 18 6 0 0,2-27-12 0 0,-8 40 59 0 0,-1-1 0 0 0,-2 0 0 0 0,-21 47 0 0 0,-58 111 172 0 0,81-179-203 0 0,-32 64 169 0 0,-4-2-1 0 0,-3-1 1 0 0,-3-3 0 0 0,-4-2 0 0 0,-97 102-1 0 0,133-158 190 0 0,-33 25 0 0 0,45-39-245 0 0,-1 0 0 0 0,1 0 0 0 0,-1-1 0 0 0,0 0 0 0 0,0 0 0 0 0,-1-1 0 0 0,1 0 0 0 0,-14 3 0 0 0,19-6-102 0 0,1 1-1 0 0,-1-1 0 0 0,0 0 1 0 0,0 0-1 0 0,1 0 0 0 0,-1 0 1 0 0,0 0-1 0 0,0-1 0 0 0,1 1 0 0 0,-1-1 1 0 0,0 0-1 0 0,1 0 0 0 0,-1 0 1 0 0,1 0-1 0 0,-1 0 0 0 0,1-1 1 0 0,-1 1-1 0 0,-3-3 0 0 0,3 0-5 0 0,0 1 0 0 0,0-1 0 0 0,0 1-1 0 0,0-1 1 0 0,0 0 0 0 0,1 0 0 0 0,0 0-1 0 0,0 0 1 0 0,0-1 0 0 0,-2-5 0 0 0,1-2-4 0 0,0 0 0 0 0,0-1 0 0 0,1 1 1 0 0,1-1-1 0 0,0 0 0 0 0,1 1 0 0 0,2-18 0 0 0,-1 21-28 0 0,1-1-1 0 0,0 1 0 0 0,0-1 0 0 0,1 1 0 0 0,0 0 0 0 0,1 0 0 0 0,0 0 0 0 0,0 1 0 0 0,1-1 0 0 0,0 1 0 0 0,0 0 0 0 0,1 1 0 0 0,0-1 0 0 0,1 1 0 0 0,0 0 0 0 0,0 1 0 0 0,0-1 0 0 0,1 1 0 0 0,12-7 0 0 0,-10 8-1 0 0,0 0 0 0 0,0 0 0 0 0,0 1-1 0 0,1 1 1 0 0,-1 0 0 0 0,1 0 0 0 0,0 1 0 0 0,-1 1 0 0 0,1-1 0 0 0,0 2-1 0 0,0-1 1 0 0,0 2 0 0 0,0 0 0 0 0,0 0 0 0 0,0 0 0 0 0,21 7-1 0 0,-14-2 5 0 0,-1 1-1 0 0,0 1 0 0 0,0 0 0 0 0,-1 1 0 0 0,30 22 0 0 0,63 65-5 0 0,-25-19 10 0 0,-73-68 10 0 0,0 0-1 0 0,1-1 1 0 0,0 0 0 0 0,0-1-1 0 0,1-1 1 0 0,-1 0-1 0 0,2 0 1 0 0,-1-1-1 0 0,17 3 1 0 0,-21-6-6 0 0,0-1 1 0 0,0 0-1 0 0,0 0 1 0 0,0-1-1 0 0,0 0 1 0 0,0-1-1 0 0,0 0 0 0 0,0-1 1 0 0,0 0-1 0 0,0 0 1 0 0,0 0-1 0 0,0-1 1 0 0,-1-1-1 0 0,0 0 0 0 0,12-6 1 0 0,0-3-7 0 0,-1 0 0 0 0,-1-2 0 0 0,0 0 0 0 0,0-1 0 0 0,-2 0 0 0 0,0-2 1 0 0,-1 0-1 0 0,19-29 0 0 0,-13 11-42 0 0,-1 0 1 0 0,-1-2 0 0 0,25-75-1 0 0,-43 110 34 0 0,0 0 0 0 0,0 0-1 0 0,0 0 1 0 0,-1 1 0 0 0,1-1-1 0 0,-1 0 1 0 0,0 0 0 0 0,0 0-1 0 0,0 0 1 0 0,0 0 0 0 0,0 0-1 0 0,-1 1 1 0 0,1-1 0 0 0,-1 0-1 0 0,0 0 1 0 0,-1-4 0 0 0,1 7 6 0 0,0 0 0 0 0,0 0 1 0 0,1 0-1 0 0,-1 0 0 0 0,0 0 0 0 0,1 0 1 0 0,-1 0-1 0 0,0 0 0 0 0,0 0 1 0 0,1 0-1 0 0,-1 0 0 0 0,0 0 0 0 0,1 0 1 0 0,-1 1-1 0 0,0-1 0 0 0,1 0 0 0 0,-1 1 1 0 0,0-1-1 0 0,1 0 0 0 0,-1 1 1 0 0,1-1-1 0 0,-1 1 0 0 0,0-1 0 0 0,1 1 1 0 0,-1-1-1 0 0,0 2 0 0 0,-12 10 13 0 0,1 1-5 0 0,1 0 0 0 0,1 0-1 0 0,0 1 1 0 0,1 0-1 0 0,-8 18 1 0 0,-29 78-14 0 0,36-84 10 0 0,2 0-1 0 0,-9 46 1 0 0,16-66-1 0 0,0 0 0 0 0,0 1 0 0 0,0-1 0 0 0,1 1 0 0 0,0 0 0 0 0,1-1 1 0 0,-1 1-1 0 0,1-1 0 0 0,0 0 0 0 0,1 1 0 0 0,0-1 0 0 0,0 0 0 0 0,0 0 1 0 0,0 0-1 0 0,1 0 0 0 0,0 0 0 0 0,5 7 0 0 0,-5-10-25 0 0,0 0 0 0 0,1-1 0 0 0,-1 1 0 0 0,1 0 0 0 0,0-1 0 0 0,-1 0 0 0 0,1 0 0 0 0,0 0 0 0 0,0 0 0 0 0,1-1 0 0 0,-1 1 0 0 0,0-1 0 0 0,0 0 0 0 0,1 0 0 0 0,-1-1 0 0 0,0 1 0 0 0,1-1 0 0 0,-1 0 0 0 0,1 0 0 0 0,5-2 0 0 0,6 0-293 0 0,-1-1 1 0 0,0 0-1 0 0,0-2 0 0 0,22-8 1 0 0,-6 0-185 0 0,-1-2 0 0 0,0-1 0 0 0,-2-1 0 0 0,0-1 0 0 0,45-39 0 0 0,-39 26 92 0 0,-2-2 0 0 0,-2 0 0 0 0,46-66 0 0 0,-32 29 826 0 0,-3-2 1 0 0,-4-2 0 0 0,-2-1-1 0 0,32-106 1 0 0,-56 156 154 0 0,-8 19-379 0 0,-1 0 0 0 0,1 0 0 0 0,-1 0 0 0 0,0 0 0 0 0,-1-1-1 0 0,2-11 1 0 0,-15 27 25 0 0,6-2-92 0 0,0 1-1 0 0,1 0 0 0 0,0 1 0 0 0,0-1 1 0 0,-5 15-1 0 0,2-4 161 0 0,-35 74 1350 0 0,-46 144 1 0 0,71-172-1349 0 0,2 0-1 0 0,2 1 0 0 0,-5 87 1 0 0,18-138-243 0 0,0-1 0 0 0,2 1-1 0 0,-1 0 1 0 0,2 0 0 0 0,4 20 0 0 0,-6-32-69 0 0,1 0 1 0 0,0 0-1 0 0,0 0 0 0 0,0 0 0 0 0,0 0 1 0 0,0 0-1 0 0,1 0 0 0 0,-1-1 0 0 0,1 1 1 0 0,0-1-1 0 0,0 1 0 0 0,0-1 0 0 0,0 1 1 0 0,0-1-1 0 0,1 0 0 0 0,-1 0 0 0 0,1 0 0 0 0,-1 0 1 0 0,1-1-1 0 0,0 1 0 0 0,-1-1 0 0 0,1 0 1 0 0,0 1-1 0 0,0-1 0 0 0,0 0 0 0 0,0-1 1 0 0,0 1-1 0 0,0-1 0 0 0,1 1 0 0 0,-1-1 1 0 0,0 0-1 0 0,4 0 0 0 0,3-1-546 0 0,0 0 1 0 0,1-1-1 0 0,-1-1 0 0 0,-1 1 1 0 0,1-1-1 0 0,0-1 0 0 0,9-5 1 0 0,35-23-5286 0 0,-19 6-288 0 0</inkml:trace>
</inkml:ink>
</file>

<file path=ppt/ink/ink2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0:58.9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166 59 408 0 0,'-53'-1'5207'0'0,"-48"1"3023"0"0,89 3-6616 0 0,19 1-1248 0 0,18-1-286 0 0,301-40-1613 0 0,-113 13-5978 0 0,-161 18 3054 0 0</inkml:trace>
</inkml:ink>
</file>

<file path=ppt/ink/ink2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1:03.6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68 730 2700 0 0,'-8'6'1122'0'0,"0"1"1"0"0,0-1-1 0 0,1 1 0 0 0,0 0 0 0 0,1 1 0 0 0,-1 0 1 0 0,-4 8-1 0 0,6 5 811 0 0,5-20-1836 0 0,0-1 0 0 0,0 0 0 0 0,0 1 0 0 0,0-1 1 0 0,0 1-1 0 0,0-1 0 0 0,0 1 0 0 0,0-1 0 0 0,0 0 0 0 0,0 1 1 0 0,0-1-1 0 0,0 1 0 0 0,0-1 0 0 0,0 0 0 0 0,0 1 1 0 0,0-1-1 0 0,0 1 0 0 0,0-1 0 0 0,1 0 0 0 0,-1 1 0 0 0,0-1 1 0 0,0 0-1 0 0,0 1 0 0 0,1-1 0 0 0,-1 1 0 0 0,0-1 1 0 0,0 0-1 0 0,1 0 0 0 0,-1 1 0 0 0,0-1 0 0 0,1 0 0 0 0,-1 0 1 0 0,0 1-1 0 0,1-1 0 0 0,-1 0 0 0 0,1 0 0 0 0,-1 0 1 0 0,0 0-1 0 0,1 1 0 0 0,-1-1 0 0 0,1 0 0 0 0,5-2 94 0 0,0 0 1 0 0,-1-1-1 0 0,0 0 0 0 0,1 0 0 0 0,-1 0 0 0 0,0 0 1 0 0,0-1-1 0 0,-1 0 0 0 0,1 0 0 0 0,-1 0 0 0 0,6-8 1 0 0,45-60 156 0 0,-43 54-224 0 0,85-123 106 0 0,65-90-75 0 0,15 14-171 0 0,-157 197-30 0 0,1 0 1 0 0,0 0-1 0 0,33-20 1 0 0,-53 39 43 0 0,0 1 0 0 0,0-1 0 0 0,0 1 1 0 0,0 0-1 0 0,0-1 0 0 0,0 1 0 0 0,0 0 0 0 0,0-1 1 0 0,0 1-1 0 0,0 0 0 0 0,1 0 0 0 0,-1 0 0 0 0,0 0 1 0 0,0 0-1 0 0,0 0 0 0 0,0 0 0 0 0,1 1 0 0 0,-1-1 0 0 0,0 0 1 0 0,0 1-1 0 0,0-1 0 0 0,0 1 0 0 0,0-1 0 0 0,0 1 1 0 0,0-1-1 0 0,0 1 0 0 0,0 0 0 0 0,0-1 0 0 0,0 1 1 0 0,-1 0-1 0 0,1 0 0 0 0,0 0 0 0 0,1 1 0 0 0,1 2 4 0 0,-1-1 1 0 0,0 0-1 0 0,1 1 0 0 0,-1-1 0 0 0,-1 1 0 0 0,1 0 0 0 0,2 7 0 0 0,0 10 30 0 0,0 0 1 0 0,-2 0-1 0 0,-1 0 0 0 0,0 1 0 0 0,-4 29 0 0 0,-20 109 193 0 0,19-140-202 0 0,-57 240 235 0 0,23-114-153 0 0,25-74-875 0 0,13-71 659 0 0,-1 0-1 0 0,1-1 1 0 0,0 1-1 0 0,0 0 1 0 0,0-1 0 0 0,0 1-1 0 0,0 0 1 0 0,0-1-1 0 0,0 1 1 0 0,0 0-1 0 0,0-1 1 0 0,0 1 0 0 0,1 0-1 0 0,-1-1 1 0 0,0 1-1 0 0,0 0 1 0 0,1-1-1 0 0,-1 1 1 0 0,0 0-1 0 0,1-1 1 0 0,-1 1 0 0 0,0-1-1 0 0,1 1 1 0 0,-1-1-1 0 0,1 1 1 0 0,-1-1-1 0 0,1 1 1 0 0,-1-1-1 0 0,1 0 1 0 0,-1 1 0 0 0,1-1-1 0 0,0 0 1 0 0,-1 1-1 0 0,2-1 1 0 0,-1 1-241 0 0,0-1 0 0 0,0 0 1 0 0,0 0-1 0 0,0 0 0 0 0,0 0 0 0 0,0 0 0 0 0,0 0 1 0 0,0 0-1 0 0,0 0 0 0 0,0-1 0 0 0,0 1 0 0 0,0 0 1 0 0,-1-1-1 0 0,1 1 0 0 0,0 0 0 0 0,0-1 1 0 0,0 1-1 0 0,0-1 0 0 0,0 1 0 0 0,3-4-1055 0 0</inkml:trace>
</inkml:ink>
</file>

<file path=ppt/ink/ink2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1:03.8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253 71 84 0 0,'-240'-28'17026'0'0,"227"25"-15259"0"0,21 1-1141 0 0,37-1-757 0 0,-28 3 358 0 0,246-8 205 0 0,92-5-3454 0 0,-307 7 211 0 0,-19-1-3752 0 0</inkml:trace>
</inkml:ink>
</file>

<file path=ppt/ink/ink2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1:05.2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191 62 1896 0 0,'1'-3'2198'0'0,"12"-44"9826"0"0,-13 40-11285 0 0,-1 3 724 0 0,-78 174-413 0 0,42-83-923 0 0,29-71-222 0 0,-10 22-230 0 0,1 2 1 0 0,2 0 0 0 0,-14 61-1 0 0,29-58-4552 0 0,0-42 4633 0 0,0 0 0 0 0,0-1 0 0 0,1 1 1 0 0,-1-1-1 0 0,1 1 0 0 0,-1 0 0 0 0,0-1 0 0 0,1 1 1 0 0,3 2-1464 0 0,-4-2 1464 0 0,1-1-1 0 0,0 0 0 0 0,-1 0 0 0 0,1 1 1 0 0,0-1-1 0 0,1 0 0 0 0</inkml:trace>
</inkml:ink>
</file>

<file path=ppt/ink/ink2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1:05.6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279 96 1920 0 0,'12'-13'2201'0'0,"0"-1"0"0"0,-2 0 0 0 0,15-23 0 0 0,-25 37-2163 0 0,1-1-1 0 0,-1 1 0 0 0,0 0 0 0 0,1 0 1 0 0,-1-1-1 0 0,0 1 0 0 0,0 0 0 0 0,1-1 1 0 0,-1 1-1 0 0,0-1 0 0 0,0 1 1 0 0,0 0-1 0 0,0-1 0 0 0,0 1 0 0 0,1-1 1 0 0,-1 1-1 0 0,0 0 0 0 0,0-1 0 0 0,0 1 1 0 0,0-1-1 0 0,0 1 0 0 0,0-1 0 0 0,0 1 1 0 0,0 0-1 0 0,-1-1 0 0 0,1 1 1 0 0,0-1-1 0 0,0 1 0 0 0,0 0 0 0 0,0-1 1 0 0,-1 1-1 0 0,1-1 0 0 0,0 1 0 0 0,0 0 1 0 0,0-1-1 0 0,-1 1 0 0 0,1 0 0 0 0,0-1 1 0 0,-1 1-1 0 0,1 0 0 0 0,0 0 1 0 0,-1-1-1 0 0,1 1 0 0 0,0 0 0 0 0,-1 0 1 0 0,1 0-1 0 0,-1-1 0 0 0,1 1 0 0 0,0 0 1 0 0,-1 0-1 0 0,1 0 0 0 0,-1 0 0 0 0,1 0 1 0 0,0 0-1 0 0,-1 0 0 0 0,1 0 1 0 0,-1 0-1 0 0,1 0 0 0 0,-1 0 0 0 0,0 0 1 0 0,-24 5 662 0 0,25-4-702 0 0,-16 5 180 0 0,1 1 0 0 0,0 0 0 0 0,1 1 0 0 0,0 1 0 0 0,0 1 0 0 0,0 0 0 0 0,2 0 1 0 0,-1 1-1 0 0,1 1 0 0 0,-18 23 0 0 0,29-33-157 0 0,-1-1 1 0 0,1 1 0 0 0,0 0 0 0 0,0 0-1 0 0,0 0 1 0 0,0 0 0 0 0,0 0-1 0 0,0 0 1 0 0,0 0 0 0 0,1 0-1 0 0,-1 0 1 0 0,1 0 0 0 0,-1 1-1 0 0,1-1 1 0 0,0 0 0 0 0,0 0 0 0 0,0 0-1 0 0,0 1 1 0 0,0-1 0 0 0,1 0-1 0 0,-1 0 1 0 0,2 4 0 0 0,0-2 21 0 0,-1-1 0 0 0,2 1 0 0 0,-1-1 0 0 0,0 0 0 0 0,0 0 0 0 0,1 0 0 0 0,0 0 0 0 0,0 0 1 0 0,-1 0-1 0 0,2-1 0 0 0,5 4 0 0 0,82 56 343 0 0,-86-58-163 0 0,0 1 0 0 0,0-1 0 0 0,-1 1-1 0 0,1 0 1 0 0,-1 0 0 0 0,0 1 0 0 0,0-1 0 0 0,-1 1 0 0 0,0 0 0 0 0,0 0 0 0 0,0 0 0 0 0,2 9-1 0 0,-4-13-117 0 0,-1 1-1 0 0,1-1 1 0 0,-1 0-1 0 0,0 1 0 0 0,0-1 1 0 0,0 0-1 0 0,0 0 0 0 0,-1 1 1 0 0,1-1-1 0 0,-1 0 0 0 0,1 0 1 0 0,-1 1-1 0 0,0-1 0 0 0,0 0 1 0 0,0 0-1 0 0,0 0 0 0 0,0 0 1 0 0,0 0-1 0 0,-3 3 0 0 0,-28 29 889 0 0,27-30-960 0 0,0 1 0 0 0,0-1 1 0 0,-1-1-1 0 0,1 1 0 0 0,-1-1 0 0 0,0 0 0 0 0,0 0 1 0 0,0-1-1 0 0,-1 0 0 0 0,1 0 0 0 0,0 0 0 0 0,-1-1 1 0 0,1 0-1 0 0,-1 0 0 0 0,1-1 0 0 0,-1 0 0 0 0,0 0 0 0 0,1 0 1 0 0,-1-1-1 0 0,1 0 0 0 0,-1 0 0 0 0,1-1 0 0 0,-1 1 1 0 0,1-2-1 0 0,-9-3 0 0 0,9 3-451 0 0,0 0 0 0 0,0-1 0 0 0,1 0 0 0 0,-1 0 0 0 0,1 0 0 0 0,-8-8 0 0 0,8 6-361 0 0,1 1 0 0 0,0-1 0 0 0,0 1 1 0 0,0-1-1 0 0,1 0 0 0 0,0 0 0 0 0,-3-7 0 0 0,-2-12-4140 0 0,3 0-2498 0 0</inkml:trace>
</inkml:ink>
</file>

<file path=ppt/ink/ink2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1:05.8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0 112 1516 0 0,'0'-13'5537'0'0,"0"-6"-2233"0"0,0-1-1144 0 0,0 3-740 0 0,0 2-580 0 0,2 1-632 0 0,2 1-1696 0 0</inkml:trace>
</inkml:ink>
</file>

<file path=ppt/ink/ink2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1:14.3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72 872 0 0,'0'0'2088'0'0,"-8"-23"6081"0"0,9 21-8106 0 0,-1 1-1 0 0,0-1 1 0 0,1 1 0 0 0,-1-1-1 0 0,1 1 1 0 0,-1-1 0 0 0,1 1-1 0 0,0 0 1 0 0,-1-1-1 0 0,1 1 1 0 0,0 0 0 0 0,0 0-1 0 0,0 0 1 0 0,0-1 0 0 0,0 1-1 0 0,0 0 1 0 0,0 0 0 0 0,1 0-1 0 0,-1 1 1 0 0,2-2 0 0 0,-1 1-21 0 0,1-1 0 0 0,0 1 1 0 0,0 0-1 0 0,0 1 0 0 0,0-1 1 0 0,0 0-1 0 0,1 1 0 0 0,-1 0 1 0 0,5-1-1 0 0,-1 2-28 0 0,0-1 1 0 0,1 1-1 0 0,-1 1 0 0 0,0-1 1 0 0,0 1-1 0 0,0 0 0 0 0,0 1 1 0 0,11 5-1 0 0,-12-5 2 0 0,-1 1-1 0 0,0 0 0 0 0,0-1 1 0 0,0 2-1 0 0,0-1 0 0 0,0 1 1 0 0,-1-1-1 0 0,0 1 1 0 0,0 0-1 0 0,0 1 0 0 0,-1-1 1 0 0,0 1-1 0 0,4 7 0 0 0,-4-4 12 0 0,0 0 0 0 0,-1 0 0 0 0,0 0 0 0 0,0 0 0 0 0,-1 0 0 0 0,0 0 0 0 0,0 1 0 0 0,-2 12 0 0 0,-1-2 23 0 0,-1-1 0 0 0,-1 0-1 0 0,0 0 1 0 0,-2 0 0 0 0,0-1 0 0 0,-1 0 0 0 0,-1 0 0 0 0,-12 21 0 0 0,-1-1 1020 0 0,19-36-820 0 0,2-2-217 0 0,0 1 1 0 0,-1-1-1 0 0,1 0 1 0 0,0 1-1 0 0,-1-1 1 0 0,1 0-1 0 0,0 0 0 0 0,-1 1 1 0 0,1-1-1 0 0,-1 0 1 0 0,1 0-1 0 0,-1 0 1 0 0,1 0-1 0 0,0 1 0 0 0,-1-1 1 0 0,1 0-1 0 0,-1 0 1 0 0,1 0-1 0 0,-1 0 1 0 0,1 0-1 0 0,-1 0 0 0 0,0 0 1 0 0,1-4 1 0 0,0 1 1 0 0,1 0 0 0 0,-1-1-1 0 0,0 1 1 0 0,1 0 0 0 0,0 0-1 0 0,0-1 1 0 0,0 1 0 0 0,0 0-1 0 0,0 0 1 0 0,3-5 0 0 0,23-34 61 0 0,10-9-94 0 0,1 3 1 0 0,46-45-1 0 0,-61 71-35 0 0,1 1 0 0 0,1 0 0 0 0,1 2 1 0 0,0 1-1 0 0,52-26 0 0 0,-75 42 30 0 0,1 1 0 0 0,-1-1 0 0 0,1 1 0 0 0,-1 0-1 0 0,1 0 1 0 0,0 0 0 0 0,-1 0 0 0 0,1 1 0 0 0,0-1 0 0 0,0 1 0 0 0,0 0 0 0 0,-1 0 0 0 0,1 1 0 0 0,0-1 0 0 0,0 1 0 0 0,-1 0-1 0 0,1 0 1 0 0,0 0 0 0 0,-1 0 0 0 0,1 1 0 0 0,4 2 0 0 0,-4-1 8 0 0,1 0-1 0 0,-1 1 0 0 0,0 0 1 0 0,0 0-1 0 0,0 0 1 0 0,0 0-1 0 0,-1 0 1 0 0,0 1-1 0 0,0 0 1 0 0,0 0-1 0 0,0 0 1 0 0,-1 0-1 0 0,4 9 1 0 0,-3-3 15 0 0,-1-1 0 0 0,0 1 0 0 0,0-1 0 0 0,-1 1 1 0 0,0 0-1 0 0,-1 14 0 0 0,-10 68 71 0 0,6-62-100 0 0,3-18-260 0 0,-5 59-1859 0 0,6-66 911 0 0,0 0 0 0 0,0 1-1 0 0,1-1 1 0 0,0 0 0 0 0,2 6 0 0 0</inkml:trace>
</inkml:ink>
</file>

<file path=ppt/ink/ink2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1:14.7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75 59 2472 0 0,'28'-58'9734'0'0,"-51"82"-8457"0"0,12-8-1012 0 0,0 0 0 0 0,1 1 1 0 0,1 1-1 0 0,0-1 1 0 0,-5 20-1 0 0,10-28-214 0 0,1 1 0 0 0,1 0 0 0 0,-1 0 0 0 0,2 0 0 0 0,-1 1 0 0 0,1-1 0 0 0,1 0 0 0 0,0 0 0 0 0,1 1 0 0 0,-1-1 0 0 0,4 13 0 0 0,-2-19 27 0 0,-1 0 1 0 0,1 0-1 0 0,0 0 1 0 0,0 0 0 0 0,0 0-1 0 0,1 0 1 0 0,0-1-1 0 0,-1 1 1 0 0,1-1-1 0 0,0 0 1 0 0,1 0-1 0 0,-1 0 1 0 0,0 0-1 0 0,1 0 1 0 0,0-1 0 0 0,-1 0-1 0 0,1 0 1 0 0,0 0-1 0 0,0 0 1 0 0,0 0-1 0 0,1-1 1 0 0,-1 0-1 0 0,0 0 1 0 0,0 0-1 0 0,1 0 1 0 0,-1-1 0 0 0,1 1-1 0 0,-1-1 1 0 0,0 0-1 0 0,1-1 1 0 0,-1 1-1 0 0,1-1 1 0 0,-1 0-1 0 0,0 0 1 0 0,0 0-1 0 0,1 0 1 0 0,-1-1 0 0 0,0 0-1 0 0,0 0 1 0 0,0 0-1 0 0,6-5 1 0 0,0-1 12 0 0,0 0 0 0 0,-1-1 1 0 0,-1 0-1 0 0,0 0 1 0 0,0-1-1 0 0,0 0 0 0 0,-1 0 1 0 0,-1 0-1 0 0,0-1 0 0 0,0 0 1 0 0,4-14-1 0 0,-6 15-13 0 0,-1 0 0 0 0,1-1 0 0 0,-2 1 0 0 0,0-1 0 0 0,0 0 0 0 0,-1 0 0 0 0,0 0 0 0 0,-1 0 0 0 0,0 0-1 0 0,-1 1 1 0 0,0-1 0 0 0,-5-21 0 0 0,6 30-78 0 0,-1 0 0 0 0,0 0 0 0 0,0 0 0 0 0,0 0 0 0 0,0 0 1 0 0,0 0-1 0 0,0 0 0 0 0,-1 0 0 0 0,1 0 0 0 0,0 1 0 0 0,-1-1 0 0 0,0 1 0 0 0,1-1 0 0 0,-1 1 0 0 0,0-1 0 0 0,0 1 0 0 0,0 0 0 0 0,-2-2 0 0 0,0 2 4 0 0,0 0-1 0 0,1 0 1 0 0,-1 0-1 0 0,0 1 1 0 0,0-1-1 0 0,1 1 1 0 0,-1-1 0 0 0,0 1-1 0 0,0 1 1 0 0,-4 0-1 0 0,-2 0-65 0 0,1 1-1 0 0,-1 1 1 0 0,0 0-1 0 0,1 0 0 0 0,0 1 1 0 0,0 0-1 0 0,-14 8 1 0 0,12-4-398 0 0,0 0-1 0 0,0 1 1 0 0,1 0 0 0 0,-16 18 0 0 0,22-22-58 0 0,0 0-1 0 0,1 0 0 0 0,-1 0 0 0 0,1 1 0 0 0,-3 8 1 0 0,5-11-122 0 0,0 0 1 0 0,0 1-1 0 0,0-1 1 0 0,0 0 0 0 0,1 1-1 0 0,-1-1 1 0 0,1 1-1 0 0,0-1 1 0 0,0 1 0 0 0,1 5-1 0 0,3 5-5144 0 0</inkml:trace>
</inkml:ink>
</file>

<file path=ppt/ink/ink2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1:15.1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153 49 1144 0 0,'23'-49'8712'0'0,"-23"52"-8398"0"0,-6 22 358 0 0,-1 1 1 0 0,-1-1-1 0 0,-18 37 1 0 0,6-12-207 0 0,-42 98 277 0 0,34-88 2060 0 0,17-41-109 0 0,6-18-1614 0 0,2-11-837 0 0,4 2-202 0 0,1 1 0 0 0,-1-1 0 0 0,1 1 0 0 0,0-1 0 0 0,1 1 1 0 0,0 0-1 0 0,0 0 0 0 0,0 0 0 0 0,1 0 0 0 0,7-10 0 0 0,-5 6-9 0 0,5-6-28 0 0,0 1 1 0 0,1 0-1 0 0,0 1 0 0 0,1 0 1 0 0,19-16-1 0 0,-22 22-29 0 0,1 0 0 0 0,0 1 0 0 0,1 1-1 0 0,0 0 1 0 0,0 0 0 0 0,0 1-1 0 0,1 1 1 0 0,15-5 0 0 0,-25 9 21 0 0,0 1 0 0 0,0-1-1 0 0,0 1 1 0 0,1 0 0 0 0,-1-1 0 0 0,0 2 0 0 0,0-1 0 0 0,1 0 0 0 0,-1 1-1 0 0,0-1 1 0 0,0 1 0 0 0,0 0 0 0 0,0 0 0 0 0,0 0 0 0 0,0 0 0 0 0,0 1-1 0 0,0-1 1 0 0,0 1 0 0 0,0 0 0 0 0,-1 0 0 0 0,1 0 0 0 0,-1 0-1 0 0,1 0 1 0 0,-1 1 0 0 0,3 3 0 0 0,-1-1 7 0 0,-1-1 0 0 0,0 1 0 0 0,0 0 0 0 0,0 0 0 0 0,-1 0 0 0 0,1 0 0 0 0,-1 1 0 0 0,0-1 0 0 0,-1 0-1 0 0,1 1 1 0 0,-1 0 0 0 0,0-1 0 0 0,0 7 0 0 0,-2 5-104 0 0,-1-1-1 0 0,-1 1 0 0 0,-8 30 1 0 0,-1 6-6483 0 0</inkml:trace>
</inkml:ink>
</file>

<file path=ppt/ink/ink2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1:15.3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0 191 1676 0 0,'11'-11'8284'0'0,"-6"6"-7145"0"0,-1 0 1 0 0,1 0-1 0 0,0 1 1 0 0,1 0-1 0 0,6-5 1 0 0,34-13 1740 0 0,-14 12-2857 0 0,40-8 0 0 0,-10 4 568 0 0,9-4-811 0 0,33-10-2483 0 0,-37 0-5471 0 0,-49 19 1361 0 0</inkml:trace>
</inkml:ink>
</file>

<file path=ppt/ink/ink2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1:15.9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200 149 1404 0 0,'42'-50'6980'0'0,"30"-40"2926"0"0,-71 88-9481 0 0,-1 1-400 0 0,0 1 1 0 0,0 0-1 0 0,-1-1 0 0 0,1 1 1 0 0,0 0-1 0 0,0-1 0 0 0,-1 1 1 0 0,1 0-1 0 0,0-1 0 0 0,-1 1 0 0 0,1 0 1 0 0,0-1-1 0 0,-1 1 0 0 0,1 0 1 0 0,0 0-1 0 0,-1-1 0 0 0,1 1 1 0 0,-1 0-1 0 0,1 0 0 0 0,0 0 1 0 0,-1 0-1 0 0,1 0 0 0 0,-1-1 1 0 0,1 1-1 0 0,-1 0 0 0 0,1 0 1 0 0,0 0-1 0 0,-1 0 0 0 0,1 0 0 0 0,-2 0 1 0 0,-41 16 272 0 0,-59 28 0 0 0,84-35-273 0 0,0 1 0 0 0,1 1 0 0 0,0 0-1 0 0,1 2 1 0 0,-29 27 0 0 0,42-38-21 0 0,1 1 0 0 0,-1 1 1 0 0,1-1-1 0 0,0 0 0 0 0,-1 0 0 0 0,2 1 0 0 0,-1 0 0 0 0,0-1 0 0 0,1 1 0 0 0,-1 0 0 0 0,1 0 0 0 0,0-1 1 0 0,1 1-1 0 0,-1 0 0 0 0,1 0 0 0 0,-1 0 0 0 0,2 8 0 0 0,0-6 2 0 0,0 0-1 0 0,0 0 1 0 0,1 0-1 0 0,0 0 1 0 0,0 0 0 0 0,1 0-1 0 0,0-1 1 0 0,0 0-1 0 0,0 1 1 0 0,7 8 0 0 0,16 16-7 0 0,-9-10-16 0 0,26 37 0 0 0,-42-56 41 0 0,0 0-1 0 0,0 1 1 0 0,0-1 0 0 0,-1 1-1 0 0,1-1 1 0 0,0 0 0 0 0,-1 1-1 0 0,1-1 1 0 0,-1 1 0 0 0,1-1-1 0 0,-1 1 1 0 0,1 0 0 0 0,-1-1-1 0 0,0 1 1 0 0,0-1 0 0 0,0 1-1 0 0,0-1 1 0 0,0 1 0 0 0,0 0-1 0 0,-1-1 1 0 0,1 1 0 0 0,-1 2-1 0 0,-1-2 47 0 0,1 0 0 0 0,0 0 0 0 0,-1 0 0 0 0,1 0 0 0 0,-1-1 0 0 0,1 1-1 0 0,-1-1 1 0 0,0 1 0 0 0,0-1 0 0 0,0 1 0 0 0,0-1 0 0 0,0 0 0 0 0,-4 2-1 0 0,-2 0-189 0 0,-1 0 0 0 0,1 0 0 0 0,-1-1 0 0 0,0 0 0 0 0,0-1-1 0 0,-16 1 1 0 0,22-2-1149 0 0,-5-4-1840 0 0</inkml:trace>
</inkml:ink>
</file>

<file path=ppt/ink/ink2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1:16.1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78 828 0 0,'72'-74'19920'0'0,"-71"74"-19894"0"0,-1 0-1 0 0,0-1 0 0 0,0 1 0 0 0,0 0 0 0 0,0 0 1 0 0,0 0-1 0 0,0 0 0 0 0,0-1 0 0 0,1 1 0 0 0,-1 0 1 0 0,0 0-1 0 0,0 0 0 0 0,0 0 0 0 0,0 0 1 0 0,0 0-1 0 0,1-1 0 0 0,-1 1 0 0 0,0 0 0 0 0,0 0 1 0 0,0 0-1 0 0,1 0 0 0 0,-1 0 0 0 0,0 0 0 0 0,0 0 1 0 0,0 0-1 0 0,1 0 0 0 0,-1 0 0 0 0,0 0 0 0 0,0 0 1 0 0,0 0-1 0 0,1 0 0 0 0,-1 0 0 0 0,0 0 1 0 0,0 0-1 0 0,0 0 0 0 0,0 0 0 0 0,1 0 0 0 0,-1 0 1 0 0,0 1-1 0 0,0-1 0 0 0,0 15 109 0 0,-1-1 0 0 0,0 1 1 0 0,-2-1-1 0 0,0 1 0 0 0,0-1 0 0 0,-1 0 1 0 0,-8 19-1 0 0,-6 20 56 0 0,1 4-63 0 0,-7 22-171 0 0,22-69-992 0 0,0 1 0 0 0,0 19 0 0 0,4-14-2137 0 0</inkml:trace>
</inkml:ink>
</file>

<file path=ppt/ink/ink2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1:16.3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68 62 1908 0 0,'-2'-15'2252'0'0,"-4"1"-711"0"0,2 5-169 0 0,0-3 444 0 0,-1 1-388 0 0,-17 12-1164 0 0,13 15-1416 0 0,3-6-508 0 0,2-1-781 0 0,-2 5-483 0 0</inkml:trace>
</inkml:ink>
</file>

<file path=ppt/ink/ink2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1:16.7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 1 300 0 0,'5'12'9292'0'0,"14"59"-4824"0"0,-14-47-3997 0 0,-2 0-1 0 0,2 40 1 0 0,-5-47-250 0 0,-1 0-1 0 0,-1 1 1 0 0,0-1 0 0 0,-1 0-1 0 0,-1 0 1 0 0,0 0 0 0 0,-2 0 0 0 0,-12 27-1 0 0,18-43-166 0 0,-1 0 0 0 0,1 0 0 0 0,-1 0 0 0 0,1 0 0 0 0,-1 0 0 0 0,0 0 0 0 0,0 0 0 0 0,1 0 0 0 0,-1 0 0 0 0,0 0 0 0 0,0 0 0 0 0,0 0 0 0 0,0-1 0 0 0,0 1 0 0 0,0 0 0 0 0,-2 0 0 0 0,3-1-29 0 0,-1 0 0 0 0,1 0 1 0 0,-1 0-1 0 0,0 0 0 0 0,1 0 0 0 0,-1 0 1 0 0,0 0-1 0 0,1 0 0 0 0,-1 0 0 0 0,0 0 1 0 0,1 0-1 0 0,-1 0 0 0 0,1-1 0 0 0,-1 1 1 0 0,0 0-1 0 0,1 0 0 0 0,-1-1 0 0 0,1 1 1 0 0,-1 0-1 0 0,1-1 0 0 0,-2 0 0 0 0,1-1 9 0 0,-1 1-1 0 0,1-1 0 0 0,-1 0 0 0 0,1 0 0 0 0,0 1 0 0 0,0-1 1 0 0,0 0-1 0 0,0 0 0 0 0,0-1 0 0 0,0 1 0 0 0,0 0 1 0 0,1 0-1 0 0,-1 0 0 0 0,1-3 0 0 0,0-6 2 0 0,0 1 0 0 0,1-1-1 0 0,1 1 1 0 0,0-1 0 0 0,0 1-1 0 0,1 0 1 0 0,0 0 0 0 0,1 0-1 0 0,0 0 1 0 0,11-18 0 0 0,-6 12-37 0 0,2-1 0 0 0,1 2-1 0 0,0-1 1 0 0,0 2 0 0 0,17-15 0 0 0,-13 14-18 0 0,1 2 0 0 0,0 0 1 0 0,1 1-1 0 0,0 0 0 0 0,32-13 1 0 0,-43 21 9 0 0,1 1 1 0 0,1 0-1 0 0,-1 0 1 0 0,0 1-1 0 0,1 0 1 0 0,0 1-1 0 0,-1-1 1 0 0,1 2 0 0 0,0-1-1 0 0,-1 1 1 0 0,1 1-1 0 0,0-1 1 0 0,-1 2-1 0 0,1-1 1 0 0,0 1 0 0 0,12 5-1 0 0,-18-6 9 0 0,0 0 1 0 0,0 1-1 0 0,-1-1 1 0 0,1 1-1 0 0,-1 0 0 0 0,0-1 1 0 0,1 1-1 0 0,-1 0 0 0 0,0 1 1 0 0,0-1-1 0 0,0 0 0 0 0,0 0 1 0 0,-1 1-1 0 0,1-1 0 0 0,0 1 1 0 0,0 3-1 0 0,0-1 8 0 0,-1-1-1 0 0,1 1 1 0 0,-1 0-1 0 0,0 0 1 0 0,-1 0-1 0 0,1 0 1 0 0,-1 0 0 0 0,0 0-1 0 0,-1 5 1 0 0,-2 6 21 0 0,0 0 1 0 0,-1 0-1 0 0,0 0 1 0 0,-12 26-1 0 0,-15 21 42 0 0,-3 8-1991 0 0,20-24-4598 0 0</inkml:trace>
</inkml:ink>
</file>

<file path=ppt/ink/ink2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1:17.3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1167 189 956 0 0,'14'-15'3070'0'0,"-2"-1"0"0"0,18-27 0 0 0,-26 36-2272 0 0,0 0-1 0 0,-1 1 0 0 0,0-1 1 0 0,0 0-1 0 0,-1-1 0 0 0,0 1 1 0 0,0 0-1 0 0,0-1 0 0 0,0-14 1 0 0,-2 21-734 0 0,0 0 0 0 0,0 0 0 0 0,0 0 0 0 0,0 0 0 0 0,0 0 0 0 0,0-1 0 0 0,0 1 0 0 0,-1 0 0 0 0,1 0 0 0 0,0 0 0 0 0,-1 0 0 0 0,1 0 0 0 0,-1 0 0 0 0,1 0 0 0 0,-1 0 0 0 0,1 0 0 0 0,-1 1 0 0 0,0-1 0 0 0,0 0 0 0 0,1 0 0 0 0,-1 0 0 0 0,0 1 0 0 0,0-1 0 0 0,-1 0 0 0 0,0 0-20 0 0,1 0 0 0 0,-1 1 1 0 0,0-1-1 0 0,0 1 0 0 0,0-1 1 0 0,0 1-1 0 0,0 0 1 0 0,0 0-1 0 0,0 0 0 0 0,0 0 1 0 0,0 0-1 0 0,-3 1 0 0 0,-6 1-8 0 0,1 1-1 0 0,-1 1 1 0 0,-17 7-1 0 0,24-9 28 0 0,-30 14 21 0 0,0 3 0 0 0,1 1 0 0 0,1 1-1 0 0,1 1 1 0 0,-49 47 0 0 0,71-61-73 0 0,0 1 0 0 0,0 0 0 0 0,1 1 1 0 0,0 0-1 0 0,0 0 0 0 0,2 1 0 0 0,-1 0 0 0 0,1 0 0 0 0,0 1 0 0 0,-6 21 1 0 0,11-32-12 0 0,1 0 1 0 0,0 1-1 0 0,-1-1 0 0 0,1 0 1 0 0,0 1-1 0 0,0-1 1 0 0,0 1-1 0 0,0-1 1 0 0,0 1-1 0 0,0-1 1 0 0,0 0-1 0 0,0 1 1 0 0,1-1-1 0 0,-1 1 1 0 0,0-1-1 0 0,1 0 1 0 0,0 1-1 0 0,-1-1 0 0 0,1 0 1 0 0,0 1-1 0 0,-1-1 1 0 0,3 2-1 0 0,-1-2-17 0 0,-1 1-1 0 0,1-1 0 0 0,0 0 1 0 0,0 1-1 0 0,0-1 1 0 0,0 0-1 0 0,1 0 0 0 0,-1-1 1 0 0,0 1-1 0 0,0 0 1 0 0,0-1-1 0 0,5 1 0 0 0,1 0-57 0 0,0-1-1 0 0,0 0 1 0 0,0 0-1 0 0,0-1 1 0 0,0 0-1 0 0,0 0 0 0 0,9-3 1 0 0,7-6-38 0 0,-1-1 0 0 0,0-1 0 0 0,0-1 0 0 0,-2-1 1 0 0,23-18-1 0 0,-19 13 50 0 0,16-11 264 0 0,60-57 0 0 0,-101 86-202 0 0,0 0 0 0 0,1 1 0 0 0,-1-1 0 0 0,1 1 0 0 0,-1-1 0 0 0,1 1 0 0 0,-1-1 0 0 0,1 1 0 0 0,0-1 0 0 0,-1 1 0 0 0,1 0 0 0 0,0-1 0 0 0,-1 1 0 0 0,1 0 0 0 0,0-1 0 0 0,-1 1 0 0 0,1 0 0 0 0,0 0 0 0 0,-1 0 0 0 0,1 0 0 0 0,0 0-1 0 0,1 0 1 0 0,-2 0 2 0 0,1 0-1 0 0,-1 1 1 0 0,1-1-1 0 0,-1 1 1 0 0,0-1-1 0 0,1 0 1 0 0,-1 1-1 0 0,0-1 1 0 0,1 1-1 0 0,-1-1 1 0 0,0 1-1 0 0,0-1 1 0 0,1 1-1 0 0,-1 0 1 0 0,0-1-1 0 0,0 1 1 0 0,0-1-1 0 0,0 1 1 0 0,0-1-1 0 0,0 1 1 0 0,0 0-1 0 0,-3 33 40 0 0,-16 35 54 0 0,-55 128-1 0 0,58-159-62 0 0,-251 585 1085 0 0,235-545-827 0 0,-65 149 555 0 0,75-182 147 0 0,-2-1 0 0 0,-55 75 0 0 0,67-104-508 0 0,-1-1-1 0 0,0 0 1 0 0,-1 0-1 0 0,0-2 1 0 0,-1 1-1 0 0,-1-2 1 0 0,-27 16 0 0 0,32-21-243 0 0,1-1 1 0 0,-1-1-1 0 0,0 0 0 0 0,0 0 1 0 0,0-1-1 0 0,-1-1 1 0 0,1 0-1 0 0,0 0 1 0 0,-1-1-1 0 0,0-1 0 0 0,1 0 1 0 0,-1 0-1 0 0,-22-5 1 0 0,14 1-232 0 0,0-2 0 0 0,1 0 0 0 0,0-1 0 0 0,0-1 0 0 0,1 0 0 0 0,0-2 0 0 0,1 0 0 0 0,0-1 1 0 0,0-1-1 0 0,1 0 0 0 0,-16-16 0 0 0,24 19-10 0 0,0 1 0 0 0,0-1 0 0 0,1-1 0 0 0,0 1 0 0 0,1-1 0 0 0,0 0 0 0 0,0-1 0 0 0,1 0-1 0 0,1 1 1 0 0,0-1 0 0 0,0-1 0 0 0,1 1 0 0 0,0-1 0 0 0,1 1 0 0 0,1-1 0 0 0,0 0 0 0 0,0 1 0 0 0,1-1 0 0 0,1 0 0 0 0,2-18 0 0 0,3 3-160 0 0,2 1 0 0 0,0 0 0 0 0,2 1 1 0 0,0 0-1 0 0,2 1 0 0 0,1 0 0 0 0,1 1 0 0 0,1 0 0 0 0,18-21 0 0 0,9-7-671 0 0,3 3-1 0 0,79-68 1 0 0,-41 48-3422 0 0,98-60 1 0 0,7 14-6269 0 0,-117 75 3294 0 0</inkml:trace>
</inkml:ink>
</file>

<file path=ppt/ink/ink2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1:17.7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141 64 992 0 0,'32'-64'13941'0'0,"-36"65"-13788"0"0,0 0 1 0 0,0 0-1 0 0,1 0 0 0 0,-1 1 1 0 0,0-1-1 0 0,0 1 1 0 0,1 0-1 0 0,-1 0 1 0 0,1 0-1 0 0,0 1 0 0 0,-1-1 1 0 0,1 1-1 0 0,0 0 1 0 0,1 0-1 0 0,-1 0 0 0 0,-4 5 1 0 0,-6 9 326 0 0,-19 33 1 0 0,19-29-263 0 0,1 1 1 0 0,-15 39 0 0 0,24-52-178 0 0,1-1 1 0 0,-1 1 0 0 0,1-1-1 0 0,1 1 1 0 0,-1 0 0 0 0,2-1-1 0 0,-1 1 1 0 0,1 0 0 0 0,0 0-1 0 0,1 0 1 0 0,2 9 0 0 0,-2-14-23 0 0,0 0 1 0 0,0 0-1 0 0,1 0 0 0 0,-1 0 1 0 0,1-1-1 0 0,0 1 0 0 0,0 0 1 0 0,0-1-1 0 0,1 0 1 0 0,-1 1-1 0 0,1-1 0 0 0,-1 0 1 0 0,1 0-1 0 0,0-1 1 0 0,1 1-1 0 0,4 3 0 0 0,-3-4-46 0 0,-1 1 0 0 0,1-1 0 0 0,0 0 0 0 0,1-1 0 0 0,-1 1 0 0 0,0-1 0 0 0,0 0 0 0 0,1 0 0 0 0,-1-1-1 0 0,1 0 1 0 0,5 0 0 0 0,2-1-64 0 0,-1 0 0 0 0,0-2 0 0 0,0 1 0 0 0,0-1 0 0 0,-1-1 0 0 0,1 0 0 0 0,-1-1 0 0 0,0 0 0 0 0,0 0 0 0 0,13-10 0 0 0,10-11-90 0 0,0-1 1 0 0,50-54-1 0 0,47-74 1759 0 0,-112 131-1245 0 0,-18 23-255 0 0,-6 11-23 0 0,-20 39 64 0 0,8-18-68 0 0,1 1 0 0 0,2 0 0 0 0,1 1 0 0 0,-17 64 0 0 0,30-96-87 0 0,0 0-1 0 0,-1 0 1 0 0,1 0 0 0 0,0 0 0 0 0,0 0 0 0 0,-1 0 0 0 0,1 0 0 0 0,0 0 0 0 0,0 0 0 0 0,0 0 0 0 0,0 0 0 0 0,1 0 0 0 0,-1 0 0 0 0,0 0 0 0 0,0 0 0 0 0,1 0 0 0 0,-1 0 0 0 0,0 0 0 0 0,1 0 0 0 0,-1 0 0 0 0,1 0 0 0 0,-1 0 0 0 0,1-1 0 0 0,-1 1 0 0 0,1 0 0 0 0,0 0 0 0 0,0-1 0 0 0,-1 1 0 0 0,1 0 0 0 0,0-1 0 0 0,0 1 0 0 0,0 0 0 0 0,-1-1 0 0 0,1 1 0 0 0,0-1 0 0 0,0 0 0 0 0,0 1 0 0 0,0-1 0 0 0,0 0 0 0 0,0 1-1 0 0,0-1 1 0 0,0 0 0 0 0,0 0 0 0 0,0 0 0 0 0,0 0 0 0 0,0 0 0 0 0,0 0 0 0 0,0 0 0 0 0,0 0 0 0 0,0-1 0 0 0,0 1 0 0 0,1-1 0 0 0,7 0-682 0 0,-1-2 0 0 0,0 1 0 0 0,1-1 0 0 0,-1 0 0 0 0,9-5 0 0 0,0-3-2447 0 0,29-21 0 0 0,-5 1-2420 0 0</inkml:trace>
</inkml:ink>
</file>

<file path=ppt/ink/ink2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1:17.9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304 182 1624 0 0,'61'-169'15170'0'0,"-59"156"-14078"0"0,-9 15-371 0 0,-11 15-252 0 0,-14 28-66 0 0,-47 92 1 0 0,-12 58-226 0 0,71-150-120 0 0,-59 152 225 0 0,69-165-416 0 0,1-1 0 0 0,2 1 1 0 0,1 1-1 0 0,-2 45 0 0 0,8-71-183 0 0,0 0-1 0 0,0-1 1 0 0,1 1-1 0 0,0 0 0 0 0,0 0 1 0 0,0 0-1 0 0,1-1 0 0 0,0 1 1 0 0,1-1-1 0 0,5 11 1 0 0,-6-12-216 0 0,1-1 1 0 0,0 0 0 0 0,0-1 0 0 0,0 1 0 0 0,1 0 0 0 0,-1-1 0 0 0,1 0 0 0 0,0 0 0 0 0,0 0 0 0 0,0 0 0 0 0,0 0-1 0 0,0-1 1 0 0,1 0 0 0 0,-1 0 0 0 0,9 2 0 0 0,13 3-4823 0 0</inkml:trace>
</inkml:ink>
</file>

<file path=ppt/ink/ink2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1:18.3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178 255 1524 0 0,'19'-17'1784'0'0,"0"-1"1"0"0,-1-1-1 0 0,-1 0 0 0 0,-1-2 1 0 0,-1 1-1 0 0,0-2 0 0 0,-2 0 1 0 0,0-1-1 0 0,14-39 0 0 0,-27 62-1767 0 0,1 0 0 0 0,-1-1 0 0 0,0 1 0 0 0,0 0 0 0 0,0 0 0 0 0,0-1 1 0 0,0 1-1 0 0,0 0 0 0 0,0-1 0 0 0,0 1 0 0 0,1 0 0 0 0,-1-1 0 0 0,0 1 0 0 0,0 0 0 0 0,-1-1 0 0 0,1 1 0 0 0,0 0 0 0 0,0-1 0 0 0,0 1 0 0 0,0 0 0 0 0,0-1 0 0 0,0 1 0 0 0,0 0 1 0 0,0 0-1 0 0,-1-1 0 0 0,1 1 0 0 0,0 0 0 0 0,0-1 0 0 0,0 1 0 0 0,-1 0 0 0 0,1 0 0 0 0,0 0 0 0 0,0-1 0 0 0,-1 1 0 0 0,1 0 0 0 0,0 0 0 0 0,0 0 0 0 0,-1-1 0 0 0,1 1 0 0 0,0 0 0 0 0,-1 0 1 0 0,1 0-1 0 0,0 0 0 0 0,-1 0 0 0 0,1 0 0 0 0,0 0 0 0 0,-1 0 0 0 0,1 0 0 0 0,0 0 0 0 0,-1 0 0 0 0,1 0 0 0 0,0 0 0 0 0,-1 0 0 0 0,-15 2 166 0 0,16-2-189 0 0,-12 4 55 0 0,0 1 0 0 0,0-1 0 0 0,1 2 0 0 0,-1 0 1 0 0,1 0-1 0 0,-18 15 0 0 0,-55 53 103 0 0,77-67-134 0 0,-13 12 27 0 0,1 1 0 0 0,-28 39 0 0 0,40-49-12 0 0,0 1 1 0 0,1 0-1 0 0,0 1 1 0 0,1-1-1 0 0,0 1 0 0 0,1 0 1 0 0,-5 24-1 0 0,9-35-32 0 0,0 0 0 0 0,0 0-1 0 0,0 0 1 0 0,0 0-1 0 0,0 0 1 0 0,0 0 0 0 0,0 0-1 0 0,0 0 1 0 0,0 0 0 0 0,0 0-1 0 0,1 0 1 0 0,-1 0-1 0 0,0 0 1 0 0,1 0 0 0 0,-1 0-1 0 0,1 0 1 0 0,-1-1 0 0 0,1 1-1 0 0,-1 0 1 0 0,1 0-1 0 0,0-1 1 0 0,-1 1 0 0 0,1 0-1 0 0,0-1 1 0 0,0 1 0 0 0,0 0-1 0 0,-1-1 1 0 0,1 1 0 0 0,0-1-1 0 0,0 0 1 0 0,0 1-1 0 0,0-1 1 0 0,0 0 0 0 0,0 1-1 0 0,0-1 1 0 0,0 0 0 0 0,1 0-1 0 0,2 1-26 0 0,0-1-1 0 0,0 1 0 0 0,0-1 1 0 0,-1 0-1 0 0,1 0 0 0 0,0-1 1 0 0,4 0-1 0 0,2-3-47 0 0,1 0 1 0 0,-1 0-1 0 0,0-1 0 0 0,0 0 1 0 0,0-1-1 0 0,-1 0 0 0 0,17-14 0 0 0,54-58-121 0 0,-69 66 176 0 0,41-49 684 0 0,-11 11 289 0 0,-39 48-922 0 0,7-1 52 0 0,-26 32-217 0 0,2 1-1 0 0,-22 61 0 0 0,32-74-2300 0 0,-6 32 0 0 0,12-29-4736 0 0</inkml:trace>
</inkml:ink>
</file>

<file path=ppt/ink/ink2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1:18.6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56 147 3028 0 0,'26'-36'5262'0'0,"-16"21"-1594"0"0,21-23-1 0 0,-29 36-3131 0 0,15 7 225 0 0,-14-3-709 0 0,-1 0-1 0 0,0 1 0 0 0,1 0 1 0 0,-1-1-1 0 0,0 1 0 0 0,-1 0 1 0 0,1 0-1 0 0,0 0 0 0 0,-1 0 1 0 0,0 0-1 0 0,0 0 0 0 0,0 1 1 0 0,0-1-1 0 0,0 0 0 0 0,0 6 1 0 0,2 22 212 0 0,-2 0 0 0 0,-1 0 0 0 0,-1-1 0 0 0,-2 1 0 0 0,-1 0 1 0 0,-2-1-1 0 0,-1 0 0 0 0,-1 0 0 0 0,-1 0 0 0 0,-17 36 0 0 0,19-51 663 0 0,1-1 1 0 0,-2 0-1 0 0,0-1 0 0 0,0 0 0 0 0,-1 0 0 0 0,-1 0 0 0 0,-18 17 1 0 0,28-29-789 0 0,-1 0 1 0 0,0-1 0 0 0,0 1-1 0 0,1-1 1 0 0,-1 1 0 0 0,0-1-1 0 0,0 1 1 0 0,0-1 0 0 0,0 0-1 0 0,0 1 1 0 0,0-1 0 0 0,0 0-1 0 0,0 0 1 0 0,-1 1 0 0 0,1-1-84 0 0,1 0 1 0 0,0 0 0 0 0,-1-1-1 0 0,1 1 1 0 0,-1 0 0 0 0,1 0 0 0 0,0 0-1 0 0,-1 0 1 0 0,1 0 0 0 0,0-1-1 0 0,-1 1 1 0 0,1 0 0 0 0,0 0 0 0 0,0-1-1 0 0,-1 1 1 0 0,1 0 0 0 0,0 0-1 0 0,-1-1 1 0 0,1 1 0 0 0,0 0 0 0 0,0-1-1 0 0,0 1 1 0 0,0 0 0 0 0,-1-1-1 0 0,1 0 1 0 0,0 0 5 0 0,-1-1 1 0 0,1 0-1 0 0,0 0 1 0 0,0 0-1 0 0,0 0 0 0 0,0 0 1 0 0,0 0-1 0 0,0 0 1 0 0,0 0-1 0 0,1 0 0 0 0,-1 1 1 0 0,1-1-1 0 0,0-3 1 0 0,8-13-21 0 0,0 0 0 0 0,1 1 0 0 0,0 0 1 0 0,2 1-1 0 0,0 0 0 0 0,21-21 0 0 0,6-2-166 0 0,49-37-1 0 0,-24 26-1924 0 0,3 4 0 0 0,127-67-1 0 0,-78 57-3719 0 0,3 8-4222 0 0,-85 35 1747 0 0</inkml:trace>
</inkml:ink>
</file>

<file path=ppt/ink/ink2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1:19.9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15 157 1132 0 0,'-3'-8'956'0'0,"0"0"0"0"0,1 0-1 0 0,0 0 1 0 0,0 0 0 0 0,1 0 0 0 0,0-1-1 0 0,0-10 1 0 0,1 15-820 0 0,1 0 0 0 0,-1 0 0 0 0,1 0 0 0 0,0-1 1 0 0,0 1-1 0 0,0 0 0 0 0,0 0 0 0 0,1 0 0 0 0,-1 0 0 0 0,1 1 0 0 0,0-1 0 0 0,0 0 0 0 0,1 1 0 0 0,-1-1 1 0 0,5-4-1 0 0,-6 7-90 0 0,0-1 0 0 0,0 1 0 0 0,1 0 0 0 0,-1 0 0 0 0,0 0 0 0 0,0 0 0 0 0,1 1 0 0 0,-1-1 0 0 0,0 0 0 0 0,1 0 0 0 0,-1 1 0 0 0,1-1 0 0 0,-1 1 0 0 0,1-1 0 0 0,-1 1 0 0 0,1 0 0 0 0,-1 0 0 0 0,1 0 0 0 0,-1-1 0 0 0,1 1 0 0 0,-1 1 0 0 0,1-1 0 0 0,-1 0 0 0 0,1 0 0 0 0,-1 0 0 0 0,1 1 0 0 0,-1-1 0 0 0,1 1 0 0 0,-1-1 0 0 0,1 1 0 0 0,-1 0 0 0 0,0 0 0 0 0,1-1 0 0 0,-1 1 0 0 0,0 0 0 0 0,0 0 0 0 0,1 0 0 0 0,-1 0 0 0 0,1 2 0 0 0,2 2 120 0 0,0 0 1 0 0,0-1-1 0 0,-1 1 1 0 0,0 1-1 0 0,0-1 1 0 0,0 0 0 0 0,-1 1-1 0 0,4 10 1 0 0,-3-5 4 0 0,-1 1 1 0 0,-1 0-1 0 0,0-1 1 0 0,0 1 0 0 0,-1 0-1 0 0,0 0 1 0 0,-1 0 0 0 0,-3 14-1 0 0,-5 12 252 0 0,-14 42 0 0 0,10-38-110 0 0,5-25 207 0 0,8-17-514 0 0,0 0 0 0 0,0 0 0 0 0,0 0 0 0 0,0 0 0 0 0,0 0 0 0 0,0 0 0 0 0,0 0-1 0 0,0 0 1 0 0,0 0 0 0 0,-1 0 0 0 0,1 0 0 0 0,0 0 0 0 0,0 0 0 0 0,0 0 0 0 0,0 0-1 0 0,0 0 1 0 0,0 0 0 0 0,0 0 0 0 0,0 0 0 0 0,-1 0 0 0 0,1 0 0 0 0,0 0 0 0 0,0 0-1 0 0,0 0 1 0 0,0 0 0 0 0,0 0 0 0 0,0 0 0 0 0,0 0 0 0 0,0 0 0 0 0,0 0 0 0 0,0 0 0 0 0,-1 0-1 0 0,1 0 1 0 0,0-1 0 0 0,0 1 0 0 0,0 0 0 0 0,0 0 0 0 0,0 0 0 0 0,0 0 0 0 0,0 0-1 0 0,0 0 1 0 0,0 0 0 0 0,0 0 0 0 0,0 0 0 0 0,0-1 0 0 0,0 1 0 0 0,0 0 0 0 0,0 0-1 0 0,0 0 1 0 0,0 0 0 0 0,0 0 0 0 0,0 0 0 0 0,0 0 0 0 0,0 0 0 0 0,0 0 0 0 0,0-1-1 0 0,0 1 1 0 0,0 0 0 0 0,0 0 0 0 0,0 0 0 0 0,0 0 0 0 0,0 0 0 0 0,0 0 0 0 0,0 0 0 0 0,0-4 13 0 0,0 0 0 0 0,0 1 0 0 0,1-1 1 0 0,-1 1-1 0 0,1-1 0 0 0,0 1 1 0 0,1-6-1 0 0,12-24-5 0 0,1 0-1 0 0,25-43 1 0 0,-33 65-24 0 0,0 1 0 0 0,0 0 0 0 0,1 0 0 0 0,0 1 0 0 0,0 0 0 0 0,1 1 0 0 0,0 0 1 0 0,1 0-1 0 0,0 0 0 0 0,19-10 0 0 0,-26 17 6 0 0,1-1 0 0 0,0 1 0 0 0,0-1-1 0 0,-1 1 1 0 0,1 0 0 0 0,0 0 0 0 0,0 1 0 0 0,0-1 0 0 0,0 1 0 0 0,0 0-1 0 0,0 0 1 0 0,0 0 0 0 0,0 0 0 0 0,0 1 0 0 0,0 0 0 0 0,8 2 0 0 0,-7-1 1 0 0,-1 0 1 0 0,1 1 0 0 0,-1 0-1 0 0,1 0 1 0 0,-1 0 0 0 0,0 0 0 0 0,0 1-1 0 0,0-1 1 0 0,-1 1 0 0 0,1 0-1 0 0,4 7 1 0 0,-1 0 9 0 0,-1 0 0 0 0,0 1-1 0 0,-1 0 1 0 0,0-1 0 0 0,-1 2-1 0 0,0-1 1 0 0,-1 0 0 0 0,0 1 0 0 0,2 22-1 0 0,-6-16 43 0 0,1-1 0 0 0,-6 28 0 0 0,1-10 278 0 0,3-27-122 0 0,1-11-62 0 0,2-16-97 0 0,7-7-47 0 0,1 1-1 0 0,2 0 0 0 0,0 1 0 0 0,2 0 0 0 0,26-37 1 0 0,-30 48-6 0 0,1 0 0 0 0,0 0 1 0 0,1 0-1 0 0,1 1 1 0 0,-1 1-1 0 0,2 0 0 0 0,-1 1 1 0 0,2 0-1 0 0,-1 1 1 0 0,25-11-1 0 0,-32 17 4 0 0,0 0 0 0 0,0 0 0 0 0,0 1 0 0 0,0 0 0 0 0,0 0 0 0 0,1 0 1 0 0,-1 1-1 0 0,0 0 0 0 0,0 0 0 0 0,0 0 0 0 0,0 1 0 0 0,1 0 0 0 0,-1 0 0 0 0,0 1 0 0 0,7 2 0 0 0,-9-2 5 0 0,0 0 0 0 0,0 0 0 0 0,0 1 0 0 0,0-1-1 0 0,-1 1 1 0 0,1 0 0 0 0,-1 0 0 0 0,0 0 0 0 0,1 0-1 0 0,-1 0 1 0 0,-1 1 0 0 0,1 0 0 0 0,0-1 0 0 0,-1 1 0 0 0,0 0-1 0 0,0 0 1 0 0,0 0 0 0 0,0 1 0 0 0,-1-1 0 0 0,0 0 0 0 0,2 7-1 0 0,-1 11 65 0 0,0 0 1 0 0,-2 0-1 0 0,0 1 0 0 0,-1-1 0 0 0,-6 31 0 0 0,3-28-747 0 0,1 2-1 0 0,2-1 1 0 0,1 31 0 0 0,0-54 124 0 0,1 1 0 0 0,-1 0 0 0 0,1 0 0 0 0,0 0 0 0 0,0-1 0 0 0,0 1 0 0 0,0 0 0 0 0,1-1 0 0 0,-1 1 0 0 0,1-1 0 0 0,0 1 0 0 0,0-1 0 0 0,0 0 0 0 0,1 0 0 0 0,4 5 0 0 0,6 1-4533 0 0</inkml:trace>
</inkml:ink>
</file>

<file path=ppt/ink/ink2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1:21.2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293 831 136 0 0,'2'-2'724'0'0,"9"-16"2423"0"0,14-30 0 0 0,-23 45-2834 0 0,0-1 0 0 0,0 0 0 0 0,-1 0 1 0 0,0 0-1 0 0,0 0 0 0 0,0 0 0 0 0,0 0 0 0 0,-1 0 0 0 0,1 0 0 0 0,-1 0 1 0 0,0 0-1 0 0,0 0 0 0 0,-1 0 0 0 0,1 0 0 0 0,-2-6 0 0 0,2 9-273 0 0,-1 0-1 0 0,1 0 0 0 0,-1 0 0 0 0,1 0 0 0 0,-1 1 0 0 0,0-1 1 0 0,1 0-1 0 0,-1 0 0 0 0,0 0 0 0 0,1 0 0 0 0,-1 1 0 0 0,0-1 1 0 0,0 0-1 0 0,0 1 0 0 0,0-1 0 0 0,0 0 0 0 0,0 1 0 0 0,0-1 0 0 0,0 1 1 0 0,0 0-1 0 0,0-1 0 0 0,0 1 0 0 0,0 0 0 0 0,0 0 0 0 0,0-1 1 0 0,0 1-1 0 0,0 0 0 0 0,0 0 0 0 0,0 0 0 0 0,0 0 0 0 0,0 0 1 0 0,0 1-1 0 0,-1-1 0 0 0,1 0 0 0 0,0 0 0 0 0,0 1 0 0 0,0-1 0 0 0,0 1 1 0 0,0-1-1 0 0,0 1 0 0 0,0-1 0 0 0,0 2 0 0 0,-7 2 45 0 0,0 1 0 0 0,0 1 0 0 0,-13 11 0 0 0,16-12 48 0 0,-32 27 179 0 0,3 1 1 0 0,0 2-1 0 0,2 1 1 0 0,2 1-1 0 0,-30 50 1 0 0,56-82-286 0 0,1 1 0 0 0,0 0 0 0 0,0 0 0 0 0,0 1-1 0 0,1-1 1 0 0,-2 10 0 0 0,4-15-20 0 0,-1 0 0 0 0,1 1 0 0 0,0-1 0 0 0,0 0 0 0 0,0 1 0 0 0,0-1-1 0 0,0 0 1 0 0,0 1 0 0 0,0-1 0 0 0,1 0 0 0 0,-1 0 0 0 0,0 1 0 0 0,1-1 0 0 0,-1 0-1 0 0,1 0 1 0 0,0 1 0 0 0,-1-1 0 0 0,1 0 0 0 0,0 0 0 0 0,-1 0 0 0 0,1 0 0 0 0,0 0-1 0 0,0 0 1 0 0,0 0 0 0 0,0 0 0 0 0,0 0 0 0 0,0 0 0 0 0,0-1 0 0 0,1 1 0 0 0,-1 0 0 0 0,0-1-1 0 0,0 1 1 0 0,0-1 0 0 0,1 1 0 0 0,-1-1 0 0 0,0 0 0 0 0,1 0 0 0 0,1 1 0 0 0,5 0-19 0 0,0-1 1 0 0,-1 1-1 0 0,1-2 1 0 0,0 1-1 0 0,0-1 1 0 0,0 0-1 0 0,0 0 1 0 0,-1-1-1 0 0,1 0 1 0 0,0-1-1 0 0,-1 0 1 0 0,0 0-1 0 0,0 0 1 0 0,0-1-1 0 0,10-6 1 0 0,2-4-85 0 0,0 0 0 0 0,-1-2 0 0 0,31-32 1 0 0,-13 5 320 0 0,-2-1 0 0 0,-2-2-1 0 0,37-71 1 0 0,-68 116-209 0 0,-1 0 0 0 0,1 0 0 0 0,-1 0 0 0 0,1 0 0 0 0,-1 0 0 0 0,1 0 0 0 0,0 0 0 0 0,-1 0 0 0 0,1 0 0 0 0,0 0 0 0 0,0 0 0 0 0,0 0 0 0 0,0 1 0 0 0,0-1 0 0 0,1-1 0 0 0,-1 3-6 0 0,-1-1 0 0 0,0 1 0 0 0,0-1 0 0 0,1 1 1 0 0,-1-1-1 0 0,0 1 0 0 0,0-1 0 0 0,1 1 0 0 0,-1 0 0 0 0,0-1 0 0 0,0 1 0 0 0,0-1 0 0 0,0 1 0 0 0,0 0 1 0 0,0-1-1 0 0,0 1 0 0 0,0-1 0 0 0,0 1 0 0 0,0 0 0 0 0,-1 0 0 0 0,-8 46 242 0 0,-5-3-15 0 0,-21 79 172 0 0,30-101-344 0 0,1 2 0 0 0,0-1-1 0 0,1 30 1 0 0,3-50-56 0 0,0-1-1 0 0,0 0 1 0 0,0 0 0 0 0,0 1 0 0 0,0-1-1 0 0,1 0 1 0 0,-1 0 0 0 0,1 1-1 0 0,-1-1 1 0 0,1 0 0 0 0,0 0 0 0 0,0 0-1 0 0,0 0 1 0 0,0 0 0 0 0,0 0-1 0 0,1 0 1 0 0,-1 0 0 0 0,1 0 0 0 0,-1-1-1 0 0,1 1 1 0 0,2 2 0 0 0,-1-3-26 0 0,0 1-1 0 0,1-1 1 0 0,-1 0 0 0 0,0 0 0 0 0,0 0 0 0 0,0 0-1 0 0,1-1 1 0 0,-1 1 0 0 0,0-1 0 0 0,1 0 0 0 0,-1 0-1 0 0,0 0 1 0 0,5-1 0 0 0,8-2-294 0 0,0 0 0 0 0,1-2 1 0 0,-2 0-1 0 0,29-12 0 0 0,-8-2-120 0 0,-1-1 0 0 0,0-1 1 0 0,-1-2-1 0 0,-2-2 0 0 0,0-1 1 0 0,-2-1-1 0 0,-1-1 0 0 0,48-61 1 0 0,-19 9 299 0 0,-2-1 0 0 0,66-136 0 0 0,-70 112 2808 0 0,58-168 1 0 0,-102 256-2264 0 0,-9 26-37 0 0,-6 33-179 0 0,-80 243 364 0 0,53-183-254 0 0,11-32-118 0 0,-55 177 421 0 0,59-175-374 0 0,-15 108 1 0 0,33-171-213 0 0,0 0 1 0 0,1 0 0 0 0,0 0-1 0 0,0 1 1 0 0,1-1 0 0 0,0 0-1 0 0,1 0 1 0 0,3 10 0 0 0,-4-15-14 0 0,0 0 0 0 0,1 0 0 0 0,0-1 0 0 0,0 1 0 0 0,0 0 0 0 0,0-1 1 0 0,1 0-1 0 0,-1 0 0 0 0,1 1 0 0 0,0-2 0 0 0,0 1 0 0 0,0 0 0 0 0,0 0 1 0 0,0-1-1 0 0,1 0 0 0 0,-1 0 0 0 0,1 0 0 0 0,0 0 0 0 0,-1 0 0 0 0,7 1 1 0 0,-1-1-2 0 0,0 0 0 0 0,1-1 0 0 0,-1 0 0 0 0,1 0 1 0 0,0-1-1 0 0,-1-1 0 0 0,1 1 0 0 0,-1-1 0 0 0,1-1 1 0 0,-1 0-1 0 0,0 0 0 0 0,0-1 0 0 0,0-1 0 0 0,0 1 1 0 0,9-6-1 0 0,0 0-16 0 0,0-1 0 0 0,-1-1 0 0 0,0-1 0 0 0,0 0-1 0 0,-2-1 1 0 0,16-16 0 0 0,-16 13-11 0 0,0-2 0 0 0,-1 0 0 0 0,0-1 0 0 0,-2 0 1 0 0,0-1-1 0 0,13-32 0 0 0,-20 42 14 0 0,-1 0 0 0 0,-1 0 0 0 0,0 0 0 0 0,0-1 1 0 0,-1 0-1 0 0,-1 1 0 0 0,1-1 0 0 0,-2 0 0 0 0,1 0 1 0 0,-2 1-1 0 0,1-1 0 0 0,-2 0 0 0 0,1 0 1 0 0,-1 1-1 0 0,-7-21 0 0 0,8 27-1 0 0,0 3 2 0 0,1 0 1 0 0,-1 0-1 0 0,1 0 0 0 0,-1-1 0 0 0,1 1 0 0 0,-1 0 0 0 0,0 0 0 0 0,1 0 0 0 0,-1 0 0 0 0,0 0 0 0 0,0 0 0 0 0,0 0 0 0 0,0 0 0 0 0,0 0 0 0 0,-1 0 0 0 0,1 0 2 0 0,-1 0-1 0 0,1 0 0 0 0,-1 0 1 0 0,1 0-1 0 0,-1 0 1 0 0,0 0-1 0 0,1 1 0 0 0,-1-1 1 0 0,0 0-1 0 0,0 1 0 0 0,1 0 1 0 0,-1-1-1 0 0,0 1 0 0 0,0 0 1 0 0,1 0-1 0 0,-1 0 1 0 0,0 0-1 0 0,0 0 0 0 0,0 0 1 0 0,1 1-1 0 0,-1-1 0 0 0,0 1 1 0 0,0-1-1 0 0,1 1 1 0 0,-1 0-1 0 0,0-1 0 0 0,1 1 1 0 0,-1 0-1 0 0,1 0 0 0 0,-1 0 1 0 0,1 0-1 0 0,-1 0 0 0 0,1 1 1 0 0,0-1-1 0 0,0 0 1 0 0,-2 3-1 0 0,1-1 5 0 0,0 0 0 0 0,0 1-1 0 0,0-1 1 0 0,0 1 0 0 0,1-1 0 0 0,-1 1 0 0 0,1 0-1 0 0,0 0 1 0 0,1 0 0 0 0,-1-1 0 0 0,0 1 0 0 0,1 7-1 0 0,0-7 0 0 0,1-1 0 0 0,0 1 1 0 0,-1-1-1 0 0,1 1 0 0 0,0 0 0 0 0,1-1 0 0 0,-1 1 0 0 0,1-1 0 0 0,0 0 0 0 0,-1 0 0 0 0,1 0 0 0 0,1 1 0 0 0,-1-2 1 0 0,4 5-1 0 0,-2-3-33 0 0,1 0 1 0 0,0 0-1 0 0,0 0 1 0 0,1-1-1 0 0,-1 0 1 0 0,1 0-1 0 0,10 4 1 0 0,2-1-116 0 0,1-2-1 0 0,-1 1 1 0 0,1-2-1 0 0,30 1 1 0 0,-17-2-76 0 0,1-2 1 0 0,-1-1 0 0 0,55-9-1 0 0,-72 7 253 0 0,0 0 0 0 0,-1-1-1 0 0,1-1 1 0 0,-1 0-1 0 0,-1-1 1 0 0,1 0-1 0 0,-1-1 1 0 0,0-1-1 0 0,0 0 1 0 0,14-12-1 0 0,-24 18 97 0 0,-1 0-1 0 0,1-1 0 0 0,-1 1 0 0 0,0-1 1 0 0,0 0-1 0 0,0 1 0 0 0,0-1 0 0 0,0 0 0 0 0,0 0 1 0 0,-1 0-1 0 0,1-1 0 0 0,-1 1 0 0 0,0 0 0 0 0,1-6 1 0 0,-2 9-120 0 0,0 0 0 0 0,0-1 0 0 0,0 1 0 0 0,0 0 0 0 0,0-1 0 0 0,0 1 0 0 0,0 0-1 0 0,0 0 1 0 0,0-1 0 0 0,0 1 0 0 0,0 0 0 0 0,0-1 0 0 0,0 1 0 0 0,0 0 0 0 0,0 0 0 0 0,-1-1 0 0 0,1 1 0 0 0,0 0 0 0 0,0 0 0 0 0,0-1 0 0 0,0 1 0 0 0,-1 0 0 0 0,1 0 0 0 0,0 0 0 0 0,0-1 0 0 0,-1 1 0 0 0,1 0 0 0 0,0 0 0 0 0,0 0 0 0 0,-1 0 0 0 0,1 0 0 0 0,0-1 0 0 0,0 1 0 0 0,-1 0 0 0 0,1 0 0 0 0,0 0 0 0 0,-1 0 0 0 0,-12 4 101 0 0,-5 8-52 0 0,5-2 55 0 0,0 0 0 0 0,1 1 0 0 0,1 0 0 0 0,-17 19 0 0 0,-33 54 359 0 0,35-46-215 0 0,-25 50 0 0 0,45-75-243 0 0,0 0 0 0 0,1 0 0 0 0,0 1 0 0 0,1-1-1 0 0,0 1 1 0 0,1 0 0 0 0,1 0 0 0 0,-1 19 0 0 0,3-30-27 0 0,0-1-1 0 0,0 1 1 0 0,0 0 0 0 0,1 0 0 0 0,-1 0-1 0 0,1 0 1 0 0,0 0 0 0 0,0-1 0 0 0,0 1 0 0 0,0 0-1 0 0,0 0 1 0 0,1-1 0 0 0,-1 1 0 0 0,1-1-1 0 0,0 0 1 0 0,-1 1 0 0 0,1-1 0 0 0,3 3 0 0 0,-1-2-102 0 0,0-1 1 0 0,0 1 0 0 0,0-1 0 0 0,0 0 0 0 0,0 0-1 0 0,1 0 1 0 0,-1 0 0 0 0,1-1 0 0 0,-1 0 0 0 0,8 1 0 0 0,4 0-418 0 0,1-1 1 0 0,-1-1-1 0 0,1-1 1 0 0,-1 0-1 0 0,24-6 1 0 0,-17 2 139 0 0,-1-1 1 0 0,0 0-1 0 0,-1-2 0 0 0,1-1 1 0 0,-1 0-1 0 0,-1-2 0 0 0,0 0 0 0 0,-1-2 1 0 0,0 0-1 0 0,-1-1 0 0 0,21-20 1 0 0,-24 19 874 0 0,-1 0 0 0 0,-1-1 0 0 0,0-1 1 0 0,-1 0-1 0 0,-1-1 0 0 0,-1 0 0 0 0,14-34 0 0 0,-9 16 1308 0 0,11-32 1480 0 0,-26 66-2858 0 0,-1 9-314 0 0,0 1 0 0 0,-1-1 0 0 0,0 0 0 0 0,0 1-1 0 0,-1-1 1 0 0,0 0 0 0 0,-5 9 0 0 0,-4 10 145 0 0,-15 37 110 0 0,14-36-426 0 0,1 1 1 0 0,1 0-1 0 0,2 0 0 0 0,-11 59 1 0 0,19-83-226 0 0,1 1 0 0 0,0-1 1 0 0,0 1-1 0 0,1-1 0 0 0,-1 1 1 0 0,1-1-1 0 0,0 0 1 0 0,0 1-1 0 0,0-1 0 0 0,1 0 1 0 0,-1 1-1 0 0,1-1 0 0 0,3 5 1 0 0,-3-6-251 0 0,0-1 0 0 0,0 0-1 0 0,-1 0 1 0 0,2 1 0 0 0,-1-1 0 0 0,0 0 0 0 0,0-1 0 0 0,1 1 0 0 0,-1 0 0 0 0,1-1 0 0 0,-1 1 0 0 0,1-1 0 0 0,-1 0-1 0 0,1 0 1 0 0,0 0 0 0 0,0 0 0 0 0,0 0 0 0 0,0-1 0 0 0,0 1 0 0 0,-1-1 0 0 0,6 0 0 0 0,11-1-5753 0 0</inkml:trace>
</inkml:ink>
</file>

<file path=ppt/ink/ink2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1:21.7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0 231 596 0 0,'12'-24'3473'0'0,"0"-2"-959"0"0,1 0 0 0 0,1 1 0 0 0,2 1-1 0 0,21-27 1 0 0,-34 48-2418 0 0,-1 1-1 0 0,0-1 1 0 0,1 1 0 0 0,-1 0-1 0 0,1 0 1 0 0,0 0 0 0 0,0 0-1 0 0,0 0 1 0 0,0 1 0 0 0,0-1-1 0 0,0 1 1 0 0,0 0 0 0 0,0 0-1 0 0,1 0 1 0 0,-1 0 0 0 0,0 1-1 0 0,1-1 1 0 0,-1 1-1 0 0,0 0 1 0 0,1 0 0 0 0,-1 0-1 0 0,5 1 1 0 0,-3 0 4 0 0,0 1-1 0 0,0 0 1 0 0,0 0-1 0 0,0 0 1 0 0,-1 0 0 0 0,1 1-1 0 0,0 0 1 0 0,-1 0-1 0 0,0 0 1 0 0,0 0 0 0 0,0 1-1 0 0,0 0 1 0 0,5 7 0 0 0,-2-3-16 0 0,-1 1 0 0 0,0 0 0 0 0,0 0 0 0 0,-1 0 1 0 0,0 1-1 0 0,-1 0 0 0 0,0 0 0 0 0,-1 0 1 0 0,0 0-1 0 0,-1 1 0 0 0,0-1 0 0 0,0 1 0 0 0,-1-1 1 0 0,0 1-1 0 0,-1 0 0 0 0,-2 20 0 0 0,-3-4 39 0 0,-1-1 1 0 0,0 1-1 0 0,-2-1 0 0 0,-2-1 0 0 0,-17 37 0 0 0,1-15 519 0 0,25-45-492 0 0,2-5-136 0 0,0 0-1 0 0,0 1 0 0 0,0 0 1 0 0,1-1-1 0 0,-1 1 0 0 0,1 0 1 0 0,-1-1-1 0 0,1 1 0 0 0,0 0 0 0 0,3-3 1 0 0,1-1 39 0 0,50-56-230 0 0,127-106 0 0 0,14-13-35 0 0,-194 177 210 0 0,1 1 1 0 0,-1-1 0 0 0,0 0-1 0 0,0 0 1 0 0,0 0-1 0 0,0 0 1 0 0,-1-1 0 0 0,1 1-1 0 0,1-7 1 0 0,-4 11 1 0 0,0 0 0 0 0,0-1 0 0 0,0 1 0 0 0,0 0 0 0 0,0-1 0 0 0,0 1 0 0 0,0 0 0 0 0,0-1 0 0 0,0 1 0 0 0,0 0 0 0 0,0-1 0 0 0,0 1 0 0 0,0 0 0 0 0,0-1 0 0 0,0 1 0 0 0,0 0 0 0 0,0 0 0 0 0,0-1 0 0 0,-1 1 0 0 0,1 0 0 0 0,0-1 0 0 0,0 1 0 0 0,0 0 0 0 0,0 0 0 0 0,-1-1 0 0 0,1 1 0 0 0,0 0 0 0 0,0 0 0 0 0,-1 0 1 0 0,1-1-1 0 0,0 1 0 0 0,0 0 0 0 0,-1 0 0 0 0,1 0 0 0 0,0 0 0 0 0,-1 0 0 0 0,1-1 0 0 0,0 1 0 0 0,-1 0 0 0 0,1 0 0 0 0,0 0 0 0 0,-1 0 0 0 0,1 0 0 0 0,0 0 0 0 0,-1 0 0 0 0,1 0 0 0 0,0 0 0 0 0,0 0 0 0 0,-1 0 0 0 0,1 0 0 0 0,0 1 0 0 0,-1-1 0 0 0,-13 3 3 0 0,5 1 54 0 0,0 1-1 0 0,0 0 0 0 0,1 1 1 0 0,0 0-1 0 0,0 0 0 0 0,0 1 1 0 0,1 0-1 0 0,0 0 0 0 0,-7 9 1 0 0,2 0 103 0 0,0 0 0 0 0,1 1 0 0 0,-14 28 0 0 0,20-34-113 0 0,1 0-1 0 0,0 0 1 0 0,0 0 0 0 0,1 0-1 0 0,0 0 1 0 0,1 1 0 0 0,1-1-1 0 0,0 1 1 0 0,0 22 0 0 0,2-29-32 0 0,-1 0 0 0 0,1 0 0 0 0,0 0-1 0 0,0 0 1 0 0,1 0 0 0 0,0 0 0 0 0,-1 0 0 0 0,1-1 0 0 0,1 1 0 0 0,-1-1 0 0 0,1 1 0 0 0,0-1 0 0 0,0 0-1 0 0,0 0 1 0 0,0 0 0 0 0,1-1 0 0 0,0 1 0 0 0,0-1 0 0 0,0 0 0 0 0,0 0 0 0 0,0 0 0 0 0,0 0-1 0 0,1-1 1 0 0,7 4 0 0 0,-5-3-284 0 0,1-1 0 0 0,-1 0 0 0 0,0 0 0 0 0,1 0 0 0 0,-1-1 0 0 0,1 0 0 0 0,-1-1 0 0 0,1 1 0 0 0,-1-2 0 0 0,1 1 0 0 0,-1-1 0 0 0,1 0-1 0 0,8-2 1 0 0,-10 1-792 0 0,0-1-1 0 0,0 1 0 0 0,0-1 1 0 0,0 0-1 0 0,0 0 0 0 0,-1-1 0 0 0,1 1 1 0 0,-1-1-1 0 0,8-8 0 0 0,2-7-7012 0 0</inkml:trace>
</inkml:ink>
</file>

<file path=ppt/ink/ink2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1:21.9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269 131 2320 0 0,'-117'-62'11038'0'0,"30"18"-4285"0"0,45 24-5103 0 0,41 20-1928 0 0,0-1 0 0 0,0 0 0 0 0,0 1 1 0 0,0-1-1 0 0,0 1 0 0 0,0-1 0 0 0,-1 1 1 0 0,1 0-1 0 0,0 0 0 0 0,0-1 0 0 0,0 1 1 0 0,-1 0-1 0 0,1 0 0 0 0,0 0 0 0 0,0 0 1 0 0,-1 0-1 0 0,0 1 0 0 0</inkml:trace>
</inkml:ink>
</file>

<file path=ppt/ink/ink2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1:22.1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406 1 1080 0 0,'-123'8'5513'0'0,"-138"17"5618"0"0,259-25-11053 0 0,1 0 0 0 0,-1 0 0 0 0,1 0 0 0 0,-1 1 0 0 0,1-1 0 0 0,-1 0 0 0 0,1 1 0 0 0,0-1 0 0 0,-1 1 0 0 0,1 0 0 0 0,0-1 0 0 0,0 1 0 0 0,-2 1-1 0 0,3-2-59 0 0,0 1 0 0 0,0-1-1 0 0,0 0 1 0 0,0 1 0 0 0,0-1-1 0 0,0 0 1 0 0,1 1 0 0 0,-1-1-1 0 0,0 0 1 0 0,0 1 0 0 0,0-1-1 0 0,0 0 1 0 0,1 0 0 0 0,-1 1-1 0 0,0-1 1 0 0,0 0 0 0 0,0 0-1 0 0,1 1 1 0 0,-1-1 0 0 0,0 0-1 0 0,0 0 1 0 0,1 0 0 0 0,-1 1-1 0 0,0-1 1 0 0,1 0 0 0 0,-1 0-1 0 0,0 0 1 0 0,1 0 0 0 0,-1 0-1 0 0,0 0 1 0 0,1 0 0 0 0,0 0 0 0 0,42 10 316 0 0,279 17-1457 0 0,-151-15-1580 0 0,55 5-4373 0 0,-104-7 649 0 0</inkml:trace>
</inkml:ink>
</file>

<file path=ppt/ink/ink2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0:59.4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93 141 660 0 0,'-8'-14'5799'0'0,"7"-1"-3908"0"0,1 1 1 0 0,1 0 0 0 0,0-1 0 0 0,4-17 2810 0 0,-6 49-4272 0 0,-1 0 0 0 0,-1-1 1 0 0,0 1-1 0 0,-2-1 1 0 0,-9 25-1 0 0,-3 14-99 0 0,3-4-149 0 0,-11 43 12 0 0,23-82-183 0 0,0 0 0 0 0,1 0 1 0 0,0 0-1 0 0,1 0 1 0 0,2 21-1 0 0,-2-31-55 0 0,0-1-1 0 0,1 1 0 0 0,-1-1 0 0 0,0 1 0 0 0,1 0 0 0 0,-1-1 0 0 0,1 1 1 0 0,-1-1-1 0 0,1 1 0 0 0,0-1 0 0 0,0 0 0 0 0,0 1 0 0 0,0-1 0 0 0,0 0 1 0 0,0 0-1 0 0,0 1 0 0 0,0-1 0 0 0,0 0 0 0 0,1 0 0 0 0,-1 0 0 0 0,0 0 1 0 0,1 0-1 0 0,1 0 0 0 0,-1 0-54 0 0,1 0 0 0 0,0-1-1 0 0,0 1 1 0 0,-1-1 0 0 0,1 0 0 0 0,0 0 0 0 0,0 0 0 0 0,0 0 0 0 0,-1-1-1 0 0,1 1 1 0 0,0-1 0 0 0,3-1 0 0 0,7-2-325 0 0,-1-1 0 0 0,1-1 0 0 0,-1 0 0 0 0,18-12 0 0 0,2-6-216 0 0,0-1 0 0 0,-1-2 0 0 0,35-38 0 0 0,74-100-86 0 0,-116 134 732 0 0,58-75 3018 0 0,-80 104-2418 0 0,-3 12-432 0 0,-1 1-1 0 0,0-1 1 0 0,0 1-1 0 0,-1-1 0 0 0,-1 0 1 0 0,1 0-1 0 0,-7 11 1 0 0,-6 19 41 0 0,-1 7-183 0 0,-18 55 411 0 0,31-88-700 0 0,1 0-1 0 0,1-1 1 0 0,0 1 0 0 0,1 0-1 0 0,0 21 1 0 0,1-33 95 0 0,0 0-1 0 0,1 0 1 0 0,-1 0 0 0 0,0 0 0 0 0,1 0 0 0 0,-1-1 0 0 0,1 1 0 0 0,-1 0 0 0 0,1 0-1 0 0,0-1 1 0 0,0 1 0 0 0,-1 0 0 0 0,1-1 0 0 0,1 1 0 0 0,-1-1 0 0 0,0 1-1 0 0,0-1 1 0 0,1 1 0 0 0,-1-1 0 0 0,0 0 0 0 0,1 0 0 0 0,-1 0 0 0 0,1 0 0 0 0,0 0-1 0 0,-1 0 1 0 0,1 0 0 0 0,0 0 0 0 0,0 0 0 0 0,2 0 0 0 0,2 0-525 0 0,-1-1 0 0 0,1 1-1 0 0,-1-1 1 0 0,1 0 0 0 0,0 0 0 0 0,-1-1 0 0 0,1 0 0 0 0,-1 0 0 0 0,7-2 0 0 0,13-6-3658 0 0</inkml:trace>
</inkml:ink>
</file>

<file path=ppt/ink/ink2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0:59.7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264 173 1516 0 0,'24'-25'3299'0'0,"0"0"0"0"0,-2-2 1 0 0,28-43-1 0 0,-49 69-3203 0 0,-1 1 1 0 0,1-1 0 0 0,-1 0-1 0 0,0 0 1 0 0,1 0 0 0 0,-1 0-1 0 0,0 0 1 0 0,0 0 0 0 0,1 1-1 0 0,-1-1 1 0 0,0 0-1 0 0,0 0 1 0 0,0 0 0 0 0,0 0-1 0 0,0 0 1 0 0,0 0 0 0 0,0 0-1 0 0,-1 0 1 0 0,1 0 0 0 0,0 0-1 0 0,-1-1 1 0 0,1 2-71 0 0,-1 0-1 0 0,1-1 1 0 0,0 1 0 0 0,-1-1 0 0 0,1 1-1 0 0,-1 0 1 0 0,1 0 0 0 0,-1-1-1 0 0,1 1 1 0 0,-1 0 0 0 0,1 0 0 0 0,-1-1-1 0 0,1 1 1 0 0,-1 0 0 0 0,1 0-1 0 0,-1 0 1 0 0,1 0 0 0 0,-1 0 0 0 0,1 0-1 0 0,-1 0 1 0 0,1 0 0 0 0,-1 0 0 0 0,0 0-1 0 0,1 0 1 0 0,-1 0 0 0 0,1 0-1 0 0,-1 0 1 0 0,1 1 0 0 0,-1-1 0 0 0,1 0-1 0 0,-1 0 1 0 0,1 1 0 0 0,-1-1-1 0 0,1 0 1 0 0,0 1 0 0 0,-1-1 0 0 0,0 1-1 0 0,-4 2 11 0 0,1 0-1 0 0,0 1 0 0 0,-1-1 0 0 0,1 1 0 0 0,1 0 1 0 0,-1 0-1 0 0,0 1 0 0 0,1-1 0 0 0,0 1 0 0 0,0-1 1 0 0,1 1-1 0 0,-1 0 0 0 0,1 0 0 0 0,0 1 0 0 0,0-1 1 0 0,0 0-1 0 0,1 1 0 0 0,0-1 0 0 0,-1 11 0 0 0,2-5-24 0 0,0 0 0 0 0,0 1-1 0 0,1-1 1 0 0,1 0-1 0 0,0 0 1 0 0,0 0 0 0 0,1-1-1 0 0,1 1 1 0 0,5 12-1 0 0,-5-14 40 0 0,4 8 290 0 0,-1 1-1 0 0,0 1 0 0 0,5 24 1 0 0,-12-40-258 0 0,0-1 1 0 0,0 0-1 0 0,0 1 0 0 0,0-1 1 0 0,-1 0-1 0 0,1 0 0 0 0,-1 1 1 0 0,1-1-1 0 0,-1 0 0 0 0,0 0 1 0 0,0 0-1 0 0,0 0 0 0 0,0 0 1 0 0,0 0-1 0 0,-1 0 1 0 0,1 0-1 0 0,-1 0 0 0 0,1-1 1 0 0,-1 1-1 0 0,0 0 0 0 0,1-1 1 0 0,-1 0-1 0 0,-2 2 0 0 0,-4 3 66 0 0,-1-1-1 0 0,0 0 0 0 0,-15 7 0 0 0,-9 0-344 0 0,-1-2 1 0 0,0-2 0 0 0,0-1 0 0 0,-41 4 0 0 0,6-2-6151 0 0,60-8 2438 0 0,3-2 2264 0 0</inkml:trace>
</inkml:ink>
</file>

<file path=ppt/ink/ink2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1:00.7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61 413 832 0 0,'-3'0'2333'0'0,"-54"5"10691"0"0,65-13-10039 0 0,-1 2-3833 0 0,42-34 1628 0 0,-17 15-589 0 0,0-2 1 0 0,-2-1-1 0 0,45-52 1 0 0,-68 71-154 0 0,14-18-8 0 0,-15 16-19 0 0,0-1-1 0 0,7-22 1 0 0,-9 22-12 0 0,1 0 0 0 0,10-17 0 0 0,-13 24 2 0 0,1-1 0 0 0,-1 1-1 0 0,0-1 1 0 0,0 0 0 0 0,1-6 0 0 0,-3 10-9 0 0,2-1 29 0 0,4-7-68 0 0,-8 8 11 0 0,-7 6 12 0 0,-3 4 21 0 0,0-1 0 0 0,1 2 0 0 0,0-1 0 0 0,1 2 0 0 0,0-1 0 0 0,0 1 0 0 0,1 1 0 0 0,-14 19-1 0 0,22-28 4 0 0,1 0-1 0 0,-1 0 0 0 0,0 0 0 0 0,1 0 0 0 0,-1 0 1 0 0,1 1-1 0 0,0-1 0 0 0,-1 0 0 0 0,1 0 0 0 0,0 0 1 0 0,0 0-1 0 0,1 1 0 0 0,-1-1 0 0 0,0 0 0 0 0,1 0 0 0 0,-1 0 1 0 0,1 0-1 0 0,0 0 0 0 0,0 0 0 0 0,0 0 0 0 0,1 3 1 0 0,2 2 5 0 0,0 0-1 0 0,1 0 1 0 0,0 0 0 0 0,7 6 0 0 0,28 27 1 0 0,15 16-19 0 0,-50-50 28 0 0,0 0 0 0 0,-1 1 0 0 0,0-1 0 0 0,0 1 0 0 0,0 0 0 0 0,-1 0 0 0 0,5 12 0 0 0,-8-14 69 0 0,1-1 0 0 0,0 0 0 0 0,-1 1-1 0 0,0-1 1 0 0,0 0 0 0 0,-1 1-1 0 0,1-1 1 0 0,-1 0 0 0 0,0 0-1 0 0,0 1 1 0 0,0-1 0 0 0,0 0-1 0 0,-1 0 1 0 0,0 0 0 0 0,0 0-1 0 0,0 0 1 0 0,0-1 0 0 0,-1 1-1 0 0,1-1 1 0 0,-1 1 0 0 0,0-1-1 0 0,0 0 1 0 0,0 0 0 0 0,0 0-1 0 0,-6 4 1 0 0,1-2 36 0 0,0 1 0 0 0,0-1 0 0 0,0 0 0 0 0,-1-1 0 0 0,0 0 0 0 0,0 0 0 0 0,0-1 0 0 0,0 0 0 0 0,-1-1 0 0 0,-18 3-1 0 0,23-4-97 0 0,-16-1 60 0 0,-1-3-30 0 0,9 0-15 0 0,4-3-233 0 0,7 5 78 0 0,1 0 0 0 0,0 0-1 0 0,-1 1 1 0 0,1-1 0 0 0,0 0 0 0 0,0 0-1 0 0,0 0 1 0 0,-1 0 0 0 0,1 0 0 0 0,0-1 0 0 0,0 1-1 0 0,0 0 1 0 0,1 0 0 0 0,-1-1 0 0 0,0 1-1 0 0,0 0 1 0 0,1-1 0 0 0,-1 1 0 0 0,1-1-1 0 0,-1 1 1 0 0,1-1 0 0 0,0 1 0 0 0,0-1-1 0 0,-1 1 1 0 0,1-1 0 0 0,0-2 0 0 0,1 1-231 0 0,0 0 1 0 0,0 0-1 0 0,0 0 0 0 0,0 0 1 0 0,0 0-1 0 0,1 0 1 0 0,-1 1-1 0 0,1-1 0 0 0,0 0 1 0 0,0 1-1 0 0,0-1 1 0 0,0 1-1 0 0,5-4 0 0 0,58-50-7421 0 0,-33 33 2553 0 0</inkml:trace>
</inkml:ink>
</file>

<file path=ppt/ink/ink2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1:01.0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0 112 888 0 0,'95'-102'16672'0'0,"-95"103"-16596"0"0,1-1 0 0 0,-1 0-1 0 0,0 1 1 0 0,1-1-1 0 0,-1 0 1 0 0,0 1 0 0 0,1-1-1 0 0,-1 1 1 0 0,0-1 0 0 0,1 1-1 0 0,-1-1 1 0 0,0 1-1 0 0,0-1 1 0 0,0 1 0 0 0,1-1-1 0 0,-1 1 1 0 0,0-1 0 0 0,0 1-1 0 0,0-1 1 0 0,0 1 0 0 0,0-1-1 0 0,0 1 1 0 0,-10 48 1473 0 0,-19 111 395 0 0,27-139-1872 0 0,0 1 0 0 0,1 0 0 0 0,2 0 1 0 0,0 0-1 0 0,6 28 0 0 0,-6-44-72 0 0,0-1-1 0 0,0 1 0 0 0,1-1 1 0 0,0 1-1 0 0,1-1 1 0 0,-1 0-1 0 0,1 0 1 0 0,0 0-1 0 0,0 0 1 0 0,0-1-1 0 0,1 1 1 0 0,4 4-1 0 0,-6-7-77 0 0,0 0 0 0 0,1 0 0 0 0,-1-1 0 0 0,1 1 0 0 0,0-1 0 0 0,-1 0 0 0 0,1 0 0 0 0,0 0 0 0 0,0 0 0 0 0,0 0 0 0 0,0 0 0 0 0,0-1-1 0 0,0 1 1 0 0,0-1 0 0 0,0 0 0 0 0,0 0 0 0 0,0 0 0 0 0,0 0 0 0 0,0-1 0 0 0,0 1 0 0 0,-1-1 0 0 0,1 0 0 0 0,0 0 0 0 0,5-2 0 0 0,6-3-261 0 0,-1-1 1 0 0,-1-1-1 0 0,1 1 0 0 0,-1-2 1 0 0,-1 0-1 0 0,1 0 0 0 0,-1-1 1 0 0,-1-1-1 0 0,16-20 0 0 0,6-12-229 0 0,33-60-1 0 0,-64 102 560 0 0,118-212 2380 0 0,-118 211-1885 0 0,-3 17 27 0 0,0 0 1 0 0,-1 0-1 0 0,0 0 1 0 0,-2 0-1 0 0,-10 26 1 0 0,5-14-130 0 0,-11 31-81 0 0,3 2 1 0 0,2 0-1 0 0,3 0 1 0 0,-6 68-1 0 0,19-120-538 0 0,0 0 0 0 0,0 0-1 0 0,0 0 1 0 0,1 0 0 0 0,0 0-1 0 0,1 0 1 0 0,0 0 0 0 0,0 0-1 0 0,0-1 1 0 0,1 1 0 0 0,5 8-1 0 0,-7-14-105 0 0,1 1 0 0 0,0-1 0 0 0,0 1 0 0 0,0-1 0 0 0,0 1 0 0 0,0-1 0 0 0,0 0 0 0 0,1 0 0 0 0,-1 0 0 0 0,1 0 0 0 0,-1-1 0 0 0,1 1 0 0 0,3 1 0 0 0,-2-2-223 0 0,-1 0 0 0 0,0-1 0 0 0,1 1 0 0 0,-1 0 0 0 0,0-1 0 0 0,1 0 0 0 0,-1 0 0 0 0,1 0 0 0 0,-1 0 0 0 0,0-1 0 0 0,1 1 1 0 0,-1-1-1 0 0,0 0 0 0 0,5-1 0 0 0,13-7-5549 0 0</inkml:trace>
</inkml:ink>
</file>

<file path=ppt/ink/ink2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1:01.3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348 134 1984 0 0,'31'-89'10560'0'0,"-18"47"-5308"0"0,-12 40-4591 0 0,-5 12 710 0 0,-77 438 5836 0 0,62-319-6221 0 0,11-78-707 0 0,-54 311 955 0 0,38-252-861 0 0,-48 134 1 0 0,70-236-453 0 0,0-1 1 0 0,-1 0 0 0 0,0 1 0 0 0,-1-1-1 0 0,0-1 1 0 0,0 1 0 0 0,0 0 0 0 0,-1-1-1 0 0,-10 11 1 0 0,14-16 1 0 0,0-1 0 0 0,1 1 0 0 0,-1-1 0 0 0,0 0-1 0 0,0 1 1 0 0,1-1 0 0 0,-1 0 0 0 0,0 0 0 0 0,0 1 0 0 0,0-1 0 0 0,1 0 0 0 0,-1 0 0 0 0,0 0 0 0 0,0 0-1 0 0,0 0 1 0 0,1 0 0 0 0,-1 0 0 0 0,0 0 0 0 0,0-1 0 0 0,0 1 0 0 0,1 0 0 0 0,-1 0 0 0 0,0-1-1 0 0,0 1 1 0 0,1 0 0 0 0,-1-1 0 0 0,0 1 0 0 0,1-1 0 0 0,-1 1 0 0 0,0-1 0 0 0,1 1 0 0 0,-2-2-1 0 0,-14-19-2063 0 0,10 8 1042 0 0,1 0 0 0 0,0 0 1 0 0,1 0-1 0 0,0 0 0 0 0,1-1 0 0 0,-2-24 1 0 0,3-85-7147 0 0,5 56 1773 0 0</inkml:trace>
</inkml:ink>
</file>

<file path=ppt/ink/ink2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1:01.5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0 594 672 0 0,'28'-78'2190'0'0,"3"1"-1"0"0,44-77 1 0 0,-61 128-1789 0 0,1 2 0 0 0,1 0 0 0 0,1 1 0 0 0,2 0 0 0 0,0 2 0 0 0,1 0 0 0 0,1 1 0 0 0,1 1 0 0 0,39-26 0 0 0,-50 39-186 0 0,0 0 0 0 0,1 1 0 0 0,0 0 0 0 0,0 1 0 0 0,0 1 0 0 0,0 0 0 0 0,1 0 0 0 0,-1 1 0 0 0,1 1 0 0 0,0 0 0 0 0,-1 1 0 0 0,1 0 0 0 0,0 1 0 0 0,-1 1 0 0 0,20 4 0 0 0,-25-5-41 0 0,0 1-1 0 0,1 0 1 0 0,-2 1 0 0 0,1 0-1 0 0,0 0 1 0 0,0 0 0 0 0,-1 1-1 0 0,0 0 1 0 0,0 0 0 0 0,0 1-1 0 0,0 0 1 0 0,0 0 0 0 0,-1 0-1 0 0,0 0 1 0 0,0 1 0 0 0,-1 0-1 0 0,0 0 1 0 0,0 0 0 0 0,0 1-1 0 0,0-1 1 0 0,-1 1 0 0 0,0 0-1 0 0,-1 0 1 0 0,0 0 0 0 0,0 0-1 0 0,0 0 1 0 0,1 12 0 0 0,-3-11-30 0 0,0-1 1 0 0,-1 1 0 0 0,0 0-1 0 0,0-1 1 0 0,0 1 0 0 0,-1-1-1 0 0,0 1 1 0 0,-1-1 0 0 0,0 0-1 0 0,0 0 1 0 0,0 0 0 0 0,-1 0-1 0 0,0 0 1 0 0,0-1 0 0 0,-1 0-1 0 0,0 0 1 0 0,-9 10 0 0 0,-1-2-18 0 0,-1 0 1 0 0,0 0 0 0 0,-1-2 0 0 0,-1 0 0 0 0,-23 12 0 0 0,17-11-39 0 0,-45 16 0 0 0,57-25-1273 0 0,0-1 0 0 0,1 0 1 0 0,-17 1-1 0 0,28-4 1051 0 0,-1 0 0 0 0,1 0-1 0 0,0 0 1 0 0,-1 0-1 0 0,1 0 1 0 0,0 1 0 0 0,-1-1-1 0 0,1 0 1 0 0,0 0 0 0 0,-1 0-1 0 0,1 0 1 0 0,-1-1-1 0 0,1 1 1 0 0,0 0 0 0 0,-1 0-1 0 0,1 0 1 0 0,0 0 0 0 0,-1 0-1 0 0,1 0 1 0 0,0 0-1 0 0,-1-1 1 0 0,-2-7-3335 0 0,7-5-429 0 0,-4 13 3835 0 0</inkml:trace>
</inkml:ink>
</file>

<file path=ppt/ink/ink2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1:01.8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86 68 1232 0 0,'81'-66'15242'0'0,"-79"64"-14388"0"0,3 3 384 0 0,-4-1-1192 0 0,-1 0-1 0 0,0 0 0 0 0,1-1 0 0 0,-1 1 0 0 0,1 0 1 0 0,-1 0-1 0 0,1 0 0 0 0,-1 0 0 0 0,1 0 0 0 0,-1 0 1 0 0,1 0-1 0 0,-1 1 0 0 0,1-1 0 0 0,-1 0 1 0 0,1 0-1 0 0,-1 0 0 0 0,1 0 0 0 0,-1 1 0 0 0,0-1 1 0 0,1 0-1 0 0,-1 0 0 0 0,1 1 0 0 0,-1-1 0 0 0,0 0 1 0 0,1 0-1 0 0,-1 1 0 0 0,0-1 0 0 0,1 1 0 0 0,-1-1 1 0 0,1 1-1 0 0,5 21 964 0 0,-1 0 1 0 0,-1 0 0 0 0,-1 0-1 0 0,-1 0 1 0 0,-2 45-1 0 0,-18 118 1440 0 0,16-165-2238 0 0,-29 162 762 0 0,-83 273 0 0 0,107-430-1082 0 0,-19 73-3122 0 0,22-88-388 0 0,-2-43-8916 0 0,8 9 3802 0 0</inkml:trace>
</inkml:ink>
</file>

<file path=ppt/ink/ink2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1:02.0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0 285 2504 0 0,'9'-30'1313'0'0,"1"1"1"0"0,1 1-1 0 0,1 0 0 0 0,1 0 0 0 0,2 2 0 0 0,20-29 0 0 0,-31 49-1171 0 0,0 1 0 0 0,1 1 0 0 0,0-1-1 0 0,0 0 1 0 0,1 1 0 0 0,-1 0-1 0 0,1 1 1 0 0,0-1 0 0 0,0 1 0 0 0,0 0-1 0 0,0 0 1 0 0,0 1 0 0 0,13-3-1 0 0,-11 3 0 0 0,1 1-1 0 0,0 0 1 0 0,0 0-1 0 0,0 1 0 0 0,0 1 1 0 0,0-1-1 0 0,0 1 1 0 0,0 1-1 0 0,15 4 0 0 0,-14-3 55 0 0,-1 0 0 0 0,1 1 0 0 0,-1 0 0 0 0,0 1 0 0 0,0 0 0 0 0,-1 0-1 0 0,1 1 1 0 0,-1 0 0 0 0,0 0 0 0 0,-1 1 0 0 0,1 0 0 0 0,-1 0 0 0 0,-1 1 0 0 0,0 0-1 0 0,0 0 1 0 0,0 0 0 0 0,-1 1 0 0 0,0 0 0 0 0,4 11 0 0 0,-7-15-13 0 0,-1 1 1 0 0,1 0 0 0 0,-1 0-1 0 0,-1 0 1 0 0,1 0 0 0 0,-1 0-1 0 0,0 0 1 0 0,0 0 0 0 0,0 0 0 0 0,-1 0-1 0 0,0-1 1 0 0,0 1 0 0 0,-4 8-1 0 0,2-5-16 0 0,-1 0-1 0 0,0-1 1 0 0,-1 0 0 0 0,0 0-1 0 0,0 0 1 0 0,-1-1-1 0 0,-12 13 1 0 0,-1-3-92 0 0,0 0-1 0 0,-1-2 1 0 0,-1 0 0 0 0,-1-1 0 0 0,-31 14 0 0 0,43-23-716 0 0,0-1 1 0 0,-18 6 0 0 0,-4-6-4594 0 0</inkml:trace>
</inkml:ink>
</file>

<file path=ppt/ink/ink2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1:03.0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81 187 1220 0 0,'80'-48'15343'0'0,"-80"48"-15284"0"0,0 0 0 0 0,0 0 1 0 0,0 0-1 0 0,0 0 0 0 0,0 0 0 0 0,0 1 1 0 0,0-1-1 0 0,-6 15 1485 0 0,-21 25-940 0 0,23-34-143 0 0,-23 34 260 0 0,-23 47 0 0 0,42-71-645 0 0,0 0 0 0 0,2 1-1 0 0,0 0 1 0 0,0 0 0 0 0,2 1-1 0 0,-3 20 1 0 0,6-35-64 0 0,1 1 1 0 0,-1-1-1 0 0,1 0 1 0 0,0 0-1 0 0,0 0 1 0 0,0 0-1 0 0,1 0 0 0 0,-1 0 1 0 0,1 1-1 0 0,-1-1 1 0 0,1 0-1 0 0,0 0 1 0 0,0 0-1 0 0,0-1 0 0 0,1 1 1 0 0,-1 0-1 0 0,1 0 1 0 0,0-1-1 0 0,-1 1 1 0 0,1-1-1 0 0,0 1 0 0 0,1-1 1 0 0,-1 0-1 0 0,0 0 1 0 0,1 0-1 0 0,-1 0 1 0 0,1 0-1 0 0,-1 0 0 0 0,1-1 1 0 0,0 1-1 0 0,0-1 1 0 0,0 0-1 0 0,5 2 1 0 0,-1-2-3 0 0,1 0 1 0 0,-1 0 0 0 0,0-1-1 0 0,0 0 1 0 0,0 0 0 0 0,0 0 0 0 0,1-1-1 0 0,-1 0 1 0 0,0-1 0 0 0,0 0-1 0 0,-1 0 1 0 0,1 0 0 0 0,0-1 0 0 0,6-3-1 0 0,5-5 1 0 0,-1 0-1 0 0,0-1 0 0 0,-1-1 0 0 0,-1 0 0 0 0,0-1 1 0 0,0-1-1 0 0,-2 0 0 0 0,0-1 0 0 0,-1-1 1 0 0,0 0-1 0 0,17-34 0 0 0,-26 43-12 0 0,1 1 0 0 0,-1-1-1 0 0,0 0 1 0 0,-1 0 0 0 0,0 0 0 0 0,0-1-1 0 0,-1 1 1 0 0,0 0 0 0 0,-1 0 0 0 0,1-1-1 0 0,-2-9 1 0 0,0 13-3 0 0,0 0 1 0 0,0 1-1 0 0,0-1 0 0 0,-1 0 0 0 0,0 1 0 0 0,0-1 1 0 0,0 1-1 0 0,0 0 0 0 0,-1 0 0 0 0,1 0 1 0 0,-1 0-1 0 0,0 0 0 0 0,-1 0 0 0 0,1 1 0 0 0,0-1 1 0 0,-1 1-1 0 0,0 0 0 0 0,0 0 0 0 0,0 1 1 0 0,-5-4-1 0 0,1 2-3 0 0,0 1 1 0 0,-1 0-1 0 0,1 1 1 0 0,0-1-1 0 0,-1 1 1 0 0,0 1-1 0 0,1 0 1 0 0,-1 0-1 0 0,0 1 1 0 0,0 0-1 0 0,1 0 1 0 0,-1 1-1 0 0,0 0 1 0 0,1 0-1 0 0,-1 1 1 0 0,1 1-1 0 0,-1-1 1 0 0,1 1-1 0 0,0 1 1 0 0,0-1-1 0 0,0 1 1 0 0,1 1-1 0 0,-11 7 1 0 0,4 6-57 0 0,9-9-8 0 0,4-8 63 0 0,1 0 1 0 0,0-1-1 0 0,0 1 0 0 0,-1 0 1 0 0,1 0-1 0 0,0-1 1 0 0,0 1-1 0 0,0 0 1 0 0,0-1-1 0 0,0 1 1 0 0,0 0-1 0 0,0 0 0 0 0,0-1 1 0 0,1 1-1 0 0,-1 0 1 0 0,0 0-1 0 0,0-1 1 0 0,1 1-1 0 0,-1 0 0 0 0,0-1 1 0 0,1 1-1 0 0,-1 0 1 0 0,0-1-1 0 0,1 1 1 0 0,-1-1-1 0 0,2 2 1 0 0,13 12-197 0 0,-9-10 138 0 0,1-1 0 0 0,-1 0 1 0 0,1 0-1 0 0,0-1 1 0 0,1 0-1 0 0,-1 0 1 0 0,0-1-1 0 0,0 1 0 0 0,1-2 1 0 0,-1 1-1 0 0,9-1 1 0 0,12-1-127 0 0,42-8 1 0 0,-12-2 144 0 0,-1-2-1 0 0,0-3 1 0 0,-1-3-1 0 0,-1-2 1 0 0,-1-2-1 0 0,72-43 1 0 0,-118 62 77 0 0,0 0 1 0 0,0-1 0 0 0,-1 0-1 0 0,0-1 1 0 0,0 0-1 0 0,0 0 1 0 0,-1 0-1 0 0,9-12 1 0 0,-14 17-33 0 0,-1 1 3 0 0,0-1 0 0 0,0 1 1 0 0,0 0-1 0 0,0 0 1 0 0,0-1-1 0 0,0 1 1 0 0,0 0-1 0 0,0 0 1 0 0,0 0-1 0 0,0-1 1 0 0,-1 1-1 0 0,1 0 0 0 0,0 0 1 0 0,0 0-1 0 0,0 0 1 0 0,0-1-1 0 0,-1 1 1 0 0,1 0-1 0 0,0 0 1 0 0,0 0-1 0 0,0 0 1 0 0,-1 0-1 0 0,1-1 0 0 0,0 1 1 0 0,0 0-1 0 0,0 0 1 0 0,-1 0-1 0 0,1 0 1 0 0,0 0-1 0 0,0 0 1 0 0,-1 0-1 0 0,1 0 1 0 0,0 0-1 0 0,0 0 0 0 0,0 0 1 0 0,-1 0-1 0 0,1 0 1 0 0,0 0-1 0 0,0 0 1 0 0,-1 0-1 0 0,1 0 1 0 0,0 1-1 0 0,-15 2 30 0 0,11-1-25 0 0,-2-1-4 0 0,1 1 1 0 0,-1 1 0 0 0,1-1-1 0 0,-1 1 1 0 0,1 0 0 0 0,0 0-1 0 0,0 0 1 0 0,0 1 0 0 0,0-1-1 0 0,1 1 1 0 0,0 1 0 0 0,0-1-1 0 0,0 0 1 0 0,0 1 0 0 0,0 0-1 0 0,1 0 1 0 0,0 0 0 0 0,0 0-1 0 0,0 1 1 0 0,1-1 0 0 0,0 1-1 0 0,0 0 1 0 0,0-1 0 0 0,1 1-1 0 0,0 0 1 0 0,0 0 0 0 0,0 0 0 0 0,1 0-1 0 0,0 0 1 0 0,0 0 0 0 0,0 0-1 0 0,3 10 1 0 0,5 10 1 0 0,11 27 1 0 0,6 14-16 0 0,-19-47-2 0 0,-2-9 40 0 0,-1-1 1 0 0,0 2-1 0 0,2 19 1 0 0,-5-27 8 0 0,0-1 1 0 0,0 0 0 0 0,0 0 0 0 0,0 1 0 0 0,-1-1 0 0 0,1 0 0 0 0,-1 0-1 0 0,0 0 1 0 0,0 0 0 0 0,0 0 0 0 0,0 0 0 0 0,-1 0 0 0 0,1 0 0 0 0,-1 0-1 0 0,0 0 1 0 0,0-1 0 0 0,0 1 0 0 0,-2 2 0 0 0,-5 3 118 0 0,-1 0-1 0 0,1-1 1 0 0,-1 0 0 0 0,0-1-1 0 0,-1 0 1 0 0,0 0-1 0 0,0-1 1 0 0,0-1 0 0 0,0 0-1 0 0,-17 4 1 0 0,25-8 14 0 0,2-1-104 0 0,1 1-63 0 0,0 0 0 0 0,0 0 0 0 0,0 0 1 0 0,-1-1-1 0 0,1 1 0 0 0,0 0 0 0 0,0 0 0 0 0,0 0 0 0 0,-1 0 0 0 0,1-1 0 0 0,0 1 0 0 0,0 0 0 0 0,0 0 0 0 0,0 0 0 0 0,0-1 0 0 0,0 1 0 0 0,-1 0 0 0 0,1 0 0 0 0,0-1 0 0 0,0 1 0 0 0,0 0 1 0 0,0 0-1 0 0,0-1 0 0 0,0 1 0 0 0,0 0 0 0 0,0 0 0 0 0,0-1 0 0 0,0 1 0 0 0,0 0 0 0 0,0 0 0 0 0,0-1 0 0 0,0 1 0 0 0,0 0 0 0 0,0 0 0 0 0,1 0 0 0 0,-1-1 0 0 0,0 1 0 0 0,0-1 0 0 0,14-10-51 0 0,1 1-1 0 0,-1 0 0 0 0,2 1 0 0 0,17-8 0 0 0,74-28-358 0 0,-51 23 214 0 0,76-32-197 0 0,-39 18 202 0 0,-1-4 1 0 0,101-60 0 0 0,-176 89 170 0 0,-1-1 0 0 0,29-26 0 0 0,-44 37 16 0 0,-1 1-1 0 0,1-1 1 0 0,-1 1 0 0 0,1-1 0 0 0,-1 1 0 0 0,1-1-1 0 0,-1 0 1 0 0,0 1 0 0 0,1-1 0 0 0,-1 0-1 0 0,0 1 1 0 0,1-1 0 0 0,-1 0 0 0 0,0 0-1 0 0,0 1 1 0 0,1-1 0 0 0,-1-1 0 0 0,-7-5-43 0 0,5 6 42 0 0,0 1 0 0 0,0-1 0 0 0,0 1 0 0 0,0-1 0 0 0,0 1 0 0 0,0 0 0 0 0,0 0-1 0 0,0 0 1 0 0,-3 0 0 0 0,-8 3 3 0 0,0 1 0 0 0,1 0 0 0 0,-1 0 0 0 0,1 1 0 0 0,0 1 1 0 0,0 0-1 0 0,1 1 0 0 0,-16 12 0 0 0,12-9 5 0 0,2 2 1 0 0,0 0 0 0 0,0 0-1 0 0,1 1 1 0 0,-18 26 0 0 0,26-33 1 0 0,0 1 1 0 0,0-1-1 0 0,1 1 1 0 0,0 0 0 0 0,0 0-1 0 0,1 0 1 0 0,-1 0-1 0 0,2 0 1 0 0,-1 1 0 0 0,1-1-1 0 0,0 1 1 0 0,1-1-1 0 0,0 12 1 0 0,0-13-3 0 0,1 0 0 0 0,1 0 0 0 0,-1 0 0 0 0,1 0-1 0 0,0 0 1 0 0,1 0 0 0 0,-1 0 0 0 0,1 0 0 0 0,0-1 0 0 0,0 0 0 0 0,1 1 0 0 0,0-1 0 0 0,0 0 0 0 0,0-1-1 0 0,0 1 1 0 0,8 5 0 0 0,0-1-217 0 0,0 0-1 0 0,1-2 1 0 0,0 1-1 0 0,0-1 1 0 0,1-1-1 0 0,-1 0 1 0 0,2-1-1 0 0,19 4 0 0 0,-11-4-1807 0 0,0-1 0 0 0,0-1-1 0 0,0-2 1 0 0,41-1-1 0 0,-15-3-4728 0 0</inkml:trace>
</inkml:ink>
</file>

<file path=ppt/ink/ink2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1:23.2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486 161 1964 0 0,'6'-43'7170'0'0,"-4"36"-6366"0"0,-1 1 1 0 0,0 0 0 0 0,0-1-1 0 0,0 1 1 0 0,-1 0 0 0 0,0-1-1 0 0,-1 1 1 0 0,-1-13-1 0 0,1 16-628 0 0,-6-23 1227 0 0,7 25-1364 0 0,-1 0-1 0 0,0 0 0 0 0,1 0 1 0 0,-1-1-1 0 0,1 1 1 0 0,-1 0-1 0 0,0 0 1 0 0,0 0-1 0 0,0 0 0 0 0,1 1 1 0 0,-1-1-1 0 0,0 0 1 0 0,0 0-1 0 0,0 0 1 0 0,0 1-1 0 0,-1-1 0 0 0,1 0 1 0 0,0 1-1 0 0,0-1 1 0 0,-2 0-1 0 0,-3 1-8 0 0,1 0 0 0 0,-1 1 0 0 0,0-1 0 0 0,0 1 0 0 0,1 0 0 0 0,-1 0 0 0 0,1 1 0 0 0,-1-1 0 0 0,1 1 0 0 0,-1 1 0 0 0,1-1 1 0 0,0 1-1 0 0,-6 4 0 0 0,-14 8 28 0 0,-27 24 0 0 0,13-8-26 0 0,1 2 1 0 0,2 1-1 0 0,1 2 1 0 0,2 1-1 0 0,1 2 1 0 0,-36 57-1 0 0,65-89-27 0 0,-1-1-1 0 0,1 1 0 0 0,0 0 1 0 0,0 0-1 0 0,1 0 1 0 0,0 0-1 0 0,0 0 1 0 0,-1 13-1 0 0,3-18-5 0 0,0 0 0 0 0,0 0 0 0 0,0 0-1 0 0,0 0 1 0 0,0 0 0 0 0,1 0 0 0 0,-1 0-1 0 0,1 0 1 0 0,-1 0 0 0 0,1 0 0 0 0,0-1 0 0 0,0 1-1 0 0,-1 0 1 0 0,1 0 0 0 0,1-1 0 0 0,-1 1 0 0 0,0 0-1 0 0,0-1 1 0 0,1 1 0 0 0,-1-1 0 0 0,0 0 0 0 0,1 1-1 0 0,0-1 1 0 0,-1 0 0 0 0,1 0 0 0 0,0 0-1 0 0,-1 0 1 0 0,1 0 0 0 0,0-1 0 0 0,0 1 0 0 0,0 0-1 0 0,0-1 1 0 0,0 0 0 0 0,0 1 0 0 0,0-1 0 0 0,0 0-1 0 0,2 0 1 0 0,6 1-96 0 0,0-1 0 0 0,0-1 0 0 0,0 0 0 0 0,0 0 0 0 0,-1-1 0 0 0,1 0 0 0 0,0-1 0 0 0,-1 0-1 0 0,1 0 1 0 0,-1-1 0 0 0,17-10 0 0 0,-6 2-51 0 0,0-1 0 0 0,-1-1 0 0 0,34-32 0 0 0,-32 25 89 0 0,-2-1 0 0 0,0-1 0 0 0,-2-1 1 0 0,22-39-1 0 0,44-108 1332 0 0,-82 169-1155 0 0,-2 4-97 0 0,-1 2-34 0 0,-14 38 120 0 0,2 1-1 0 0,-9 45 1 0 0,21-76-202 0 0,0 0 0 0 0,0-1 1 0 0,1 1-1 0 0,1 0 0 0 0,0 0 1 0 0,0 0-1 0 0,1-1 0 0 0,1 1 1 0 0,0 0-1 0 0,0-1 0 0 0,2 1 0 0 0,-1-1 1 0 0,7 15-1 0 0,-9-24-121 0 0,1 1-1 0 0,-1-1 1 0 0,0 0 0 0 0,1 1 0 0 0,0-1-1 0 0,-1 0 1 0 0,1 0 0 0 0,0 0 0 0 0,0 0-1 0 0,0 0 1 0 0,0 0 0 0 0,0-1 0 0 0,1 1-1 0 0,-1-1 1 0 0,1 1 0 0 0,-1-1-1 0 0,1 0 1 0 0,-1 0 0 0 0,6 1 0 0 0,-5-1 49 0 0,0-1 0 0 0,1 0 1 0 0,-1-1-1 0 0,0 1 1 0 0,1 0-1 0 0,-1-1 0 0 0,0 0 1 0 0,0 0-1 0 0,0 0 1 0 0,0 0-1 0 0,1 0 0 0 0,-2-1 1 0 0,1 1-1 0 0,3-3 1 0 0,6-5-77 0 0,0 0-1 0 0,-1-1 1 0 0,0 0 0 0 0,-1-1 0 0 0,16-22 0 0 0,43-76 1118 0 0,-52 79-6 0 0,0 0 0 0 0,42-50 1 0 0,-58 79-853 0 0,0-1 1 0 0,0 1 0 0 0,1-1 0 0 0,-1 1-1 0 0,1 0 1 0 0,-1-1 0 0 0,1 1 0 0 0,-1 0 0 0 0,1 0-1 0 0,0 0 1 0 0,0 0 0 0 0,-1 0 0 0 0,1 1 0 0 0,0-1-1 0 0,0 1 1 0 0,0-1 0 0 0,0 1 0 0 0,0-1 0 0 0,0 1-1 0 0,0 0 1 0 0,0 0 0 0 0,0 0 0 0 0,-1 0 0 0 0,1 0-1 0 0,0 1 1 0 0,0-1 0 0 0,0 0 0 0 0,0 1 0 0 0,0 0-1 0 0,0-1 1 0 0,2 2 0 0 0,-1 0 19 0 0,1 1-1 0 0,-1-1 1 0 0,0 1 0 0 0,0 0-1 0 0,0 0 1 0 0,0 0 0 0 0,0 0 0 0 0,0 1-1 0 0,-1-1 1 0 0,0 1 0 0 0,0 0 0 0 0,0-1-1 0 0,3 8 1 0 0,-1 2 92 0 0,-1 0 0 0 0,1 1 0 0 0,-2-1 0 0 0,0 1 0 0 0,-1 0 0 0 0,0 0 0 0 0,-1-1 0 0 0,-3 25 0 0 0,1-21 140 0 0,-1 0 0 0 0,0 0 0 0 0,-2 0 0 0 0,0 0 0 0 0,-1 0 0 0 0,-12 23 0 0 0,16-36-114 0 0,0 0 0 0 0,-1 1 0 0 0,1-1-1 0 0,-1 0 1 0 0,0-1 0 0 0,-1 1 0 0 0,1 0 0 0 0,-1-1-1 0 0,1 0 1 0 0,-1 0 0 0 0,-7 5 0 0 0,9-7 13 0 0,0-2-35 0 0,0-1-118 0 0,1 1-1 0 0,0 0 1 0 0,-1-1 0 0 0,1 0 0 0 0,0 1-1 0 0,0-1 1 0 0,0 0 0 0 0,0 1-1 0 0,0-1 1 0 0,0 0 0 0 0,0 0-1 0 0,1 0 1 0 0,-1 0 0 0 0,1 0-1 0 0,-1 0 1 0 0,1 0 0 0 0,0 0 0 0 0,0 0-1 0 0,0 0 1 0 0,0 0 0 0 0,0 0-1 0 0,0 0 1 0 0,1 0 0 0 0,-1 0-1 0 0,0 0 1 0 0,1 0 0 0 0,1-2-1 0 0,1-7 6 0 0,0 0 0 0 0,1 0 0 0 0,9-16 0 0 0,-1 3-34 0 0,2 0 0 0 0,1 1 0 0 0,1 1 0 0 0,0 0-1 0 0,2 2 1 0 0,1 0 0 0 0,0 0 0 0 0,1 2-1 0 0,1 1 1 0 0,1 0 0 0 0,0 2 0 0 0,1 0-1 0 0,45-20 1 0 0,-61 32 5 0 0,0 0 1 0 0,0 1-1 0 0,0 0 1 0 0,1 1-1 0 0,-1-1 0 0 0,1 1 1 0 0,0 1-1 0 0,-1 0 0 0 0,1 0 1 0 0,-1 0-1 0 0,1 1 1 0 0,0 0-1 0 0,8 2 0 0 0,-12-2 9 0 0,0 1-1 0 0,-1-1 1 0 0,1 1 0 0 0,-1-1-1 0 0,1 1 1 0 0,-1 0-1 0 0,0 1 1 0 0,0-1-1 0 0,0 0 1 0 0,0 1-1 0 0,0 0 1 0 0,0 0 0 0 0,-1 0-1 0 0,1 0 1 0 0,-1 0-1 0 0,0 0 1 0 0,0 1-1 0 0,0-1 1 0 0,-1 0 0 0 0,1 1-1 0 0,-1 0 1 0 0,0-1-1 0 0,1 1 1 0 0,-2 0-1 0 0,1 0 1 0 0,0 7-1 0 0,-1 5 21 0 0,-1 1 0 0 0,0-1 0 0 0,-1 1 0 0 0,-1-1 0 0 0,-1 0 0 0 0,0 0 0 0 0,-1 0 0 0 0,-9 19 0 0 0,6-15-241 0 0,1 1 0 0 0,1-1 0 0 0,0 1 1 0 0,-1 22-1 0 0,6-37-172 0 0,1 0 0 0 0,-1-1 0 0 0,1 1 1 0 0,1 0-1 0 0,-1 0 0 0 0,1-1 0 0 0,3 11 0 0 0,-3-13-28 0 0,0-1 0 0 0,0 1 0 0 0,1-1 0 0 0,-1 1 0 0 0,1-1 0 0 0,0 0 0 0 0,-1 1-1 0 0,1-1 1 0 0,0 0 0 0 0,0 0 0 0 0,0-1 0 0 0,0 1 0 0 0,1 0 0 0 0,-1-1 0 0 0,1 1 0 0 0,-1-1-1 0 0,5 2 1 0 0,12 4-5034 0 0</inkml:trace>
</inkml:ink>
</file>

<file path=ppt/ink/ink2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1:23.6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336 931 2440 0 0,'13'-17'1884'0'0,"0"-2"0"0"0,-1 1 0 0 0,17-38 0 0 0,-25 49-1493 0 0,-2 1 0 0 0,1-1 0 0 0,-1 0-1 0 0,0 0 1 0 0,0 0 0 0 0,-1 0-1 0 0,0 0 1 0 0,0-1 0 0 0,-1 1-1 0 0,1 0 1 0 0,-2 0 0 0 0,1-1-1 0 0,-1 1 1 0 0,0 0 0 0 0,-4-11-1 0 0,5 17-349 0 0,-1-1 0 0 0,0 1 0 0 0,0-1 0 0 0,0 1 0 0 0,-1-1 0 0 0,1 1 0 0 0,0 0 0 0 0,0 0 0 0 0,-1-1 0 0 0,1 1 0 0 0,-1 0 0 0 0,1 0 0 0 0,-1 0 0 0 0,1 1 0 0 0,-1-1 0 0 0,1 0 0 0 0,-1 1-1 0 0,0-1 1 0 0,1 1 0 0 0,-1-1 0 0 0,0 1 0 0 0,0 0 0 0 0,1 0 0 0 0,-1 0 0 0 0,0 0 0 0 0,0 0 0 0 0,0 0 0 0 0,1 0 0 0 0,-1 0 0 0 0,0 1 0 0 0,-3 0 0 0 0,-3 1 15 0 0,-1 1-1 0 0,1-1 1 0 0,-1 2 0 0 0,-15 7 0 0 0,-3 5 44 0 0,0 2 0 0 0,0 1 1 0 0,2 1-1 0 0,-39 39 0 0 0,47-41-52 0 0,0 1 1 0 0,2 0-1 0 0,0 2 0 0 0,1-1 1 0 0,2 2-1 0 0,-18 38 0 0 0,27-52-30 0 0,0 0 1 0 0,1 0-1 0 0,0 0 0 0 0,0 0 0 0 0,1 0 0 0 0,0 0 0 0 0,1 1 0 0 0,-1-1 0 0 0,3 16 0 0 0,-2-20-8 0 0,1-1 0 0 0,0 1-1 0 0,0-1 1 0 0,0 0 0 0 0,0 1-1 0 0,0-1 1 0 0,1 0-1 0 0,-1 0 1 0 0,1 0 0 0 0,0 0-1 0 0,0 0 1 0 0,0 0 0 0 0,0-1-1 0 0,1 1 1 0 0,-1 0 0 0 0,1-1-1 0 0,0 0 1 0 0,-1 0 0 0 0,1 0-1 0 0,0 0 1 0 0,0 0 0 0 0,0 0-1 0 0,0-1 1 0 0,1 0-1 0 0,-1 1 1 0 0,4 0 0 0 0,3-1-3 0 0,0 1 0 0 0,-1-1 1 0 0,1-1-1 0 0,0 0 0 0 0,-1 0 1 0 0,1-1-1 0 0,0 0 0 0 0,-1-1 1 0 0,1 0-1 0 0,-1 0 0 0 0,0-1 1 0 0,0 0-1 0 0,0-1 0 0 0,0 0 1 0 0,0 0-1 0 0,13-10 0 0 0,1-2-107 0 0,-1 0-1 0 0,-1-2 0 0 0,0 0 1 0 0,31-36-1 0 0,-14 6-267 0 0,-1-2 0 0 0,-2-1 0 0 0,54-110 0 0 0,-41 56-79 0 0,40-133 1 0 0,-56 135 617 0 0,23-128 0 0 0,-54 209-94 0 0,-1 21-73 0 0,0 1 0 0 0,0 0 0 0 0,0-1-1 0 0,-1 1 1 0 0,1-1 0 0 0,0 1 0 0 0,0-1 0 0 0,0 1-1 0 0,0 0 1 0 0,-1-1 0 0 0,1 1 0 0 0,0-1 0 0 0,0 1-1 0 0,-1 0 1 0 0,1-1 0 0 0,0 1 0 0 0,-1 0 0 0 0,1-1-1 0 0,0 1 1 0 0,-1 0 0 0 0,1 0 0 0 0,-1-1 0 0 0,0 1-1 0 0,0 0 1 0 0,-1 0-1 0 0,1 1 0 0 0,-1-1 0 0 0,1 1 0 0 0,0-1 0 0 0,-1 1 1 0 0,1-1-1 0 0,0 1 0 0 0,-1 0 0 0 0,1 0 0 0 0,0-1 1 0 0,0 1-1 0 0,0 0 0 0 0,0 0 0 0 0,0 0 0 0 0,0 0 0 0 0,0 1 1 0 0,0-1-1 0 0,0 0 0 0 0,0 0 0 0 0,-1 3 0 0 0,-20 29 14 0 0,1 1 0 0 0,-28 64 0 0 0,-22 81 205 0 0,36-78 49 0 0,-25 118 1 0 0,49-164-194 0 0,2 0-1 0 0,3 1 1 0 0,1 108 0 0 0,6-145-484 0 0,1-1 0 0 0,5 25 0 0 0,-5-35-616 0 0,0 0 1 0 0,1-1 0 0 0,0 1-1 0 0,0-1 1 0 0,1 1-1 0 0,-1-1 1 0 0,9 11-1 0 0,3-3-5245 0 0</inkml:trace>
</inkml:ink>
</file>

<file path=ppt/ink/ink2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1:24.2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77 584 2432 0 0,'-11'9'8876'0'0,"41"-27"-3123"0"0,12-4-3479 0 0,4-2-2302 0 0,73-50 0 0 0,-85 46 53 0 0,-1-1-1 0 0,-1-2 1 0 0,49-61 0 0 0,-61 65-20 0 0,-1-1 1 0 0,-2-1 0 0 0,0 0-1 0 0,-2-1 1 0 0,18-51 0 0 0,-31 75-15 0 0,0 1 1 0 0,-1-1-1 0 0,0 0 0 0 0,-1 0 1 0 0,1 0-1 0 0,-1-6 1 0 0,0 11 7 0 0,0 1 0 0 0,0 0 1 0 0,0 0-1 0 0,0 0 1 0 0,0 0-1 0 0,0 0 0 0 0,0 0 1 0 0,0 0-1 0 0,0-1 0 0 0,0 1 1 0 0,0 0-1 0 0,0 0 0 0 0,0 0 1 0 0,-1 0-1 0 0,1 0 0 0 0,0 0 1 0 0,0 0-1 0 0,0-1 1 0 0,0 1-1 0 0,0 0 0 0 0,0 0 1 0 0,0 0-1 0 0,0 0 0 0 0,0 0 1 0 0,0 0-1 0 0,-1 0 0 0 0,1 0 1 0 0,0 0-1 0 0,0 0 0 0 0,0 0 1 0 0,0 0-1 0 0,0 0 1 0 0,0-1-1 0 0,0 1 0 0 0,-1 0 1 0 0,1 0-1 0 0,0 0 0 0 0,0 0 1 0 0,0 0-1 0 0,0 0 0 0 0,0 0 1 0 0,0 0-1 0 0,0 0 0 0 0,-1 0 1 0 0,1 1-1 0 0,0-1 0 0 0,0 0 1 0 0,0 0-1 0 0,0 0 1 0 0,0 0-1 0 0,0 0 0 0 0,0 0 1 0 0,-1 0-1 0 0,1 0 0 0 0,0 0 1 0 0,0 0-1 0 0,0 0 0 0 0,-5 2-5 0 0,1-1-1 0 0,-1 0 0 0 0,1 1 0 0 0,0 0 1 0 0,0 0-1 0 0,-1 0 0 0 0,1 1 0 0 0,1 0 1 0 0,-1-1-1 0 0,0 1 0 0 0,1 0 0 0 0,-6 6 0 0 0,-6 9-5 0 0,-18 24-1 0 0,20-25 9 0 0,-171 266 81 0 0,26 15 63 0 0,84-131-91 0 0,13-27 117 0 0,59-135-131 0 0,1-1-1 0 0,-1 1 0 0 0,1 0 1 0 0,0 0-1 0 0,0 0 0 0 0,-1 5 1 0 0,5-11-18 0 0,-1 0 0 0 0,0 0 0 0 0,1-1 0 0 0,-1 1 0 0 0,0 0 0 0 0,0-1 0 0 0,0 0 0 0 0,2-2 0 0 0,95-118 88 0 0,50-57-131 0 0,-124 153 0 0 0,1 0-1 0 0,2 2 1 0 0,0 1 0 0 0,39-25 0 0 0,-63 46 18 0 0,1-1 0 0 0,0 1-1 0 0,-1 0 1 0 0,1 0 0 0 0,0 0-1 0 0,0 1 1 0 0,0 0 0 0 0,0-1-1 0 0,0 2 1 0 0,0-1 0 0 0,0 1-1 0 0,10 0 1 0 0,-13 0 8 0 0,0 1 0 0 0,0-1 0 0 0,1 1-1 0 0,-1-1 1 0 0,0 1 0 0 0,0 0 0 0 0,0 0 0 0 0,0 0 0 0 0,0 0 0 0 0,0 0 0 0 0,0 1-1 0 0,0-1 1 0 0,0 1 0 0 0,0-1 0 0 0,-1 1 0 0 0,1-1 0 0 0,-1 1 0 0 0,1 0 0 0 0,-1 0-1 0 0,0 0 1 0 0,0 0 0 0 0,0 0 0 0 0,0 0 0 0 0,0 0 0 0 0,0 0 0 0 0,0 0 0 0 0,0 1-1 0 0,-1-1 1 0 0,1 5 0 0 0,1 15 27 0 0,-1 1 0 0 0,-1 0-1 0 0,-1-1 1 0 0,-1 1 0 0 0,-8 39 0 0 0,4-30 7 0 0,-3 62 0 0 0,9-90-133 0 0,0 0 1 0 0,0-1 0 0 0,1 1-1 0 0,-1 0 1 0 0,1 0 0 0 0,0-1-1 0 0,0 1 1 0 0,0 0 0 0 0,0-1-1 0 0,0 1 1 0 0,1-1-1 0 0,0 0 1 0 0,0 1 0 0 0,0-1-1 0 0,0 0 1 0 0,4 5 0 0 0,-2-6-218 0 0,-1 1 1 0 0,1 0 0 0 0,0-1-1 0 0,0 1 1 0 0,0-1 0 0 0,0 0-1 0 0,0-1 1 0 0,0 1-1 0 0,0-1 1 0 0,1 0 0 0 0,-1 0-1 0 0,1 0 1 0 0,7 0 0 0 0,1 0-1232 0 0,1-1 1 0 0,-1 0 0 0 0,15-3 0 0 0,13-2-3866 0 0</inkml:trace>
</inkml:ink>
</file>

<file path=ppt/ink/ink2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1:24.9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353 178 2268 0 0,'8'-9'1364'0'0,"-1"-1"0"0"0,-1 0-1 0 0,0 0 1 0 0,8-17 0 0 0,-13 24-1010 0 0,1-1 0 0 0,-1 0 0 0 0,0 1 0 0 0,1-1 0 0 0,-2 0 0 0 0,1 0 0 0 0,0 0 0 0 0,-1 0 0 0 0,0 0 0 0 0,0 0 0 0 0,0 0 0 0 0,0 0 0 0 0,0 0 0 0 0,-1 0 0 0 0,0 0 0 0 0,0 0 0 0 0,-2-5 0 0 0,2 8-290 0 0,1 0 0 0 0,-1 0-1 0 0,1 0 1 0 0,-1 0-1 0 0,0 0 1 0 0,0 0-1 0 0,0 0 1 0 0,0 0-1 0 0,0 0 1 0 0,0 1-1 0 0,0-1 1 0 0,0 0 0 0 0,0 0-1 0 0,0 1 1 0 0,0-1-1 0 0,0 1 1 0 0,0-1-1 0 0,-1 1 1 0 0,1 0-1 0 0,0-1 1 0 0,0 1 0 0 0,-2 0-1 0 0,0-1-2 0 0,-1 2 0 0 0,1-1 0 0 0,-1 0 0 0 0,1 0 0 0 0,0 1 0 0 0,0 0 0 0 0,-1 0 0 0 0,-3 2 0 0 0,-7 2 55 0 0,2 2-1 0 0,-25 15 1 0 0,35-21-82 0 0,-27 20 206 0 0,1 1 0 0 0,0 1 0 0 0,-39 43 0 0 0,50-47-152 0 0,1 1 1 0 0,1 0-1 0 0,1 1 0 0 0,1 0 1 0 0,-21 46-1 0 0,32-61-67 0 0,0 0-1 0 0,0 0 0 0 0,0 1 1 0 0,0-1-1 0 0,1 1 1 0 0,0-1-1 0 0,1 1 0 0 0,0 0 1 0 0,0-1-1 0 0,1 10 0 0 0,-1-13-12 0 0,1 0 1 0 0,0-1-1 0 0,-1 1 0 0 0,1 0 0 0 0,0-1 0 0 0,1 1 0 0 0,-1-1 0 0 0,0 0 0 0 0,1 1 0 0 0,-1-1 0 0 0,1 0 0 0 0,0 0 0 0 0,0 0 0 0 0,0 0 0 0 0,0 0 0 0 0,0 0 0 0 0,0-1 0 0 0,0 1 0 0 0,1-1 0 0 0,-1 1 0 0 0,0-1 0 0 0,1 0 0 0 0,0 0 0 0 0,-1 0 0 0 0,1 0 0 0 0,-1 0 0 0 0,4 0 0 0 0,4 0-93 0 0,-1 0 1 0 0,1-1-1 0 0,-1 0 0 0 0,1 0 1 0 0,-1-1-1 0 0,0-1 0 0 0,1 1 1 0 0,-1-1-1 0 0,0-1 1 0 0,0 0-1 0 0,0 0 0 0 0,0-1 1 0 0,-1 0-1 0 0,14-8 0 0 0,2-3-222 0 0,-1-1-1 0 0,-1-2 0 0 0,33-30 0 0 0,-16 7 497 0 0,-2-1 1 0 0,-2-2-1 0 0,43-72 1 0 0,-68 99 177 0 0,-16 22-111 0 0,-20 29-116 0 0,8-5-85 0 0,2 2-1 0 0,0 0 0 0 0,2 1 0 0 0,2 1 1 0 0,1 0-1 0 0,1 0 0 0 0,-8 55 0 0 0,18-84-43 0 0,-1-1-1 0 0,1 1 1 0 0,0-1-1 0 0,0 1 1 0 0,0 0-1 0 0,1-1 1 0 0,-1 1-1 0 0,1-1 0 0 0,0 1 1 0 0,0-1-1 0 0,0 1 1 0 0,0-1-1 0 0,1 0 1 0 0,-1 0-1 0 0,1 1 1 0 0,0-1-1 0 0,2 3 1 0 0,-1-4-6 0 0,-1 0 1 0 0,0 0 0 0 0,1 0 0 0 0,0 0 0 0 0,-1-1 0 0 0,1 1 0 0 0,0-1-1 0 0,0 0 1 0 0,0 1 0 0 0,0-1 0 0 0,0 0 0 0 0,0-1 0 0 0,0 1 0 0 0,0-1-1 0 0,0 1 1 0 0,0-1 0 0 0,1 0 0 0 0,-1 0 0 0 0,6-1 0 0 0,8-1 3 0 0,0-2 1 0 0,0 0-1 0 0,-1 0 1 0 0,1-2-1 0 0,-1 0 1 0 0,-1-1-1 0 0,1 0 1 0 0,24-17-1 0 0,-4 0-10 0 0,-1-2 0 0 0,39-39-1 0 0,-31 25-26 0 0,60-75 0 0 0,-86 94 75 0 0,-2-1 0 0 0,0-1 0 0 0,-2 0 0 0 0,0-1 1 0 0,16-46-1 0 0,-28 69-44 0 0,-1 1 0 0 0,0-1 0 0 0,0 0 1 0 0,1 1-1 0 0,-1-1 0 0 0,0 0 0 0 0,0 1 1 0 0,0-1-1 0 0,0 0 0 0 0,0 0 0 0 0,0 1 0 0 0,0-1 1 0 0,0 0-1 0 0,-1 1 0 0 0,1-1 0 0 0,0 0 1 0 0,0 0-1 0 0,-1 1 0 0 0,1-1 0 0 0,0 1 0 0 0,-1-1 1 0 0,1 0-1 0 0,0 1 0 0 0,-1-1 0 0 0,1 1 1 0 0,-1-1-1 0 0,1 1 0 0 0,-1-1 0 0 0,0 0 0 0 0,-1 0 7 0 0,-8 11 18 0 0,8-5-24 0 0,0 1 0 0 0,1 0 0 0 0,0 0 0 0 0,0-1 0 0 0,1 1 0 0 0,-1 0 0 0 0,1 0 0 0 0,0 0 0 0 0,1 0 0 0 0,1 6 0 0 0,16 66 46 0 0,-10-45-52 0 0,-1-9 95 0 0,-2 1 1 0 0,-1 1 0 0 0,1 45-1 0 0,-4-65 33 0 0,-1 0 0 0 0,-1 0-1 0 0,1 0 1 0 0,-1 1 0 0 0,0-1 0 0 0,0-1-1 0 0,-1 1 1 0 0,0 0 0 0 0,0 0-1 0 0,0-1 1 0 0,-1 1 0 0 0,0-1 0 0 0,0 1-1 0 0,0-1 1 0 0,-1 0 0 0 0,1 0-1 0 0,-1-1 1 0 0,0 1 0 0 0,-1-1 0 0 0,1 0-1 0 0,-9 6 1 0 0,0-3-9 0 0,0 0 0 0 0,0-2 0 0 0,-1 0 0 0 0,0 0 0 0 0,0-1 0 0 0,0-1 0 0 0,0 0 0 0 0,0-1 0 0 0,-28 1 0 0 0,25-3-665 0 0,0-1-1 0 0,0 0 0 0 0,1-2 0 0 0,-1 1 0 0 0,1-2 0 0 0,0 0 0 0 0,0-1 0 0 0,-20-9 0 0 0,10-2-3129 0 0,13 0-2429 0 0</inkml:trace>
</inkml:ink>
</file>

<file path=ppt/ink/ink2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1:26.3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152 901 208 0 0,'-22'11'3229'0'0,"2"2"1"0"0,-33 23-1 0 0,48-31-2927 0 0,0 0-1 0 0,0 0 1 0 0,0 0-1 0 0,0 0 1 0 0,1 1-1 0 0,0 0 1 0 0,0 0-1 0 0,0 0 1 0 0,1 0-1 0 0,0 0 1 0 0,0 1-1 0 0,1-1 1 0 0,-3 9-1 0 0,5-14-256 0 0,0 0 1 0 0,0-1-1 0 0,0 1 0 0 0,0 0 0 0 0,0-1 1 0 0,0 1-1 0 0,1-1 0 0 0,-1 1 0 0 0,0 0 0 0 0,0-1 1 0 0,0 1-1 0 0,1-1 0 0 0,-1 1 0 0 0,0 0 0 0 0,1-1 1 0 0,-1 1-1 0 0,0-1 0 0 0,1 1 0 0 0,-1-1 0 0 0,1 1 1 0 0,-1-1-1 0 0,1 1 0 0 0,-1-1 0 0 0,1 0 0 0 0,-1 1 1 0 0,1-1-1 0 0,-1 0 0 0 0,1 1 0 0 0,0-1 0 0 0,-1 0 1 0 0,1 0-1 0 0,-1 0 0 0 0,1 1 0 0 0,0-1 0 0 0,-1 0 1 0 0,1 0-1 0 0,0 0 0 0 0,-1 0 0 0 0,2 0 0 0 0,26-1 521 0 0,-13-2-429 0 0,0-1 1 0 0,0-1 0 0 0,0 0-1 0 0,-1-1 1 0 0,1-1-1 0 0,20-13 1 0 0,-6 1-13 0 0,50-43 0 0 0,-38 24-114 0 0,-2-2 1 0 0,-2-1 0 0 0,-1-2-1 0 0,-3-2 1 0 0,36-61 0 0 0,-20 15-142 0 0,73-186 0 0 0,-39 37 55 0 0,-81 226 9 0 0,-10 21 38 0 0,-12 24 10 0 0,20-30 17 0 0,-80 144 426 0 0,-83 210 0 0 0,146-314-337 0 0,1 1 1 0 0,2 0-1 0 0,2 1 0 0 0,2 0 0 0 0,-7 65 0 0 0,17-97-56 0 0,0-1-1 0 0,0 0 1 0 0,1 0 0 0 0,0 0 0 0 0,1 0-1 0 0,0 0 1 0 0,0-1 0 0 0,1 1 0 0 0,6 13-1 0 0,-7-18-47 0 0,0-1-1 0 0,1 0 1 0 0,0 0-1 0 0,0 1 1 0 0,0-2 0 0 0,0 1-1 0 0,0 0 1 0 0,1-1-1 0 0,-1 1 1 0 0,1-1-1 0 0,0 0 1 0 0,0 0-1 0 0,1-1 1 0 0,-1 1-1 0 0,0-1 1 0 0,1 0 0 0 0,-1 0-1 0 0,1 0 1 0 0,0-1-1 0 0,0 0 1 0 0,5 1-1 0 0,-1-1-148 0 0,1 0 0 0 0,-1-1-1 0 0,1 0 1 0 0,0 0 0 0 0,-1-1-1 0 0,1 0 1 0 0,0-1 0 0 0,-1 0-1 0 0,10-4 1 0 0,-4 0-21 0 0,0 0 0 0 0,-1-1 0 0 0,0-1 0 0 0,25-17-1 0 0,-6-2 4 0 0,-1-1-1 0 0,-2-1 0 0 0,31-39 0 0 0,63-102 1184 0 0,-73 95 993 0 0,-41 60-1644 0 0,-9 14-219 0 0,-2 4-26 0 0,-17 24 130 0 0,4-7-149 0 0,-7 16 206 0 0,-33 72 0 0 0,45-86-232 0 0,1 0 0 0 0,1 1 0 0 0,1 0 0 0 0,-5 42 0 0 0,10-60-45 0 0,1 0 0 0 0,0 0-1 0 0,0 0 1 0 0,0 0 0 0 0,0 0-1 0 0,1 0 1 0 0,0 0 0 0 0,0 0-1 0 0,0-1 1 0 0,1 1 0 0 0,0 0-1 0 0,0-1 1 0 0,0 1 0 0 0,0-1-1 0 0,4 5 1 0 0,-3-5-7 0 0,0-1-1 0 0,0 0 1 0 0,1 0 0 0 0,-1 0 0 0 0,1 0-1 0 0,-1-1 1 0 0,1 1 0 0 0,0-1-1 0 0,0 0 1 0 0,0 0 0 0 0,1-1-1 0 0,-1 1 1 0 0,0-1 0 0 0,1 0-1 0 0,-1 0 1 0 0,8 1 0 0 0,2-2-132 0 0,0 1 0 0 0,0-2 1 0 0,0 0-1 0 0,0-1 0 0 0,0 0 1 0 0,0-1-1 0 0,0-1 0 0 0,-1 0 0 0 0,0 0 1 0 0,0-2-1 0 0,0 0 0 0 0,0 0 1 0 0,14-10-1 0 0,-1-2-125 0 0,-1 0-1 0 0,0-2 1 0 0,-1 0 0 0 0,38-44 0 0 0,-41 37 467 0 0,-1 0 0 0 0,-1-2 0 0 0,23-48 0 0 0,-41 75-126 0 0,-3 4-81 0 0,0-1-1 0 0,1 1 1 0 0,-1 0-1 0 0,1 0 0 0 0,-1 0 1 0 0,1 0-1 0 0,-1 0 1 0 0,0 3-1 0 0,0-2 4 0 0,-9 16 29 0 0,2 0 1 0 0,0 0-1 0 0,-11 37 1 0 0,9-26-17 0 0,9-23-19 0 0,-7 16 11 0 0,-7 38 0 0 0,14-55-1 0 0,1-1 0 0 0,0 1 0 0 0,1 0 0 0 0,-1 0 0 0 0,1 0 0 0 0,0-1 0 0 0,1 1 0 0 0,0 0 0 0 0,-1 0 0 0 0,2-1 0 0 0,-1 1 0 0 0,4 9 0 0 0,-3-12-8 0 0,1 0 0 0 0,-1 1 0 0 0,1-1 0 0 0,0 0 0 0 0,-1 0 0 0 0,1-1-1 0 0,1 1 1 0 0,-1-1 0 0 0,0 1 0 0 0,1-1 0 0 0,-1 0 0 0 0,1 0-1 0 0,0 0 1 0 0,-1-1 0 0 0,1 0 0 0 0,0 1 0 0 0,0-1 0 0 0,0 0 0 0 0,0-1-1 0 0,5 1 1 0 0,3 0 9 0 0,1 0-1 0 0,0 0 0 0 0,0-2 0 0 0,0 0 1 0 0,15-3-1 0 0,-7 0-8 0 0,-1-1 1 0 0,0-1-1 0 0,0-1 0 0 0,-1-1 1 0 0,0-1-1 0 0,-1 0 0 0 0,0-2 1 0 0,0 0-1 0 0,-1 0 0 0 0,0-2 1 0 0,-1 0-1 0 0,27-29 1 0 0,-32 29 30 0 0,0 0 1 0 0,-1 0 0 0 0,-1-1 0 0 0,0 0 0 0 0,-1-1 0 0 0,0 1 0 0 0,-1-2 0 0 0,-1 1-1 0 0,0-1 1 0 0,-2 0 0 0 0,1 0 0 0 0,-2-1 0 0 0,0 1 0 0 0,-1-1 0 0 0,-1 0 0 0 0,-1-23 0 0 0,-4-10 45 0 0,-4 27-112 0 0,7 22 27 0 0,-9 9-8 0 0,10-6-43 0 0,1 0 0 0 0,-1 0 0 0 0,1 0 0 0 0,0 1 0 0 0,-1-1 0 0 0,1 0 0 0 0,0 0 0 0 0,0 0 1 0 0,0 0-1 0 0,1 0 0 0 0,-1-1 0 0 0,0 1 0 0 0,1 0 0 0 0,-1 0 0 0 0,1-1 0 0 0,0 1 0 0 0,-1-1 0 0 0,1 1 0 0 0,0-1 0 0 0,0 0 0 0 0,0 0 0 0 0,0 0 0 0 0,0 0 0 0 0,0 0 0 0 0,3 1 0 0 0,0 0-164 0 0,8 3-185 0 0,0 0 0 0 0,0 0 0 0 0,0-2 0 0 0,1 1 0 0 0,0-2 0 0 0,21 2 0 0 0,3-2-160 0 0,44-3 1 0 0,-55-1 476 0 0,0-1 0 0 0,-1-1 1 0 0,1-1-1 0 0,44-15 0 0 0,-53 13 643 0 0,-1 0 0 0 0,0-2 0 0 0,0 0 0 0 0,20-14 0 0 0,-34 19 101 0 0,-13 9-511 0 0,-16 12-104 0 0,6 4-2 0 0,0 1 0 0 0,2 1 0 0 0,1 1-1 0 0,1 0 1 0 0,1 1 0 0 0,1 1-1 0 0,1 0 1 0 0,1 0 0 0 0,1 2 0 0 0,-11 45-1 0 0,21-66-6 0 0,-1 0-1 0 0,1 0 1 0 0,0 0-1 0 0,1-1 0 0 0,0 1 1 0 0,0 0-1 0 0,0 0 1 0 0,1 0-1 0 0,2 10 0 0 0,-2-15-3 0 0,-1 0-1 0 0,1 1 1 0 0,0-1-1 0 0,0 0 0 0 0,1 0 1 0 0,-1 0-1 0 0,0 1 0 0 0,1-1 1 0 0,-1-1-1 0 0,1 1 1 0 0,0 0-1 0 0,0 0 0 0 0,0-1 1 0 0,-1 1-1 0 0,2-1 1 0 0,-1 1-1 0 0,0-1 0 0 0,0 0 1 0 0,0 0-1 0 0,0 0 0 0 0,1 0 1 0 0,-1 0-1 0 0,1 0 1 0 0,-1-1-1 0 0,0 1 0 0 0,1-1 1 0 0,-1 0-1 0 0,4 1 0 0 0,5-2 42 0 0,0 1 0 0 0,0-1-1 0 0,0-1 1 0 0,0 0-1 0 0,-1 0 1 0 0,1-1-1 0 0,-1 0 1 0 0,0-1 0 0 0,1-1-1 0 0,-2 1 1 0 0,1-1-1 0 0,-1-1 1 0 0,1 0-1 0 0,11-10 1 0 0,-12 8 17 0 0,0 0-1 0 0,0 0 1 0 0,-1-1-1 0 0,0 0 1 0 0,0 0 0 0 0,-1-1-1 0 0,0 0 1 0 0,-1 0-1 0 0,0-1 1 0 0,-1 1 0 0 0,0-1-1 0 0,-1-1 1 0 0,4-12-1 0 0,-7 19-66 0 0,0 0-1 0 0,0 0 1 0 0,-1 0-1 0 0,0 0 1 0 0,1 0-1 0 0,-2 0 0 0 0,1 0 1 0 0,-1 0-1 0 0,1 0 1 0 0,-2 0-1 0 0,1 0 1 0 0,0 0-1 0 0,-1 1 0 0 0,-3-7 1 0 0,2 5-39 0 0,-1 0 0 0 0,0 0 0 0 0,0 1 1 0 0,-1-1-1 0 0,0 1 0 0 0,0 0 0 0 0,0 1 0 0 0,0-1 1 0 0,-8-4-1 0 0,-10-4-1179 0 0,0 1 0 0 0,0 1-1 0 0,-1 1 1 0 0,-35-9 0 0 0,49 15 275 0 0,-20-6-4236 0 0,-4-1-2828 0 0</inkml:trace>
</inkml:ink>
</file>

<file path=ppt/ink/ink2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1:26.5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313 56 3420 0 0,'-297'-38'14949'0'0,"282"35"-13805"0"0,21 1-493 0 0,26-1-244 0 0,357-2-2628 0 0,-109 4-6422 0 0,-165-3 1340 0 0</inkml:trace>
</inkml:ink>
</file>

<file path=ppt/ink/ink2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1:27.0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89 50 964 0 0,'0'-3'2724'0'0,"-8"-44"9568"0"0,-3 93-9052 0 0,3-3-1868 0 0,-17 55-1 0 0,15-69-1816 0 0,3 1-1 0 0,0 0 0 0 0,2 0 0 0 0,-3 42 0 0 0,15-60-1937 0 0</inkml:trace>
</inkml:ink>
</file>

<file path=ppt/ink/ink2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1:27.2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0 208 1944 0 0,'8'-187'17435'0'0,"-8"166"-16872"0"0,9 43-2727 0 0,5 53-6775 0 0,-10-52 2504 0 0</inkml:trace>
</inkml:ink>
</file>

<file path=ppt/ink/ink2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1:27.6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 1 2340 0 0,'2'12'9347'0'0,"11"57"-1852"0"0,-7-40-7053 0 0,-1 0 0 0 0,-2 1 0 0 0,1 42 1 0 0,-5-52-308 0 0,-1 1-1 0 0,-1-1 1 0 0,0 0 0 0 0,-2 0 0 0 0,0 0 0 0 0,-1 0 0 0 0,-15 30 0 0 0,21-50-126 0 0,0 1-1 0 0,-1 0 1 0 0,1-1-1 0 0,0 1 1 0 0,-1-1 0 0 0,1 1-1 0 0,0 0 1 0 0,-1-1 0 0 0,1 1-1 0 0,-1-1 1 0 0,1 0-1 0 0,-1 1 1 0 0,1-1 0 0 0,-1 1-1 0 0,0-1 1 0 0,1 0 0 0 0,-1 1-1 0 0,1-1 1 0 0,-1 0-1 0 0,0 1 1 0 0,1-1 0 0 0,-1 0-1 0 0,0 0 1 0 0,1 0-1 0 0,-1 0 1 0 0,0 0 0 0 0,1 0-1 0 0,-1 0 1 0 0,0 0 0 0 0,1 0-1 0 0,-1 0 1 0 0,0 0-1 0 0,1 0 1 0 0,-1 0 0 0 0,0-1-1 0 0,1 1 1 0 0,-1 0-1 0 0,0 0 1 0 0,0-1 0 0 0,0 0-6 0 0,1 0 0 0 0,0 0-1 0 0,-1 0 1 0 0,1 0 0 0 0,0 0 0 0 0,-1 1 0 0 0,1-1 0 0 0,0 0 0 0 0,0 0 0 0 0,0 0 0 0 0,0 0 0 0 0,0 0 0 0 0,0 0 0 0 0,0 0-1 0 0,0 0 1 0 0,0 0 0 0 0,0 0 0 0 0,1-1 0 0 0,-1 1 2 0 0,3-12 5 0 0,0 1 0 0 0,1-1-1 0 0,1 1 1 0 0,0 0 0 0 0,0 1-1 0 0,1-1 1 0 0,10-14 0 0 0,-5 8 58 0 0,5-7-87 0 0,1 1 0 0 0,1 1 0 0 0,2 1 0 0 0,0 1 0 0 0,1 0-1 0 0,1 2 1 0 0,0 0 0 0 0,2 1 0 0 0,0 2 0 0 0,31-16 0 0 0,-50 29 18 0 0,1 0 0 0 0,-1 1 1 0 0,1-1-1 0 0,0 1 1 0 0,0 0-1 0 0,0 1 0 0 0,0 0 1 0 0,0-1-1 0 0,0 2 0 0 0,1-1 1 0 0,-1 1-1 0 0,0 0 1 0 0,0 0-1 0 0,1 1 0 0 0,6 1 1 0 0,-8 0 3 0 0,0 0 0 0 0,0 0 0 0 0,0 0 0 0 0,-1 0 0 0 0,1 1 0 0 0,-1-1 1 0 0,1 1-1 0 0,-1 0 0 0 0,0 1 0 0 0,0-1 0 0 0,0 1 0 0 0,-1 0 0 0 0,1 0 0 0 0,-1 0 1 0 0,0 0-1 0 0,0 0 0 0 0,-1 1 0 0 0,4 5 0 0 0,0 6 68 0 0,0 0 0 0 0,-1 1 0 0 0,-1-1-1 0 0,0 1 1 0 0,2 21 0 0 0,-5-23-258 0 0,1 0 0 0 0,1 0 0 0 0,1 0 0 0 0,0-1 0 0 0,1 1 0 0 0,0-1 0 0 0,11 19 0 0 0,-14-30-148 0 0,0 1 1 0 0,0-2-1 0 0,1 1 1 0 0,0 0-1 0 0,-1 0 1 0 0,1-1-1 0 0,0 0 1 0 0,0 1-1 0 0,0-1 1 0 0,0 0-1 0 0,7 3 1 0 0,-6-4-612 0 0,0 0 0 0 0,-1 0 0 0 0,1 0 1 0 0,0 0-1 0 0,0 0 0 0 0,-1-1 1 0 0,6 1-1 0 0,10-3-6419 0 0</inkml:trace>
</inkml:ink>
</file>

<file path=ppt/ink/ink2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1:29.3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0 352 1340 0 0,'34'-99'11381'0'0,"-11"28"-4995"0"0,-22 68-5731 0 0,2 4-414 0 0,-1 0-209 0 0,0 0 0 0 0,1 0 0 0 0,-1 0 1 0 0,0 0-1 0 0,0 1 0 0 0,0-1 0 0 0,0 1 1 0 0,0 0-1 0 0,0-1 0 0 0,-1 1 0 0 0,1 0 1 0 0,0 0-1 0 0,-1 0 0 0 0,1 0 0 0 0,-1 0 1 0 0,0 1-1 0 0,2 2 0 0 0,35 83 368 0 0,-27-59-304 0 0,1 0-1 0 0,20 31 1 0 0,-28-53-67 0 0,1 1-1 0 0,1-1 1 0 0,-1 0-1 0 0,1 0 1 0 0,1-1-1 0 0,-1 0 1 0 0,1 0 0 0 0,0 0-1 0 0,0-1 1 0 0,1 0-1 0 0,-1 0 1 0 0,9 3-1 0 0,-11-6-10 0 0,1 0 0 0 0,-1 0 0 0 0,0 0 0 0 0,1-1 0 0 0,-1 0 0 0 0,1 0 0 0 0,-1-1 0 0 0,1 1 0 0 0,-1-1 0 0 0,1-1-1 0 0,-1 1 1 0 0,1-1 0 0 0,7-1 0 0 0,-5-1-8 0 0,0 1 0 0 0,0-1 0 0 0,0-1-1 0 0,-1 0 1 0 0,0 0 0 0 0,0 0 0 0 0,0-1 0 0 0,7-6-1 0 0,7-8-15 0 0,-1-2 0 0 0,-1 0 0 0 0,-1-1 0 0 0,16-26 0 0 0,-9 12-25 0 0,41-61-54 0 0,-65 95 79 0 0,0 1 0 0 0,0 0-1 0 0,0-1 1 0 0,0 1 0 0 0,0 0 0 0 0,1 0 0 0 0,-1 0-1 0 0,0 0 1 0 0,1 0 0 0 0,-1 0 0 0 0,1 0 0 0 0,-1 0 0 0 0,1 0-1 0 0,-1 1 1 0 0,1-1 0 0 0,-1 1 0 0 0,1-1 0 0 0,0 1-1 0 0,-1 0 1 0 0,4-1 0 0 0,0 1 5 0 0,-1 1 1 0 0,1-1-1 0 0,-1 1 1 0 0,1 0-1 0 0,-1 0 1 0 0,1 0-1 0 0,-1 1 1 0 0,1-1-1 0 0,-1 1 1 0 0,0 0-1 0 0,0 1 0 0 0,0-1 1 0 0,7 6-1 0 0,4 3 6 0 0,0-3-6 0 0,-1-1-1 0 0,1-1 1 0 0,0 0-1 0 0,0-1 1 0 0,1-1-1 0 0,20 4 0 0 0,-27-7 2 0 0,0 1-1 0 0,0-2 0 0 0,0 1 0 0 0,0-1 1 0 0,1-1-1 0 0,-1 1 0 0 0,0-2 0 0 0,0 1 1 0 0,0-1-1 0 0,0 0 0 0 0,0-1 0 0 0,11-5 1 0 0,-14 4-7 0 0,0 0 1 0 0,-1 0 0 0 0,1 0-1 0 0,-1 0 1 0 0,0-1 0 0 0,-1 0 0 0 0,1 0-1 0 0,-1 0 1 0 0,0-1 0 0 0,0 1-1 0 0,-1-1 1 0 0,1 0 0 0 0,3-10-1 0 0,-4 8-3 0 0,0-1-1 0 0,0 1 0 0 0,-1-1 1 0 0,0 0-1 0 0,0 0 0 0 0,-1 0 0 0 0,-1 0 1 0 0,1 0-1 0 0,-2-10 0 0 0,1 18 8 0 0,-1 0-1 0 0,1 0 1 0 0,0 0-1 0 0,-1 1 1 0 0,1-1-1 0 0,0 0 1 0 0,-1 1-1 0 0,1-1 1 0 0,-1 0-1 0 0,1 1 1 0 0,-1-1-1 0 0,1 0 1 0 0,-1 1-1 0 0,0-1 1 0 0,1 1-1 0 0,-1-1 1 0 0,0 1-1 0 0,1-1 1 0 0,-1 1-1 0 0,0 0 1 0 0,0-1-1 0 0,1 1 1 0 0,-1 0-1 0 0,0 0 1 0 0,0 0 0 0 0,0-1-1 0 0,1 1 1 0 0,-1 0-1 0 0,0 0 1 0 0,0 0-1 0 0,0 0 1 0 0,-1 0-1 0 0,-25 4-31 0 0,12 3 30 0 0,-1 1 0 0 0,1 0 0 0 0,1 1 1 0 0,-1 1-1 0 0,2 0 0 0 0,-1 1 1 0 0,-14 14-1 0 0,2 3 24 0 0,0 1 0 0 0,-24 35-1 0 0,35-43 1 0 0,2 0 0 0 0,-17 34 0 0 0,27-49-16 0 0,0 1 0 0 0,0-1 0 0 0,1 1 1 0 0,0-1-1 0 0,0 1 0 0 0,1-1 0 0 0,0 1 0 0 0,0 0 0 0 0,0 0 0 0 0,1 0 1 0 0,0 0-1 0 0,1-1 0 0 0,-1 1 0 0 0,3 9 0 0 0,-1-12 0 0 0,0 1 0 0 0,0-1-1 0 0,0-1 1 0 0,1 1 0 0 0,-1 0 0 0 0,1-1-1 0 0,0 1 1 0 0,0-1 0 0 0,0 0-1 0 0,0 0 1 0 0,1 0 0 0 0,-1 0-1 0 0,1 0 1 0 0,0-1 0 0 0,0 0 0 0 0,0 0-1 0 0,0 0 1 0 0,0 0 0 0 0,0 0-1 0 0,8 1 1 0 0,4 1-22 0 0,0-1 0 0 0,-1-1 0 0 0,1 0 0 0 0,25 0 0 0 0,-7-4-159 0 0,1-1 0 0 0,-1-1 0 0 0,0-2 0 0 0,0-1 0 0 0,-1-2 0 0 0,0-1 0 0 0,0-2-1 0 0,-2-1 1 0 0,35-19 0 0 0,-30 12 49 0 0,0-2-1 0 0,-2-2 1 0 0,-1 0-1 0 0,0-3 1 0 0,-2-1-1 0 0,-1-1 1 0 0,31-40-1 0 0,3-16 374 0 0,-57 74-164 0 0,-1 0 0 0 0,0 0 0 0 0,-1 0 0 0 0,0-1 0 0 0,0 1 0 0 0,3-18 0 0 0,-6 22-38 0 0,-2-6-12 0 0,0 12-31 0 0,0 1 0 0 0,0-1 0 0 0,-1 0 0 0 0,1 1 0 0 0,0-1 0 0 0,0 1 0 0 0,0-1 0 0 0,-1 1 0 0 0,1-1 0 0 0,0 0 0 0 0,-1 1 0 0 0,1-1 0 0 0,0 1 0 0 0,-1-1 0 0 0,1 1 0 0 0,-1 0 0 0 0,1-1 0 0 0,-1 1 0 0 0,1-1 0 0 0,-1 1 0 0 0,1 0 0 0 0,-1-1 0 0 0,1 1 0 0 0,-1 0 0 0 0,1 0 0 0 0,-1-1 0 0 0,0 1 0 0 0,1 0 0 0 0,-1 0 0 0 0,1 0 0 0 0,-1 0 0 0 0,0 0 0 0 0,1 0 0 0 0,-1 0 0 0 0,0 0 0 0 0,1 0 0 0 0,-1 0 0 0 0,1 0 0 0 0,-1 0 0 0 0,-1 1 0 0 0,1-1-2 0 0,-1 1-1 0 0,0 0 1 0 0,1-1-1 0 0,-1 1 1 0 0,0 0-1 0 0,1 0 1 0 0,-1 0-1 0 0,1 0 1 0 0,-1 0-1 0 0,1 0 1 0 0,-2 2-1 0 0,2-1 5 0 0,-1-1 0 0 0,1 1-1 0 0,0-1 1 0 0,-1 1 0 0 0,1-1-1 0 0,0 1 1 0 0,0 0 0 0 0,0 0-1 0 0,0-1 1 0 0,1 1 0 0 0,-1 0-1 0 0,1 0 1 0 0,-1 0 0 0 0,1 0-1 0 0,-1 0 1 0 0,1 0 0 0 0,0 0 0 0 0,0 0-1 0 0,0 0 1 0 0,0 0 0 0 0,0 0-1 0 0,0 0 1 0 0,1 0 0 0 0,-1 0-1 0 0,1-1 1 0 0,-1 1 0 0 0,1 0-1 0 0,0 0 1 0 0,0 0 0 0 0,0 0-1 0 0,1 2 1 0 0,3 1-20 0 0,-1 0-1 0 0,1 0 1 0 0,0-1-1 0 0,1 0 1 0 0,-1 0-1 0 0,1 0 1 0 0,-1 0-1 0 0,1-1 1 0 0,0 0-1 0 0,0 0 1 0 0,1-1-1 0 0,-1 0 1 0 0,0 0 0 0 0,1 0-1 0 0,0-1 1 0 0,-1 0-1 0 0,9 1 1 0 0,2-1-73 0 0,-1-1 1 0 0,1 0 0 0 0,0-1 0 0 0,-1-1 0 0 0,0 0 0 0 0,17-5-1 0 0,-18 3 83 0 0,0 0 0 0 0,0-1 0 0 0,-1-1 1 0 0,0 0-1 0 0,0-1 0 0 0,23-16 0 0 0,-35 22 14 0 0,-6 2-16 0 0,-3 2 13 0 0,0 1 0 0 0,0 0 0 0 0,1 0 0 0 0,-1 1 0 0 0,1 0 0 0 0,-7 7 0 0 0,-36 40 32 0 0,31-32-26 0 0,-105 126 126 0 0,108-126-106 0 0,2 1 0 0 0,0 0 0 0 0,1 1-1 0 0,1 0 1 0 0,-13 41 0 0 0,23-61-13 0 0,0 0 0 0 0,1 0 0 0 0,-1 1 1 0 0,1-1-1 0 0,-1 0 0 0 0,1 1 0 0 0,0-1 0 0 0,0 0 0 0 0,0 1 0 0 0,0-1 0 0 0,1 0 1 0 0,-1 1-1 0 0,0-1 0 0 0,1 0 0 0 0,0 0 0 0 0,-1 1 0 0 0,1-1 0 0 0,0 0 0 0 0,0 0 1 0 0,0 0-1 0 0,1 0 0 0 0,-1 0 0 0 0,0 0 0 0 0,4 3 0 0 0,-2-3 3 0 0,0 0-1 0 0,0 0 0 0 0,0 0 1 0 0,1 0-1 0 0,-1 0 1 0 0,1-1-1 0 0,-1 0 1 0 0,1 1-1 0 0,-1-1 0 0 0,1-1 1 0 0,0 1-1 0 0,0 0 1 0 0,-1-1-1 0 0,8 0 0 0 0,7-1 5 0 0,-1-1-1 0 0,0-1 1 0 0,0 0-1 0 0,0-1 1 0 0,0-1-1 0 0,-1-1 0 0 0,0 0 1 0 0,0-1-1 0 0,20-12 1 0 0,15-12 23 0 0,59-47 0 0 0,-60 37-36 0 0,79-85 0 0 0,-14 12-82 0 0,-113 112 64 0 0,0 0 0 0 0,1 0-1 0 0,-1 0 1 0 0,0 1-1 0 0,1-1 1 0 0,-1 1-1 0 0,1 0 1 0 0,0 0-1 0 0,-1 0 1 0 0,1 0-1 0 0,0 0 1 0 0,0 0-1 0 0,-1 1 1 0 0,1 0-1 0 0,0-1 1 0 0,0 1-1 0 0,0 0 1 0 0,5 1-1 0 0,-3 0 2 0 0,0 0 0 0 0,0 1 0 0 0,0-1 0 0 0,0 1 0 0 0,0 1 0 0 0,0-1 0 0 0,-1 1 0 0 0,1-1 0 0 0,6 7 0 0 0,2 2 4 0 0,0 2 0 0 0,-1-1-1 0 0,0 1 1 0 0,-1 1 0 0 0,11 19 0 0 0,-13-20 12 0 0,-1 0-1 0 0,-1 1 0 0 0,0 0 1 0 0,-1 0-1 0 0,0 0 1 0 0,-2 1-1 0 0,7 28 1 0 0,-10-36 57 0 0,-1-1 0 0 0,1 1 0 0 0,-1-1 1 0 0,-1 1-1 0 0,1-1 0 0 0,-1 1 0 0 0,0-1 1 0 0,0 1-1 0 0,-1-1 0 0 0,0 0 1 0 0,0 0-1 0 0,-1 0 0 0 0,1 0 0 0 0,-1 0 1 0 0,-1 0-1 0 0,1-1 0 0 0,-1 0 0 0 0,0 1 1 0 0,0-1-1 0 0,0-1 0 0 0,-7 7 1 0 0,2-3 394 0 0,-1 1 0 0 0,0-1 0 0 0,0-1 0 0 0,-1 0 0 0 0,0 0 0 0 0,0-1 0 0 0,-17 7 1025 0 0,29-14-1470 0 0,0-1 0 0 0,1 1 1 0 0,-1 0-1 0 0,1-1 1 0 0,-1 1-1 0 0,1 0 1 0 0,-1 0-1 0 0,1 0 0 0 0,-1 0 1 0 0,1 1-1 0 0,0-1 1 0 0,1 0-1 0 0,2-1 23 0 0,144-72-893 0 0,204-137 0 0 0,-350 208 840 0 0,93-69-318 0 0,-80 60 289 0 0,-2-2 1 0 0,0 0-1 0 0,23-31 0 0 0,-36 44 39 0 0,0 1-1 0 0,-1-1 0 0 0,0 0 1 0 0,1 1-1 0 0,-1-1 0 0 0,1 1 0 0 0,-1-1 1 0 0,0 0-1 0 0,1 1 0 0 0,-1-1 0 0 0,0 0 1 0 0,0 1-1 0 0,0-1 0 0 0,1 0 1 0 0,-1 0-1 0 0,0 1 0 0 0,0-1 0 0 0,0 0 1 0 0,0 1-1 0 0,0-2 0 0 0,-1 1 1 0 0,1 1 0 0 0,0 0 0 0 0,-1-1 0 0 0,1 1 0 0 0,0 0 0 0 0,-1 0 0 0 0,1 0 0 0 0,-1-1 0 0 0,1 1 0 0 0,-1 0 0 0 0,1 0 0 0 0,0 0 0 0 0,-1 0 0 0 0,1 0 0 0 0,-1 0 0 0 0,1 0 0 0 0,-1-1 0 0 0,1 1 0 0 0,-1 1 0 0 0,1-1 0 0 0,0 0 0 0 0,-1 0 0 0 0,0 0 0 0 0,-4 1-19 0 0,0 0 0 0 0,0 1 0 0 0,0-1-1 0 0,-9 6 1 0 0,-9 6-26 0 0,-1 2 0 0 0,2 1 1 0 0,-36 31-1 0 0,-50 67 44 0 0,90-93 20 0 0,-27 44 0 0 0,41-58-6 0 0,0-1 0 0 0,0 1 0 0 0,1 0 0 0 0,0 1 0 0 0,1-1 0 0 0,-1 0 1 0 0,1 1-1 0 0,1 0 0 0 0,-1-1 0 0 0,1 1 0 0 0,0 10 0 0 0,2-16-3 0 0,-1 0 0 0 0,0-1 0 0 0,1 1 0 0 0,-1 0 0 0 0,1 0 1 0 0,-1 0-1 0 0,1 0 0 0 0,0 0 0 0 0,0-1 0 0 0,0 1 0 0 0,0 0 0 0 0,0-1 0 0 0,0 1 0 0 0,0-1 0 0 0,0 1 0 0 0,1-1 0 0 0,-1 0 0 0 0,4 3 0 0 0,-2-2 3 0 0,1 0-1 0 0,-1 0 0 0 0,1 0 1 0 0,0-1-1 0 0,0 1 0 0 0,0-1 1 0 0,0 0-1 0 0,6 1 0 0 0,2-1-10 0 0,0 0-1 0 0,1-1 1 0 0,-1 0 0 0 0,0-1-1 0 0,13-2 1 0 0,3-4 13 0 0,-1-1 0 0 0,0 0 1 0 0,-1-2-1 0 0,0-1 0 0 0,0-2 0 0 0,-1 0 0 0 0,-1-1 0 0 0,23-19 1 0 0,27-24 17 0 0,69-70 1 0 0,-123 108-13 0 0,24-23-1 0 0,-26 23-39 0 0,0 1 0 0 0,1 1 0 0 0,1 1 0 0 0,1 0 0 0 0,23-12 0 0 0,-42 27 19 0 0,0 1 0 0 0,0-1 0 0 0,0 1 0 0 0,-1-1 0 0 0,1 1-1 0 0,0 0 1 0 0,0 0 0 0 0,0 0 0 0 0,0 0 0 0 0,0 0 0 0 0,0 0 0 0 0,0 0 0 0 0,-1 1 0 0 0,1-1 0 0 0,0 1-1 0 0,0 0 1 0 0,0-1 0 0 0,-1 1 0 0 0,1 0 0 0 0,0 0 0 0 0,-1 0 0 0 0,1 0 0 0 0,-1 0 0 0 0,1 0-1 0 0,-1 1 1 0 0,3 1 0 0 0,0 2-7 0 0,0-1 1 0 0,0 1-1 0 0,0 0 0 0 0,0 0 0 0 0,-1 0 0 0 0,5 9 0 0 0,0 4 20 0 0,-1 0-1 0 0,-1 0 0 0 0,-1 1 0 0 0,0-1 0 0 0,-1 1 0 0 0,-2 0 1 0 0,1 0-1 0 0,-2 38 0 0 0,-2-47 23 0 0,0-1 0 0 0,0 0 1 0 0,0 1-1 0 0,-2-1 0 0 0,1 0 0 0 0,-1 0 0 0 0,0-1 1 0 0,-1 1-1 0 0,0 0 0 0 0,0-1 0 0 0,-1 0 0 0 0,0 0 1 0 0,0 0-1 0 0,-1-1 0 0 0,0 0 0 0 0,0 0 0 0 0,-1 0 1 0 0,0-1-1 0 0,0 0 0 0 0,-12 7 0 0 0,5-4 35 0 0,-1-2 1 0 0,-1 1-1 0 0,1-2 0 0 0,-1 0 1 0 0,0-1-1 0 0,-1 0 0 0 0,1-1 0 0 0,-18 1 1 0 0,19-4-468 0 0,-1 0 0 0 0,1-1 0 0 0,-24-2 0 0 0,26 0-915 0 0,1-1 0 0 0,0 1 0 0 0,-1-2 0 0 0,-18-8 0 0 0,16 4-4081 0 0</inkml:trace>
</inkml:ink>
</file>

<file path=ppt/ink/ink2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1:29.8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225 56 1552 0 0,'35'-56'12529'0'0,"-35"58"-12434"0"0,0 0-1 0 0,1-1 1 0 0,-1 1 0 0 0,0 0 0 0 0,0 0 0 0 0,0 0 0 0 0,0-1 0 0 0,0 1 0 0 0,0 0 0 0 0,-1 0 0 0 0,1 0 0 0 0,0-1 0 0 0,-1 1 0 0 0,0 2 0 0 0,-13 27 693 0 0,10-21-507 0 0,-111 234 2012 0 0,9-18-2633 0 0,98-212-256 0 0,-2 5-1711 0 0</inkml:trace>
</inkml:ink>
</file>

<file path=ppt/ink/ink2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1:30.2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0 242 2340 0 0,'7'-20'1119'0'0,"1"1"0"0"0,1 0 0 0 0,1 0 0 0 0,1 1 0 0 0,0 0 0 0 0,1 1 0 0 0,28-31 0 0 0,-34 42-1029 0 0,0 0 1 0 0,0 0-1 0 0,1 1 0 0 0,0 0 0 0 0,-1 0 0 0 0,2 1 0 0 0,-1 0 0 0 0,0 0 0 0 0,1 1 0 0 0,0-1 0 0 0,0 2 0 0 0,0-1 1 0 0,0 1-1 0 0,0 0 0 0 0,0 1 0 0 0,1 0 0 0 0,-1 1 0 0 0,1-1 0 0 0,-1 1 0 0 0,0 1 0 0 0,1 0 0 0 0,13 3 1 0 0,-13-2-50 0 0,0 1 0 0 0,-1 0 0 0 0,1 1 1 0 0,-1 0-1 0 0,0 0 0 0 0,0 0 0 0 0,-1 1 1 0 0,1 0-1 0 0,-1 1 0 0 0,0 0 1 0 0,9 10-1 0 0,-14-13 21 0 0,1 0 0 0 0,-1 0-1 0 0,0 0 1 0 0,0 0 0 0 0,0 1 0 0 0,0-1 0 0 0,0 1 0 0 0,-1-1 0 0 0,0 1 0 0 0,0 0-1 0 0,0-1 1 0 0,0 1 0 0 0,0 0 0 0 0,-1 0 0 0 0,0 0 0 0 0,1 0 0 0 0,-1-1 0 0 0,-1 1-1 0 0,1 0 1 0 0,-1 0 0 0 0,1 0 0 0 0,-1 0 0 0 0,0-1 0 0 0,-1 1 0 0 0,1 0-1 0 0,0-1 1 0 0,-1 1 0 0 0,-4 5 0 0 0,0 1 107 0 0,-1-1 0 0 0,0 0 0 0 0,-1 0 0 0 0,0 0 1 0 0,0-1-1 0 0,-15 10 0 0 0,-60 36 731 0 0,15-12-133 0 0,61-38-688 0 0,-10 7 68 0 0,17-11-146 0 0,-1 0 1 0 0,1 0-1 0 0,0 1 0 0 0,0-1 0 0 0,0 0 0 0 0,-1 0 0 0 0,1 1 0 0 0,0-1 1 0 0,0 0-1 0 0,0 1 0 0 0,0-1 0 0 0,-1 0 0 0 0,1 0 0 0 0,0 1 0 0 0,0-1 1 0 0,0 0-1 0 0,0 1 0 0 0,0-1 0 0 0,0 0 0 0 0,0 1 0 0 0,0-1 0 0 0,0 0 1 0 0,0 1-1 0 0,0-1 0 0 0,0 0 0 0 0,0 1 0 0 0,0-1 0 0 0,0 0 1 0 0,0 1-1 0 0,0-1 0 0 0,1 0 0 0 0,-1 0 0 0 0,0 1 0 0 0,0-1 0 0 0,0 0 1 0 0,0 0-1 0 0,1 1 0 0 0,-1-1 0 0 0,0 0 0 0 0,0 0 0 0 0,1 1 0 0 0,-1-1 1 0 0,0 0-1 0 0,0 0 0 0 0,1 0 0 0 0,-1 0 0 0 0,0 1 0 0 0,1-1 0 0 0,-1 0 1 0 0,1 0-1 0 0,11 7 13 0 0,16 8-8 0 0,-1 1-1 0 0,-1 2 1 0 0,0 0 0 0 0,26 26 0 0 0,-51-43 0 0 0,8 7 84 0 0,1 1-1 0 0,-1 1 1 0 0,-1-1-1 0 0,0 1 1 0 0,-1 1-1 0 0,1 0 1 0 0,-2 0-1 0 0,10 21 0 0 0,-15-30 35 0 0,-1 0-1 0 0,1 0 0 0 0,-1 0 0 0 0,1 0 0 0 0,-1 1 0 0 0,0-1 0 0 0,0 0 0 0 0,0 0 0 0 0,0 0 0 0 0,0 0 0 0 0,-1 1 0 0 0,1-1 0 0 0,-1 0 0 0 0,1 0 0 0 0,-1 0 0 0 0,0 0 0 0 0,1 0 0 0 0,-3 3 0 0 0,1-2 34 0 0,0 0 1 0 0,-1 0-1 0 0,1 0 0 0 0,-1 0 0 0 0,0-1 0 0 0,0 1 0 0 0,0-1 0 0 0,0 1 1 0 0,-6 2-1 0 0,-1 0 47 0 0,0-1 1 0 0,0 0 0 0 0,0 0 0 0 0,0-1-1 0 0,-1-1 1 0 0,-18 3 0 0 0,9-3-7 0 0,-1-1 0 0 0,0-1 0 0 0,-26-3 1 0 0,43 3-414 0 0,-1-1 1 0 0,0 1 0 0 0,1-1 0 0 0,-1 0 0 0 0,1 0 0 0 0,-1-1 0 0 0,1 1 0 0 0,0-1 0 0 0,0 0 0 0 0,0 0 0 0 0,0-1 0 0 0,0 1 0 0 0,0-1 0 0 0,0 0 0 0 0,1 0 0 0 0,-1 0 0 0 0,1 0 0 0 0,0-1 0 0 0,0 1 0 0 0,0-1 0 0 0,-2-4 0 0 0,5 5-351 0 0,-1 1 1 0 0,1-1-1 0 0,0 0 0 0 0,-1 0 1 0 0,2 0-1 0 0,-1 1 1 0 0,0-1-1 0 0,0 0 1 0 0,1 0-1 0 0,0 0 1 0 0,-1 1-1 0 0,1-1 0 0 0,0 0 1 0 0,0 1-1 0 0,0-1 1 0 0,1 1-1 0 0,-1-1 1 0 0,1 1-1 0 0,2-3 1 0 0,10-14-6812 0 0</inkml:trace>
</inkml:ink>
</file>

<file path=ppt/ink/ink2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1:30.9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1 991 1588 0 0,'67'55'7503'0'0,"-21"-24"708"0"0,-44-30-7695 0 0,-1-1 0 0 0,1 1 0 0 0,0 0 0 0 0,0 0 0 0 0,0-1 0 0 0,-1 1 0 0 0,1-1-1 0 0,0 0 1 0 0,0 1 0 0 0,0-1 0 0 0,0 0 0 0 0,0 0 0 0 0,0 0 0 0 0,2-1 0 0 0,-2 1-927 0 0,-1-1 488 0 0,0 0 1 0 0,0 0-1 0 0,0 0 1 0 0,0 0-1 0 0,0 0 1 0 0,0 0-1 0 0,0-1 1 0 0,0 1-1 0 0,0 0 1 0 0,0-1-1 0 0,-1 1 1 0 0,1 0 0 0 0,-1-1-1 0 0,1 1 1 0 0,-1-1-1 0 0,0 1 1 0 0,1-3-1 0 0,-1 3 1 0 0,5-23 127 0 0,-2 0-1 0 0,-1 0 1 0 0,-1 0 0 0 0,-2-25-1 0 0,1-24-68 0 0,5-11-103 0 0,3 1-1 0 0,3-1 0 0 0,5 1 1 0 0,3 2-1 0 0,3-1 0 0 0,46-106 1 0 0,-57 162-284 0 0,19-30 0 0 0,-25 48 97 0 0,0 0 0 0 0,1 1 0 0 0,0 0-1 0 0,0 0 1 0 0,1 0 0 0 0,-1 0 0 0 0,13-8 0 0 0,-17 14 135 0 0,0 1 0 0 0,-1-1 0 0 0,1 0 0 0 0,0 1 0 0 0,0 0 0 0 0,-1-1 0 0 0,1 1 0 0 0,0 0 0 0 0,0 0 0 0 0,0 0 0 0 0,-1 0 0 0 0,1 0 0 0 0,0 0 0 0 0,0 0 0 0 0,0 1 0 0 0,-1-1 0 0 0,1 1 0 0 0,0-1 0 0 0,0 1 0 0 0,-1 0 0 0 0,1-1 0 0 0,-1 1 0 0 0,1 0 0 0 0,1 2 0 0 0,4 1-47 0 0,0 1-1 0 0,0 1 1 0 0,8 8-1 0 0,8 12-411 0 0,-1 2 0 0 0,-1 0 1 0 0,21 39-1 0 0,-4-7-367 0 0,-27-43 453 0 0,16 33-1 0 0,-26-47 372 0 0,-1-3 20 0 0,0 1-1 0 0,0-1 0 0 0,0 0 1 0 0,0 1-1 0 0,0-1 0 0 0,-1 1 1 0 0,1-1-1 0 0,0 0 1 0 0,0 1-1 0 0,0-1 0 0 0,0 0 1 0 0,-1 1-1 0 0,1-1 0 0 0,0 0 1 0 0,0 1-1 0 0,-1-1 0 0 0,1 0 1 0 0,0 1-1 0 0,-1-1 0 0 0,1 0 1 0 0,0 0-1 0 0,-1 1 1 0 0,1-1-1 0 0,-1 0 0 0 0,1 0 1 0 0,0 0-1 0 0,-1 0 0 0 0,1 1 1 0 0,0-1-1 0 0,-1 0 0 0 0,1 0 1 0 0,-2 0-1 0 0,-17 0-24 0 0,-30-6-29 0 0,26 3 40 0 0,1 0 0 0 0,-1 2 0 0 0,0 0 1 0 0,-29 4-1 0 0,29 1 1 0 0,1 0 0 0 0,0 2 0 0 0,0 1 0 0 0,0 1 1 0 0,1 0-1 0 0,-36 21 0 0 0,43-21 12 0 0,1 1 0 0 0,1 0 0 0 0,0 0 0 0 0,0 1 0 0 0,1 1 0 0 0,0 0 1 0 0,0 0-1 0 0,1 1 0 0 0,1 0 0 0 0,-15 28 0 0 0,21-37 11 0 0,2 1-1 0 0,-1 0 1 0 0,0 0 0 0 0,1 0-1 0 0,0 0 1 0 0,0 0 0 0 0,0 0-1 0 0,0 1 1 0 0,1-1 0 0 0,0 0-1 0 0,0 0 1 0 0,0 1 0 0 0,0-1-1 0 0,1 0 1 0 0,-1 0 0 0 0,1 0-1 0 0,2 8 1 0 0,0-8 8 0 0,-1 1 0 0 0,1-1 1 0 0,-1 1-1 0 0,1-1 0 0 0,0 0 1 0 0,1 0-1 0 0,-1 0 0 0 0,1-1 1 0 0,0 1-1 0 0,0-1 0 0 0,0 0 0 0 0,0 0 1 0 0,1 0-1 0 0,4 2 0 0 0,6 2 15 0 0,-1-1 1 0 0,1 0-1 0 0,0-1 0 0 0,1-1 0 0 0,-1 0 0 0 0,1-1 0 0 0,0-1 0 0 0,0 0 1 0 0,0-1-1 0 0,0-1 0 0 0,0 0 0 0 0,18-4 0 0 0,-9 1-164 0 0,0-2-1 0 0,0-1 0 0 0,0-2 1 0 0,-1 0-1 0 0,0-1 1 0 0,40-22-1 0 0,-45 17-3075 0 0</inkml:trace>
</inkml:ink>
</file>

<file path=ppt/ink/ink2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1:31.2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431 78 672 0 0,'9'-5'1797'0'0,"1"0"0"0"0,-1 0 0 0 0,0-1 0 0 0,-1 0 0 0 0,0-1 0 0 0,0 1 0 0 0,0-2 0 0 0,10-11 1121 0 0,-20 16-2392 0 0,2 3-515 0 0,0-1 1 0 0,0 1 0 0 0,0 0-1 0 0,0-1 1 0 0,0 1 0 0 0,0 0-1 0 0,0-1 1 0 0,0 1-1 0 0,-1 0 1 0 0,1-1 0 0 0,0 1-1 0 0,0 0 1 0 0,0 0 0 0 0,0-1-1 0 0,-1 1 1 0 0,1 0-1 0 0,0 0 1 0 0,0-1 0 0 0,0 1-1 0 0,-1 0 1 0 0,1 0-1 0 0,0-1 1 0 0,0 1 0 0 0,-1 0-1 0 0,1 0 1 0 0,0 0 0 0 0,-1 0-1 0 0,1 0 1 0 0,0-1-1 0 0,-1 1 1 0 0,1 0 0 0 0,0 0-1 0 0,0 0 1 0 0,-1 0 0 0 0,1 0-1 0 0,-1 0 1 0 0,-36 12 211 0 0,0 2 0 0 0,1 2 0 0 0,0 1 0 0 0,2 1 1 0 0,0 2-1 0 0,1 2 0 0 0,1 1 0 0 0,1 1 0 0 0,1 1 1 0 0,1 2-1 0 0,-36 44 0 0 0,62-67-205 0 0,-12 15 127 0 0,-19 29-1 0 0,31-43-102 0 0,0 0 0 0 0,1 0 1 0 0,-1 1-1 0 0,1-1 0 0 0,0 1 1 0 0,0-1-1 0 0,1 1 0 0 0,-1-1 1 0 0,2 1-1 0 0,-1 0 0 0 0,0 10 1 0 0,2-14-32 0 0,-1 1 1 0 0,1-1-1 0 0,-1 0 1 0 0,1 0-1 0 0,0 1 1 0 0,0-1-1 0 0,0 0 0 0 0,1 0 1 0 0,-1 0-1 0 0,0 0 1 0 0,1 0-1 0 0,-1-1 1 0 0,1 1-1 0 0,0 0 1 0 0,-1-1-1 0 0,1 1 1 0 0,0-1-1 0 0,0 1 1 0 0,0-1-1 0 0,0 0 1 0 0,0 0-1 0 0,1 0 0 0 0,-1 0 1 0 0,0 0-1 0 0,0-1 1 0 0,5 2-1 0 0,5 1-472 0 0,1-1 0 0 0,-1 0 1 0 0,21 0-1 0 0,33-3-3641 0 0,1-4-3372 0 0,-26-1 573 0 0</inkml:trace>
</inkml:ink>
</file>

<file path=ppt/ink/ink2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1:31.4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 10 5525 0 0,'-3'-1'8564'0'0,"2"1"-8673"0"0,-22-4 7920 0 0,12 0-6967 0 0</inkml:trace>
</inkml:ink>
</file>

<file path=ppt/ink/ink2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1:33.4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76 1480 0 0,'5'-16'6774'0'0,"0"-13"647"0"0,-2 15-5650 0 0,0-2-4458 0 0</inkml:trace>
</inkml:ink>
</file>

<file path=ppt/ink/ink2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1:33.7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172 0 952 0 0,'-23'20'5468'0'0,"-42"30"0"0"0,42-34-1499 0 0,-36 33 0 0 0,57-47-3744 0 0,3-1-344 0 0,-1 1 0 0 0,1-1 0 0 0,-1 0 0 0 0,1 1 0 0 0,-1-1 0 0 0,1 0 0 0 0,0 1 0 0 0,0-1 0 0 0,0 0 0 0 0,0 0 0 0 0,-1 0 0 0 0,1 0 1 0 0,1 0-1 0 0,-1 0 0 0 0,0 0 0 0 0,0 0 0 0 0,0 0 0 0 0,0-1 0 0 0,1 1 0 0 0,-1 0 0 0 0,0-1 0 0 0,1 1 0 0 0,-1-1 0 0 0,1 1 0 0 0,-1-1 0 0 0,0 0 0 0 0,1 0 0 0 0,-1 1 0 0 0,3-1 0 0 0,42 3-7923 0 0,-43-3 7465 0 0,16 0-4882 0 0</inkml:trace>
</inkml:ink>
</file>

<file path=ppt/ink/ink2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1:33.8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17 476 0 0,'11'0'1292'0'0,"23"-2"11851"0"0,-21-1-9811 0 0,-11 2-2675 0 0,9-2 426 0 0,22-4-12597 0 0</inkml:trace>
</inkml:ink>
</file>

<file path=ppt/ink/ink2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1:40.5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1 495 908 0 0,'0'0'1570'0'0,"-1"27"10081"0"0,2-26-11328 0 0,10-9 1726 0 0,0-2-2124 0 0,81-74 536 0 0,124-104-170 0 0,-169 151-311 0 0,2 3 0 0 0,93-51 0 0 0,-138 83 18 0 0,0 0 1 0 0,0 0-1 0 0,0 0 1 0 0,0 1-1 0 0,0-1 1 0 0,0 1-1 0 0,0 0 1 0 0,0 0-1 0 0,1 1 1 0 0,-1-1-1 0 0,0 1 1 0 0,1 0-1 0 0,-1 0 1 0 0,0 0-1 0 0,1 1 1 0 0,-1-1-1 0 0,0 1 1 0 0,1 0-1 0 0,-1 0 1 0 0,0 1-1 0 0,0-1 1 0 0,0 1-1 0 0,0 0 1 0 0,0 0-1 0 0,-1 1 1 0 0,1-1-1 0 0,-1 1 1 0 0,1-1-1 0 0,-1 1 1 0 0,0 0-1 0 0,0 0 1 0 0,5 7-1 0 0,66 110 204 0 0,-73-119-152 0 0,3-9-15 0 0,-4 7-33 0 0,1 0 1 0 0,0 0-1 0 0,-1 0 0 0 0,1 0 0 0 0,-1 0 0 0 0,1 0 0 0 0,-1 0 1 0 0,0 0-1 0 0,1 0 0 0 0,-1 0 0 0 0,0-1 0 0 0,0 1 0 0 0,0-1 1 0 0,-2-15 86 0 0,0 0 0 0 0,-2 0 0 0 0,0 0 0 0 0,-1 1 0 0 0,-1 0 0 0 0,0 0 0 0 0,-1 0 0 0 0,-1 1 0 0 0,-15-23 0 0 0,23 36-82 0 0,-1 1 0 0 0,0 0 0 0 0,0 0 0 0 0,0 0 0 0 0,0 0-1 0 0,0 0 1 0 0,0 0 0 0 0,0 0 0 0 0,-1 0 0 0 0,1 1 0 0 0,0-1-1 0 0,0 0 1 0 0,-1 1 0 0 0,1-1 0 0 0,0 1 0 0 0,-1-1 0 0 0,1 1-1 0 0,-1 0 1 0 0,1-1 0 0 0,-1 1 0 0 0,1 0 0 0 0,-3 0 0 0 0,0 1-2 0 0,1-1 1 0 0,-1 1 0 0 0,1 0-1 0 0,0 0 1 0 0,-1 1 0 0 0,1-1 0 0 0,0 0-1 0 0,0 1 1 0 0,-4 3 0 0 0,-6 4 5 0 0,2 0-1 0 0,-1 1 1 0 0,-14 17 0 0 0,-4 8-9 0 0,2 2 1 0 0,2 0 0 0 0,1 2-1 0 0,3 1 1 0 0,0 1 0 0 0,3 1-1 0 0,1 0 1 0 0,-17 66 0 0 0,33-100-3 0 0,0 1 0 0 0,0 0 1 0 0,0 0-1 0 0,1 0 0 0 0,1 0 1 0 0,-1 0-1 0 0,3 16 0 0 0,-2-22 3 0 0,1 0 0 0 0,-1-1 0 0 0,1 1 0 0 0,0-1 1 0 0,0 1-1 0 0,0-1 0 0 0,0 0 0 0 0,0 1 0 0 0,1-1 0 0 0,-1 0 0 0 0,1 0 0 0 0,-1 0 0 0 0,1 0 0 0 0,0 0 0 0 0,0 0 0 0 0,0 0 1 0 0,0-1-1 0 0,0 1 0 0 0,0-1 0 0 0,0 1 0 0 0,1-1 0 0 0,-1 0 0 0 0,0 0 0 0 0,1 0 0 0 0,-1 0 0 0 0,1 0 0 0 0,-1 0 0 0 0,1-1 1 0 0,0 0-1 0 0,3 1 0 0 0,6-1-23 0 0,-1 0 0 0 0,0 0 1 0 0,1-1-1 0 0,-1-1 0 0 0,0 0 1 0 0,0-1-1 0 0,0 0 1 0 0,0 0-1 0 0,0-1 0 0 0,-1-1 1 0 0,0 0-1 0 0,13-7 0 0 0,-2-1-36 0 0,-1-1-1 0 0,0-1 0 0 0,-1-1 0 0 0,27-28 0 0 0,-22 16 22 0 0,-2 0-1 0 0,0-1 1 0 0,-2 0-1 0 0,18-38 1 0 0,-12 14 440 0 0,33-98 0 0 0,-43 105-49 0 0,-16 44-339 0 0,-1 5 14 0 0,-18 41-5 0 0,3 2 0 0 0,1-1 0 0 0,2 2 0 0 0,-12 91-1 0 0,23-123-142 0 0,1 0-1 0 0,1 0 0 0 0,0 0 1 0 0,1 0-1 0 0,1 0 0 0 0,0 0 1 0 0,1-1-1 0 0,5 17 0 0 0,-5-24-259 0 0,-1-1 0 0 0,1 1-1 0 0,1-1 1 0 0,-1 0 0 0 0,1 0-1 0 0,0-1 1 0 0,0 1 0 0 0,7 5-1 0 0,-6-6-287 0 0,-1-1-1 0 0,1 0 0 0 0,1-1 0 0 0,-1 1 1 0 0,0-1-1 0 0,1 0 0 0 0,0-1 1 0 0,-1 1-1 0 0,1-1 0 0 0,8 2 1 0 0,9 2-4436 0 0</inkml:trace>
</inkml:ink>
</file>

<file path=ppt/ink/ink2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1:40.9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43 145 2220 0 0,'4'-16'1609'0'0,"28"-94"9095"0"0,-32 109-10612 0 0,0 0-1 0 0,1 0 1 0 0,-1 0-1 0 0,0 0 1 0 0,1 0 0 0 0,0 0-1 0 0,-1 0 1 0 0,1 0-1 0 0,-1 0 1 0 0,1 0-1 0 0,0 0 1 0 0,0 0-1 0 0,0 0 1 0 0,0 0-1 0 0,-1 1 1 0 0,1-1-1 0 0,0 0 1 0 0,2 0-1 0 0,-2 1-66 0 0,-1 0-1 0 0,1 0 0 0 0,0 0 1 0 0,-1 0-1 0 0,1 0 0 0 0,-1 0 0 0 0,1 0 1 0 0,0 0-1 0 0,-1 1 0 0 0,1-1 0 0 0,-1 0 1 0 0,1 0-1 0 0,-1 1 0 0 0,1-1 1 0 0,0 0-1 0 0,-1 1 0 0 0,0-1 0 0 0,1 1 1 0 0,-1-1-1 0 0,1 1 0 0 0,-1-1 0 0 0,1 0 1 0 0,-1 1-1 0 0,1 0 0 0 0,1 4 11 0 0,1-1-1 0 0,-1 1 1 0 0,0-1-1 0 0,0 1 1 0 0,-1 0-1 0 0,1-1 0 0 0,0 7 1 0 0,2 16 38 0 0,-2 0 0 0 0,0 0 0 0 0,-2 0 1 0 0,-6 51-1 0 0,3-63 79 0 0,0 1 0 0 0,0-1 1 0 0,-1 0-1 0 0,-1 0 0 0 0,-1-1 1 0 0,0 1-1 0 0,-1-1 0 0 0,0 0 0 0 0,-18 24 1 0 0,22-35-25 0 0,0 1 1 0 0,-1-1-1 0 0,1 0 1 0 0,-1 0-1 0 0,-6 3 0 0 0,8-4-11 0 0,-1-4-12 0 0,1 2-98 0 0,1-1 1 0 0,0 1-1 0 0,0-1 1 0 0,-1 1-1 0 0,1-1 1 0 0,0 0-1 0 0,0 0 1 0 0,0 0-1 0 0,0 1 1 0 0,0-1-1 0 0,0 0 1 0 0,0 0-1 0 0,0-1 1 0 0,0 1-1 0 0,1 0 1 0 0,-1 0-1 0 0,0 0 1 0 0,1 0-1 0 0,-2-3 1 0 0,2 1 4 0 0,-1-1 1 0 0,0 1-1 0 0,1-1 1 0 0,0 1-1 0 0,0-1 0 0 0,0 1 1 0 0,0-1-1 0 0,2-5 1 0 0,2-11-17 0 0,1 1 1 0 0,2 0 0 0 0,0 0-1 0 0,0 0 1 0 0,2 1-1 0 0,1 0 1 0 0,0 1 0 0 0,1 0-1 0 0,0 0 1 0 0,2 1-1 0 0,0 1 1 0 0,1 0-1 0 0,0 1 1 0 0,1 0 0 0 0,27-18-1 0 0,-35 27 0 0 0,0 1 0 0 0,1 0 0 0 0,0 0 1 0 0,0 1-1 0 0,0 0 0 0 0,0 0 0 0 0,0 1 0 0 0,0 0 0 0 0,1 0 0 0 0,-1 1 0 0 0,1 0 0 0 0,0 1 0 0 0,11 0 0 0 0,-15 1 2 0 0,0-1-1 0 0,-1 1 1 0 0,1 1 0 0 0,0-1-1 0 0,0 1 1 0 0,0 0-1 0 0,-1 0 1 0 0,1 0-1 0 0,-1 0 1 0 0,0 1-1 0 0,0 0 1 0 0,0 0 0 0 0,0 0-1 0 0,0 1 1 0 0,0-1-1 0 0,-1 1 1 0 0,0 0-1 0 0,1-1 1 0 0,-2 2 0 0 0,1-1-1 0 0,0 0 1 0 0,-1 1-1 0 0,4 8 1 0 0,-1 0 5 0 0,-1 0 0 0 0,-1 0 0 0 0,0 0 1 0 0,-1 1-1 0 0,2 25 0 0 0,-7 72-883 0 0,0-76-1910 0 0,5 63 0 0 0,-2-93 2103 0 0,1-1 0 0 0,-1 1 0 0 0,1-1 0 0 0,1 1-1 0 0,-1-1 1 0 0,0 0 0 0 0,1 1 0 0 0,3 5 0 0 0,8 6-4414 0 0</inkml:trace>
</inkml:ink>
</file>

<file path=ppt/ink/ink2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1:41.3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317 854 1060 0 0,'18'-32'2002'0'0,"-2"-1"0"0"0,0-2 0 0 0,-3 1 0 0 0,0-1 0 0 0,-3-1 0 0 0,-1 0 0 0 0,-1-1 0 0 0,4-61 0 0 0,-12 94-1886 0 0,0 1 1 0 0,0-1-1 0 0,0 0 0 0 0,0 1 0 0 0,0-1 0 0 0,-1 1 0 0 0,0-1 0 0 0,1 1 0 0 0,-1 0 0 0 0,-1-1 0 0 0,-2-5 0 0 0,4 9-99 0 0,-1-1 0 0 0,0 1 0 0 0,0 0-1 0 0,0-1 1 0 0,0 1 0 0 0,0 0 0 0 0,0 0 0 0 0,0-1-1 0 0,0 1 1 0 0,0 0 0 0 0,-1 0 0 0 0,1 0 0 0 0,0 0-1 0 0,0 0 1 0 0,0 0 0 0 0,0 1 0 0 0,0-1 0 0 0,-1 1-1 0 0,1-1 15 0 0,-8 3 14 0 0,0 1 0 0 0,0-1 0 0 0,0 2 0 0 0,0 0 0 0 0,1 0 0 0 0,-1 0-1 0 0,1 1 1 0 0,1 0 0 0 0,-9 9 0 0 0,13-13-35 0 0,-35 32 66 0 0,0 2 0 0 0,-61 77 0 0 0,79-85-67 0 0,0 1 0 0 0,2 1 0 0 0,1 0 0 0 0,1 1 0 0 0,-14 42 0 0 0,28-67-2 0 0,0 1-1 0 0,0-1 1 0 0,1 1 0 0 0,0 0 0 0 0,0 0 0 0 0,1-1-1 0 0,0 1 1 0 0,0 0 0 0 0,2 9 0 0 0,-2-12-6 0 0,1-1-1 0 0,-1 0 1 0 0,1 0 0 0 0,0 0 0 0 0,1 0 0 0 0,-1 0 0 0 0,0 0 0 0 0,1-1 0 0 0,-1 1 0 0 0,1 0 0 0 0,0-1 0 0 0,0 1 0 0 0,0-1 0 0 0,0 0 0 0 0,1 1 0 0 0,-1-1 0 0 0,1 0 0 0 0,-1 0 0 0 0,1-1 0 0 0,0 1 0 0 0,4 1 0 0 0,1 1-3 0 0,0-1 0 0 0,0-1 1 0 0,1 0-1 0 0,-1 0 0 0 0,1-1 0 0 0,-1 0 1 0 0,1 0-1 0 0,0-1 0 0 0,-1 0 1 0 0,13-2-1 0 0,-8 0-4 0 0,1-1 1 0 0,-1 0-1 0 0,0-1 1 0 0,0-1-1 0 0,-1 0 1 0 0,13-7-1 0 0,2-3-2 0 0,-1-2 1 0 0,-1-1-1 0 0,0-1 0 0 0,-2-2 0 0 0,23-23 0 0 0,-14 9 5 0 0,-2-1 1 0 0,-2-2-1 0 0,-1-1 1 0 0,-2-1-1 0 0,-1-1 1 0 0,35-87-1 0 0,-31 51 0 0 0,-4-2 0 0 0,-2-1 0 0 0,11-93-1 0 0,-31 160 1 0 0,0 0-1 0 0,-1 0 1 0 0,-1 0 0 0 0,0 0-1 0 0,-3-21 1 0 0,2 33 1 0 0,0 1 0 0 0,1-1 0 0 0,-1 1-1 0 0,0-1 1 0 0,0 1 0 0 0,0-1 0 0 0,1 1 0 0 0,-1 0 0 0 0,0 0 0 0 0,0-1 0 0 0,0 1 0 0 0,0 0 0 0 0,0 0 0 0 0,0 0 0 0 0,1 0 0 0 0,-1 0 0 0 0,0 0 0 0 0,-1 0 0 0 0,2 0 1 0 0,-3 0-1 0 0,1 1-1 0 0,0-1 1 0 0,-1 1 0 0 0,1 0 0 0 0,0 0 0 0 0,-1 0 0 0 0,1 0 0 0 0,0 0 0 0 0,0 0 0 0 0,0 0 0 0 0,0 1 0 0 0,0-1 0 0 0,0 1 0 0 0,0-1 0 0 0,1 1 0 0 0,-3 2 0 0 0,-25 35-18 0 0,25-33 19 0 0,-24 41 15 0 0,2 2-1 0 0,1 1 0 0 0,3 0 1 0 0,3 2-1 0 0,1 0 0 0 0,-16 85 1 0 0,29-110-93 0 0,0 0 1 0 0,2 1 0 0 0,1-1 0 0 0,1 1 0 0 0,2 0 0 0 0,0-1-1 0 0,2 1 1 0 0,11 47 0 0 0,-9-59-421 0 0,0 0 0 0 0,1 0 0 0 0,1-1-1 0 0,1 0 1 0 0,0 0 0 0 0,15 20 0 0 0,-13-22-569 0 0,0-1 1 0 0,1-1 0 0 0,0 0-1 0 0,1 0 1 0 0,0-1-1 0 0,1-1 1 0 0,23 14-1 0 0,16 3-5283 0 0</inkml:trace>
</inkml:ink>
</file>

<file path=ppt/ink/ink2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2:12.1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178 84 1528 0 0,'0'-2'1776'0'0,"-1"-48"6322"0"0,0 48-7731 0 0,1 1-277 0 0,-3-16 1509 0 0,3 16-1489 0 0,0 1 1 0 0,0-1-1 0 0,0 1 1 0 0,0-1-1 0 0,0 1 1 0 0,0 0-1 0 0,0-1 1 0 0,0 1-1 0 0,0-1 1 0 0,0 1-1 0 0,-1-1 1 0 0,1 1-1 0 0,0 0 1 0 0,0-1-1 0 0,0 1 1 0 0,0-1-1 0 0,-1 1 1 0 0,1 0-1 0 0,0-1 1 0 0,-1 1-1 0 0,1 0 1 0 0,0 0-1 0 0,0-1 1 0 0,-1 1-1 0 0,1 0 1 0 0,-1-1-1 0 0,1 1 1 0 0,-1 0-1 0 0,-1 2-99 0 0,1 0-1 0 0,-1 1 1 0 0,1-1-1 0 0,-1 1 1 0 0,1-1-1 0 0,0 1 1 0 0,0-1 0 0 0,0 1-1 0 0,0 0 1 0 0,1-1-1 0 0,-1 6 1 0 0,-5 42 137 0 0,4-36-42 0 0,-63 335 1343 0 0,48-271-1301 0 0,-21 51 103 0 0,19-77-2621 0 0,13-41-339 0 0</inkml:trace>
</inkml:ink>
</file>

<file path=ppt/ink/ink2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2:12.7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0 144 312 0 0,'3'-43'7826'0'0,"-2"38"-7187"0"0,0-1 1 0 0,1 1-1 0 0,-1 0 1 0 0,6-11-1 0 0,-5 13-569 0 0,0-1-1 0 0,0 1 1 0 0,0-1-1 0 0,1 1 1 0 0,0 0-1 0 0,0 0 0 0 0,-1 0 1 0 0,2 1-1 0 0,-1-1 1 0 0,0 0-1 0 0,0 1 1 0 0,1 0-1 0 0,-1 0 0 0 0,1 0 1 0 0,0 1-1 0 0,0-1 1 0 0,0 1-1 0 0,4-1 0 0 0,10-3 2 0 0,1 1-1 0 0,-1 1 0 0 0,1 1 0 0 0,0 1 0 0 0,33 2 0 0 0,-39 0-43 0 0,1 0-1 0 0,0 2 1 0 0,0 0 0 0 0,-1 0 0 0 0,0 1 0 0 0,0 1 0 0 0,0 0 0 0 0,19 10 0 0 0,-29-13 11 0 0,1 1 0 0 0,-1-1-1 0 0,0 0 1 0 0,0 1 0 0 0,0 0-1 0 0,0-1 1 0 0,-1 1 0 0 0,1 0 0 0 0,-1 0-1 0 0,1 1 1 0 0,-1-1 0 0 0,0 0-1 0 0,0 1 1 0 0,-1 0 0 0 0,3 6-1 0 0,-3-5 12 0 0,0 1 0 0 0,0-1 0 0 0,0 1 0 0 0,-1-1 0 0 0,0 1 0 0 0,0-1 0 0 0,-1 0 0 0 0,0 1 0 0 0,0-1 0 0 0,-1 7 0 0 0,-4 5 35 0 0,-1 0 1 0 0,0 0-1 0 0,-1-1 0 0 0,-1 0 0 0 0,-19 26 1 0 0,-60 63 386 0 0,49-62 1171 0 0,12-18 602 0 0,25-23-1907 0 0,-9 0 1095 0 0,12-3-1428 0 0,0 0 0 0 0,0-1 0 0 0,0 1 0 0 0,0 0 0 0 0,0 0 0 0 0,0 0 0 0 0,0 0 0 0 0,1 0 0 0 0,-1 1 0 0 0,0-1 0 0 0,1 0 0 0 0,-1 1-1 0 0,0-1 1 0 0,1 0 0 0 0,-1 1 0 0 0,1 0 0 0 0,-1-1 0 0 0,1 1 0 0 0,-1 0 0 0 0,1 0 0 0 0,1 0 0 0 0,4-1 6 0 0,-1 1 0 0 0,1 0 0 0 0,0 0 0 0 0,9 3 1 0 0,-1 0 11 0 0,-1 1 1 0 0,1 1-1 0 0,-1 0 1 0 0,1 1-1 0 0,-2 0 1 0 0,1 1-1 0 0,-1 1 1 0 0,0 0-1 0 0,19 17 1 0 0,-24-18 0 0 0,0 0-1 0 0,0 1 1 0 0,-1 0 0 0 0,1 0 0 0 0,-2 1 0 0 0,1-1 0 0 0,-2 2 0 0 0,1-1-1 0 0,-1 1 1 0 0,0 0 0 0 0,-1 0 0 0 0,0 0 0 0 0,-1 0 0 0 0,3 13 0 0 0,-6-16 107 0 0,0-1 0 0 0,0 0 0 0 0,0 1 0 0 0,-1-1 1 0 0,0 1-1 0 0,0-1 0 0 0,-1 1 0 0 0,0-1 0 0 0,0 0 1 0 0,0 0-1 0 0,-1 0 0 0 0,1 0 0 0 0,-2-1 0 0 0,1 1 1 0 0,-1-1-1 0 0,-6 8 0 0 0,4-5 122 0 0,-1 0-1 0 0,0 0 1 0 0,-1-1 0 0 0,0 0-1 0 0,0 0 1 0 0,-1-1-1 0 0,0 0 1 0 0,0-1 0 0 0,-15 7-1 0 0,11-6-58 0 0,-1-1-1 0 0,1-1 0 0 0,-1 0 0 0 0,-1-1 0 0 0,1 0 1 0 0,0-1-1 0 0,-19 0 0 0 0,-41-4 275 0 0,67 2-433 0 0,-1-1 1 0 0,1 0 0 0 0,0-1 0 0 0,0 0 0 0 0,0 0 0 0 0,0-1 0 0 0,0 1 0 0 0,0-2-1 0 0,-7-3 1 0 0,13 6-187 0 0,-1 0 0 0 0,1 0 0 0 0,-1 0 0 0 0,1-1-1 0 0,0 1 1 0 0,0 0 0 0 0,-1 0 0 0 0,1-1 0 0 0,0 1-1 0 0,0-1 1 0 0,0 1 0 0 0,0-1 0 0 0,1 1 0 0 0,-1-1 0 0 0,0 0-1 0 0,1 1 1 0 0,-1-1 0 0 0,1 0 0 0 0,-1 1 0 0 0,1-5-1 0 0,0 4-314 0 0,0 0 0 0 0,1-1 0 0 0,-1 1 1 0 0,1-1-1 0 0,-1 1 0 0 0,1 0 0 0 0,0 0 0 0 0,0-1 0 0 0,0 1 0 0 0,0 0 0 0 0,1 0 0 0 0,-1 0 0 0 0,0 0 0 0 0,1 0 0 0 0,0 0 0 0 0,2-1 0 0 0,18-16-7498 0 0</inkml:trace>
</inkml:ink>
</file>

<file path=ppt/ink/ink2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2:13.1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86 1296 0 0,'-9'-27'14092'0'0,"5"17"-10234"0"0,9 7-3655 0 0,-5 3-196 0 0,1-1 0 0 0,-1 1 0 0 0,0 0 0 0 0,0-1 1 0 0,1 1-1 0 0,-1 0 0 0 0,0-1 0 0 0,0 1 0 0 0,1 0 0 0 0,-1 0 0 0 0,0-1 0 0 0,1 1 0 0 0,-1 0 0 0 0,1 0 0 0 0,-1 0 0 0 0,0-1 0 0 0,1 1 0 0 0,-1 0 0 0 0,1 0 0 0 0,-1 0 0 0 0,0 0 0 0 0,1 0 0 0 0,0 0 0 0 0,99-17 558 0 0,3-1-2126 0 0,-36 13-3472 0 0,-44 6-896 0 0</inkml:trace>
</inkml:ink>
</file>

<file path=ppt/ink/ink2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2:13.2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165 41 164 0 0,'-154'87'22241'0'0,"152"-86"-21857"0"0,-4 2 92 0 0,6-3-467 0 0,0 0 0 0 0,0 0 0 0 0,0 0 0 0 0,0 0 0 0 0,0 0-1 0 0,0 0 1 0 0,0 0 0 0 0,0 1 0 0 0,0-1 0 0 0,1 0 0 0 0,-1 0 0 0 0,0 0 0 0 0,0 0 0 0 0,0 0 0 0 0,0 0 0 0 0,0 0 0 0 0,0 0 0 0 0,0 0 0 0 0,0 0 0 0 0,0 1-1 0 0,0-1 1 0 0,0 0 0 0 0,0 0 0 0 0,0 0 0 0 0,0 0 0 0 0,0 0 0 0 0,0 0 0 0 0,0 0 0 0 0,0 0 0 0 0,-1 0 0 0 0,1 1 0 0 0,0-1 0 0 0,0 0 0 0 0,0 0 0 0 0,0 0-1 0 0,0 0 1 0 0,0 0 0 0 0,0 0 0 0 0,0 0 0 0 0,0 0 0 0 0,0 0 0 0 0,0 0 0 0 0,0 0 0 0 0,0 0 0 0 0,0 0 0 0 0,-1 0 0 0 0,1 0 0 0 0,0 1 0 0 0,0-1 0 0 0,0 0-1 0 0,0 0 1 0 0,0 0 0 0 0,0 0 0 0 0,0 0 0 0 0,0 0 0 0 0,0 0 0 0 0,0 0 0 0 0,-1 0 0 0 0,1 0 0 0 0,0 0 0 0 0,0 0 0 0 0,0 0 0 0 0,0 0 0 0 0,0 0 0 0 0,0-1-1 0 0,0 1 1 0 0,0 0 0 0 0,0 0 0 0 0,-1 0 0 0 0,17 0 105 0 0,-1 0 0 0 0,1-2 0 0 0,-1 1 0 0 0,0-2 0 0 0,29-8 0 0 0,6-1 1 0 0,124-20-165 0 0,-25 5-2242 0 0,-2-4-5194 0 0,-118 23 2556 0 0,-4 0-2597 0 0</inkml:trace>
</inkml:ink>
</file>

<file path=ppt/ink/ink2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2:17.0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 92 2664 0 0,'-8'-24'9090'0'0,"-19"-9"70"0"0,58 29-8973 0 0,50 2-1255 0 0,127-17-1 0 0,-172 14-1047 0 0,14 0-6812 0 0</inkml:trace>
</inkml:ink>
</file>

<file path=ppt/ink/ink2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2:17.2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161 17 312 0 0,'-38'13'5025'0'0,"27"-9"-3013"0"0,-1-1-1 0 0,1 2 1 0 0,-12 6-1 0 0,-40 14 4222 0 0,61-24-5732 0 0,3 1-196 0 0,-1-2-295 0 0,0 1 1 0 0,1-1-1 0 0,-1 0 0 0 0,0 1 1 0 0,0-1-1 0 0,0 1 1 0 0,0-1-1 0 0,1 0 1 0 0,-1 1-1 0 0,0-1 1 0 0,0 0-1 0 0,1 1 1 0 0,-1-1-1 0 0,0 0 0 0 0,0 1 1 0 0,1-1-1 0 0,-1 0 1 0 0,0 0-1 0 0,1 0 1 0 0,-1 1-1 0 0,0-1 1 0 0,1 0-1 0 0,-1 0 1 0 0,1 0-1 0 0,-1 0 0 0 0,1 1 1 0 0,35 1 239 0 0,-1-2 0 0 0,50-6 1 0 0,77-17-89 0 0,-72 9-89 0 0,-42 7-227 0 0,150-23-5063 0 0,-153 19-3125 0 0</inkml:trace>
</inkml:ink>
</file>

<file path=ppt/ink/ink2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2:20.8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80 0 0,'0'0'7661'0'0,"16"2"-5893"0"0,-5 1-5760 0 0</inkml:trace>
</inkml:ink>
</file>

<file path=ppt/ink/ink2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2:22.8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141 66 2316 0 0,'-12'-65'11680'0'0,"0"88"-11154"0"0,-14 169 1665 0 0,-9 49-1079 0 0,-15 11-997 0 0,47-240-1376 0 0,1-2-1547 0 0</inkml:trace>
</inkml:ink>
</file>

<file path=ppt/ink/ink2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2:23.6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241 186 580 0 0,'-17'-48'12066'0'0,"5"11"-6736"0"0,11 36-5301 0 0,1 0-1 0 0,0 0 0 0 0,-1 1 1 0 0,1-1-1 0 0,0 0 0 0 0,0 0 1 0 0,0 0-1 0 0,0 0 0 0 0,0 0 1 0 0,0 0-1 0 0,0 0 0 0 0,0 0 1 0 0,0 0-1 0 0,1 0 0 0 0,-1 0 1 0 0,0 0-1 0 0,1 0 0 0 0,-1 0 1 0 0,0 0-1 0 0,1 0 0 0 0,-1 1 1 0 0,2-3-1 0 0,0 1-4 0 0,0 0-1 0 0,0 0 1 0 0,1 0 0 0 0,-1 0-1 0 0,0 0 1 0 0,1 0-1 0 0,4-2 1 0 0,6-2-35 0 0,0 1 0 0 0,20-6 0 0 0,-29 10 31 0 0,33-9-35 0 0,1 1 1 0 0,48-5 0 0 0,-70 12 7 0 0,0 1 1 0 0,1 1-1 0 0,-1 0 1 0 0,1 1-1 0 0,-1 1 1 0 0,0 1-1 0 0,0 0 1 0 0,16 6-1 0 0,-29-9 9 0 0,-1 1-1 0 0,1 0 1 0 0,0 1-1 0 0,-1-1 0 0 0,1 0 1 0 0,-1 1-1 0 0,0-1 1 0 0,0 1-1 0 0,1 0 0 0 0,-1 0 1 0 0,0 0-1 0 0,0 0 1 0 0,-1 0-1 0 0,1 0 1 0 0,0 0-1 0 0,-1 1 0 0 0,1-1 1 0 0,-1 1-1 0 0,1 2 1 0 0,0-1 0 0 0,-2 0 0 0 0,1 0 1 0 0,0 0-1 0 0,-1 1 1 0 0,0-1-1 0 0,0 0 0 0 0,0 0 1 0 0,0 0-1 0 0,-1 0 1 0 0,1 0-1 0 0,-3 7 0 0 0,-1 2 12 0 0,-2 1-1 0 0,1-1 0 0 0,-1-1 0 0 0,-1 1 0 0 0,0-1 0 0 0,-13 16 0 0 0,-10 6 57 0 0,-1-1 0 0 0,-2-1 1 0 0,-47 36-1 0 0,79-68-53 0 0,0 1 0 0 0,0-1 0 0 0,0 1 1 0 0,0-1-1 0 0,0 1 0 0 0,0 0 0 0 0,0 0 0 0 0,1-1 1 0 0,-1 1-1 0 0,0 0 0 0 0,0 0 0 0 0,1 0 0 0 0,-1 0 1 0 0,1 0-1 0 0,-1 0 0 0 0,0 0 0 0 0,1 0 0 0 0,0 0 1 0 0,-1 1-1 0 0,2-1-7 0 0,0-1 0 0 0,0 1 0 0 0,0-1 0 0 0,0 1 0 0 0,0-1 0 0 0,0 0-1 0 0,0 1 1 0 0,0-1 0 0 0,0 0 0 0 0,0 0 0 0 0,0 0 0 0 0,0 0 0 0 0,0 0 0 0 0,1 0 0 0 0,17 2-41 0 0,-1 1 26 0 0,0 2 0 0 0,-1 0 0 0 0,1 1 0 0 0,-1 1 0 0 0,-1 0 0 0 0,1 1 0 0 0,18 13 0 0 0,-25-15 17 0 0,0 1 0 0 0,-1 0 0 0 0,0 1 0 0 0,0 0 0 0 0,-1 0 0 0 0,0 0 0 0 0,0 1 0 0 0,-1 1-1 0 0,0-1 1 0 0,-1 1 0 0 0,0 1 0 0 0,8 18 0 0 0,-13-24 95 0 0,0 1 0 0 0,0-1 0 0 0,0 1 0 0 0,0-1 0 0 0,-1 1 0 0 0,0-1 0 0 0,0 1 0 0 0,-1-1 0 0 0,0 1 0 0 0,0-1 0 0 0,0 1 0 0 0,0-1 0 0 0,-1 1 0 0 0,0-1 0 0 0,0 0 0 0 0,0 0 0 0 0,-1 0 0 0 0,1 0 0 0 0,-1 0 0 0 0,-1-1 0 0 0,1 1 0 0 0,-6 5 0 0 0,-3 3 201 0 0,-1 0 0 0 0,0-1 0 0 0,-1-1 0 0 0,0 0 0 0 0,-29 16 0 0 0,27-18-179 0 0,-1 0 1 0 0,0-1-1 0 0,-1-1 1 0 0,0-1-1 0 0,0-1 1 0 0,0 0-1 0 0,0-1 1 0 0,-1-1-1 0 0,0-1 1 0 0,1-1-1 0 0,-1 0 1 0 0,0-1-1 0 0,-37-6 1 0 0,24-1-303 0 0,-1-2 0 0 0,-48-20 0 0 0,-12-15-7042 0 0,58 26-646 0 0,17 8 29 0 0</inkml:trace>
</inkml:ink>
</file>

<file path=ppt/ink/ink2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2:28.9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2156 0 0,'0'0'6199'0'0,"0"2"-6133"0"0,1-1 0 0 0,-1 1 0 0 0,1-1 0 0 0,0 0 0 0 0,0 1-1 0 0,-1-1 1 0 0,1 0 0 0 0,0 1 0 0 0,0-1 0 0 0,2 1-1 0 0,24 3-4485 0 0</inkml:trace>
</inkml:ink>
</file>

<file path=ppt/ink/ink2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2:29.5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10 952 0 0,'0'0'6713'0'0,"-6"-9"-10506"0"0</inkml:trace>
</inkml:ink>
</file>

<file path=ppt/ink/ink2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2:35.3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10 424 0 0,'0'0'7205'0'0,"2"-9"-10594"0"0</inkml:trace>
</inkml:ink>
</file>

<file path=ppt/ink/ink2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2:35.6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1 108 0 0,'0'0'2896'0'0</inkml:trace>
</inkml:ink>
</file>

<file path=ppt/ink/ink2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2:37.2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4 300 0 0,'0'0'1912'0'0,"14"-4"-136"0"0,5 4-1196 0 0</inkml:trace>
</inkml:ink>
</file>

<file path=ppt/ink/ink2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2:41.6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66 804 0 0,'-4'-35'17476'0'0,"3"35"-17313"0"0,1-1 0 0 0,-1 0 1 0 0,1 1-1 0 0,0-1 0 0 0,0 0 1 0 0,-1 1-1 0 0,1-1 0 0 0,0 0 0 0 0,0 0 1 0 0,0 1-1 0 0,0-1 0 0 0,0 0 1 0 0,0 1-1 0 0,0-1 0 0 0,0 0 1 0 0,0 0-1 0 0,0 1 0 0 0,0-1 1 0 0,1 0-1 0 0,-1-1 0 0 0,2 1-87 0 0,-1 1-1 0 0,1-1 0 0 0,-1 1 1 0 0,1-1-1 0 0,-1 1 1 0 0,1 0-1 0 0,-1 0 0 0 0,1-1 1 0 0,-1 1-1 0 0,1 0 1 0 0,-1 0-1 0 0,1 1 0 0 0,0-1 1 0 0,1 0-1 0 0,386 0 411 0 0,-380 0-480 0 0,54-2-161 0 0,57-1 521 0 0,-44-3-3979 0 0,-68 6 1818 0 0</inkml:trace>
</inkml:ink>
</file>

<file path=ppt/ink/ink2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2:42.0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130 6 1044 0 0,'-3'0'2855'0'0,"-7"-2"-437"0"0,-15 0 5729 0 0,11 0-4688 0 0,11 2-3017 0 0,2 0-382 0 0,-1 0 1 0 0,1 1-1 0 0,0-1 1 0 0,-1 0-1 0 0,1 1 0 0 0,-1-1 1 0 0,1 1-1 0 0,0-1 1 0 0,0 1-1 0 0,-1 0 1 0 0,1-1-1 0 0,0 1 0 0 0,0 0 1 0 0,0 0-1 0 0,0 0 1 0 0,0 0-1 0 0,0 0 0 0 0,0 0 1 0 0,0 0-1 0 0,0 0 1 0 0,1 1-1 0 0,-1-1 0 0 0,0 0 1 0 0,1 0-1 0 0,-1 1 1 0 0,1-1-1 0 0,-1 0 0 0 0,1 1 1 0 0,0-1-1 0 0,-1 0 1 0 0,1 1-1 0 0,0-1 0 0 0,0 1 1 0 0,0-1-1 0 0,0 0 1 0 0,0 1-1 0 0,1 1 1 0 0,-1 63 2377 0 0,0 63 891 0 0,-18 153 0 0 0,7-171-2806 0 0,-4 22 139 0 0,13-122 1073 0 0</inkml:trace>
</inkml:ink>
</file>

<file path=ppt/ink/ink2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2:42.3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88 11 2180 0 0,'-4'0'2442'0'0,"-10"2"1748"0"0,0 1 0 0 0,-21 6 0 0 0,32-8-3332 0 0,-12 4 1915 0 0,15-5-2738 0 0,0 0 0 0 0,0 0 0 0 0,0 0 0 0 0,0 0 1 0 0,-1 0-1 0 0,1 1 0 0 0,0-1 0 0 0,0 0 0 0 0,0 0 0 0 0,0 0 0 0 0,0 0 0 0 0,-1 0 0 0 0,1 0 0 0 0,0 0 0 0 0,0 0 0 0 0,0 1 0 0 0,0-1 0 0 0,0 0 0 0 0,0 0 0 0 0,0 0 0 0 0,0 0 1 0 0,0 0-1 0 0,0 1 0 0 0,-1-1 0 0 0,1 0 0 0 0,0 0 0 0 0,0 0 0 0 0,0 0 0 0 0,0 1 0 0 0,0-1 0 0 0,0 0 0 0 0,0 0 0 0 0,0 0 0 0 0,0 0 0 0 0,0 0 0 0 0,0 1 0 0 0,0-1 0 0 0,1 0 0 0 0,-1 0 1 0 0,0 0-1 0 0,0 0 0 0 0,0 1 0 0 0,0-1 0 0 0,0 0 0 0 0,0 0 0 0 0,0 0 0 0 0,0 0 0 0 0,0 0 0 0 0,0 0 0 0 0,1 1 0 0 0,-1-1 0 0 0,0 0 0 0 0,0 0 0 0 0,0 0 0 0 0,0 0 0 0 0,0 0 1 0 0,1 0-1 0 0,-1 0 0 0 0,0 0 0 0 0,0 0 0 0 0,18 6 994 0 0,24 1-248 0 0,403 1 895 0 0,-439-8-1666 0 0,229-19 1015 0 0,-158 10-204 0 0,-74 8-793 0 0,29-1-181 0 0,-29 2-33 0 0,2-1 476 0 0,-4 1-521 0 0,0 0 0 0 0,-1 0 0 0 0,1-1 0 0 0,-1 1 0 0 0,1 0 0 0 0,-1 0 1 0 0,1-1-1 0 0,0 1 0 0 0,4-7-2540 0 0,-6-11-4331 0 0</inkml:trace>
</inkml:ink>
</file>

<file path=ppt/ink/ink2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2:43.3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639 68 16 0 0,'5'-9'20391'0'0,"-7"6"-20352"0"0,0 0-1 0 0,1 0 0 0 0,-1 0 1 0 0,-1 1-1 0 0,1-1 0 0 0,0 1 1 0 0,-1 0-1 0 0,1-1 0 0 0,-1 1 1 0 0,0 0-1 0 0,1 0 0 0 0,-1 1 1 0 0,0-1-1 0 0,0 1 0 0 0,0-1 1 0 0,-1 1-1 0 0,-4-1 0 0 0,-9-3-56 0 0,-37-6 0 0 0,34 8 74 0 0,13 3-59 0 0,-5 1 0 0 0,1 1-1 0 0,-1 0 1 0 0,1 1 0 0 0,0 1-1 0 0,0-1 1 0 0,0 2 0 0 0,0 0-1 0 0,-18 11 1 0 0,9-2 13 0 0,0 1 0 0 0,-26 26 0 0 0,25-22 12 0 0,-2 4 3 0 0,1 1 1 0 0,1 0-1 0 0,-28 43 1 0 0,-41 88 58 0 0,78-130-42 0 0,1-1 0 0 0,1 1 0 0 0,-10 40 0 0 0,17-52 102 0 0,0 1-1 0 0,1-1 1 0 0,1 0 0 0 0,0 1-1 0 0,1-1 1 0 0,0 1-1 0 0,1-1 1 0 0,0 0 0 0 0,4 14-1 0 0,-3-19 13 0 0,1-1 0 0 0,-1 0 0 0 0,1-1 1 0 0,1 1-1 0 0,-1 0 0 0 0,1-1 0 0 0,0 0 0 0 0,0 0 0 0 0,1 0 0 0 0,9 9 0 0 0,-5-7 3 0 0,1 0 0 0 0,0-1 0 0 0,0 0 0 0 0,1 0 0 0 0,20 9 0 0 0,0-4 21 0 0,1-1-1 0 0,0-2 1 0 0,59 10 0 0 0,164 13 399 0 0,-89-25 2615 0 0,-105-5-1914 0 0,-58-2-1179 0 0,13 2 57 0 0,-13-2-68 0 0,48 0-448 0 0,-48 0 18 0 0</inkml:trace>
</inkml:ink>
</file>

<file path=ppt/ink/ink2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2:46.8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0 580 0 0,'0'0'3260'0'0</inkml:trace>
</inkml:ink>
</file>

<file path=ppt/ink/ink2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2:39.3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572 33 1464 0 0,'2'-24'27871'0'0,"-10"23"-30418"0"0,6 0 2527 0 0,-23-2 34 0 0,23 3 2 0 0,-1 0-42 0 0,-8 0 64 0 0,8 0-62 0 0,0 0 38 0 0,-26-4-31 0 0,26 4 1 0 0,0 0-16 0 0,-10 0 52 0 0,10 0-45 0 0,0 0 43 0 0,-2 1-25 0 0,-1 1-1 0 0,0-1 0 0 0,1 1 1 0 0,-1 0-1 0 0,1 0 0 0 0,0 0 1 0 0,-6 4-1 0 0,-21 14 45 0 0,21-14-32 0 0,1 0 0 0 0,0 1 0 0 0,-11 10 0 0 0,-12 17-27 0 0,1 1 0 0 0,2 2 0 0 0,1 1 0 0 0,3 1 0 0 0,0 1 0 0 0,-29 67 0 0 0,-10 49 278 0 0,57-130-228 0 0,0 1 0 0 0,2 0 0 0 0,1 1 0 0 0,-1 27 0 0 0,5-48-16 0 0,1 0 0 0 0,0-1-1 0 0,1 1 1 0 0,0 0 0 0 0,0-1-1 0 0,0 1 1 0 0,1-1 0 0 0,0 0-1 0 0,0 1 1 0 0,0-1 0 0 0,1 0-1 0 0,0 0 1 0 0,0 0 0 0 0,1-1-1 0 0,0 1 1 0 0,0-1 0 0 0,7 8-1 0 0,-2-5 4 0 0,0 0-1 0 0,0-1 1 0 0,1-1-1 0 0,0 1 0 0 0,0-2 1 0 0,1 1-1 0 0,-1-1 1 0 0,1-1-1 0 0,15 5 1 0 0,36 9 86 0 0,1-2 1 0 0,74 9 0 0 0,-134-25-64 0 0,1 1-49 0 0,11 0 44 0 0,-11-1-34 0 0,-1 1 55 0 0,12 2-61 0 0,26 3-5 0 0,-40-7-171 0 0,0 1-1 0 0,-1 0 1 0 0,1-1 0 0 0,0 1 0 0 0,-1-1 0 0 0,1 1 0 0 0,-1-1-1 0 0,1 0 1 0 0,-1 1 0 0 0,1-1 0 0 0,-1 0 0 0 0,1 1-1 0 0,-1-1 1 0 0,1 0 0 0 0,-1 1 0 0 0,0-1 0 0 0,0 0-1 0 0,1 0 1 0 0,-1 1 0 0 0,0-1 0 0 0,0 0 0 0 0,0 0 0 0 0,0 0-1 0 0,0 1 1 0 0,0-1 0 0 0,0 0 0 0 0,0 0 0 0 0,0 1-1 0 0,0-1 1 0 0,0 0 0 0 0,-1 0 0 0 0,1 0 0 0 0,-5-34-8265 0 0</inkml:trace>
</inkml:ink>
</file>

<file path=ppt/ink/ink2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2:40.5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81 2036 0 0,'13'-54'21835'0'0,"-11"42"-19420"0"0,11 10-2266 0 0,1 0-1 0 0,-1 1 1 0 0,0 0 0 0 0,28 3-1 0 0,-22-1-123 0 0,49-1-96 0 0,-3 2-960 0 0,107-13 0 0 0,-135 9-3725 0 0</inkml:trace>
</inkml:ink>
</file>

<file path=ppt/ink/ink2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2:40.8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85 16 2056 0 0,'-22'8'5753'0'0,"-40"22"1001"0"0,63-27-6123 0 0,-1-3-609 0 0,0 0 0 0 0,0 0-1 0 0,0 0 1 0 0,0 1 0 0 0,0-1 0 0 0,0 0-1 0 0,0 0 1 0 0,0 1 0 0 0,0-1 0 0 0,1 0 0 0 0,-1 0-1 0 0,0 0 1 0 0,0 1 0 0 0,0-1 0 0 0,0 0 0 0 0,0 0-1 0 0,0 0 1 0 0,0 0 0 0 0,1 1 0 0 0,-1-1-1 0 0,0 0 1 0 0,0 0 0 0 0,0 0 0 0 0,0 0 0 0 0,1 0-1 0 0,-1 1 1 0 0,0-1 0 0 0,0 0 0 0 0,0 0 0 0 0,1 0-1 0 0,-1 0 1 0 0,0 0 0 0 0,0 0 0 0 0,0 0-1 0 0,1 0 1 0 0,-1 0 0 0 0,0 0 0 0 0,0 0 0 0 0,0 0-1 0 0,1 0 1 0 0,-1 0 0 0 0,0 0 0 0 0,23 1 296 0 0,0-1 0 0 0,0-1 0 0 0,37-7 0 0 0,71-21-4363 0 0,-86 14-1870 0 0,-22 5 876 0 0</inkml:trace>
</inkml:ink>
</file>

<file path=ppt/ink/ink2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2:47.7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 14 888 0 0,'0'0'764'0'0,"-16"-4"1426"0"0,14 2-2310 0 0,0 1-1 0 0,0 0 1 0 0,0 0 0 0 0,0 0 0 0 0,0 0 0 0 0,0 1 0 0 0,0-1-1 0 0,-3 0 1 0 0</inkml:trace>
</inkml:ink>
</file>

<file path=ppt/ink/ink2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2:48.9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64 904 0 0,'85'-39'5335'0'0,"-83"38"-5182"0"0,35-17 395 0 0,-26 12-239 0 0</inkml:trace>
</inkml:ink>
</file>

<file path=ppt/ink/ink2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2:50.4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153 119 1488 0 0,'2'-94'12977'0'0,"-2"92"-12303"0"0,0-14 1655 0 0,-3 9-2022 0 0,1 12 234 0 0,-1 15-171 0 0,1 32 736 0 0,-17 92 0 0 0,-83 368 647 0 0,80-421-1288 0 0,21-88-498 0 0,0-33-9765 0 0,2 29 9651 0 0,3-17-4200 0 0,3-4-2040 0 0</inkml:trace>
</inkml:ink>
</file>

<file path=ppt/ink/ink2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2:51.0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1 174 2124 0 0,'9'-47'7923'0'0,"-6"40"-6976"0"0,-1-1-1 0 0,1 1 1 0 0,6-11 0 0 0,-5 12-768 0 0,-1 1 1 0 0,1 0 0 0 0,0 0 0 0 0,0 1-1 0 0,0-1 1 0 0,1 1 0 0 0,-1 0 0 0 0,1 0 0 0 0,0 1-1 0 0,1-1 1 0 0,-1 1 0 0 0,11-5 0 0 0,-1 3-112 0 0,0 0 0 0 0,1 0 0 0 0,-1 1 1 0 0,1 1-1 0 0,0 1 0 0 0,0 0 0 0 0,0 1 1 0 0,1 1-1 0 0,-1 0 0 0 0,18 4 0 0 0,-20-3-63 0 0,1 2 0 0 0,-1 0 0 0 0,0 1 0 0 0,0 0 0 0 0,0 1 0 0 0,-1 0 0 0 0,0 1 0 0 0,0 1 0 0 0,0 0 0 0 0,0 1 1 0 0,15 13-1 0 0,-23-17 0 0 0,-1 0 1 0 0,0 0 0 0 0,0 1 0 0 0,0-1-1 0 0,-1 1 1 0 0,1 0 0 0 0,-1 0 0 0 0,-1 0 0 0 0,1 1-1 0 0,-1-1 1 0 0,1 1 0 0 0,-2-1 0 0 0,1 1 0 0 0,-1 0-1 0 0,2 6 1 0 0,-3-3 0 0 0,0-1 1 0 0,0 1-1 0 0,0 0 0 0 0,-1 0 1 0 0,-1-1-1 0 0,1 1 0 0 0,-1-1 1 0 0,-1 1-1 0 0,-4 9 0 0 0,-5 8 10 0 0,-1-2 0 0 0,-1 1-1 0 0,-1-2 1 0 0,-1 0 0 0 0,-27 29 0 0 0,-31 23 31 0 0,35-38 612 0 0,8-9 2290 0 0,42-41-2769 0 0,0 9-171 0 0,0 0 0 0 0,1 1 1 0 0,-1 0-1 0 0,1 0 0 0 0,0 1 1 0 0,0 1-1 0 0,0 0 0 0 0,0 1 1 0 0,0 0-1 0 0,0 1 0 0 0,-1 0 1 0 0,1 1-1 0 0,0 0 0 0 0,0 1 1 0 0,-1 0-1 0 0,20 9 0 0 0,-19-7-9 0 0,-1 1-1 0 0,1 0 1 0 0,-1 0-1 0 0,-1 1 0 0 0,0 1 1 0 0,0 0-1 0 0,0 0 1 0 0,-1 1-1 0 0,0 0 0 0 0,0 1 1 0 0,-1 0-1 0 0,-1 0 1 0 0,0 1-1 0 0,0 0 1 0 0,8 19-1 0 0,-12-23 69 0 0,-1-1-1 0 0,0 1 1 0 0,-1 0 0 0 0,1 0-1 0 0,-2 0 1 0 0,1 0 0 0 0,0 0 0 0 0,-1 0-1 0 0,-1 0 1 0 0,1 0 0 0 0,-1 0-1 0 0,0 0 1 0 0,-1-1 0 0 0,1 1-1 0 0,-1 0 1 0 0,-1 0 0 0 0,1-1-1 0 0,-1 0 1 0 0,-1 1 0 0 0,1-1 0 0 0,-1 0-1 0 0,0-1 1 0 0,-6 9 0 0 0,1-5 128 0 0,1 0 1 0 0,-1 0-1 0 0,0-1 1 0 0,-1 0-1 0 0,0 0 1 0 0,-1-1-1 0 0,1-1 1 0 0,-1 0-1 0 0,0 0 1 0 0,-1-1 0 0 0,0 0-1 0 0,-15 4 1 0 0,-3-3 276 0 0,-1-1 1 0 0,0-1 0 0 0,0-2-1 0 0,0-1 1 0 0,0-1 0 0 0,-61-10-1 0 0,88 10-580 0 0,0-1 0 0 0,-1 0 0 0 0,1 0 0 0 0,0 0 0 0 0,0-1 0 0 0,0 1 0 0 0,0-1 0 0 0,0 0-1 0 0,0 0 1 0 0,0-1 0 0 0,1 1 0 0 0,-6-6 0 0 0,8 7-73 0 0,0 0 0 0 0,0 0-1 0 0,0 0 1 0 0,0-1 0 0 0,1 1 0 0 0,-1 0-1 0 0,0 0 1 0 0,1-1 0 0 0,-1 1 0 0 0,1-1 0 0 0,-1 1-1 0 0,1 0 1 0 0,0-1 0 0 0,0 1 0 0 0,0-1-1 0 0,0 1 1 0 0,0-1 0 0 0,0 1 0 0 0,0-1-1 0 0,0 1 1 0 0,0 0 0 0 0,0-1 0 0 0,1 1 0 0 0,-1-1-1 0 0,1 1 1 0 0,-1 0 0 0 0,1-1 0 0 0,0 1-1 0 0,-1 0 1 0 0,1 0 0 0 0,0-1 0 0 0,0 1-1 0 0,0 0 1 0 0,0 0 0 0 0,0 0 0 0 0,1-1 0 0 0,19-19-4129 0 0,-4 9-1385 0 0</inkml:trace>
</inkml:ink>
</file>

<file path=ppt/ink/ink2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3:00.2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1 304 0 0,'0'0'4735'0'0,"-7"9"-4732"0"0,8 9 27 0 0,-1-17-27 0 0,7 8-174 0 0,4 7-2629 0 0</inkml:trace>
</inkml:ink>
</file>

<file path=ppt/ink/ink2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3:01.7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 72 996 0 0,'-17'-16'7453'0'0,"5"3"-4275"0"0,0 2-1538 0 0,11 11-1605 0 0,1-1 0 0 0,-1 1-1 0 0,1 0 1 0 0,-1 0-1 0 0,1-1 1 0 0,-1 1-1 0 0,1 0 1 0 0,0-1-1 0 0,-1 1 1 0 0,1 0-1 0 0,0-1 1 0 0,-1 1-1 0 0,1-1 1 0 0,0 1 0 0 0,0-1-1 0 0,-1 1 1 0 0,1 0-1 0 0,0-1 1 0 0,0 1-1 0 0,0-1 1 0 0,-1 1-1 0 0,1-1 1 0 0,0 1-1 0 0,0-1 1 0 0,0 1-1 0 0,0-2 1 0 0,310-15-1323 0 0,-224 15-2336 0 0,-65 2 821 0 0,-2 0-1278 0 0</inkml:trace>
</inkml:ink>
</file>

<file path=ppt/ink/ink2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3:01.9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68 108 2024 0 0,'-65'27'13923'0'0,"63"-26"-13063"0"0,60-13 2521 0 0,29-6-4125 0 0,107-21-1743 0 0,43-10-5961 0 0,-159 32 2343 0 0</inkml:trace>
</inkml:ink>
</file>

<file path=ppt/ink/ink2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3:04.6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70 54 404 0 0,'-14'-7'3018'0'0,"-11"-5"5516"0"0,0 1-1861 0 0,23 9-6088 0 0,2 2-556 0 0,0 0 1 0 0,0 0 0 0 0,-1 0 0 0 0,1 0-1 0 0,0 0 1 0 0,0-1 0 0 0,0 1 0 0 0,0 0-1 0 0,-1 0 1 0 0,1 0 0 0 0,0 0-1 0 0,0 0 1 0 0,0 0 0 0 0,0 0 0 0 0,0 0-1 0 0,-1-1 1 0 0,1 1 0 0 0,0 0 0 0 0,0 0-1 0 0,0 0 1 0 0,0 0 0 0 0,0 0-1 0 0,0-1 1 0 0,0 1 0 0 0,0 0 0 0 0,0 0-1 0 0,0 0 1 0 0,-1-1 0 0 0,1 1 0 0 0,0 0-1 0 0,0 0 1 0 0,0 0 0 0 0,0 0 0 0 0,0-1-1 0 0,0 1 1 0 0,0 0 0 0 0,0 0-1 0 0,1-1 1 0 0,2 0 1 0 0,2-1 0 0 0,-1 0-1 0 0,0 1 1 0 0,0 0 0 0 0,0 0-1 0 0,1 0 1 0 0,-1 0 0 0 0,5 0-1 0 0,47-1 41 0 0,-29 2-50 0 0,-22-1-33 0 0,17 0-1077 0 0,-1 0 0 0 0,1 1-1 0 0,-1 1 1 0 0,37 7 0 0 0,-56-7 582 0 0,0-1 1 0 0,0 1 0 0 0,0 0 0 0 0,0-1-1 0 0,0 1 1 0 0,-1 0 0 0 0,1 0 0 0 0,0 0-1 0 0,-1 0 1 0 0,1 0 0 0 0,-1 1 0 0 0,1-1-1 0 0,-1 0 1 0 0,0 1 0 0 0,2 1 0 0 0</inkml:trace>
</inkml:ink>
</file>

<file path=ppt/ink/ink2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3:04.8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103 29 1248 0 0,'-81'39'15414'0'0,"79"-38"-14746"0"0,-16 8 1352 0 0,17-8-1798 0 0,4-1-37 0 0,39-2 83 0 0,70-14-1 0 0,-26 3-811 0 0,-7 4-783 0 0,57-7-2653 0 0,-46 3-2118 0 0,-38 3 159 0 0</inkml:trace>
</inkml:ink>
</file>

<file path=ppt/ink/ink2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3:05.4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611 148 1308 0 0,'44'-42'11549'0'0,"-10"-3"-3789"0"0,-33 44-7278 0 0,-1-1-86 0 0,0 0-272 0 0,0 0-1 0 0,0 0 1 0 0,0-1-1 0 0,-1 1 1 0 0,1 0-1 0 0,0 0 1 0 0,-1 0 0 0 0,1 0-1 0 0,-2-2 1 0 0,-2 0-65 0 0,1 1 1 0 0,-2 0-1 0 0,1 0 1 0 0,0 0-1 0 0,-1 1 1 0 0,1-1-1 0 0,-1 1 1 0 0,0 0-1 0 0,0 0 1 0 0,0 1 0 0 0,0-1-1 0 0,0 1 1 0 0,0 0-1 0 0,0 1 1 0 0,-7-1-1 0 0,-3 0-41 0 0,0 0-1 0 0,0 2 1 0 0,0-1-1 0 0,-20 5 1 0 0,10 1-3 0 0,1 1 0 0 0,0 1 0 0 0,1 1 1 0 0,0 1-1 0 0,0 1 0 0 0,1 1 0 0 0,0 1 0 0 0,1 1 1 0 0,1 1-1 0 0,0 1 0 0 0,1 0 0 0 0,-17 20 0 0 0,11-9 20 0 0,2 1 0 0 0,1 1 1 0 0,2 0-1 0 0,0 2 0 0 0,2 0 0 0 0,2 1 0 0 0,-24 63 0 0 0,35-78 35 0 0,0 0-1 0 0,1 0 1 0 0,0 1 0 0 0,2 0-1 0 0,0 0 1 0 0,1 0-1 0 0,1-1 1 0 0,0 1 0 0 0,1 0-1 0 0,2 0 1 0 0,4 23 0 0 0,-2-26 19 0 0,-1-1 1 0 0,1 0 0 0 0,1 0-1 0 0,1 0 1 0 0,0-1-1 0 0,1 0 1 0 0,0-1 0 0 0,1 1-1 0 0,0-2 1 0 0,1 1-1 0 0,0-1 1 0 0,1-1-1 0 0,23 18 1 0 0,-8-10-5 0 0,1-2 0 0 0,0-2-1 0 0,1 0 1 0 0,1-1 0 0 0,0-2 0 0 0,52 12 0 0 0,190 24 175 0 0,-87-32-56 0 0,-153-15-107 0 0,0-1 1 0 0,1-2-1 0 0,57-12 0 0 0,-3-11-747 0 0,-53 13-6139 0 0</inkml:trace>
</inkml:ink>
</file>

<file path=ppt/ink/ink2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3:07.6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180 31 1068 0 0,'4'-14'7300'0'0,"-2"-3"-1345"0"0,-4 27-5859 0 0,-21 131 546 0 0,-67 221 0 0 0,27-165-793 0 0,55-176-3345 0 0</inkml:trace>
</inkml:ink>
</file>

<file path=ppt/ink/ink2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3:08.2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8 154 2648 0 0,'-2'-11'1586'0'0,"0"-1"1"0"0,0 0-1 0 0,1 1 0 0 0,0-1 0 0 0,1 0 1 0 0,1 1-1 0 0,3-23 0 0 0,-3 31-1510 0 0,0 1 0 0 0,1-1 0 0 0,-1 1 0 0 0,1 0 0 0 0,-1-1 0 0 0,1 1 0 0 0,0 0 0 0 0,0 0 0 0 0,0 0 1 0 0,0 1-1 0 0,0-1 0 0 0,1 0 0 0 0,-1 1 0 0 0,0-1 0 0 0,1 1 0 0 0,-1 0 0 0 0,1 0 0 0 0,0 0 0 0 0,-1 0 0 0 0,1 0 0 0 0,0 1 0 0 0,-1-1 0 0 0,1 1 0 0 0,0 0 0 0 0,0-1 0 0 0,3 2 0 0 0,8-2 2 0 0,-1 2-1 0 0,0-1 0 0 0,0 2 0 0 0,14 3 1 0 0,-6-1-34 0 0,-1 1 1 0 0,0 1 0 0 0,0 1 0 0 0,0 1-1 0 0,31 18 1 0 0,-45-23-30 0 0,1 1-1 0 0,-1 1 1 0 0,0-1 0 0 0,0 1-1 0 0,-1 0 1 0 0,1 0 0 0 0,-1 1 0 0 0,0-1-1 0 0,0 1 1 0 0,-1 0 0 0 0,0 1-1 0 0,0-1 1 0 0,-1 1 0 0 0,1 0-1 0 0,-1 0 1 0 0,-1 0 0 0 0,1 0-1 0 0,-1 0 1 0 0,1 8 0 0 0,-3-9 41 0 0,0 0 1 0 0,0 1-1 0 0,0-1 1 0 0,-1 0 0 0 0,0 0-1 0 0,0 0 1 0 0,-1 0-1 0 0,1 0 1 0 0,-1 0 0 0 0,-1-1-1 0 0,-5 11 1 0 0,-3 4 233 0 0,-27 34 1 0 0,14-21 55 0 0,15-21-69 0 0,1 3 1031 0 0,9-15-1286 0 0,0 1 0 0 0,-1-1-1 0 0,1 1 1 0 0,-1-1 0 0 0,1 0 0 0 0,0 1-1 0 0,-1-1 1 0 0,1 1 0 0 0,0-1-1 0 0,-1 0 1 0 0,1 0 0 0 0,0 1 0 0 0,0-1-1 0 0,-1 0 1 0 0,1 0 0 0 0,0 0 0 0 0,0 0-1 0 0,-1 0 1 0 0,1 0 0 0 0,0 0 0 0 0,0 0-1 0 0,0 0 1 0 0,0-1 0 0 0,14 2-17 0 0,-1 0 0 0 0,0 1 1 0 0,0 1-1 0 0,0 0 0 0 0,0 1 1 0 0,0 0-1 0 0,-1 1 1 0 0,0 1-1 0 0,0 0 0 0 0,17 11 1 0 0,-18-10-8 0 0,-1 1 1 0 0,0 0 0 0 0,-1 1-1 0 0,0 0 1 0 0,0 0 0 0 0,-1 1 0 0 0,0 0-1 0 0,-1 1 1 0 0,0 0 0 0 0,-1 0-1 0 0,10 20 1 0 0,-15-24 108 0 0,1 1 0 0 0,-1 0-1 0 0,0 0 1 0 0,0 0 0 0 0,-1 0 0 0 0,0 0-1 0 0,-1 0 1 0 0,1 0 0 0 0,-2 0 0 0 0,1 0 0 0 0,-1 0-1 0 0,0 1 1 0 0,-1-1 0 0 0,0-1 0 0 0,0 1 0 0 0,-1 0-1 0 0,0 0 1 0 0,0-1 0 0 0,-7 11 0 0 0,7-12 107 0 0,-1 0 1 0 0,0-1 0 0 0,0 1-1 0 0,0-1 1 0 0,-1 0-1 0 0,0 0 1 0 0,0-1 0 0 0,0 1-1 0 0,-1-1 1 0 0,1 0 0 0 0,-1 0-1 0 0,0-1 1 0 0,0 0-1 0 0,0 0 1 0 0,-1 0 0 0 0,1-1-1 0 0,-1 0 1 0 0,1 0 0 0 0,-1-1-1 0 0,0 0 1 0 0,0 0-1 0 0,0 0 1 0 0,-9-1 0 0 0,1-1-46 0 0,0-1 1 0 0,-1-1-1 0 0,1 0 1 0 0,0-1-1 0 0,1-1 1 0 0,-1 0 0 0 0,1-1-1 0 0,0 0 1 0 0,0-1-1 0 0,1-1 1 0 0,0 0-1 0 0,-16-13 1 0 0,27 20-385 0 0,0-1 1 0 0,1 1-1 0 0,-1 0 1 0 0,1-1-1 0 0,-1 0 0 0 0,1 1 1 0 0,0-1-1 0 0,0 0 1 0 0,0 0-1 0 0,-1 1 0 0 0,2-1 1 0 0,-1 0-1 0 0,0 0 1 0 0,0 0-1 0 0,1 0 1 0 0,-1 0-1 0 0,1-1 0 0 0,-1 1 1 0 0,1 0-1 0 0,0 0 1 0 0,0 0-1 0 0,0 0 0 0 0,0 0 1 0 0,0 0-1 0 0,1-1 1 0 0,-1 1-1 0 0,0 0 1 0 0,1 0-1 0 0,0 0 0 0 0,-1 0 1 0 0,1 0-1 0 0,0 0 1 0 0,2-2-1 0 0,1-2-1236 0 0,1 0 1 0 0,-1 1-1 0 0,1 0 0 0 0,0 0 0 0 0,0 0 1 0 0,1 0-1 0 0,-1 1 0 0 0,1 0 0 0 0,6-3 1 0 0,7-5-5930 0 0</inkml:trace>
</inkml:ink>
</file>

<file path=ppt/ink/ink2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3:08.4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60 2380 0 0,'25'-39'17010'0'0,"-25"39"-16951"0"0,0 0 0 0 0,0 0 0 0 0,0-1 0 0 0,0 1 0 0 0,0 0 0 0 0,0-1 0 0 0,0 1 0 0 0,0 0 0 0 0,0 0 0 0 0,0-1 0 0 0,0 1 0 0 0,0 0 0 0 0,0-1 0 0 0,0 1 0 0 0,0 0 0 0 0,0 0 0 0 0,0-1-1 0 0,0 1 1 0 0,1 0 0 0 0,-1 0 0 0 0,0-1 0 0 0,0 1 0 0 0,0 0 0 0 0,0 0 0 0 0,1 0 0 0 0,-1-1 0 0 0,0 1 0 0 0,0 0 0 0 0,1 0 0 0 0,-1 0 0 0 0,0 0 0 0 0,0-1 0 0 0,1 1 0 0 0,8-6 677 0 0,-7 5-518 0 0,3 1-16 0 0,120-3 562 0 0,34 0-3635 0 0,-53 9-8279 0 0,-89-4 4260 0 0</inkml:trace>
</inkml:ink>
</file>

<file path=ppt/ink/ink2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3:08.7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126 1 3412 0 0,'-107'36'16463'0'0,"104"-36"-15753"0"0,-11 5 2449 0 0,14-5-3134 0 0,-1 0 1 0 0,1 1 0 0 0,0-1-1 0 0,0 0 1 0 0,0 0 0 0 0,0 0-1 0 0,0 0 1 0 0,0 0 0 0 0,0 0-1 0 0,0 1 1 0 0,0-1 0 0 0,0 0-1 0 0,-1 0 1 0 0,1 0 0 0 0,0 0-1 0 0,0 0 1 0 0,0 1 0 0 0,0-1-1 0 0,0 0 1 0 0,0 0 0 0 0,0 0-1 0 0,0 0 1 0 0,0 1 0 0 0,0-1-1 0 0,0 0 1 0 0,0 0 0 0 0,1 0-1 0 0,-1 0 1 0 0,0 0 0 0 0,0 1-1 0 0,0-1 1 0 0,0 0 0 0 0,0 0-1 0 0,0 0 1 0 0,0 0 0 0 0,0 0-1 0 0,0 0 1 0 0,0 1 0 0 0,1-1-1 0 0,-1 0 1 0 0,0 0 0 0 0,0 0-1 0 0,0 0 1 0 0,0 0 0 0 0,0 0-1 0 0,0 0 1 0 0,1 0 0 0 0,-1 0-1 0 0,0 0 1 0 0,0 0 0 0 0,0 0-1 0 0,0 0 1 0 0,0 1 0 0 0,1-1-1 0 0,-1 0 1 0 0,0 0 0 0 0,18 3 768 0 0,30-2-179 0 0,-42-1-497 0 0,179-1 620 0 0,-1 0-4025 0 0,-42-6-3186 0 0,-48-10-2220 0 0,-58 8 2078 0 0</inkml:trace>
</inkml:ink>
</file>

<file path=ppt/ink/ink2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3:09.3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451 130 2768 0 0,'8'-9'2005'0'0,"6"-7"4208"0"0,18-27-1 0 0,-10 1 1048 0 0,-21 41-6646 0 0,1-4 161 0 0,-2 5-751 0 0,0 0 0 0 0,0 0-1 0 0,1 0 1 0 0,-1-1 0 0 0,0 1 0 0 0,0 0 0 0 0,0 0 0 0 0,0 0 0 0 0,1 0 0 0 0,-1-1-1 0 0,0 1 1 0 0,0 0 0 0 0,0 0 0 0 0,0-1 0 0 0,0 1 0 0 0,0 0 0 0 0,0 0-1 0 0,0-1 1 0 0,1 1 0 0 0,-1 0 0 0 0,0 0 0 0 0,0-1 0 0 0,0 1 0 0 0,0 0-1 0 0,0 0 1 0 0,0-1 0 0 0,0 1 0 0 0,-1 0 0 0 0,1 0 0 0 0,0-1 0 0 0,0 1-1 0 0,0 0 1 0 0,0 0 0 0 0,0 0 0 0 0,0-1 0 0 0,-1 1 0 0 0,-1-1 22 0 0,-1 0 1 0 0,1 0 0 0 0,-1 1-1 0 0,1-1 1 0 0,-1 1-1 0 0,0-1 1 0 0,1 1 0 0 0,-1 0-1 0 0,0 0 1 0 0,1 0-1 0 0,-1 0 1 0 0,0 1 0 0 0,1-1-1 0 0,-1 1 1 0 0,1 0-1 0 0,-1-1 1 0 0,-4 3 0 0 0,-48 23 98 0 0,48-23-112 0 0,-26 16 51 0 0,0 0 0 0 0,2 2 1 0 0,1 1-1 0 0,1 2 0 0 0,0 1 1 0 0,-34 40-1 0 0,41-40-22 0 0,2 1 0 0 0,0 1 0 0 0,2 1 0 0 0,2 0 0 0 0,0 1 0 0 0,2 1 0 0 0,-17 49 0 0 0,28-68-14 0 0,0-1-1 0 0,1 0 0 0 0,0 1 0 0 0,1-1 1 0 0,0 1-1 0 0,0-1 0 0 0,1 1 0 0 0,1-1 1 0 0,0 1-1 0 0,0-1 0 0 0,1 1 0 0 0,4 13 1 0 0,-3-17-1 0 0,0 0 1 0 0,0 0-1 0 0,1 0 1 0 0,0 0-1 0 0,0-1 1 0 0,0 0-1 0 0,1 1 1 0 0,0-2 0 0 0,0 1-1 0 0,0 0 1 0 0,1-1-1 0 0,0 0 1 0 0,0 0-1 0 0,1-1 1 0 0,-1 0-1 0 0,1 0 1 0 0,10 4-1 0 0,1 0 48 0 0,1-2 0 0 0,-1 0 0 0 0,1-1-1 0 0,26 2 1 0 0,77 3 474 0 0,-99-9-423 0 0,100 3 504 0 0,-120-4-578 0 0,0 0-82 0 0,11 2 66 0 0,-10-2-34 0 0,16 0-48 0 0,7 0-41 0 0,-24 0 94 0 0</inkml:trace>
</inkml:ink>
</file>

<file path=ppt/ink/ink2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3:11.9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1 760 0 0,'0'0'3296'0'0</inkml:trace>
</inkml:ink>
</file>

<file path=ppt/ink/ink2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3:13.9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8 1952 0 0,'0'0'8679'0'0,"3"-8"-8346"0"0</inkml:trace>
</inkml:ink>
</file>

<file path=ppt/ink/ink2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3:15.6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 0 1960 0 0,'-9'11'3685'0'0,"-16"21"706"0"0,24-31-4127 0 0,1 0-443 0 0,0 0 93 0 0,0-1 0 0 0,0 1 0 0 0,0 0 1 0 0,1-1-1 0 0,-1 1 0 0 0,0-1 0 0 0,0 1 1 0 0,0 0-1 0 0,1-1 0 0 0,-1 1 1 0 0,0-1-1 0 0,1 1 0 0 0,-1-1 0 0 0,1 1 1 0 0,-1-1-1 0 0,1 1 0 0 0,-1-1 1 0 0,0 1-1 0 0,2 0 0 0 0,30-2-3802 0 0,-17-1 1774 0 0</inkml:trace>
</inkml:ink>
</file>

<file path=ppt/ink/ink2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0:18.1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108 39 1104 0 0,'-16'-19'5056'0'0,"-9"1"-2527"0"0,24 16-2134 0 0,-16 2 135 0 0,15 1-571 0 0,0 0 0 0 0,0-1 0 0 0,-1 1 0 0 0,1 0 1 0 0,0 0-1 0 0,0 1 0 0 0,0-1 0 0 0,0 0 0 0 0,0 1 1 0 0,0-1-1 0 0,0 1 0 0 0,0 0 0 0 0,1-1 0 0 0,-1 1 1 0 0,1 0-1 0 0,-1 0 0 0 0,1 0 0 0 0,0 0 0 0 0,0 0 1 0 0,-2 4-1 0 0,-5 17-3495 0 0,6-10 719 0 0</inkml:trace>
</inkml:ink>
</file>

<file path=ppt/ink/ink2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0:17.2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0 125 1060 0 0,'21'-114'12818'0'0,"-21"112"-12579"0"0,2-1 8 0 0,-2 3-239 0 0,0 0 0 0 0,0-1-1 0 0,1 1 1 0 0,-1 0 0 0 0,0 0 0 0 0,0-1 0 0 0,0 1-1 0 0,0 0 1 0 0,0 0 0 0 0,0 0 0 0 0,0-1-1 0 0,0 1 1 0 0,0 0 0 0 0,1 0 0 0 0,-1 0-1 0 0,0 0 1 0 0,0-1 0 0 0,0 1 0 0 0,0 0-1 0 0,1 0 1 0 0,-1 0 0 0 0,0 0 0 0 0,0 0-1 0 0,0-1 1 0 0,1 1 0 0 0,-1 0 0 0 0,0 0-1 0 0,0 0 1 0 0,1 0 0 0 0,-1 0 0 0 0,0 0-1 0 0,0 0 1 0 0,1 0 0 0 0,1 3 11 0 0,0-1 0 0 0,0 1 0 0 0,0 0 1 0 0,0 0-1 0 0,0 1 0 0 0,-1-1 0 0 0,0 0 0 0 0,1 0 0 0 0,-1 1 1 0 0,0-1-1 0 0,-1 1 0 0 0,1-1 0 0 0,-1 1 0 0 0,1-1 0 0 0,-1 1 1 0 0,0 5-1 0 0,-1 13 130 0 0,-4 30 0 0 0,4-47-112 0 0,-27 192 641 0 0,27-187-631 0 0,0 0-1 0 0,1 0 1 0 0,0 0-1 0 0,1 0 1 0 0,1 11-1 0 0,-1-18-32 0 0,-1 0 0 0 0,1 0 0 0 0,0 0 0 0 0,0-1 0 0 0,0 1 0 0 0,0 0 0 0 0,1-1-1 0 0,-1 1 1 0 0,1 0 0 0 0,0-1 0 0 0,-1 0 0 0 0,1 1 0 0 0,0-1 0 0 0,0 0-1 0 0,1 0 1 0 0,-1 0 0 0 0,0-1 0 0 0,1 1 0 0 0,-1 0 0 0 0,1-1 0 0 0,3 2 0 0 0,2 0-3 0 0,-1 0 0 0 0,1 0 1 0 0,0-1-1 0 0,0-1 0 0 0,0 1 1 0 0,0-1-1 0 0,0 0 0 0 0,0-1 1 0 0,0 0-1 0 0,0 0 0 0 0,0-1 1 0 0,0 0-1 0 0,13-3 1 0 0,-11 0-26 0 0,-1 1 0 0 0,1-1 0 0 0,-1-1 0 0 0,0 0 0 0 0,0 0 0 0 0,0-1 0 0 0,-1 0 0 0 0,1 0 0 0 0,10-12 0 0 0,-3 0-15 0 0,0-2 0 0 0,-1 1 0 0 0,-1-2 0 0 0,-1 0 0 0 0,0 0 1 0 0,-2-2-1 0 0,-1 1 0 0 0,9-26 0 0 0,23-89 1732 0 0,-41 135-1588 0 0,-4 4-72 0 0,0 0-32 0 0,0 1 0 0 0,0-1 0 0 0,0 1-1 0 0,0 0 1 0 0,1 0 0 0 0,-1 1 0 0 0,1-1 0 0 0,0 0 0 0 0,-3 5 0 0 0,-18 40 39 0 0,19-37-30 0 0,-14 29 114 0 0,-21 71 1 0 0,34-92-192 0 0,1 0 0 0 0,1 0-1 0 0,0 0 1 0 0,1 1 0 0 0,1-1 0 0 0,2 25 0 0 0,0-39-298 0 0,0 0 0 0 0,0 1 1 0 0,0-1-1 0 0,1 0 0 0 0,0 0 1 0 0,-1 0-1 0 0,2 0 0 0 0,-1 0 1 0 0,4 6-1 0 0,-4-8-350 0 0,0-1 0 0 0,0 1-1 0 0,1-1 1 0 0,-1 1 0 0 0,1-1 0 0 0,-1 0-1 0 0,1 1 1 0 0,0-1 0 0 0,5 2 0 0 0,5 1-4512 0 0</inkml:trace>
</inkml:ink>
</file>

<file path=ppt/ink/ink2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0:17.7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1 163 668 0 0,'10'-30'3952'0'0,"-4"12"-1914"0"0,0 0-1 0 0,1 0 1 0 0,1 1 0 0 0,19-30 0 0 0,-26 46-2002 0 0,0 0-1 0 0,-1 0 1 0 0,1 0 0 0 0,0 0 0 0 0,0 0 0 0 0,0 0 0 0 0,0 0 0 0 0,0 0 0 0 0,0 1 0 0 0,0-1-1 0 0,0 0 1 0 0,0 1 0 0 0,0-1 0 0 0,1 1 0 0 0,-1-1 0 0 0,0 1 0 0 0,0-1 0 0 0,0 1 0 0 0,1 0-1 0 0,-1 0 1 0 0,0 0 0 0 0,2 0 0 0 0,0 0-10 0 0,-1 1 0 0 0,0-1-1 0 0,0 1 1 0 0,0 0 0 0 0,0-1 0 0 0,0 1-1 0 0,0 0 1 0 0,-1 0 0 0 0,1 1 0 0 0,0-1-1 0 0,0 0 1 0 0,1 2 0 0 0,2 3 5 0 0,0-1 0 0 0,0 1 0 0 0,0 0 0 0 0,-1 0 1 0 0,0 0-1 0 0,5 11 0 0 0,-4-5 68 0 0,0 0 1 0 0,-1 1-1 0 0,-1-1 1 0 0,0 1-1 0 0,-1 0 1 0 0,0 0-1 0 0,-1 0 1 0 0,0 0-1 0 0,-1 0 0 0 0,0 0 1 0 0,-1 0-1 0 0,-1 0 1 0 0,0 0-1 0 0,-1-1 1 0 0,-5 16-1 0 0,7-26-36 0 0,0 0-1 0 0,0 0 1 0 0,-1-1-1 0 0,1 1 1 0 0,-1 0-1 0 0,1-1 1 0 0,-1 1 0 0 0,0-1-1 0 0,1 1 1 0 0,-1-1-1 0 0,0 0 1 0 0,0 0-1 0 0,0 0 1 0 0,0 0-1 0 0,0 0 1 0 0,0 0-1 0 0,0 0 1 0 0,-4 0-1 0 0,3 0 52 0 0,1-4-105 0 0,0 1 0 0 0,1 0-1 0 0,-1-1 1 0 0,1 1 0 0 0,0-1-1 0 0,-1 0 1 0 0,1 1 0 0 0,0-1-1 0 0,1 0 1 0 0,-1 0 0 0 0,0 0-1 0 0,1 1 1 0 0,0-1 0 0 0,0 0-1 0 0,-1 0 1 0 0,2 0 0 0 0,-1 0-1 0 0,0 0 1 0 0,1 0 0 0 0,-1 1-1 0 0,1-1 1 0 0,0 0 0 0 0,2-5-1 0 0,1-3 23 0 0,1 0-1 0 0,0 0 1 0 0,1 0-1 0 0,10-13 0 0 0,-6 10-50 0 0,0 1 0 0 0,1 0 0 0 0,0 1-1 0 0,1 0 1 0 0,0 1 0 0 0,1 0-1 0 0,1 1 1 0 0,-1 0 0 0 0,2 2 0 0 0,-1-1-1 0 0,1 2 1 0 0,0-1 0 0 0,1 2-1 0 0,0 0 1 0 0,0 2 0 0 0,0-1 0 0 0,0 2-1 0 0,1 0 1 0 0,0 1 0 0 0,18 0-1 0 0,-31 1 18 0 0,0 1 0 0 0,1 0 0 0 0,-1 0 0 0 0,0 1 0 0 0,0-1-1 0 0,0 1 1 0 0,0 0 0 0 0,0 0 0 0 0,0 0 0 0 0,0 1 0 0 0,0-1-1 0 0,-1 1 1 0 0,1 0 0 0 0,-1 0 0 0 0,1 0 0 0 0,-1 1-1 0 0,1-1 1 0 0,-1 1 0 0 0,0 0 0 0 0,0 0 0 0 0,-1 0 0 0 0,1 0-1 0 0,0 0 1 0 0,-1 0 0 0 0,0 1 0 0 0,0 0 0 0 0,2 4 0 0 0,1 6-16 0 0,-2 0 1 0 0,1 0 0 0 0,-2 1-1 0 0,0-1 1 0 0,0 1-1 0 0,-2 17 1 0 0,6 37-1541 0 0,-5-66 1160 0 0,0 1-1 0 0,0-1 1 0 0,0 1-1 0 0,0-1 1 0 0,1 1-1 0 0,0-1 1 0 0,-1 0-1 0 0,1 0 1 0 0,0 0 0 0 0,1 0-1 0 0,-1 0 1 0 0,0 0-1 0 0,1-1 1 0 0,0 1-1 0 0,-1-1 1 0 0,1 0-1 0 0,0 1 1 0 0,0-1-1 0 0,0-1 1 0 0,1 1-1 0 0,-1 0 1 0 0,0-1-1 0 0,1 1 1 0 0,-1-1 0 0 0,1 0-1 0 0,3 0 1 0 0,10 1-3650 0 0</inkml:trace>
</inkml:ink>
</file>

<file path=ppt/ink/ink2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0:17.9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1 226 460 0 0,'33'-36'4327'0'0,"-1"-1"-1"0"0,-2-2 1 0 0,27-45-1 0 0,-37 57-2448 0 0,-19 25-1387 0 0,0 2-481 0 0,-1 0 0 0 0,0 1 0 0 0,1-1 0 0 0,-1 0 1 0 0,0 0-1 0 0,1 1 0 0 0,-1-1 0 0 0,0 0 1 0 0,1 1-1 0 0,-1-1 0 0 0,0 1 0 0 0,1-1 1 0 0,-1 0-1 0 0,0 1 0 0 0,0-1 0 0 0,0 1 1 0 0,0-1-1 0 0,1 1 0 0 0,-1-1 0 0 0,0 0 1 0 0,0 2-1 0 0,-2 20 97 0 0,0 0-1 0 0,-10 40 1 0 0,7-39-9 0 0,0 1-1 0 0,-2 45 1 0 0,7-67-97 0 0,0 0 0 0 0,0 1 0 0 0,0-1 1 0 0,0 1-1 0 0,0-1 0 0 0,0 0 1 0 0,1 1-1 0 0,-1-1 0 0 0,1 1 0 0 0,0-1 1 0 0,0 0-1 0 0,0 0 0 0 0,0 1 1 0 0,0-1-1 0 0,0 0 0 0 0,0 0 0 0 0,1 0 1 0 0,-1 0-1 0 0,1 0 0 0 0,-1-1 1 0 0,1 1-1 0 0,0 0 0 0 0,0-1 0 0 0,0 1 1 0 0,0-1-1 0 0,0 0 0 0 0,0 1 1 0 0,0-1-1 0 0,0 0 0 0 0,1 0 0 0 0,-1-1 1 0 0,0 1-1 0 0,0 0 0 0 0,1-1 0 0 0,-1 1 1 0 0,1-1-1 0 0,-1 0 0 0 0,5 0 1 0 0,4 0-660 0 0,0 0 0 0 0,0-1 1 0 0,0 0-1 0 0,1-1 0 0 0,-1 0 1 0 0,17-6-1 0 0,33-17-6386 0 0,-24 7 73 0 0</inkml:trace>
</inkml:ink>
</file>

<file path=ppt/ink/ink2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0:18.7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401 59 2824 0 0,'4'-1'2851'0'0,"1"1"-1780"0"0,0-2 1 0 0,0 1-1 0 0,1 0 0 0 0,-1-1 0 0 0,0 0 0 0 0,-1 0 0 0 0,1-1 1 0 0,0 1-1 0 0,-1-1 0 0 0,1 0 0 0 0,-1 0 0 0 0,0-1 0 0 0,0 1 0 0 0,7-9 871 0 0,-11 11-1902 0 0,0 0-1 0 0,0 1 0 0 0,-1-1 0 0 0,1 0 1 0 0,0 0-1 0 0,-1 1 0 0 0,1-1 0 0 0,0 1 0 0 0,-1-1 1 0 0,1 0-1 0 0,-1 1 0 0 0,1-1 0 0 0,-1 1 1 0 0,1-1-1 0 0,-1 1 0 0 0,1-1 0 0 0,-1 1 1 0 0,-1-1-1 0 0,-8 0 22 0 0,0 0 1 0 0,-1 1 0 0 0,1 0 0 0 0,0 1-1 0 0,0 0 1 0 0,0 1 0 0 0,-1 0-1 0 0,2 0 1 0 0,-20 8 0 0 0,-6 5-8 0 0,-45 24 1 0 0,47-21-20 0 0,-57 41 0 0 0,77-48-49 0 0,-1 0-1 0 0,1 1 1 0 0,1 1-1 0 0,0 0 1 0 0,1 1-1 0 0,-12 17 1 0 0,21-27 9 0 0,-1 0 1 0 0,1 0-1 0 0,0 0 1 0 0,1 0-1 0 0,-1 1 1 0 0,1-1-1 0 0,-2 9 1 0 0,3-11-7 0 0,0-1 1 0 0,-1 0-1 0 0,2 1 1 0 0,-1-1 0 0 0,0 0-1 0 0,0 0 1 0 0,0 1-1 0 0,0-1 1 0 0,1 0-1 0 0,-1 1 1 0 0,1-1-1 0 0,-1 0 1 0 0,1 0 0 0 0,-1 0-1 0 0,1 0 1 0 0,0 1-1 0 0,0-1 1 0 0,0 0-1 0 0,-1 0 1 0 0,1 0 0 0 0,0-1-1 0 0,0 1 1 0 0,0 0-1 0 0,0 0 1 0 0,0 0-1 0 0,1-1 1 0 0,-1 1 0 0 0,0 0-1 0 0,0-1 1 0 0,0 1-1 0 0,1-1 1 0 0,-1 0-1 0 0,0 1 1 0 0,0-1 0 0 0,2 0-1 0 0,7 2-27 0 0,0-1 0 0 0,0-1 0 0 0,-1 1 0 0 0,1-2 0 0 0,0 1 0 0 0,0-1 0 0 0,0-1 0 0 0,-1 0 0 0 0,1 0 0 0 0,-1-1-1 0 0,1 0 1 0 0,-1-1 0 0 0,0 0 0 0 0,0 0 0 0 0,12-9 0 0 0,9-7 57 0 0,-1-1 0 0 0,-1-1 0 0 0,26-27 0 0 0,-13 6 696 0 0,16-12 1549 0 0,-54 52-2193 0 0,-3 3-66 0 0,1-1 1 0 0,-1 1 0 0 0,0 0 0 0 0,0-1-1 0 0,0 1 1 0 0,0 0 0 0 0,1-1-1 0 0,-1 1 1 0 0,0 0 0 0 0,0 0 0 0 0,1-1-1 0 0,-1 1 1 0 0,0 0 0 0 0,1 0-1 0 0,-1 0 1 0 0,0-1 0 0 0,1 1 0 0 0,-1 0-1 0 0,0 0 1 0 0,1 0 0 0 0,-1 0-1 0 0,0 0 1 0 0,1 0 0 0 0,-1 0 0 0 0,0-1-1 0 0,1 1 1 0 0,-1 0 0 0 0,0 0-1 0 0,1 0 1 0 0,-1 0 0 0 0,1 1 0 0 0,-1-1-1 0 0,0 0 1 0 0,1 0 0 0 0,-1 0-1 0 0,0 0 1 0 0,1 0 0 0 0,-1 0 0 0 0,0 1-1 0 0,1-1 1 0 0,-1 0 0 0 0,3 2-11 0 0,-1 3 28 0 0,-19 63 183 0 0,-3 1 1 0 0,-28 65-1 0 0,6-18-20 0 0,19-49-139 0 0,-87 273 743 0 0,84-242-1212 0 0,-22 153 0 0 0,46-241-549 0 0,1 1-1 0 0,0-1 1 0 0,1 1-1 0 0,1 11 1 0 0,7-9-2943 0 0</inkml:trace>
</inkml:ink>
</file>

<file path=ppt/ink/ink2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0:19.4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0 238 196 0 0,'74'-198'19220'0'0,"-70"185"-17745"0"0,-9 22-1226 0 0,-10 25-347 0 0,-4 27 158 0 0,11-38-34 0 0,1 1 1 0 0,-7 47 0 0 0,14-68-28 0 0,-2 9 4 0 0,1 0 1 0 0,1 1 0 0 0,0 13 0 0 0,1-22-5 0 0,0 0-1 0 0,0 0 1 0 0,0 1 0 0 0,0-1-1 0 0,0 0 1 0 0,1 0 0 0 0,0 0-1 0 0,0-1 1 0 0,0 1 0 0 0,0 0-1 0 0,1-1 1 0 0,4 7 0 0 0,-3-7-50 0 0,-1 1 0 0 0,1-1 0 0 0,0 1 0 0 0,0-1 0 0 0,0-1 0 0 0,1 1 0 0 0,-1 0 0 0 0,1-1 0 0 0,-1 0 0 0 0,1 0 0 0 0,0 0 0 0 0,0-1 0 0 0,6 2 0 0 0,-4-2-34 0 0,1-1 1 0 0,-1 1-1 0 0,1-1 0 0 0,-1-1 0 0 0,1 1 1 0 0,0-1-1 0 0,-1 0 0 0 0,8-3 0 0 0,5-3 2 0 0,-2 0-1 0 0,1-1 0 0 0,-1-1 0 0 0,0 0 1 0 0,28-22-1 0 0,7-11 423 0 0,-2-3-1 0 0,-2-1 1 0 0,69-86 0 0 0,-59 66 563 0 0,-58 65-890 0 0,0 2-9 0 0,-1 0 0 0 0,1-1 0 0 0,0 1 0 0 0,-1 0 0 0 0,1 0 0 0 0,-1 0-1 0 0,0 0 1 0 0,1 0 0 0 0,-1 0 0 0 0,0 1 0 0 0,1-1 0 0 0,-1 0 0 0 0,0 0 0 0 0,0 0 0 0 0,0 0 0 0 0,0 0 0 0 0,0 0 0 0 0,0 0 0 0 0,0 0 0 0 0,-1 0 0 0 0,1 0 0 0 0,0 1 0 0 0,-1-1 0 0 0,0 1 0 0 0,-11 35-177 0 0,10-30 191 0 0,-13 36-28 0 0,2 1 0 0 0,2 1 0 0 0,2 0 0 0 0,-3 49 0 0 0,12-90 23 0 0,0 0-1 0 0,0 0 0 0 0,0 0 0 0 0,0 0 1 0 0,1 1-1 0 0,-1-1 0 0 0,1 0 1 0 0,0 0-1 0 0,1 0 0 0 0,-1 0 1 0 0,1-1-1 0 0,0 1 0 0 0,-1 0 0 0 0,2-1 1 0 0,-1 1-1 0 0,4 4 0 0 0,-2-4 2 0 0,0 0-1 0 0,0-1 1 0 0,0 1-1 0 0,1-1 1 0 0,0 0-1 0 0,-1 0 1 0 0,1 0-1 0 0,0-1 0 0 0,0 0 1 0 0,11 3-1 0 0,1-1 20 0 0,0-1-1 0 0,0 0 1 0 0,1-2-1 0 0,-1 0 1 0 0,1-1-1 0 0,30-3 1 0 0,-1-5 40 0 0,-1-1 0 0 0,-1-3 0 0 0,1-1 0 0 0,-2-2 0 0 0,0-3 0 0 0,-1-1 0 0 0,-1-2 0 0 0,-1-2 0 0 0,-1-1 0 0 0,62-51 0 0 0,-83 60 34 0 0,-1-1 0 0 0,-1 0-1 0 0,0-2 1 0 0,-2 0 0 0 0,26-37 0 0 0,-40 53-99 0 0,0 0-1 0 0,1 0 1 0 0,-1 0 0 0 0,0 0-1 0 0,0 0 1 0 0,-1 0 0 0 0,1 0-1 0 0,0 0 1 0 0,-1 0 0 0 0,1 0-1 0 0,-1-1 1 0 0,0 1 0 0 0,0 0-1 0 0,0 0 1 0 0,0-1 0 0 0,0 1-1 0 0,0 0 1 0 0,0 0 0 0 0,-1 0-1 0 0,-1-5 1 0 0,2 7-9 0 0,-1-1-1 0 0,0 1 0 0 0,0 0 1 0 0,0-1-1 0 0,0 1 0 0 0,1-1 1 0 0,-1 1-1 0 0,0 0 0 0 0,0 0 1 0 0,0 0-1 0 0,0-1 1 0 0,0 1-1 0 0,0 0 0 0 0,0 0 1 0 0,1 0-1 0 0,-1 0 0 0 0,-2 1 1 0 0,-1-1-1 0 0,1 0 0 0 0,-1 1 0 0 0,0-1 0 0 0,0 1 0 0 0,1 0 0 0 0,-1 0 0 0 0,0 0 0 0 0,1 1 0 0 0,-1-1 0 0 0,1 1 0 0 0,0 0 0 0 0,-4 3 0 0 0,-36 27 18 0 0,41-30-11 0 0,-10 8 10 0 0,1 1 0 0 0,0 1 0 0 0,0 0 0 0 0,2 0 0 0 0,-1 1 0 0 0,-7 14 0 0 0,13-19 3 0 0,0 0-1 0 0,0 0 1 0 0,0 0-1 0 0,1 0 1 0 0,0 1-1 0 0,1-1 1 0 0,0 1 0 0 0,0 0-1 0 0,1 0 1 0 0,0 0-1 0 0,0 0 1 0 0,2 10-1 0 0,0-15-1 0 0,0 1 0 0 0,0-1 0 0 0,1 1 0 0 0,0-1 0 0 0,0 1-1 0 0,0-1 1 0 0,0 0 0 0 0,1 0 0 0 0,-1 0 0 0 0,1 0 0 0 0,0-1 0 0 0,0 1 0 0 0,0-1-1 0 0,1 0 1 0 0,0 0 0 0 0,-1 0 0 0 0,7 4 0 0 0,4 2-294 0 0,0-1-1 0 0,1 0 1 0 0,24 8 0 0 0,2-1-2214 0 0,51 11 0 0 0,-1-8-4627 0 0,-25-8-1215 0 0</inkml:trace>
</inkml:ink>
</file>

<file path=ppt/ink/ink2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0:19.6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62 3552 0 0,'3'-1'3867'0'0,"16"-7"3239"0"0,9-4 4805 0 0,-17 2-9031 0 0,-9 9-3081 0 0,-1 1 1 0 0,0-1-1 0 0,1 0 0 0 0,-1 0 1 0 0,0-1-1 0 0,1 1 0 0 0,-1 0 0 0 0,0 0 1 0 0,0-1-1 0 0,0 1 0 0 0,0 0 1 0 0,1-2-1 0 0,-2-12-4790 0 0</inkml:trace>
</inkml:ink>
</file>

<file path=ppt/ink/ink2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0:37.7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 0 448 0 0,'0'0'3800'0'0,"-22"13"5837"0"0,21-12-9554 0 0,1-1-1 0 0,0 1 1 0 0,-1-1 0 0 0,1 1-1 0 0,0 0 1 0 0,-1-1-1 0 0,1 1 1 0 0,0-1 0 0 0,0 1-1 0 0,0 0 1 0 0,-1-1 0 0 0,1 1-1 0 0,0 0 1 0 0,0-1-1 0 0,0 1 1 0 0,0 0 0 0 0,0-1-1 0 0,1 2 1 0 0,-1-1-58 0 0,4 0 20 0 0,62 0 81 0 0,79-8 0 0 0,-54 1-86 0 0,629 2 22 0 0,-2 34-72 0 0,1103 126-26 0 0,-1281-105 166 0 0,-274-28-1014 0 0,-262-23 427 0 0,-3 0 352 0 0,-1 0 0 0 0,1 0 0 0 0,0 0 0 0 0,0 0 1 0 0,0 0-1 0 0,-1 0 0 0 0,1 0 0 0 0,0 0 0 0 0,0 0 0 0 0,-1 0 0 0 0,1 1 0 0 0,0-1 0 0 0,0 0 0 0 0,-1 1 1 0 0,1-1-1 0 0,0 0 0 0 0,1 2 0 0 0,-35 5-10225 0 0</inkml:trace>
</inkml:ink>
</file>

<file path=ppt/ink/ink2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0:38.3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103 197 1588 0 0,'-4'0'1396'0'0,"-11"2"-139"0"0,11-2-157 0 0,0 0-123 0 0,-11 0-90 0 0,11 0-43 0 0,1 0-158 0 0,-41 3 2838 0 0,34-4 529 0 0,29-6-3516 0 0,33-10-606 0 0,110-21 181 0 0,196-21 1 0 0,171 11-109 0 0,950 17-20 0 0,1 93 70 0 0,-1197-47 36 0 0,351 0-81 0 0,-566-13-1106 0 0,-65-2 903 0 0,12 3-2128 0 0,-25 1 1470 0 0,0-1 0 0 0,0 0-1 0 0,-1-1 1 0 0,1 0 0 0 0,0 0 0 0 0,-22-1-1 0 0,23 0-446 0 0,-22 1-2565 0 0</inkml:trace>
</inkml:ink>
</file>

<file path=ppt/ink/ink2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0:38.8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153 90 1100 0 0,'-109'17'7533'0'0,"106"-17"-7087"0"0,-30 6 2588 0 0,26-5-819 0 0,24-4-1768 0 0,1122-107 1263 0 0,4 113-1699 0 0,87 65-205 0 0,-2 33-1521 0 0,-744-60 552 0 0,-190-22 591 0 0,-183-13 350 0 0,-55-1-767 0 0,-53-5 460 0 0</inkml:trace>
</inkml:ink>
</file>

<file path=ppt/ink/ink2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3:16.0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18 640 0 0,'0'0'2540'0'0,"8"-10"-2540"0"0,-3 3-1364 0 0</inkml:trace>
</inkml:ink>
</file>

<file path=ppt/ink/ink2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3:17.9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16 1324 0 0,'0'0'4357'0'0,"10"-8"-3733"0"0,1 1-3401 0 0</inkml:trace>
</inkml:ink>
</file>

<file path=ppt/ink/ink2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3:19.3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1 180 520 0 0,'59'-31'908'0'0,"3"4"-308"0"0,1 0-200 0 0,1 2-252 0 0,-5 2-484 0 0,-1-2-372 0 0,-4 4 196 0 0</inkml:trace>
</inkml:ink>
</file>

<file path=ppt/ink/ink2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3:25.8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0 153 1140 0 0,'3'-6'2241'0'0,"-1"-1"-1"0"0,-1 1 1 0 0,1-1 0 0 0,0-11-1 0 0,-1-27 3294 0 0,1-6-2753 0 0,-1 49-2633 0 0,-1-9-197 0 0</inkml:trace>
</inkml:ink>
</file>

<file path=ppt/ink/ink2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3:26.1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103 0 952 0 0,'-14'11'4552'0'0,"-1"0"0"0"0,-33 17 1089 0 0,42-23-3304 0 0,-10 6 1298 0 0,12-7-4137 0 0,60 11-5294 0 0,-17-8-1368 0 0,-21-5 1361 0 0</inkml:trace>
</inkml:ink>
</file>

<file path=ppt/ink/ink2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3:26.4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50 2148 0 0,'49'-19'10551'0'0,"-10"4"-4174"0"0,-36 14-5627 0 0,27-6 1533 0 0,-28 7-1756 0 0,5-4 1125 0 0,5 0-4529 0 0</inkml:trace>
</inkml:ink>
</file>

<file path=ppt/ink/ink2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3:27.6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55 2228 0 0,'4'-54'12942'0'0,"-5"70"-12162"0"0,-3 164 2462 0 0,-2 12-2632 0 0,9-178-2705 0 0</inkml:trace>
</inkml:ink>
</file>

<file path=ppt/ink/ink2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3:27.8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32 106 512 0 0,'-26'-95'14327'0'0,"25"92"-13930"0"0,-4-5 100 0 0,7 12-1720 0 0,0 1 594 0 0,4 7-655 0 0,3 11-4094 0 0,-2-11 563 0 0</inkml:trace>
</inkml:ink>
</file>

<file path=ppt/ink/ink2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3:28.3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0 512 0 0,'14'7'10114'0'0,"-10"-3"-9630"0"0,0-1-1 0 0,0 1 1 0 0,-1 0 0 0 0,1 0-1 0 0,-1 0 1 0 0,0 0-1 0 0,0 0 1 0 0,0 1-1 0 0,3 7 1 0 0,19 51 1184 0 0,-16-36-1074 0 0,3 6 315 0 0,-1 0 0 0 0,-2 0 1 0 0,5 37-1 0 0,-14-68-389 0 0,0 1 230 0 0,-2 2 49 0 0,0-15-589 0 0,1-2-188 0 0,1 1 0 0 0,1 0 0 0 0,-1-1 0 0 0,2 1 0 0 0,-1 0 0 0 0,2 0 0 0 0,0 0 0 0 0,0 0 0 0 0,0 0 1 0 0,2 1-1 0 0,-1-1 0 0 0,12-17 0 0 0,-6 12-33 0 0,0 0 1 0 0,2 0 0 0 0,0 1 0 0 0,0 0 0 0 0,2 2 0 0 0,28-25 0 0 0,-40 36 9 0 0,0 0 0 0 0,1 0 0 0 0,-1 1 1 0 0,0-1-1 0 0,0 1 0 0 0,1 0 1 0 0,-1 0-1 0 0,0-1 0 0 0,1 1 0 0 0,0 1 1 0 0,-1-1-1 0 0,1 0 0 0 0,-1 1 1 0 0,1-1-1 0 0,0 1 0 0 0,-1 0 0 0 0,1 0 1 0 0,0 0-1 0 0,-1 0 0 0 0,1 0 1 0 0,0 1-1 0 0,-1-1 0 0 0,1 1 1 0 0,0 0-1 0 0,-1-1 0 0 0,1 1 0 0 0,-1 0 1 0 0,1 1-1 0 0,-1-1 0 0 0,0 0 1 0 0,0 1-1 0 0,1-1 0 0 0,-1 1 0 0 0,3 3 1 0 0,0 1-1 0 0,1 1 0 0 0,-2 0 0 0 0,1 0 0 0 0,-1 0-1 0 0,0 1 1 0 0,0-1 0 0 0,-1 1 0 0 0,0 0 0 0 0,4 16 0 0 0,12 102-83 0 0,-2-14-6281 0 0,-17-109 5461 0 0,3 9-483 0 0</inkml:trace>
</inkml:ink>
</file>

<file path=ppt/ink/ink2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3:29.8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0 303 2836 0 0,'1'-2'279'0'0,"1"-8"1573"0"0,1 0 0 0 0,0 0 0 0 0,0 1 0 0 0,7-14-1 0 0,-9 22-1187 0 0,2 0 58 0 0,-1 1-550 0 0,1 1 0 0 0,-1-1 0 0 0,1 1 0 0 0,-1-1 0 0 0,1 1 0 0 0,-1 0 0 0 0,0 0 0 0 0,1 0 0 0 0,-1 0 0 0 0,0 0 0 0 0,0 1 0 0 0,0-1 0 0 0,0 1 0 0 0,0-1 0 0 0,0 1 0 0 0,0 0 0 0 0,-1 0 0 0 0,1 0 0 0 0,2 3 0 0 0,33 50 1641 0 0,-29-42-1382 0 0,99 194 2163 0 0,-33-58-1854 0 0,-73-147-624 0 0,0 0 0 0 0,0 0-1 0 0,0 0 1 0 0,1 0 0 0 0,-1 0 0 0 0,1-1 0 0 0,0 1-1 0 0,-1 0 1 0 0,4 1 0 0 0,-4-2-79 0 0,-1-1 1 0 0,1 1-1 0 0,0-1 0 0 0,0 0 1 0 0,0 1-1 0 0,0-1 0 0 0,0 0 1 0 0,-1 0-1 0 0,1 1 1 0 0,0-1-1 0 0,0 0 0 0 0,0 0 1 0 0,0 0-1 0 0,0 0 0 0 0,0 0 1 0 0,0 0-1 0 0,1-1 0 0 0,2-1 14 0 0,0 0 0 0 0,-1 0 1 0 0,1 0-1 0 0,-1-1 0 0 0,1 1 0 0 0,-1-1 0 0 0,0 0 0 0 0,0 0 0 0 0,3-4 0 0 0,23-26 130 0 0,24-38 0 0 0,7-10-198 0 0,-45 63 20 0 0,28-26 0 0 0,-38 40-9 0 0,0 0 1 0 0,0 0-1 0 0,0 0 0 0 0,0 1 1 0 0,1 0-1 0 0,-1 0 1 0 0,1 0-1 0 0,0 1 1 0 0,0 0-1 0 0,0 0 1 0 0,7-1-1 0 0,-4 2 1 0 0,1 1 0 0 0,0 0 0 0 0,-1 0 0 0 0,1 1 0 0 0,-1 1-1 0 0,1 0 1 0 0,15 5 0 0 0,32 15 10 0 0,-29-11-9 0 0,0-1-1 0 0,55 12 1 0 0,-79-21 5 0 0,0 0 0 0 0,0 0-1 0 0,0 0 1 0 0,1-1 0 0 0,-1 1-1 0 0,0-1 1 0 0,1 0 0 0 0,-1 0-1 0 0,0-1 1 0 0,6-1 0 0 0,0 0-3 0 0,-4 0-81 0 0,-1 1 0 0 0,0-1 0 0 0,1-1 0 0 0,-1 1 0 0 0,0-1-1 0 0,-1 0 1 0 0,1 0 0 0 0,0 0 0 0 0,-1-1 0 0 0,1 0 0 0 0,-1 1 0 0 0,0-2-1 0 0,-1 1 1 0 0,1 0 0 0 0,-1-1 0 0 0,1 1 0 0 0,-1-1 0 0 0,-1 0 0 0 0,1 0 0 0 0,-1-1-1 0 0,3-7 1 0 0,0-1-86 0 0,-2 1-1 0 0,1 0 1 0 0,-2-1 0 0 0,1 1-1 0 0,-2-1 1 0 0,0 0-1 0 0,-2-24 1 0 0,1 35 151 0 0,0 0-1 0 0,0 0 1 0 0,0 0 0 0 0,-1 1 0 0 0,1-1-1 0 0,-1 0 1 0 0,0 0 0 0 0,0 1-1 0 0,0-1 1 0 0,0 1 0 0 0,0-1-1 0 0,-1 1 1 0 0,1-1 0 0 0,-1 1-1 0 0,0 0 1 0 0,0-1 0 0 0,0 1 0 0 0,0 0-1 0 0,-3-2 1 0 0,3 2-13 0 0,-1 2 27 0 0,0 1-1 0 0,0-1 1 0 0,0 1-1 0 0,0 0 1 0 0,0 0-1 0 0,0 0 1 0 0,1 0-1 0 0,-1 0 1 0 0,0 1-1 0 0,1-1 1 0 0,-1 1-1 0 0,1 0 1 0 0,-1-1-1 0 0,1 1 0 0 0,0 0 1 0 0,-1 1-1 0 0,1-1 1 0 0,0 0-1 0 0,1 1 1 0 0,-1-1-1 0 0,0 1 1 0 0,1-1-1 0 0,-3 5 1 0 0,-3 9 8 0 0,1-1 1 0 0,0 1 0 0 0,-4 19 0 0 0,3-10-6 0 0,-1 2 41 0 0,1 0 0 0 0,1 0 0 0 0,1 1 0 0 0,2-1 0 0 0,1 1 0 0 0,1 0 0 0 0,3 34 0 0 0,-1-60-15 0 0,-1 1 0 0 0,0 0-1 0 0,0 0 1 0 0,1-1 0 0 0,0 1 0 0 0,-1 0-1 0 0,1-1 1 0 0,0 1 0 0 0,0-1-1 0 0,1 1 1 0 0,-1-1 0 0 0,0 0 0 0 0,1 1-1 0 0,0-1 1 0 0,-1 0 0 0 0,1 0-1 0 0,0 0 1 0 0,0 0 0 0 0,0 0 0 0 0,0 0-1 0 0,0-1 1 0 0,1 1 0 0 0,-1-1-1 0 0,1 0 1 0 0,-1 1 0 0 0,1-1-1 0 0,-1 0 1 0 0,1 0 0 0 0,-1-1 0 0 0,1 1-1 0 0,0 0 1 0 0,-1-1 0 0 0,1 0-1 0 0,0 0 1 0 0,0 0 0 0 0,-1 0 0 0 0,5 0-1 0 0,5-2 6 0 0,0 1 0 0 0,0-2 0 0 0,0 0 1 0 0,0 0-1 0 0,0-1 0 0 0,-1 0 0 0 0,14-8 0 0 0,21-13-15 0 0,-1-1 0 0 0,-1-3 0 0 0,-2-1 0 0 0,-1-3 1 0 0,-1-1-1 0 0,-2-1 0 0 0,-2-3 0 0 0,-1-1 0 0 0,-2-1 0 0 0,30-48 0 0 0,-52 70-23 0 0,0-2-1 0 0,13-28 0 0 0,-24 46 9 0 0,-2 2-36 0 0,-9 0 52 0 0,10 0-17 0 0,1 0 1 0 0,-1 1-1 0 0,0-1 0 0 0,0 0 1 0 0,0 1-1 0 0,1-1 0 0 0,-1 1 1 0 0,0-1-1 0 0,0 1 0 0 0,1-1 1 0 0,-1 1-1 0 0,0-1 0 0 0,1 1 1 0 0,-1 0-1 0 0,1-1 1 0 0,-1 1-1 0 0,1 0 0 0 0,-1 0 1 0 0,1-1-1 0 0,-1 1 0 0 0,1 0 1 0 0,0 0-1 0 0,-1 0 0 0 0,1-1 1 0 0,0 1-1 0 0,0 2 1 0 0,-1-2-1 0 0,1 0 0 0 0,0 0 1 0 0,-1 0-1 0 0,1 0 0 0 0,0 0 1 0 0,0 1-1 0 0,0-1 0 0 0,0 0 1 0 0,0 0-1 0 0,0 0 0 0 0,1 0 1 0 0,-1 0-1 0 0,0 0 0 0 0,0 0 0 0 0,1 1 1 0 0,-1-1-1 0 0,1 0 0 0 0,-1 0 1 0 0,1 0-1 0 0,-1 0 0 0 0,1-1 1 0 0,1 3-1 0 0,-2-3 3 0 0,3 2 4 0 0,0 0 1 0 0,-1 0-1 0 0,1 0 1 0 0,0-1-1 0 0,0 1 0 0 0,6 2 1 0 0,13 3 10 0 0,-15-5-13 0 0,5 0-3 0 0,26 3-12 0 0,-18-3-10 0 0,-1 1 0 0 0,28 8 0 0 0,-40-8 18 0 0,-1-1-1 0 0,1 1 1 0 0,-1 0-1 0 0,0 0 1 0 0,0 0 0 0 0,-1 1-1 0 0,1 0 1 0 0,-1 0-1 0 0,0 0 1 0 0,0 1 0 0 0,6 7-1 0 0,-6-5 8 0 0,0 0 0 0 0,0 1 0 0 0,-1-1 1 0 0,0 1-1 0 0,0 1 0 0 0,-1-1 0 0 0,0 0 0 0 0,0 1 0 0 0,-1-1 0 0 0,0 1 0 0 0,1 13 0 0 0,-2 4 14 0 0,0 0 0 0 0,-6 46 0 0 0,1-18 237 0 0,4-52-65 0 0,3 2 116 0 0,-3-4-297 0 0,0 0-1 0 0,0 0 0 0 0,0 0 0 0 0,0 1 1 0 0,0-1-1 0 0,0 0 0 0 0,0 0 0 0 0,0 1 1 0 0,0-1-1 0 0,0 0 0 0 0,0 0 0 0 0,0 0 1 0 0,0 1-1 0 0,0-1 0 0 0,0 0 0 0 0,1 0 1 0 0,-1 0-1 0 0,0 0 0 0 0,0 1 0 0 0,0-1 1 0 0,0 0-1 0 0,0 0 0 0 0,1 0 1 0 0,-1 0-1 0 0,0 0 0 0 0,0 1 0 0 0,0-1 1 0 0,1 0-1 0 0,-1 0 0 0 0,0 0 0 0 0,0 0 1 0 0,0 0-1 0 0,1 0 0 0 0,-1 0 0 0 0,0 0 1 0 0,0 0-1 0 0,1 0 0 0 0,-1 0 0 0 0,0 0 1 0 0,0 0-1 0 0,0 0 0 0 0,1 0 0 0 0,-1 0 1 0 0,0 0-1 0 0,1 0 0 0 0,11-5 47 0 0,0 1-1 0 0,0-2 1 0 0,0 1 0 0 0,-1-2-1 0 0,0 1 1 0 0,11-9-1 0 0,64-56 30 0 0,-62 50-52 0 0,49-43-60 0 0,80-89 1 0 0,-50 16-72 0 0,-74 95 131 0 0,-13 18-186 0 0,-15 24 150 0 0,-1-1 0 0 0,1 0 0 0 0,0 1 0 0 0,0-1 0 0 0,0 1 1 0 0,0-1-1 0 0,-1 1 0 0 0,1 0 0 0 0,0-1 0 0 0,0 1 0 0 0,0 0 1 0 0,0 0-1 0 0,0-1 0 0 0,0 1 0 0 0,0 0 0 0 0,0 0 0 0 0,0 0 1 0 0,0 0-1 0 0,0 0 0 0 0,0 0 0 0 0,0 1 0 0 0,0-1 0 0 0,-1 0 0 0 0,1 0 1 0 0,0 1-1 0 0,0-1 0 0 0,0 1 0 0 0,0-1 0 0 0,0 0 0 0 0,0 1 1 0 0,-1 0-1 0 0,1-1 0 0 0,0 1 0 0 0,0-1 0 0 0,-1 1 0 0 0,2 1 1 0 0,36 32 61 0 0,-2 2 0 0 0,-1 1 0 0 0,-2 1 0 0 0,-2 3 0 0 0,-1 0 0 0 0,43 81 0 0 0,-69-113 39 0 0,1 0 0 0 0,-1 0 0 0 0,-1 0 0 0 0,0 1 1 0 0,0-1-1 0 0,-1 1 0 0 0,0-1 0 0 0,0 1 0 0 0,-1 15 1 0 0,-1-22-20 0 0,0 0 0 0 0,-1-1 0 0 0,0 1 1 0 0,0 0-1 0 0,0-1 0 0 0,0 1 0 0 0,0 0 1 0 0,0-1-1 0 0,-1 1 0 0 0,0-1 0 0 0,1 0 1 0 0,-1 1-1 0 0,0-1 0 0 0,0 0 0 0 0,-2 2 1 0 0,-34 22 873 0 0,32-22-819 0 0,5-3-3 0 0,-6 1 93 0 0,5-1 631 0 0,6-8-479 0 0,4-3-406 0 0,1 0 1 0 0,1 0 0 0 0,0 1-1 0 0,0 1 1 0 0,23-15-1 0 0,-11 8-62 0 0,307-248-1562 0 0,-323 257 1592 0 0,0 0 0 0 0,-1 0 0 0 0,0-1 0 0 0,0 0 1 0 0,0 0-1 0 0,3-8 0 0 0,-7 13-27 0 0,-2 1 87 0 0,0 0 2 0 0,1 1 1 0 0,-1 0 0 0 0,1-1 0 0 0,-1 1 0 0 0,1 0 0 0 0,-1-1 0 0 0,1 1 0 0 0,-1 0 0 0 0,0 0 0 0 0,1 0 0 0 0,-1 0 0 0 0,1-1 0 0 0,-1 1 0 0 0,0 0 0 0 0,1 0 0 0 0,-1 0 0 0 0,1 0 0 0 0,-1 0-1 0 0,0 0 1 0 0,1 1 0 0 0,-1-1 0 0 0,1 0 0 0 0,-1 0 0 0 0,0 0 0 0 0,1 1 0 0 0,-1-1 0 0 0,1 0 0 0 0,-1 0 0 0 0,1 1 0 0 0,-1-1 0 0 0,1 0 0 0 0,-1 1 0 0 0,1-1 0 0 0,-1 1 0 0 0,0 0 0 0 0,0 0 0 0 0,-12 9 23 0 0,0 1-1 0 0,0 1 1 0 0,1 0-1 0 0,0 0 1 0 0,1 1-1 0 0,1 1 1 0 0,0 0-1 0 0,1 0 1 0 0,0 1-1 0 0,1 0 1 0 0,1 0-1 0 0,1 1 1 0 0,-6 19 0 0 0,9-27 23 0 0,1 0 1 0 0,1 0 0 0 0,0 0-1 0 0,0 0 1 0 0,0 0 0 0 0,1 0-1 0 0,0 0 1 0 0,2 16 0 0 0,-1-20-25 0 0,0 0 0 0 0,0-1 1 0 0,1 1-1 0 0,-1-1 0 0 0,1 1 1 0 0,-1-1-1 0 0,1 0 0 0 0,0 1 1 0 0,0-1-1 0 0,1 0 0 0 0,-1 0 1 0 0,0 0-1 0 0,1-1 0 0 0,0 1 1 0 0,0-1-1 0 0,0 1 0 0 0,0-1 1 0 0,0 0-1 0 0,0 0 0 0 0,1-1 1 0 0,4 3-1 0 0,13 4-197 0 0,0-2 0 0 0,1 0 1 0 0,0-1-1 0 0,0-1 0 0 0,0-2 1 0 0,34 1-1 0 0,-18-3-2434 0 0,0-3 0 0 0,-1-1 0 0 0,41-9 1 0 0,-41 4-3108 0 0,-1-3-3108 0 0</inkml:trace>
</inkml:ink>
</file>

<file path=ppt/ink/ink2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3:30.9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79 535 1500 0 0,'4'-13'9148'0'0,"3"-8"-184"0"0,-18 29-8211 0 0,0 8-550 0 0,0 1-1 0 0,1 0 1 0 0,1 1-1 0 0,-8 21 1 0 0,12-28-143 0 0,2 0 1 0 0,-1 0 0 0 0,2 1 0 0 0,-1-1 0 0 0,1 1-1 0 0,1-1 1 0 0,0 1 0 0 0,2 20 0 0 0,-1-29-31 0 0,0 0 0 0 0,1 0 0 0 0,-1 0 1 0 0,1 1-1 0 0,0-1 0 0 0,0 0 0 0 0,1 0 1 0 0,-1 0-1 0 0,0-1 0 0 0,1 1 0 0 0,0 0 1 0 0,0 0-1 0 0,-1-1 0 0 0,2 1 0 0 0,-1-1 1 0 0,0 0-1 0 0,0 1 0 0 0,4 1 0 0 0,-2-2-3 0 0,0 0 0 0 0,0 0 1 0 0,0 0-1 0 0,0-1 0 0 0,0 1 0 0 0,0-1 0 0 0,0 0 0 0 0,1-1 0 0 0,-1 1 0 0 0,0-1 0 0 0,1 1 0 0 0,3-2 1 0 0,6 0 8 0 0,0-1 0 0 0,0 0 0 0 0,-1-1 0 0 0,1-1 1 0 0,-1 0-1 0 0,0-1 0 0 0,17-8 0 0 0,-13 3-46 0 0,0-1-1 0 0,0 0 1 0 0,-1-2-1 0 0,-1 0 1 0 0,0 0-1 0 0,-1-1 1 0 0,0-1-1 0 0,-1-1 1 0 0,-1 0-1 0 0,0 0 0 0 0,-1-1 1 0 0,-1-1-1 0 0,-1 0 1 0 0,0 0-1 0 0,10-34 1 0 0,-17 46-12 0 0,-1 0 0 0 0,0 0 0 0 0,0 0 0 0 0,0 0 0 0 0,0 0 0 0 0,-1 0 0 0 0,0 0 0 0 0,-1 0 0 0 0,1 0 0 0 0,-1-1 0 0 0,-3-9 0 0 0,3 13 14 0 0,0 1-1 0 0,0-1 0 0 0,-1 1 1 0 0,1-1-1 0 0,-1 1 0 0 0,0 0 1 0 0,1-1-1 0 0,-1 1 1 0 0,0 0-1 0 0,0 0 0 0 0,0 0 1 0 0,-1 0-1 0 0,1 1 0 0 0,0-1 1 0 0,-1 1-1 0 0,1-1 0 0 0,-1 1 1 0 0,1 0-1 0 0,-1 0 1 0 0,0 0-1 0 0,1 0 0 0 0,-1 0 1 0 0,0 1-1 0 0,0-1 0 0 0,0 1 1 0 0,-5 0-1 0 0,-3 0 0 0 0,-1 1 0 0 0,1 0-1 0 0,-1 1 1 0 0,1 0 0 0 0,-1 1 0 0 0,1 0 0 0 0,0 0-1 0 0,1 2 1 0 0,-1-1 0 0 0,1 1 0 0 0,-18 12-1 0 0,17-10 11 0 0,1 0 0 0 0,1 0-1 0 0,-1 1 1 0 0,1 1-1 0 0,0-1 1 0 0,1 1 0 0 0,0 1-1 0 0,1 0 1 0 0,0 0-1 0 0,-12 21 1 0 0,18-28 4 0 0,0-1-1 0 0,0 0 1 0 0,0 1 0 0 0,1-1 0 0 0,-1 1-1 0 0,0-1 1 0 0,1 1 0 0 0,0-1-1 0 0,-1 1 1 0 0,1-1 0 0 0,0 1 0 0 0,0-1-1 0 0,1 1 1 0 0,-1 0 0 0 0,0-1-1 0 0,1 1 1 0 0,0-1 0 0 0,-1 1-1 0 0,1-1 1 0 0,0 0 0 0 0,0 1 0 0 0,0-1-1 0 0,3 3 1 0 0,-2-2 4 0 0,1 0 0 0 0,0 0 0 0 0,1 0 0 0 0,-1-1 0 0 0,0 1 0 0 0,1-1 0 0 0,-1 0 0 0 0,1 0 0 0 0,0 0 0 0 0,0 0 0 0 0,0-1 0 0 0,0 1 0 0 0,7 1 0 0 0,7 0 4 0 0,-1-1 0 0 0,1 0-1 0 0,0-1 1 0 0,0-1 0 0 0,0 0-1 0 0,30-6 1 0 0,3-3-35 0 0,50-17 1 0 0,-41 7-101 0 0,-1-2 0 0 0,-1-2 0 0 0,-1-3 0 0 0,-1-2 0 0 0,-1-3 0 0 0,-2-2 0 0 0,93-76 0 0 0,128-163-462 0 0,-239 235 502 0 0,-33 35 58 0 0,-18 29-8 0 0,-22 36 195 0 0,4 3 0 0 0,-43 110 0 0 0,42-75 291 0 0,-25 125 0 0 0,41-128-145 0 0,4 1-1 0 0,5 0 1 0 0,4 168 0 0 0,10-218-174 0 0,2 0 0 0 0,2-1-1 0 0,20 66 1 0 0,-17-90 528 0 0,-3-12-207 0 0,-8-12-449 0 0,0 0 1 0 0,1 0-1 0 0,-1 1 0 0 0,0-1 1 0 0,0 0-1 0 0,0 0 0 0 0,0 0 1 0 0,1 0-1 0 0,-1 1 0 0 0,0-1 1 0 0,0 0-1 0 0,0 0 1 0 0,1 0-1 0 0,-1 0 0 0 0,0 0 1 0 0,0 0-1 0 0,1 0 0 0 0,-1 0 1 0 0,0 0-1 0 0,0 0 0 0 0,0 0 1 0 0,1 0-1 0 0,-1 0 0 0 0,0 0 1 0 0,0 0-1 0 0,1 0 0 0 0,-1 0 1 0 0,0 0-1 0 0,0 0 1 0 0,0 0-1 0 0,1 0 0 0 0,-1 0 1 0 0,0 0-1 0 0,0-1 0 0 0,0 1 1 0 0,1 0-1 0 0,-1 0 0 0 0,1-2 10 0 0,1 0-1 0 0,-1-1 0 0 0,0 1 1 0 0,1 0-1 0 0,-1-1 0 0 0,-1 1 1 0 0,1-1-1 0 0,0 1 0 0 0,0-1 1 0 0,-1 1-1 0 0,0-1 0 0 0,1 1 0 0 0,-1-1 1 0 0,0 1-1 0 0,0-1 0 0 0,-1 0 1 0 0,1 1-1 0 0,0-1 0 0 0,-1 1 1 0 0,0-1-1 0 0,1 1 0 0 0,-3-4 1 0 0,1-2-5 0 0,-1 0 0 0 0,-1 0 0 0 0,1 1 0 0 0,-1 0 0 0 0,-9-13 0 0 0,2 8 6 0 0,0 1-1 0 0,0 0 1 0 0,-1 1-1 0 0,0 0 1 0 0,-1 1-1 0 0,0 0 0 0 0,-22-10 1 0 0,-103-40 132 0 0,34 23-38 0 0,-44-16 43 0 0,148 51-160 0 0,-1 1-1 0 0,0 0 1 0 0,0 0 0 0 0,0-1-1 0 0,1 1 1 0 0,-1-1-1 0 0,0 1 1 0 0,0-1 0 0 0,1 1-1 0 0,-1-1 1 0 0,0 1-1 0 0,1-1 1 0 0,-1 1 0 0 0,0-1-1 0 0,1 0 1 0 0,-1 1-1 0 0,1-1 1 0 0,-1 0 0 0 0,1 0-1 0 0,0 1 1 0 0,-1-1-1 0 0,1 0 1 0 0,0 0 0 0 0,-1 0-1 0 0,1 1 1 0 0,0-2-1 0 0,0 0-28 0 0,0 1-1 0 0,1 0 1 0 0,-1-1-1 0 0,1 1 1 0 0,-1 0-1 0 0,1 0 1 0 0,-1-1-1 0 0,1 1 1 0 0,0 0-1 0 0,-1 0 1 0 0,1 0-1 0 0,0 0 0 0 0,0 0 1 0 0,1-2-1 0 0,5-3-299 0 0,0 0 0 0 0,1 1 0 0 0,12-9 0 0 0,41-17-2916 0 0,1 2 1 0 0,85-27-1 0 0,-69 27-1978 0 0,-11 3-1924 0 0</inkml:trace>
</inkml:ink>
</file>

<file path=ppt/ink/ink2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3:31.5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245 266 80 0 0,'-3'-1'2350'0'0,"-3"-3"-674"0"0,-1-1 0 0 0,0 0 0 0 0,1 0 0 0 0,0 0-1 0 0,0-1 1 0 0,0 0 0 0 0,-8-11 0 0 0,13 16-1224 0 0,-1-1 25 0 0,-4-1 13 0 0,1 14-82 0 0,1 0 0 0 0,0 0 0 0 0,1 0 1 0 0,0 0-1 0 0,-2 13 0 0 0,-1 8 46 0 0,-111 391 2942 0 0,90-329-270 0 0,27-92-2616 0 0,0-19 240 0 0,2-1-549 0 0,1 1 0 0 0,8-31 0 0 0,-2 15-160 0 0,16-59 31 0 0,4 1 1 0 0,4 2 0 0 0,4 1-1 0 0,91-156 1 0 0,-120 230-96 0 0,1 1-1 0 0,16-20 1 0 0,-22 29 11 0 0,1 1 1 0 0,0-1-1 0 0,0 1 0 0 0,0-1 1 0 0,0 1-1 0 0,0 0 1 0 0,0 1-1 0 0,1-1 1 0 0,0 1-1 0 0,-1 0 1 0 0,8-3-1 0 0,-9 5 9 0 0,0 0-1 0 0,0 0 0 0 0,0 0 0 0 0,0 0 0 0 0,0 0 1 0 0,0 0-1 0 0,0 1 0 0 0,0 0 0 0 0,0-1 1 0 0,0 1-1 0 0,0 0 0 0 0,0 0 0 0 0,-1 1 1 0 0,1-1-1 0 0,0 1 0 0 0,-1-1 0 0 0,1 1 0 0 0,-1 0 1 0 0,5 4-1 0 0,1 2-28 0 0,0 0 0 0 0,-1 0-1 0 0,11 16 1 0 0,-6-5 18 0 0,-1 1 0 0 0,-1-1 0 0 0,0 2 0 0 0,-2 0 0 0 0,0 0 1 0 0,-2 0-1 0 0,7 36 0 0 0,9 159 233 0 0,-17-143-169 0 0,1 49-1420 0 0,-5-109 501 0 0</inkml:trace>
</inkml:ink>
</file>

<file path=ppt/ink/ink2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3:31.7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132 123 996 0 0,'-42'-13'6638'0'0,"24"7"-2647"0"0,1 0-1 0 0,-1-1 1 0 0,-16-9-1 0 0,32 14-3167 0 0,2 1-761 0 0,0 0-1 0 0,0 0 1 0 0,1 0-1 0 0,-1 0 1 0 0,0 0 0 0 0,1 0-1 0 0,-1 0 1 0 0,1 1 0 0 0,-1-1-1 0 0,1 0 1 0 0,0 0 0 0 0,-1 0-1 0 0,1 0 1 0 0,0 1 0 0 0,-1-1-1 0 0,1 0 1 0 0,0 1 0 0 0,0-1-1 0 0,0 0 1 0 0,0 1 0 0 0,0-1-1 0 0,-1 1 1 0 0,1 0-1 0 0,0-1 1 0 0,2 1 0 0 0,29-9 176 0 0,-23 7-190 0 0,58-12-1584 0 0,136-8 0 0 0,76 17-2889 0 0,-254 5 4016 0 0,424 0-10066 0 0,-332-2 4952 0 0</inkml:trace>
</inkml:ink>
</file>

<file path=ppt/ink/ink2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3:32.0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97 13 3552 0 0,'-21'-12'16122'0'0,"19"19"-15599"0"0,1 0-1 0 0,0 1 0 0 0,0-1 0 0 0,1 1 1 0 0,0-1-1 0 0,0 1 0 0 0,1 8 0 0 0,0 14 256 0 0,-5 14-224 0 0,-3 0 1 0 0,-20 71-1 0 0,5-23-1423 0 0,18-73-226 0 0,-3 12-1599 0 0,5-12-2227 0 0</inkml:trace>
</inkml:ink>
</file>

<file path=ppt/ink/ink2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3:32.4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279 132 2800 0 0,'99'-118'15276'0'0,"-99"118"-15186"0"0,1-1 0 0 0,-1 1 0 0 0,1-1 0 0 0,-1 1 0 0 0,1 0 0 0 0,-1-1 0 0 0,0 1 0 0 0,1-1 0 0 0,-1 1 1 0 0,0-1-1 0 0,0 1 0 0 0,1-1 0 0 0,-1 1 0 0 0,0-1 0 0 0,0 1 0 0 0,0-1 0 0 0,0 1 0 0 0,1-1 0 0 0,-1 1 0 0 0,0-1 0 0 0,0 1 0 0 0,0-1 0 0 0,0 1 0 0 0,0-1 0 0 0,-1-1 0 0 0,-11 2 545 0 0,-19 13-343 0 0,9-1-51 0 0,0 1-1 0 0,-35 28 1 0 0,48-34-207 0 0,0 1-1 0 0,1 1 1 0 0,0-1-1 0 0,0 1 1 0 0,1 1-1 0 0,0-1 0 0 0,0 1 1 0 0,-5 13-1 0 0,11-21-11 0 0,0-1 0 0 0,1 1 0 0 0,-1 0 0 0 0,0 0 0 0 0,1 0 0 0 0,0 0 0 0 0,-1 1 0 0 0,1-1 0 0 0,0 0 0 0 0,0 0 0 0 0,0 0 0 0 0,0 0 0 0 0,1 0-1 0 0,-1 0 1 0 0,0 0 0 0 0,1 0 0 0 0,0 0 0 0 0,-1 0 0 0 0,2 2 0 0 0,0 0 6 0 0,1-1 1 0 0,-1 1-1 0 0,1-1 0 0 0,-1 0 1 0 0,1 0-1 0 0,0 0 0 0 0,0 0 1 0 0,1 0-1 0 0,3 2 0 0 0,7 4 52 0 0,2 0 0 0 0,-1-2 0 0 0,26 10 0 0 0,-38-16-68 0 0,1 1 29 0 0,26 9 48 0 0,45 24 1 0 0,-69-31 149 0 0,1 0 1 0 0,-1 0-1 0 0,0 0 1 0 0,0 0-1 0 0,0 1 1 0 0,-1 0-1 0 0,1 1 1 0 0,-1-1-1 0 0,-1 1 0 0 0,1 0 1 0 0,-1 0-1 0 0,7 13 1 0 0,-10-17-87 0 0,0 0 0 0 0,-1 0 0 0 0,1 0 0 0 0,-1 0 0 0 0,1 0 0 0 0,-1 1 0 0 0,0-1 0 0 0,1 0 0 0 0,-1 0 0 0 0,0 0 0 0 0,-1 1 0 0 0,1-1 0 0 0,0 0 0 0 0,-1 0 0 0 0,1 0 0 0 0,-1 0 1 0 0,0 0-1 0 0,1 0 0 0 0,-3 3 0 0 0,1-1-2 0 0,-1-1 0 0 0,1 0 1 0 0,-1 0-1 0 0,0 0 0 0 0,0 0 0 0 0,0 0 1 0 0,0-1-1 0 0,0 1 0 0 0,-7 3 1 0 0,-4 1 45 0 0,-1-1 0 0 0,0 0 0 0 0,0-1 0 0 0,-17 4 1 0 0,12-4-307 0 0,-1-2 0 0 0,1 0 1 0 0,-35 0-1 0 0,35-3-1460 0 0,-38-7 0 0 0,-5-9-4312 0 0,48 10 2562 0 0,1 0-1 0 0,-16-9 1 0 0,3-3-7179 0 0</inkml:trace>
</inkml:ink>
</file>

<file path=ppt/ink/ink2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3:32.6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8 233 1848 0 0,'4'-55'6516'0'0,"3"-31"1574"0"0,-6 62-5898 0 0,-3-33 1 0 0,-2 47-3748 0 0,-3 11 448 0 0,6 0 915 0 0,1 0-1 0 0,-1 0 0 0 0,1 0 1 0 0,-1 0-1 0 0,0-1 1 0 0,1 1-1 0 0,-1 0 0 0 0,1 0 1 0 0,0 0-1 0 0,-1 0 1 0 0,1 0-1 0 0,0 0 0 0 0,0 0 1 0 0,0 0-1 0 0,-1 0 1 0 0,1 0-1 0 0,0 0 1 0 0,0 0-1 0 0,1 1 0 0 0,6 30-6002 0 0,-2-19 469 0 0</inkml:trace>
</inkml:ink>
</file>

<file path=ppt/ink/ink2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3:33.9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99 213 580 0 0,'8'-9'2395'0'0,"0"-1"1"0"0,0 0-1 0 0,9-17 0 0 0,-4 6-564 0 0,-11 19-1272 0 0,2-3 22 0 0,-3 3-109 0 0,-1 1 0 0 0,1-1 0 0 0,-1 1 0 0 0,0-1 0 0 0,0 0 0 0 0,1 1 0 0 0,-1-1 0 0 0,0 1 0 0 0,0-1 0 0 0,-1 1 0 0 0,1-1 1 0 0,0 1-1 0 0,0-1 0 0 0,-1-1 0 0 0,0 2-456 0 0,0 0 0 0 0,0 1 0 0 0,0-1 0 0 0,0 1 0 0 0,1-1 1 0 0,-1 1-1 0 0,0-1 0 0 0,0 1 0 0 0,0-1 0 0 0,0 1 0 0 0,0 0 1 0 0,0 0-1 0 0,0 0 0 0 0,0-1 0 0 0,0 1 0 0 0,0 0 1 0 0,0 0-1 0 0,-2 0 0 0 0,0 0 5 0 0,-16 2 16 0 0,0-2-11 0 0,2 2-12 0 0,-3-2 9 0 0,1 0-21 0 0,16 0-12 0 0,-7 0 5 0 0,8 0-4 0 0,-1 1-1 0 0,-9 0 12 0 0,9-1 898 0 0,3 0-876 0 0,-1 0-1 0 0,1 0 0 0 0,-1 0 1 0 0,0 0-1 0 0,1 0 0 0 0,-1-1 1 0 0,1 1-1 0 0,-1 0 0 0 0,1 0 1 0 0,-1 0-1 0 0,1-1 0 0 0,-1 1 1 0 0,1 0-1 0 0,-1-1 0 0 0,1 1 1 0 0,-1-1-1 0 0,0 0 0 0 0,91-53 276 0 0,-46 29-284 0 0,-43 24-19 0 0,34-16-98 0 0,-32 20 101 0 0,-1 1 1 0 0,1 0 0 0 0,-1 0 0 0 0,0 0 0 0 0,0 0-1 0 0,0 0 1 0 0,-1 0 0 0 0,1 0 0 0 0,-1 0-1 0 0,0 1 1 0 0,0-1 0 0 0,0 8 0 0 0,1 11 77 0 0,-2 28 0 0 0,0-29-6 0 0,-2 71 75 0 0,0-39-49 0 0,2 0 1 0 0,11 76-1 0 0,-11-128-86 0 0,0 0 0 0 0,1 0 0 0 0,-1 0 0 0 0,1 0 1 0 0,0 0-1 0 0,-1-1 0 0 0,1 1 0 0 0,0 0 0 0 0,0 0 0 0 0,0-1 0 0 0,1 1 1 0 0,-1-1-1 0 0,0 1 0 0 0,1-1 0 0 0,-1 1 0 0 0,1-1 0 0 0,-1 0 0 0 0,1 0 1 0 0,-1 0-1 0 0,1 0 0 0 0,0 0 0 0 0,0 0 0 0 0,-1 0 0 0 0,1 0 0 0 0,4 0 1 0 0,-1 0-5 0 0,1 0 1 0 0,-1 0-1 0 0,1-1 1 0 0,-1 0-1 0 0,1 0 1 0 0,-1 0 0 0 0,0-1-1 0 0,9-1 1 0 0,-3-1-98 0 0,0-1 1 0 0,-1 0 0 0 0,1 0-1 0 0,-1-1 1 0 0,0 0 0 0 0,0-1-1 0 0,-1 0 1 0 0,14-12-1 0 0,7-8-281 0 0,27-31 0 0 0,-30 27 247 0 0,-1-2 0 0 0,-2 0-1 0 0,39-70 1 0 0,-31 48 148 0 0,-31 52-46 0 0,-1 2 18 0 0,0-1 1 0 0,0 1 0 0 0,1-1 0 0 0,-1 1 0 0 0,0 0 0 0 0,0 0 0 0 0,0-1 0 0 0,1 1-1 0 0,-1 0 1 0 0,0-1 0 0 0,0 1 0 0 0,1 0 0 0 0,-1 0 0 0 0,0-1 0 0 0,0 1 0 0 0,1 0-1 0 0,-1 0 1 0 0,0 0 0 0 0,1-1 0 0 0,-1 1 0 0 0,0 0 0 0 0,1 0 0 0 0,1 4 4 0 0,-1-1 0 0 0,0 1 0 0 0,0 0 0 0 0,-1 0 0 0 0,1 0 0 0 0,-1 0 0 0 0,0 0 0 0 0,0 0 0 0 0,0 0 0 0 0,0 0 0 0 0,-2 7 0 0 0,0 9-46 0 0,1 7 75 0 0,2 1 1 0 0,1-1-1 0 0,11 50 0 0 0,-11-68-294 0 0,1 1-1 0 0,1-1 0 0 0,0 1 1 0 0,0-1-1 0 0,10 15 0 0 0,-10-18-252 0 0,1 0-1 0 0,0-1 1 0 0,0 1-1 0 0,0-1 1 0 0,0-1-1 0 0,1 1 1 0 0,-1-1-1 0 0,1 1 0 0 0,7 2 1 0 0,-10-6-8 0 0,0 0-1 0 0,1 0 1 0 0,-1 0 0 0 0,0 0 0 0 0,0 0-1 0 0,0-1 1 0 0,1 0 0 0 0,-1 0-1 0 0,0 0 1 0 0,1 0 0 0 0,-1 0-1 0 0,0-1 1 0 0,0 1 0 0 0,6-3 0 0 0,9-4-3560 0 0</inkml:trace>
</inkml:ink>
</file>

<file path=ppt/ink/ink2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3:34.6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1 187 2220 0 0,'17'-32'5531'0'0,"28"-39"1"0"0,-45 70-5457 0 0,0 0 0 0 0,1 0 0 0 0,-1 1 0 0 0,1-1 0 0 0,-1 0 0 0 0,1 1 0 0 0,0-1 0 0 0,-1 0 1 0 0,1 1-1 0 0,-1-1 0 0 0,1 1 0 0 0,0-1 0 0 0,0 1 0 0 0,-1 0 0 0 0,1-1 0 0 0,0 1 0 0 0,0 0 0 0 0,-1-1 1 0 0,1 1-1 0 0,0 0 0 0 0,0 0 0 0 0,0 0 0 0 0,-1-1 0 0 0,1 1 0 0 0,0 0 0 0 0,0 0 0 0 0,1 1 1 0 0,0-1 28 0 0,-1 1 0 0 0,1 0 0 0 0,-1-1 1 0 0,0 1-1 0 0,0 0 0 0 0,1 0 1 0 0,-1 0-1 0 0,0 0 0 0 0,0 1 1 0 0,0-1-1 0 0,0 0 0 0 0,0 0 1 0 0,1 3-1 0 0,2 3 265 0 0,0 0 0 0 0,-1 0 0 0 0,0 0 1 0 0,3 13-1 0 0,-1 8 100 0 0,-2-1 0 0 0,-1 1 1 0 0,-1-1-1 0 0,-4 31 1 0 0,2 2 1 0 0,0-40-41 0 0,1-11 440 0 0,5-21-626 0 0,4-12-285 0 0,2-1-1 0 0,1 2 1 0 0,1 0-1 0 0,1 0 1 0 0,0 1-1 0 0,2 1 1 0 0,1 0-1 0 0,0 1 1 0 0,2 1-1 0 0,0 1 1 0 0,1 1-1 0 0,1 0 1 0 0,0 2 0 0 0,36-20-1 0 0,-53 33 39 0 0,0 0-1 0 0,0 0 1 0 0,0 1-1 0 0,0 0 1 0 0,0-1-1 0 0,1 1 1 0 0,-1 1 0 0 0,0-1-1 0 0,1 1 1 0 0,-1 0-1 0 0,0 0 1 0 0,1 0-1 0 0,-1 0 1 0 0,1 1-1 0 0,-1-1 1 0 0,0 1 0 0 0,0 1-1 0 0,1-1 1 0 0,-1 0-1 0 0,0 1 1 0 0,0 0-1 0 0,0 0 1 0 0,-1 0-1 0 0,1 1 1 0 0,0-1 0 0 0,-1 1-1 0 0,0 0 1 0 0,1-1-1 0 0,-1 2 1 0 0,0-1-1 0 0,0 0 1 0 0,-1 1-1 0 0,1-1 1 0 0,-1 1 0 0 0,0 0-1 0 0,3 5 1 0 0,1 9 16 0 0,-1-1 1 0 0,0 1 0 0 0,-1 0 0 0 0,-1 0 0 0 0,-1 0-1 0 0,0 27 1 0 0,-1-22-32 0 0,0-1-1 0 0,2 1 0 0 0,8 30 1 0 0,-10-49-72 0 0,0 0 0 0 0,0-1 1 0 0,0 1-1 0 0,1-1 0 0 0,0 1 1 0 0,-1-1-1 0 0,1 1 1 0 0,1-1-1 0 0,-1 0 0 0 0,0 0 1 0 0,1 0-1 0 0,-1 0 0 0 0,1-1 1 0 0,0 1-1 0 0,0-1 0 0 0,0 1 1 0 0,0-1-1 0 0,1 0 0 0 0,-1 0 1 0 0,1-1-1 0 0,-1 1 0 0 0,1-1 1 0 0,-1 1-1 0 0,1-1 1 0 0,0 0-1 0 0,5 0 0 0 0,-3-1-129 0 0,0 0 0 0 0,1 0 0 0 0,-1 0-1 0 0,1-1 1 0 0,-1 0 0 0 0,0-1 0 0 0,0 1 0 0 0,1-1-1 0 0,-1 0 1 0 0,-1-1 0 0 0,1 1 0 0 0,0-1-1 0 0,0 0 1 0 0,-1-1 0 0 0,7-5 0 0 0,8-7 16 0 0,-2-2-1 0 0,0 0 1 0 0,-1-1 0 0 0,0 0-1 0 0,-2-2 1 0 0,15-25 0 0 0,68-140 4080 0 0,-65 119-1434 0 0,-32 64-2328 0 0,5-1 86 0 0,-4 12 150 0 0,-2-5-271 0 0,-4 88 1329 0 0,1-42-927 0 0,4 50 0 0 0,-1-96-524 0 0,1 0 0 0 0,-1 0 0 0 0,0 0-1 0 0,1 0 1 0 0,0-1 0 0 0,0 1 0 0 0,0 0-1 0 0,0 0 1 0 0,0-1 0 0 0,0 1 0 0 0,1-1 0 0 0,-1 1-1 0 0,1-1 1 0 0,0 1 0 0 0,-1-1 0 0 0,1 0-1 0 0,0 0 1 0 0,1 0 0 0 0,-1 0 0 0 0,0 0-1 0 0,0-1 1 0 0,1 1 0 0 0,-1-1 0 0 0,1 1 0 0 0,-1-1-1 0 0,1 0 1 0 0,0 0 0 0 0,0 0 0 0 0,-1 0-1 0 0,1-1 1 0 0,0 1 0 0 0,0-1 0 0 0,0 0 0 0 0,0 1-1 0 0,3-2 1 0 0,4 0-853 0 0,0-1 0 0 0,0 0 0 0 0,0-1 0 0 0,16-6 0 0 0,-18 5-1142 0 0,0 0 0 0 0,-1-1 0 0 0,15-9-1 0 0,2-6-5830 0 0</inkml:trace>
</inkml:ink>
</file>

<file path=ppt/ink/ink2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3:34.7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101 128 2684 0 0,'-24'-38'7138'0'0,"-37"-45"-1"0"0,60 83-7143 0 0,1-1 0 0 0,0 1 1 0 0,0-1-1 0 0,-1 1 0 0 0,1 0 1 0 0,0-1-1 0 0,0 1 0 0 0,-1-1 0 0 0,1 1 1 0 0,-1 0-1 0 0,1 0 0 0 0,0-1 0 0 0,-1 1 1 0 0,1 0-1 0 0,-1-1 0 0 0,1 1 0 0 0,0 0 1 0 0,-1 0-1 0 0,1 0 0 0 0,-1 0 1 0 0,1 0-1 0 0,-1-1 0 0 0,1 1 0 0 0,-1 0 1 0 0,1 0-1 0 0,-1 0 0 0 0,0 0 0 0 0,-3 11-968 0 0,7 20-1623 0 0,12 12-3909 0 0,-7-27 2189 0 0</inkml:trace>
</inkml:ink>
</file>

<file path=ppt/ink/ink2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3:35.2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320 60 1012 0 0,'9'-1'1880'0'0,"0"0"0"0"0,-1 0 0 0 0,1-1 0 0 0,-1-1 0 0 0,1 1 0 0 0,-1-1 0 0 0,0-1 0 0 0,0 1 0 0 0,0-1 0 0 0,12-9 0 0 0,-19 13-1828 0 0,-1 0 0 0 0,0-1 0 0 0,1 1 0 0 0,-1 0 1 0 0,0 0-1 0 0,1-1 0 0 0,-1 1 0 0 0,0 0 0 0 0,1 0 0 0 0,-1-1 0 0 0,0 1 0 0 0,0 0 1 0 0,1-1-1 0 0,-1 1 0 0 0,0 0 0 0 0,0-1 0 0 0,0 1 0 0 0,0 0 0 0 0,1-1 0 0 0,-1 1 0 0 0,0 0 1 0 0,0-1-1 0 0,0 1 0 0 0,0-1 0 0 0,0 1 0 0 0,0 0 0 0 0,0-1 0 0 0,0 1 0 0 0,0 0 1 0 0,0-1-1 0 0,0 1 0 0 0,0-1 0 0 0,0 1 0 0 0,0 0 0 0 0,0-1 0 0 0,-1 1 0 0 0,1 0 1 0 0,0-1-1 0 0,0 1 0 0 0,0-1 0 0 0,-1 1 0 0 0,1 0 0 0 0,0 0 0 0 0,0-1 0 0 0,-1 1 0 0 0,1 0 1 0 0,0-1-1 0 0,0 1 0 0 0,-1 0 0 0 0,1 0 0 0 0,0 0 0 0 0,-1-1 0 0 0,1 1 0 0 0,0 0 1 0 0,-1 0-1 0 0,1 0 0 0 0,-1 0 0 0 0,1 0 0 0 0,0-1 0 0 0,-1 1 0 0 0,0 0 0 0 0,-19-4 259 0 0,12 3-241 0 0,0 2 0 0 0,0-1 0 0 0,1 1-1 0 0,-1 0 1 0 0,0 0 0 0 0,0 1-1 0 0,1 0 1 0 0,-1 1 0 0 0,-12 5 0 0 0,-2 4-25 0 0,-34 22 1 0 0,43-25-32 0 0,-7 5 2 0 0,0 1-1 0 0,2 1 1 0 0,-1 0 0 0 0,2 2 0 0 0,-26 33-1 0 0,32-37 33 0 0,1 1 0 0 0,0 0-1 0 0,1 1 1 0 0,1 0-1 0 0,1 0 1 0 0,0 1 0 0 0,1-1-1 0 0,-6 28 1 0 0,11-39-23 0 0,0 0 0 0 0,1-1 0 0 0,0 1 0 0 0,-1 0 1 0 0,2 0-1 0 0,-1 0 0 0 0,0 0 0 0 0,1-1 0 0 0,0 1 0 0 0,0 0 1 0 0,1 0-1 0 0,-1-1 0 0 0,1 1 0 0 0,0-1 0 0 0,4 7 1 0 0,-4-8-21 0 0,0 0 0 0 0,0-1 0 0 0,1 1 1 0 0,-1-1-1 0 0,0 0 0 0 0,1 0 0 0 0,0 0 1 0 0,0 0-1 0 0,-1 0 0 0 0,1-1 1 0 0,0 1-1 0 0,0-1 0 0 0,0 0 0 0 0,1 0 1 0 0,-1 0-1 0 0,0 0 0 0 0,0 0 0 0 0,1-1 1 0 0,-1 0-1 0 0,0 1 0 0 0,0-1 1 0 0,1 0-1 0 0,4-1 0 0 0,7-1-134 0 0,-1-1 0 0 0,0 0-1 0 0,0-1 1 0 0,0-1 0 0 0,-1 0 0 0 0,0-1 0 0 0,0 0-1 0 0,16-10 1 0 0,11-11-293 0 0,41-35-1 0 0,-72 55 397 0 0,174-164 2501 0 0,-181 169-1997 0 0,1 3-207 0 0,-2 0-214 0 0,0 0 1 0 0,0 0 0 0 0,0 0-1 0 0,-1 0 1 0 0,1 1-1 0 0,0-1 1 0 0,0 0 0 0 0,-1 0-1 0 0,1 0 1 0 0,-1 1 0 0 0,1-1-1 0 0,-1 0 1 0 0,1 1 0 0 0,-1-1-1 0 0,0 1 1 0 0,0-1 0 0 0,0 0-1 0 0,0 1 1 0 0,0-1 0 0 0,0 1-1 0 0,0-1 1 0 0,0 0-1 0 0,0 1 1 0 0,-1-1 0 0 0,1 1-1 0 0,-1 1 1 0 0,-14 49 1038 0 0,10-37-820 0 0,-41 111 1025 0 0,26-78-1324 0 0,3 1 0 0 0,2 1 0 0 0,-12 70 0 0 0,26-113-495 0 0,0 0 0 0 0,1 0 1 0 0,0 0-1 0 0,1 0 0 0 0,-1 0 0 0 0,1 0 0 0 0,1-1 0 0 0,-1 1 0 0 0,1 0 0 0 0,5 12 0 0 0,-5-15-159 0 0,0 0 0 0 0,1 0 0 0 0,-1 0-1 0 0,1 0 1 0 0,0 0 0 0 0,0-1 0 0 0,4 5 0 0 0,-3-6-348 0 0,-1 1 1 0 0,1 0-1 0 0,0-1 1 0 0,-1 0-1 0 0,1 0 1 0 0,0 0-1 0 0,0 0 1 0 0,6 1-1 0 0,14 3-8652 0 0</inkml:trace>
</inkml:ink>
</file>

<file path=ppt/ink/ink2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3:35.9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0 251 2224 0 0,'127'-232'18449'0'0,"-114"214"-17258"0"0,-13 18-1167 0 0,1 0 0 0 0,-1 0 1 0 0,0 0-1 0 0,0 0 0 0 0,0 0 1 0 0,0 0-1 0 0,0 0 0 0 0,1 0 0 0 0,-1 0 1 0 0,0 0-1 0 0,0 0 0 0 0,0 0 1 0 0,0 0-1 0 0,0 0 0 0 0,0 0 1 0 0,1 0-1 0 0,-1 0 0 0 0,0 0 1 0 0,0 0-1 0 0,0 0 0 0 0,0 0 1 0 0,0 0-1 0 0,0 0 0 0 0,0 0 1 0 0,1 1-1 0 0,-1-1 0 0 0,0 0 1 0 0,0 0-1 0 0,0 0 0 0 0,0 0 1 0 0,0 0-1 0 0,0 0 0 0 0,0 0 1 0 0,0 1-1 0 0,0-1 0 0 0,0 0 1 0 0,0 0-1 0 0,0 0 0 0 0,0 0 1 0 0,0 0-1 0 0,0 1 0 0 0,0-1 1 0 0,0 0-1 0 0,0 0 0 0 0,0 0 1 0 0,0 0-1 0 0,0 0 0 0 0,0 0 1 0 0,0 1-1 0 0,0-1 0 0 0,0 0 1 0 0,0 0-1 0 0,0 0 0 0 0,0 0 1 0 0,0 0-1 0 0,0 0 0 0 0,0 1 1 0 0,0-1-1 0 0,0 0 0 0 0,-1 0 0 0 0,-7 41 2027 0 0,6-34-2027 0 0,-14 52 1108 0 0,-18 88 427 0 0,29-120-1373 0 0,1 1-1 0 0,1-1 0 0 0,2 38 1 0 0,1-59-151 0 0,1 1 0 0 0,-1-1 1 0 0,1 0-1 0 0,1 0 0 0 0,-1 0 1 0 0,1 0-1 0 0,0 0 0 0 0,0 0 0 0 0,1 0 1 0 0,0 0-1 0 0,0-1 0 0 0,0 1 1 0 0,5 6-1 0 0,-4-9-23 0 0,0 1 0 0 0,-1-1 0 0 0,1 0-1 0 0,0 0 1 0 0,0 0 0 0 0,1-1 0 0 0,-1 1 0 0 0,1-1 0 0 0,-1 0 0 0 0,1 0 0 0 0,0 0-1 0 0,-1-1 1 0 0,1 0 0 0 0,0 0 0 0 0,0 0 0 0 0,0 0 0 0 0,6-1 0 0 0,3 0-137 0 0,0-1 0 0 0,0-1 0 0 0,-1 0 0 0 0,1-1 0 0 0,-1 0 0 0 0,1-1 1 0 0,-1-1-1 0 0,0 0 0 0 0,-1 0 0 0 0,15-10 0 0 0,17-11-833 0 0,54-43 1 0 0,-86 60 851 0 0,53-43 78 0 0,-1-3 0 0 0,-4-3 1 0 0,74-88-1 0 0,-133 144 111 0 0,-1 5-149 0 0,-3 14 97 0 0,-10 29 1 0 0,-3 15 351 0 0,14-51-286 0 0,1-1 0 0 0,1 1-1 0 0,-1-1 1 0 0,1 1 0 0 0,1-1 0 0 0,0 1 0 0 0,0-1 0 0 0,4 13 0 0 0,-3-17-51 0 0,0 1 0 0 0,0-1 1 0 0,0 0-1 0 0,0-1 0 0 0,1 1 1 0 0,0 0-1 0 0,0-1 0 0 0,0 0 0 0 0,0 1 1 0 0,1-1-1 0 0,0 0 0 0 0,0-1 0 0 0,0 1 1 0 0,0-1-1 0 0,0 0 0 0 0,6 3 1 0 0,0 0-11 0 0,0-2 0 0 0,1 1 0 0 0,-1-1 0 0 0,1-1 0 0 0,0 0 0 0 0,0-1 0 0 0,0 0 0 0 0,1 0 0 0 0,18-1 0 0 0,-13-1-27 0 0,0-2 0 0 0,0 0 0 0 0,-1-1 0 0 0,1 0 0 0 0,29-11 0 0 0,-4-4-17 0 0,-1-2 1 0 0,0-2-1 0 0,68-49 1 0 0,-86 54 2 0 0,-1-2 0 0 0,32-34 0 0 0,-26 24-148 0 0,-28 29 150 0 0,0 0-1 0 0,1 0 1 0 0,-1-1-1 0 0,0 1 0 0 0,1 0 1 0 0,-1 0-1 0 0,0-1 1 0 0,0 1-1 0 0,1 0 0 0 0,-1-1 1 0 0,0 1-1 0 0,0 0 1 0 0,1-1-1 0 0,-1 1 1 0 0,0-1-1 0 0,0 1 0 0 0,0 0 1 0 0,0-1-1 0 0,0 1 1 0 0,0-1-1 0 0,0 1 1 0 0,0 0-1 0 0,0-1 0 0 0,0 1 1 0 0,0-1-1 0 0,0 1 1 0 0,0-1-1 0 0,0 1 0 0 0,0 0 1 0 0,0-1-1 0 0,0 1 1 0 0,0-1-1 0 0,0 1 1 0 0,-1 0-1 0 0,1-1 0 0 0,0 1 1 0 0,0 0-1 0 0,0-1 1 0 0,-1 1-1 0 0,1 0 1 0 0,0-1-1 0 0,-1 1 0 0 0,1 0 1 0 0,0-1-1 0 0,-1 1 1 0 0,1 0-1 0 0,0 0 1 0 0,-1-1-1 0 0,1 1 0 0 0,-1 0 1 0 0,0-1-3 0 0,0 1 1 0 0,-1 0-1 0 0,1-1 1 0 0,0 1 0 0 0,-1 0-1 0 0,1 0 1 0 0,0-1-1 0 0,-1 1 1 0 0,1 0-1 0 0,-1 1 1 0 0,1-1-1 0 0,0 0 1 0 0,-1 0-1 0 0,1 0 1 0 0,0 1-1 0 0,-1-1 1 0 0,-1 2 0 0 0,-10 5-22 0 0,1 0 1 0 0,0 1-1 0 0,0 0 1 0 0,1 1-1 0 0,0 0 1 0 0,1 1-1 0 0,-11 13 1 0 0,14-15 86 0 0,1 1 1 0 0,-1 0-1 0 0,1 0 1 0 0,1 0 0 0 0,0 1-1 0 0,0 0 1 0 0,1 0-1 0 0,1 0 1 0 0,-1 0 0 0 0,-2 16-1 0 0,6-23-45 0 0,0-1 0 0 0,0 1 0 0 0,0 0-1 0 0,0 0 1 0 0,0-1 0 0 0,1 1 0 0 0,-1 0-1 0 0,1 0 1 0 0,0-1 0 0 0,0 1 0 0 0,0-1-1 0 0,0 1 1 0 0,0-1 0 0 0,0 1 0 0 0,1-1-1 0 0,-1 0 1 0 0,1 1 0 0 0,0-1 0 0 0,0 0-1 0 0,-1 0 1 0 0,1 0 0 0 0,1 0 0 0 0,-1-1-1 0 0,0 1 1 0 0,0-1 0 0 0,6 3 0 0 0,4 3-507 0 0,1-1 1 0 0,0-1-1 0 0,0-1 1 0 0,14 4-1 0 0,-18-5-110 0 0,63 16-4614 0 0,-22-9-1978 0 0,1-1-3900 0 0</inkml:trace>
</inkml:ink>
</file>

<file path=ppt/ink/ink2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3:36.1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5 520 0 0,'3'-1'15725'0'0,"7"-2"-17897"0"0</inkml:trace>
</inkml:ink>
</file>

<file path=ppt/ink/ink2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23:09.6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 22 1040 0 0,'-17'0'13341'0'0,"17"0"-13282"0"0,-1 0 0 0 0,1 1 0 0 0,0-1 0 0 0,-1 0 0 0 0,1 0-1 0 0,0 1 1 0 0,0-1 0 0 0,-1 0 0 0 0,1 1 0 0 0,0-1 0 0 0,0 0-1 0 0,0 1 1 0 0,-1-1 0 0 0,1 0 0 0 0,0 1 0 0 0,0-1 0 0 0,0 1 0 0 0,0-1-1 0 0,0 0 1 0 0,0 1 0 0 0,0-1 0 0 0,0 1 0 0 0,4 0-32 0 0,0 0-1 0 0,1 0 1 0 0,-1-1 0 0 0,0 0 0 0 0,1 0 0 0 0,-1 0 0 0 0,1 0 0 0 0,3-2-1 0 0,8 1 34 0 0,139-6 217 0 0,439-11-134 0 0,-277 14 8 0 0,-314 4-122 0 0,3-1 1207 0 0</inkml:trace>
</inkml:ink>
</file>

<file path=ppt/ink/ink2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23:10.1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123 22 680 0 0,'-5'0'1936'0'0,"-89"6"9173"0"0,75 0-8926 0 0,15-1-897 0 0,15-3-892 0 0,437-16 764 0 0,-203 3-1110 0 0,-92 7-20 0 0,97-4 56 0 0,-208 7-73 0 0,20-1 6 0 0,-58 2-13 0 0,-1 0-10 0 0,8 0-12 0 0,-8 0-86 0 0,0 0-628 0 0,10 1 12 0 0,-10 0-246 0 0</inkml:trace>
</inkml:ink>
</file>

<file path=ppt/ink/ink2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23:10.7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 1060 0 0,'0'0'2992'0'0,"13"-4"-875"0"0,4 8-2117 0 0,3 0-2709 0 0</inkml:trace>
</inkml:ink>
</file>

<file path=ppt/ink/ink2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23:12.1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66 129 136 0 0,'-29'-5'7889'0'0,"26"5"-7431"0"0,-8 0-89 0 0,8 0 681 0 0,-17 10 3928 0 0,33-8-4686 0 0,0 0 0 0 0,0-1 1 0 0,0-1-1 0 0,0 0 0 0 0,25-3 0 0 0,-1 1-151 0 0,454-4 207 0 0,15-1-346 0 0,941-60-44 0 0,-844 23 22 0 0,-478 35-621 0 0,-122 8 370 0 0,1 1-56 0 0,6 1-472 0 0,-34 7-8514 0 0,1-5 6006 0 0</inkml:trace>
</inkml:ink>
</file>

<file path=ppt/ink/ink2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23:12.9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164 245 1244 0 0,'-31'0'3474'0'0,"-42"-2"1621"0"0,70 2-4722 0 0,-1 0 34 0 0,-48-4 4077 0 0,67-12-4176 0 0,-3 10-290 0 0,1 1 0 0 0,-1 0 0 0 0,1 1 0 0 0,0 1 1 0 0,23-4-1 0 0,-6 1-5 0 0,392-62-33 0 0,5 29 1 0 0,585-29-131 0 0,104 56-9 0 0,-880 16 116 0 0,-198-2 2 0 0,-34-2 35 0 0,-1 0-8 0 0,10 0 1 0 0,-10 0 13 0 0,-1 1-8 0 0,7 2 2 0 0,-6-3 7 0 0,-2 1-11 0 0,6 3 6 0 0,-5-1 6 0 0,0 3 0 0 0,-1-4 1 0 0,-1 1 1 0 0,-1-1-1 0 0,1 1 1 0 0,0-1-1 0 0,-1 0 1 0 0,1 1 0 0 0,-1-1-1 0 0,0 0 1 0 0,0 0-1 0 0,0 1 1 0 0,0-1-1 0 0,0 0 1 0 0,0 0-1 0 0,0 0 1 0 0,-1 0 0 0 0,1 0-1 0 0,-4 3 1 0 0,-3 6-116 0 0,-7 9 279 0 0,-1-13-3627 0 0,13-6 2971 0 0,-4 0-7 0 0,-14-5-7793 0 0</inkml:trace>
</inkml:ink>
</file>

<file path=ppt/ink/ink2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23:27.4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1 212 0 0,'0'0'2312'0'0</inkml:trace>
</inkml:ink>
</file>

<file path=ppt/ink/ink2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23:18.8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66 354 420 0 0,'-1'-11'9008'0'0,"-4"86"-5318"0"0,-24 159-2946 0 0,3-52 2508 0 0,22-206-2847 0 0,12-57-188 0 0,32-129 0 0 0,40-76-291 0 0,-69 252 39 0 0,22-46 0 0 0,-26 65-4 0 0,0 1 1 0 0,1 0 0 0 0,1 1-1 0 0,1-1 1 0 0,16-17-1 0 0,-25 30 32 0 0,0-1 0 0 0,1 1-1 0 0,-1-1 1 0 0,1 1 0 0 0,0 0-1 0 0,-1-1 1 0 0,1 1 0 0 0,0 0-1 0 0,0 0 1 0 0,0 0 0 0 0,0 1-1 0 0,-1-1 1 0 0,1 0 0 0 0,0 1-1 0 0,1-1 1 0 0,-1 1-1 0 0,0 0 1 0 0,0 0 0 0 0,0-1-1 0 0,0 1 1 0 0,0 1 0 0 0,3-1-1 0 0,-2 1 5 0 0,-1 0-1 0 0,1 0 1 0 0,0 1-1 0 0,0-1 0 0 0,-1 1 1 0 0,1 0-1 0 0,-1-1 0 0 0,1 1 1 0 0,-1 0-1 0 0,0 1 0 0 0,1-1 1 0 0,-1 0-1 0 0,2 4 1 0 0,3 4 16 0 0,-1 0 1 0 0,0 1 0 0 0,-1-1-1 0 0,0 1 1 0 0,0 0 0 0 0,4 19-1 0 0,-1 9 201 0 0,-2 0 1 0 0,-2 1-1 0 0,0 50 0 0 0,-13 120 495 0 0,5-147-568 0 0,-30 262 511 0 0,30-316-1405 0 0,2-20-1637 0 0,8-52-6913 0 0,-4 43 4340 0 0</inkml:trace>
</inkml:ink>
</file>

<file path=ppt/ink/ink2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23:19.2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38 116 748 0 0,'-16'-2'6879'0'0,"-4"-2"-3132"0"0,19 4-3714 0 0,1 0 0 0 0,0 0 0 0 0,0 0 0 0 0,0 0 0 0 0,0-1 166 0 0,0 1-166 0 0,0 0 0 0 0,-1 0 0 0 0,1 0 0 0 0,0 0 0 0 0,0 0 0 0 0,0 0 1 0 0,0 0-1 0 0,0-1 0 0 0,0 1 0 0 0,0 0 0 0 0,0 0 0 0 0,0 0 0 0 0,0 0 0 0 0,0 0 0 0 0,0 0 0 0 0,0 0 0 0 0,0 0 1 0 0,0-1-1 0 0,0 1 0 0 0,0 0 0 0 0,0 0 0 0 0,0 0 0 0 0,0 0 0 0 0,0 0 0 0 0,0 0 0 0 0,0 0 0 0 0,0 0 1 0 0,0-1-1 0 0,0 1 0 0 0,1 0 165 0 0,-1 0-165 0 0,0 0 1 0 0,0 0-1 0 0,0 0 0 0 0,0 0 0 0 0,0 0 0 0 0,0 0 0 0 0,1 0 0 0 0,-1-1 0 0 0,0 1 0 0 0,0 0 0 0 0,0 0 1 0 0,0 0-1 0 0,0 0 0 0 0,0 0 0 0 0,0 0 0 0 0,0 0 0 0 0,0 0 0 0 0,1 0 0 0 0,-1 0 0 0 0,0 0 0 0 0,0 0 0 0 0,38-8 1427 0 0,-20 4-1608 0 0,271-72 643 0 0,-240 65-455 0 0,-46 10-107 0 0,-3 0 19 0 0,0 1 0 0 0,0 0 0 0 0,0 0 0 0 0,0 0 0 0 0,0-1 0 0 0,0 1 0 0 0,1 0 0 0 0,-1 0 0 0 0,0 0 0 0 0,0 0 0 0 0,0-1 0 0 0,0 1 0 0 0,0 0 0 0 0,1 0 0 0 0,-1 0 0 0 0,0 0 0 0 0,0 0 0 0 0,0-1 0 0 0,1 1 0 0 0,-1 0 0 0 0,0 0 0 0 0,0 0 0 0 0,0 0 0 0 0,1 0 0 0 0,-1 0 0 0 0,0 0 0 0 0,0 0 0 0 0,1 0 0 0 0,-1 0 0 0 0,0 0 0 0 0,0 0 0 0 0,1 0 0 0 0,-1 0 0 0 0,0 0 0 0 0,0 0 0 0 0,0 0 0 0 0,1 0 0 0 0,-1 0 0 0 0,0 0 0 0 0,0 1 0 0 0,0-1 0 0 0,1 0 0 0 0,-1 0 0 0 0,12 5-3525 0 0,-11-5 3467 0 0</inkml:trace>
</inkml:ink>
</file>

<file path=ppt/ink/ink2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23:21.8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204 224 1832 0 0,'2'-8'9548'0'0,"-91"271"-6840"0"0,42-112-2154 0 0,13-31-332 0 0,14-44-116 0 0,5-20 727 0 0,14-54-379 0 0,2-24-265 0 0,1 0 1 0 0,1 0-1 0 0,8-32 1 0 0,25-65-148 0 0,-32 108-15 0 0,35-114-4 0 0,-2 2-88 0 0,90-197-1 0 0,-119 301 37 0 0,-6 15 9 0 0,-1 0-1 0 0,0 0 1 0 0,1 0-1 0 0,0 1 0 0 0,0-1 1 0 0,0 1-1 0 0,1-1 1 0 0,-1 1-1 0 0,1 0 0 0 0,0 0 1 0 0,3-3-1 0 0,-4 5-11 0 0,0 1 30 0 0,0 0 1 0 0,0 0-1 0 0,0 0 0 0 0,0 1 0 0 0,0-1 1 0 0,0 1-1 0 0,0-1 0 0 0,0 1 0 0 0,-1 0 1 0 0,1 0-1 0 0,0 0 0 0 0,0 0 0 0 0,0 0 1 0 0,-1 0-1 0 0,1 1 0 0 0,2 2 0 0 0,-1-1 3 0 0,0 1-1 0 0,0 0 1 0 0,-1 0-1 0 0,1 0 1 0 0,-1 0 0 0 0,0 0-1 0 0,2 5 1 0 0,1 7 31 0 0,0 1 1 0 0,-2-1-1 0 0,3 18 1 0 0,-6-32-27 0 0,6 67 367 0 0,-3 1 0 0 0,-9 105 0 0 0,2-104-231 0 0,-16 130 126 0 0,10-118-132 0 0,10-63-2837 0 0</inkml:trace>
</inkml:ink>
</file>

<file path=ppt/ink/ink2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23:22.2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56 78 2104 0 0,'-3'1'1786'0'0,"-28"3"3626"0"0,28-3-4494 0 0,-16 1 2151 0 0,19-2-3036 0 0,1 1 1 0 0,-1-1-1 0 0,0 0 0 0 0,0 0 1 0 0,0 0-1 0 0,0 0 0 0 0,1 0 0 0 0,-1 0 1 0 0,0 0-1 0 0,0 0 0 0 0,0 0 1 0 0,0 0-1 0 0,1 0 0 0 0,-1 0 0 0 0,0 1 1 0 0,0-1-1 0 0,0 0 0 0 0,0 0 0 0 0,0 0 1 0 0,0 0-1 0 0,0 0 0 0 0,1 1 1 0 0,-1-1-1 0 0,0 0 0 0 0,0 0 0 0 0,0 0 1 0 0,0 0-1 0 0,0 1 0 0 0,0-1 1 0 0,0 0-1 0 0,0 0 0 0 0,0 0 0 0 0,0 0 1 0 0,0 1-1 0 0,0-1 0 0 0,0 0 0 0 0,0 0 1 0 0,0 0-1 0 0,0 1 0 0 0,0-1 1 0 0,0 0-1 0 0,0 0 0 0 0,0 0 0 0 0,0 0 1 0 0,0 1-1 0 0,-1-1 0 0 0,1 0 1 0 0,0 0-1 0 0,0 0 0 0 0,0 0 0 0 0,0 0 1 0 0,0 1-1 0 0,0-1 0 0 0,0 0 0 0 0,-1 0 1 0 0,1 0-1 0 0,0 0 0 0 0,0 0 1 0 0,0 0-1 0 0,0 0 0 0 0,-1 0 0 0 0,1 0 1 0 0,0 0-1 0 0,0 1 0 0 0,0-1 1 0 0,0 0-1 0 0,-1 0 0 0 0,3 0 18 0 0,0 1-1 0 0,1-1 1 0 0,-1 0-1 0 0,0 0 0 0 0,0 0 1 0 0,1 0-1 0 0,-1 0 1 0 0,0 0-1 0 0,0 0 1 0 0,1-1-1 0 0,-1 1 1 0 0,2-2-1 0 0,8 0 92 0 0,274-62 628 0 0,-284 63-734 0 0,2 1-2 0 0,0 0-1 0 0,0-1 1 0 0,-1 0 0 0 0,1 0-1 0 0,0 0 1 0 0,0 0-1 0 0,0 0 1 0 0,-1-1 0 0 0,1 0-1 0 0,3-2 1 0 0,6-7-2644 0 0</inkml:trace>
</inkml:ink>
</file>

<file path=ppt/ink/ink2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23:22.5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19 151 188 0 0,'-1'-3'2706'0'0,"-13"-43"10324"0"0,13 45-12868 0 0,0-1 1 0 0,1 0-1 0 0,0 0 0 0 0,-1 0 1 0 0,1 1-1 0 0,0-1 0 0 0,0 0 0 0 0,0 0 1 0 0,0 0-1 0 0,0 0 0 0 0,1-2 1 0 0,33-9 193 0 0,42-9 1 0 0,-18 5-2676 0 0,-1-3-7086 0 0,-44 14 4948 0 0</inkml:trace>
</inkml:ink>
</file>

<file path=ppt/ink/ink2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23:23.3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 87 4 0 0,'7'-13'4811'0'0,"-1"0"0"0"0,6-18 0 0 0,-4 9-342 0 0,-7 15-1425 0 0,2 14-2162 0 0,1 15-385 0 0,-4 51 1610 0 0,-16 136-1 0 0,14-192-2026 0 0,-36 234 653 0 0,31-199-311 0 0,6-50-348 0 0,-1 14 2747 0 0</inkml:trace>
</inkml:ink>
</file>

<file path=ppt/ink/ink2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23:23.8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12 744 0 0,'0'0'3744'0'0,"11"-4"-2567"0"0,-3-4-1814 0 0</inkml:trace>
</inkml:ink>
</file>

<file path=ppt/ink/ink2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23:24.0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14 1368 0 0,'0'0'1200'0'0,"10"-6"1216"0"0,-2-1-4232 0 0</inkml:trace>
</inkml:ink>
</file>

<file path=ppt/ink/ink2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23:28.7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 33 1744 0 0,'-2'1'8283'0'0,"-22"2"-2358"0"0,21-3-5077 0 0,7 0-737 0 0,38-1 102 0 0,0-3-1 0 0,59-12 1 0 0,-36 5-216 0 0,-56 10 219 0 0,-7 0-646 0 0,0 0 1 0 0,0 1-1 0 0,0 0 1 0 0,0-1 0 0 0,0 1-1 0 0,0 0 1 0 0,0 0-1 0 0,0 0 1 0 0,0 0-1 0 0,0 0 1 0 0,0 0-1 0 0,0 1 1 0 0,0-1-1 0 0,0 1 1 0 0,-1-1-1 0 0,4 2 1 0 0</inkml:trace>
</inkml:ink>
</file>

<file path=ppt/ink/ink2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23:29.0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73 33 1036 0 0,'-16'11'5516'0'0,"-1"2"0"0"0,-23 23 595 0 0,40-36-6098 0 0,0 0 0 0 0,1 1 0 0 0,-1-1-1 0 0,0 1 1 0 0,0-1 0 0 0,0 1 0 0 0,1-1 0 0 0,-1 0 0 0 0,0 1 0 0 0,1-1 0 0 0,-1 0-1 0 0,0 1 1 0 0,1-1 0 0 0,-1 0 0 0 0,0 1 0 0 0,1-1 0 0 0,-1 0 0 0 0,1 0 0 0 0,-1 1-1 0 0,0-1 1 0 0,1 0 0 0 0,-1 0 0 0 0,1 0 0 0 0,-1 0 0 0 0,1 0 0 0 0,-1 0-1 0 0,1 0 1 0 0,-1 0 0 0 0,1 0 0 0 0,-1 0 0 0 0,1 0 0 0 0,16 0 95 0 0,-15 0-111 0 0,34-3-321 0 0,0-2 0 0 0,0-1 1 0 0,66-20-1 0 0,28-24-9883 0 0,-106 40 5417 0 0</inkml:trace>
</inkml:ink>
</file>

<file path=ppt/ink/ink2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23:29.6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198 32 448 0 0,'0'0'2100'0'0,"0"-14"3756"0"0,0 13-5471 0 0,0 0 0 0 0,1 0 0 0 0,-1 0-1 0 0,0 0 1 0 0,0 0 0 0 0,0 0 0 0 0,0 0 0 0 0,-1 0 0 0 0,1 0-1 0 0,0 0 1 0 0,0 0 0 0 0,0 0 0 0 0,-1 0 0 0 0,1 0 0 0 0,-1 0-1 0 0,0-1 1 0 0,-5 14 1365 0 0,-7 37-2084 0 0,12-45 808 0 0,-32 130 673 0 0,-55 249 379 0 0,79-334-1338 0 0,-30 116 1242 0 0,39-163-1250 0 0,-4-12 98 0 0,3-6-222 0 0,0 0 1 0 0,2 1-1 0 0,-1-1 0 0 0,2 0 0 0 0,4-21 0 0 0,0-1-3 0 0,5-40-37 0 0,3 2 0 0 0,3 0 0 0 0,4 0 0 0 0,3 2 0 0 0,39-84 0 0 0,-61 152-25 0 0,1 1 0 0 0,-1 1 0 0 0,1-1-1 0 0,0 0 1 0 0,0 1 0 0 0,1-1-1 0 0,-1 1 1 0 0,1 0 0 0 0,0 0 0 0 0,0 0-1 0 0,5-3 1 0 0,-6 5-2 0 0,-1 3 12 0 0,0-1 1 0 0,0 1 0 0 0,0-1-1 0 0,0 1 1 0 0,-1 0-1 0 0,1-1 1 0 0,0 1 0 0 0,0 0-1 0 0,0 0 1 0 0,-1 1-1 0 0,1-1 1 0 0,0 0 0 0 0,-1 0-1 0 0,1 1 1 0 0,-1-1 0 0 0,1 1-1 0 0,-1 0 1 0 0,0-1-1 0 0,0 1 1 0 0,0 0 0 0 0,0-1-1 0 0,0 1 1 0 0,0 0-1 0 0,0 0 1 0 0,-1 0 0 0 0,2 4-1 0 0,2 8 8 0 0,-1 0-1 0 0,4 25 1 0 0,-6-27-58 0 0,19 287 44 0 0,-17-208-16 0 0,0-42-480 0 0,0-5-2571 0 0,-3-15-6893 0 0</inkml:trace>
</inkml:ink>
</file>

<file path=ppt/ink/ink2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23:29.9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41 157 420 0 0,'-11'-11'7403'0'0,"-17"-17"2868"0"0,27 26-10007 0 0,2 1-204 0 0,1-1-1 0 0,0 1 1 0 0,-1 0 0 0 0,1-1-1 0 0,0 1 1 0 0,0 0-1 0 0,0 0 1 0 0,0 0-1 0 0,0 0 1 0 0,0 1-1 0 0,0-1 1 0 0,3 0-1 0 0,10-4-163 0 0,113-41-131 0 0,-85 28-2859 0 0,-3-3-3373 0 0,-22 10-361 0 0</inkml:trace>
</inkml:ink>
</file>

<file path=ppt/ink/ink2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23:30.0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18 157 1184 0 0,'-7'-24'4332'0'0,"4"17"-2381"0"0,1 0 0 0 0,0-1-1 0 0,0 1 1 0 0,0-10 0 0 0,2 16-1881 0 0,0 0 0 0 0,1 0 0 0 0,-1 0 0 0 0,0 0-1 0 0,1 0 1 0 0,-1 0 0 0 0,0 0 0 0 0,1 0 0 0 0,-1 0 0 0 0,1 0 0 0 0,0 1-1 0 0,-1-1 1 0 0,1 0 0 0 0,0 0 0 0 0,-1 0 0 0 0,1 1 0 0 0,0-1 0 0 0,0 0 0 0 0,0 1-1 0 0,1-2 1 0 0,20-9 175 0 0,-18 10-188 0 0,56-22-645 0 0,-27 12-2222 0 0,-1-3-3713 0 0,-17 7 1809 0 0</inkml:trace>
</inkml:ink>
</file>

<file path=ppt/ink/ink2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23:30.3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72 79 580 0 0,'2'-70'16466'0'0,"-2"61"-13485"0"0,2 38-1649 0 0,-2 1-1 0 0,-1-1 0 0 0,-1 1 1 0 0,-10 43-1 0 0,4-18-737 0 0,-8 46 53 0 0,-7 77 9 0 0,14-110-1144 0 0,7-59-393 0 0,-1 10-4647 0 0</inkml:trace>
</inkml:ink>
</file>

<file path=ppt/ink/ink2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23:30.9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120 220 2068 0 0,'-3'-9'16633'0'0,"-2"23"-15985"0"0,0 1 0 0 0,1 0-1 0 0,1 0 1 0 0,-3 28 0 0 0,0-3 44 0 0,-17 94 721 0 0,-29 179-50 0 0,44-272-973 0 0,4-36-143 0 0,4-26-193 0 0,7-51-55 0 0,3 0 0 0 0,4 1 0 0 0,2 1 0 0 0,4 0-1 0 0,29-68 1 0 0,25-26-152 0 0,-61 140 113 0 0,1 1 1 0 0,2 0 0 0 0,0 1-1 0 0,29-30 1 0 0,-42 49 31 0 0,-1 1 1 0 0,1 0-1 0 0,0 0 0 0 0,0 0 1 0 0,0 0-1 0 0,0 0 1 0 0,0 0-1 0 0,0 1 1 0 0,7-3-1 0 0,-9 4 6 0 0,1 0 1 0 0,-1-1-1 0 0,1 1 1 0 0,-1 0-1 0 0,1 0 0 0 0,-1 0 1 0 0,1 0-1 0 0,-1 0 1 0 0,1 0-1 0 0,-1 0 0 0 0,1 1 1 0 0,-1-1-1 0 0,1 1 1 0 0,-1-1-1 0 0,1 1 0 0 0,-1-1 1 0 0,0 1-1 0 0,1 0 1 0 0,-1 0-1 0 0,0 0 0 0 0,0-1 1 0 0,1 1-1 0 0,-1 0 1 0 0,0 1-1 0 0,1 0 0 0 0,3 6 25 0 0,0-1 0 0 0,0 1-1 0 0,-1 0 1 0 0,0 0-1 0 0,0 0 1 0 0,-1 1-1 0 0,0-1 1 0 0,-1 1 0 0 0,2 11-1 0 0,1 13 160 0 0,1 37 0 0 0,-5-60-143 0 0,-9 323 473 0 0,0-211-391 0 0,4-56-1597 0 0,6-56-2265 0 0</inkml:trace>
</inkml:ink>
</file>

<file path=ppt/ink/ink2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23:31.1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131 67 1700 0 0,'-131'-19'18399'0'0,"146"13"-17944"0"0,123-15 133 0 0,-28 4-5591 0 0,-104 17 3200 0 0,6-3-268 0 0</inkml:trace>
</inkml:ink>
</file>

<file path=ppt/ink/ink2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23:33.2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10 580 0 0,'4'-10'5773'0'0</inkml:trace>
</inkml:ink>
</file>

<file path=ppt/ink/ink2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23:33.4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1088 0 0,'0'0'5053'0'0,"11"6"-5121"0"0,-5 3-3601 0 0</inkml:trace>
</inkml:ink>
</file>

<file path=ppt/ink/ink2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23:34.0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2 844 0 0,'16'-1'5359'0'0,"-15"1"-5229"0"0,1 0 1 0 0,-1 0-1 0 0,0 0 1 0 0,0 1-1 0 0,0-1 1 0 0,0 0-1 0 0,1 1 1 0 0,-1-1-1 0 0,0 1 1 0 0,12 13 5908 0 0</inkml:trace>
</inkml:ink>
</file>

<file path=ppt/ink/ink2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1:36.6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262 50 3136 0 0,'-1'-2'2491'0'0,"-21"-46"10108"0"0,20 50-12237 0 0,-1 0-260 0 0,1 0 1 0 0,-1 0 0 0 0,1 1-1 0 0,0-1 1 0 0,0 1 0 0 0,0-1-1 0 0,0 1 1 0 0,0 0 0 0 0,1 0-1 0 0,-1 0 1 0 0,-1 4 0 0 0,-13 42 918 0 0,10-29-686 0 0,-126 371 1364 0 0,116-345-1609 0 0,7-21-214 0 0,-8 26 221 0 0,3-19-2901 0 0,14-56 1328 0 0,24-59 813 0 0,5 1 0 0 0,2 1 0 0 0,60-107-1 0 0,-80 169 635 0 0,1 0-1 0 0,1 1 0 0 0,0 0 0 0 0,24-23 0 0 0,-33 36 27 0 0,1 1 0 0 0,-1-1 0 0 0,1 1 0 0 0,1 0 0 0 0,-1 1 0 0 0,0-1 0 0 0,1 1 0 0 0,0 0 0 0 0,0 0 0 0 0,0 1 0 0 0,0-1 0 0 0,0 1 1 0 0,1 1-1 0 0,-1-1 0 0 0,0 1 0 0 0,1 0 0 0 0,-1 1 0 0 0,1-1 0 0 0,9 2 0 0 0,-11 0 47 0 0,0 0 0 0 0,0 1 0 0 0,0-1 0 0 0,0 1 0 0 0,0 0-1 0 0,-1 1 1 0 0,1-1 0 0 0,-1 1 0 0 0,0 0 0 0 0,1 0 0 0 0,-1 0 0 0 0,-1 0 0 0 0,1 1 0 0 0,0 0 0 0 0,-1 0 0 0 0,0 0 0 0 0,0 0 0 0 0,0 0 0 0 0,0 0 0 0 0,-1 1 0 0 0,0-1 0 0 0,0 1 0 0 0,0 0 0 0 0,0 0 0 0 0,1 7 0 0 0,-1-3 87 0 0,0 1 1 0 0,-1 0-1 0 0,0 0 1 0 0,0 0 0 0 0,-1 0-1 0 0,0 0 1 0 0,-1-1-1 0 0,0 1 1 0 0,-1 0 0 0 0,0 0-1 0 0,0 0 1 0 0,-5 11-1 0 0,-1-6 211 0 0,0-1 1 0 0,0 0-1 0 0,-1 0 0 0 0,-1-1 0 0 0,-1 0 0 0 0,1 0 0 0 0,-2-1 0 0 0,0-1 0 0 0,0 0 0 0 0,-20 13 0 0 0,24-17 21 0 0,14-8-138 0 0,16-3-282 0 0,-10 6 60 0 0,0 0 1 0 0,-1 1-1 0 0,1 0 0 0 0,-1 1 0 0 0,0 0 1 0 0,0 1-1 0 0,0 0 0 0 0,-1 1 1 0 0,1 0-1 0 0,16 14 0 0 0,-21-16 0 0 0,0 1 0 0 0,-1-1-1 0 0,0 1 1 0 0,0 1 0 0 0,0-1 0 0 0,-1 1-1 0 0,0-1 1 0 0,0 1 0 0 0,0 0-1 0 0,-1 1 1 0 0,0-1 0 0 0,0 0 0 0 0,0 1-1 0 0,-1 0 1 0 0,0 0 0 0 0,-1 0 0 0 0,1 0-1 0 0,-1 0 1 0 0,0 14 0 0 0,-2-16 63 0 0,0 0 0 0 0,0 0 0 0 0,-1 1 0 0 0,1-1 0 0 0,-1 0 0 0 0,0 0 0 0 0,-1 0 0 0 0,1-1 0 0 0,-1 1 0 0 0,0-1 0 0 0,0 1 0 0 0,-1-1 0 0 0,1 0 0 0 0,-7 6 0 0 0,1-2 88 0 0,0 0 0 0 0,-1-1 0 0 0,0 0-1 0 0,0 0 1 0 0,-15 7 0 0 0,8-7-48 0 0,0 0 0 0 0,-1 0 0 0 0,0-2 0 0 0,0 0 0 0 0,0-1 0 0 0,0-1 1 0 0,0-1-1 0 0,-1 0 0 0 0,1-2 0 0 0,-1 0 0 0 0,0-1 0 0 0,1-1 0 0 0,0 0 0 0 0,-1-1 1 0 0,-24-9-1 0 0,38 11-192 0 0,0-1 0 0 0,0 1 0 0 0,1-1 0 0 0,-1-1 0 0 0,0 1 0 0 0,1-1-1 0 0,-1 0 1 0 0,1 0 0 0 0,0 0 0 0 0,0 0 0 0 0,0-1 0 0 0,0 0 0 0 0,1 1 0 0 0,0-1 0 0 0,-1-1 0 0 0,1 1 0 0 0,-2-6 0 0 0,4 8-114 0 0,1 1 1 0 0,0-1-1 0 0,-1 0 0 0 0,1 0 0 0 0,0 0 1 0 0,0 0-1 0 0,1 0 0 0 0,-1 0 1 0 0,0 0-1 0 0,1 0 0 0 0,-1 0 0 0 0,1 1 1 0 0,-1-1-1 0 0,1 0 0 0 0,0 0 1 0 0,0 1-1 0 0,0-1 0 0 0,0 0 1 0 0,0 1-1 0 0,0-1 0 0 0,0 1 0 0 0,0-1 1 0 0,1 1-1 0 0,2-3 0 0 0,2-2-1112 0 0,1 1 0 0 0,-1 0 0 0 0,1 0-1 0 0,8-4 1 0 0,2 1-3184 0 0,2-2-2147 0 0</inkml:trace>
</inkml:ink>
</file>

<file path=ppt/ink/ink2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1:37.0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1024 2272 0 0,'4'5'1596'0'0,"-1"1"-1"0"0,0-1 1 0 0,0 1-1 0 0,-1 0 1 0 0,1 0-1 0 0,-1 0 1 0 0,2 10-1 0 0,-4-16-1522 0 0,0 1 1 0 0,0-1-1 0 0,0 0 0 0 0,0 1 0 0 0,1-1 1 0 0,-1 1-1 0 0,0-1 0 0 0,0 0 1 0 0,1 1-1 0 0,-1-1 0 0 0,0 0 0 0 0,1 0 1 0 0,-1 1-1 0 0,0-1 0 0 0,1 0 1 0 0,-1 0-1 0 0,0 1 0 0 0,1-1 0 0 0,-1 0 1 0 0,1 0-1 0 0,-1 0 0 0 0,1 0 1 0 0,-1 1-1 0 0,0-1 0 0 0,1 0 0 0 0,-1 0 1 0 0,1 0-1 0 0,-1 0 0 0 0,1 0 1 0 0,-1 0-1 0 0,0 0 0 0 0,1 0 0 0 0,-1 0 1 0 0,1-1-1 0 0,19-3 1112 0 0,-8-3-1006 0 0,0 0-1 0 0,0-1 1 0 0,0-1-1 0 0,-1 1 1 0 0,-1-2-1 0 0,0 0 0 0 0,0 0 1 0 0,-1-1-1 0 0,15-21 1 0 0,8-18-87 0 0,26-54 0 0 0,-46 81-48 0 0,208-424-31 0 0,-162 326-12 0 0,-34 70-38 0 0,2 1 0 0 0,38-54 0 0 0,-63 103 34 0 0,0 0 1 0 0,-1-1-1 0 0,1 1 0 0 0,1 0 1 0 0,-1-1-1 0 0,0 1 0 0 0,0 0 1 0 0,0 0-1 0 0,1 0 1 0 0,-1 0-1 0 0,0 0 0 0 0,1 1 1 0 0,-1-1-1 0 0,1 0 0 0 0,-1 0 1 0 0,1 1-1 0 0,-1-1 1 0 0,1 1-1 0 0,-1 0 0 0 0,1-1 1 0 0,0 1-1 0 0,-1 0 0 0 0,1 0 1 0 0,1 0-1 0 0,-1 1 2 0 0,0-1 1 0 0,0 1-1 0 0,0 0 0 0 0,-1 0 0 0 0,1 0 0 0 0,0 0 1 0 0,-1 0-1 0 0,1 0 0 0 0,-1 0 0 0 0,1 1 1 0 0,-1-1-1 0 0,0 0 0 0 0,1 1 0 0 0,-1-1 1 0 0,0 1-1 0 0,0 0 0 0 0,0-1 0 0 0,0 1 0 0 0,0 0 1 0 0,0 2-1 0 0,4 9 26 0 0,0 1 1 0 0,-1-1-1 0 0,-1 1 0 0 0,0 0 1 0 0,-1 0-1 0 0,0 22 1 0 0,-6 88 583 0 0,4-111-521 0 0,-49 343 1298 0 0,14-141-971 0 0,31-183-565 0 0,-6 55 294 0 0,11-31-3802 0 0</inkml:trace>
</inkml:ink>
</file>

<file path=ppt/ink/ink2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1:37.2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178 133 2804 0 0,'-175'-105'16718'0'0,"173"104"-16310"0"0,2 0-390 0 0,1 1-1 0 0,-1-1 1 0 0,1 0 0 0 0,0 1-1 0 0,-1-1 1 0 0,1 1 0 0 0,0-1-1 0 0,-1 1 1 0 0,1-1 0 0 0,0 1-1 0 0,0-1 1 0 0,-1 1 0 0 0,1 0 0 0 0,0-1-1 0 0,0 1 1 0 0,0 0 0 0 0,-1 0-1 0 0,1 0 1 0 0,0 0 0 0 0,0 0-1 0 0,1 0 1 0 0,20-3 53 0 0,-22 3-68 0 0,329-11-5488 0 0,-179 8-1514 0 0,-77 1 1494 0 0</inkml:trace>
</inkml:ink>
</file>

<file path=ppt/ink/ink2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1:54.1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8 984 0 0,'0'0'812'0'0,"-8"-7"-1388"0"0</inkml:trace>
</inkml:ink>
</file>

<file path=ppt/ink/ink2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1:59.4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1 328 0 0,'0'0'1340'0'0,"-3"13"352"0"0,3-3-856 0 0,0 3-2280 0 0</inkml:trace>
</inkml:ink>
</file>

<file path=ppt/ink/ink2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2:00.8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60 0 0,'0'0'725'0'0,"3"0"-1095"0"0,11 0 215 0 0</inkml:trace>
</inkml:ink>
</file>

<file path=ppt/ink/ink2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1:34.4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196 372 408 0 0,'0'-3'3026'0'0,"9"-40"7941"0"0,-9 32-7349 0 0,-1 40-2132 0 0,-1 1 0 0 0,-13 54 0 0 0,-23 61-177 0 0,21-85-935 0 0,-45 129 196 0 0,17-55-254 0 0,42-123-277 0 0,2-8-25 0 0,0-1 1 0 0,1 1-1 0 0,-1 0 1 0 0,0 0-1 0 0,-1 0 1 0 0,1 0-1 0 0,-1-1 1 0 0,1 1-1 0 0,-1-1 1 0 0,-2 3-1 0 0,3-3-33 0 0,1-5-48 0 0,-2-9-37 0 0,0 1 0 0 0,2-1 0 0 0,-1 1 0 0 0,1-1 1 0 0,1 0-1 0 0,2-12 0 0 0,18-75-365 0 0,-12 58 301 0 0,19-80-349 0 0,47-126 1 0 0,-56 196 439 0 0,2 1 0 0 0,2 1 1 0 0,3 1-1 0 0,1 1 0 0 0,37-46 1 0 0,-58 85 60 0 0,0-1 1 0 0,1 1 0 0 0,1 0-1 0 0,-1 0 1 0 0,1 1-1 0 0,0 0 1 0 0,1 0 0 0 0,0 1-1 0 0,0 0 1 0 0,13-6-1 0 0,-20 11 17 0 0,0 1-1 0 0,0 0 1 0 0,0-1-1 0 0,1 1 0 0 0,-1 0 1 0 0,0 0-1 0 0,0 0 1 0 0,0 0-1 0 0,0 1 0 0 0,0-1 1 0 0,0 0-1 0 0,0 1 1 0 0,0 0-1 0 0,0-1 1 0 0,0 1-1 0 0,-1 0 0 0 0,1 0 1 0 0,0 0-1 0 0,0 0 1 0 0,-1 0-1 0 0,1 0 0 0 0,0 1 1 0 0,-1-1-1 0 0,1 1 1 0 0,-1-1-1 0 0,0 1 0 0 0,1-1 1 0 0,-1 1-1 0 0,1 2 1 0 0,3 3 3 0 0,-1 0 0 0 0,0 0 1 0 0,-1 0-1 0 0,1 0 1 0 0,3 15-1 0 0,-1 5 22 0 0,-1 0 0 0 0,-2 0 0 0 0,0 0 0 0 0,-2 0 0 0 0,-2 33 1 0 0,-23 138 138 0 0,14-126-159 0 0,2-11-125 0 0,-8 56-2075 0 0,1-40-5206 0 0,11-61 3149 0 0</inkml:trace>
</inkml:ink>
</file>

<file path=ppt/ink/ink2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1:34.6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123 237 2616 0 0,'-15'-11'2384'0'0,"1"3"-737"0"0,1-1 0 0 0,0-1 0 0 0,1 0 0 0 0,0 0 1 0 0,1-2-1 0 0,0 1 0 0 0,-10-14 0 0 0,21 24-1605 0 0,0 0-1 0 0,-1 0 1 0 0,1 0 0 0 0,0 0 0 0 0,0 1-1 0 0,0-1 1 0 0,0 0 0 0 0,0 0-1 0 0,0 0 1 0 0,1 0 0 0 0,-1 0 0 0 0,0 0-1 0 0,0 0 1 0 0,0 1 0 0 0,1-1 0 0 0,-1 0-1 0 0,1 0 1 0 0,-1 0 0 0 0,1 1-1 0 0,-1-1 1 0 0,1 0 0 0 0,-1 0 0 0 0,1 1-1 0 0,1-2 1 0 0,14-13 247 0 0,-5 8-335 0 0,2 1-1 0 0,-1 0 1 0 0,1 1 0 0 0,-1 1-1 0 0,1 0 1 0 0,1 0 0 0 0,15-1-1 0 0,-8 0-367 0 0,93-17-3119 0 0,-27 6-3278 0 0,-44 6 835 0 0</inkml:trace>
</inkml:ink>
</file>

<file path=ppt/ink/ink2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1:34.8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141 55 1856 0 0,'0'-3'2634'0'0,"4"-46"9006"0"0,-4 47-11086 0 0,-6 23 1269 0 0,-29 145 2630 0 0,2-7-3272 0 0,-14 58-598 0 0,28-124-4296 0 0,15-72 1961 0 0,4-10-411 0 0</inkml:trace>
</inkml:ink>
</file>

<file path=ppt/ink/ink2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1:35.3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10 287 1672 0 0,'17'-69'5870'0'0,"-15"54"-5170"0"0,1 0 0 0 0,1 0-1 0 0,0 1 1 0 0,1 0 0 0 0,0 0 0 0 0,1 0 0 0 0,1 0 0 0 0,13-20 0 0 0,-15 28-592 0 0,0 0 0 0 0,1 1 0 0 0,0-1 0 0 0,0 1-1 0 0,0 0 1 0 0,0 1 0 0 0,1-1 0 0 0,0 1 0 0 0,0 0 0 0 0,0 1-1 0 0,0 0 1 0 0,0 0 0 0 0,16-3 0 0 0,-19 5-77 0 0,1 0 0 0 0,0 0 0 0 0,0 1 0 0 0,0 0 0 0 0,0 0 0 0 0,0 0 0 0 0,-1 1 0 0 0,1-1 0 0 0,0 1 0 0 0,0 0 0 0 0,0 1 0 0 0,-1-1 0 0 0,1 1 0 0 0,-1 0 0 0 0,1 0 0 0 0,-1 0 0 0 0,0 1 0 0 0,0 0 0 0 0,0-1 0 0 0,0 2 0 0 0,0-1 0 0 0,-1 0 0 0 0,6 6 0 0 0,-6-4 16 0 0,0-1 0 0 0,0 0 0 0 0,0 0 0 0 0,0 1 0 0 0,-1 0 0 0 0,0-1 0 0 0,0 1 0 0 0,0 0 0 0 0,-1 0 0 0 0,0 0 0 0 0,0 0 0 0 0,0 1 0 0 0,0 7 0 0 0,-1-5 52 0 0,0 1-1 0 0,-1-1 1 0 0,0 1-1 0 0,-1-1 1 0 0,0 0-1 0 0,0 0 1 0 0,-6 13 0 0 0,-3 2 179 0 0,-1-1 0 0 0,-1 0 0 0 0,-1-1 1 0 0,-25 30-1 0 0,-36 36 994 0 0,74-85-1162 0 0,0-2-101 0 0,1 0 1 0 0,0 0-1 0 0,0 0 1 0 0,0 1-1 0 0,-1-1 1 0 0,1 0-1 0 0,0 0 1 0 0,0 0 0 0 0,0 1-1 0 0,0-1 1 0 0,0 0-1 0 0,-1 1 1 0 0,1-1-1 0 0,0 0 1 0 0,0 0-1 0 0,0 1 1 0 0,0-1 0 0 0,0 0-1 0 0,0 0 1 0 0,0 1-1 0 0,0-1 1 0 0,0 0-1 0 0,0 1 1 0 0,0-1-1 0 0,0 0 1 0 0,0 0 0 0 0,0 1-1 0 0,0-1 1 0 0,0 0-1 0 0,0 1 1 0 0,1-1-1 0 0,-1 0 1 0 0,0 0-1 0 0,0 1 1 0 0,0-1 0 0 0,0 0-1 0 0,1 0 1 0 0,-1 1-1 0 0,25 3 73 0 0,-6 0-67 0 0,1 0 0 0 0,-1 1 1 0 0,28 11-1 0 0,-34-11-7 0 0,0 1 0 0 0,-1 1 0 0 0,0 1 1 0 0,0-1-1 0 0,-1 2 0 0 0,21 18 0 0 0,-29-23 41 0 0,1-1 0 0 0,-1 1 0 0 0,0 0-1 0 0,0 0 1 0 0,-1 0 0 0 0,1 0 0 0 0,-1 1 0 0 0,0-1 0 0 0,0 1 0 0 0,0-1-1 0 0,-1 1 1 0 0,0 0 0 0 0,0-1 0 0 0,0 1 0 0 0,0 0 0 0 0,-1 0-1 0 0,1 0 1 0 0,-1 0 0 0 0,-1 0 0 0 0,1 0 0 0 0,-1 0 0 0 0,1-1 0 0 0,-4 9-1 0 0,0-3 151 0 0,0 1-1 0 0,-2 0 0 0 0,1-1 0 0 0,-1 0 1 0 0,-1-1-1 0 0,1 1 0 0 0,-2-1 1 0 0,1-1-1 0 0,-1 1 0 0 0,-12 9 0 0 0,0-2 232 0 0,-1 0 0 0 0,0-2-1 0 0,-35 19 1 0 0,36-24-225 0 0,0-1 0 0 0,-1 0 0 0 0,1-2 0 0 0,-1-1-1 0 0,0 0 1 0 0,-37 3 0 0 0,56-8-235 0 0,1 0-1 0 0,0 0 0 0 0,0 1 1 0 0,0-1-1 0 0,0 0 0 0 0,-1 0 1 0 0,1-1-1 0 0,0 1 0 0 0,0 0 1 0 0,0 0-1 0 0,0 0 0 0 0,0-1 1 0 0,-1 1-1 0 0,1-1 0 0 0,0 1 1 0 0,0-1-1 0 0,0 1 0 0 0,0-1 1 0 0,0 0-1 0 0,0 1 0 0 0,0-1 1 0 0,-1-1-1 0 0,2 1-57 0 0,-1 0-1 0 0,1 0 1 0 0,0 0-1 0 0,-1 0 1 0 0,1 0-1 0 0,0-1 1 0 0,0 1-1 0 0,0 0 1 0 0,0 0-1 0 0,-1 0 1 0 0,2 0-1 0 0,-1-1 1 0 0,0 1-1 0 0,0 0 1 0 0,0 0-1 0 0,0 0 1 0 0,1-2-1 0 0,2-3-483 0 0,-1 0 0 0 0,1 1 0 0 0,0-1 0 0 0,0 1 0 0 0,0 0 0 0 0,6-7 0 0 0,5-3-2279 0 0,1 1-1 0 0,1 0 0 0 0,20-14 1 0 0,-8 9-4430 0 0</inkml:trace>
</inkml:ink>
</file>

<file path=ppt/ink/ink2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1:35.5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30 2712 0 0,'1'-20'18123'0'0,"0"16"-16861"0"0,9 2-1170 0 0,0 0-1 0 0,0 1 0 0 0,0 1 0 0 0,0-1 0 0 0,0 1 1 0 0,11 2-1 0 0,24-1-657 0 0,42-1-3167 0 0,-30 2-4696 0 0,-37-2 825 0 0</inkml:trace>
</inkml:ink>
</file>

<file path=ppt/ink/ink2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1:35.7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192 6 1560 0 0,'-29'15'4847'0'0,"0"-1"0"0"0,-39 12 0 0 0,4-1 617 0 0,62-24-4847 0 0,23-1-239 0 0,-8 1-295 0 0,0-1 1 0 0,22-3-1 0 0,61-14-1369 0 0,83-14-3067 0 0,-60 8-2814 0 0,-50 9-433 0 0</inkml:trace>
</inkml:ink>
</file>

<file path=ppt/ink/ink2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1:51.8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0 760 0 0,'0'0'2920'0'0,"-12"4"-1960"0"0</inkml:trace>
</inkml:ink>
</file>

<file path=ppt/ink/ink2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1:53.0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0 356 0 0,'0'0'2364'0'0</inkml:trace>
</inkml:ink>
</file>

<file path=ppt/ink/ink2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1:53.2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1 584 0 0,'0'0'1680'0'0</inkml:trace>
</inkml:ink>
</file>

<file path=ppt/ink/ink2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23:34.8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62 112 0 0,'4'-23'9552'0'0,"-4"22"-9567"0"0,1 0 1 0 0,-1 0-1 0 0,0 0 0 0 0,0 0 1 0 0,1 0-1 0 0,-1 0 0 0 0,1 0 0 0 0,-1 0 1 0 0,1 0-1 0 0,0 0 0 0 0,-1 0 1 0 0,1 1-1 0 0,0-1 0 0 0,-1 0 0 0 0,1 0 1 0 0,0 1-1 0 0,0-1 0 0 0,0 0 0 0 0,0 1 1 0 0,0-1-1 0 0,0 1 0 0 0,1-2 1 0 0,29-9-2718 0 0,-21 8 1224 0 0,2-1-1174 0 0</inkml:trace>
</inkml:ink>
</file>

<file path=ppt/ink/ink2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23:35.1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8 976 0 0,'0'0'4725'0'0,"14"-2"-2233"0"0,-7-4-2240 0 0</inkml:trace>
</inkml:ink>
</file>

<file path=ppt/ink/ink2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1:37.4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1 2812 0 0,'-11'3'17441'0'0,"30"1"-17336"0"0,-1 0 1 0 0,1-2 0 0 0,-1 0 0 0 0,1 0-1 0 0,24-3 1 0 0,-1 2-186 0 0,76 4-2401 0 0,-39 0-6177 0 0,-54-3 1394 0 0</inkml:trace>
</inkml:ink>
</file>

<file path=ppt/ink/ink2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1:37.6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141 51 2924 0 0,'-138'47'15359'0'0,"136"-46"-14435"0"0,5 1-429 0 0,-3-1-484 0 0,0-1-1 0 0,0 0 0 0 0,0 0 1 0 0,0 1-1 0 0,1-1 1 0 0,-1 0-1 0 0,0 1 1 0 0,0-1-1 0 0,0 0 0 0 0,0 0 1 0 0,1 1-1 0 0,-1-1 1 0 0,0 0-1 0 0,0 0 1 0 0,1 0-1 0 0,-1 1 0 0 0,0-1 1 0 0,0 0-1 0 0,1 0 1 0 0,-1 0-1 0 0,0 0 0 0 0,1 1 1 0 0,-1-1-1 0 0,0 0 1 0 0,0 0-1 0 0,1 0 1 0 0,-1 0-1 0 0,0 0 0 0 0,1 0 1 0 0,-1 0-1 0 0,0 0 1 0 0,1 0-1 0 0,-1 0 1 0 0,0 0-1 0 0,1 0 0 0 0,-1 0 1 0 0,53 1 82 0 0,0-2-1 0 0,53-7 1 0 0,109-25-3738 0 0,-9-12-4939 0 0,-135 24 2851 0 0</inkml:trace>
</inkml:ink>
</file>

<file path=ppt/ink/ink2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1:37.8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8 198 424 0 0,'-4'-53'12982'0'0,"0"9"-6844"0"0,4 42-6033 0 0,1 0-1 0 0,-1-1 0 0 0,1 1 0 0 0,-1 0 0 0 0,1 0 0 0 0,0-1 1 0 0,0 1-1 0 0,0 0 0 0 0,0 0 0 0 0,0 0 0 0 0,1 0 0 0 0,-1 0 1 0 0,1 1-1 0 0,-1-1 0 0 0,1 0 0 0 0,-1 1 0 0 0,1-1 0 0 0,0 1 1 0 0,0-1-1 0 0,0 1 0 0 0,0 0 0 0 0,0 0 0 0 0,0 0 0 0 0,0 0 1 0 0,3-1-1 0 0,7-2-32 0 0,-1 0 1 0 0,1 0 0 0 0,16-1 0 0 0,-25 4-14 0 0,78-10 266 0 0,95-1-1 0 0,-5 0-6042 0 0,-130 11-3953 0 0</inkml:trace>
</inkml:ink>
</file>

<file path=ppt/ink/ink2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1:38.0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282 1 1292 0 0,'-5'1'1105'0'0,"-16"6"4240"0"0,-33 15 0 0 0,47-17-4640 0 0,-1-1-1 0 0,1 1 1 0 0,1 0 0 0 0,-1 0-1 0 0,1 1 1 0 0,-1 0 0 0 0,-6 8-1 0 0,2 2-2 0 0,0 0 0 0 0,1 0 0 0 0,1 1-1 0 0,0 0 1 0 0,1 1 0 0 0,1-1 0 0 0,1 2-1 0 0,-6 24 1 0 0,-1 23 205 0 0,-5 69-1 0 0,13-95-680 0 0,-2 36-67 0 0,-6 42-7004 0 0,11-99 3647 0 0</inkml:trace>
</inkml:ink>
</file>

<file path=ppt/ink/ink2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1:38.3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145 0 3248 0 0,'-126'4'15414'0'0,"107"-3"-11272"0"0,30-1-851 0 0,449 29-2474 0 0,-294-14-791 0 0,-43-2-314 0 0,64 4-1325 0 0,-150-16-738 0 0,0-1-1 0 0,0-2 0 0 0,37-7 0 0 0,-47 0-4599 0 0</inkml:trace>
</inkml:ink>
</file>

<file path=ppt/ink/ink2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23:35.9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28 804 0 0,'0'0'8710'0'0,"2"0"-8516"0"0,11 0 1567 0 0,-13 1-1735 0 0,0-1 0 0 0,0 0 0 0 0,0 1 0 0 0,0-1 0 0 0,0 0 0 0 0,-1 1 0 0 0,1-1 0 0 0,0 0 0 0 0,0 0 0 0 0,0 1-1 0 0,-1-1 1 0 0,1 0 0 0 0,0 0 0 0 0,0 1 0 0 0,-1-1 0 0 0,1 0 0 0 0,0 0 0 0 0,0 0 0 0 0,-1 1 0 0 0,1-1 0 0 0,0 0 0 0 0,-1 0 0 0 0,1 0 0 0 0,-1 0 0 0 0,-4-33-5781 0 0</inkml:trace>
</inkml:ink>
</file>

<file path=ppt/ink/ink2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23:39.5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1 126 1184 0 0,'0'0'6913'0'0,"15"-6"-5154"0"0,115 0-19 0 0,138-24 1 0 0,-164 16-1335 0 0,563-53 830 0 0,62 65-208 0 0,1 41-336 0 0,-653-34-661 0 0,196 15 85 0 0,302 13 5 0 0,-335-30 46 0 0,577 20 1118 0 0,296 30-1165 0 0,-440-23-55 0 0,235-5-34 0 0,-897-25-30 0 0,235 10-16 0 0,61-1 20 0 0,-117-5-442 0 0,-390 13-9864 0 0,132-13 4817 0 0</inkml:trace>
</inkml:ink>
</file>

<file path=ppt/ink/ink2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23:40.3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8 171 1936 0 0,'-7'-10'12458'0'0,"9"6"-12301"0"0,0 1 0 0 0,0-1 0 0 0,0 1 0 0 0,0-1 0 0 0,1 1 1 0 0,0 0-1 0 0,-1 0 0 0 0,1 0 0 0 0,1 0 0 0 0,-1 0 0 0 0,0 1 0 0 0,1-1 0 0 0,4-1 0 0 0,55-30 18 0 0,-56 31-97 0 0,32-15-567 0 0,65-19 0 0 0,-56 24-2699 0 0,0 2-3384 0 0</inkml:trace>
</inkml:ink>
</file>

<file path=ppt/ink/ink2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23:40.5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94 57 1184 0 0,'-94'85'15444'0'0,"95"-85"-15425"0"0,-1 0 0 0 0,0 0 1 0 0,0 0-1 0 0,0 0 0 0 0,0 0 0 0 0,0 0 0 0 0,0 0 0 0 0,1 0 0 0 0,-1 0 0 0 0,0 0 1 0 0,0 0-1 0 0,0 1 0 0 0,0-1 0 0 0,0 0 0 0 0,0 0 0 0 0,0 0 0 0 0,0 0 0 0 0,1 0 1 0 0,-1 0-1 0 0,0 0 0 0 0,0 0 0 0 0,0 1 0 0 0,0-1 0 0 0,0 0 0 0 0,0 0 0 0 0,0 0 0 0 0,0 0 1 0 0,0 0-1 0 0,0 0 0 0 0,0 1 0 0 0,0-1 0 0 0,0 0 0 0 0,0 0 0 0 0,0 0 0 0 0,0 0 1 0 0,0 0-1 0 0,0 0 0 0 0,0 1 0 0 0,0-1 0 0 0,0 0 0 0 0,0 0 0 0 0,0 0 0 0 0,0 0 1 0 0,0 0-1 0 0,0 0 0 0 0,0 1 0 0 0,0-1 0 0 0,0 0 0 0 0,-1 0 0 0 0,1 0 0 0 0,0 0 1 0 0,0 0-1 0 0,0 0 0 0 0,0 0 0 0 0,0 0 0 0 0,0 0 0 0 0,0 1 0 0 0,0-1 0 0 0,-1 0 1 0 0,1 0-1 0 0,0 0 0 0 0,0 0 0 0 0,0 0 0 0 0,0 0 0 0 0,0 0 0 0 0,0 0 0 0 0,-1 0 0 0 0,18-3 252 0 0,24-13-260 0 0,58-27-318 0 0,-20 9-2527 0 0,0-2-4626 0 0,-50 21 2255 0 0</inkml:trace>
</inkml:ink>
</file>

<file path=ppt/ink/ink2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23:40.8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3 154 2072 0 0,'-2'-50'15836'0'0,"2"48"-15709"0"0,1 1 1 0 0,-1 0-1 0 0,1 0 0 0 0,-1 0 1 0 0,1 0-1 0 0,0 0 1 0 0,-1 0-1 0 0,1 0 1 0 0,0 0-1 0 0,0 1 1 0 0,0-1-1 0 0,0 0 0 0 0,0 0 1 0 0,0 1-1 0 0,0-1 1 0 0,0 0-1 0 0,1 0 1 0 0,19-9 669 0 0,-19 9-724 0 0,16-7 136 0 0,1 1 1 0 0,0 1-1 0 0,1 1 0 0 0,32-5 0 0 0,-33 7-161 0 0,199-25 231 0 0,-186 24-314 0 0,-25 2-369 0 0,-1 1 0 0 0,1 0 1 0 0,-1 1-1 0 0,1 0 0 0 0,-1 0 1 0 0,1 0-1 0 0,-1 0 0 0 0,7 2 0 0 0,-7 3-1884 0 0</inkml:trace>
</inkml:ink>
</file>

<file path=ppt/ink/ink2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23:41.1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141 1 1868 0 0,'-4'0'2293'0'0,"-26"1"4260"0"0,22-1-6203 0 0,3 1 912 0 0,2-1-823 0 0,1 0-232 0 0,1 0 1 0 0,-1-1-1 0 0,0 1 0 0 0,0 0 1 0 0,1 1-1 0 0,-1-1 1 0 0,0 0-1 0 0,1 1 1 0 0,-1-1-1 0 0,0 0 1 0 0,1 1-1 0 0,-1 0 1 0 0,1-1-1 0 0,-1 1 1 0 0,1 0-1 0 0,-1 0 1 0 0,1 0-1 0 0,-1 0 1 0 0,1 0-1 0 0,0 0 1 0 0,0 0-1 0 0,-1 1 1 0 0,1-1-1 0 0,0 0 1 0 0,-1 4-1 0 0,-2 2 253 0 0,0 1 1 0 0,1 0-1 0 0,0 0 0 0 0,0 0 1 0 0,1 0-1 0 0,0 0 0 0 0,-2 14 0 0 0,-1 68 1922 0 0,3-35-1439 0 0,-15 259 590 0 0,17-281-2416 0 0,1-1-2518 0 0,-4-14-3466 0 0</inkml:trace>
</inkml:ink>
</file>

<file path=ppt/ink/ink2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23:41.4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147 30 688 0 0,'-3'1'2145'0'0,"-24"10"1345"0"0,-80 34 9690 0 0,105-45-12574 0 0,2 0-545 0 0,0 0 0 0 0,0 0 0 0 0,-1 0 1 0 0,1 0-1 0 0,0 1 0 0 0,-1-1 1 0 0,1 0-1 0 0,0 0 0 0 0,-1 0 1 0 0,1 0-1 0 0,0 0 0 0 0,0 0 1 0 0,-1 0-1 0 0,1 0 0 0 0,0 1 0 0 0,0-1 1 0 0,-1 0-1 0 0,1 0 0 0 0,0 0 1 0 0,0 1-1 0 0,0-1 0 0 0,-1 0 1 0 0,1 0-1 0 0,0 0 0 0 0,0 1 1 0 0,0-1-1 0 0,0 0 0 0 0,-1 0 0 0 0,1 1 1 0 0,0-1-1 0 0,0 1 0 0 0,0-1-27 0 0,0 1-1 0 0,0-1 0 0 0,1 0 0 0 0,-1 1 1 0 0,0-1-1 0 0,0 0 0 0 0,0 1 0 0 0,1-1 1 0 0,-1 0-1 0 0,0 1 0 0 0,0-1 1 0 0,1 0-1 0 0,-1 0 0 0 0,0 1 0 0 0,1-1 1 0 0,-1 0-1 0 0,0 0 0 0 0,1 1 0 0 0,-1-1 1 0 0,0 0-1 0 0,1 0 0 0 0,-1 0 0 0 0,1 0 1 0 0,-1 0-1 0 0,0 0 0 0 0,1 0 1 0 0,-1 0-1 0 0,0 1 0 0 0,1-1 0 0 0,-1 0 1 0 0,1-1-1 0 0,0 1 0 0 0,25 1 334 0 0,0-2 0 0 0,46-7 1 0 0,-27 3-202 0 0,427-67-261 0 0,-403 59-642 0 0,-67 13 430 0 0,22 1-2390 0 0</inkml:trace>
</inkml:ink>
</file>

<file path=ppt/ink/ink2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1:41.8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91 979 2700 0 0,'-47'43'6470'0'0,"8"2"-3438"0"0,39-44-2872 0 0,-1 0 0 0 0,1 0 0 0 0,-1 0 0 0 0,1 0 0 0 0,-1 0 1 0 0,1 0-1 0 0,0 0 0 0 0,-1 0 0 0 0,1 1 0 0 0,0-1 0 0 0,0 0 0 0 0,0 0 1 0 0,0 0-1 0 0,0 0 0 0 0,0 0 0 0 0,0 0 0 0 0,0 0 0 0 0,1 2 0 0 0,-1-3-100 0 0,0 1 0 0 0,0-1-1 0 0,1 1 1 0 0,-1-1-1 0 0,0 0 1 0 0,0 1-1 0 0,1-1 1 0 0,-1 0 0 0 0,0 1-1 0 0,1-1 1 0 0,-1 0-1 0 0,1 1 1 0 0,-1-1-1 0 0,0 0 1 0 0,1 0 0 0 0,-1 1-1 0 0,1-1 1 0 0,-1 0-1 0 0,1 0 1 0 0,-1 0-1 0 0,0 0 1 0 0,1 0 0 0 0,-1 0-1 0 0,1 0 1 0 0,-1 0-1 0 0,1 0 1 0 0,-1 0-1 0 0,1 0 1 0 0,-1 0 0 0 0,1 0-1 0 0,-1 0 1 0 0,1 0-1 0 0,-1 0 1 0 0,0 0-1 0 0,1-1 1 0 0,-1 1 0 0 0,1 0-1 0 0,-1 0 1 0 0,1 0-1 0 0,-1-1 1 0 0,0 1-1 0 0,1 0 1 0 0,-1-1 0 0 0,0 1-1 0 0,1 0 1 0 0,-1-1-1 0 0,15-10 208 0 0,-1 0-1 0 0,-1-1 0 0 0,0-1 1 0 0,-1 0-1 0 0,0-1 0 0 0,12-18 1 0 0,57-100-62 0 0,-67 107-108 0 0,177-343 142 0 0,11-19-281 0 0,-196 377 35 0 0,0-1-24 0 0,1 0 1 0 0,0 0 0 0 0,15-16-1 0 0,-21 26 29 0 0,0 1-1 0 0,-1 0 0 0 0,1-1 1 0 0,0 1-1 0 0,0 0 1 0 0,0 0-1 0 0,0-1 0 0 0,0 1 1 0 0,0 0-1 0 0,0 0 1 0 0,0 0-1 0 0,0 0 0 0 0,-1 0 1 0 0,1 0-1 0 0,0 1 1 0 0,0-1-1 0 0,1 0 1 0 0,-1 1 0 0 0,0-1 1 0 0,0 1 0 0 0,0-1 0 0 0,0 0-1 0 0,0 1 1 0 0,-1-1 0 0 0,1 1 0 0 0,0 0-1 0 0,0-1 1 0 0,-1 1 0 0 0,1 0 0 0 0,0-1-1 0 0,-1 1 1 0 0,1 0 0 0 0,-1 0 0 0 0,1 0 0 0 0,-1 0-1 0 0,1-1 1 0 0,-1 1 0 0 0,1 0 0 0 0,-1 1-1 0 0,1-1 0 0 0,1 4 1 0 0,0 1 1 0 0,0-1 0 0 0,0 0 0 0 0,0 0 0 0 0,-1 1 0 0 0,0-1 0 0 0,0 1 0 0 0,0 8 0 0 0,-2 47 20 0 0,0-48-15 0 0,-60 440 521 0 0,44-357-466 0 0,-5 78 319 0 0,7-46-3467 0 0,15-114 1035 0 0</inkml:trace>
</inkml:ink>
</file>

<file path=ppt/ink/ink2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1:42.0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110 126 2236 0 0,'-108'-66'17930'0'0,"106"64"-17431"0"0,2 2-459 0 0,1-1 1 0 0,-1 0 0 0 0,1 1-1 0 0,-1-1 1 0 0,0 0 0 0 0,1 1-1 0 0,-1-1 1 0 0,1 0 0 0 0,-1 1 0 0 0,1-1-1 0 0,0 1 1 0 0,-1-1 0 0 0,1 1-1 0 0,0-1 1 0 0,-1 1 0 0 0,1-1-1 0 0,0 1 1 0 0,-1 0 0 0 0,1-1-1 0 0,0 1 1 0 0,0 0 0 0 0,-1 0 0 0 0,3-1-1 0 0,19-3 174 0 0,-20 3-206 0 0,56-7 209 0 0,62-1-1 0 0,-24 3-287 0 0,108-7-3334 0 0,-202 13 2936 0 0,26-4-2616 0 0</inkml:trace>
</inkml:ink>
</file>

<file path=ppt/ink/ink2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1:42.6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802 137 2028 0 0,'4'-8'1531'0'0,"0"0"-1"0"0,-1 0 1 0 0,0-1 0 0 0,-1 0-1 0 0,0 1 1 0 0,2-10 0 0 0,-4 16-1394 0 0,0-1 0 0 0,1 1 0 0 0,-1 0 0 0 0,0-1 1 0 0,0 1-1 0 0,-1-1 0 0 0,1 1 0 0 0,0 0 0 0 0,-1 0 0 0 0,1-1 1 0 0,-1 1-1 0 0,0 0 0 0 0,0 0 0 0 0,0-1 0 0 0,0 1 0 0 0,0 0 1 0 0,0 0-1 0 0,0 0 0 0 0,-1 0 0 0 0,1 1 0 0 0,-1-1 0 0 0,1 0 1 0 0,-1 1-1 0 0,0-1 0 0 0,0 1 0 0 0,0-1 0 0 0,0 1 0 0 0,0 0 1 0 0,0 0-1 0 0,-4-2 0 0 0,-2 1-71 0 0,-1 0-1 0 0,1 1 1 0 0,0 0 0 0 0,-1 1 0 0 0,1 0-1 0 0,0 0 1 0 0,-1 0 0 0 0,1 1-1 0 0,-1 1 1 0 0,1-1 0 0 0,0 1 0 0 0,0 1-1 0 0,0-1 1 0 0,-10 6 0 0 0,-18 9 47 0 0,-58 35 1 0 0,84-46-79 0 0,-60 38 207 0 0,-105 86-1 0 0,139-99-174 0 0,1 2 0 0 0,1 2 1 0 0,2 0-1 0 0,-33 50 0 0 0,55-71-42 0 0,1 0 1 0 0,1 1-1 0 0,1-1 1 0 0,0 1 0 0 0,1 1-1 0 0,0-1 1 0 0,-6 30-1 0 0,11-39-6 0 0,0 0 0 0 0,1 0-1 0 0,-1 0 1 0 0,1 0 0 0 0,0 0-1 0 0,1-1 1 0 0,0 1 0 0 0,0 0-1 0 0,0 0 1 0 0,0 0 0 0 0,1 0-1 0 0,0-1 1 0 0,0 1 0 0 0,1-1-1 0 0,0 0 1 0 0,-1 1 0 0 0,2-1-1 0 0,-1-1 1 0 0,1 1 0 0 0,-1 0-1 0 0,1-1 1 0 0,1 0 0 0 0,-1 1-1 0 0,7 4 1 0 0,1-2 11 0 0,-1 0-1 0 0,1 0 1 0 0,1-1-1 0 0,-1-1 0 0 0,1 0 1 0 0,19 5-1 0 0,1-2 321 0 0,48 5 0 0 0,18-5 1556 0 0,-95-8-1730 0 0,-1 1-54 0 0,11 0-9 0 0,-10-1-46 0 0,-1 0-1 0 0,24 4 74 0 0,-24-4-108 0 0,-1 0-24 0 0,25 2-106 0 0,-24-2-88 0 0</inkml:trace>
</inkml:ink>
</file>

<file path=ppt/ink/ink2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1:43.1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71 8 1792 0 0,'-2'-1'2502'0'0,"-14"-1"3524"0"0,0 1-1354 0 0,12 1-3475 0 0,-29-2 4777 0 0,38 2-5956 0 0,139 1-3237 0 0,-65-3-6383 0 0,-59 1 2646 0 0</inkml:trace>
</inkml:ink>
</file>

<file path=ppt/ink/ink2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1:43.3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299 0 2432 0 0,'-101'36'7137'0'0,"-75"22"4365"0"0,158-51-10540 0 0,14-5-304 0 0,7-1-416 0 0,0 1-200 0 0,0 0 0 0 0,1 0-1 0 0,-1-1 1 0 0,1 1-1 0 0,-1-1 1 0 0,1 0-1 0 0,-1 0 1 0 0,1-1 0 0 0,6 2-1 0 0,41-1 119 0 0,-32 0-120 0 0,93 1 54 0 0,173 2-2604 0 0,-95-9-3686 0 0,-136 2 1241 0 0,-2-3-2623 0 0</inkml:trace>
</inkml:ink>
</file>

<file path=ppt/ink/ink2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1:44.2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1 556 0 0,'0'0'9878'0'0,"7"3"-10037"0"0</inkml:trace>
</inkml:ink>
</file>

<file path=ppt/ink/ink2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23:44.8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1 312 0 0,'-23'9'2550'0'0</inkml:trace>
</inkml:ink>
</file>

<file path=ppt/ink/ink2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23:45.1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0 996 0 0,'0'0'6969'0'0</inkml:trace>
</inkml:ink>
</file>

<file path=ppt/ink/ink2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1:44.8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104 1 556 0 0,'0'0'3831'0'0,"-16"4"2308"0"0,6-1-5788 0 0,8-2 644 0 0,-14 1-579 0 0,-7 5-322 0 0,21-7-74 0 0,0 0-63 0 0,-21 4-1316 0 0,21-4 955 0 0,-5 5-817 0 0</inkml:trace>
</inkml:ink>
</file>

<file path=ppt/ink/ink2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1:45.9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917 89 1280 0 0,'2'-3'887'0'0,"0"0"0"0"0,0 0 0 0 0,0 0-1 0 0,-1 0 1 0 0,1-1 0 0 0,-1 1 0 0 0,0-1 0 0 0,0 1-1 0 0,1-6 1 0 0,-2 6-588 0 0,1 1-1 0 0,-1-1 1 0 0,0 0 0 0 0,0 0-1 0 0,-1 1 1 0 0,1-1-1 0 0,0 0 1 0 0,-1 0-1 0 0,0 1 1 0 0,1-1 0 0 0,-3-4-1 0 0,2 6-251 0 0,0 0-1 0 0,0 0 1 0 0,1 0-1 0 0,-1 0 1 0 0,0 0 0 0 0,0 0-1 0 0,-1 0 1 0 0,1 1-1 0 0,0-1 1 0 0,0 0-1 0 0,0 1 1 0 0,0-1-1 0 0,-1 0 1 0 0,1 1-1 0 0,0 0 1 0 0,-1-1 0 0 0,1 1-1 0 0,0 0 1 0 0,-1-1-1 0 0,0 1 1 0 0,-29 1 223 0 0,10 5-188 0 0,0 0 0 0 0,0 1-1 0 0,0 1 1 0 0,-21 11 0 0 0,-76 49 121 0 0,109-63-178 0 0,-62 40 500 0 0,2 3 1 0 0,-91 84-1 0 0,112-87-75 0 0,2 3 0 0 0,2 2 1 0 0,-62 90-1 0 0,95-123-392 0 0,1 0-1 0 0,0 1 1 0 0,1 0-1 0 0,1 1 1 0 0,1 0-1 0 0,1 1 1 0 0,-4 20-1 0 0,8-32-31 0 0,1 0 0 0 0,0 0 0 0 0,1 1 0 0 0,0-1 0 0 0,1 0 0 0 0,-1 0 0 0 0,2 0 0 0 0,3 15 0 0 0,-4-18-5 0 0,2 1 0 0 0,-1-1-1 0 0,1 1 1 0 0,0-1 0 0 0,0 0 0 0 0,0 0-1 0 0,1 0 1 0 0,-1-1 0 0 0,1 1-1 0 0,1-1 1 0 0,-1 0 0 0 0,0 0-1 0 0,7 4 1 0 0,6 3 8 0 0,0-2 0 0 0,1 0 0 0 0,-1-1 0 0 0,2-1 0 0 0,-1-1 0 0 0,1 0 0 0 0,0-1 0 0 0,0-1 0 0 0,31 2 0 0 0,8-3 42 0 0,111-7 0 0 0,-150 1-53 0 0,-1 0 1 0 0,1-1-1 0 0,-1 0 1 0 0,0-2-1 0 0,-1 0 1 0 0,1-1-1 0 0,19-11 1 0 0,-30 13-812 0 0,0 0 0 0 0,0 0 0 0 0,9-11 1 0 0,8-5-8243 0 0,-10 10 3088 0 0</inkml:trace>
</inkml:ink>
</file>

<file path=ppt/ink/ink2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1:46.3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1001 776 0 0,'16'4'14891'0'0,"-14"-4"-14315"0"0,11 2 2293 0 0,9-20-741 0 0,19-23-1628 0 0,-1-2-1 0 0,56-81 1 0 0,-50 63-414 0 0,195-276 6 0 0,-6 8-162 0 0,-224 315 51 0 0,-6 7-11 0 0,0 0 0 0 0,1 0 0 0 0,11-11 1 0 0,-16 17 22 0 0,3 2-20 0 0,-3-1 25 0 0,0 0 0 0 0,0 1 1 0 0,1-1-1 0 0,-1 1 1 0 0,0-1-1 0 0,0 1 0 0 0,0-1 1 0 0,0 1-1 0 0,1 0 0 0 0,-1 0 1 0 0,0-1-1 0 0,0 1 0 0 0,-1 0 1 0 0,1 0-1 0 0,0 0 0 0 0,0 0 1 0 0,0 0-1 0 0,1 2 0 0 0,-1 0 1 0 0,0 0 0 0 0,0 0-1 0 0,0 0 1 0 0,0 0-1 0 0,0 0 1 0 0,0 1 0 0 0,-1-1-1 0 0,1 5 1 0 0,-1 35 34 0 0,-1 0 1 0 0,-3-1 0 0 0,-9 51-1 0 0,-38 126 529 0 0,24-108-206 0 0,-12 38-45 0 0,-26 135 69 0 0,65-281-445 0 0,-1 1 1 0 0,1-1-1 0 0,0 1 1 0 0,0-1-1 0 0,0 0 1 0 0,2 6-1 0 0,-2-8-114 0 0,0 1 0 0 0,1-1 1 0 0,-1 0-1 0 0,0 0 0 0 0,1 0 0 0 0,-1-1 0 0 0,1 1 0 0 0,-1 0 0 0 0,1 0 0 0 0,0 0 0 0 0,-1 0 0 0 0,1 0 0 0 0,0-1 0 0 0,0 1 0 0 0,-1 0 0 0 0,1 0 0 0 0,0-1 0 0 0,0 1 0 0 0,0-1 0 0 0,0 1 0 0 0,0-1 0 0 0,1 1 0 0 0,-1-1-327 0 0,1 0 0 0 0,-1-1 0 0 0,0 1-1 0 0,1 0 1 0 0,-1-1 0 0 0,0 1 0 0 0,0-1-1 0 0,1 0 1 0 0,-1 1 0 0 0</inkml:trace>
</inkml:ink>
</file>

<file path=ppt/ink/ink2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1:46.5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216 124 120 0 0,'-188'-76'17964'0'0,"163"64"-16228"0"0,23 11-1359 0 0,11-6 179 0 0,1 5-497 0 0,0 0 0 0 0,0 0 0 0 0,1 1 0 0 0,-1 0 0 0 0,17 1 0 0 0,6-1-151 0 0,356-13-6383 0 0,-267 11 774 0 0,-51 1-734 0 0</inkml:trace>
</inkml:ink>
</file>

<file path=ppt/ink/ink2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1:46.7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78 1 932 0 0,'-3'0'3183'0'0,"-15"2"4028"0"0,-35 3 2483 0 0,53-5-9682 0 0,0 0 1 0 0,0 0-1 0 0,0 1 1 0 0,-1-1-1 0 0,1 0 0 0 0,0 0 1 0 0,0 0-1 0 0,0 0 1 0 0,-1 0-1 0 0,1 0 0 0 0,0 0 1 0 0,0 0-1 0 0,0 0 1 0 0,0 1-1 0 0,0-1 1 0 0,-1 0-1 0 0,1 0 0 0 0,0 0 1 0 0,0 0-1 0 0,0 1 1 0 0,0-1-1 0 0,0 0 0 0 0,0 0 1 0 0,0 0-1 0 0,-1 0 1 0 0,1 1-1 0 0,0-1 1 0 0,0 0-1 0 0,0 0 0 0 0,0 0 1 0 0,0 1-1 0 0,0-1 1 0 0,0 0-1 0 0,0 0 0 0 0,0 0 1 0 0,0 1-1 0 0,0-1 1 0 0,0 0-1 0 0,0 0 1 0 0,0 0-1 0 0,0 1 0 0 0,1-1 1 0 0,-1 0-1 0 0,0 0 1 0 0,0 0-1 0 0,0 0 0 0 0,0 1 1 0 0,0-1-1 0 0,1 1 4 0 0,-1-1 0 0 0,0 1 0 0 0,1-1 0 0 0,-1 1-1 0 0,1 0 1 0 0,0-1 0 0 0,-1 1 0 0 0,1-1 0 0 0,-1 0-1 0 0,1 1 1 0 0,0-1 0 0 0,-1 1 0 0 0,1-1 0 0 0,0 0-1 0 0,-1 1 1 0 0,1-1 0 0 0,0 0 0 0 0,1 0 0 0 0,163 22-1776 0 0,-53-13-8401 0 0,-85-7 2557 0 0</inkml:trace>
</inkml:ink>
</file>

<file path=ppt/ink/ink2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1:46.9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209 1 1444 0 0,'-39'12'3982'0'0,"-114"40"8798"0"0,140-40-11574 0 0,12-12-1188 0 0,1 1 1 0 0,0-1 0 0 0,0 0 0 0 0,-1 0 0 0 0,1 0-1 0 0,0 1 1 0 0,0-1 0 0 0,0 0 0 0 0,-1 0-1 0 0,1 0 1 0 0,0 1 0 0 0,0-1 0 0 0,0 0 0 0 0,0 1-1 0 0,-1-1 1 0 0,1 0 0 0 0,0 0 0 0 0,0 1 0 0 0,0-1-1 0 0,0 0 1 0 0,0 1 0 0 0,0-1 0 0 0,0 0-1 0 0,0 0 1 0 0,0 1 0 0 0,0-1 0 0 0,0 0 0 0 0,0 1-1 0 0,0-1 1 0 0,0 0 0 0 0,0 1 0 0 0,0-1-1 0 0,1 0 1 0 0,-1 0 0 0 0,0 1 0 0 0,0-1 0 0 0,0 0-1 0 0,0 0 1 0 0,1 1 0 0 0,-1-1 0 0 0,0 0-1 0 0,0 0 1 0 0,0 1 0 0 0,1-1 0 0 0,-1 0 0 0 0,0 0-1 0 0,0 0 1 0 0,1 0 0 0 0,-1 1 0 0 0,0-1 0 0 0,0 0-1 0 0,1 0 1 0 0,0 0 0 0 0,31 6 159 0 0,1-2-1 0 0,1-1 1 0 0,32-2 0 0 0,108-10-1039 0 0,-124 5 341 0 0,192-21-3254 0 0,-84-1-2413 0 0,-49 4-1204 0 0</inkml:trace>
</inkml:ink>
</file>

<file path=ppt/ink/ink2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1:47.2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48 210 2628 0 0,'-22'-32'9801'0'0,"18"27"-8166"0"0,0 1 0 0 0,1-1 1 0 0,-1 0-1 0 0,1 0 0 0 0,-4-9 1 0 0,7 13-1566 0 0,0 0 0 0 0,0 0 0 0 0,0 0 0 0 0,0 0 0 0 0,0 0 0 0 0,1 0 0 0 0,-1 0 0 0 0,0 0 0 0 0,1 0 0 0 0,-1 0 0 0 0,0 0 0 0 0,1 0 0 0 0,-1 0 0 0 0,1 0 0 0 0,0 0 0 0 0,-1 0 0 0 0,1 0 0 0 0,0 0 0 0 0,-1 0 0 0 0,1 1 0 0 0,0-1 0 0 0,0 0 0 0 0,0 1 0 0 0,0-1 0 0 0,0 1 0 0 0,1-2 0 0 0,-1 2-43 0 0,12-8 105 0 0,1 1 1 0 0,-1 1 0 0 0,1 0 0 0 0,0 1 0 0 0,1 1 0 0 0,20-4 0 0 0,-23 5-91 0 0,212-39 955 0 0,-127 30-2963 0 0,-29 5-3413 0 0,-1 0-4858 0 0</inkml:trace>
</inkml:ink>
</file>

<file path=ppt/ink/ink2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1:47.4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393 1 8 0 0,'-20'1'2988'0'0,"-37"5"6871"0"0,54-5-9541 0 0,-1 0 1 0 0,1 1 0 0 0,-1 0-1 0 0,1-1 1 0 0,-1 1 0 0 0,1 0-1 0 0,0 1 1 0 0,0-1 0 0 0,0 0-1 0 0,0 1 1 0 0,0 0 0 0 0,1-1-1 0 0,-4 7 1 0 0,-2 2 494 0 0,1 1-1 0 0,-8 17 1 0 0,7-14-186 0 0,-8 22 399 0 0,1 0-1 0 0,3 0 0 0 0,-11 52 1 0 0,14-55-600 0 0,-116 443 1845 0 0,114-424-3215 0 0,8-35-1911 0 0,-1 1-1 0 0,-8 22 0 0 0</inkml:trace>
</inkml:ink>
</file>

<file path=ppt/ink/ink2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1:47.6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193 32 1056 0 0,'-138'-17'22751'0'0,"83"5"-14219"0"0,200 10-8104 0 0,237 20-4146 0 0,281 6-10516 0 0,-553-24 1823 0 0</inkml:trace>
</inkml:ink>
</file>

<file path=ppt/ink/ink2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2:24.8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 0 964 0 0,'0'0'3092'0'0,"-16"6"-4392"0"0,7 0-176 0 0</inkml:trace>
</inkml:ink>
</file>

<file path=ppt/ink/ink2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2:25.3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22 1072 0 0,'0'0'1756'0'0,"10"-6"1477"0"0,-1-2-1345 0 0,3 1-1392 0 0</inkml:trace>
</inkml:ink>
</file>

<file path=ppt/ink/ink2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23:45.8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6 468 0 0,'0'0'3016'0'0,"13"-6"-3644"0"0</inkml:trace>
</inkml:ink>
</file>

<file path=ppt/ink/ink2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23:55.8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249 100 1204 0 0,'-11'-46'6562'0'0,"9"34"-4977"0"0,-1 1 0 0 0,-6-20 1126 0 0,7 33-2303 0 0,-1 3-223 0 0,1-1 0 0 0,-1 0 0 0 0,1 0 0 0 0,0 1 0 0 0,0 0 0 0 0,0-1 0 0 0,0 1 0 0 0,0 6 0 0 0,-8 48 789 0 0,5-28-553 0 0,-27 117 123 0 0,-84 233 1 0 0,108-357-1423 0 0,-8 23-1636 0 0,1-20-5115 0 0</inkml:trace>
</inkml:ink>
</file>

<file path=ppt/ink/ink2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23:56.4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1 197 2044 0 0,'6'-18'1586'0'0,"1"-1"0"0"0,1 1 0 0 0,1 0 0 0 0,1 1 0 0 0,18-26 0 0 0,-24 37-1452 0 0,1 1 1 0 0,0 0-1 0 0,0 0 0 0 0,0 0 1 0 0,1 1-1 0 0,-1 0 1 0 0,1 0-1 0 0,0 0 1 0 0,0 1-1 0 0,1 0 1 0 0,-1 0-1 0 0,1 1 1 0 0,-1-1-1 0 0,1 1 0 0 0,0 1 1 0 0,0-1-1 0 0,0 1 1 0 0,0 1-1 0 0,9-1 1 0 0,-10 1-115 0 0,0 0-1 0 0,-1 1 1 0 0,1 0 0 0 0,0 0 0 0 0,-1 0 0 0 0,1 1 0 0 0,-1 0 0 0 0,1 0-1 0 0,-1 0 1 0 0,0 0 0 0 0,0 1 0 0 0,0 0 0 0 0,0 0 0 0 0,0 0 0 0 0,-1 1 0 0 0,1 0-1 0 0,-1 0 1 0 0,0 0 0 0 0,6 8 0 0 0,-6-6-2 0 0,0 0 0 0 0,-1 0 0 0 0,1 1 0 0 0,-1-1 0 0 0,-1 0 0 0 0,1 1 0 0 0,-1 0 0 0 0,-1-1 0 0 0,1 1 0 0 0,-1 0 0 0 0,0 0 0 0 0,-1 0-1 0 0,1 0 1 0 0,-1 0 0 0 0,-2 13 0 0 0,-1-6 7 0 0,0-1-1 0 0,-1 1 0 0 0,-1-1 1 0 0,0 0-1 0 0,-1-1 0 0 0,0 1 1 0 0,-1-1-1 0 0,-1 0 0 0 0,1-1 1 0 0,-18 19-1 0 0,8-11 84 0 0,-1-1 0 0 0,-1 0 0 0 0,-1-2-1 0 0,-39 26 1 0 0,58-41-96 0 0,0-1-1 0 0,0 1 1 0 0,0 0 0 0 0,0-1-1 0 0,0 1 1 0 0,0-1 0 0 0,-1 1-1 0 0,1-1 1 0 0,0 0-1 0 0,0 1 1 0 0,-1-1 0 0 0,1 0-1 0 0,0 0 1 0 0,0 0 0 0 0,-1 0-1 0 0,1 0 1 0 0,0 0-1 0 0,-1 0 1 0 0,1-1 0 0 0,-2 1-1 0 0,2-1-27 0 0,-2 0 25 0 0,5-1 9 0 0,0 0-1 0 0,0 0 1 0 0,0 0-1 0 0,0 0 1 0 0,0 0-1 0 0,0 1 1 0 0,0-1 0 0 0,1 1-1 0 0,-1-1 1 0 0,1 1-1 0 0,-1 0 1 0 0,1 0-1 0 0,0 0 1 0 0,-1 0-1 0 0,1 0 1 0 0,0 1-1 0 0,0-1 1 0 0,0 1-1 0 0,2-1 1 0 0,7 0 51 0 0,-1 1 0 0 0,0 0 1 0 0,16 1-1 0 0,-17 1-36 0 0,-1 0 0 0 0,1 0 1 0 0,-1 1-1 0 0,0 0 0 0 0,0 1 0 0 0,0 0 0 0 0,0 0 1 0 0,-1 1-1 0 0,1 0 0 0 0,-1 1 0 0 0,-1 0 0 0 0,1 0 1 0 0,-1 0-1 0 0,12 14 0 0 0,-15-16 66 0 0,-1 1 0 0 0,1-1 0 0 0,-1 1 0 0 0,0 0 0 0 0,-1-1 0 0 0,1 1 0 0 0,-1 0 0 0 0,0 1 0 0 0,0-1 0 0 0,0 0 0 0 0,-1 1 0 0 0,0-1 0 0 0,0 0-1 0 0,0 1 1 0 0,-1-1 0 0 0,0 1 0 0 0,0 0 0 0 0,0-1 0 0 0,-1 1 0 0 0,0-1 0 0 0,0 1 0 0 0,0-1 0 0 0,0 0 0 0 0,-1 1 0 0 0,0-1 0 0 0,0 0 0 0 0,-3 5 0 0 0,-1 0 155 0 0,-1 0 0 0 0,0 0 1 0 0,0-1-1 0 0,0 0 0 0 0,-11 10 0 0 0,13-15-98 0 0,0 0 0 0 0,-1 0 0 0 0,1 0 0 0 0,-1 0 0 0 0,0-1 0 0 0,1 0 0 0 0,-2 0 0 0 0,1-1 0 0 0,0 0 0 0 0,-10 3 0 0 0,8-4-80 0 0,-1-1-1 0 0,1 0 0 0 0,0 0 0 0 0,0 0 0 0 0,0-1 0 0 0,0-1 1 0 0,0 1-1 0 0,0-1 0 0 0,0-1 0 0 0,0 1 0 0 0,0-1 0 0 0,1-1 1 0 0,-1 1-1 0 0,1-1 0 0 0,0-1 0 0 0,0 1 0 0 0,1-1 0 0 0,0 0 1 0 0,-1-1-1 0 0,1 1 0 0 0,1-1 0 0 0,-7-8 0 0 0,11 12-153 0 0,-1 1 0 0 0,1-1 0 0 0,0 0 0 0 0,-1 0 0 0 0,1 1 0 0 0,0-1 0 0 0,0 0-1 0 0,0 0 1 0 0,0 0 0 0 0,1 0 0 0 0,-1 0 0 0 0,1 0 0 0 0,-1 0 0 0 0,1 0 0 0 0,-1-1 0 0 0,1 1-1 0 0,0 0 1 0 0,0 0 0 0 0,0 0 0 0 0,1 0 0 0 0,-1 0 0 0 0,0-1 0 0 0,1 1 0 0 0,-1 0 0 0 0,1 0-1 0 0,1-3 1 0 0,1 1-326 0 0,0 0-1 0 0,1 0 1 0 0,-1 1 0 0 0,1 0-1 0 0,-1 0 1 0 0,1 0-1 0 0,0 0 1 0 0,0 0-1 0 0,0 1 1 0 0,6-3-1 0 0,19-8-5031 0 0,56-18-1 0 0,-55 21 428 0 0</inkml:trace>
</inkml:ink>
</file>

<file path=ppt/ink/ink2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23:56.7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20 2320 0 0,'0'0'7774'0'0,"0"-1"-7367"0"0,0-1 0 0 0,1 1 0 0 0,-1 0 0 0 0,1 0 0 0 0,-1-1 0 0 0,1 1 0 0 0,-1 0 0 0 0,1 0 0 0 0,0 0 0 0 0,0 0 0 0 0,1-2 814 0 0,-1 2-814 0 0,0 0 0 0 0,2 0 0 0 0,91 1-218 0 0,-29 8-2520 0 0,-15 4-6272 0 0,-34-7 4739 0 0</inkml:trace>
</inkml:ink>
</file>

<file path=ppt/ink/ink2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23:56.9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 17 1572 0 0,'-2'1'2059'0'0,"0"0"-2090"0"0,-29 9 10815 0 0,49-10-10957 0 0,70-10 398 0 0,59-3-3967 0 0,-91 9-965 0 0,-25 2 1124 0 0</inkml:trace>
</inkml:ink>
</file>

<file path=ppt/ink/ink2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23:58.0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177 28 24 0 0,'0'0'3721'0'0,"0"-13"1792"0"0,0 10-5451 0 0,-1-8 3785 0 0,-5 21-2274 0 0,-39 139 1184 0 0,-19 52-2308 0 0,11-49-105 0 0,48-132 276 0 0,3-10-2723 0 0</inkml:trace>
</inkml:ink>
</file>

<file path=ppt/ink/ink2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23:58.6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56 145 52 0 0,'3'-42'6662'0'0,"-3"33"-5959"0"0,1 0-1 0 0,0 0 1 0 0,0 0-1 0 0,1 0 1 0 0,0 0-1 0 0,6-14 1 0 0,-7 21-674 0 0,0 1 1 0 0,1-1-1 0 0,-1 0 1 0 0,0 0-1 0 0,1 1 0 0 0,0-1 1 0 0,-1 1-1 0 0,1-1 1 0 0,0 1-1 0 0,0 0 1 0 0,-1 0-1 0 0,1-1 1 0 0,0 1-1 0 0,0 1 1 0 0,0-1-1 0 0,1 0 0 0 0,-1 0 1 0 0,0 1-1 0 0,0-1 1 0 0,0 1-1 0 0,0 0 1 0 0,1 0-1 0 0,-1 0 1 0 0,0 0-1 0 0,3 0 0 0 0,1 0-22 0 0,1 1 0 0 0,-1-1 0 0 0,1 1 0 0 0,-1 1 0 0 0,0-1 0 0 0,1 1 0 0 0,5 3 0 0 0,-2-1-3 0 0,-1 1 0 0 0,0 0 0 0 0,0 1 0 0 0,-1 0 0 0 0,1 0 0 0 0,-1 1 1 0 0,-1 0-1 0 0,1 1 0 0 0,-1-1 0 0 0,0 1 0 0 0,7 13 0 0 0,-11-16 15 0 0,0 0 1 0 0,-1 0-1 0 0,1 0 1 0 0,-1 1-1 0 0,-1-1 1 0 0,1 1-1 0 0,-1 0 1 0 0,0-1-1 0 0,0 1 1 0 0,0 0-1 0 0,-1 0 1 0 0,0 0-1 0 0,0-1 1 0 0,0 1-1 0 0,-1 0 1 0 0,0 0-1 0 0,0-1 1 0 0,-1 1-1 0 0,1 0 1 0 0,-1-1-1 0 0,-5 11 1 0 0,-1-3 53 0 0,0 0 0 0 0,-1 0 0 0 0,0-1 0 0 0,-1 0 0 0 0,0-1 0 0 0,-1 0 1 0 0,0-1-1 0 0,-1 0 0 0 0,0-1 0 0 0,-18 12 0 0 0,-3-1 919 0 0,31-19-800 0 0,-9 4 1240 0 0,19-4-1436 0 0,0 0 0 0 0,0 0 0 0 0,0 0 0 0 0,0 1 0 0 0,-1 0 0 0 0,1 0-1 0 0,-1 1 1 0 0,1 0 0 0 0,-1 1 0 0 0,0-1 0 0 0,8 6 0 0 0,-4-1 5 0 0,-1 0 0 0 0,1 1 0 0 0,-1 0 0 0 0,-1 0 0 0 0,16 21 0 0 0,-23-28 71 0 0,0 0 0 0 0,-1 1 0 0 0,1-1 0 0 0,-1 1 1 0 0,0-1-1 0 0,0 1 0 0 0,0-1 0 0 0,0 1 0 0 0,0-1 0 0 0,-1 1 0 0 0,1 0 0 0 0,-1 0 0 0 0,0-1 0 0 0,1 1 0 0 0,-1 0 0 0 0,0 0 0 0 0,-1-1 0 0 0,1 1 0 0 0,0 0 1 0 0,-1-1-1 0 0,0 1 0 0 0,0 0 0 0 0,1-1 0 0 0,-2 1 0 0 0,1-1 0 0 0,0 1 0 0 0,0-1 0 0 0,-1 1 0 0 0,1-1 0 0 0,-1 0 0 0 0,0 0 0 0 0,-3 4 0 0 0,-1-1 94 0 0,0 1 0 0 0,0-1-1 0 0,-1 0 1 0 0,1 0-1 0 0,-1-1 1 0 0,0 0 0 0 0,0 0-1 0 0,-1-1 1 0 0,-13 5 0 0 0,9-5-60 0 0,1 0 0 0 0,-1-1 1 0 0,0-1-1 0 0,0 0 1 0 0,0 0-1 0 0,0-1 0 0 0,0-1 1 0 0,0 0-1 0 0,0-1 1 0 0,1 0-1 0 0,-1 0 1 0 0,-12-6-1 0 0,22 8-162 0 0,0 0 0 0 0,0-1 0 0 0,0 0 0 0 0,0 1 1 0 0,1-1-1 0 0,-1 0 0 0 0,0 0 0 0 0,0 0 0 0 0,1 0 0 0 0,-1 0 0 0 0,1 0 0 0 0,-1 0 1 0 0,1 0-1 0 0,-1-1 0 0 0,1 1 0 0 0,0-1 0 0 0,-1 1 0 0 0,1-1 0 0 0,0 1 0 0 0,0-1 0 0 0,0 0 1 0 0,1 1-1 0 0,-1-1 0 0 0,0 0 0 0 0,0 0 0 0 0,1 0 0 0 0,-1-2 0 0 0,1 1-213 0 0,0 1-1 0 0,1-1 0 0 0,-1 0 0 0 0,1 1 1 0 0,-1-1-1 0 0,1 1 0 0 0,0-1 0 0 0,0 1 1 0 0,0-1-1 0 0,0 1 0 0 0,1 0 0 0 0,-1-1 1 0 0,1 1-1 0 0,-1 0 0 0 0,1 0 1 0 0,0 0-1 0 0,3-3 0 0 0,10-8-3559 0 0,31-19 1 0 0,-21 15-1417 0 0</inkml:trace>
</inkml:ink>
</file>

<file path=ppt/ink/ink2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23:58.8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65 1052 0 0,'1'-2'2488'0'0,"3"-3"-1945"0"0,14-21 10731 0 0,-5 10-5572 0 0,-12 14-5583 0 0,1 1 0 0 0,0-1 0 0 0,0 1 0 0 0,-1 0 0 0 0,1-1 1 0 0,0 1-1 0 0,0 0 0 0 0,0 0 0 0 0,0 1 0 0 0,0-1 1 0 0,0 0-1 0 0,1 1 0 0 0,-1-1 0 0 0,0 1 0 0 0,0-1 0 0 0,4 1 1 0 0,42 2-115 0 0,-22 0 152 0 0,15-2-171 0 0,30 3-3194 0 0,1-2-5959 0 0,-51-5 713 0 0</inkml:trace>
</inkml:ink>
</file>

<file path=ppt/ink/ink2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23:59.1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170 1 2080 0 0,'-23'2'4408'0'0,"3"0"-503"0"0,17 0-3491 0 0,0-1 0 0 0,0 1 0 0 0,0 0-1 0 0,1 0 1 0 0,-1 0 0 0 0,0 0 0 0 0,1 0 0 0 0,-1 0 0 0 0,1 1 0 0 0,0-1 0 0 0,0 1 0 0 0,0 0-1 0 0,0 0 1 0 0,0-1 0 0 0,1 1 0 0 0,-1 0 0 0 0,1 0 0 0 0,-2 6 0 0 0,-3 9 753 0 0,1 0-1 0 0,-4 20 1 0 0,7-26-889 0 0,-36 208 1515 0 0,21-114-1555 0 0,11-65-2239 0 0,6-4-6838 0 0</inkml:trace>
</inkml:ink>
</file>

<file path=ppt/ink/ink2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23:59.3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58 0 848 0 0,'-3'0'5473'0'0,"-23"0"3754"0"0,15 0-5708 0 0,8 0-2806 0 0,-12 2 1381 0 0,18-1-1837 0 0,26 3-129 0 0,1 0 1 0 0,0-2-1 0 0,44-3 0 0 0,-30 1-1149 0 0,19 0-2195 0 0,-40 0-278 0 0,4 0-3372 0 0</inkml:trace>
</inkml:ink>
</file>

<file path=ppt/ink/ink2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23:59.7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2052 0 0,'0'0'14560'0'0</inkml:trace>
</inkml:ink>
</file>

<file path=ppt/ink/ink2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23:59.9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30 2508 0 0,'13'-23'11202'0'0,"-11"17"-10838"0"0</inkml:trace>
</inkml:ink>
</file>

<file path=ppt/ink/ink2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24:00.1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39 1292 0 0,'0'0'3104'0'0,"7"-12"953"0"0,-3 3-681 0 0,2-3-1668 0 0,6 6-1312 0 0,5 8-796 0 0,6 2-1848 0 0,4 0-6633 0 0</inkml:trace>
</inkml:ink>
</file>

<file path=ppt/ink/ink2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24:01.8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57 14 104 0 0,'0'0'1365'0'0,"-16"-5"2625"0"0,-9-2 117 0 0,23 7-4005 0 0,-9-1-60 0 0,9 0 344 0 0,2 3-922 0 0,1-1 369 0 0,-1-1 0 0 0,0 1 0 0 0,0 0-1 0 0,1 0 1 0 0,-1-1 0 0 0,1 1-1 0 0,-1 0 1 0 0,1-1 0 0 0,-1 1 0 0 0,1-1-1 0 0,-1 1 1 0 0,1 0 0 0 0,0-1 0 0 0,0 1-1 0 0,9 1-1992 0 0</inkml:trace>
</inkml:ink>
</file>

<file path=ppt/ink/ink2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24:02.4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2 820 0 0,'0'0'8898'0'0,"-2"0"-8810"0"0,-1-1-179 0 0,-2 1 85 0 0</inkml:trace>
</inkml:ink>
</file>

<file path=ppt/ink/ink2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24:02.6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1012 0 0,'0'0'1842'0'0,"3"0"-1129"0"0,30 3 3312 0 0</inkml:trace>
</inkml:ink>
</file>

<file path=ppt/ink/ink2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24:03.4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0 356 0 0,'0'0'3374'0'0</inkml:trace>
</inkml:ink>
</file>

<file path=ppt/ink/ink2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24:04.7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 0 904 0 0,'0'0'6279'0'0,"-15"8"-4964"0"0</inkml:trace>
</inkml:ink>
</file>

<file path=ppt/ink/ink2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2:13.7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129 65 1072 0 0,'-7'-25'12059'0'0,"-8"-15"-2782"0"0,7 71-8454 0 0,-38 395 5099 0 0,21-308-5526 0 0,13-66-254 0 0,11-49-304 0 0,0 0 0 0 0,0 1 0 0 0,0-1 0 0 0,0 1 0 0 0,-1-1-1 0 0,1 0 1 0 0,-1 0 0 0 0,-3 5 0 0 0</inkml:trace>
</inkml:ink>
</file>

<file path=ppt/ink/ink2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2:14.4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29 121 952 0 0,'-1'-22'6089'0'0,"3"-48"3584"0"0,-1 68-9590 0 0,1 0 1 0 0,-1 1 0 0 0,0-1 0 0 0,1 0 0 0 0,-1 1 0 0 0,1-1 0 0 0,0 1-1 0 0,-1 0 1 0 0,1-1 0 0 0,0 1 0 0 0,0 0 0 0 0,2-1 0 0 0,-1 1-50 0 0,0-1 0 0 0,0 1 0 0 0,0 0 0 0 0,0 0 1 0 0,0 0-1 0 0,0 1 0 0 0,0-1 0 0 0,0 1 0 0 0,0-1 0 0 0,7 1 1 0 0,33 3 107 0 0,-38-2-121 0 0,8 0 0 0 0,1 1-1 0 0,0 1 1 0 0,0 1-1 0 0,-1 0 1 0 0,0 0-1 0 0,0 1 1 0 0,0 1-1 0 0,0 0 1 0 0,19 14-1 0 0,-27-17 4 0 0,-1 1 0 0 0,1-1-1 0 0,-1 1 1 0 0,0 0 0 0 0,0 0 0 0 0,-1 0-1 0 0,1 1 1 0 0,-1-1 0 0 0,0 1-1 0 0,0 0 1 0 0,0 0 0 0 0,-1 0-1 0 0,1 0 1 0 0,-1 1 0 0 0,-1-1-1 0 0,1 0 1 0 0,-1 1 0 0 0,0 0-1 0 0,0-1 1 0 0,0 1 0 0 0,-1-1-1 0 0,0 1 1 0 0,0 0 0 0 0,-1-1-1 0 0,1 1 1 0 0,-3 8 0 0 0,-3 6 215 0 0,-2 1 1 0 0,0-1-1 0 0,-1 0 1 0 0,-1-1 0 0 0,-1 0-1 0 0,-1-1 1 0 0,0 0-1 0 0,-24 25 1 0 0,9-14 3047 0 0,28-30-3279 0 0,-1 1-1 0 0,0-1 1 0 0,1 0 0 0 0,-1 0-1 0 0,1 1 1 0 0,-1-1 0 0 0,1 0 0 0 0,-1 0-1 0 0,1 1 1 0 0,-1-1 0 0 0,1 1-1 0 0,0-1 1 0 0,-1 1 0 0 0,1-1-1 0 0,0 1 1 0 0,-1-1 0 0 0,1 1 0 0 0,0-1-1 0 0,0 1 1 0 0,0 0 0 0 0,-1 0-1 0 0,2-1 1 0 0,24-6 34 0 0,-18 6-41 0 0,1 1 0 0 0,-1 0 0 0 0,1 0 1 0 0,-1 1-1 0 0,1 0 0 0 0,-1 0 0 0 0,1 1 1 0 0,-1 0-1 0 0,0 1 0 0 0,0-1 1 0 0,0 2-1 0 0,0-1 0 0 0,-1 1 0 0 0,1 0 1 0 0,-1 1-1 0 0,9 6 0 0 0,-9-6 12 0 0,-1 0-1 0 0,1 1 0 0 0,-1 0 1 0 0,-1 0-1 0 0,1 0 1 0 0,-1 0-1 0 0,0 1 1 0 0,0 0-1 0 0,-1 0 0 0 0,0 0 1 0 0,0 1-1 0 0,-1-1 1 0 0,0 1-1 0 0,0 0 1 0 0,-1 0-1 0 0,0 0 1 0 0,2 11-1 0 0,-4-14 65 0 0,0 1-1 0 0,0-1 1 0 0,0 0 0 0 0,-1 1-1 0 0,0-1 1 0 0,0 0 0 0 0,0 0 0 0 0,-1 0-1 0 0,0 0 1 0 0,0 0 0 0 0,0 0-1 0 0,0 0 1 0 0,-5 7 0 0 0,2-5 44 0 0,0-1 1 0 0,-1 0-1 0 0,0 0 1 0 0,1-1 0 0 0,-2 1-1 0 0,1-1 1 0 0,-1-1-1 0 0,-9 6 1 0 0,3-3 59 0 0,-1 0-1 0 0,0-2 1 0 0,0 1 0 0 0,0-2-1 0 0,-1 0 1 0 0,0-1 0 0 0,0 0 0 0 0,0-1-1 0 0,-18 0 1 0 0,-11-4 390 0 0,-76-15-1 0 0,116 17-582 0 0,0-1 1 0 0,0 0-1 0 0,1-1 0 0 0,-1 1 0 0 0,0-1 0 0 0,1 1 0 0 0,0-1 0 0 0,-1 0 0 0 0,1 0 0 0 0,0-1 0 0 0,0 1 0 0 0,-3-3 0 0 0,-10-19-3092 0 0,15 22 2772 0 0,1 1 0 0 0,-1-1 0 0 0,1 0-1 0 0,0 1 1 0 0,0-1 0 0 0,0 0 0 0 0,0 0-1 0 0,0 1 1 0 0,0-1 0 0 0,0 0 0 0 0,1 0-1 0 0,-1 1 1 0 0,1-1 0 0 0,-1 0 0 0 0,1 1-1 0 0,1-3 1 0 0,14-23-5684 0 0,-5 13 890 0 0</inkml:trace>
</inkml:ink>
</file>

<file path=ppt/ink/ink2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2:14.7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1 154 2796 0 0,'0'-3'2762'0'0,"2"-48"10912"0"0,0 37-10772 0 0,-2 13-2770 0 0,0-1-1 0 0,0 1 1 0 0,0-1-1 0 0,1 1 1 0 0,-1 0-1 0 0,1-1 1 0 0,-1 1 0 0 0,1-1-1 0 0,-1 1 1 0 0,1 0-1 0 0,1-3 1 0 0,0 2 111 0 0,1 2 24 0 0,173-20 922 0 0,-5 2-1401 0 0,-91 4-2186 0 0,-8 2-5189 0 0</inkml:trace>
</inkml:ink>
</file>

<file path=ppt/ink/ink2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2:14.9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114 0 1464 0 0,'-2'1'2824'0'0,"-4"1"-1710"0"0,-15 4 7648 0 0,10-3-5767 0 0,-4 2-29 0 0,13-4-2697 0 0,0 1-1 0 0,1-1 0 0 0,-1 1 1 0 0,1 0-1 0 0,-1 0 1 0 0,1 0-1 0 0,0-1 0 0 0,0 1 1 0 0,-1 0-1 0 0,2 1 1 0 0,-1-1-1 0 0,0 0 1 0 0,0 0-1 0 0,1 0 0 0 0,-1 0 1 0 0,1 1-1 0 0,-1-1 1 0 0,1 5-1 0 0,1 48 2856 0 0,0-39-2127 0 0,0 146 714 0 0,-29 239-1 0 0,21-331-1710 0 0,4-56 0 0 0,0-5-54 0 0,3-7-574 0 0</inkml:trace>
</inkml:ink>
</file>

<file path=ppt/ink/ink2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2:15.1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71 35 24 0 0,'-3'1'3507'0'0,"-54"20"11760"0"0,47-15-10828 0 0,17-4-4186 0 0,1 0 0 0 0,0-1-1 0 0,0 0 1 0 0,0 0-1 0 0,0-1 1 0 0,11-1 0 0 0,56-8 110 0 0,-29 3-98 0 0,254-21-1506 0 0,-174 17-2660 0 0,-1-2-4615 0 0,-69 8-1056 0 0</inkml:trace>
</inkml:ink>
</file>

<file path=ppt/ink/ink2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2:19.0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24 392 0 0,'13'-13'3433'0'0,"-2"2"-1858"0"0</inkml:trace>
</inkml:ink>
</file>

<file path=ppt/ink/ink2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2:21.3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1368 0 0,'0'0'3564'0'0</inkml:trace>
</inkml:ink>
</file>

<file path=ppt/ink/ink2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2:21.8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1440 0 0,'0'0'8087'0'0,"0"9"-8032"0"0</inkml:trace>
</inkml:ink>
</file>

<file path=ppt/ink/ink2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2:24.1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4 1484 0 0,'0'0'4777'0'0,"-14"-1"-3209"0"0,32-1-4685 0 0</inkml:trace>
</inkml:ink>
</file>

<file path=ppt/ink/ink2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24:16.9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8 640 0 0,'0'0'1507'0'0,"12"-5"912"0"0,-3 2-4581 0 0</inkml:trace>
</inkml:ink>
</file>

<file path=ppt/ink/ink2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2:27.2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806 63 1576 0 0,'0'-3'2270'0'0,"0"-4"-767"0"0,-1 0-1 0 0,1 0 1 0 0,-1 0-1 0 0,-1 1 1 0 0,-3-13-1 0 0,5 19-1461 0 0,0-1-1 0 0,-1 1 1 0 0,1-1-1 0 0,0 1 1 0 0,0 0-1 0 0,-1-1 1 0 0,1 1 0 0 0,0 0-1 0 0,-1-1 1 0 0,1 1-1 0 0,0 0 1 0 0,-1 0-1 0 0,1-1 1 0 0,-1 1-1 0 0,1 0 1 0 0,0 0-1 0 0,-1 0 1 0 0,1-1 0 0 0,-1 1-1 0 0,1 0 1 0 0,-1 0-1 0 0,1 0 1 0 0,0 0-1 0 0,-1 0 1 0 0,1 0-1 0 0,-1 0 1 0 0,1 0-1 0 0,-1 0 1 0 0,1 0 0 0 0,-1 0-1 0 0,1 0 1 0 0,-1 0-1 0 0,0 1 1 0 0,-14 5 268 0 0,13-5-275 0 0,-11 7 77 0 0,0 0 0 0 0,0 1 1 0 0,1 1-1 0 0,0 0 0 0 0,-14 16 0 0 0,3-4-22 0 0,-63 60 317 0 0,4 4-1 0 0,4 4 1 0 0,3 2 0 0 0,-64 108 0 0 0,100-135-261 0 0,-47 105 0 0 0,72-136-105 0 0,2 0 1 0 0,1 1-1 0 0,1 0 0 0 0,2 1 1 0 0,-4 45-1 0 0,11-70-118 0 0,0 0 0 0 0,1 0-1 0 0,1 0 1 0 0,0 0-1 0 0,0 0 1 0 0,1-1 0 0 0,1 1-1 0 0,0 0 1 0 0,0-1-1 0 0,1 1 1 0 0,0-1 0 0 0,1 0-1 0 0,0-1 1 0 0,0 1 0 0 0,1-1-1 0 0,10 12 1 0 0,-9-13-682 0 0,1-1-1 0 0,-1 0 1 0 0,1 0 0 0 0,1-1 0 0 0,0 1 0 0 0,-1-2 0 0 0,2 0 0 0 0,-1 0-1 0 0,1 0 1 0 0,18 5 0 0 0,17 2-5042 0 0</inkml:trace>
</inkml:ink>
</file>

<file path=ppt/ink/ink2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2:27.8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309 302 1580 0 0,'-30'-127'15962'0'0,"30"127"-15930"0"0,0 0 0 0 0,0-1-1 0 0,0 1 1 0 0,0 0 0 0 0,0-1 0 0 0,0 1 0 0 0,0 0 0 0 0,0-1 0 0 0,0 1 0 0 0,0 0 0 0 0,0-1 0 0 0,-1 1 0 0 0,1 0 0 0 0,0 0 0 0 0,0-1 0 0 0,0 1 0 0 0,-1 0 0 0 0,1 0 0 0 0,0-1 0 0 0,0 1 0 0 0,0 0 0 0 0,-1 0 0 0 0,1-1 0 0 0,0 1 0 0 0,0 0 0 0 0,-1 0 0 0 0,1 0-1 0 0,0 0 1 0 0,-1 0 0 0 0,1-1 0 0 0,0 1 0 0 0,-1 0 0 0 0,1 0 0 0 0,0 0 0 0 0,0 0 0 0 0,-1 0 0 0 0,-10 9 353 0 0,-4 17-128 0 0,-150 343 3724 0 0,136-299-3736 0 0,-10 23 281 0 0,29-69 1978 0 0,8-39-2019 0 0,3 4-418 0 0,1-1 1 0 0,1 2-1 0 0,0-1 0 0 0,0 0 0 0 0,1 0 1 0 0,1 1-1 0 0,9-17 0 0 0,-2 3-39 0 0,47-97-80 0 0,5 2 0 0 0,86-119 0 0 0,-127 204-78 0 0,51-55-1 0 0,-73 88 124 0 0,0 0 0 0 0,0 0 0 0 0,0 0 0 0 0,1 0 0 0 0,-1-1 0 0 0,0 1-1 0 0,0 1 1 0 0,1-1 0 0 0,-1 0 0 0 0,0 0 0 0 0,1 0 0 0 0,-1 1 0 0 0,1-1 0 0 0,-1 1 0 0 0,1-1 0 0 0,-1 1 0 0 0,1 0 0 0 0,0-1 0 0 0,-1 1 0 0 0,1 0 0 0 0,-1 0 0 0 0,1 0 0 0 0,0 0 0 0 0,-1 0 0 0 0,1 1 0 0 0,-1-1 0 0 0,1 0-1 0 0,-1 1 1 0 0,1-1 0 0 0,-1 1 0 0 0,1 0 0 0 0,-1-1 0 0 0,1 1 0 0 0,-1 0 0 0 0,0 0 0 0 0,3 2 0 0 0,-1 0 4 0 0,1 1 1 0 0,-1 0-1 0 0,1 1 0 0 0,-1-1 1 0 0,0 1-1 0 0,-1-1 0 0 0,1 1 1 0 0,-1 0-1 0 0,3 9 0 0 0,6 23-29 0 0,-1 1 0 0 0,-3 0 0 0 0,4 41 0 0 0,-3 118 124 0 0,-23 66 88 0 0,6-147-93 0 0,9-110 1420 0 0,-1 8-2915 0 0,0 0-3443 0 0</inkml:trace>
</inkml:ink>
</file>

<file path=ppt/ink/ink2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2:28.0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105 37 2700 0 0,'-99'-22'14292'0'0,"96"21"-13656"0"0,0 0-134 0 0,38 2 658 0 0,36-3 0 0 0,30-2-1913 0 0,49 2-3288 0 0,-50-2-3395 0 0,-57 3 1620 0 0</inkml:trace>
</inkml:ink>
</file>

<file path=ppt/ink/ink2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2:28.3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527 48 1712 0 0,'10'-38'18751'0'0,"-10"32"-17631"0"0,-2 5-1064 0 0,1 1 0 0 0,-1-1 0 0 0,0 1 0 0 0,0-1 0 0 0,0 1 0 0 0,0 0 0 0 0,1 0 0 0 0,-1 0 0 0 0,0 0 0 0 0,0 0-1 0 0,0 0 1 0 0,0 0 0 0 0,1 1 0 0 0,-1-1 0 0 0,0 1 0 0 0,0-1 0 0 0,0 1 0 0 0,1 0 0 0 0,-1-1 0 0 0,-2 3 0 0 0,-44 23 497 0 0,35-18-354 0 0,-52 30 783 0 0,-84 64 0 0 0,122-80-776 0 0,0 1 0 0 0,1 1 0 0 0,2 2-1 0 0,0 0 1 0 0,-23 36 0 0 0,40-53-138 0 0,2 0 1 0 0,-1 1-1 0 0,1 0 0 0 0,1 0 0 0 0,0 0 0 0 0,0 1 1 0 0,1-1-1 0 0,1 1 0 0 0,-1 0 0 0 0,2 0 1 0 0,-1 16-1 0 0,2-21-30 0 0,0 0-1 0 0,1 0 1 0 0,0 0 0 0 0,0 0 0 0 0,0-1 0 0 0,1 1 0 0 0,0-1-1 0 0,0 1 1 0 0,0-1 0 0 0,1 1 0 0 0,-1-1 0 0 0,1 0 0 0 0,1 0 0 0 0,-1-1-1 0 0,1 1 1 0 0,0-1 0 0 0,0 1 0 0 0,0-1 0 0 0,0-1 0 0 0,1 1-1 0 0,0 0 1 0 0,-1-1 0 0 0,7 3 0 0 0,2 1-5 0 0,0-1 0 0 0,1-1 0 0 0,0 0 0 0 0,0-1 0 0 0,0 0 1 0 0,0-1-1 0 0,1-1 0 0 0,14 1 0 0 0,19-2 27 0 0,51-4 1 0 0,-69 1-55 0 0,-15 1-809 0 0,0 0-1 0 0,26-8 1 0 0,0-7-8689 0 0</inkml:trace>
</inkml:ink>
</file>

<file path=ppt/ink/ink2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2:30.3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588 10 764 0 0,'-3'-1'2432'0'0,"-6"-2"-986"0"0,8 2-1197 0 0,-1 1 0 0 0,1-1 0 0 0,0 0-1 0 0,-1 1 1 0 0,1-1 0 0 0,-1 1-1 0 0,1-1 1 0 0,-1 1 0 0 0,1 0-1 0 0,-1-1 1 0 0,1 1 0 0 0,-1 0-1 0 0,0 0 1 0 0,1 0 0 0 0,-1 0-1 0 0,1 1 1 0 0,-1-1 0 0 0,1 0 0 0 0,-1 1-1 0 0,1-1 1 0 0,-1 1 0 0 0,1-1-1 0 0,-2 2 1 0 0,2 0-198 0 0,1 0-1 0 0,-1-1 1 0 0,1 1-1 0 0,0 0 1 0 0,-1 0 0 0 0,1 0-1 0 0,0 0 1 0 0,0 0 0 0 0,0 0-1 0 0,1 0 1 0 0,-1 0-1 0 0,0 0 1 0 0,1 0 0 0 0,1 3-1 0 0,-1 1 164 0 0,33 162 2252 0 0,-4-27-1271 0 0,-18-58-759 0 0,-4 1 0 0 0,-3 0 0 0 0,-13 162 0 0 0,-4-144-262 0 0,-4-1 0 0 0,-56 185-1 0 0,-163 332-1839 0 0,38-225-5878 0 0,108-238 1648 0 0</inkml:trace>
</inkml:ink>
</file>

<file path=ppt/ink/ink2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24:18.5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1 860 0 0,'0'0'4670'0'0,"1"13"-3421"0"0,-4-5-463 0 0,3 6 304 0 0,0-7-3949 0 0</inkml:trace>
</inkml:ink>
</file>

<file path=ppt/ink/ink2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2:31.6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80 90 872 0 0,'-40'-46'13476'0'0,"15"18"-9052"0"0,23 27-3931 0 0,1 0-379 0 0,0 1 0 0 0,0-1 1 0 0,0 0-1 0 0,0 1 0 0 0,0-1 0 0 0,1 0 0 0 0,-1 0 0 0 0,0 1 0 0 0,0-1 0 0 0,1 0 1 0 0,-1 0-1 0 0,1 0 0 0 0,-1 0 0 0 0,0 0 0 0 0,1-2 0 0 0,90 21-94 0 0,80 15-4869 0 0,-132-23 1762 0 0,-18-4-1730 0 0,-6-2-1137 0 0</inkml:trace>
</inkml:ink>
</file>

<file path=ppt/ink/ink2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2:31.8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132 16 520 0 0,'-115'65'16039'0'0,"114"-65"-15939"0"0,0 0 1 0 0,0 1-1 0 0,0-1 0 0 0,0 1 1 0 0,0-1-1 0 0,0 1 0 0 0,0 0 1 0 0,0 0-1 0 0,0-1 1 0 0,0 1-1 0 0,0 0 0 0 0,1 0 1 0 0,-1 0-1 0 0,0 0 0 0 0,1 0 1 0 0,-1 0-1 0 0,0 0 1 0 0,0 2-1 0 0,1-3-72 0 0,1 1-1 0 0,-1-1 1 0 0,0 1 0 0 0,1-1 0 0 0,-1 1-1 0 0,0-1 1 0 0,1 1 0 0 0,-1-1 0 0 0,1 0-1 0 0,-1 1 1 0 0,0-1 0 0 0,1 0-1 0 0,-1 1 1 0 0,1-1 0 0 0,-1 0 0 0 0,1 0-1 0 0,-1 1 1 0 0,1-1 0 0 0,0 0 0 0 0,-1 0-1 0 0,1 0 1 0 0,-1 0 0 0 0,1 1 0 0 0,-1-1-1 0 0,2 0 1 0 0,7 1 12 0 0,1-1 0 0 0,-1 1 1 0 0,14-2-1 0 0,372-45-2852 0 0,-132 6-4360 0 0,-252 38 6695 0 0,102-15-6006 0 0</inkml:trace>
</inkml:ink>
</file>

<file path=ppt/ink/ink2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2:32.1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280 35 644 0 0,'-9'-10'3087'0'0,"8"8"-2371"0"0,0 0-1 0 0,-1 0 1 0 0,1 0-1 0 0,-1 1 1 0 0,-1-3 715 0 0,2 3-716 0 0,-1-1 1 0 0,0 1-1 0 0,0 0 0 0 0,0-1 1 0 0,0 1-1 0 0,0 0 1 0 0,0 0-1 0 0,-3-1 1 0 0,4 3-639 0 0,1-1 0 0 0,-1 0 0 0 0,0 0 0 0 0,1 1 0 0 0,-1-1 0 0 0,0 0 1 0 0,1 1-1 0 0,-1-1 0 0 0,1 1 0 0 0,-1-1 0 0 0,1 1 0 0 0,-1-1 0 0 0,1 1 0 0 0,-1-1 0 0 0,1 1 1 0 0,-1-1-1 0 0,1 1 0 0 0,-1 0 0 0 0,1-1 0 0 0,0 1 0 0 0,0-1 0 0 0,-1 1 0 0 0,1 0 1 0 0,0 0-1 0 0,-1 1 0 0 0,-3 21 1289 0 0,-35 191 3578 0 0,-45 103-3818 0 0,69-265-1254 0 0,-26 80-1315 0 0,32-109-2603 0 0,-18 35 0 0 0,19-46-1025 0 0</inkml:trace>
</inkml:ink>
</file>

<file path=ppt/ink/ink2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2:32.7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73 234 1480 0 0,'3'-20'2228'0'0,"1"-1"0"0"0,1 1 1 0 0,1 1-1 0 0,12-30 0 0 0,-15 43-2056 0 0,0 0-1 0 0,1-1 1 0 0,-1 1 0 0 0,1 1 0 0 0,1-1-1 0 0,-1 1 1 0 0,1-1 0 0 0,0 1 0 0 0,0 1-1 0 0,1-1 1 0 0,-1 1 0 0 0,1 0 0 0 0,0 0-1 0 0,0 0 1 0 0,0 1 0 0 0,13-5 0 0 0,-4 4-89 0 0,0 0 0 0 0,0 1 0 0 0,0 0 0 0 0,0 2 0 0 0,1-1 0 0 0,-1 2 0 0 0,23 2 0 0 0,-31-2-67 0 0,1 1-1 0 0,-1 0 1 0 0,0 1 0 0 0,1 0 0 0 0,-1 0-1 0 0,0 0 1 0 0,0 1 0 0 0,0 0 0 0 0,-1 0-1 0 0,1 1 1 0 0,-1 0 0 0 0,0 0-1 0 0,0 0 1 0 0,0 1 0 0 0,0 0 0 0 0,-1 0-1 0 0,6 8 1 0 0,-8-10 22 0 0,-1 1 1 0 0,-1 0-1 0 0,1 0 0 0 0,-1 0 0 0 0,1 0 1 0 0,-1 0-1 0 0,0 1 0 0 0,0-1 0 0 0,-1 0 1 0 0,0 0-1 0 0,1 1 0 0 0,-1-1 0 0 0,-1 0 1 0 0,1 1-1 0 0,-1-1 0 0 0,1 0 0 0 0,-1 0 1 0 0,0 0-1 0 0,-1 1 0 0 0,1-1 0 0 0,-3 4 0 0 0,-4 9 112 0 0,0 0-1 0 0,-1-1 0 0 0,-16 22 0 0 0,2-8-3 0 0,-2-1 0 0 0,-34 32 0 0 0,6-7 27 0 0,-6-1 644 0 0,58-51-619 0 0,-3 5 298 0 0,22-10-462 0 0,0 1-1 0 0,0 0 1 0 0,0 2 0 0 0,0 0 0 0 0,-1 0-1 0 0,1 2 1 0 0,34 7 0 0 0,-39-4 135 0 0,0 0 1 0 0,0 0 0 0 0,0 1-1 0 0,0 1 1 0 0,-1 0 0 0 0,0 1-1 0 0,-1 0 1 0 0,0 1-1 0 0,0 0 1 0 0,-1 1 0 0 0,15 17-1 0 0,-21-23-87 0 0,0 1 0 0 0,0 0 0 0 0,-1 0-1 0 0,0 1 1 0 0,0-1 0 0 0,0 1 0 0 0,-1-1 0 0 0,1 1-1 0 0,-2 0 1 0 0,1 0 0 0 0,0 0 0 0 0,-1 0 0 0 0,0 0-1 0 0,-1 0 1 0 0,1 1 0 0 0,-1-1 0 0 0,-1 0 0 0 0,1 0 0 0 0,-1 0-1 0 0,0 0 1 0 0,0 0 0 0 0,0 0 0 0 0,-1 0 0 0 0,0 0-1 0 0,-1 0 1 0 0,1 0 0 0 0,-1-1 0 0 0,-5 9 0 0 0,1-5 213 0 0,1-1 0 0 0,-1 1 0 0 0,0-1 0 0 0,-1-1 0 0 0,0 1 0 0 0,0-2 0 0 0,-1 1 0 0 0,0-1 0 0 0,0 0 0 0 0,-18 8 0 0 0,12-8-80 0 0,0 0-1 0 0,0-1 1 0 0,-1-1-1 0 0,0-1 1 0 0,0 0 0 0 0,-27 1-1 0 0,13-4-129 0 0,-1-1-1 0 0,0-1 1 0 0,1-2-1 0 0,-1-1 1 0 0,1-2-1 0 0,1 0 1 0 0,-35-15-1 0 0,62 21-255 0 0,0 1 0 0 0,0-1 0 0 0,0 0 0 0 0,0 0 0 0 0,0 0 0 0 0,0 0 0 0 0,0-1 0 0 0,0 1-1 0 0,1-1 1 0 0,-1 1 0 0 0,0-1 0 0 0,1 1 0 0 0,-2-3 0 0 0,2 3-20 0 0,1 0 0 0 0,-1 0 0 0 0,1 0 0 0 0,0 0 0 0 0,-1 0 0 0 0,1 0 0 0 0,0 0 0 0 0,0-1 0 0 0,0 1 0 0 0,0 0 0 0 0,0 0 0 0 0,0 0 0 0 0,0 0 0 0 0,0 0 1 0 0,0 0-1 0 0,0 0 0 0 0,1 0 0 0 0,-1 0 0 0 0,1-2 0 0 0,2-2-632 0 0,0 1 0 0 0,0-1 0 0 0,0 1-1 0 0,1 0 1 0 0,-1 0 0 0 0,1 0 0 0 0,0 0 0 0 0,0 1 0 0 0,7-5 0 0 0,14-9-4454 0 0,3 0-2746 0 0</inkml:trace>
</inkml:ink>
</file>

<file path=ppt/ink/ink2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2:33.2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213 100 1088 0 0,'56'-60'17364'0'0,"-55"61"-17275"0"0,-1 0 0 0 0,1 0 0 0 0,-1 0 0 0 0,1 0 0 0 0,-1 0 1 0 0,0 0-1 0 0,1 0 0 0 0,-1 0 0 0 0,0 0 0 0 0,0 0 0 0 0,0 0 1 0 0,0 0-1 0 0,0 1 0 0 0,0-1 0 0 0,0 0 0 0 0,0 0 0 0 0,-1 0 0 0 0,1 0 1 0 0,0 0-1 0 0,-1 1 0 0 0,-9 26 919 0 0,7-21-691 0 0,-158 463 5820 0 0,147-426-5795 0 0,-51 154 1109 0 0,65-198-1436 0 0,0 1 0 0 0,0 0 0 0 0,-1-1 0 0 0,1 1 0 0 0,0-1 0 0 0,0 1 0 0 0,0-1 0 0 0,-1 1 1 0 0,1-1-1 0 0,0 1 0 0 0,-1-1 0 0 0,1 1 0 0 0,0-1 0 0 0,-1 1 0 0 0,1-1 0 0 0,-1 1 0 0 0,1-1 0 0 0,-1 0 0 0 0,1 1 0 0 0,-1-1 1 0 0,-5-6 195 0 0,5 4-198 0 0,0-1 1 0 0,0 0 0 0 0,1 0 0 0 0,-1 0 0 0 0,1 0 0 0 0,0 1 0 0 0,-1-6 0 0 0,10-52-121 0 0,3 1-1 0 0,2 0 1 0 0,2 0-1 0 0,4 2 1 0 0,1 0-1 0 0,3 2 1 0 0,3 0-1 0 0,59-90 1 0 0,-64 113 32 0 0,2 0 0 0 0,1 2 0 0 0,42-40 0 0 0,-66 69 67 0 0,1-1-1 0 0,-1 1 0 0 0,1 0 0 0 0,0-1 1 0 0,-1 1-1 0 0,1 0 0 0 0,0 0 0 0 0,-1 0 0 0 0,1 0 1 0 0,0 0-1 0 0,0 0 0 0 0,0 1 0 0 0,0-1 1 0 0,0 1-1 0 0,0-1 0 0 0,0 1 0 0 0,0 0 1 0 0,0 0-1 0 0,0 0 0 0 0,0 0 0 0 0,0 0 1 0 0,0 0-1 0 0,0 0 0 0 0,1 1 0 0 0,-1-1 1 0 0,-1 1-1 0 0,1-1 0 0 0,0 1 0 0 0,0 0 1 0 0,0 0-1 0 0,0 0 0 0 0,0 0 0 0 0,3 3 0 0 0,-2-1-2 0 0,1 1-1 0 0,0 0 0 0 0,-1 0 0 0 0,0 0 0 0 0,0 1 1 0 0,0-1-1 0 0,0 1 0 0 0,-1-1 0 0 0,0 1 0 0 0,0 0 1 0 0,0 0-1 0 0,1 6 0 0 0,4 20 26 0 0,-2 1 0 0 0,2 52 0 0 0,-7 68 31 0 0,-1-64 1 0 0,0-36-51 0 0,0 25-1236 0 0,4-29-4475 0 0</inkml:trace>
</inkml:ink>
</file>

<file path=ppt/ink/ink2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2:33.4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159 153 2168 0 0,'-47'-24'10368'0'0,"-60"-39"0"0"0,105 61-10009 0 0,2 2-342 0 0,0 0 0 0 0,0 0 0 0 0,-1 0 0 0 0,1-1 1 0 0,0 1-1 0 0,0 0 0 0 0,0 0 0 0 0,0 0 0 0 0,-1 0 0 0 0,1-1 0 0 0,0 1 1 0 0,0 0-1 0 0,0 0 0 0 0,0 0 0 0 0,0-1 0 0 0,0 1 0 0 0,0 0 0 0 0,0 0 1 0 0,0-1-1 0 0,0 1 0 0 0,-1 0 0 0 0,1 0 0 0 0,0 0 0 0 0,0-1 0 0 0,0 1 1 0 0,0 0-1 0 0,1 0 0 0 0,-1-1 0 0 0,0 1 0 0 0,0 0 0 0 0,0 0 0 0 0,0-1 1 0 0,0 1-1 0 0,0 0 0 0 0,0 0 0 0 0,0 0 0 0 0,0-1 0 0 0,1 1 0 0 0,-1 0 1 0 0,0 0-1 0 0,0-1 0 0 0,38-8-167 0 0,0 1-1 0 0,0 2 1 0 0,0 2 0 0 0,40 0-1 0 0,49-6-5546 0 0,-65 2-2050 0 0,-27 3 364 0 0</inkml:trace>
</inkml:ink>
</file>

<file path=ppt/ink/ink2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2:33.7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1146 84 124 0 0,'-7'-38'9263'0'0,"-3"-7"-611"0"0,11 47-8551 0 0,-1 0 0 0 0,1 0 0 0 0,0 0 0 0 0,0 0 0 0 0,1-1-1 0 0,-1 1 1 0 0,0 0 0 0 0,3 2 0 0 0,5 9 225 0 0,12 29 418 0 0,-2 2-1 0 0,-1 0 1 0 0,-3 1 0 0 0,-1 1-1 0 0,-3 0 1 0 0,9 76-1 0 0,-15-62-270 0 0,-3 0 0 0 0,-2 0 0 0 0,-3-1 0 0 0,-19 108-1 0 0,3-84-305 0 0,-3-2-1 0 0,-3-1 0 0 0,-4-1 1 0 0,-4-1-1 0 0,-3-2 0 0 0,-3-1 0 0 0,-84 120 1 0 0,74-128-314 0 0,-3-1 1 0 0,-3-3 0 0 0,-3-2 0 0 0,-93 76 0 0 0,109-105-923 0 0,-1-2 0 0 0,-2-2 0 0 0,-50 24 1 0 0,56-34-1130 0 0,0-2 0 0 0,-1-2 0 0 0,0-2 0 0 0,-58 11 0 0 0,21-12-7575 0 0</inkml:trace>
</inkml:ink>
</file>

<file path=ppt/ink/ink2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2:34.1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479 38 3004 0 0,'27'-38'12240'0'0,"-27"49"-10849"0"0,-5 3-864 0 0,0 1 1 0 0,0-1-1 0 0,-1 0 0 0 0,-10 15 1 0 0,-3 7 152 0 0,-96 194 1886 0 0,-101 227 64 0 0,191-391-2450 0 0,2 1 0 0 0,3 1 0 0 0,4 1 1 0 0,2 0-1 0 0,-5 81 0 0 0,18-119-129 0 0,0 1 0 0 0,3-1-1 0 0,0 0 1 0 0,2 0 0 0 0,1 0 0 0 0,2 0-1 0 0,1-1 1 0 0,21 54 0 0 0,-18-59-255 0 0,2-2-1 0 0,0 1 1 0 0,1-2 0 0 0,1 0 0 0 0,1-1 0 0 0,1 0 0 0 0,1-1 0 0 0,0-1 0 0 0,2-1-1 0 0,37 27 1 0 0,-25-24-1166 0 0,0-1 0 0 0,1-2-1 0 0,45 17 1 0 0,-45-23-3012 0 0,61 15 0 0 0,-31-15-3409 0 0</inkml:trace>
</inkml:ink>
</file>

<file path=ppt/ink/ink2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24:19.9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0 120 0 0,'0'0'5725'0'0,"4"15"-2705"0"0</inkml:trace>
</inkml:ink>
</file>

<file path=ppt/ink/ink2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24:20.4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13 1464 0 0,'0'0'1701'0'0,"16"-4"3423"0"0,6-2-2697 0 0,-19 5-1606 0 0,7-1-502 0 0</inkml:trace>
</inkml:ink>
</file>

<file path=ppt/ink/ink2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24:23.1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0 1444 0 0,'0'0'8772'0'0,"-6"10"-10663"0"0,9-4 1492 0 0</inkml:trace>
</inkml:ink>
</file>

<file path=ppt/ink/ink2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24:24.3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0 188 0 0,'20'19'8041'0'0,"-14"-9"-9906"0"0</inkml:trace>
</inkml:ink>
</file>

<file path=ppt/ink/ink2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24:36.3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66 148 2132 0 0,'0'0'1750'0'0,"-15"-23"5169"0"0,-16-6-918 0 0,19 20-3661 0 0,4 7-1428 0 0,43 4 1424 0 0,2-6-2260 0 0,673-77-6 0 0,-706 80-166 0 0,-4 1-25 0 0,1 0 0 0 0,0 0 0 0 0,-1 0 0 0 0,1 0 0 0 0,-1 0 0 0 0,1 0 0 0 0,-1 0 0 0 0,1 0 1 0 0,0 0-1 0 0,-1 0 0 0 0,1 0 0 0 0,-1 0 0 0 0,1 0 0 0 0,0 0 0 0 0,-1 1 0 0 0,1-1 0 0 0,-1 0 0 0 0,1 0 0 0 0,-1 1 0 0 0,1-1 0 0 0,-1 0 0 0 0,1 1 0 0 0,-1-1 0 0 0,1 1 0 0 0,-1-1 0 0 0,0 0 1 0 0,1 1-1 0 0,0 0 0 0 0,-2 0-126 0 0,1 0 0 0 0,-1 0 0 0 0,1 0 0 0 0,-1 0 0 0 0,0 0 0 0 0,1 0 0 0 0,-1-1 0 0 0,0 1 0 0 0,1 0 0 0 0,-1 0 0 0 0,0-1 0 0 0,0 1 0 0 0,0 0 1 0 0,0-1-1 0 0,0 1 0 0 0,0-1 0 0 0,0 1 0 0 0,0-1 0 0 0,-1 1 0 0 0,-44 18-7698 0 0,31-14 4300 0 0</inkml:trace>
</inkml:ink>
</file>

<file path=ppt/ink/ink2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24:36.8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229 0 1160 0 0,'-212'63'17176'0'0,"210"-62"-16806"0"0,2-1-327 0 0,0 0 1 0 0,-1 0-1 0 0,1 0 1 0 0,-1 0-1 0 0,1 0 1 0 0,-1 1 0 0 0,1-1-1 0 0,-1 0 1 0 0,1 0-1 0 0,-1 0 1 0 0,1 1-1 0 0,0-1 1 0 0,-1 0-1 0 0,1 0 1 0 0,-1 1-1 0 0,1-1 1 0 0,0 0-1 0 0,-1 1 1 0 0,1-1 0 0 0,0 1-1 0 0,0-1 1 0 0,-1 0-1 0 0,1 1 1 0 0,0-1-1 0 0,0 1 1 0 0,-1 0-1 0 0,-4 4 1161 0 0,7-5-1146 0 0,-1 0 0 0 0,1 0 0 0 0,-1 0 0 0 0,1 0 1 0 0,-1 0-1 0 0,1 0 0 0 0,-1 0 0 0 0,1 1 0 0 0,-1-1 0 0 0,3 1 0 0 0,18 3 313 0 0,367-43 245 0 0,-320 32-561 0 0,43-3-14 0 0,-109 10-10 0 0,0 0-48 0 0,22-4-2579 0 0,19-4-5935 0 0,-36 7 7161 0 0,14-3-6550 0 0</inkml:trace>
</inkml:ink>
</file>

<file path=ppt/ink/ink2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24:38.0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188 1 556 0 0,'-16'1'1223'0'0,"13"0"-206"0"0,0-1-141 0 0,-27 5 2172 0 0,26-5-2415 0 0,-10 4 479 0 0,-50 15 2501 0 0,62-19-3309 0 0,-27 10 1591 0 0,28-10-1844 0 0,0 0 0 0 0,0 0-1 0 0,0 0 1 0 0,0 0 0 0 0,0 0-1 0 0,0 0 1 0 0,0 0 0 0 0,1 1-1 0 0,-1-1 1 0 0,0 0 0 0 0,0 0-1 0 0,0 1 1 0 0,0-1 0 0 0,0 1-1 0 0,-8 5 3719 0 0,21-3-3624 0 0,-1 0 0 0 0,1-1 0 0 0,0 0 0 0 0,0-1 0 0 0,0 0 0 0 0,0-1 0 0 0,17-1 0 0 0,12 0 11 0 0,566 7 196 0 0,95 11-362 0 0,-422-28-46 0 0,-220 7 43 0 0,-13 2-2648 0 0,-36 4 832 0 0,-34 14-7613 0 0</inkml:trace>
</inkml:ink>
</file>

<file path=ppt/ink/ink2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24:38.5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227 80 640 0 0,'-43'2'4901'0'0,"0"-2"0"0"0,-61-8 0 0 0,102 8-4440 0 0,-1 0-55 0 0,-10-2-21 0 0,10 2 298 0 0,-1 0-388 0 0,-7-4 138 0 0,19-2 263 0 0,29-4-271 0 0,104-12-276 0 0,269-8 0 0 0,143 40-179 0 0,345 14-57 0 0,-795-25 302 0 0,46 0-3657 0 0</inkml:trace>
</inkml:ink>
</file>

<file path=ppt/ink/ink2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3:02.2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36 197 2976 0 0,'-30'-71'14477'0'0,"30"69"-13845"0"0,-5-22 1956 0 0,7 21-2495 0 0,1 1-1 0 0,-1 0 1 0 0,1 0-1 0 0,-1 0 1 0 0,1 0-1 0 0,0 0 0 0 0,0 1 1 0 0,0 0-1 0 0,0-1 1 0 0,0 1-1 0 0,6-1 1 0 0,44-9 237 0 0,-27 6-207 0 0,170-34 170 0 0,-67 21-4600 0 0,-126 18 3855 0 0,30-4-3276 0 0,-18 4-2091 0 0</inkml:trace>
</inkml:ink>
</file>

<file path=ppt/ink/ink2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3:02.4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153 7 444 0 0,'-4'-1'2773'0'0,"-7"0"-460"0"0,-15-2 9038 0 0,11 2-9645 0 0,14 1-1638 0 0,0 1 1 0 0,0-1-1 0 0,1 1 0 0 0,-1 0 1 0 0,0-1-1 0 0,1 1 0 0 0,-1 0 1 0 0,1 0-1 0 0,-1-1 0 0 0,1 1 1 0 0,-1 0-1 0 0,1 0 0 0 0,-1 0 0 0 0,1 0 1 0 0,0 0-1 0 0,-1 0 0 0 0,1 0 1 0 0,0-1-1 0 0,0 1 0 0 0,0 0 1 0 0,0 0-1 0 0,0 1 0 0 0,-3 22 901 0 0,0 67 1005 0 0,-2 29-1203 0 0,-1-66-1024 0 0,-23 163 613 0 0,14-146-3581 0 0,-5-1-3680 0 0,14-54 2246 0 0</inkml:trace>
</inkml:ink>
</file>

<file path=ppt/ink/ink2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3:02.7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96 106 2684 0 0,'-4'0'2272'0'0,"-6"0"-1654"0"0,-42 2 9785 0 0,38-1-9166 0 0,11-1-541 0 0,-9 1 3457 0 0,30 1-3702 0 0,0-1-1 0 0,0-1 1 0 0,0-1-1 0 0,0 0 1 0 0,20-5-1 0 0,3 1-22 0 0,485-66 1198 0 0,-357 48-1164 0 0,-167 23-452 0 0,2 0-369 0 0,-1 0 0 0 0,0-1 1 0 0,0 1-1 0 0,0 0 0 0 0,1-1 0 0 0,-1 0 0 0 0,0 1 1 0 0,4-3-1 0 0</inkml:trace>
</inkml:ink>
</file>

<file path=ppt/ink/ink2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3:03.1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408 109 828 0 0,'2'-6'1185'0'0,"2"-8"1897"0"0,0-1-1 0 0,-1 0 1 0 0,2-20-1 0 0,-5 34-2962 0 0,0 0 0 0 0,0 0 0 0 0,0 0 0 0 0,0 0 1 0 0,0 1-1 0 0,0-1 0 0 0,0 0 0 0 0,-1 0 0 0 0,1 0 0 0 0,0 0 0 0 0,0 0 0 0 0,-1 0 0 0 0,1 0 0 0 0,0 1 0 0 0,-1-1 0 0 0,1 0 0 0 0,-1 0 0 0 0,1 0 0 0 0,-1 1 0 0 0,1-1 0 0 0,-1 0 0 0 0,0 1 0 0 0,1-1 0 0 0,-1 0 0 0 0,0 1 0 0 0,-1-2 1 0 0,0 2-33 0 0,1 0 0 0 0,-1 0 0 0 0,1-1 0 0 0,-1 1 0 0 0,0 0 0 0 0,1 0 0 0 0,-1 1 1 0 0,1-1-1 0 0,-1 0 0 0 0,1 0 0 0 0,-1 1 0 0 0,1-1 0 0 0,-1 1 0 0 0,-1 0 0 0 0,-6 3 175 0 0,1 1-1 0 0,-1 0 0 0 0,-13 10 1 0 0,-13 15 195 0 0,1 2 0 0 0,2 1-1 0 0,1 1 1 0 0,2 2 0 0 0,1 1 0 0 0,2 1 0 0 0,2 1 0 0 0,-28 60 0 0 0,43-79-298 0 0,1 0 1 0 0,0 0 0 0 0,2 1-1 0 0,0 0 1 0 0,2 0 0 0 0,0 1-1 0 0,1-1 1 0 0,0 25 0 0 0,3-37-101 0 0,0 0 1 0 0,1-1-1 0 0,0 1 1 0 0,0 0 0 0 0,1-1-1 0 0,0 1 1 0 0,1 0 0 0 0,-1-1-1 0 0,2 0 1 0 0,-1 0 0 0 0,1 0-1 0 0,0 0 1 0 0,1-1 0 0 0,0 1-1 0 0,0-1 1 0 0,0 0 0 0 0,1-1-1 0 0,0 1 1 0 0,1-1 0 0 0,-1 0-1 0 0,1-1 1 0 0,11 7-1 0 0,2-1-44 0 0,1-2 0 0 0,0 0 0 0 0,1-1 0 0 0,0-2 0 0 0,0 0 0 0 0,1-1 0 0 0,0-1 0 0 0,-1-1 0 0 0,1-1 0 0 0,0-2 0 0 0,0 0 0 0 0,41-5 0 0 0,-54 3-582 0 0,0 0-1 0 0,0-1 1 0 0,0 0-1 0 0,0-1 1 0 0,17-9-1 0 0,-22 11-77 0 0,-1-1-1 0 0,0 0 1 0 0,0 0-1 0 0,0 0 1 0 0,0 0-1 0 0,4-6 0 0 0,-6 7-29 0 0,-1 0-1 0 0,1 0 1 0 0,-1 0-1 0 0,0 0 0 0 0,0 0 1 0 0,0-1-1 0 0,0 1 1 0 0,0 0-1 0 0,0 0 0 0 0,0-1 1 0 0,-1 1-1 0 0,0-1 0 0 0,1-4 1 0 0</inkml:trace>
</inkml:ink>
</file>

<file path=ppt/ink/ink2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3:03.5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 2428 0 0,'0'0'13931'0'0,"30"-5"-23021"0"0</inkml:trace>
</inkml:ink>
</file>

<file path=ppt/ink/ink2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3:04.1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8 1452 0 0,'3'0'1832'0'0,"29"-4"4786"0"0,-30 4-6204 0 0,10-1-78 0 0,-9 0 552 0 0,-1 1-820 0 0,1 0-171 0 0,2-1 169 0 0</inkml:trace>
</inkml:ink>
</file>

<file path=ppt/ink/ink2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24:39.9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1992 0 0,'0'0'11768'0'0</inkml:trace>
</inkml:ink>
</file>

<file path=ppt/ink/ink2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24:42.4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1296 0 0,'0'0'10286'0'0,"2"8"-10046"0"0</inkml:trace>
</inkml:ink>
</file>

<file path=ppt/ink/ink2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24:43.1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1 268 0 0,'0'0'5837'0'0,"-4"9"-4161"0"0</inkml:trace>
</inkml:ink>
</file>

<file path=ppt/ink/ink2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24:43.5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 1 748 0 0,'0'0'6873'0'0,"-15"0"-6925"0"0</inkml:trace>
</inkml:ink>
</file>

<file path=ppt/ink/ink2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24:44.0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64 1072 0 0,'0'0'6425'0'0</inkml:trace>
  <inkml:trace contextRef="#ctx0" brushRef="#br0" timeOffset="1">35 14 1336 0 0,'0'0'6949'0'0</inkml:trace>
  <inkml:trace contextRef="#ctx0" brushRef="#br0" timeOffset="2">30 0 912 0 0,'0'0'8492'0'0</inkml:trace>
</inkml:ink>
</file>

<file path=ppt/ink/ink2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24:44.3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1 804 0 0,'0'0'8613'0'0</inkml:trace>
</inkml:ink>
</file>

<file path=ppt/ink/ink2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24:45.7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0 380 0 0,'0'0'15367'0'0,"9"3"-15326"0"0</inkml:trace>
</inkml:ink>
</file>

<file path=ppt/ink/ink2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24:47.3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204 136 1712 0 0,'-4'-1'1378'0'0,"-153"-21"10321"0"0,154 22-11237 0 0,-37-7 9713 0 0,55 1-10117 0 0,0 1-1 0 0,0 1 0 0 0,1 0 1 0 0,-1 1-1 0 0,1 0 0 0 0,23 1 1 0 0,0-2-6 0 0,350-27 56 0 0,-59 7-86 0 0,-232 15 79 0 0,-62 7-100 0 0,-33 2-11 0 0,0-1 42 0 0,9 0-57 0 0,38-4 104 0 0,-48 4-58 0 0,60 7-23826 0 0</inkml:trace>
</inkml:ink>
</file>

<file path=ppt/ink/ink2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24:48.2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91 1 1364 0 0,'0'0'1682'0'0,"-4"0"-217"0"0,-50 0 7804 0 0,51 0-8784 0 0,-11 0 2250 0 0,11 1-2348 0 0,-10 2 3959 0 0,17-3-4264 0 0,666 2 386 0 0,-513-6 521 0 0,-154 4-959 0 0,0 0-29 0 0,8 0 3 0 0,-8 0-40 0 0,-23 19-8374 0 0,15-16 7262 0 0,0 1 0 0 0,0-1 0 0 0,-1 0 0 0 0,-8 3 1 0 0,-10 4-5571 0 0</inkml:trace>
</inkml:ink>
</file>

<file path=ppt/ink/ink2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24:51.0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272 307 728 0 0,'0'0'5143'0'0,"-11"-11"-1510"0"0,7 9-2905 0 0,-1-1 0 0 0,0 1-1 0 0,0-1 1 0 0,0 1 0 0 0,-5-1 0 0 0,-2-1 2992 0 0,2 1-2675 0 0,14 6-890 0 0,0-1 1 0 0,0 0-1 0 0,0 1 1 0 0,1-2-1 0 0,-1 1 1 0 0,1 0-1 0 0,-1-1 1 0 0,1 0-1 0 0,0 0 1 0 0,0 0-1 0 0,-1-1 1 0 0,1 1-1 0 0,9-2 1 0 0,5 0 22 0 0,39-8 0 0 0,-55 8-157 0 0,9-2-2 0 0,0 0-1 0 0,-1-1 1 0 0,1-1 0 0 0,-1 0 0 0 0,0 0-1 0 0,0-1 1 0 0,0-1 0 0 0,-1 0 0 0 0,0 0-1 0 0,0-1 1 0 0,-1 0 0 0 0,0 0 0 0 0,0-1-1 0 0,-1-1 1 0 0,0 1 0 0 0,-1-1 0 0 0,7-12-1 0 0,-12 18-15 0 0,-1 2-3 0 0,0 0 0 0 0,0 0 0 0 0,0 0 0 0 0,0 0 0 0 0,-1 0 0 0 0,1 0 0 0 0,-1 0 0 0 0,1 0 0 0 0,-1 0 0 0 0,0 0 0 0 0,0 0 0 0 0,0 0 0 0 0,0 0 0 0 0,0 0 0 0 0,-1 0 0 0 0,0-4 0 0 0,1 2-1 0 0,0 0-1 0 0,-1 0 1 0 0,0 0 0 0 0,0 0-1 0 0,0 0 1 0 0,0 0-1 0 0,0 1 1 0 0,-1-1 0 0 0,0 0-1 0 0,0 1 1 0 0,0-1 0 0 0,0 1-1 0 0,0 0 1 0 0,-1-1-1 0 0,1 1 1 0 0,-1 0 0 0 0,-4-2-1 0 0,2 1-1 0 0,-1 0 0 0 0,1 0 0 0 0,-1 1 0 0 0,0 0 0 0 0,0 0 0 0 0,-1 1 0 0 0,1-1 0 0 0,0 1-1 0 0,-12-1 1 0 0,2 0-4 0 0,1 2-1 0 0,-1 0 1 0 0,0 1 0 0 0,0 0-1 0 0,0 1 1 0 0,0 1-1 0 0,0 1 1 0 0,-18 5-1 0 0,16-2 7 0 0,1 1-1 0 0,0 1 1 0 0,1 0-1 0 0,0 1 1 0 0,0 1 0 0 0,1 1-1 0 0,0 0 1 0 0,1 1-1 0 0,1 0 1 0 0,0 1-1 0 0,0 1 1 0 0,1 0-1 0 0,1 0 1 0 0,0 1-1 0 0,1 1 1 0 0,1 0-1 0 0,0 0 1 0 0,1 1 0 0 0,1 0-1 0 0,-6 20 1 0 0,10-26 5 0 0,1 1 1 0 0,0 0 0 0 0,0 0 0 0 0,1-1-1 0 0,1 1 1 0 0,0 16 0 0 0,1-22 9 0 0,-1 1 0 0 0,1-1 0 0 0,0 0 0 0 0,1 0 0 0 0,0 0 0 0 0,0 0 0 0 0,0 0 0 0 0,0 0 0 0 0,1-1 0 0 0,0 1 0 0 0,0-1 1 0 0,1 0-1 0 0,6 9 0 0 0,-6-11 1 0 0,1 1 1 0 0,0-1 0 0 0,-1 0 0 0 0,1 0 0 0 0,1 0-1 0 0,-1-1 1 0 0,0 0 0 0 0,1 0 0 0 0,-1 0 0 0 0,1 0-1 0 0,-1-1 1 0 0,12 1 0 0 0,6 0 23 0 0,42-2 0 0 0,-59-1-34 0 0,50-3 210 0 0,0-3 0 0 0,-1-2 0 0 0,60-18 0 0 0,-112 26-184 0 0,1 0-13 0 0,0 0-1 0 0,0 0 1 0 0,-1 0-1 0 0,1 0 1 0 0,0-1-1 0 0,0 1 1 0 0,4-4-1 0 0,5-2-4277 0 0</inkml:trace>
</inkml:ink>
</file>

<file path=ppt/ink/ink2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24:51.3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92 3912 0 0,'7'-2'810'0'0,"36"-10"6074"0"0,-2-1-1 0 0,69-33 1 0 0,-89 36-5963 0 0,4 2-5026 0 0</inkml:trace>
</inkml:ink>
</file>

<file path=ppt/ink/ink2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24:52.4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1 892 0 0,'0'0'2244'0'0</inkml:trace>
</inkml:ink>
</file>

<file path=ppt/ink/ink2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24:53.4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1 1036 0 0,'-12'14'11528'0'0</inkml:trace>
</inkml:ink>
</file>

<file path=ppt/ink/ink2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4:49.0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0 268 0 0,'0'0'15901'0'0,"-2"8"-15742"0"0</inkml:trace>
</inkml:ink>
</file>

<file path=ppt/ink/ink2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5:02.8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26 524 0 0,'0'0'2440'0'0,"9"-9"-742"0"0,2-7-3104 0 0</inkml:trace>
</inkml:ink>
</file>

<file path=ppt/ink/ink2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5:03.5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1288 0 0,'0'0'5661'0'0</inkml:trace>
</inkml:ink>
</file>

<file path=ppt/ink/ink2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3:47.5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801 82 1392 0 0,'11'-79'9715'0'0,"-10"77"-8954"0"0,-7 12-577 0 0,1 1-110 0 0,1 0 0 0 0,0 0 0 0 0,1 0 0 0 0,-3 15 0 0 0,-3 10 92 0 0,-195 574 1200 0 0,137-445-1035 0 0,-141 250-1 0 0,149-323-251 0 0,51-82 106 0 0,0 0 0 0 0,0 0 1 0 0,-1-1-1 0 0,0-1 0 0 0,0 1 0 0 0,-18 11 0 0 0,25-19-138 0 0,-1 1 0 0 0,1-1 0 0 0,0 0 0 0 0,-1 0 1 0 0,1 0-1 0 0,-1 0 0 0 0,1-1 0 0 0,-1 1 0 0 0,1 0 0 0 0,-1-1 0 0 0,0 0 0 0 0,1 0 0 0 0,-1 0 0 0 0,0 0 0 0 0,1 0 0 0 0,-1 0 0 0 0,1-1 1 0 0,-6-1-1 0 0,4 1-16 0 0,1-1 1 0 0,-1 0 0 0 0,1 0 0 0 0,-1 0 0 0 0,1-1 0 0 0,0 1 0 0 0,-1-1 0 0 0,1 0-1 0 0,1 0 1 0 0,-1 0 0 0 0,-3-4 0 0 0,-1-3-5 0 0,0-2 1 0 0,1 1-1 0 0,0 0 0 0 0,1-1 1 0 0,0 0-1 0 0,-6-24 0 0 0,5 3-34 0 0,1 0 0 0 0,1-1 0 0 0,1-45 0 0 0,13-100-95 0 0,-3 113 45 0 0,2 1 1 0 0,3 0 0 0 0,33-101 0 0 0,-32 131 33 0 0,1 1-1 0 0,2 0 1 0 0,1 1 0 0 0,1 0-1 0 0,2 2 1 0 0,1 0 0 0 0,48-52-1 0 0,-46 59 2 0 0,2 2-1 0 0,0 0 0 0 0,1 1 0 0 0,1 2 1 0 0,1 1-1 0 0,46-22 0 0 0,-55 31 13 0 0,0 1-1 0 0,1 1 1 0 0,0 1-1 0 0,0 1 0 0 0,0 0 1 0 0,1 2-1 0 0,0 0 1 0 0,0 1-1 0 0,0 2 0 0 0,0 0 1 0 0,32 4-1 0 0,-34 0 6 0 0,0 0-1 0 0,0 1 1 0 0,-1 1-1 0 0,1 1 0 0 0,-1 1 1 0 0,-1 0-1 0 0,0 1 1 0 0,0 1-1 0 0,30 23 1 0 0,-34-23 7 0 0,-2 1 1 0 0,1 0 0 0 0,-1 0-1 0 0,-1 2 1 0 0,0-1 0 0 0,-1 1-1 0 0,0 0 1 0 0,-1 1 0 0 0,-1 0 0 0 0,0 0-1 0 0,-1 1 1 0 0,8 24 0 0 0,-12-26 5 0 0,0-1 1 0 0,-1 0-1 0 0,0 1 1 0 0,-1-1 0 0 0,0 1-1 0 0,-1-1 1 0 0,0 1 0 0 0,-1-1-1 0 0,-1 0 1 0 0,0 0 0 0 0,0 0-1 0 0,-1 0 1 0 0,-1 0 0 0 0,0-1-1 0 0,-12 21 1 0 0,5-13 13 0 0,-1 0 0 0 0,-1-1 0 0 0,0-1 1 0 0,-1 0-1 0 0,-1 0 0 0 0,-1-2 0 0 0,-34 25 1 0 0,36-29-14 0 0,-1-2 0 0 0,0 0 0 0 0,-1-1 0 0 0,0-1 0 0 0,0-1 1 0 0,0 0-1 0 0,-1-1 0 0 0,0-1 0 0 0,0 0 0 0 0,0-1 0 0 0,-30 0 1 0 0,27-4-1 0 0,0 0 1 0 0,0-1 0 0 0,0-1 0 0 0,0-1 0 0 0,1-1-1 0 0,0-1 1 0 0,0 0 0 0 0,0-2 0 0 0,-35-18 0 0 0,51 24-11 0 0,-2-1-11 0 0,-1-1-1 0 0,1 1 1 0 0,0-1 0 0 0,0 0-1 0 0,1 0 1 0 0,-1-1 0 0 0,1 1-1 0 0,0-1 1 0 0,0-1 0 0 0,-8-10 0 0 0,12 14-24 0 0,5-3-4 0 0,-3 5 37 0 0,-1-1 1 0 0,0 1-1 0 0,1-1 0 0 0,-1 1 0 0 0,1-1 1 0 0,-1 1-1 0 0,1-1 0 0 0,-1 1 1 0 0,1-1-1 0 0,0 1 0 0 0,-1 0 1 0 0,1-1-1 0 0,-1 1 0 0 0,1 0 0 0 0,0 0 1 0 0,-1-1-1 0 0,1 1 0 0 0,0 0 1 0 0,0 0-1 0 0,-1 0 0 0 0,1 0 1 0 0,0 0-1 0 0,-1 0 0 0 0,1 0 1 0 0,0 0-1 0 0,-1 0 0 0 0,1 0 0 0 0,0 0 1 0 0,-1 1-1 0 0,1-1 0 0 0,0 0 1 0 0,-1 0-1 0 0,1 1 0 0 0,0-1 1 0 0,-1 0-1 0 0,1 1 0 0 0,0 0 1 0 0,8 3-2 0 0,0 1 1 0 0,0 1 0 0 0,-1 0 0 0 0,1 0 0 0 0,-2 0-1 0 0,1 1 1 0 0,-1 0 0 0 0,10 12 0 0 0,-1 2 29 0 0,0 0 0 0 0,16 29 0 0 0,-11-11 33 0 0,-2 1-1 0 0,-2 0 1 0 0,-2 1 0 0 0,-1 1-1 0 0,8 44 1 0 0,-18-65-27 0 0,1 0 1 0 0,0 0 0 0 0,2-1-1 0 0,0 0 1 0 0,15 28-1 0 0,-21-46-23 0 0,1 0-1 0 0,0 0 0 0 0,-1 1 1 0 0,1-1-1 0 0,0 0 0 0 0,1-1 1 0 0,-1 1-1 0 0,0 0 0 0 0,0-1 1 0 0,1 1-1 0 0,-1-1 0 0 0,1 1 1 0 0,-1-1-1 0 0,1 0 0 0 0,0 0 1 0 0,-1-1-1 0 0,1 1 0 0 0,0 0 1 0 0,0-1-1 0 0,-1 0 0 0 0,1 1 1 0 0,0-1-1 0 0,0 0 1 0 0,0-1-1 0 0,-1 1 0 0 0,1 0 1 0 0,4-2-1 0 0,7-2-5 0 0,-1 0 0 0 0,0-1 0 0 0,0 0 0 0 0,15-9 1 0 0,-16 7-3 0 0,19-8-25 0 0,-2-2 1 0 0,0-2-1 0 0,-2 0 1 0 0,36-33-1 0 0,-48 39 7 0 0,-1-1 0 0 0,-1-1 0 0 0,0 0 0 0 0,-1-1 0 0 0,-1 0-1 0 0,0-1 1 0 0,-1 0 0 0 0,14-36 0 0 0,-21 45 6 0 0,0 0 0 0 0,-1 0 0 0 0,0 0 0 0 0,2-15 0 0 0,-4 20 1 0 0,-3 4-10 0 0,-3 0 22 0 0,1 0 1 0 0,0 1-1 0 0,0-1 1 0 0,1 1 0 0 0,-1 1-1 0 0,0-1 1 0 0,1 0 0 0 0,-1 1-1 0 0,1 0 1 0 0,0 0-1 0 0,0 1 1 0 0,0-1 0 0 0,-4 5-1 0 0,-10 12 46 0 0,-21 29 1 0 0,27-33-33 0 0,0-1 14 0 0,1 1-1 0 0,1 0 1 0 0,-13 29 0 0 0,20-39-25 0 0,0 0 1 0 0,1 1-1 0 0,0-1 1 0 0,0 1-1 0 0,0 0 0 0 0,1-1 1 0 0,0 1-1 0 0,0 0 1 0 0,1 0-1 0 0,0 0 0 0 0,0 0 1 0 0,1-1-1 0 0,1 12 1 0 0,-1-15-4 0 0,0 0 0 0 0,1 0 0 0 0,-1 0 0 0 0,1 0 1 0 0,-1 0-1 0 0,1-1 0 0 0,0 1 0 0 0,0 0 1 0 0,0-1-1 0 0,0 0 0 0 0,1 1 0 0 0,-1-1 0 0 0,1 0 1 0 0,4 3-1 0 0,-2-2 0 0 0,1 0 0 0 0,-1-1 1 0 0,1 0-1 0 0,0 0 0 0 0,-1 0 1 0 0,1 0-1 0 0,8 0 0 0 0,5 0 0 0 0,-1-1 0 0 0,0-1 0 0 0,0-1 1 0 0,24-3-1 0 0,-21 1-20 0 0,-1-1 0 0 0,1-1 1 0 0,-1-1-1 0 0,0-1 1 0 0,-1 0-1 0 0,0-1 0 0 0,0-2 1 0 0,28-17-1 0 0,-33 17-8 0 0,0 0 0 0 0,-1-2 1 0 0,0 0-1 0 0,-1 0 0 0 0,-1-1 0 0 0,1 0 0 0 0,-2-1 0 0 0,0 0 1 0 0,-1-1-1 0 0,13-28 0 0 0,-4 0-40 0 0,-9 21 14 0 0,17-32 1 0 0,-25 52 56 0 0,3 8-9 0 0,-4-6 5 0 0,0 0-1 0 0,1 1 1 0 0,-1-1 0 0 0,1 0 0 0 0,-1 0-1 0 0,0 1 1 0 0,1-1 0 0 0,-1 0 0 0 0,0 1 0 0 0,1-1-1 0 0,-1 1 1 0 0,0-1 0 0 0,0 0 0 0 0,1 1-1 0 0,-1-1 1 0 0,0 1 0 0 0,0-1 0 0 0,0 0-1 0 0,0 1 1 0 0,1-1 0 0 0,-1 1 0 0 0,0-1-1 0 0,0 1 1 0 0,0-1 0 0 0,0 1 0 0 0,0 0 0 0 0,3 134 177 0 0,-4-94-119 0 0,2 0 1 0 0,11 71 0 0 0,-12-112-58 0 0,7 27 72 0 0,-6-26-65 0 0,-1 0-1 0 0,1 1 1 0 0,-1-1 0 0 0,1 0 0 0 0,0 0 0 0 0,0 0 0 0 0,-1 1 0 0 0,1-1 0 0 0,0 0 0 0 0,0 0 0 0 0,0 0 0 0 0,0-1 0 0 0,0 1-1 0 0,1 0 1 0 0,-1 0 0 0 0,0 0 0 0 0,0-1 0 0 0,0 1 0 0 0,3 0 0 0 0,2 0 0 0 0,-1-1 0 0 0,1 0 0 0 0,-1 0 1 0 0,1-1-1 0 0,-1 0 0 0 0,1 0 0 0 0,-1 0 0 0 0,0 0 1 0 0,1-1-1 0 0,-1 0 0 0 0,0 0 0 0 0,0 0 0 0 0,0-1 0 0 0,0 0 1 0 0,-1 0-1 0 0,1 0 0 0 0,-1 0 0 0 0,6-6 0 0 0,11-10-23 0 0,-1-1-1 0 0,24-31 0 0 0,-29 33 9 0 0,16-20 1 0 0,39-43-144 0 0,-68 79 144 0 0,1 0 1 0 0,-1 0-1 0 0,1 1 1 0 0,0-1-1 0 0,0 1 1 0 0,-1-1-1 0 0,1 1 1 0 0,0 0-1 0 0,0 0 1 0 0,1 0-1 0 0,-1 1 1 0 0,0-1-1 0 0,0 1 1 0 0,0 0-1 0 0,0-1 1 0 0,1 1-1 0 0,-1 1 1 0 0,0-1-1 0 0,0 0 1 0 0,0 1-1 0 0,5 1 1 0 0,6 2 9 0 0,-1 0 0 0 0,0 1 0 0 0,18 10 0 0 0,-13-6 2 0 0,100 45 179 0 0,-115-54-185 0 0,-1 1 1 0 0,1-1-1 0 0,0 1 1 0 0,-1-1-1 0 0,1 0 0 0 0,0 0 1 0 0,-1 0-1 0 0,1-1 0 0 0,0 1 1 0 0,-1-1-1 0 0,1 1 1 0 0,0-1-1 0 0,-1 0 0 0 0,1 0 1 0 0,-1 0-1 0 0,0 0 1 0 0,1-1-1 0 0,-1 1 0 0 0,0 0 1 0 0,0-1-1 0 0,1 0 1 0 0,-1 0-1 0 0,-1 1 0 0 0,1-1 1 0 0,0 0-1 0 0,2-3 0 0 0,1-2-4 0 0,0-1 0 0 0,0 1-1 0 0,0-1 1 0 0,-1 1 0 0 0,0-2-1 0 0,4-10 1 0 0,-5 9-9 0 0,0 0 0 0 0,-1-1 0 0 0,0 1 0 0 0,-1-1 0 0 0,0 0 0 0 0,0 1 1 0 0,-2-20-1 0 0,1 30 10 0 0,0-1 0 0 0,0 0 1 0 0,-1 0-1 0 0,1 0 0 0 0,0 1 1 0 0,0-1-1 0 0,-1 0 0 0 0,1 0 1 0 0,0 1-1 0 0,-1-1 0 0 0,1 0 1 0 0,-1 0-1 0 0,1 1 0 0 0,-1-1 1 0 0,1 1-1 0 0,-1-1 0 0 0,1 0 1 0 0,-1 1-1 0 0,0-1 0 0 0,1 1 1 0 0,-1 0-1 0 0,0-1 0 0 0,0 1 1 0 0,1-1-1 0 0,-1 1 0 0 0,0 0 1 0 0,0 0-1 0 0,1-1 0 0 0,-1 1 1 0 0,0 0-1 0 0,0 0 0 0 0,0 0 1 0 0,1 0-1 0 0,-1 0 0 0 0,0 0 1 0 0,0 0-1 0 0,0 0 0 0 0,0 0 1 0 0,1 0-1 0 0,-1 1 0 0 0,0-1 1 0 0,-1 1-1 0 0,-2 0 3 0 0,-1 0-1 0 0,1 1 1 0 0,0-1 0 0 0,-1 1 0 0 0,-4 4-1 0 0,-10 7 18 0 0,1 1-1 0 0,1 1 0 0 0,0 0 0 0 0,1 2 0 0 0,1 0 1 0 0,-21 28-1 0 0,16-15 11 0 0,1 1 0 0 0,2 0 0 0 0,-20 48 0 0 0,29-58-21 0 0,-9 34 0 0 0,16-49-3 0 0,-1 0-1 0 0,1 1 1 0 0,1-1 0 0 0,-1 0 0 0 0,1 0-1 0 0,0 0 1 0 0,0 1 0 0 0,1-1 0 0 0,0 0 0 0 0,2 10-1 0 0,-2-14 0 0 0,1 1 0 0 0,-1-1 0 0 0,1 1 0 0 0,-1-1 0 0 0,1 0 0 0 0,0 1 0 0 0,0-1 0 0 0,0 0 0 0 0,0 0 0 0 0,0-1 0 0 0,0 1 0 0 0,1 0 0 0 0,-1-1 0 0 0,0 1 0 0 0,1-1 0 0 0,0 0 0 0 0,-1 0 0 0 0,1 0 0 0 0,0 0 0 0 0,-1 0 0 0 0,1 0 0 0 0,0-1 0 0 0,0 0 0 0 0,0 1 0 0 0,3-1 0 0 0,6 0 2 0 0,0 0-1 0 0,0 0 1 0 0,1-2 0 0 0,17-3 0 0 0,2-3 7 0 0,-1-1 1 0 0,0-1 0 0 0,0-2-1 0 0,-1-2 1 0 0,46-27 0 0 0,-37 17-35 0 0,-2-2 1 0 0,-1-1 0 0 0,51-51-1 0 0,-64 54-8 0 0,0-1 0 0 0,20-29-1 0 0,-36 45 22 0 0,-1 0 0 0 0,-1-1 0 0 0,1 0 0 0 0,-2 0-1 0 0,1 0 1 0 0,-1 0 0 0 0,-1-1 0 0 0,0 1 0 0 0,0-1-1 0 0,1-13 1 0 0,-4 22 8 0 0,0 0-1 0 0,1 1 1 0 0,-1-1-1 0 0,0 0 0 0 0,0 1 1 0 0,0-1-1 0 0,0 0 1 0 0,-1 1-1 0 0,1-1 1 0 0,0 0-1 0 0,-1 1 0 0 0,1-1 1 0 0,-1 0-1 0 0,1 1 1 0 0,-1-1-1 0 0,0 1 0 0 0,0-1 1 0 0,0 1-1 0 0,1 0 1 0 0,-2-1-1 0 0,1 1 1 0 0,0 0-1 0 0,0-1 0 0 0,0 1 1 0 0,0 0-1 0 0,-1 0 1 0 0,1 0-1 0 0,-1 0 1 0 0,1 0-1 0 0,-1 1 0 0 0,1-1 1 0 0,-1 0-1 0 0,1 1 1 0 0,-1-1-1 0 0,1 1 0 0 0,-1-1 1 0 0,-2 1-1 0 0,-4 0 3 0 0,0 1 0 0 0,-1 0-1 0 0,1 0 1 0 0,0 1 0 0 0,1 0-1 0 0,-1 1 1 0 0,0 0-1 0 0,1 0 1 0 0,-1 0 0 0 0,1 1-1 0 0,0 0 1 0 0,0 0 0 0 0,1 1-1 0 0,-1 0 1 0 0,1 0 0 0 0,0 1-1 0 0,0 0 1 0 0,1 0-1 0 0,0 0 1 0 0,0 0 0 0 0,0 1-1 0 0,1 0 1 0 0,0 0 0 0 0,-4 10-1 0 0,7-16 2 0 0,1 1 0 0 0,0 0 0 0 0,0-1 0 0 0,-1 1 0 0 0,1 0 0 0 0,1-1 0 0 0,-1 1-1 0 0,0 0 1 0 0,0 0 0 0 0,1-1 0 0 0,-1 1 0 0 0,0 0 0 0 0,1-1 0 0 0,0 1 0 0 0,-1-1-1 0 0,1 1 1 0 0,0-1 0 0 0,0 1 0 0 0,0-1 0 0 0,0 1 0 0 0,2 1 0 0 0,0 0 0 0 0,0 1 0 0 0,0-1 0 0 0,1 0 0 0 0,-1 0 1 0 0,1 0-1 0 0,6 4 0 0 0,5 0-1 0 0,1 0 1 0 0,1-1-1 0 0,-1-1 0 0 0,1-1 1 0 0,0 0-1 0 0,0-1 1 0 0,0 0-1 0 0,0-2 0 0 0,1 0 1 0 0,19-2-1 0 0,23-4 7 0 0,92-20 0 0 0,-57 8-5 0 0,-57 9-8 0 0,-35 7-6 0 0,14 3 5 0 0,-17 0 7 0 0,0 0-1 0 0,-1 0 1 0 0,1 0-1 0 0,-1 0 1 0 0,0 0-1 0 0,0 0 1 0 0,1 0-1 0 0,-1 0 1 0 0,0 0 0 0 0,0 0-1 0 0,-1-1 1 0 0,1 1-1 0 0,0 0 1 0 0,-1-1-1 0 0,1 1 1 0 0,-1-1 0 0 0,-3 3-1 0 0,-1 2 7 0 0,-11 13 16 0 0,-68 84 44 0 0,75-90-65 0 0,1 0 1 0 0,1 1 0 0 0,0 0-1 0 0,1 0 1 0 0,1 1-1 0 0,-6 18 1 0 0,11-30 1 0 0,0 0 0 0 0,0 1 0 0 0,1-1 0 0 0,-1 0 0 0 0,1 1 0 0 0,0-1 0 0 0,0 0 0 0 0,0 0 0 0 0,0 1 1 0 0,1-1-1 0 0,-1 0 0 0 0,1 1 0 0 0,0-1 0 0 0,2 6 0 0 0,-2-8-1 0 0,0 0 0 0 0,0 1 0 0 0,0-1-1 0 0,0 0 1 0 0,0 0 0 0 0,0 0 0 0 0,0 0 0 0 0,1 0 0 0 0,-1 0 0 0 0,0 0 0 0 0,1-1-1 0 0,-1 1 1 0 0,0 0 0 0 0,1-1 0 0 0,-1 1 0 0 0,1-1 0 0 0,1 1 0 0 0,28 3 18 0 0,-13-4-11 0 0,1-1-1 0 0,-1 0 1 0 0,0-2 0 0 0,0 0 0 0 0,0-1 0 0 0,19-7 0 0 0,5-4-19 0 0,54-26 1 0 0,-50 18-34 0 0,-2-2 0 0 0,0-2 0 0 0,-2-2 0 0 0,-1-1 0 0 0,-1-2 0 0 0,37-40 0 0 0,-67 62 29 0 0,-1-1 0 0 0,0 0 0 0 0,-1 0 0 0 0,0-1 0 0 0,-1 0 1 0 0,0 0-1 0 0,-1-1 0 0 0,7-18 0 0 0,-12 28 7 0 0,-1 1-1 0 0,1-1 1 0 0,-1 1 0 0 0,0-1 0 0 0,0 1 0 0 0,0-1 0 0 0,0 0 0 0 0,0 1 0 0 0,-1-1-1 0 0,1 1 1 0 0,-2-5 0 0 0,2 6 4 0 0,-1 1 0 0 0,1-1 0 0 0,0 1 0 0 0,-1-1 0 0 0,1 1 0 0 0,0-1 0 0 0,-1 1 0 0 0,1-1 0 0 0,-1 1 0 0 0,1-1-1 0 0,-1 1 1 0 0,1-1 0 0 0,-1 1 0 0 0,1 0 0 0 0,-1-1 0 0 0,1 1 0 0 0,-1 0 0 0 0,0 0 0 0 0,1-1 0 0 0,-1 1 0 0 0,0 0 0 0 0,-1 0-1 0 0,1 0 1 0 0,-1 0 0 0 0,1 0 0 0 0,-1 0-1 0 0,1 1 1 0 0,-1-1 0 0 0,1 0 0 0 0,0 1-1 0 0,-1-1 1 0 0,1 1 0 0 0,0 0-1 0 0,-1-1 1 0 0,-1 3 0 0 0,-1-1 3 0 0,1 0 0 0 0,-1 1 0 0 0,1-1 0 0 0,0 1 0 0 0,-1 0 0 0 0,1 0 0 0 0,1 0 0 0 0,-1 0 1 0 0,0 0-1 0 0,1 1 0 0 0,0-1 0 0 0,0 1 0 0 0,0 0 0 0 0,0-1 0 0 0,0 1 0 0 0,1 0 0 0 0,0 0 0 0 0,-1 0 0 0 0,2 0 0 0 0,-1 1 0 0 0,0-1 0 0 0,1 0 0 0 0,0 0 1 0 0,0 0-1 0 0,0 1 0 0 0,0-1 0 0 0,1 0 0 0 0,0 0 0 0 0,-1 0 0 0 0,2 0 0 0 0,-1 0 0 0 0,0 0 0 0 0,1 0 0 0 0,2 4 0 0 0,31 60 51 0 0,-22-47-43 0 0,-2 1 1 0 0,0 0 0 0 0,10 35-1 0 0,-20-54 17 0 0,0 0-1 0 0,0 1 0 0 0,0-1 0 0 0,-1 0 1 0 0,1 0-1 0 0,-1 1 0 0 0,0-1 0 0 0,0 0 1 0 0,0 1-1 0 0,-1-1 0 0 0,1 0 0 0 0,-1 0 0 0 0,1 1 1 0 0,-1-1-1 0 0,0 0 0 0 0,0 0 0 0 0,-1 0 1 0 0,1 0-1 0 0,-1 0 0 0 0,1 0 0 0 0,-1-1 1 0 0,0 1-1 0 0,0 0 0 0 0,0-1 0 0 0,-1 1 1 0 0,1-1-1 0 0,-1 0 0 0 0,1 0 0 0 0,-1 0 1 0 0,1 0-1 0 0,-1 0 0 0 0,0-1 0 0 0,0 1 1 0 0,0-1-1 0 0,0 0 0 0 0,0 0 0 0 0,-4 1 1 0 0,-7 2 59 0 0,0-1-1 0 0,0 0 1 0 0,0-1 0 0 0,0-1 0 0 0,0 0 0 0 0,0-1 0 0 0,-19-3 0 0 0,4-1-9 0 0,1-1 0 0 0,-1-2 0 0 0,-34-13 0 0 0,62 20-228 0 0,-1-1 1 0 0,1 1-1 0 0,0-1 0 0 0,-1 1 0 0 0,1-1 0 0 0,0 0 1 0 0,0 1-1 0 0,0-1 0 0 0,-1 0 0 0 0,1 0 0 0 0,0 0 1 0 0,0 0-1 0 0,0 0 0 0 0,0 0 0 0 0,-1-2 0 0 0</inkml:trace>
</inkml:ink>
</file>

<file path=ppt/ink/ink2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3:48.3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367 795 1768 0 0,'6'-4'934'0'0,"-1"0"0"0"0,0 0 0 0 0,0-1 0 0 0,0 0 0 0 0,-1 0 0 0 0,0 0 0 0 0,0-1 0 0 0,0 0 0 0 0,0 1 0 0 0,-1-1 0 0 0,0 0 0 0 0,-1-1 0 0 0,1 1 0 0 0,-1 0 0 0 0,3-13 0 0 0,-5 18-892 0 0,0 0 0 0 0,0 0 0 0 0,0 0 1 0 0,0-1-1 0 0,0 1 0 0 0,0 0 0 0 0,0 0 1 0 0,0 0-1 0 0,-1-1 0 0 0,1 1 0 0 0,0 0 1 0 0,-1 0-1 0 0,1 0 0 0 0,-1 0 0 0 0,1 0 1 0 0,-1 0-1 0 0,1 0 0 0 0,-1 0 0 0 0,0 0 1 0 0,1 0-1 0 0,-1 0 0 0 0,0 0 1 0 0,0 0-1 0 0,0 0 0 0 0,0 1 0 0 0,0-1 1 0 0,0 0-1 0 0,0 1 0 0 0,0-1 0 0 0,0 1 1 0 0,0-1-1 0 0,0 1 0 0 0,0-1 0 0 0,0 1 1 0 0,-1 0-1 0 0,1 0 0 0 0,0-1 0 0 0,0 1 1 0 0,0 0-1 0 0,-1 0 0 0 0,1 0 0 0 0,0 0 1 0 0,-2 1-1 0 0,-5-1-8 0 0,1 1 1 0 0,-1 0-1 0 0,1 1 0 0 0,0 0 1 0 0,-8 2-1 0 0,-13 8-1 0 0,1 0 0 0 0,0 2 0 0 0,1 1 0 0 0,1 1 1 0 0,0 1-1 0 0,1 1 0 0 0,1 1 0 0 0,1 1 0 0 0,0 1 0 0 0,-21 28 0 0 0,36-40-16 0 0,1 0-1 0 0,-1 0 1 0 0,2 0-1 0 0,-1 1 1 0 0,1-1-1 0 0,1 1 1 0 0,-6 19-1 0 0,9-26-8 0 0,0 0-1 0 0,1 0 1 0 0,-1-1 0 0 0,1 1-1 0 0,0 0 1 0 0,0 0-1 0 0,0 0 1 0 0,0 0-1 0 0,0-1 1 0 0,0 1-1 0 0,1 0 1 0 0,0 0 0 0 0,-1 0-1 0 0,1-1 1 0 0,0 1-1 0 0,0 0 1 0 0,0-1-1 0 0,1 1 1 0 0,-1-1-1 0 0,1 0 1 0 0,-1 1 0 0 0,1-1-1 0 0,0 0 1 0 0,0 0-1 0 0,0 0 1 0 0,0 0-1 0 0,0 0 1 0 0,0 0-1 0 0,1-1 1 0 0,-1 1 0 0 0,1-1-1 0 0,-1 1 1 0 0,1-1-1 0 0,3 1 1 0 0,1 0-3 0 0,0 0 0 0 0,0 0 1 0 0,0-1-1 0 0,0 0 0 0 0,1 0 1 0 0,-1-1-1 0 0,0 0 1 0 0,0 0-1 0 0,1 0 0 0 0,-1-1 1 0 0,0 0-1 0 0,0-1 0 0 0,0 0 1 0 0,0 0-1 0 0,0 0 0 0 0,0-1 1 0 0,-1 0-1 0 0,1 0 0 0 0,-1-1 1 0 0,12-8-1 0 0,0-2 0 0 0,0-1 0 0 0,-1 0 0 0 0,0-2 0 0 0,-1 0 0 0 0,16-22 0 0 0,-10 7 0 0 0,32-58-1 0 0,-38 60 12 0 0,-11 22-19 0 0,0 1 0 0 0,-4 6 6 0 0,-17 27 14 0 0,2 1 69 0 0,-44 99 235 0 0,53-112-275 0 0,1 0-1 0 0,0 0 1 0 0,1 0-1 0 0,0 1 1 0 0,1-1-1 0 0,0 1 0 0 0,2 20 1 0 0,0-32-30 0 0,0-1 0 0 0,0 1 0 0 0,1 0 1 0 0,-1 0-1 0 0,1-1 0 0 0,0 1 0 0 0,0 0 0 0 0,0-1 0 0 0,0 1 1 0 0,0-1-1 0 0,0 1 0 0 0,1-1 0 0 0,-1 1 0 0 0,1-1 1 0 0,0 0-1 0 0,0 0 0 0 0,4 4 0 0 0,-3-4-4 0 0,0 0-1 0 0,1 0 1 0 0,-1 0-1 0 0,0-1 1 0 0,1 1-1 0 0,0-1 1 0 0,-1 0 0 0 0,1 0-1 0 0,0 0 1 0 0,0-1-1 0 0,6 1 1 0 0,3-1-1 0 0,0-1 0 0 0,0 0 0 0 0,0-1 0 0 0,0 0 0 0 0,0-1 0 0 0,23-9 0 0 0,7-6 5 0 0,0-2 0 0 0,-1-2-1 0 0,-1-2 1 0 0,-2-2-1 0 0,0-1 1 0 0,-2-2 0 0 0,-1-2-1 0 0,53-57 1 0 0,-31 21-17 0 0,-4-2 0 0 0,-2-2-1 0 0,73-137 1 0 0,-52 56-85 0 0,-62 123 61 0 0,-1 0 1 0 0,-2-1 0 0 0,8-44-1 0 0,-15 67 20 0 0,0-1-1 0 0,-1 1 0 0 0,1-1 1 0 0,-2 1-1 0 0,1-1 1 0 0,-3-11-1 0 0,3 17 6 0 0,0 0-1 0 0,-1 1 1 0 0,0-1-1 0 0,1 0 1 0 0,-1 1-1 0 0,0-1 1 0 0,0 1-1 0 0,0-1 1 0 0,0 1-1 0 0,0-1 1 0 0,0 1-1 0 0,0 0 1 0 0,0-1 0 0 0,-1 1-1 0 0,1 0 1 0 0,0 0-1 0 0,-1 0 1 0 0,1 0-1 0 0,-1 0 1 0 0,1 0-1 0 0,-1 1 1 0 0,0-1-1 0 0,1 0 1 0 0,-1 1-1 0 0,0-1 1 0 0,1 1-1 0 0,-1 0 1 0 0,0 0-1 0 0,0-1 1 0 0,1 1 0 0 0,-1 0-1 0 0,-3 1 1 0 0,-3 0 5 0 0,1 0 0 0 0,0 1 0 0 0,-1 0 1 0 0,1 0-1 0 0,0 0 0 0 0,0 1 1 0 0,0 1-1 0 0,1-1 0 0 0,-1 1 0 0 0,-8 6 1 0 0,-9 8 23 0 0,-26 26 0 0 0,40-36-25 0 0,-44 44 54 0 0,1 2 0 0 0,-83 114 0 0 0,103-121 50 0 0,3 1 0 0 0,2 2-1 0 0,2 0 1 0 0,-28 80 0 0 0,47-109-48 0 0,1 0 0 0 0,0 0 0 0 0,2 1 0 0 0,1 0 0 0 0,1-1 0 0 0,0 1 1 0 0,4 43-1 0 0,-2-56-52 0 0,2 0 0 0 0,-1 0 0 0 0,1 0 0 0 0,0 0 1 0 0,1-1-1 0 0,0 1 0 0 0,0-1 0 0 0,1 1 0 0 0,0-1 0 0 0,0 0 1 0 0,1-1-1 0 0,0 1 0 0 0,1-1 0 0 0,-1 0 0 0 0,1 0 1 0 0,1-1-1 0 0,-1 1 0 0 0,1-2 0 0 0,0 1 0 0 0,1-1 1 0 0,15 9-1 0 0,-9-8-459 0 0,1 0 0 0 0,1-1-1 0 0,-1 0 1 0 0,1-2 0 0 0,0 0 0 0 0,0 0 0 0 0,0-2 0 0 0,16 0 0 0 0,1-1-2055 0 0,0-3-1 0 0,-1 0 1 0 0,33-9-1 0 0,-14 0-3392 0 0</inkml:trace>
</inkml:ink>
</file>

<file path=ppt/ink/ink2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3:49.4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129 1049 216 0 0,'-4'0'2370'0'0,"-2"1"-1306"0"0,-36 8 3412 0 0,38-7-4294 0 0,0-1 1 0 0,-1 1-1 0 0,1 0 1 0 0,0 0-1 0 0,1 0 1 0 0,-1 0-1 0 0,0 1 1 0 0,1-1-1 0 0,-1 1 1 0 0,1 0-1 0 0,0 0 1 0 0,0 0-1 0 0,-5 7 1 0 0,6-7-72 0 0,-1 1-1 0 0,1-1 1 0 0,0 1 0 0 0,0 0-1 0 0,0 0 1 0 0,1 0 0 0 0,-1 0-1 0 0,1 0 1 0 0,0 0 0 0 0,0 1-1 0 0,1-1 1 0 0,-1 0 0 0 0,1 0-1 0 0,0 1 1 0 0,0-1 0 0 0,1 6-1 0 0,-1-9-68 0 0,1 0 0 0 0,-1-1 0 0 0,0 1 0 0 0,1 0 0 0 0,-1-1 0 0 0,1 1 0 0 0,-1 0 0 0 0,1-1 0 0 0,-1 1 0 0 0,1-1 0 0 0,0 1 0 0 0,-1 0 0 0 0,1-1 0 0 0,0 0 0 0 0,-1 1 0 0 0,1-1 0 0 0,0 1 0 0 0,0-1 0 0 0,-1 0 0 0 0,1 0 0 0 0,0 1 0 0 0,0-1 0 0 0,0 0 0 0 0,-1 0 0 0 0,1 0 0 0 0,0 0 0 0 0,0 0 0 0 0,0 0 0 0 0,-1 0 0 0 0,3 0 0 0 0,24-3 381 0 0,-11-2-317 0 0,0 0 1 0 0,0 0 0 0 0,-1-2 0 0 0,0 0 0 0 0,0 0-1 0 0,21-16 1 0 0,2-3 18 0 0,37-37-1 0 0,-26 16-138 0 0,-1-2 1 0 0,-3-2 0 0 0,-2-2-1 0 0,-3-1 1 0 0,55-98 0 0 0,-33 33-176 0 0,87-237 1 0 0,-147 351 177 0 0,43-137-37 0 0,-46 143 46 0 0,1-1 0 0 0,0 0 0 0 0,0 0 0 0 0,0 0 0 0 0,0 1 0 0 0,-1-1 0 0 0,1 0 0 0 0,0 0 0 0 0,0 0 0 0 0,-1 0 0 0 0,1 0 0 0 0,0 0 0 0 0,0 0 0 0 0,0 1 0 0 0,-1-1 0 0 0,1 0 0 0 0,0 0 0 0 0,0 0 0 0 0,-1 0 0 0 0,1 0 0 0 0,0 0 0 0 0,0 0 0 0 0,-1 0 0 0 0,1 0 0 0 0,0 0 0 0 0,0 0 0 0 0,-1-1 0 0 0,1 1 0 0 0,0 0 0 0 0,0 0 0 0 0,-1 0 0 0 0,1 0 0 0 0,0 0 0 0 0,0 0 0 0 0,0 0 0 0 0,-1-1 0 0 0,1 1 0 0 0,0 0 0 0 0,0 0 0 0 0,0 0 0 0 0,0 0 0 0 0,-1-1 0 0 0,1 1 0 0 0,0 0 0 0 0,0 0 0 0 0,0-1 0 0 0,0 1 0 0 0,0 0 0 0 0,0 0 0 0 0,0 0 0 0 0,-1-1 0 0 0,1 1 0 0 0,0 0 0 0 0,0 0 0 0 0,0-1 0 0 0,0 1 0 0 0,0 0 0 0 0,0 0 0 0 0,0-1 0 0 0,0 1 0 0 0,0 0 0 0 0,1 0 0 0 0,-1-1 0 0 0,0 1 0 0 0,0-1 0 0 0,-20 19-6 0 0,-14 29 24 0 0,-45 82 1 0 0,-17 61 161 0 0,67-129-101 0 0,-3 8 5 0 0,3 3 1 0 0,-37 142 0 0 0,62-197-69 0 0,0 0 0 0 0,2 0 1 0 0,0 1-1 0 0,1-1 1 0 0,0 0-1 0 0,4 35 0 0 0,-2-46-7 0 0,0 0 0 0 0,0-1 0 0 0,1 1 0 0 0,-1-1 0 0 0,1 1 0 0 0,0-1 0 0 0,1 0 0 0 0,-1 0 0 0 0,1 0 0 0 0,0 0 0 0 0,0 0 0 0 0,1-1 0 0 0,0 1 0 0 0,-1-1 0 0 0,1 0 0 0 0,1 0 0 0 0,-1 0 0 0 0,0-1 0 0 0,1 0 0 0 0,0 1 0 0 0,0-1 0 0 0,0-1-1 0 0,0 1 1 0 0,10 2 0 0 0,6 1-193 0 0,1-2-1 0 0,-1 0 1 0 0,1-2-1 0 0,0 0 0 0 0,0-2 1 0 0,0 0-1 0 0,-1-1 0 0 0,1-2 1 0 0,0 0-1 0 0,-1-1 0 0 0,27-9 1 0 0,-13 2-53 0 0,0-2 0 0 0,-1-1 0 0 0,-1-2 0 0 0,-1-1 0 0 0,58-40 0 0 0,-67 39 288 0 0,0-1 0 0 0,-2-2 1 0 0,0 0-1 0 0,-1-1 1 0 0,-1-1-1 0 0,17-26 0 0 0,-12 11 1518 0 0,29-62 0 0 0,-50 92-1321 0 0,0 0 0 0 0,0-1 0 0 0,-1 1 0 0 0,2-11 0 0 0,-4 19-239 0 0,0-1 0 0 0,0 1 1 0 0,0 0-1 0 0,-1-1 0 0 0,1 1 0 0 0,0-1 1 0 0,0 1-1 0 0,0 0 0 0 0,0-1 0 0 0,-1 1 1 0 0,1 0-1 0 0,0-1 0 0 0,0 1 0 0 0,-1 0 1 0 0,1 0-1 0 0,0-1 0 0 0,0 1 0 0 0,-1 0 1 0 0,1 0-1 0 0,0-1 0 0 0,-1 1 1 0 0,1 0-1 0 0,0 0 0 0 0,-1 0 0 0 0,1 0 1 0 0,-1-1-1 0 0,1 1 0 0 0,0 0 0 0 0,-1 0 1 0 0,1 0-1 0 0,-1 0 0 0 0,1 0 0 0 0,0 0 1 0 0,-1 0-1 0 0,1 0 0 0 0,0 0 0 0 0,-1 0 1 0 0,1 0-1 0 0,-1 1 0 0 0,1-1 0 0 0,0 0 1 0 0,-1 0-1 0 0,1 0 0 0 0,-1 1 0 0 0,-15 3 68 0 0,16-4-75 0 0,-14 6 41 0 0,1 2 1 0 0,-1-1-1 0 0,1 2 0 0 0,0-1 0 0 0,-12 13 1 0 0,6-6 0 0 0,-19 16 4 0 0,0 1 1 0 0,3 3 0 0 0,0 0-1 0 0,-41 58 1 0 0,66-79-36 0 0,0 1 1 0 0,-11 23 0 0 0,19-34-1 0 0,0 0 1 0 0,0-1 0 0 0,1 1 0 0 0,0 0 0 0 0,0 0-1 0 0,0 0 1 0 0,0 0 0 0 0,0 0 0 0 0,1 0 0 0 0,-1 0-1 0 0,1 0 1 0 0,0 0 0 0 0,1 0 0 0 0,-1 0 0 0 0,1 0-1 0 0,1 8 1 0 0,0-10-3 0 0,0 1 0 0 0,-1-1 0 0 0,1 0 0 0 0,0 0-1 0 0,0 1 1 0 0,1-2 0 0 0,-1 1 0 0 0,0 0 0 0 0,1 0 0 0 0,-1-1 0 0 0,1 1-1 0 0,-1-1 1 0 0,1 0 0 0 0,0 0 0 0 0,-1 0 0 0 0,1 0 0 0 0,0 0-1 0 0,0 0 1 0 0,0-1 0 0 0,0 1 0 0 0,0-1 0 0 0,4 0 0 0 0,5 0-9 0 0,-1 0 0 0 0,0-1 0 0 0,0 0 0 0 0,17-4 0 0 0,-12 1-53 0 0,0-2 0 0 0,-1 1 0 0 0,0-2 0 0 0,0 0 0 0 0,-1-1 0 0 0,0-1 0 0 0,0 0 0 0 0,-1 0 0 0 0,0-2 0 0 0,-1 1 0 0 0,0-2 0 0 0,0 1 0 0 0,12-19 0 0 0,6-10 285 0 0,-2-2 1 0 0,-2-1 0 0 0,22-48-1 0 0,-39 73-132 0 0,-8 17-83 0 0,-9 14 16 0 0,2-2-4 0 0,0 1 1 0 0,1 0-1 0 0,0 0 0 0 0,-2 15 0 0 0,1-8-13 0 0,-24 94 31 0 0,27-99-67 0 0,1 0 0 0 0,1 1 0 0 0,0-1 0 0 0,1 0 0 0 0,0 1 1 0 0,3 14-1 0 0,-2-25-140 0 0,0 0 1 0 0,0 0-1 0 0,0-1 0 0 0,0 1 1 0 0,1-1-1 0 0,-1 1 1 0 0,1-1-1 0 0,0 1 0 0 0,0-1 1 0 0,0 0-1 0 0,1 0 1 0 0,-1 0-1 0 0,1 0 1 0 0,0-1-1 0 0,0 1 0 0 0,0-1 1 0 0,0 1-1 0 0,0-1 1 0 0,0 0-1 0 0,0 0 1 0 0,1 0-1 0 0,-1-1 0 0 0,8 3 1 0 0,-3-2-555 0 0,0 0-1 0 0,1 0 1 0 0,-1-1 0 0 0,1-1 0 0 0,-1 1-1 0 0,0-1 1 0 0,1 0 0 0 0,-1-1 0 0 0,1 0-1 0 0,8-2 1 0 0,13-5-3439 0 0</inkml:trace>
</inkml:ink>
</file>

<file path=ppt/ink/ink2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3:50.1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0 295 1184 0 0,'16'-20'4043'0'0,"21"-35"0"0"0,-10 14-442 0 0,-26 39-3279 0 0,7-3 507 0 0,-9 20-618 0 0,-1 0 0 0 0,-1 0-1 0 0,0 0 1 0 0,-7 19 0 0 0,-7 33 34 0 0,15-54-201 0 0,-1 4 34 0 0,-2 32 1 0 0,5-46-57 0 0,0 1 0 0 0,0-1-1 0 0,0 1 1 0 0,1-1 0 0 0,-1 1-1 0 0,1-1 1 0 0,0 0 0 0 0,0 1-1 0 0,0-1 1 0 0,0 0 0 0 0,0 0-1 0 0,1 0 1 0 0,0 0-1 0 0,-1 0 1 0 0,5 4 0 0 0,-5-5-11 0 0,1 0 1 0 0,0-1 0 0 0,0 0-1 0 0,0 1 1 0 0,-1-1-1 0 0,1 0 1 0 0,1 0 0 0 0,-1 0-1 0 0,0 0 1 0 0,0 0 0 0 0,0-1-1 0 0,0 1 1 0 0,0-1-1 0 0,1 1 1 0 0,-1-1 0 0 0,4 0-1 0 0,-1 0 1 0 0,0-1 0 0 0,-1 1-1 0 0,1-1 1 0 0,0-1 0 0 0,-1 1-1 0 0,1 0 1 0 0,6-4 0 0 0,5-4 10 0 0,-1 0-1 0 0,-1 0 1 0 0,18-16 0 0 0,-28 22-12 0 0,29-27-7 0 0,-1 0-1 0 0,-1-3 1 0 0,-2 0 0 0 0,35-53 0 0 0,-32 46 73 0 0,-30 38-68 0 0,2 0-14 0 0,-4 2 8 0 0,0 0-1 0 0,1-1 0 0 0,-1 1 0 0 0,0 0 0 0 0,1 0 0 0 0,-1-1 0 0 0,0 1 0 0 0,1 0 0 0 0,-1 0 0 0 0,1 0 0 0 0,-1 0 0 0 0,0 0 0 0 0,1 0 0 0 0,-1 0 0 0 0,1 0 0 0 0,-1 0 0 0 0,1 0 0 0 0,-1 0 0 0 0,0 0 0 0 0,1 0 0 0 0,-1 0 1 0 0,1 0-1 0 0,-1 0 0 0 0,0 0 0 0 0,1 0 0 0 0,-1 0 0 0 0,1 1 0 0 0,-1-1 0 0 0,0 0 0 0 0,1 0 0 0 0,-1 0 0 0 0,0 1 0 0 0,1-1 0 0 0,-1 0 0 0 0,0 0 0 0 0,1 1 0 0 0,-1-1 0 0 0,0 0 0 0 0,0 1 0 0 0,1-1 0 0 0,-1 1 1 0 0,0-1-1 0 0,0 0 0 0 0,0 1 0 0 0,1-1 0 0 0,-1 0 0 0 0,0 1 0 0 0,0-1 0 0 0,0 1 0 0 0,0-1 0 0 0,0 1 0 0 0,0-1 0 0 0,0 0 0 0 0,0 1 0 0 0,0 0 0 0 0,3 22 46 0 0,-2 0 0 0 0,0 0 0 0 0,-3 32 1 0 0,0 29 11 0 0,3-73-23 0 0,-1-1 0 0 0,2 1 0 0 0,-1-1 1 0 0,1 0-1 0 0,1 0 0 0 0,0 1 1 0 0,5 11-1 0 0,-7-19-15 0 0,1 0 0 0 0,0 0 1 0 0,0 0-1 0 0,0 0 0 0 0,1 0 0 0 0,-1 0 0 0 0,1-1 1 0 0,0 1-1 0 0,-1-1 0 0 0,1 1 0 0 0,0-1 0 0 0,0 0 0 0 0,1 0 1 0 0,-1-1-1 0 0,0 1 0 0 0,1-1 0 0 0,-1 1 0 0 0,1-1 1 0 0,-1 0-1 0 0,1 0 0 0 0,-1-1 0 0 0,1 1 0 0 0,0-1 0 0 0,3 0 1 0 0,5 0 4 0 0,0-1 0 0 0,-1 0 1 0 0,1-1-1 0 0,-1 0 1 0 0,1-1-1 0 0,-1 0 1 0 0,0-1-1 0 0,0 0 0 0 0,0-1 1 0 0,-1 0-1 0 0,1 0 1 0 0,14-12-1 0 0,3-3 20 0 0,-1-2-1 0 0,47-48 1 0 0,-57 52 16 0 0,-1-1 1 0 0,-1 0 0 0 0,-1-1-1 0 0,17-32 1 0 0,-24 39 55 0 0,-1 0 1 0 0,-1 0-1 0 0,0-1 1 0 0,0 1-1 0 0,-2-1 1 0 0,1 0-1 0 0,-2 0 1 0 0,2-27-1 0 0,-4 36-96 0 0,-1 0 0 0 0,1-1 0 0 0,-1 1 0 0 0,0 0 0 0 0,0 0-1 0 0,0 1 1 0 0,-1-1 0 0 0,-4-8 0 0 0,5 11-22 0 0,0 0 0 0 0,0 0 0 0 0,0 1 0 0 0,0-1-1 0 0,0 1 1 0 0,0-1 0 0 0,-1 1 0 0 0,1-1 0 0 0,0 1 0 0 0,-1 0-1 0 0,1 0 1 0 0,-1 0 0 0 0,0-1 0 0 0,1 2 0 0 0,-1-1 0 0 0,0 0-1 0 0,0 0 1 0 0,0 0 0 0 0,1 1 0 0 0,-1-1 0 0 0,0 1 0 0 0,0 0-1 0 0,0-1 1 0 0,0 1 0 0 0,0 0 0 0 0,-4 0 0 0 0,5 0-2 0 0,-1 0 0 0 0,1 0 0 0 0,-1 0 0 0 0,1 0 1 0 0,-1 0-1 0 0,0 1 0 0 0,1-1 0 0 0,0 0 0 0 0,-1 1 1 0 0,1-1-1 0 0,-1 1 0 0 0,1-1 0 0 0,-1 1 0 0 0,1 0 0 0 0,0 0 1 0 0,-1-1-1 0 0,1 1 0 0 0,0 0 0 0 0,0 0 0 0 0,0 0 0 0 0,-2 2 1 0 0,1 0-1 0 0,1-2 4 0 0,0-1 0 0 0,1 1-1 0 0,-1 0 1 0 0,0-1 0 0 0,1 1-1 0 0,-1 0 1 0 0,1 0-1 0 0,-1-1 1 0 0,1 1 0 0 0,-1 0-1 0 0,1 0 1 0 0,-1 0-1 0 0,1 0 1 0 0,0-1 0 0 0,0 1-1 0 0,-1 0 1 0 0,1 0 0 0 0,0 0-1 0 0,0 0 1 0 0,0 0-1 0 0,0 0 1 0 0,0 0 0 0 0,0 0-1 0 0,0 0 1 0 0,0 0-1 0 0,0 0 1 0 0,1 0 0 0 0,-1-1-1 0 0,0 1 1 0 0,1 0 0 0 0,-1 0-1 0 0,0 0 1 0 0,1 0-1 0 0,-1 0 1 0 0,1-1 0 0 0,0 1-1 0 0,-1 0 1 0 0,1-1-1 0 0,-1 1 1 0 0,1 0 0 0 0,0-1-1 0 0,0 1 1 0 0,-1 0 0 0 0,1-1-1 0 0,0 1 1 0 0,0-1-1 0 0,0 0 1 0 0,1 1 0 0 0,3 2 5 0 0,0-1 1 0 0,0 0 0 0 0,0 0 0 0 0,0 0-1 0 0,1-1 1 0 0,-1 1 0 0 0,6-1 0 0 0,81 3-1061 0 0,173-14-1 0 0,-165 3-826 0 0,21-3-1349 0 0,-42 0-2257 0 0,-49 5 964 0 0</inkml:trace>
</inkml:ink>
</file>

<file path=ppt/ink/ink2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3:51.8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39 926 1480 0 0,'-6'-16'6147'0'0,"6"16"-6089"0"0,0 0 0 0 0,-1-1 0 0 0,1 1 0 0 0,0 0 0 0 0,0 0 0 0 0,0 0 0 0 0,0 0 0 0 0,-1 0 0 0 0,1 0 0 0 0,0 0 0 0 0,0 0 0 0 0,0 0 0 0 0,-1 0 0 0 0,1 0 0 0 0,0 0 0 0 0,0 0 0 0 0,0 0 0 0 0,-1 0 0 0 0,1 0 0 0 0,0 0 0 0 0,0 0 0 0 0,0 0 0 0 0,-1 0 0 0 0,1 0 0 0 0,0 0 0 0 0,0 0 0 0 0,0 0 0 0 0,0 0 0 0 0,-1 1 0 0 0,1-1 0 0 0,0 0 0 0 0,0 0 0 0 0,0 0 0 0 0,0 0 0 0 0,0 0 0 0 0,-1 1 0 0 0,1-1 0 0 0,0 0 0 0 0,0 0 0 0 0,0 0 0 0 0,0 1 0 0 0,-2 2 101 0 0,0 1 0 0 0,0 0 0 0 0,0 0 0 0 0,1 0 0 0 0,0 0 0 0 0,0 1 1 0 0,-1 4-1 0 0,1-3-97 0 0,-4 20 409 0 0,-2 35 0 0 0,7-61-431 0 0,0 1 0 0 0,0-1 0 0 0,0 1-1 0 0,0 0 1 0 0,1-1 0 0 0,-1 1 0 0 0,0-1-1 0 0,0 1 1 0 0,0 0 0 0 0,1-1 0 0 0,-1 1 0 0 0,0-1-1 0 0,1 1 1 0 0,-1-1 0 0 0,0 1 0 0 0,1-1-1 0 0,-1 1 1 0 0,1-1 0 0 0,-1 0 0 0 0,1 1-1 0 0,-1-1 1 0 0,1 1 0 0 0,-1-1 0 0 0,1 0-1 0 0,-1 0 1 0 0,1 1 0 0 0,-1-1 0 0 0,1 0-1 0 0,-1 0 1 0 0,1 0 0 0 0,0 1 0 0 0,-1-1-1 0 0,1 0 1 0 0,-1 0 0 0 0,2 0 0 0 0,0 0 33 0 0,0 0 1 0 0,0 0-1 0 0,0 0 1 0 0,0 0-1 0 0,1-1 1 0 0,-1 1-1 0 0,0-1 1 0 0,3 0-1 0 0,12-8 59 0 0,-1 0 0 0 0,-1 0 0 0 0,0-1 0 0 0,0-1 0 0 0,-1-1 0 0 0,22-22 0 0 0,69-88 82 0 0,-35 27-232 0 0,-3-4 1 0 0,-5-2 0 0 0,-4-2-1 0 0,79-202 1 0 0,-82 174 328 0 0,-54 128-298 0 0,-7 19 15 0 0,-240 710 991 0 0,77-215-345 0 0,-59 239 28 0 0,212-683-535 0 0,-7 71 1 0 0,25-107-9 0 0,-2-30-152 0 0,0 0-1 0 0,0 0 1 0 0,0 0 0 0 0,0 0 0 0 0,0 0-1 0 0,1 0 1 0 0,-1 0 0 0 0,0 0 0 0 0,1-1 0 0 0,-1 1-1 0 0,0 0 1 0 0,1 0 0 0 0,-1 0 0 0 0,1 0-1 0 0,0-1 1 0 0,-1 1 0 0 0,1 0 0 0 0,0 0 0 0 0,-1-1-1 0 0,1 1 1 0 0,0-1 0 0 0,0 1 0 0 0,-1-1-1 0 0,1 1 1 0 0,0-1 0 0 0,0 1 0 0 0,0-1 0 0 0,0 1-1 0 0,0-1 1 0 0,0 0 0 0 0,0 0 0 0 0,1 1-1 0 0,6-3 6 0 0,0 0 0 0 0,1 0 0 0 0,-1-1 0 0 0,0 0-1 0 0,-1-1 1 0 0,1 1 0 0 0,0-1 0 0 0,-1-1 0 0 0,0 1-1 0 0,0-1 1 0 0,-1-1 0 0 0,9-7 0 0 0,7-9 15 0 0,-1-1 0 0 0,21-27 1 0 0,-18 18-34 0 0,-2-1 1 0 0,-1-1 0 0 0,-2-1 0 0 0,-1 0-1 0 0,-2-2 1 0 0,-1 0 0 0 0,17-69 0 0 0,-25 72 3 0 0,-1 0 0 0 0,-1 0 0 0 0,-3-1 0 0 0,0 0 0 0 0,-3 1 0 0 0,0-1 0 0 0,-2 1 0 0 0,-2-1 0 0 0,-11-40 0 0 0,4 36 49 0 0,-1 1 0 0 0,-3 1 0 0 0,0 0 0 0 0,-3 1 0 0 0,-1 1 0 0 0,-1 1 0 0 0,-27-32 0 0 0,-51-64 15 0 0,98 129-82 0 0,0 0-1 0 0,0 0 1 0 0,0 0 0 0 0,1 0-1 0 0,-1 0 1 0 0,1-1 0 0 0,-1 1 0 0 0,1 0-1 0 0,-1-1 1 0 0,1 1 0 0 0,0 0-1 0 0,-1-1 1 0 0,1 1 0 0 0,0 0 0 0 0,0-1-1 0 0,0 1 1 0 0,0-1 0 0 0,0 1-1 0 0,1 0 1 0 0,-1-3 0 0 0,1 2-38 0 0,0-1-1 0 0,1 1 1 0 0,-1 0 0 0 0,0-1-1 0 0,1 1 1 0 0,-1 0 0 0 0,1 0 0 0 0,0 0-1 0 0,-1 0 1 0 0,4-2 0 0 0,5-4-282 0 0,1 0 1 0 0,0 1-1 0 0,19-9 1 0 0,-20 10 112 0 0,55-27-1459 0 0,94-33 0 0 0,73-11-670 0 0,34-13 951 0 0,-247 82 1980 0 0,0 0 1 0 0,-1-2-1 0 0,0 0 0 0 0,0-1 1 0 0,20-18-1 0 0,-36 28-31 0 0,-13 8-476 0 0,1 0 0 0 0,0 1 0 0 0,0 1 0 0 0,1 0 0 0 0,0 0 0 0 0,1 1 0 0 0,0 0 0 0 0,-11 18 0 0 0,3-6-16 0 0,1 0-32 0 0,1 0 0 0 0,0 1-1 0 0,2 0 1 0 0,0 1-1 0 0,2 0 1 0 0,-11 38 0 0 0,20-57 5 0 0,-1 1-1 0 0,1-1 1 0 0,1 1 0 0 0,-1 0 0 0 0,1-1 0 0 0,0 1 0 0 0,0 0 0 0 0,0 0 0 0 0,1-1 0 0 0,0 1-1 0 0,2 7 1 0 0,-2-10-4 0 0,0 0-1 0 0,0-1 0 0 0,1 1 1 0 0,-1-1-1 0 0,1 1 0 0 0,-1-1 1 0 0,1 0-1 0 0,0 1 0 0 0,0-1 1 0 0,0 0-1 0 0,0 0 0 0 0,1-1 1 0 0,-1 1-1 0 0,0 0 0 0 0,1-1 0 0 0,-1 1 1 0 0,1-1-1 0 0,-1 0 0 0 0,1 0 1 0 0,0 0-1 0 0,0 0 0 0 0,-1 0 1 0 0,1-1-1 0 0,3 1 0 0 0,4 0 10 0 0,-1-1 0 0 0,1 0 0 0 0,0 0 0 0 0,0-1 0 0 0,-1 0 0 0 0,1-1 0 0 0,-1 0-1 0 0,1 0 1 0 0,-1-1 0 0 0,0-1 0 0 0,0 1 0 0 0,0-1 0 0 0,12-8 0 0 0,-2 0 4 0 0,0-1 0 0 0,-1-1 0 0 0,-1 0 1 0 0,27-29-1 0 0,-25 22 1 0 0,-2 0 1 0 0,0-2-1 0 0,-1 0 1 0 0,21-43-1 0 0,-29 49 99 0 0,0 0-1 0 0,-2 0 1 0 0,0-1 0 0 0,-1 1-1 0 0,-1-1 1 0 0,0-1 0 0 0,-1 1-1 0 0,0-21 1 0 0,-3 36-125 0 0,0 1 0 0 0,0-1 0 0 0,0 1-1 0 0,0 0 1 0 0,-1-1 0 0 0,1 1 0 0 0,-1-1 0 0 0,1 1 0 0 0,-1 0 0 0 0,0 0-1 0 0,0-1 1 0 0,0 1 0 0 0,0 0 0 0 0,0 0 0 0 0,-1 0 0 0 0,1 0 0 0 0,0 0 0 0 0,-1 0-1 0 0,0 0 1 0 0,-2-1 0 0 0,2 1-4 0 0,-1 1 0 0 0,0-1 1 0 0,0 1-1 0 0,1 0 0 0 0,-1 0 0 0 0,0 0 0 0 0,0 1 0 0 0,0-1 1 0 0,0 1-1 0 0,0-1 0 0 0,0 1 0 0 0,0 0 0 0 0,0 0 0 0 0,-3 1 1 0 0,-8 1 3 0 0,0 1 0 0 0,0 1 0 0 0,0 0 0 0 0,0 1 0 0 0,-20 10 0 0 0,6-1 16 0 0,1 1 0 0 0,-39 30-1 0 0,54-36-11 0 0,0 1-1 0 0,1 0 0 0 0,0 0 0 0 0,1 1 0 0 0,0 1 0 0 0,1 0 0 0 0,-11 18 0 0 0,19-28-9 0 0,0-1-1 0 0,0 1 1 0 0,0-1-1 0 0,0 1 1 0 0,1-1 0 0 0,-1 1-1 0 0,1-1 1 0 0,-1 1-1 0 0,1 0 1 0 0,0 0-1 0 0,-1-1 1 0 0,1 1-1 0 0,0 0 1 0 0,0-1-1 0 0,0 1 1 0 0,0 0-1 0 0,1 0 1 0 0,-1-1 0 0 0,1 3-1 0 0,0-3-1 0 0,-1 0-1 0 0,1 1 1 0 0,0-1 0 0 0,0 0-1 0 0,0 0 1 0 0,0 0 0 0 0,0-1-1 0 0,0 1 1 0 0,0 0 0 0 0,0 0-1 0 0,0-1 1 0 0,1 1 0 0 0,-1 0-1 0 0,0-1 1 0 0,0 1 0 0 0,1-1-1 0 0,-1 1 1 0 0,3-1 0 0 0,4 1 0 0 0,0 0 0 0 0,1-1 0 0 0,-1 0 0 0 0,0 0 0 0 0,0-1 0 0 0,11-2 0 0 0,26-8-14 0 0,-1-2 0 0 0,79-34 0 0 0,-84 30-26 0 0,1 1 0 0 0,1 2 0 0 0,66-13 0 0 0,-100 26 30 0 0,0 0 0 0 0,1 0 1 0 0,-1 1-1 0 0,0 0 1 0 0,0 1-1 0 0,0-1 0 0 0,0 1 1 0 0,0 1-1 0 0,0-1 1 0 0,0 1-1 0 0,0 0 0 0 0,0 1 1 0 0,-1 0-1 0 0,1 0 1 0 0,10 7-1 0 0,-11-5 15 0 0,0 0 0 0 0,0 0-1 0 0,0 1 1 0 0,-1 0 0 0 0,0 0 0 0 0,0 0-1 0 0,0 1 1 0 0,-1-1 0 0 0,0 1 0 0 0,0 0 0 0 0,-1 1-1 0 0,0-1 1 0 0,4 16 0 0 0,-3-6 106 0 0,0 1 0 0 0,-2-1 0 0 0,0 1 0 0 0,-1 0 0 0 0,-1 0 0 0 0,0 0 0 0 0,-2 0 0 0 0,0 0 0 0 0,-1 0 1 0 0,-1-1-1 0 0,0 0 0 0 0,-1 1 0 0 0,-8 16 0 0 0,11-30 119 0 0,1-1 1 0 0,-1 0 0 0 0,0 0 0 0 0,0 0-1 0 0,0 0 1 0 0,-1 0 0 0 0,1-1 0 0 0,-5 5-1 0 0,6-6-203 0 0,1-1 0 0 0,-1 1 0 0 0,1-1 0 0 0,-1 0-1 0 0,0 1 1 0 0,1-1 0 0 0,-1 0 0 0 0,1 1-1 0 0,-1-1 1 0 0,0 0 0 0 0,1 0 0 0 0,-1 0-1 0 0,0 0 1 0 0,1 0 0 0 0,-1 1 0 0 0,0-1 0 0 0,1 0-1 0 0,-1 0 1 0 0,0-1 0 0 0,1 1 0 0 0,-1 0-1 0 0,0 0 1 0 0,1 0 0 0 0,-1 0 0 0 0,0-1 0 0 0,1 1-1 0 0,-1 0 1 0 0,0 0 0 0 0,1-1 0 0 0,-1 1-1 0 0,1-1 1 0 0,-1 1 0 0 0,1 0 0 0 0,-1-1 0 0 0,1 1-1 0 0,-1-1 1 0 0,1 1 0 0 0,-1-1 0 0 0,1 1-1 0 0,0-1 1 0 0,-1 0 0 0 0,1 1 0 0 0,0-1-1 0 0,-1 0 1 0 0,1 1 0 0 0,0-1 0 0 0,0 1 0 0 0,0-1-1 0 0,0 0 1 0 0,0 1 0 0 0,-1-1 0 0 0,1-1-1 0 0,-2-6 26 0 0,1 0-1 0 0,-1-1 1 0 0,1 0-1 0 0,1 1 1 0 0,-1-1-1 0 0,1 0 1 0 0,1 0-1 0 0,0 1 1 0 0,0-1-1 0 0,3-9 1 0 0,2-3-17 0 0,0 0 1 0 0,18-38 0 0 0,-15 41-214 0 0,1 0 1 0 0,1 0 0 0 0,0 1 0 0 0,2 0-1 0 0,0 1 1 0 0,0 1 0 0 0,2 0-1 0 0,0 1 1 0 0,0 0 0 0 0,1 1-1 0 0,1 1 1 0 0,0 1 0 0 0,1 0-1 0 0,23-10 1 0 0,-20 12-1379 0 0,0 1-1 0 0,42-10 1 0 0,-40 14-1230 0 0,0 0 0 0 0,44 0 0 0 0,-39 4-2616 0 0</inkml:trace>
</inkml:ink>
</file>

<file path=ppt/ink/ink2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4:02.0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4676 0 0,'36'30'12787'0'0,"-12"-13"-7934"0"0,-22-16-4346 0 0,7 8-667 0 0,-2-5-1487 0 0</inkml:trace>
</inkml:ink>
</file>

<file path=ppt/ink/ink2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4:04.1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449 170 804 0 0,'0'0'3665'0'0,"-10"31"4612"0"0,10-30-8154 0 0,0-1-1 0 0,0 0 1 0 0,-1 0 0 0 0,1 0-1 0 0,0 0 1 0 0,-1 0-1 0 0,1 0 1 0 0,0 0 0 0 0,-1 1-1 0 0,1-1 1 0 0,0 0-1 0 0,-1 0 1 0 0,1 0 0 0 0,0 0-1 0 0,-1 0 1 0 0,1-1-1 0 0,0 1 1 0 0,-1 0 0 0 0,1 0-1 0 0,-21-10 1468 0 0,-22-27-2096 0 0,37 31 951 0 0,-83-77-310 0 0,87 81-158 0 0,1 2 14 0 0,1 0-1 0 0,-1-1 1 0 0,1 1-1 0 0,0-1 1 0 0,-1 1 0 0 0,1-1-1 0 0,-1 1 1 0 0,1-1 0 0 0,0 1-1 0 0,-1-1 1 0 0,1 1-1 0 0,0-1 1 0 0,0 1 0 0 0,0-1-1 0 0,-1 1 1 0 0,1-1 0 0 0,0 0-1 0 0,0 0 1 0 0,0 0 9 0 0,1 1 1 0 0,-1-1-1 0 0,1 1 0 0 0,0-1 1 0 0,-1 1-1 0 0,1-1 0 0 0,0 1 0 0 0,-1 0 1 0 0,1-1-1 0 0,0 1 0 0 0,-1 0 1 0 0,1 0-1 0 0,0 0 0 0 0,-1-1 1 0 0,1 1-1 0 0,0 0 0 0 0,0 0 1 0 0,-1 0-1 0 0,1 0 0 0 0,0 0 1 0 0,0 0-1 0 0,-1 0 0 0 0,1 1 1 0 0,0-1-1 0 0,-1 0 0 0 0,1 0 1 0 0,1 1-1 0 0,10 2 0 0 0,316-5-672 0 0,-309 1 613 0 0,0 1 73 0 0,0-1 1 0 0,1-1-1 0 0,-1-1 1 0 0,-1-1 0 0 0,23-7-1 0 0,-38 9 121 0 0,1 0 0 0 0,-1 0-1 0 0,0 0 1 0 0,1-1 0 0 0,-1 1 0 0 0,0-1-1 0 0,-1 0 1 0 0,5-5 0 0 0,-5 7 58 0 0,-4 2-186 0 0,0 0 0 0 0,0 0 0 0 0,0 0 0 0 0,1 0 0 0 0,-1 0 0 0 0,0 1 0 0 0,1-1 0 0 0,-1 1 0 0 0,1-1 0 0 0,0 1-1 0 0,-1 0 1 0 0,1-1 0 0 0,0 1 0 0 0,-1 2 0 0 0,-4 5 19 0 0,-30 40 76 0 0,1 2 0 0 0,-29 61 1 0 0,-42 117 191 0 0,48-69-139 0 0,39-101 160 0 0,-3-1 1 0 0,-47 90-1 0 0,67-144-231 0 0,-1-1 0 0 0,1 1 0 0 0,-1-1-1 0 0,0 1 1 0 0,0-1 0 0 0,0 0 0 0 0,0 0 0 0 0,-1 0 0 0 0,1-1 0 0 0,-1 1 0 0 0,0-1 0 0 0,0 0 0 0 0,0 0 0 0 0,0 0 0 0 0,0 0 0 0 0,0-1-1 0 0,0 0 1 0 0,-1 0 0 0 0,1 0 0 0 0,0 0 0 0 0,-1-1 0 0 0,1 1 0 0 0,-1-1 0 0 0,1 0 0 0 0,0-1 0 0 0,-6 0 0 0 0,-11-3-22 0 0,0-1 0 0 0,0 0 0 0 0,0-2 0 0 0,-24-10 0 0 0,8 2 22 0 0,13 6-90 0 0,-1-1-1 0 0,-28-17 1 0 0,52 26-220 0 0,51 14-19049 0 0</inkml:trace>
</inkml:ink>
</file>

<file path=ppt/ink/ink2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4:08.0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223 83 660 0 0,'29'-39'6237'0'0,"-3"3"-3300"0"0,-25 34-2690 0 0,-1 2-219 0 0,0 0 1 0 0,0 0-1 0 0,0-1 0 0 0,0 1 1 0 0,0 0-1 0 0,0 0 0 0 0,0 0 1 0 0,0-1-1 0 0,0 1 0 0 0,0 0 1 0 0,0 0-1 0 0,0 0 0 0 0,1-1 1 0 0,-1 1-1 0 0,0 0 0 0 0,0 0 1 0 0,0 0-1 0 0,0-1 0 0 0,0 1 1 0 0,0 0-1 0 0,1 0 0 0 0,-1 0 1 0 0,0 0-1 0 0,0 0 0 0 0,0-1 1 0 0,1 1-1 0 0,-1 0 0 0 0,0 0 1 0 0,0 0-1 0 0,0 0 0 0 0,1 0 1 0 0,-1 0-1 0 0,0 0 0 0 0,1 0 1 0 0,-1 0 1 0 0,0 0-1 0 0,1 0 1 0 0,-1 1 0 0 0,0-1 0 0 0,1 0 0 0 0,-1 0 0 0 0,0 1 0 0 0,1-1 0 0 0,-1 0-1 0 0,0 1 1 0 0,0-1 0 0 0,1 0 0 0 0,-1 1 0 0 0,0-1 0 0 0,0 0 0 0 0,0 1-1 0 0,0-1 1 0 0,0 0 0 0 0,1 1 0 0 0,-1-1 0 0 0,0 1 0 0 0,0-1 0 0 0,0 0-1 0 0,0 1 1 0 0,0-1 0 0 0,0 1 0 0 0,0-1 0 0 0,0 0 0 0 0,0 1 0 0 0,-1 0-1 0 0,1 16 502 0 0,-2 0-1 0 0,-1 0 0 0 0,0 0 0 0 0,-10 31 0 0 0,-31 70 867 0 0,34-95-1166 0 0,-194 509 1918 0 0,195-503-940 0 0,10-25-344 0 0,7-18-687 0 0,16-30-161 0 0,2 0 0 0 0,1 2 1 0 0,3 1-1 0 0,1 2 0 0 0,41-40 0 0 0,-59 65-36 0 0,2 1 1 0 0,29-19-1 0 0,-36 27 11 0 0,0 0 1 0 0,0 0-1 0 0,0 1 0 0 0,1 1 1 0 0,0-1-1 0 0,-1 2 1 0 0,16-4-1 0 0,-21 5 5 0 0,0 1 0 0 0,0-1 0 0 0,-1 1 0 0 0,1 0-1 0 0,0 0 1 0 0,0 0 0 0 0,0 0 0 0 0,0 0 0 0 0,0 1 0 0 0,0 0 0 0 0,0-1 0 0 0,0 1 0 0 0,0 0 0 0 0,-1 0-1 0 0,1 1 1 0 0,0-1 0 0 0,-1 0 0 0 0,1 1 0 0 0,-1 0 0 0 0,4 2 0 0 0,-4-1 5 0 0,0 0 0 0 0,0 0 0 0 0,0 0 0 0 0,0 0 0 0 0,-1 1 1 0 0,1-1-1 0 0,-1 0 0 0 0,0 1 0 0 0,0-1 0 0 0,0 1 0 0 0,0 0 0 0 0,-1-1 0 0 0,1 1 1 0 0,-1 4-1 0 0,0 8 23 0 0,-1 0 1 0 0,-1 1-1 0 0,-1-1 1 0 0,0 0 0 0 0,-1 0-1 0 0,-6 15 1 0 0,-5 10 9 0 0,4-13-35 0 0,1 1 0 0 0,-6 33 0 0 0,16-61 2 0 0,0 0 1 0 0,-1 0-1 0 0,1 1 1 0 0,0-1-1 0 0,0 0 1 0 0,0 0-1 0 0,0 1 1 0 0,0-1-1 0 0,0 0 1 0 0,0 0-1 0 0,1 1 1 0 0,-1-1-1 0 0,0 0 1 0 0,1 0-1 0 0,-1 1 1 0 0,1-1-1 0 0,-1 0 1 0 0,1 0-1 0 0,0 0 1 0 0,-1 0-1 0 0,1 0 1 0 0,0 0-1 0 0,0 0 1 0 0,0 0-1 0 0,1 1 1 0 0,0-1-8 0 0,0 0 1 0 0,0 0-1 0 0,1 0 1 0 0,-1 0-1 0 0,0 0 1 0 0,0-1-1 0 0,1 1 1 0 0,-1-1-1 0 0,1 0 1 0 0,-1 0 0 0 0,0 0-1 0 0,5 0 1 0 0,7-2-107 0 0,0 0 1 0 0,-1-1 0 0 0,22-7 0 0 0,-33 9 88 0 0,50-16-696 0 0,-1-2 0 0 0,52-28 0 0 0,-84 37 598 0 0,0-1-1 0 0,-1 0 1 0 0,0-2-1 0 0,-1 0 1 0 0,-1-1-1 0 0,0-1 1 0 0,-1 0-1 0 0,17-22 1 0 0,-27 31 167 0 0,-1 0 0 0 0,0-1 1 0 0,-1 1-1 0 0,0-1 0 0 0,0 0 1 0 0,0 0-1 0 0,0 0 0 0 0,-1 0 0 0 0,1-8 1 0 0,-3 15-45 0 0,0-1 0 0 0,0 1 0 0 0,0 0 0 0 0,0-1 0 0 0,0 1 1 0 0,0-1-1 0 0,0 1 0 0 0,0-1 0 0 0,0 1 0 0 0,0-1 1 0 0,0 1-1 0 0,0 0 0 0 0,0-1 0 0 0,-1 1 0 0 0,1-1 0 0 0,0 1 1 0 0,0-1-1 0 0,0 1 0 0 0,-1 0 0 0 0,1-1 0 0 0,0 1 0 0 0,0 0 1 0 0,-1-1-1 0 0,1 1 0 0 0,0 0 0 0 0,-1-1 0 0 0,1 1 1 0 0,-1 0-1 0 0,1 0 0 0 0,0-1 0 0 0,-1 1 0 0 0,1 0 0 0 0,-1 0 1 0 0,1 0-1 0 0,0 0 0 0 0,-1 0 0 0 0,1-1 0 0 0,-1 1 0 0 0,1 0 1 0 0,-1 0-1 0 0,1 0 0 0 0,-1 0 0 0 0,-19 5 32 0 0,2 6-9 0 0,1 1 0 0 0,0 1 0 0 0,1 0 1 0 0,0 1-1 0 0,1 1 0 0 0,1 0 0 0 0,0 1 0 0 0,-20 32 0 0 0,28-40-15 0 0,1 1 1 0 0,0-1-1 0 0,1 1 0 0 0,0 0 0 0 0,0-1 0 0 0,-3 17 0 0 0,6-23-17 0 0,1 1-1 0 0,-1-1 1 0 0,1 1-1 0 0,0 0 0 0 0,0-1 1 0 0,0 1-1 0 0,0-1 0 0 0,0 1 1 0 0,0 0-1 0 0,1-1 1 0 0,-1 1-1 0 0,1-1 0 0 0,0 1 1 0 0,0-1-1 0 0,0 1 0 0 0,0-1 1 0 0,0 0-1 0 0,1 0 1 0 0,-1 1-1 0 0,0-1 0 0 0,1 0 1 0 0,0 0-1 0 0,0 0 0 0 0,-1-1 1 0 0,1 1-1 0 0,0 0 1 0 0,0-1-1 0 0,1 1 0 0 0,2 1 1 0 0,3 1-269 0 0,1-1 0 0 0,-1 0 0 0 0,1 0 0 0 0,0 0 1 0 0,0-1-1 0 0,0-1 0 0 0,0 0 0 0 0,1 0 1 0 0,13 0-1 0 0,3-2-967 0 0,1-1 1 0 0,28-7 0 0 0,-30 4-690 0 0,1-1 0 0 0,30-13 0 0 0,-21 4-1310 0 0</inkml:trace>
</inkml:ink>
</file>

<file path=ppt/ink/ink2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4:09.0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157 181 2600 0 0,'12'-23'2568'0'0,"-1"1"0"0"0,-1-1-1 0 0,11-42 1255 0 0,-25 67-3464 0 0,-3 2-106 0 0,0 1 0 0 0,1 0 0 0 0,-1 0 0 0 0,1 1 0 0 0,0 0 0 0 0,1 0 0 0 0,-10 13 0 0 0,-35 55 1201 0 0,47-68-1382 0 0,-2 2 30 0 0,-55 98 744 0 0,55-95-788 0 0,0 0 0 0 0,1 1 1 0 0,0-1-1 0 0,1 1 0 0 0,0 0 0 0 0,1 0 0 0 0,-2 22 0 0 0,4-31-43 0 0,0-1 0 0 0,0 1-1 0 0,1 0 1 0 0,-1 0 0 0 0,1-1-1 0 0,-1 1 1 0 0,1 0-1 0 0,0-1 1 0 0,0 1 0 0 0,0 0-1 0 0,0-1 1 0 0,0 1 0 0 0,1-1-1 0 0,-1 0 1 0 0,1 1 0 0 0,0-1-1 0 0,0 0 1 0 0,2 2-1 0 0,-1-1-4 0 0,1-1-1 0 0,-1 1 1 0 0,1-1 0 0 0,0 0-1 0 0,0 0 1 0 0,0-1-1 0 0,0 1 1 0 0,0-1-1 0 0,0 0 1 0 0,8 1-1 0 0,3 0-41 0 0,-1-2-1 0 0,1 1 1 0 0,0-2-1 0 0,0 0 1 0 0,25-6-1 0 0,-20 3-49 0 0,0-2 0 0 0,0 0-1 0 0,0-2 1 0 0,-1 0-1 0 0,0-1 1 0 0,-1-1 0 0 0,0-1-1 0 0,0 0 1 0 0,-1-1 0 0 0,30-29-1 0 0,-37 32 65 0 0,0-1 0 0 0,-1-1 0 0 0,-1 0 0 0 0,1 0 0 0 0,-2-1 0 0 0,1 1 0 0 0,-2-2 0 0 0,1 1 0 0 0,-2-1 0 0 0,0 0 0 0 0,0 0 0 0 0,-1 0 0 0 0,-1-1 0 0 0,0 0-1 0 0,-1 1 1 0 0,0-1 0 0 0,-1-20 0 0 0,-1 29 31 0 0,-1-1-1 0 0,0 0 1 0 0,0 1-1 0 0,0-1 1 0 0,0 1-1 0 0,-1-1 1 0 0,0 1-1 0 0,0-1 1 0 0,0 1-1 0 0,-1 0 1 0 0,0 0-1 0 0,0 0 1 0 0,0 1 0 0 0,-4-6-1 0 0,4 8-6 0 0,0-1 0 0 0,0 1-1 0 0,0-1 1 0 0,0 1 0 0 0,0 0 0 0 0,-1 0 0 0 0,1 0 0 0 0,-1 0-1 0 0,1 1 1 0 0,-1 0 0 0 0,0 0 0 0 0,1-1 0 0 0,-1 2-1 0 0,0-1 1 0 0,0 0 0 0 0,0 1 0 0 0,0 0 0 0 0,0 0 0 0 0,0 0-1 0 0,1 0 1 0 0,-7 2 0 0 0,-6 2 2 0 0,0 0-1 0 0,0 1 1 0 0,1 1 0 0 0,0 0 0 0 0,1 1-1 0 0,-1 1 1 0 0,1 0 0 0 0,-17 14-1 0 0,16-11 11 0 0,0 1 0 0 0,2 0 0 0 0,-1 2 0 0 0,2-1 0 0 0,0 1 0 0 0,0 1 0 0 0,-10 18 0 0 0,20-30-11 0 0,0 1 0 0 0,0 0 0 0 0,0 0 0 0 0,1 0 0 0 0,-1 0 0 0 0,1 0 0 0 0,0 1 0 0 0,0-1 0 0 0,1 0 1 0 0,-1 1-1 0 0,1-1 0 0 0,0 0 0 0 0,0 1 0 0 0,1 5 0 0 0,0-7-20 0 0,-1 0 0 0 0,1-1 0 0 0,0 1 1 0 0,1-1-1 0 0,-1 1 0 0 0,0-1 0 0 0,1 1 0 0 0,-1-1 0 0 0,1 0 1 0 0,0 1-1 0 0,-1-1 0 0 0,1 0 0 0 0,0 0 0 0 0,0-1 1 0 0,1 1-1 0 0,-1 0 0 0 0,0-1 0 0 0,1 1 0 0 0,-1-1 1 0 0,1 0-1 0 0,-1 1 0 0 0,1-1 0 0 0,4 1 0 0 0,3 0-119 0 0,0 1-1 0 0,0-1 1 0 0,0-1-1 0 0,1 0 1 0 0,-1 0-1 0 0,0-1 1 0 0,1 0-1 0 0,-1-1 1 0 0,12-2-1 0 0,-6 0 0 0 0,0-2 0 0 0,0 0-1 0 0,0 0 1 0 0,0-1 0 0 0,14-9-1 0 0,6-6-13 0 0,-1-2 0 0 0,-2-1-1 0 0,53-48 1 0 0,-73 60 130 0 0,2-2-17 0 0,1 0 1 0 0,0 1-1 0 0,1 0 0 0 0,20-10 1 0 0,-35 22 36 0 0,-1 0 1 0 0,1 0-1 0 0,-1 1 1 0 0,1-1 0 0 0,0 0-1 0 0,-1 1 1 0 0,1 0-1 0 0,0-1 1 0 0,-1 1-1 0 0,1 0 1 0 0,0 0 0 0 0,0 0-1 0 0,-1 0 1 0 0,1 0-1 0 0,0 1 1 0 0,0-1-1 0 0,-1 0 1 0 0,1 1-1 0 0,0-1 1 0 0,-1 1 0 0 0,3 1-1 0 0,-1 0 9 0 0,0 0-1 0 0,-1 0 1 0 0,0 0-1 0 0,1 0 1 0 0,-1 0 0 0 0,0 1-1 0 0,0-1 1 0 0,0 1-1 0 0,0-1 1 0 0,-1 1-1 0 0,2 3 1 0 0,1 3 63 0 0,0 1-1 0 0,0 0 1 0 0,-1-1 0 0 0,-1 1-1 0 0,0 1 1 0 0,2 11-1 0 0,-3-2 217 0 0,-1 0 0 0 0,-1 0-1 0 0,0 0 1 0 0,-2 0-1 0 0,0 0 1 0 0,-1 0-1 0 0,-1 0 1 0 0,-1-1-1 0 0,-1 0 1 0 0,0 0-1 0 0,-1-1 1 0 0,-18 29-1 0 0,6-22 821 0 0,19-24-1055 0 0,0 0 0 0 0,0 0 0 0 0,1-1 0 0 0,-1 1 0 0 0,0 0-1 0 0,0-1 1 0 0,0 1 0 0 0,0-1 0 0 0,0 1 0 0 0,0-1 0 0 0,-1 1-1 0 0,1-1 1 0 0,0 0 0 0 0,0 1 0 0 0,0-1 0 0 0,0 0 0 0 0,0 0 0 0 0,-1 0-1 0 0,1 0 1 0 0,0 0 0 0 0,0 0 0 0 0,-2 0 0 0 0,3-1-44 0 0,-1 1 0 0 0,1-1 0 0 0,-1 1 0 0 0,1-1 0 0 0,-1 1 0 0 0,1-1 1 0 0,-1 0-1 0 0,1 1 0 0 0,0-1 0 0 0,-1 0 0 0 0,1 1 0 0 0,0-1 0 0 0,0 0 0 0 0,-1 1 0 0 0,1-1 1 0 0,0 0-1 0 0,0 1 0 0 0,0-1 0 0 0,0 0 0 0 0,0 0 0 0 0,0 1 0 0 0,0-1 0 0 0,0 0 0 0 0,0 1 1 0 0,0-1-1 0 0,0 0 0 0 0,0 1 0 0 0,1-1 0 0 0,0-1 0 0 0,5-21 80 0 0,-1 14-98 0 0,0 0-1 0 0,0 0 0 0 0,0 0 0 0 0,1 0 1 0 0,1 1-1 0 0,-1 0 0 0 0,1 1 0 0 0,1-1 0 0 0,-1 1 1 0 0,1 1-1 0 0,0-1 0 0 0,1 2 0 0 0,0-1 1 0 0,18-8-1 0 0,4 0-348 0 0,1 1-1 0 0,1 2 1 0 0,38-8 0 0 0,58-2-1799 0 0,-100 18 1760 0 0,-1 0 0 0 0,0-2-1 0 0,0-1 1 0 0,0-2 0 0 0,32-12 0 0 0,-55 17 418 0 0,0 1 0 0 0,0-1 1 0 0,0 0-1 0 0,-1 0 1 0 0,1 0-1 0 0,-1-1 1 0 0,0 1-1 0 0,0-1 1 0 0,0 0-1 0 0,-1-1 1 0 0,1 1-1 0 0,-1 0 1 0 0,0-1-1 0 0,0 0 1 0 0,-1 0-1 0 0,0 0 1 0 0,1 0-1 0 0,-1 0 1 0 0,-1 0-1 0 0,1-1 0 0 0,-1 1 1 0 0,0 0-1 0 0,0-1 1 0 0,-1 1-1 0 0,0-1 1 0 0,0 1-1 0 0,0-1 1 0 0,0 1-1 0 0,-1-1 1 0 0,0 1-1 0 0,0-1 1 0 0,-1 1-1 0 0,-3-10 1 0 0,5 14-11 0 0,-1-1 0 0 0,0 1 1 0 0,0-1-1 0 0,1 1 1 0 0,-1-1-1 0 0,0 1 1 0 0,0 0-1 0 0,0-1 1 0 0,-1 1-1 0 0,1 0 0 0 0,0 0 1 0 0,0 0-1 0 0,-1 0 1 0 0,1 0-1 0 0,-1 0 1 0 0,1 0-1 0 0,0 0 0 0 0,-1 0 1 0 0,0 1-1 0 0,1-1 1 0 0,-1 1-1 0 0,-2-1 1 0 0,1 1-5 0 0,0 0 1 0 0,0 0 0 0 0,0 0 0 0 0,0 0 0 0 0,0 1 0 0 0,0 0-1 0 0,0-1 1 0 0,0 1 0 0 0,0 0 0 0 0,0 0 0 0 0,-4 3-1 0 0,-4 2 6 0 0,0 1-1 0 0,0 0 0 0 0,1 1 0 0 0,0 0 0 0 0,-10 10 1 0 0,-5 8 34 0 0,1 2 0 0 0,0 0 1 0 0,-21 36-1 0 0,34-46-31 0 0,1 0-1 0 0,0 1 1 0 0,2 0 0 0 0,0 1 0 0 0,1 0-1 0 0,-9 40 1 0 0,16-57-42 0 0,-1 0-1 0 0,1 1 1 0 0,-1-1 0 0 0,1 0 0 0 0,0 1-1 0 0,0-1 1 0 0,1 0 0 0 0,-1 1-1 0 0,1-1 1 0 0,0 0 0 0 0,-1 0 0 0 0,1 0-1 0 0,0 1 1 0 0,1-1 0 0 0,-1 0-1 0 0,1 0 1 0 0,-1-1 0 0 0,1 1 0 0 0,0 0-1 0 0,0 0 1 0 0,3 2 0 0 0,-2-2-175 0 0,1-1 1 0 0,-1 1 0 0 0,1-1 0 0 0,0 0-1 0 0,0 0 1 0 0,0 0 0 0 0,0 0-1 0 0,0-1 1 0 0,0 0 0 0 0,1 0-1 0 0,-1 0 1 0 0,0 0 0 0 0,1 0 0 0 0,-1-1-1 0 0,7 0 1 0 0,8-1-1248 0 0,0-1-1 0 0,0-1 1 0 0,0 0-1 0 0,0-2 1 0 0,32-11-1 0 0,-16 2-2212 0 0</inkml:trace>
</inkml:ink>
</file>

<file path=ppt/ink/ink2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4:09.6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66 165 2924 0 0,'26'-43'6134'0'0,"24"-56"0"0"0,-37 76-4335 0 0,-13 24-1788 0 0,0-1 0 0 0,0 0-1 0 0,0 0 1 0 0,0 0 0 0 0,0 0 0 0 0,0 0 0 0 0,0 0 0 0 0,0 0 0 0 0,0 0 0 0 0,0 0 0 0 0,0 0 0 0 0,0 0 0 0 0,0 0 0 0 0,0 1-1 0 0,0-1 1 0 0,0 0 0 0 0,0 0 0 0 0,0 0 0 0 0,0 0 0 0 0,1 0 0 0 0,-1 0 0 0 0,0 0 0 0 0,0 0 0 0 0,0 0 0 0 0,0 0 0 0 0,0 0-1 0 0,0 0 1 0 0,0 0 0 0 0,0 0 0 0 0,0 0 0 0 0,0 0 0 0 0,0 0 0 0 0,0 0 0 0 0,0 0 0 0 0,0 0 0 0 0,0 1 0 0 0,0-1-1 0 0,1 0 1 0 0,-1 0 0 0 0,0 0 0 0 0,0 0 0 0 0,0 0 0 0 0,0 0 0 0 0,0 0 0 0 0,0 0 0 0 0,0 0 0 0 0,0 0 0 0 0,0 0 0 0 0,0 0-1 0 0,0-1 1 0 0,0 1 0 0 0,0 0 0 0 0,1 0 0 0 0,-1 0 0 0 0,0 0 0 0 0,0 0 0 0 0,0 0 0 0 0,0 0 0 0 0,0 0 0 0 0,0 0 0 0 0,0 0-1 0 0,0 0 1 0 0,0 0 0 0 0,0 0 0 0 0,0 0 0 0 0,0 0 0 0 0,0 0 0 0 0,0 0 0 0 0,-2 16 194 0 0,-12 32 394 0 0,-2-1 1 0 0,-26 54-1 0 0,8-21-280 0 0,-15 23 1186 0 0,48-100-748 0 0,4-15-588 0 0,-2 7-154 0 0,0 1 1 0 0,0 0-1 0 0,0 0 1 0 0,0 0-1 0 0,4-6 0 0 0,8-14-33 0 0,2 0-1 0 0,0 1 0 0 0,2 1 0 0 0,0 1 0 0 0,2 0 0 0 0,0 1 0 0 0,1 1 0 0 0,33-23 0 0 0,-38 32-32 0 0,31-13 0 0 0,-44 22 47 0 0,1 1-1 0 0,0-1 1 0 0,0 1-1 0 0,-1-1 1 0 0,1 1-1 0 0,0 0 0 0 0,0 0 1 0 0,0 0-1 0 0,-1 1 1 0 0,1-1-1 0 0,0 0 1 0 0,0 1-1 0 0,-1 0 1 0 0,1 0-1 0 0,0 0 0 0 0,4 2 1 0 0,-3-1 1 0 0,0 0-1 0 0,-1 0 1 0 0,1 1 0 0 0,-1-1 0 0 0,1 1-1 0 0,-1 0 1 0 0,0 0 0 0 0,0 0 0 0 0,0 0-1 0 0,4 6 1 0 0,-4-3 5 0 0,1 1 0 0 0,-1 0 0 0 0,0 0 0 0 0,-1 0 0 0 0,0 0 0 0 0,0 0 1 0 0,0 0-1 0 0,-1 0 0 0 0,1 14 0 0 0,-2 3 34 0 0,-6 40-1 0 0,0 9 923 0 0,7-78-948 0 0,1 0 0 0 0,-1 0 1 0 0,1 0-1 0 0,0 0 0 0 0,1 1 0 0 0,-1-1 0 0 0,1 1 0 0 0,0-1 1 0 0,0 1-1 0 0,0 0 0 0 0,6-5 0 0 0,0-2 11 0 0,20-25-21 0 0,2 2 0 0 0,1 2 0 0 0,1 1 0 0 0,2 1 0 0 0,1 2 0 0 0,2 1 0 0 0,63-34 0 0 0,-94 58-25 0 0,0-1 0 0 0,1 1 0 0 0,0 0 0 0 0,-1 0 0 0 0,1 1-1 0 0,0 0 1 0 0,0 1 0 0 0,14-2 0 0 0,-20 3 34 0 0,1 0 0 0 0,0 0 0 0 0,-1 1 0 0 0,1-1-1 0 0,-1 1 1 0 0,1-1 0 0 0,-1 1 0 0 0,0 0 0 0 0,1-1 0 0 0,-1 1 0 0 0,1 1 0 0 0,-1-1 0 0 0,0 0 0 0 0,0 0 0 0 0,0 1 0 0 0,0-1-1 0 0,0 1 1 0 0,0 0 0 0 0,0 0 0 0 0,0-1 0 0 0,-1 1 0 0 0,1 0 0 0 0,-1 1 0 0 0,0-1 0 0 0,1 0 0 0 0,-1 0 0 0 0,0 0 0 0 0,0 1-1 0 0,0-1 1 0 0,0 1 0 0 0,0 3 0 0 0,1 3 181 0 0,-1 0 0 0 0,0 0-1 0 0,-1 1 1 0 0,0-1 0 0 0,0 0 0 0 0,-1 0-1 0 0,-3 16 1 0 0,-21 67 956 0 0,16-64-924 0 0,7-20-171 0 0,-23 90 537 0 0,25-96-623 0 0,0-1-21 0 0,1-1 1 0 0,-1 1 0 0 0,1-1 0 0 0,-1 1-1 0 0,1-1 1 0 0,-1 1 0 0 0,1-1-1 0 0,-1 1 1 0 0,1-1 0 0 0,-1 0-1 0 0,1 0 1 0 0,-1 1 0 0 0,1-1-1 0 0,0 0 1 0 0,-1 0 0 0 0,1 1 0 0 0,0-1-1 0 0,-1 0 1 0 0,1 0 0 0 0,0 0-1 0 0,0 0 1 0 0,12-5-1703 0 0,0 0-1 0 0,0-1 1 0 0,19-11 0 0 0,14-13-6184 0 0,-12 7-408 0 0</inkml:trace>
</inkml:ink>
</file>

<file path=ppt/ink/ink2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4:09.8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14 1324 0 0,'15'-4'22410'0'0,"8"-3"-19154"0"0,-21 7-2635 0 0,1-1-396 0 0,16 0-1437 0 0,-6 1-3963 0 0</inkml:trace>
</inkml:ink>
</file>

<file path=ppt/ink/ink2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4:10.0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 1 5252 0 0,'-39'40'16248'0'0,"39"-39"-16121"0"0,1 0 0 0 0,-1 0 1 0 0,1-1-1 0 0,-1 1 0 0 0,1 0 1 0 0,-1 0-1 0 0,1-1 0 0 0,-1 1 0 0 0,1-1 1 0 0,0 1-1 0 0,-1 0 0 0 0,1-1 0 0 0,0 1 1 0 0,0-1-1 0 0,-1 0 0 0 0,1 1 0 0 0,0-1 1 0 0,0 1-1 0 0,0-1 0 0 0,-1 0 0 0 0,1 0 1 0 0,0 0-1 0 0,0 1 0 0 0,0-1 1 0 0,0 0-1 0 0,0 0 0 0 0,0 0 0 0 0,-1 0 1 0 0,1 0-1 0 0,0-1 0 0 0,2 1 0 0 0,10 0 194 0 0,1 1-4 0 0,1-2 0 0 0,27-3 0 0 0,-25-2-3667 0 0</inkml:trace>
</inkml:ink>
</file>

<file path=ppt/ink/ink2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4:11.0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815 503 1608 0 0,'0'0'7433'0'0,"-1"2"-6774"0"0,-12 24 889 0 0,-2 0 0 0 0,-1-1 0 0 0,-1-1 0 0 0,-34 38 0 0 0,47-58-1264 0 0,3-1-39 0 0,-1-1 0 0 0,1 0 0 0 0,-1 0 0 0 0,0 0 0 0 0,0 0 1 0 0,0 0-1 0 0,0-1 0 0 0,0 1 0 0 0,0 0 0 0 0,0-1 0 0 0,-1 0 1 0 0,1 1-1 0 0,0-1 0 0 0,-1 0 0 0 0,1 0 0 0 0,-1-1 1 0 0,-4 2-1 0 0,7-3-221 0 0,-1 1-1 0 0,1 0 1 0 0,-1-1 0 0 0,1 1 0 0 0,-1-1 0 0 0,1 1 0 0 0,-1-1 0 0 0,1 1 0 0 0,-1-1-1 0 0,1 1 1 0 0,0-1 0 0 0,-1 1 0 0 0,1-1 0 0 0,0 0 0 0 0,-1 1 0 0 0,1-1 0 0 0,0 0-1 0 0,0 1 1 0 0,0-1 0 0 0,0 1 0 0 0,0-1 0 0 0,0-1 0 0 0,-2-14 71 0 0,2 16-89 0 0,0-13 14 0 0,1-1 0 0 0,0 1 0 0 0,1 0 0 0 0,1-1 0 0 0,0 1 0 0 0,1 0 0 0 0,0 1-1 0 0,8-17 1 0 0,-6 15-4 0 0,28-66-53 0 0,4 1 1 0 0,3 3-1 0 0,3 1 0 0 0,73-93 0 0 0,-114 164 27 0 0,-1 0 0 0 0,1 0 1 0 0,0 1-1 0 0,1-1 0 0 0,-1 1 0 0 0,1 0 0 0 0,-1 0 1 0 0,1 0-1 0 0,0 0 0 0 0,0 1 0 0 0,0 0 0 0 0,0 0 1 0 0,5-2-1 0 0,-8 4 7 0 0,0 0 1 0 0,0 0-1 0 0,-1 0 1 0 0,1 0-1 0 0,0 0 0 0 0,0 0 1 0 0,0 1-1 0 0,0-1 1 0 0,-1 0-1 0 0,1 0 1 0 0,0 1-1 0 0,0-1 1 0 0,0 1-1 0 0,-1-1 1 0 0,1 1-1 0 0,0-1 0 0 0,-1 1 1 0 0,1-1-1 0 0,0 1 1 0 0,-1-1-1 0 0,1 1 1 0 0,-1 0-1 0 0,1-1 1 0 0,-1 1-1 0 0,1 0 1 0 0,0 1-1 0 0,8 19-28 0 0,-7-8 26 0 0,0 0 1 0 0,-1 0 0 0 0,-1 0-1 0 0,0 0 1 0 0,-4 26-1 0 0,-16 64 64 0 0,-20 38-13 0 0,-5-2-1 0 0,-85 179 1 0 0,128-315-41 0 0,-24 57 205 0 0,-4-2 0 0 0,-44 66 0 0 0,71-120-114 0 0,0 0 1 0 0,-1 0-1 0 0,1 0 0 0 0,-1 0 1 0 0,0-1-1 0 0,0 1 0 0 0,0-1 1 0 0,-1 0-1 0 0,1 0 0 0 0,-1-1 1 0 0,0 1-1 0 0,0-1 0 0 0,1 0 1 0 0,-1-1-1 0 0,-1 1 0 0 0,1-1 1 0 0,0 0-1 0 0,0 0 0 0 0,0 0 1 0 0,-1-1-1 0 0,-8 0 1 0 0,-6-2 4 0 0,0-1 1 0 0,0-1 0 0 0,0 0 0 0 0,-26-11 0 0 0,9 4-54 0 0,2 1 5 0 0,1-1-30 0 0,-1 2-1 0 0,0 1 1 0 0,-50-4-1 0 0,67 11-23 0 0,1 1-1 0 0,0 1 1 0 0,-32 4 0 0 0,42-3-562 0 0,-1 0 0 0 0,0 1 0 0 0,1 0 1 0 0,0 0-1 0 0,0 1 0 0 0,0-1 0 0 0,0 1 0 0 0,-12 10 1 0 0,70-17-12419 0 0,-27-8 7251 0 0</inkml:trace>
</inkml:ink>
</file>

<file path=ppt/ink/ink2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4:11.5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597 172 2048 0 0,'7'-13'1341'0'0,"18"-28"5345"0"0,25-61 0 0 0,-42 87-4941 0 0,-10 29-994 0 0,-10 30 25 0 0,-74 271 3031 0 0,-35 116-699 0 0,-272 774 928 0 0,382-1172-4015 0 0,-7 22 42 0 0,2 2 0 0 0,-10 65 0 0 0,26-120-59 0 0,-1 1 0 0 0,1 0 0 0 0,-1-1 1 0 0,1 1-1 0 0,0-1 0 0 0,0 1 0 0 0,0 0 1 0 0,1-1-1 0 0,-1 1 0 0 0,1-1 1 0 0,-1 1-1 0 0,1-1 0 0 0,0 1 0 0 0,0-1 1 0 0,0 1-1 0 0,0-1 0 0 0,0 0 1 0 0,1 1-1 0 0,-1-1 0 0 0,1 0 0 0 0,-1 0 1 0 0,1 0-1 0 0,0 0 0 0 0,0 0 0 0 0,3 2 1 0 0,0-2 0 0 0,-1 0 1 0 0,1 0 0 0 0,0-1-1 0 0,0 1 1 0 0,-1-1-1 0 0,1 0 1 0 0,0-1 0 0 0,0 1-1 0 0,0-1 1 0 0,0 0-1 0 0,0 0 1 0 0,9-1 0 0 0,8-3-16 0 0,0 0 0 0 0,0-1 1 0 0,-1-1-1 0 0,0-1 1 0 0,0-1-1 0 0,0-1 1 0 0,-1-1-1 0 0,24-15 1 0 0,-21 10-9 0 0,-1-1 1 0 0,0 0 0 0 0,-1-2 0 0 0,-1-1-1 0 0,-1 0 1 0 0,23-30 0 0 0,-29 31 6 0 0,-1 0 1 0 0,0-1-1 0 0,-2 0 0 0 0,0-1 1 0 0,-1 0-1 0 0,-1-1 1 0 0,-1 1-1 0 0,-1-2 0 0 0,-1 1 1 0 0,0 0-1 0 0,1-24 0 0 0,-6 28 8 0 0,1 1-1 0 0,-2 0 1 0 0,0 0-1 0 0,-1 0 1 0 0,0 0-1 0 0,-2 0 1 0 0,0 0-1 0 0,0 0 1 0 0,-2 1-1 0 0,0 0 1 0 0,0 0 0 0 0,-2 1-1 0 0,0-1 1 0 0,0 2-1 0 0,-16-21 1 0 0,9 17 1 0 0,-1 1 0 0 0,-1 0 0 0 0,0 1 1 0 0,-1 1-1 0 0,-20-13 0 0 0,-106-54-118 0 0,41 24-1482 0 0,102 56 1460 0 0,0 0 0 0 0,0 0 0 0 0,-1 0 0 0 0,1 0 0 0 0,0 0 0 0 0,0 0 0 0 0,0 0 0 0 0,0-1 0 0 0,0 1 0 0 0,0 0 0 0 0,1 0 0 0 0,-1-1 0 0 0,0 1 0 0 0,1-1 0 0 0,-1 1 0 0 0,1-1 0 0 0,-1 1 0 0 0,1-1 0 0 0,0 1 0 0 0,-1-1 0 0 0,1 1 0 0 0,0-1 0 0 0,0 1 0 0 0,0-1 0 0 0,0 1 0 0 0,1-1 0 0 0,-1 0 0 0 0,0 1 0 0 0,1-1 0 0 0,-1 1 0 0 0,1-1 0 0 0,-1 1 0 0 0,1 0 0 0 0,0-1 0 0 0,0-1 0 0 0,4-5-767 0 0,0 0 0 0 0,0 0 0 0 0,1 0 0 0 0,7-8 0 0 0,-12 14 764 0 0,18-18-3547 0 0,0 1-1 0 0,40-31 1 0 0,-25 25-2280 0 0</inkml:trace>
</inkml:ink>
</file>

<file path=ppt/ink/ink2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4:12.3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163 1053 4 0 0,'-69'39'9761'0'0,"59"-32"-9159"0"0,0 0 0 0 0,0 1 0 0 0,1 0 0 0 0,0 0 0 0 0,0 1 1 0 0,1 1-1 0 0,-9 11 0 0 0,6-3 4342 0 0,21-26-4686 0 0,0 0-1 0 0,-1-1 1 0 0,1 0-1 0 0,-2-1 1 0 0,13-15-1 0 0,37-62 20 0 0,-46 67-198 0 0,252-436 222 0 0,-62 100-348 0 0,-187 331 41 0 0,10-17-74 0 0,51-67 0 0 0,-74 106 72 0 0,0 1 0 0 0,0 0 0 0 0,0 0 0 0 0,0 0 0 0 0,0 1-1 0 0,1-1 1 0 0,-1 0 0 0 0,1 1 0 0 0,-1-1 0 0 0,1 1 0 0 0,4-2 0 0 0,-6 3 6 0 0,0 0-1 0 0,1 0 0 0 0,-1 0 0 0 0,0 0 0 0 0,0 0 1 0 0,0 0-1 0 0,0 0 0 0 0,1 0 0 0 0,-1 0 0 0 0,0 0 1 0 0,0 1-1 0 0,0-1 0 0 0,0 0 0 0 0,0 1 0 0 0,0-1 0 0 0,0 1 1 0 0,0-1-1 0 0,0 1 0 0 0,0 0 0 0 0,0-1 0 0 0,0 1 1 0 0,0 0-1 0 0,0 0 0 0 0,0 0 0 0 0,-1 0 0 0 0,1-1 1 0 0,0 1-1 0 0,-1 0 0 0 0,1 0 0 0 0,0 0 0 0 0,0 2 1 0 0,2 5 2 0 0,1 0 1 0 0,-1 1 0 0 0,-1 0 0 0 0,1-1 0 0 0,-1 1 0 0 0,-1 0 0 0 0,0 0-1 0 0,0 13 1 0 0,-5 74 77 0 0,3-87-75 0 0,-67 445 100 0 0,55-378-75 0 0,7-45-48 0 0,1-8-117 0 0,2 1 1 0 0,-2 28 0 0 0,5-50-147 0 0,0-19-1337 0 0,-2 5 1510 0 0,-1 0-1 0 0,0 0 0 0 0,-1 1 0 0 0,0-1 0 0 0,-1 1 1 0 0,0-1-1 0 0,-1 2 0 0 0,0-1 0 0 0,-1 1 0 0 0,0 0 1 0 0,-1 0-1 0 0,-9-10 0 0 0,2 4-63 0 0,-1 1 0 0 0,-1 0 0 0 0,0 1 0 0 0,-1 0 0 0 0,-1 2 0 0 0,-20-11 0 0 0,-14-2 355 0 0,-86-26 0 0 0,102 44-131 0 0,34 7-30 0 0,-11 3 456 0 0,18-1-445 0 0,-1 0 0 0 0,1-1 0 0 0,-1 0-1 0 0,1 0 1 0 0,0 0 0 0 0,0 0 0 0 0,-1 0-1 0 0,1-1 1 0 0,0 0 0 0 0,0 0 0 0 0,0 0-1 0 0,0 0 1 0 0,3-1 0 0 0,2 1-16 0 0,174-8 50 0 0,-100 3-3022 0 0,101 7 0 0 0,-121 4-3060 0 0,-44-3 2375 0 0</inkml:trace>
</inkml:ink>
</file>

<file path=ppt/ink/ink2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4:12.5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204 11 2652 0 0,'28'-8'15320'0'0,"-27"8"-15160"0"0,-1 0 1 0 0,1-1 0 0 0,-1 1 0 0 0,1 0-1 0 0,0-1 1 0 0,-1 1 0 0 0,1 0 0 0 0,-1 0 0 0 0,1 0-1 0 0,-1 0 1 0 0,1 0 0 0 0,-1 0 0 0 0,1 0-1 0 0,0 0 1 0 0,-1 0 0 0 0,1 0 0 0 0,-1 0-1 0 0,1 0 1 0 0,0 0 0 0 0,-1 0 0 0 0,1 0-1 0 0,-1 0 1 0 0,1 1 0 0 0,-1 4-77 0 0,0 0 0 0 0,-1-1 0 0 0,1 1 1 0 0,-1 0-1 0 0,-1 0 0 0 0,1-1 0 0 0,-1 1 0 0 0,1-1 0 0 0,-1 1 0 0 0,0-1 1 0 0,-5 7-1 0 0,-36 52 194 0 0,32-46-212 0 0,2-6-139 0 0,-87 127-279 0 0,34-44-6776 0 0,56-86 5531 0 0</inkml:trace>
</inkml:ink>
</file>

<file path=ppt/ink/ink2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4:13.4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304 272 3268 0 0,'49'-85'10323'0'0,"-16"25"-4342"0"0,-69 182-1893 0 0,-228 522-6 0 0,249-611-3977 0 0,9-17 135 0 0,-1 0 0 0 0,-1 0 0 0 0,-19 27 0 0 0,25-41-190 0 0,1-2-51 0 0,0-1 0 0 0,0 1 0 0 0,0 0 0 0 0,0-1 0 0 0,0 1 0 0 0,0 0 0 0 0,0-1 0 0 0,0 0-1 0 0,0 1 1 0 0,0-1 0 0 0,0 0 0 0 0,1 1 0 0 0,-1-1 0 0 0,0 0 0 0 0,0 0 0 0 0,1 0 0 0 0,-1 1 0 0 0,0-1-1 0 0,1 0 1 0 0,-1 0 0 0 0,1 0 0 0 0,-1 0 0 0 0,1 0 0 0 0,-1 0 0 0 0,1 0 0 0 0,0 0 0 0 0,0-1 0 0 0,-1 1-1 0 0,1 0 1 0 0,0 0 0 0 0,0 0 0 0 0,0-1 0 0 0,0-40-454 0 0,0 40 422 0 0,6-46-301 0 0,1 0 0 0 0,3 0 0 0 0,2 1 1 0 0,19-49-1 0 0,88-175-320 0 0,-86 208 532 0 0,54-80 0 0 0,-74 124 97 0 0,1 1 1 0 0,0 1-1 0 0,1 0 0 0 0,1 2 0 0 0,1-1 1 0 0,0 2-1 0 0,0 0 0 0 0,32-18 1 0 0,-42 29 6 0 0,0-1 0 0 0,0 1-1 0 0,0 1 1 0 0,0-1 0 0 0,1 1 0 0 0,-1 1 0 0 0,1-1 0 0 0,-1 1 0 0 0,1 1 0 0 0,-1-1 0 0 0,1 1 0 0 0,0 0 0 0 0,14 3 0 0 0,-17-2 7 0 0,0 1-1 0 0,-1 0 1 0 0,1-1 0 0 0,0 1 0 0 0,-1 1-1 0 0,1-1 1 0 0,-1 1 0 0 0,0 0 0 0 0,0 0-1 0 0,0 0 1 0 0,0 0 0 0 0,-1 1 0 0 0,1-1-1 0 0,-1 1 1 0 0,0 0 0 0 0,0 0 0 0 0,0 0-1 0 0,0 1 1 0 0,-1-1 0 0 0,0 1 0 0 0,0-1 0 0 0,2 6-1 0 0,-1 1 19 0 0,0-1 0 0 0,-1 1 0 0 0,0 0 0 0 0,-1 0 0 0 0,0 0 0 0 0,0 1 0 0 0,-1-1 0 0 0,-1 0 0 0 0,0 0 0 0 0,-1 0 1 0 0,0 0-1 0 0,0 0 0 0 0,-6 14 0 0 0,-2 1 73 0 0,-2 0 0 0 0,0-1 1 0 0,-1 0-1 0 0,-19 24 0 0 0,15-16 346 0 0,16-31-148 0 0,0-1-75 0 0,0 0-189 0 0,1-1-1 0 0,0 0 0 0 0,0 0 0 0 0,-1 1 1 0 0,1-1-1 0 0,0 0 0 0 0,0 1 1 0 0,0-1-1 0 0,0 0 0 0 0,-1 1 1 0 0,1-1-1 0 0,0 0 0 0 0,0 1 1 0 0,0-1-1 0 0,0 0 0 0 0,0 1 0 0 0,0-1 1 0 0,0 0-1 0 0,0 1 0 0 0,0-1 1 0 0,0 1-1 0 0,0-1 0 0 0,0 0 1 0 0,0 1-1 0 0,0-1 0 0 0,0 0 1 0 0,0 1-1 0 0,0-1 0 0 0,1 1 0 0 0,14 2-4 0 0,-6-1-9 0 0,0-1 1 0 0,0 2-1 0 0,0-1 0 0 0,0 1 1 0 0,-1 1-1 0 0,1 0 1 0 0,-1 0-1 0 0,13 9 0 0 0,-10-5 9 0 0,-1 1 0 0 0,-1 0 0 0 0,1 1 0 0 0,-1 0 0 0 0,-1 0 0 0 0,0 1 0 0 0,-1 0 0 0 0,0 1-1 0 0,0-1 1 0 0,-1 1 0 0 0,-1 1 0 0 0,0-1 0 0 0,-1 1 0 0 0,4 16 0 0 0,-7-21 177 0 0,0 0-1 0 0,0 0 1 0 0,-1 1 0 0 0,0-1 0 0 0,-1 0 0 0 0,1 0-1 0 0,-2 1 1 0 0,1-1 0 0 0,-1 0 0 0 0,-4 11 0 0 0,4-14 20 0 0,0-1 1 0 0,0 1 0 0 0,-1 0 0 0 0,0-1-1 0 0,0 0 1 0 0,0 1 0 0 0,-1-1 0 0 0,1 0-1 0 0,-1-1 1 0 0,0 1 0 0 0,0-1 0 0 0,0 1-1 0 0,0-1 1 0 0,-1 0 0 0 0,1-1 0 0 0,-1 1-1 0 0,-6 2 1 0 0,-1-1-205 0 0,0-1 0 0 0,0 0 1 0 0,0-1-1 0 0,0 0 0 0 0,0 0 0 0 0,0-2 1 0 0,-1 1-1 0 0,1-2 0 0 0,-17-2 0 0 0,-10-3-4 0 0,-59-19 0 0 0,77 20 2 0 0,4-2-2097 0 0,-1 0-1 0 0,1-1 1 0 0,0-1-1 0 0,-23-16 1 0 0</inkml:trace>
</inkml:ink>
</file>

<file path=ppt/ink/ink2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3:53.1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114 787 1956 0 0,'-37'53'5874'0'0,"24"-35"-4569"0"0,-22 38 0 0 0,7 7 557 0 0,27-61-1221 0 0,1-1-566 0 0,0-1 0 0 0,0 1 0 0 0,0-1 0 0 0,0 1 1 0 0,0-1-1 0 0,1 1 0 0 0,-1-1 0 0 0,0 1 0 0 0,0-1 1 0 0,0 0-1 0 0,0 1 0 0 0,1-1 0 0 0,-1 1 0 0 0,0-1 1 0 0,1 1-1 0 0,-1-1 0 0 0,0 0 0 0 0,0 1 1 0 0,1-1-1 0 0,-1 1 0 0 0,1-1 0 0 0,-1 0 0 0 0,0 0 1 0 0,1 1-1 0 0,0-1 0 0 0,6-1 79 0 0,-1-1 1 0 0,1 0-1 0 0,-1 0 0 0 0,1 0 0 0 0,-1-1 1 0 0,0 0-1 0 0,0 0 0 0 0,0-1 0 0 0,-1 0 1 0 0,8-5-1 0 0,9-11 32 0 0,21-21 0 0 0,-30 28-92 0 0,26-29-42 0 0,-3-1 1 0 0,-1-1-1 0 0,-2-2 0 0 0,47-88 1 0 0,-41 55-137 0 0,-3-3 1 0 0,33-110-1 0 0,-54 141 5 0 0,16-100-1 0 0,-30 151 78 0 0,-1-1 0 0 0,0 1 0 0 0,0-1 0 0 0,0 1-1 0 0,0 0 1 0 0,0-1 0 0 0,1 1 0 0 0,-1-1 0 0 0,0 1 0 0 0,0-1 0 0 0,0 1 0 0 0,0-1 0 0 0,-1 1 0 0 0,1-1 0 0 0,0 1 0 0 0,0-1-1 0 0,0 1 1 0 0,0-1 0 0 0,0 1 0 0 0,-1-1 0 0 0,1 1 0 0 0,0-1 0 0 0,0 1 0 0 0,-1 0 0 0 0,1-1 0 0 0,0 1 0 0 0,-1-1-1 0 0,1 1 1 0 0,0 0 0 0 0,-1-1 0 0 0,1 1 0 0 0,0 0 0 0 0,-1 0 0 0 0,1-1 0 0 0,-1 1 0 0 0,1 0 0 0 0,-1 0 0 0 0,1 0 0 0 0,-1-1-1 0 0,1 1 1 0 0,-1 0 0 0 0,1 0 0 0 0,-1 0 0 0 0,1 0 0 0 0,-1 0 0 0 0,1 0 0 0 0,-1 0 0 0 0,1 0 0 0 0,0 0 0 0 0,-1 0 0 0 0,1 0-1 0 0,-1 0 1 0 0,1 1 0 0 0,-1-1 0 0 0,1 0 0 0 0,-1 0 0 0 0,0 1 0 0 0,-2 0-3 0 0,0 0 1 0 0,0 1-1 0 0,-1 0 0 0 0,1 0 0 0 0,1-1 1 0 0,-1 2-1 0 0,-3 2 0 0 0,-17 21 7 0 0,2 1-1 0 0,1 2 1 0 0,-28 52-1 0 0,26-43 25 0 0,-115 212 156 0 0,108-188-147 0 0,2 0 1 0 0,-22 77-1 0 0,47-132-31 0 0,-5 17 18 0 0,-5 35 0 0 0,11-53-10 0 0,0 0 0 0 0,1 0 1 0 0,-1 0-1 0 0,2 1 0 0 0,-1-1 1 0 0,0 0-1 0 0,1 0 0 0 0,0 0 1 0 0,1 0-1 0 0,-1 0 0 0 0,4 8 1 0 0,-3-11-12 0 0,0 0-1 0 0,1 0 1 0 0,-1 0 0 0 0,1 0 0 0 0,-1 0 0 0 0,1-1 0 0 0,0 1 0 0 0,0-1 0 0 0,0 1 0 0 0,0-1 0 0 0,1 0 0 0 0,-1 0 0 0 0,0-1 0 0 0,1 1 0 0 0,0-1-1 0 0,-1 0 1 0 0,1 1 0 0 0,0-2 0 0 0,-1 1 0 0 0,1 0 0 0 0,0-1 0 0 0,0 0 0 0 0,5 0 0 0 0,3 0-134 0 0,0 0 0 0 0,0-2 0 0 0,0 1 0 0 0,-1-1 0 0 0,1-1 0 0 0,15-5 0 0 0,7-7-284 0 0,0 0 0 0 0,-1-2 0 0 0,-1-2 0 0 0,0-1 0 0 0,-1-1 0 0 0,39-36 0 0 0,-15 6-82 0 0,-2-3 1 0 0,55-71-1 0 0,-60 60 610 0 0,-2-3 0 0 0,-4-1 0 0 0,-2-3 0 0 0,44-111 0 0 0,-81 177-47 0 0,-1 2 5 0 0,0-1 0 0 0,-1 1 0 0 0,1-1 0 0 0,-1 0 0 0 0,1-5 0 0 0,-2 8-7 0 0,-2 4-15 0 0,-11 12 10 0 0,2 0 0 0 0,0 0 0 0 0,-17 29 1 0 0,-24 57 110 0 0,31-56-122 0 0,-59 125 355 0 0,-83 256 0 0 0,127-313 1665 0 0,35-110-1365 0 0,3-3-464 0 0,7-8-145 0 0,0-1-1 0 0,-1 0 1 0 0,0 0 0 0 0,-1 0 0 0 0,8-15-1 0 0,9-12-12 0 0,129-160-19 0 0,-131 173-89 0 0,0 1 0 0 0,2 1 0 0 0,1 1 0 0 0,0 1 0 0 0,48-28 0 0 0,-62 42 11 0 0,-1 1 1 0 0,2 1-1 0 0,-1 0 1 0 0,0 0-1 0 0,1 1 1 0 0,0 0-1 0 0,0 1 1 0 0,19-1 0 0 0,-28 3 16 0 0,1 0 1 0 0,-1 0 0 0 0,0 0-1 0 0,0 0 1 0 0,0 0 0 0 0,0 1 0 0 0,0 0-1 0 0,1-1 1 0 0,-1 1 0 0 0,0 0 0 0 0,-1 0-1 0 0,1 1 1 0 0,0-1 0 0 0,0 1 0 0 0,0-1-1 0 0,-1 1 1 0 0,1 0 0 0 0,-1 0 0 0 0,1 0-1 0 0,-1 0 1 0 0,0 1 0 0 0,0-1 0 0 0,0 1-1 0 0,0-1 1 0 0,0 1 0 0 0,-1 0 0 0 0,1-1-1 0 0,-1 1 1 0 0,0 0 0 0 0,0 0 0 0 0,0 0-1 0 0,0 0 1 0 0,0 0 0 0 0,0 0 0 0 0,-1 1-1 0 0,0-1 1 0 0,1 4 0 0 0,-1 9 18 0 0,-1-1 0 0 0,0 1-1 0 0,-1 0 1 0 0,0-1 0 0 0,-7 24 0 0 0,-31 74 3 0 0,22-66-10 0 0,-16 47 82 0 0,34-94-89 0 0,0 0 0 0 0,-1 1 0 0 0,1-1-1 0 0,0 1 1 0 0,0-1 0 0 0,0 1 0 0 0,-1-1 0 0 0,1 1 0 0 0,0-1 0 0 0,0 1-1 0 0,0-1 1 0 0,0 1 0 0 0,0-1 0 0 0,0 0 0 0 0,0 1 0 0 0,0-1 0 0 0,0 1-1 0 0,0-1 1 0 0,0 1 0 0 0,1-1 0 0 0,-1 1 0 0 0,0-1 0 0 0,0 1 0 0 0,0-1 0 0 0,1 1-1 0 0,-1-1 1 0 0,0 0 0 0 0,0 1 0 0 0,1-1 0 0 0,-1 1 0 0 0,0-1 0 0 0,1 0-1 0 0,-1 1 1 0 0,0-1 0 0 0,1 0 0 0 0,-1 0 0 0 0,1 1 0 0 0,-1-1 0 0 0,0 0-1 0 0,1 0 1 0 0,-1 1 0 0 0,1-1 0 0 0,-1 0 0 0 0,1 0 0 0 0,-1 0 0 0 0,1 0-1 0 0,-1 0 1 0 0,1 0 0 0 0,-1 0 0 0 0,1 0 0 0 0,0 0 0 0 0,25-3 43 0 0,-25 2-38 0 0,17-4 7 0 0,0 0 0 0 0,-1-2 0 0 0,0 0-1 0 0,0-1 1 0 0,-1-1 0 0 0,21-14 0 0 0,84-72-5 0 0,-85 63-54 0 0,63-71 1 0 0,-83 82 112 0 0,0 0-1 0 0,-1-2 1 0 0,0 0 0 0 0,-2 0-1 0 0,10-26 1 0 0,-23 48-45 0 0,-3-4-12 0 0,3 5-13 0 0,0 0 1 0 0,0-1-1 0 0,0 1 1 0 0,0 0 0 0 0,0 0-1 0 0,0-1 1 0 0,0 1-1 0 0,0 0 1 0 0,0 0-1 0 0,0-1 1 0 0,-1 1-1 0 0,1 0 1 0 0,0 0-1 0 0,0-1 1 0 0,0 1-1 0 0,0 0 1 0 0,0 0-1 0 0,-1 0 1 0 0,1-1-1 0 0,0 1 1 0 0,0 0-1 0 0,0 0 1 0 0,-1 0-1 0 0,1 0 1 0 0,0 0-1 0 0,0 0 1 0 0,-1-1-1 0 0,1 1 1 0 0,0 0-1 0 0,0 0 1 0 0,-1 0-1 0 0,1 0 1 0 0,0 0-1 0 0,0 0 1 0 0,-1 0-1 0 0,1 0 1 0 0,0 0-1 0 0,0 0 1 0 0,-1 0-1 0 0,1 0 1 0 0,-1 0-1 0 0,-8 5 11 0 0,-1 0-1 0 0,1 1 0 0 0,0 0 0 0 0,1 1 1 0 0,0-1-1 0 0,0 1 0 0 0,0 1 1 0 0,1 0-1 0 0,-11 13 0 0 0,4-1 15 0 0,1 0-1 0 0,0 0 1 0 0,-13 31 0 0 0,20-36-7 0 0,0 1 1 0 0,1 0-1 0 0,1 0 0 0 0,-3 24 1 0 0,6-37-5 0 0,1 0 0 0 0,0 0 0 0 0,0-1 0 0 0,0 1 0 0 0,0 0 0 0 0,0 0 0 0 0,1 0 0 0 0,-1-1 0 0 0,1 1 0 0 0,0 0 0 0 0,-1 0 0 0 0,1-1 0 0 0,1 1 0 0 0,-1-1 0 0 0,0 1 0 0 0,1-1 0 0 0,-1 1 0 0 0,3 1 0 0 0,-1 0-37 0 0,0-1-1 0 0,1-1 0 0 0,-1 1 0 0 0,1 0 0 0 0,-1-1 1 0 0,1 0-1 0 0,0 0 0 0 0,0 0 0 0 0,0 0 1 0 0,7 2-1 0 0,2-1-485 0 0,1 0 1 0 0,-1-1 0 0 0,1-1 0 0 0,0 0-1 0 0,0-1 1 0 0,19-1 0 0 0,-17-1-988 0 0,0-1 0 0 0,0-1 0 0 0,0 0 0 0 0,16-6 0 0 0,-1-2-4049 0 0</inkml:trace>
</inkml:ink>
</file>

<file path=ppt/ink/ink2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3:53.3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214 0 1816 0 0,'-214'12'14958'0'0,"265"-4"-14282"0"0,182-12-2941 0 0,-79-4-4375 0 0,-80 2 499 0 0</inkml:trace>
</inkml:ink>
</file>

<file path=ppt/ink/ink2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3:53.9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121 516 1720 0 0,'-10'4'848'0'0,"-1"1"0"0"0,1 0 0 0 0,0 0 0 0 0,0 1 0 0 0,1 0 0 0 0,-1 1 0 0 0,2 0 0 0 0,-1 0 0 0 0,1 1 0 0 0,-9 10 0 0 0,16-17-438 0 0,-6 8 2845 0 0,10-9-3175 0 0,1 0-1 0 0,0 0 0 0 0,-1 0 0 0 0,1-1 1 0 0,0 1-1 0 0,-1-1 0 0 0,1 0 1 0 0,-1 0-1 0 0,1 0 0 0 0,-1-1 0 0 0,0 1 1 0 0,1-1-1 0 0,-1 0 0 0 0,0 0 1 0 0,0 0-1 0 0,4-4 0 0 0,11-8 60 0 0,22-22 0 0 0,-33 30-98 0 0,30-32-81 0 0,-2-1 0 0 0,-2-2 1 0 0,-1-1-1 0 0,-2-2 0 0 0,-3 0 0 0 0,-1-2 0 0 0,-2-1 0 0 0,-2-1 0 0 0,15-51 0 0 0,-36 96 26 0 0,0 1 0 0 0,0-1 0 0 0,-1 1-1 0 0,1-1 1 0 0,-1 1 0 0 0,1-1-1 0 0,-1 0 1 0 0,0 1 0 0 0,0-1-1 0 0,0 0 1 0 0,0 1 0 0 0,-1-4-1 0 0,-15 13-5 0 0,8-1 26 0 0,0 1-1 0 0,0 0 0 0 0,1 0 0 0 0,0 0 1 0 0,1 1-1 0 0,0 0 0 0 0,-9 14 1 0 0,9-14 1 0 0,-101 159 109 0 0,95-145-106 0 0,1 1 0 0 0,1 0 1 0 0,1 0-1 0 0,1 1 0 0 0,-9 47 0 0 0,16-68-74 0 0,0 1 0 0 0,1-1-1 0 0,-1 1 1 0 0,1-1 0 0 0,0 1 0 0 0,0-1-1 0 0,1 1 1 0 0,-1-1 0 0 0,1 1 0 0 0,0-1-1 0 0,0 1 1 0 0,0-1 0 0 0,0 1 0 0 0,0-1 0 0 0,1 0-1 0 0,-1 0 1 0 0,1 0 0 0 0,0 0 0 0 0,0 0-1 0 0,0 0 1 0 0,0 0 0 0 0,1-1 0 0 0,-1 1-1 0 0,1-1 1 0 0,0 0 0 0 0,-1 1 0 0 0,1-1-1 0 0,0 0 1 0 0,0-1 0 0 0,1 1 0 0 0,2 1-1 0 0,3 0-668 0 0,0 0 1 0 0,0-1-1 0 0,0 0 0 0 0,1-1 0 0 0,-1 0 0 0 0,0 0 0 0 0,0-1 0 0 0,1 0 0 0 0,-1 0 0 0 0,16-4 0 0 0,1-1-2747 0 0</inkml:trace>
</inkml:ink>
</file>

<file path=ppt/ink/ink2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3:54.3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106 100 1488 0 0,'23'-31'4566'0'0,"20"-35"0"0"0,-42 63-3642 0 0,-7 23-466 0 0,-133 292 1863 0 0,112-240-1647 0 0,26-70-444 0 0,3-20-148 0 0,2 5-74 0 0,1-1-1 0 0,1 0 1 0 0,-1 1 0 0 0,2 0 0 0 0,0 1 0 0 0,17-24 0 0 0,-10 16-15 0 0,-1 1-38 0 0,0 0 1 0 0,2 2-1 0 0,1-1 1 0 0,26-23-1 0 0,-33 34 24 0 0,0-1-1 0 0,1 1 1 0 0,0 1-1 0 0,0 0 1 0 0,0 0-1 0 0,1 1 1 0 0,0 0-1 0 0,0 1 1 0 0,0 0 0 0 0,18-3-1 0 0,-26 6 20 0 0,0 0 1 0 0,0 1-1 0 0,0 0 1 0 0,0-1-1 0 0,0 1 1 0 0,0 0-1 0 0,0 1 0 0 0,1-1 1 0 0,-1 1-1 0 0,0-1 1 0 0,0 1-1 0 0,0 0 0 0 0,0 0 1 0 0,0 0-1 0 0,-1 0 1 0 0,1 1-1 0 0,0-1 1 0 0,-1 1-1 0 0,1-1 0 0 0,0 1 1 0 0,-1 0-1 0 0,3 3 1 0 0,-3-2 6 0 0,0 1 1 0 0,0-1 0 0 0,0 1 0 0 0,0 0-1 0 0,-1 0 1 0 0,1 0 0 0 0,-1 0 0 0 0,0 0-1 0 0,0 0 1 0 0,-1 0 0 0 0,1 1-1 0 0,-1-1 1 0 0,0 0 0 0 0,0 0 0 0 0,-1 6-1 0 0,-2 16 58 0 0,-1-1 0 0 0,-13 43 0 0 0,-3 13-1430 0 0,18-76 367 0 0,-1 9-418 0 0</inkml:trace>
</inkml:ink>
</file>

<file path=ppt/ink/ink2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3:56.1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1 227 704 0 0,'77'-113'11684'0'0,"-77"112"-11654"0"0,0 1-1 0 0,1-1 1 0 0,-1 1-1 0 0,0-1 0 0 0,0 1 1 0 0,0-1-1 0 0,1 1 0 0 0,-1 0 1 0 0,0-1-1 0 0,0 1 1 0 0,1-1-1 0 0,-1 1 0 0 0,0 0 1 0 0,1-1-1 0 0,-1 1 0 0 0,0 0 1 0 0,1-1-1 0 0,-1 1 1 0 0,1 0-1 0 0,-1 0 0 0 0,1-1 1 0 0,-1 1-1 0 0,0 0 0 0 0,1 0 1 0 0,-1 0-1 0 0,1 0 1 0 0,-1-1-1 0 0,1 1 0 0 0,-1 0 1 0 0,2 0-1 0 0,4 13 337 0 0,-3 17-77 0 0,-8 47 450 0 0,3-48-566 0 0,1 39 0 0 0,2-40-95 0 0,-1-12 93 0 0,1 0 0 0 0,1-1 1 0 0,3 18-1 0 0,-4-31-84 0 0,2-2-16 0 0,0 0-57 0 0,1 0 0 0 0,0-1 1 0 0,0 1-1 0 0,-1-1 0 0 0,1 0 0 0 0,-1 0 0 0 0,1 0 0 0 0,0 0 0 0 0,-1-1 0 0 0,0 0 1 0 0,1 1-1 0 0,-1-1 0 0 0,0 0 0 0 0,5-5 0 0 0,9-7 12 0 0,20-22 0 0 0,-24 23-16 0 0,80-89-66 0 0,39-36-171 0 0,-130 136 219 0 0,1 0 1 0 0,0 0 0 0 0,-1 0-1 0 0,1 0 1 0 0,0 0-1 0 0,0 1 1 0 0,0-1-1 0 0,0 1 1 0 0,0 0 0 0 0,0 0-1 0 0,1 0 1 0 0,-1 1-1 0 0,0-1 1 0 0,1 1-1 0 0,-1-1 1 0 0,0 1 0 0 0,1 0-1 0 0,-1 0 1 0 0,0 1-1 0 0,1-1 1 0 0,-1 1-1 0 0,6 1 1 0 0,4 3 24 0 0,0 1 1 0 0,-1 0-1 0 0,0 0 0 0 0,17 12 1 0 0,17 10 20 0 0,-30-21-11 0 0,0 0 1 0 0,1-1-1 0 0,0-1 1 0 0,-1-1-1 0 0,2 0 1 0 0,-1-1-1 0 0,0-1 1 0 0,24 0-1 0 0,-38-2-31 0 0,0-1 0 0 0,1 0-1 0 0,-1 0 1 0 0,0 0 0 0 0,0 0 0 0 0,0 0 0 0 0,-1-1-1 0 0,1 1 1 0 0,0-1 0 0 0,0 0 0 0 0,-1 0-1 0 0,1 0 1 0 0,-1 0 0 0 0,0 0 0 0 0,0-1-1 0 0,1 1 1 0 0,1-5 0 0 0,0 2-8 0 0,-1 0-1 0 0,0 0 1 0 0,0-1 0 0 0,0 1-1 0 0,-1-1 1 0 0,4-11-1 0 0,-3-13-19 0 0,-3 29 28 0 0,0 1 0 0 0,0-1 0 0 0,0 0 1 0 0,0 0-1 0 0,0 0 0 0 0,0 1 1 0 0,0-1-1 0 0,-1 0 0 0 0,1 0 0 0 0,0 0 1 0 0,0 1-1 0 0,-1-1 0 0 0,1 0 0 0 0,0 1 1 0 0,-1-1-1 0 0,1 0 0 0 0,-1 1 1 0 0,1-1-1 0 0,-1 0 0 0 0,1 1 0 0 0,-1-1 1 0 0,1 1-1 0 0,-1-1 0 0 0,0 1 0 0 0,1-1 1 0 0,-1 1-1 0 0,0-1 0 0 0,1 1 1 0 0,-1 0-1 0 0,0-1 0 0 0,0 1 0 0 0,1 0 1 0 0,-1 0-1 0 0,0 0 0 0 0,0-1 1 0 0,-1 1-1 0 0,-24 2-24 0 0,19 2 13 0 0,3 0 11 0 0,-6 1 13 0 0,0 1 0 0 0,0 0 0 0 0,1 1 0 0 0,0 0 1 0 0,1 1-1 0 0,-9 9 0 0 0,-41 54 84 0 0,38-44-81 0 0,4-6-10 0 0,2 1 0 0 0,0 0 0 0 0,1 2 0 0 0,-17 45 0 0 0,28-66 8 0 0,1 0 0 0 0,0 0 0 0 0,0 0 0 0 0,1 0 0 0 0,-1 0 0 0 0,1 1 0 0 0,-1-1 0 0 0,1 0 0 0 0,0 0 0 0 0,0 1 0 0 0,1-1 0 0 0,-1 0 0 0 0,1 0 0 0 0,1 6 0 0 0,-1-7-3 0 0,0 1 0 0 0,1-1 0 0 0,-1 0 0 0 0,1 1 0 0 0,-1-1-1 0 0,1 0 1 0 0,0 0 0 0 0,0 0 0 0 0,-1-1 0 0 0,2 1 0 0 0,-1 0 0 0 0,0-1 0 0 0,0 1 0 0 0,0-1 0 0 0,1 0-1 0 0,-1 1 1 0 0,1-1 0 0 0,2 1 0 0 0,6 0-1 0 0,0 1-1 0 0,0-1 0 0 0,0-1 1 0 0,0 0-1 0 0,1 0 0 0 0,-1-1 1 0 0,0-1-1 0 0,0 0 0 0 0,0 0 1 0 0,18-5-1 0 0,1-2-6 0 0,-1-2 0 0 0,45-19-1 0 0,-35 10-26 0 0,-2-1 0 0 0,0-1 0 0 0,-2-2 0 0 0,39-33 0 0 0,-50 36 6 0 0,-1-2 0 0 0,0-1 1 0 0,-2 0-1 0 0,-1-2 0 0 0,-1 0 1 0 0,20-35-1 0 0,-34 50 53 0 0,0 0 0 0 0,0 0 0 0 0,-1 0 1 0 0,3-16-1 0 0,-6 21-35 0 0,-1 4 4 0 0,0 0-1 0 0,0 0 1 0 0,0 1-1 0 0,0-1 1 0 0,0 0-1 0 0,0 1 1 0 0,0-1-1 0 0,0 0 1 0 0,0 0-1 0 0,-1 1 1 0 0,1-1-1 0 0,0 0 1 0 0,0 1-1 0 0,-1-1 1 0 0,1 0-1 0 0,0 1 1 0 0,-1-1-1 0 0,1 0 1 0 0,-1 1-1 0 0,1-1 1 0 0,-1 1-1 0 0,1-1 0 0 0,-1 1 1 0 0,1-1-1 0 0,-1 1 1 0 0,0-1-1 0 0,1 1 1 0 0,-1 0-1 0 0,0-1 1 0 0,1 1-1 0 0,-1 0 1 0 0,0 0-1 0 0,1-1 1 0 0,-1 1-1 0 0,0 0 1 0 0,1 0-1 0 0,-1 0 1 0 0,0 0-1 0 0,0 0 1 0 0,1 0-1 0 0,-1 0 1 0 0,0 0-1 0 0,0 0 1 0 0,1 0-1 0 0,-1 0 0 0 0,0 0 1 0 0,1 1-1 0 0,-1-1 1 0 0,0 0-1 0 0,1 1 1 0 0,-1-1-1 0 0,0 0 1 0 0,1 1-1 0 0,-1-1 1 0 0,0 1-1 0 0,-2 1 10 0 0,-1 0-3 0 0,0 1-1 0 0,1 0 0 0 0,-1 0 0 0 0,1 0 0 0 0,-1 0 0 0 0,1 1 0 0 0,0-1 0 0 0,0 1 0 0 0,1 0 1 0 0,-1 0-1 0 0,1 0 0 0 0,0 0 0 0 0,0 0 0 0 0,0 1 0 0 0,1-1 0 0 0,-1 1 0 0 0,0 4 0 0 0,2-7-6 0 0,-1 0 0 0 0,1 0-1 0 0,0 0 1 0 0,0 0-1 0 0,0 0 1 0 0,1-1-1 0 0,-1 1 1 0 0,0 0-1 0 0,1 0 1 0 0,-1 0-1 0 0,1 0 1 0 0,0 0-1 0 0,-1-1 1 0 0,1 1-1 0 0,0 0 1 0 0,0-1 0 0 0,0 1-1 0 0,0-1 1 0 0,1 1-1 0 0,-1-1 1 0 0,0 1-1 0 0,0-1 1 0 0,1 0-1 0 0,-1 1 1 0 0,1-1-1 0 0,0 0 1 0 0,-1 0-1 0 0,1 0 1 0 0,0 0 0 0 0,3 1-1 0 0,3 1-95 0 0,0 1-1 0 0,1-1 1 0 0,0-1 0 0 0,-1 0-1 0 0,10 2 1 0 0,0-2-59 0 0,-1-1 1 0 0,0-1-1 0 0,1-1 1 0 0,-1 0-1 0 0,0-1 0 0 0,1-1 1 0 0,-1 0-1 0 0,18-7 0 0 0,-5 0 126 0 0,0-2 0 0 0,-1-1 0 0 0,41-24 0 0 0,-41 21 622 0 0,-27 15-518 0 0,5-3 153 0 0,-29 18-169 0 0,0 0 0 0 0,2 2 0 0 0,-22 20-1 0 0,-54 61 84 0 0,75-75-148 0 0,-63 74 24 0 0,72-80 9 0 0,1 0 0 0 0,1 1-1 0 0,0 0 1 0 0,-10 26 0 0 0,19-41-18 0 0,0-1 1 0 0,1 1 0 0 0,-1-1 0 0 0,1 1-1 0 0,0-1 1 0 0,-1 1 0 0 0,1-1-1 0 0,0 1 1 0 0,0-1 0 0 0,0 1-1 0 0,0 0 1 0 0,0-1 0 0 0,0 1-1 0 0,1-1 1 0 0,-1 1 0 0 0,0-1-1 0 0,1 1 1 0 0,-1-1 0 0 0,1 1 0 0 0,0-1-1 0 0,0 3 1 0 0,1-3-1 0 0,0 1 0 0 0,-1 0 0 0 0,1-1 0 0 0,0 1 0 0 0,0-1 0 0 0,0 1 0 0 0,0-1 0 0 0,0 0 1 0 0,0 0-1 0 0,0 0 0 0 0,0 0 0 0 0,4 1 0 0 0,3 1 6 0 0,0-1 1 0 0,1-1-1 0 0,-1 0 1 0 0,0 0-1 0 0,1-1 1 0 0,9-1-1 0 0,8-2 0 0 0,0-2 0 0 0,0 0 0 0 0,-1-2 0 0 0,0-1 0 0 0,0-1 1 0 0,-1-2-1 0 0,27-14 0 0 0,159-106-18 0 0,-151 86 121 0 0,-2-2 0 0 0,66-70-1 0 0,-123 116-110 0 0,0 0-1 0 0,0 0 1 0 0,0 0-1 0 0,0 0 0 0 0,0 0 1 0 0,0 0-1 0 0,0-1 0 0 0,-1 1 1 0 0,1 0-1 0 0,0-1 0 0 0,-1 1 1 0 0,1 0-1 0 0,-1-1 0 0 0,0 1 1 0 0,1-2-1 0 0,-1 2-4 0 0,0 1 1 0 0,0-1-1 0 0,0 1 0 0 0,0-1 1 0 0,-1 1-1 0 0,1-1 0 0 0,0 0 1 0 0,0 1-1 0 0,0-1 1 0 0,-1 1-1 0 0,1-1 0 0 0,0 1 1 0 0,0-1-1 0 0,-1 1 0 0 0,1 0 1 0 0,-1-1-1 0 0,1 1 0 0 0,0-1 1 0 0,-1 1-1 0 0,1 0 0 0 0,-1-1 1 0 0,1 1-1 0 0,-1 0 1 0 0,1-1-1 0 0,-2 1 0 0 0,0-1-2 0 0,0 1 1 0 0,0-1-1 0 0,-1 1 0 0 0,1 0 0 0 0,0-1 1 0 0,0 1-1 0 0,-1 0 0 0 0,1 1 0 0 0,0-1 0 0 0,0 0 1 0 0,-1 1-1 0 0,1-1 0 0 0,0 1 0 0 0,0-1 1 0 0,0 1-1 0 0,0 0 0 0 0,0 0 0 0 0,-3 2 0 0 0,2-1 7 0 0,0 0 0 0 0,0 1-1 0 0,0-1 1 0 0,1 0 0 0 0,-1 1-1 0 0,1 0 1 0 0,0 0-1 0 0,0 0 1 0 0,0 0 0 0 0,0 0-1 0 0,0 0 1 0 0,1 0-1 0 0,-1 0 1 0 0,1 1 0 0 0,0-1-1 0 0,0 1 1 0 0,0-1 0 0 0,1 1-1 0 0,-1-1 1 0 0,1 1-1 0 0,0-1 1 0 0,0 1 0 0 0,0 0-1 0 0,0-1 1 0 0,1 1-1 0 0,-1-1 1 0 0,1 1 0 0 0,0-1-1 0 0,0 1 1 0 0,2 4 0 0 0,7 13-4 0 0,0 0 0 0 0,1 0 0 0 0,25 32 0 0 0,-25-38-4 0 0,-1-1 0 0 0,-1 1 0 0 0,0 1 0 0 0,-1 0 0 0 0,0 0 0 0 0,-1 0 0 0 0,-1 1 0 0 0,4 19 0 0 0,-10-34 38 0 0,1 1 0 0 0,-1 0 1 0 0,0 0-1 0 0,0 0 0 0 0,-1-1 1 0 0,1 1-1 0 0,0 0 1 0 0,-1 0-1 0 0,0 0 0 0 0,0-1 1 0 0,0 1-1 0 0,0 0 0 0 0,0-1 1 0 0,0 1-1 0 0,-1-1 1 0 0,1 0-1 0 0,-1 1 0 0 0,1-1 1 0 0,-1 0-1 0 0,0 0 1 0 0,0 0-1 0 0,0 0 0 0 0,-1 0 1 0 0,1 0-1 0 0,0-1 0 0 0,0 1 1 0 0,-1-1-1 0 0,1 1 1 0 0,-6 1-1 0 0,2-1 107 0 0,-1 1-1 0 0,1-1 1 0 0,-1 0 0 0 0,0 0-1 0 0,0-1 1 0 0,0 0 0 0 0,0 0-1 0 0,0-1 1 0 0,0 0 0 0 0,-14-1-1 0 0,5-2 101 0 0,0 0-1 0 0,0-2 0 0 0,0 1 0 0 0,-16-9 0 0 0,31 13-238 0 0,1 0-1 0 0,-1-1 1 0 0,1 1-1 0 0,0-1 1 0 0,-1 1-1 0 0,1-1 1 0 0,-1 1-1 0 0,1-1 0 0 0,0 1 1 0 0,0-1-1 0 0,-1 1 1 0 0,1-1-1 0 0,0 0 1 0 0,0 1-1 0 0,0-1 1 0 0,0 1-1 0 0,-1-1 1 0 0,1 0-1 0 0,0 1 1 0 0,0-1-1 0 0,0 1 1 0 0,0-1-1 0 0,0 0 1 0 0,1 1-1 0 0,-1-1 1 0 0,0 1-1 0 0,0-1 1 0 0,0 1-1 0 0,0-1 1 0 0,1 0-1 0 0,-1 1 0 0 0,0-1 1 0 0,1 1-1 0 0,-1-1 1 0 0,0 1-1 0 0,1-1 1 0 0,-1 1-1 0 0,0-1 1 0 0,1 1-1 0 0,-1 0 1 0 0,1-1-1 0 0,21-15-3 0 0,1 2-1 0 0,1 0 1 0 0,0 2 0 0 0,0 0-1 0 0,29-8 1 0 0,-21 7-9 0 0,72-29-85 0 0,135-60-198 0 0,-200 82 258 0 0,0-1 1 0 0,-1-3-1 0 0,62-49 0 0 0,-91 66 43 0 0,-2 1 5 0 0,0 0 0 0 0,-1 0-1 0 0,0-1 1 0 0,0 0 0 0 0,7-11 0 0 0,-12 18-15 0 0,-1 0 1 0 0,1-1 0 0 0,-1 1 0 0 0,0 0-1 0 0,0-1 1 0 0,1 1 0 0 0,-1-1 0 0 0,0 1 0 0 0,1 0-1 0 0,-1-1 1 0 0,0 1 0 0 0,0-1 0 0 0,0 1-1 0 0,0 0 1 0 0,1-1 0 0 0,-1 1 0 0 0,0-1 0 0 0,0 1-1 0 0,0-1 1 0 0,0 1 0 0 0,0-1 0 0 0,0 1-1 0 0,0-1 1 0 0,0 1 0 0 0,0-1 0 0 0,0 1 0 0 0,0 0-1 0 0,-1-1 1 0 0,1 1 0 0 0,0-1 0 0 0,0 1-1 0 0,0-1 1 0 0,-1 0 0 0 0,0 1-1 0 0,0-1-1 0 0,0 1 1 0 0,0 0 0 0 0,0-1 0 0 0,0 1 0 0 0,0 0-1 0 0,0 0 1 0 0,-1 0 0 0 0,1 0 0 0 0,0 0 0 0 0,0 0-1 0 0,0 0 1 0 0,-2 0 0 0 0,-39 11-28 0 0,21-3 29 0 0,0 2 0 0 0,0 0 1 0 0,1 1-1 0 0,0 1 0 0 0,1 1 0 0 0,-28 24 0 0 0,38-29 11 0 0,1 0 0 0 0,-1 1 1 0 0,1 0-1 0 0,1 0 0 0 0,0 1 0 0 0,0 0 0 0 0,1 0 0 0 0,0 1 0 0 0,1-1 1 0 0,0 1-1 0 0,1 0 0 0 0,0 1 0 0 0,0-1 0 0 0,-2 18 0 0 0,6-24 5 0 0,-1-1-1 0 0,1 0 1 0 0,0 1-1 0 0,1-1 1 0 0,-1 1-1 0 0,1-1 1 0 0,0 0-1 0 0,0 1 1 0 0,0-1-1 0 0,0 0 1 0 0,1 0-1 0 0,0 1 1 0 0,0-1-1 0 0,3 5 1 0 0,0-3 5 0 0,-1-1-1 0 0,0 0 1 0 0,1 0 0 0 0,0 0 0 0 0,0-1 0 0 0,1 0 0 0 0,-1 0 0 0 0,11 6 0 0 0,2-1-33 0 0,1-1 0 0 0,0-1 0 0 0,1-1 1 0 0,0 0-1 0 0,26 3 0 0 0,-9-3-821 0 0,-1-1 0 0 0,1-3-1 0 0,41-1 1 0 0,-55-2-1327 0 0,0-2 0 0 0,0 0 0 0 0,31-10 0 0 0,-22 2-4104 0 0</inkml:trace>
</inkml:ink>
</file>

<file path=ppt/ink/ink2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3:56.7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1704 0 0,'3'0'4645'0'0,"-2"0"-4496"0"0,0 0 1 0 0,1-1-1 0 0,-1 1 1 0 0,0 0-1 0 0,1 0 1 0 0,-1 0 0 0 0,0 0-1 0 0,1 1 1 0 0,-1-1-1 0 0,0 0 1 0 0,0 1 0 0 0,1-1-1 0 0,-1 1 1 0 0,0-1-1 0 0,0 1 1 0 0,1-1-1 0 0,-1 1 1 0 0,0 0 0 0 0,0-1-1 0 0,0 1 1 0 0,0 0-1 0 0,0 0 1 0 0,0 0 0 0 0,0 0-1 0 0,0 0 1 0 0,-1 0-1 0 0,1 0 1 0 0,0 0-1 0 0,0 1 1 0 0,-1-1 0 0 0,1 0-1 0 0,-1 0 1 0 0,1 3-1 0 0,4 3-54 0 0,-4-4 860 0 0,1 0 1 0 0,0-1-1 0 0,0 1 0 0 0,0-1 1 0 0,0 0-1 0 0,1 0 0 0 0,-1 0 1 0 0,5 3 1959 0 0,7-24-989 0 0,-11 5-4567 0 0</inkml:trace>
</inkml:ink>
</file>

<file path=ppt/ink/ink2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3:58.0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198 451 1668 0 0,'7'-7'777'0'0,"6"-7"539"0"0,-1 0 0 0 0,0-1 0 0 0,-1-1 0 0 0,-1 0 0 0 0,0 0 0 0 0,-1-1 0 0 0,8-20 0 0 0,-16 33-954 0 0,0 3-299 0 0,0 0 0 0 0,-1-1 0 0 0,1 1 1 0 0,0 0-1 0 0,-1-1 0 0 0,1 1 0 0 0,-1-1 1 0 0,0 1-1 0 0,1-1 0 0 0,-1 1 0 0 0,0-1 1 0 0,0 1-1 0 0,0-1 0 0 0,0 1 0 0 0,0-1 0 0 0,-1 1 1 0 0,1-1-1 0 0,0 1 0 0 0,-1-1 0 0 0,1 1 1 0 0,-1 0-1 0 0,1-1 0 0 0,-1 1 0 0 0,0 0 1 0 0,1-1-1 0 0,-1 1 0 0 0,-1-2 0 0 0,1 2 49 0 0,-3 1-5 0 0,-7 3-68 0 0,0 1 1 0 0,1-1-1 0 0,-1 2 1 0 0,1-1-1 0 0,0 1 0 0 0,0 1 1 0 0,1 0-1 0 0,0 0 1 0 0,-17 15-1 0 0,4-1 23 0 0,1 1 0 0 0,-31 40 0 0 0,45-51-59 0 0,-1 1 1 0 0,-9 20-1 0 0,15-28 5 0 0,0 0 0 0 0,1 0 0 0 0,0 1-1 0 0,0-1 1 0 0,0 0 0 0 0,0 0 0 0 0,0 1 0 0 0,1-1 0 0 0,0 0 0 0 0,-1 1 0 0 0,1-1 0 0 0,0 1-1 0 0,1-1 1 0 0,-1 0 0 0 0,2 6 0 0 0,-1-7 2 0 0,0 0-1 0 0,1 0 1 0 0,-1 0-1 0 0,1 0 1 0 0,0 0-1 0 0,-1 0 1 0 0,1 0-1 0 0,0-1 1 0 0,0 1-1 0 0,0-1 1 0 0,1 1 0 0 0,-1-1-1 0 0,0 0 1 0 0,0 0-1 0 0,1 0 1 0 0,-1 0-1 0 0,1 0 1 0 0,-1 0-1 0 0,1-1 1 0 0,-1 1-1 0 0,1-1 1 0 0,-1 0-1 0 0,4 0 1 0 0,6 1 22 0 0,1-1 0 0 0,-1 0-1 0 0,17-2 1 0 0,-11-2-23 0 0,-1 1 0 0 0,0-2-1 0 0,0-1 1 0 0,0 0 0 0 0,0-1-1 0 0,-1 0 1 0 0,0-2 0 0 0,-1 1 0 0 0,0-2-1 0 0,0 0 1 0 0,-1-1 0 0 0,0-1 0 0 0,23-25-1 0 0,-23 21-22 0 0,-1 0 0 0 0,0-1 0 0 0,-1 0 0 0 0,-1-1 0 0 0,-1 0 0 0 0,0-1-1 0 0,-1 0 1 0 0,-2 0 0 0 0,0-1 0 0 0,0 0 0 0 0,4-33 0 0 0,-10 46 4 0 0,0 0-1 0 0,0 0 1 0 0,-1-1 0 0 0,-1-10 0 0 0,0 16 6 0 0,1 0 0 0 0,0 0 0 0 0,-1 0 0 0 0,0-1 0 0 0,1 1 0 0 0,-1 0 0 0 0,0 0 0 0 0,0 0 0 0 0,0 0 0 0 0,0 0 0 0 0,-1 0 0 0 0,1 0 0 0 0,0 1 0 0 0,-1-1 0 0 0,1 0 0 0 0,-1 1 0 0 0,0-1 0 0 0,-2-1-1 0 0,-10-3-9 0 0,7 6 9 0 0,1 0 1 0 0,0 1 0 0 0,-1 0-1 0 0,1 0 1 0 0,0 0-1 0 0,-1 1 1 0 0,1 0-1 0 0,0 0 1 0 0,0 0 0 0 0,1 1-1 0 0,-1 0 1 0 0,0 0-1 0 0,1 0 1 0 0,0 1-1 0 0,-9 7 1 0 0,-10 9 12 0 0,-39 44 0 0 0,53-54-2 0 0,-10 12 35 0 0,1 1 0 0 0,-31 50 0 0 0,42-60-34 0 0,1 0 1 0 0,0 1-1 0 0,2 0 0 0 0,-1 0 1 0 0,2 0-1 0 0,-1 1 1 0 0,-2 24-1 0 0,6-36-5 0 0,1 1-1 0 0,0-1 1 0 0,0 0-1 0 0,0 1 1 0 0,1-1-1 0 0,-1 0 1 0 0,1 0-1 0 0,-1 1 1 0 0,1-1-1 0 0,0 0 1 0 0,0 0-1 0 0,1 0 1 0 0,-1 0-1 0 0,1 0 1 0 0,-1 0-1 0 0,4 4 1 0 0,-2-4 2 0 0,1 1 1 0 0,-1-1-1 0 0,1 0 1 0 0,-1 0 0 0 0,1-1-1 0 0,0 1 1 0 0,0-1-1 0 0,0 0 1 0 0,1 0 0 0 0,6 3-1 0 0,1-2 4 0 0,0 0 0 0 0,-1-1 0 0 0,2 0 0 0 0,-1-1 0 0 0,0 0 0 0 0,0-1 0 0 0,0 0 0 0 0,15-2 0 0 0,4-4-36 0 0,1-2 0 0 0,-1-1 0 0 0,-1-1-1 0 0,0-1 1 0 0,0-2 0 0 0,-1-1 0 0 0,-1-1 0 0 0,0-2 0 0 0,-1 0-1 0 0,-1-2 1 0 0,28-27 0 0 0,5-9-55 0 0,-3-3-1 0 0,-3-2 1 0 0,60-87-1 0 0,-71 88 8 0 0,-41 58 41 0 0,-6 17 3 0 0,-5 9 49 0 0,-1-1 1 0 0,-22 36-1 0 0,3-5 35 0 0,-405 883 480 0 0,378-808-427 0 0,13-28-12 0 0,-5 12 50 0 0,-89 154 0 0 0,126-250-167 0 0,0 3 370 0 0,-27 33 0 0 0,35-49-229 0 0,0 0 0 0 0,0-1-1 0 0,-1 0 1 0 0,1 0-1 0 0,-1 0 1 0 0,0 0 0 0 0,0-1-1 0 0,0 0 1 0 0,0 0 0 0 0,-1 0-1 0 0,1-1 1 0 0,-8 3 0 0 0,11-5-79 0 0,-1 0 1 0 0,1 1-1 0 0,-1-1 1 0 0,1 0-1 0 0,-1-1 0 0 0,1 1 1 0 0,-1 0-1 0 0,1-1 1 0 0,-1 1-1 0 0,1-1 1 0 0,0 0-1 0 0,-1 0 1 0 0,1 1-1 0 0,0-2 1 0 0,0 1-1 0 0,0 0 0 0 0,-1 0 1 0 0,1-1-1 0 0,1 1 1 0 0,-1-1-1 0 0,0 0 1 0 0,0 1-1 0 0,0-1 1 0 0,-1-3-1 0 0,-1 0 14 0 0,0-1-1 0 0,0 1 1 0 0,0-1-1 0 0,1 0 1 0 0,0 0-1 0 0,0-1 1 0 0,-2-7-1 0 0,2-1-22 0 0,0 0 1 0 0,1 0-1 0 0,1 0 0 0 0,0 0 0 0 0,1 0 0 0 0,1-1 0 0 0,0 1 1 0 0,1 0-1 0 0,1 0 0 0 0,0 0 0 0 0,1 1 0 0 0,6-15 0 0 0,4-5-10 0 0,0 0 0 0 0,2 1 0 0 0,38-56-1 0 0,-26 51-14 0 0,2 1 0 0 0,0 2 0 0 0,3 1-1 0 0,1 1 1 0 0,1 2 0 0 0,2 2 0 0 0,70-43-1 0 0,-42 34-613 0 0,1 4 0 0 0,2 2 0 0 0,2 4 0 0 0,80-22 0 0 0,-130 44-601 0 0,1 0 1 0 0,0 2-1 0 0,0 1 1 0 0,26-2-1 0 0,-31 9-2505 0 0,-14-3 2597 0 0</inkml:trace>
</inkml:ink>
</file>

<file path=ppt/ink/ink2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3:58.6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459 148 1976 0 0,'7'-10'1332'0'0,"0"0"1"0"0,0 0-1 0 0,-2-1 0 0 0,7-14 1 0 0,-11 22-1198 0 0,0 1 0 0 0,0-1 0 0 0,0 1 0 0 0,0-1 0 0 0,-1 0 0 0 0,0 1 0 0 0,1-1 0 0 0,-1 0 0 0 0,0 0 0 0 0,0 1 0 0 0,0-1 0 0 0,-1 0 0 0 0,1 1 0 0 0,-1-1 0 0 0,1 0 0 0 0,-1 1 0 0 0,0-1 0 0 0,0 1 0 0 0,0-1 0 0 0,0 1 0 0 0,-1-1 0 0 0,1 1 0 0 0,-1 0 0 0 0,1 0 0 0 0,-4-3 0 0 0,3 3-107 0 0,-1 0 0 0 0,1 1 0 0 0,-1 0 0 0 0,0 0 0 0 0,0-1-1 0 0,1 2 1 0 0,-1-1 0 0 0,0 0 0 0 0,0 1 0 0 0,0-1-1 0 0,0 1 1 0 0,0 0 0 0 0,0 0 0 0 0,0 0 0 0 0,0 0 0 0 0,0 0-1 0 0,0 1 1 0 0,0-1 0 0 0,0 1 0 0 0,0 0 0 0 0,-2 1 0 0 0,-17 6 38 0 0,1 2 0 0 0,1 0 0 0 0,0 1 1 0 0,0 0-1 0 0,-23 20 0 0 0,18-14-4 0 0,-6 4-13 0 0,1 2 1 0 0,1 1-1 0 0,1 1 0 0 0,1 1 1 0 0,1 1-1 0 0,-27 38 0 0 0,33-28 6 0 0,20-37-51 0 0,-1 1 0 0 0,1-1 0 0 0,-1 1 1 0 0,1 0-1 0 0,0-1 0 0 0,-1 1 0 0 0,1 0 0 0 0,0-1 0 0 0,-1 1 1 0 0,1 0-1 0 0,0 0 0 0 0,0-1 0 0 0,0 1 0 0 0,0 0 0 0 0,0 0 1 0 0,0-1-1 0 0,0 1 0 0 0,0 0 0 0 0,0-1 0 0 0,0 1 1 0 0,0 0-1 0 0,0 0 0 0 0,0-1 0 0 0,1 1 0 0 0,-1 0 0 0 0,0-1 1 0 0,1 1-1 0 0,-1 0 0 0 0,0-1 0 0 0,1 1 0 0 0,-1 0 0 0 0,1-1 1 0 0,-1 1-1 0 0,1-1 0 0 0,-1 1 0 0 0,1-1 0 0 0,-1 1 0 0 0,1-1 1 0 0,0 1-1 0 0,-1-1 0 0 0,1 0 0 0 0,0 1 0 0 0,1-1 0 0 0,22 2 26 0 0,-5-5-11 0 0,-1-1 0 0 0,0 0 0 0 0,0-2 0 0 0,0 0 0 0 0,-1-1 0 0 0,0-1 0 0 0,31-18 0 0 0,-7-1-79 0 0,67-59 1 0 0,-65 44 7 0 0,-26 26 37 0 0,0 0 0 0 0,23-17 0 0 0,-38 32-9 0 0,3 3 39 0 0,-5-2-14 0 0,0 0-1 0 0,1 0 1 0 0,-1-1 0 0 0,0 1 0 0 0,0 0 0 0 0,1 0-1 0 0,-1 0 1 0 0,0 0 0 0 0,0 0 0 0 0,0 1-1 0 0,1-1 1 0 0,-1 0 0 0 0,0 0 0 0 0,0 0 0 0 0,1 0-1 0 0,-1 0 1 0 0,0 0 0 0 0,0 0 0 0 0,0 0 0 0 0,1 0-1 0 0,-1 1 1 0 0,0-1 0 0 0,0 0 0 0 0,0 0 0 0 0,0 0-1 0 0,1 0 1 0 0,-1 1 0 0 0,0-1 0 0 0,0 0-1 0 0,0 0 1 0 0,0 0 0 0 0,0 1 0 0 0,0-1 0 0 0,0 0-1 0 0,1 0 1 0 0,-1 0 0 0 0,0 1 0 0 0,0-1 0 0 0,-2 16 44 0 0,0 0 1 0 0,0-1-1 0 0,-2 1 1 0 0,-9 28 0 0 0,5-21 4 0 0,-5 32 0 0 0,12-51-24 0 0,0 0-1 0 0,1 0 0 0 0,-1 1 1 0 0,1-1-1 0 0,1 8 1 0 0,-1-11-19 0 0,1 0 0 0 0,-1 0 0 0 0,0 0 0 0 0,0 0 1 0 0,1 0-1 0 0,-1 0 0 0 0,0 0 0 0 0,1-1 1 0 0,-1 1-1 0 0,1 0 0 0 0,0 0 0 0 0,-1 0 1 0 0,1 0-1 0 0,-1-1 0 0 0,1 1 0 0 0,0 0 1 0 0,0-1-1 0 0,0 1 0 0 0,-1 0 0 0 0,1-1 1 0 0,0 1-1 0 0,0-1 0 0 0,0 1 0 0 0,0-1 1 0 0,0 0-1 0 0,0 1 0 0 0,0-1 0 0 0,0 0 1 0 0,0 0-1 0 0,0 1 0 0 0,1-1 0 0 0,13 0-183 0 0,1 0 0 0 0,-1-1 1 0 0,0-1-1 0 0,0 0 0 0 0,0-1 0 0 0,22-8 0 0 0,2-2-3263 0 0,49-25 1 0 0,-39 15-553 0 0</inkml:trace>
</inkml:ink>
</file>

<file path=ppt/ink/ink2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3:59.5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526 848 1464 0 0,'-54'52'14446'0'0,"56"-55"-14373"0"0,-1 0 0 0 0,1 0 0 0 0,0 0 1 0 0,0 0-1 0 0,0 0 0 0 0,0 1 0 0 0,0-1 0 0 0,4-3 0 0 0,1-1 29 0 0,45-57 81 0 0,57-93 0 0 0,29-81-241 0 0,44-125-39 0 0,-164 324-108 0 0,-17 37 164 0 0,-11 19-53 0 0,-174 313 114 0 0,112-196 69 0 0,-270 552 262 0 0,36 17 214 0 0,289-662-482 0 0,5-9 2204 0 0,-26 46 0 0 0,38-78-2226 0 0,0 1-1 0 0,0-1 0 0 0,0 0 1 0 0,-1 1-1 0 0,1-1 0 0 0,0 0 1 0 0,0 1-1 0 0,0-1 1 0 0,0 0-1 0 0,-1 1 0 0 0,1-1 1 0 0,0 0-1 0 0,0 1 0 0 0,-1-1 1 0 0,1 0-1 0 0,0 0 0 0 0,0 0 1 0 0,-1 1-1 0 0,1-1 0 0 0,0 0 1 0 0,-1 0-1 0 0,1 0 1 0 0,0 0-1 0 0,-1 1 0 0 0,1-1 1 0 0,0 0-1 0 0,-1 0 0 0 0,1 0 1 0 0,-1 0-1 0 0,1 0 0 0 0,0 0 1 0 0,-1 0-1 0 0,0 0 0 0 0,-4-11 548 0 0,2-20-281 0 0,4-4-179 0 0,2 1 0 0 0,1 0 0 0 0,9-35-1 0 0,33-100-62 0 0,-41 156-84 0 0,20-70-237 0 0,5 2 1 0 0,3 1-1 0 0,3 2 1 0 0,75-117-1 0 0,-83 151 128 0 0,3 2 0 0 0,1 1 1 0 0,3 1-1 0 0,1 2 0 0 0,1 2 0 0 0,2 1 0 0 0,2 2 1 0 0,83-51-1 0 0,-94 67 66 0 0,1 2 1 0 0,1 1 0 0 0,63-19-1 0 0,-81 29 10 0 0,1 1 0 0 0,0 0 0 0 0,0 1 0 0 0,0 0 0 0 0,0 2 0 0 0,0-1 0 0 0,0 2 0 0 0,0 0 0 0 0,1 1 0 0 0,-1 0 0 0 0,20 7 0 0 0,-32-8 16 0 0,0 0 0 0 0,0 0 0 0 0,0 0 0 0 0,0 1 0 0 0,0 0 0 0 0,0-1 0 0 0,-1 1 0 0 0,1 0 0 0 0,-1 0 0 0 0,1 0 0 0 0,-1 0 0 0 0,0 1 0 0 0,0-1 0 0 0,0 1 0 0 0,0-1 0 0 0,0 1-1 0 0,0 0 1 0 0,1 4 0 0 0,-1-3 7 0 0,-1 1-1 0 0,0-1 0 0 0,-1 0 0 0 0,1 1 1 0 0,-1-1-1 0 0,0 0 0 0 0,0 1 0 0 0,0-1 0 0 0,0 1 1 0 0,-1-1-1 0 0,0 0 0 0 0,-1 6 0 0 0,-2 2 17 0 0,-1 0 0 0 0,0 0 0 0 0,0-1 0 0 0,-1 1 0 0 0,-1-1 0 0 0,0-1 0 0 0,0 1 0 0 0,-13 13-1 0 0,8-12 77 0 0,0-1 0 0 0,-1 1 0 0 0,0-2 0 0 0,-1 0-1 0 0,0-1 1 0 0,0 0 0 0 0,-1-1 0 0 0,0-1 0 0 0,-1 0-1 0 0,-24 7 1 0 0,34-13-43 0 0,1 0 1 0 0,-1 0-1 0 0,0-1 0 0 0,1 0 0 0 0,-1 0 0 0 0,0-1 1 0 0,1 1-1 0 0,-1-1 0 0 0,0-1 0 0 0,1 1 0 0 0,-11-4 1 0 0,6 0-4 0 0,0 1 0 0 0,1-1 0 0 0,-1-1 1 0 0,-16-12-1 0 0,23 16-220 0 0,0-1 1 0 0,1 1 0 0 0,-1 0-1 0 0,1-1 1 0 0,0 1-1 0 0,0-1 1 0 0,-1 0 0 0 0,2 0-1 0 0,-1 1 1 0 0,0-1-1 0 0,0-1 1 0 0,1 1 0 0 0,0 0-1 0 0,0 0 1 0 0,0 0-1 0 0,0-1 1 0 0,0 1 0 0 0,0-4-1 0 0,1 3-173 0 0,1 1 1 0 0,-1 0-1 0 0,1-1 0 0 0,-1 1 1 0 0,1 0-1 0 0,0 0 0 0 0,0 0 1 0 0,1 0-1 0 0,-1-1 0 0 0,1 2 1 0 0,-1-1-1 0 0,1 0 0 0 0,0 0 1 0 0,0 0-1 0 0,0 1 0 0 0,1-1 1 0 0,-1 1-1 0 0,4-4 0 0 0,9-5-1885 0 0,0 0 0 0 0,16-9 0 0 0,-27 18 1740 0 0,22-14-4046 0 0</inkml:trace>
</inkml:ink>
</file>

<file path=ppt/ink/ink2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4:00.1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78 2168 0 0,'19'-10'3843'0'0,"-11"6"-2239"0"0,0 0-1 0 0,0 1 1 0 0,11-4 0 0 0,-17 6-1317 0 0,2 1-55 0 0,0 1-187 0 0,0 0 0 0 0,0-1 0 0 0,0 1 0 0 0,0 1 0 0 0,0-1 1 0 0,-1 1-1 0 0,1-1 0 0 0,0 1 0 0 0,-1 0 0 0 0,1 0 0 0 0,-1 1 1 0 0,1-1-1 0 0,-1 1 0 0 0,4 4 0 0 0,-1-1 1 0 0,-1 0-1 0 0,-1 0 1 0 0,1 1 0 0 0,-1 0-1 0 0,0 0 1 0 0,-1 0-1 0 0,4 9 1 0 0,-2-2 32 0 0,-1 1 0 0 0,0-1 0 0 0,-1 0 0 0 0,-1 1 0 0 0,0 0 0 0 0,-1 0 0 0 0,-1-1 0 0 0,-1 16 0 0 0,-1-16 340 0 0,0 0-1 0 0,-1 0 1 0 0,-1-1 0 0 0,0 1 0 0 0,-1-1 0 0 0,0 0 0 0 0,-12 21 0 0 0,16-33-347 0 0,1-1 1 0 0,0 1-1 0 0,-1 0 1 0 0,1-1 0 0 0,-1 1-1 0 0,1 0 1 0 0,-1-1-1 0 0,1 1 1 0 0,-1-1 0 0 0,0 1-1 0 0,1-1 1 0 0,-1 1-1 0 0,0-1 1 0 0,1 1 0 0 0,-1-1-1 0 0,0 0 1 0 0,1 1 0 0 0,-1-1-1 0 0,0 0 1 0 0,0 0-1 0 0,1 1 1 0 0,-1-1 0 0 0,0 0-1 0 0,0 0 1 0 0,1 0-1 0 0,-1 0 1 0 0,0 0 0 0 0,0 0-1 0 0,0 0 1 0 0,1 0-1 0 0,-1-1 1 0 0,0 1 0 0 0,-1 0-1 0 0,0-1-194 0 0,1 0 143 0 0,0 0-1 0 0,1 0 1 0 0,-1 0-1 0 0,0 0 1 0 0,1 0-1 0 0,-1 0 1 0 0,1 0 0 0 0,-1 0-1 0 0,1 0 1 0 0,0 0-1 0 0,-1 0 1 0 0,1-1-1 0 0,0 1 1 0 0,0 0-1 0 0,0 0 1 0 0,0 0 0 0 0,0 0-1 0 0,0-1 1 0 0,0 1-1 0 0,0 0 1 0 0,1-2-1 0 0,1-7 10 0 0,0 0-1 0 0,1 0 0 0 0,1 1 0 0 0,0 0 1 0 0,0-1-1 0 0,0 1 0 0 0,1 1 0 0 0,1-1 1 0 0,-1 1-1 0 0,11-12 0 0 0,0 3-32 0 0,0 1-1 0 0,0 0 1 0 0,30-21 0 0 0,-35 29-32 0 0,1 1 1 0 0,-1 0-1 0 0,1 1 1 0 0,0 0 0 0 0,1 0-1 0 0,-1 1 1 0 0,1 1-1 0 0,0 0 1 0 0,19-2 0 0 0,-30 6 29 0 0,0 0 1 0 0,1 0 0 0 0,-1 0 0 0 0,0 0-1 0 0,0 0 1 0 0,0 1 0 0 0,0-1 0 0 0,0 1-1 0 0,0 0 1 0 0,1-1 0 0 0,-1 1 0 0 0,-1 0-1 0 0,1 0 1 0 0,0 0 0 0 0,0 1 0 0 0,0-1-1 0 0,-1 0 1 0 0,1 1 0 0 0,0-1-1 0 0,-1 1 1 0 0,1-1 0 0 0,-1 1 0 0 0,0 0-1 0 0,0 0 1 0 0,1-1 0 0 0,-1 1 0 0 0,0 0-1 0 0,-1 0 1 0 0,1 0 0 0 0,0 0 0 0 0,-1 0-1 0 0,2 4 1 0 0,0 5-25 0 0,0 0-1 0 0,0 0 0 0 0,-1 1 1 0 0,-1 16-1 0 0,0-15 41 0 0,1 27 14 0 0,-1-38-22 0 0,0 1 0 0 0,0-1 0 0 0,0 0 0 0 0,1 0 0 0 0,-1 1 0 0 0,1-1 0 0 0,-1 0 0 0 0,1 0 0 0 0,0 0 0 0 0,0 0 0 0 0,0 0 0 0 0,0 0 0 0 0,0 0 0 0 0,1 0 0 0 0,-1 0 0 0 0,0-1 0 0 0,1 1 0 0 0,0 0 0 0 0,-1-1 0 0 0,1 1 0 0 0,0-1 0 0 0,-1 0 0 0 0,1 0 0 0 0,0 1 0 0 0,0-1 0 0 0,0 0 0 0 0,0-1 0 0 0,1 1 0 0 0,-1 0 1 0 0,3 0-1 0 0,-3 0 0 0 0,5 1-6 0 0,1-1 0 0 0,0 0 0 0 0,-1 0 1 0 0,1-1-1 0 0,0 0 0 0 0,-1 0 0 0 0,1 0 0 0 0,0-1 0 0 0,-1 0 0 0 0,1-1 0 0 0,-1 0 0 0 0,1 0 0 0 0,-1-1 0 0 0,0 1 0 0 0,0-2 0 0 0,0 1 1 0 0,0-1-1 0 0,-1 0 0 0 0,9-6 0 0 0,-1-1 45 0 0,-1 0 0 0 0,0-1 0 0 0,-1 0 0 0 0,0-1 0 0 0,-1-1 1 0 0,0 1-1 0 0,13-24 0 0 0,-18 26 89 0 0,-1 0 1 0 0,0 0-1 0 0,-1 0 1 0 0,0 0-1 0 0,-1-1 1 0 0,2-14-1 0 0,-4 21-108 0 0,0 0-1 0 0,0 0 0 0 0,-1-1 1 0 0,0 1-1 0 0,0 0 1 0 0,0-1-1 0 0,-1 1 1 0 0,0 0-1 0 0,0 0 0 0 0,0 0 1 0 0,0-1-1 0 0,-1 1 1 0 0,0 0-1 0 0,0 1 1 0 0,-5-10-1 0 0,4 12-30 0 0,1 0-1 0 0,0 0 1 0 0,-1 0 0 0 0,1 0 0 0 0,-1 0-1 0 0,1 1 1 0 0,-1-1 0 0 0,0 1-1 0 0,0-1 1 0 0,0 1 0 0 0,0 0 0 0 0,0 0-1 0 0,0 1 1 0 0,0-1 0 0 0,0 1-1 0 0,0-1 1 0 0,0 1 0 0 0,0 0-1 0 0,0 0 1 0 0,-1 0 0 0 0,1 1 0 0 0,0-1-1 0 0,-5 2 1 0 0,2-1-257 0 0,0 1-1 0 0,0 0 1 0 0,0 0 0 0 0,1 0-1 0 0,-1 0 1 0 0,1 1 0 0 0,0 0-1 0 0,-1 0 1 0 0,1 0 0 0 0,1 1-1 0 0,-10 8 1 0 0,13-11 48 0 0,0 0 0 0 0,-1 1 0 0 0,1-1 0 0 0,0 1 1 0 0,0-1-1 0 0,0 1 0 0 0,0-1 0 0 0,0 1 0 0 0,0 0 0 0 0,0 0 0 0 0,1-1 0 0 0,-1 1 0 0 0,0 0 0 0 0,1 0 1 0 0,0 0-1 0 0,-1 0 0 0 0,1 0 0 0 0,0-1 0 0 0,0 1 0 0 0,0 0 0 0 0,0 0 0 0 0,0 0 0 0 0,1 0 1 0 0,-1 0-1 0 0,1 0 0 0 0,0 2 0 0 0,1-1-212 0 0,0 0 0 0 0,-1-1 1 0 0,2 1-1 0 0,-1-1 0 0 0,0 0 0 0 0,0 1 0 0 0,1-1 1 0 0,-1 0-1 0 0,1 0 0 0 0,0-1 0 0 0,-1 1 1 0 0,1 0-1 0 0,0-1 0 0 0,5 2 0 0 0,12 5-3409 0 0</inkml:trace>
</inkml:ink>
</file>

<file path=ppt/ink/ink2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4:01.1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252 635 616 0 0,'8'-7'1333'0'0,"0"1"0"0"0,0-1 0 0 0,-1 0 0 0 0,0 0-1 0 0,0-1 1 0 0,-1 0 0 0 0,1 0 0 0 0,7-15 0 0 0,-13 21-887 0 0,-5-4 139 0 0,-1 0-236 0 0,-9 10-91 0 0,-13 10-172 0 0,1 0 0 0 0,0 2 0 0 0,1 1 0 0 0,1 1 0 0 0,1 1 0 0 0,0 1 0 0 0,2 1 0 0 0,0 1 0 0 0,2 0 0 0 0,-33 49 0 0 0,38-40 43 0 0,14-30-120 0 0,0 0 0 0 0,0 0 0 0 0,0 0 0 0 0,0 0 0 0 0,0 1 0 0 0,0-1-1 0 0,0 0 1 0 0,0 0 0 0 0,0 0 0 0 0,0 0 0 0 0,1 0 0 0 0,-1 0 0 0 0,0 1 0 0 0,1-1-1 0 0,-1 0 1 0 0,1 0 0 0 0,-1 0 0 0 0,1 0 0 0 0,0 0 0 0 0,-1-1 0 0 0,1 1 0 0 0,0 0-1 0 0,0 0 1 0 0,-1 0 0 0 0,2 0 0 0 0,0 0-3 0 0,0 0-1 0 0,0 0 1 0 0,-1 0 0 0 0,1-1-1 0 0,0 1 1 0 0,0 0 0 0 0,0-1-1 0 0,0 0 1 0 0,0 1 0 0 0,0-1-1 0 0,0 0 1 0 0,0 0 0 0 0,0 0-1 0 0,0 0 1 0 0,3-1 0 0 0,29-8-92 0 0,-16 1-158 0 0,0-1 1 0 0,0 0 0 0 0,-1-2-1 0 0,-1 0 1 0 0,1-1-1 0 0,-2 0 1 0 0,0-2-1 0 0,16-17 1 0 0,11-16-328 0 0,44-68 0 0 0,-41 45 641 0 0,-3-3 0 0 0,-4-1-1 0 0,-2-2 1 0 0,28-92 0 0 0,-31 68 1204 0 0,-32 99-1268 0 0,-1 1 0 0 0,0-1 0 0 0,0 1-1 0 0,1-1 1 0 0,-1 1 0 0 0,0-1 0 0 0,0 1 0 0 0,0-1-1 0 0,0 1 1 0 0,0-1 0 0 0,0 0 0 0 0,0 1 0 0 0,0-1-1 0 0,0 1 1 0 0,0-1 0 0 0,0 1 0 0 0,0-1 0 0 0,0 1-1 0 0,-1-1 1 0 0,1 0 0 0 0,-9 1 119 0 0,-11 14-20 0 0,-11 27-27 0 0,2 0 0 0 0,-31 60 0 0 0,44-72-55 0 0,-17 29-44 0 0,2 3 0 0 0,4 0 0 0 0,-28 91 1 0 0,52-143-10 0 0,0 1 1 0 0,1 0-1 0 0,1-1 1 0 0,0 1-1 0 0,0 0 1 0 0,1 0-1 0 0,0 0 1 0 0,0 0 0 0 0,1 0-1 0 0,1 0 1 0 0,0 0-1 0 0,5 16 1 0 0,-5-21-100 0 0,1 1 0 0 0,-1-1 0 0 0,1 0 0 0 0,0-1 0 0 0,0 1 0 0 0,1 0 0 0 0,-1-1 1 0 0,1 0-1 0 0,0 0 0 0 0,0 0 0 0 0,1 0 0 0 0,-1-1 0 0 0,1 0 0 0 0,0 1 0 0 0,0-2 0 0 0,0 1 1 0 0,0-1-1 0 0,0 1 0 0 0,0-1 0 0 0,1-1 0 0 0,-1 1 0 0 0,1-1 0 0 0,8 1 0 0 0,-3-1-45 0 0,0-1-1 0 0,0 0 1 0 0,-1-1 0 0 0,1 0-1 0 0,0-1 1 0 0,-1 0-1 0 0,0-1 1 0 0,1 0-1 0 0,-1 0 1 0 0,0-1-1 0 0,0 0 1 0 0,-1-1-1 0 0,1 0 1 0 0,10-8-1 0 0,4-5 373 0 0,0 0-1 0 0,-1-2 1 0 0,37-40-1 0 0,-29 25 2357 0 0,-1-2-1 0 0,45-74 1 0 0,-115 186-2401 0 0,-40 108 0 0 0,78-175-120 0 0,0-1 0 0 0,0 2 1 0 0,0-1-1 0 0,1 0 0 0 0,0 0 1 0 0,1 0-1 0 0,0 1 0 0 0,1 8 1 0 0,-1-15-101 0 0,0 1 1 0 0,0-1-1 0 0,1 0 1 0 0,-1 1-1 0 0,1-1 1 0 0,0 0-1 0 0,-1 0 1 0 0,1 1-1 0 0,0-1 1 0 0,0 0-1 0 0,1 0 1 0 0,-1 0-1 0 0,0 0 1 0 0,1 0-1 0 0,-1-1 1 0 0,1 1-1 0 0,-1 0 1 0 0,1-1-1 0 0,0 1 1 0 0,0-1-1 0 0,0 1 1 0 0,0-1 0 0 0,0 0-1 0 0,0 0 1 0 0,0 0-1 0 0,0 0 1 0 0,0 0-1 0 0,1 0 1 0 0,-1-1-1 0 0,0 1 1 0 0,0-1-1 0 0,1 0 1 0 0,-1 1-1 0 0,4-1 1 0 0,7-1-218 0 0,-1-1 0 0 0,0 0 1 0 0,0 0-1 0 0,1-1 0 0 0,-2-1 1 0 0,1 0-1 0 0,0-1 0 0 0,-1 0 1 0 0,0 0-1 0 0,0-2 0 0 0,18-12 1 0 0,-3-1 446 0 0,0-1 1 0 0,-2-1-1 0 0,32-37 1 0 0,32-51 5020 0 0,-87 108-5093 0 0,-1 2-91 0 0,0 0 1 0 0,0-1-1 0 0,0 1 0 0 0,1 0 0 0 0,-1-1 0 0 0,0 1 0 0 0,0 0 1 0 0,0 0-1 0 0,1 0 0 0 0,-1-1 0 0 0,0 1 0 0 0,0 0 0 0 0,1 0 1 0 0,-1 0-1 0 0,0-1 0 0 0,0 1 0 0 0,1 0 0 0 0,-1 0 0 0 0,0 0 1 0 0,0 0-1 0 0,1 0 0 0 0,-1 0 0 0 0,0-1 0 0 0,1 1 0 0 0,-1 0 1 0 0,0 0-1 0 0,1 0 0 0 0,-7 21-49 0 0,-1 0 0 0 0,-1-1 0 0 0,-11 21 0 0 0,8-20 68 0 0,2 1 1 0 0,-13 43 0 0 0,21-62-155 0 0,1-1 0 0 0,-1 0 0 0 0,1 0 0 0 0,0 0 0 0 0,0 0 0 0 0,0 1 0 0 0,0-1 0 0 0,0 0 1 0 0,1 0-1 0 0,-1 0 0 0 0,0 0 0 0 0,1 0 0 0 0,0 1 0 0 0,0-1 0 0 0,-1 0 0 0 0,1 0 0 0 0,0 0 0 0 0,1-1 1 0 0,-1 1-1 0 0,0 0 0 0 0,0 0 0 0 0,1-1 0 0 0,-1 1 0 0 0,1-1 0 0 0,0 1 0 0 0,-1-1 0 0 0,1 1 1 0 0,0-1-1 0 0,0 0 0 0 0,0 0 0 0 0,4 2 0 0 0,3 0-987 0 0,0 1-1 0 0,0-1 1 0 0,1-1-1 0 0,0 0 1 0 0,18 2 0 0 0,3-2-2829 0 0</inkml:trace>
</inkml:ink>
</file>

<file path=ppt/ink/ink2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4:01.3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283 107 2556 0 0,'7'-10'2297'0'0,"0"-1"1"0"0,7-17-1 0 0,-12 25-1878 0 0,0-1 1 0 0,0 1-1 0 0,-1-1 1 0 0,0 0-1 0 0,0 0 1 0 0,0 0-1 0 0,0 0 1 0 0,0 1-1 0 0,-1-1 1 0 0,0 0-1 0 0,0-8 1 0 0,-1 12-397 0 0,1-1-1 0 0,-1 1 1 0 0,1-1 0 0 0,-1 1-1 0 0,0 0 1 0 0,1-1 0 0 0,-1 1 0 0 0,0 0-1 0 0,0-1 1 0 0,1 1 0 0 0,-1 0-1 0 0,0 0 1 0 0,0 0 0 0 0,1 0-1 0 0,-1-1 1 0 0,0 1 0 0 0,0 0 0 0 0,1 0-1 0 0,-1 1 1 0 0,0-1 0 0 0,0 0-1 0 0,1 0 1 0 0,-1 0 0 0 0,0 0-1 0 0,0 1 1 0 0,0-1 0 0 0,-22 7 169 0 0,9 0-170 0 0,1 1-1 0 0,0 0 1 0 0,0 1 0 0 0,1 0 0 0 0,-14 14 0 0 0,-52 59-15 0 0,61-62 11 0 0,4-6 22 0 0,1 0 0 0 0,0 1 0 0 0,1 1 0 0 0,1 0 0 0 0,1 0 0 0 0,-12 27 0 0 0,20-41-30 0 0,0-1 0 0 0,0 1 0 0 0,1-1 0 0 0,-1 1 0 0 0,1-1 0 0 0,0 1 0 0 0,-1 0 0 0 0,1-1 0 0 0,0 1 0 0 0,0 0 0 0 0,0-1 0 0 0,0 1 0 0 0,0 0 0 0 0,0-1 0 0 0,0 1 0 0 0,1-1 0 0 0,-1 1 0 0 0,0 0 0 0 0,1-1 0 0 0,0 1 0 0 0,-1-1 0 0 0,1 1 0 0 0,0-1 0 0 0,0 1 0 0 0,-1-1 0 0 0,1 0 0 0 0,1 1 0 0 0,-1-1 0 0 0,0 0 0 0 0,0 0 0 0 0,0 0 0 0 0,0 0 0 0 0,1 0 0 0 0,-1 0 0 0 0,1 0 0 0 0,-1 0 0 0 0,0-1 0 0 0,1 1 0 0 0,0 0 0 0 0,-1-1 0 0 0,1 1 0 0 0,-1-1 0 0 0,1 0 0 0 0,2 1 0 0 0,8 1-177 0 0,1-1 0 0 0,-1-1 0 0 0,1 1 1 0 0,20-4-1 0 0,-30 3 79 0 0,21-3-656 0 0,0-1 0 0 0,0-1 0 0 0,0-1-1 0 0,33-13 1 0 0,-14 0-2060 0 0,58-33-1 0 0,-33 12-712 0 0</inkml:trace>
</inkml:ink>
</file>

<file path=ppt/ink/ink2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4:01.6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273 243 760 0 0,'21'-35'3141'0'0,"-2"-1"-1"0"0,-1-1 1 0 0,20-59 0 0 0,-37 93-2975 0 0,-1-1 0 0 0,1 1 0 0 0,-1-1 0 0 0,1 1 0 0 0,-1-1 0 0 0,0 1 0 0 0,-1-1 0 0 0,0-5 0 0 0,0 7 17 0 0,-2 3-85 0 0,-1 0-66 0 0,1 0 0 0 0,-1 1 0 0 0,1 0-1 0 0,-1 0 1 0 0,1 0 0 0 0,-1 0 0 0 0,1 0 0 0 0,0 1 0 0 0,0-1-1 0 0,0 1 1 0 0,0 0 0 0 0,1 0 0 0 0,-5 6 0 0 0,-31 51 266 0 0,30-46-265 0 0,-46 89 711 0 0,4 2-1 0 0,-39 118 0 0 0,89-222-741 0 0,-21 54 284 0 0,3 1 0 0 0,-19 101-1 0 0,36-156-340 0 0,1 1 0 0 0,0 0-1 0 0,0 0 1 0 0,-1-1 0 0 0,1 1-1 0 0,0 0 1 0 0,1-1 0 0 0,-1 1-1 0 0,0 0 1 0 0,0 0 0 0 0,1-1-1 0 0,-1 1 1 0 0,1 0 0 0 0,-1-1-1 0 0,1 1 1 0 0,0-1 0 0 0,0 1-1 0 0,0-1 1 0 0,0 1 0 0 0,0-1-1 0 0,0 1 1 0 0,0-1 0 0 0,0 0-1 0 0,0 0 1 0 0,1 0 0 0 0,-1 1-1 0 0,0-1 1 0 0,1-1-1 0 0,-1 1 1 0 0,1 0 0 0 0,-1 0-1 0 0,1 0 1 0 0,-1-1 0 0 0,1 1-1 0 0,0-1 1 0 0,-1 1 0 0 0,1-1-1 0 0,0 0 1 0 0,0 1 0 0 0,3-1-1 0 0,4 0-1143 0 0,0 0 0 0 0,0-1-1 0 0,0 1 1 0 0,0-2-1 0 0,0 1 1 0 0,12-5-1 0 0,12-5-4695 0 0</inkml:trace>
</inkml:ink>
</file>

<file path=ppt/ink/ink2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4:01.8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204 89 360 0 0,'-201'-83'19286'0'0,"198"82"-18559"0"0,21-3-112 0 0,11 6-2569 0 0,37 6 0 0 0,-2 1-5946 0 0,-35-5 1124 0 0</inkml:trace>
</inkml:ink>
</file>

<file path=ppt/ink/ink2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4:14.5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445 126 36 0 0,'-2'-10'1771'0'0,"0"-1"-410"0"0,1 0 0 0 0,-1 0 1 0 0,2-1-1 0 0,-1 1 0 0 0,2 0 0 0 0,1-17 1 0 0,1 8 515 0 0,-5 29-1707 0 0,-7 18 395 0 0,0 0 0 0 0,-2-1 1 0 0,-1-1-1 0 0,-17 29 0 0 0,14-27-264 0 0,-267 468 2628 0 0,228-402-2085 0 0,35-60 1314 0 0,18-31-1077 0 0,3-4-853 0 0,11-17-114 0 0,1 0 0 0 0,1 2 0 0 0,1 0 0 0 0,0 0-1 0 0,32-24 1 0 0,-21 21-117 0 0,0 1 0 0 0,1 2 0 0 0,44-21 0 0 0,-58 32-8 0 0,0 0-1 0 0,1 1 1 0 0,-1 0-1 0 0,1 2 1 0 0,0-1 0 0 0,0 2-1 0 0,0 0 1 0 0,20 0-1 0 0,-30 2 9 0 0,0 0-1 0 0,-1 1 0 0 0,1 0 1 0 0,0 0-1 0 0,0 0 0 0 0,0 0 1 0 0,0 1-1 0 0,-1-1 0 0 0,1 1 1 0 0,0 1-1 0 0,-1-1 0 0 0,0 1 1 0 0,0-1-1 0 0,0 1 0 0 0,0 0 1 0 0,0 1-1 0 0,0-1 0 0 0,-1 1 1 0 0,1-1-1 0 0,-1 1 0 0 0,0 0 1 0 0,0 0-1 0 0,-1 1 1 0 0,1-1-1 0 0,-1 0 0 0 0,0 1 1 0 0,0 0-1 0 0,1 6 0 0 0,-1-3 22 0 0,0 0 1 0 0,-1 0-1 0 0,0 0 0 0 0,-1 1 1 0 0,0-1-1 0 0,0 0 0 0 0,-1 0 0 0 0,0 0 1 0 0,0 0-1 0 0,-1 0 0 0 0,0 0 0 0 0,0 0 1 0 0,-1 0-1 0 0,0 0 0 0 0,0-1 0 0 0,-1 0 1 0 0,0 0-1 0 0,-1 0 0 0 0,1 0 0 0 0,-1 0 1 0 0,0-1-1 0 0,-8 7 0 0 0,6-5 20 0 0,-1 0 0 0 0,-1 0 0 0 0,1-1 0 0 0,-1-1 0 0 0,0 1 0 0 0,0-2 0 0 0,-1 1 0 0 0,0-1 0 0 0,0 0 0 0 0,0-1 0 0 0,-1-1 0 0 0,1 1 0 0 0,-1-2 0 0 0,0 1 0 0 0,0-1 0 0 0,-13 0 0 0 0,16-3-101 0 0,0 0 0 0 0,0 0-1 0 0,0-1 1 0 0,0 0 0 0 0,1 0 0 0 0,-1-1-1 0 0,0 0 1 0 0,1 0 0 0 0,0-1 0 0 0,0 0-1 0 0,0-1 1 0 0,0 1 0 0 0,1-1 0 0 0,-1 0-1 0 0,1-1 1 0 0,1 0 0 0 0,-1 1-1 0 0,1-2 1 0 0,-8-10 0 0 0,12 15-151 0 0,0 0 0 0 0,0 0 0 0 0,0 0 0 0 0,1 0 0 0 0,-1 0 0 0 0,0 0 0 0 0,1 0 0 0 0,-1 0 0 0 0,1 0 0 0 0,0 0 0 0 0,-1 0 0 0 0,1 0 0 0 0,0 0 0 0 0,0-1 0 0 0,1 1 0 0 0,-1 0 0 0 0,0 0 0 0 0,1 0 0 0 0,-1 0 0 0 0,1 0 0 0 0,0 0 0 0 0,0 0 0 0 0,0 0 0 0 0,0 0 0 0 0,1-2 0 0 0,2-1-1126 0 0,0 0 0 0 0,0 0 0 0 0,1 0 0 0 0,-1 1 0 0 0,1-1 0 0 0,10-6 1 0 0,2-2-5327 0 0</inkml:trace>
</inkml:ink>
</file>

<file path=ppt/ink/ink2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4:14.9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148 116 2428 0 0,'50'-2'7686'0'0,"-48"2"-7573"0"0,-1 0 0 0 0,0 0 0 0 0,0 0 0 0 0,0 1 0 0 0,0-1 0 0 0,0 0 0 0 0,1 0 0 0 0,-1 1 0 0 0,0-1 1 0 0,0 1-1 0 0,0-1 0 0 0,0 1 0 0 0,0-1 0 0 0,0 1 0 0 0,0 0 0 0 0,-1-1 0 0 0,1 1 0 0 0,0 0 0 0 0,0 0 0 0 0,0 0 0 0 0,-1 0 0 0 0,1 0 0 0 0,1 1 0 0 0,8 29 1235 0 0,-9-28-1256 0 0,0 1 1 0 0,0 0-1 0 0,0 0 0 0 0,0-1 0 0 0,1 1 0 0 0,-1 0 1 0 0,4 4-1 0 0,-2-5 37 0 0,-1-1 0 0 0,1 1 1 0 0,0-1-1 0 0,1 0 0 0 0,-1 0 1 0 0,0 0-1 0 0,0 0 0 0 0,1 0 1 0 0,-1-1-1 0 0,1 1 0 0 0,0-1 0 0 0,-1 0 1 0 0,1 0-1 0 0,0-1 0 0 0,0 1 1 0 0,-1-1-1 0 0,1 0 0 0 0,0 0 1 0 0,0 0-1 0 0,0 0 0 0 0,4-1 1 0 0,-3 0-51 0 0,-1 0 0 0 0,0 0 0 0 0,0 0 0 0 0,0-1 0 0 0,-1 1 0 0 0,1-1 1 0 0,0 0-1 0 0,0 0 0 0 0,-1 0 0 0 0,1 0 0 0 0,-1-1 0 0 0,0 0 0 0 0,0 1 0 0 0,0-1 1 0 0,0 0-1 0 0,0 0 0 0 0,2-5 0 0 0,1 0 67 0 0,-1 0 0 0 0,0 0 0 0 0,-1-1 0 0 0,0 0 0 0 0,6-17 0 0 0,-8 22-94 0 0,-1-1-1 0 0,0 1 1 0 0,0 0 0 0 0,-1-1 0 0 0,1 1-1 0 0,-1 0 1 0 0,0-1 0 0 0,0 1 0 0 0,-1-1-1 0 0,1 1 1 0 0,-1 0 0 0 0,0-1 0 0 0,0 1-1 0 0,0 0 1 0 0,-4-8 0 0 0,4 10-43 0 0,-1 0 0 0 0,0-1 0 0 0,1 1 1 0 0,-1 0-1 0 0,0 0 0 0 0,0 0 0 0 0,-1 0 0 0 0,1 0 1 0 0,0 1-1 0 0,0-1 0 0 0,-1 1 0 0 0,1-1 0 0 0,-1 1 0 0 0,0 0 1 0 0,1 0-1 0 0,-1 0 0 0 0,0 0 0 0 0,1 1 0 0 0,-1-1 0 0 0,0 1 1 0 0,0 0-1 0 0,0-1 0 0 0,0 1 0 0 0,-5 1 0 0 0,-3 0 1 0 0,1 1 0 0 0,-1 1 0 0 0,1-1-1 0 0,-1 2 1 0 0,1-1 0 0 0,0 1 0 0 0,1 1-1 0 0,-1 0 1 0 0,-12 9 0 0 0,0 0 4 0 0,2 2 0 0 0,-35 33 0 0 0,38-32 0 0 0,0 0-1 0 0,1 2 1 0 0,1 0 0 0 0,1 0-1 0 0,1 2 1 0 0,0-1-1 0 0,2 2 1 0 0,-12 27-1 0 0,22-44 1 0 0,-1 0-1 0 0,1 0 0 0 0,0 1 1 0 0,0-1-1 0 0,0 0 1 0 0,1 0-1 0 0,0 0 0 0 0,0 1 1 0 0,0-1-1 0 0,2 8 1 0 0,-1-10-6 0 0,-1 0 1 0 0,1 0-1 0 0,1 0 0 0 0,-1-1 1 0 0,0 1-1 0 0,1 0 1 0 0,-1-1-1 0 0,1 1 1 0 0,0-1-1 0 0,0 1 0 0 0,0-1 1 0 0,0 0-1 0 0,0 0 1 0 0,1 0-1 0 0,-1 0 1 0 0,1 0-1 0 0,-1 0 0 0 0,1-1 1 0 0,4 3-1 0 0,7 1-256 0 0,0 1 0 0 0,1-2 0 0 0,-1 0 0 0 0,1 0 0 0 0,0-1 0 0 0,0-1 0 0 0,1-1 0 0 0,15 0 0 0 0,0-2-2132 0 0,0-1 1 0 0,0-2-1 0 0,31-8 0 0 0,-2-3-5158 0 0</inkml:trace>
</inkml:ink>
</file>

<file path=ppt/ink/ink2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4:16.0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74 913 2228 0 0,'-21'27'4005'0'0,"12"-16"-2928"0"0,1 0 1 0 0,0 1-1 0 0,0 0 1 0 0,-7 17-1 0 0,14-28-1002 0 0,1 0-1 0 0,-1 0 0 0 0,1 1 0 0 0,-1-1 1 0 0,1 0-1 0 0,0 0 0 0 0,-1 0 0 0 0,1 1 1 0 0,0-1-1 0 0,0 0 0 0 0,0 1 0 0 0,0-1 1 0 0,0 0-1 0 0,0 0 0 0 0,0 1 0 0 0,0-1 1 0 0,1 0-1 0 0,-1 0 0 0 0,0 1 0 0 0,1-1 1 0 0,-1 0-1 0 0,1 0 0 0 0,0 1 0 0 0,0-1 9 0 0,0 0 0 0 0,0 0 0 0 0,0 0 0 0 0,1 0 0 0 0,-1-1 0 0 0,0 1 0 0 0,1 0 0 0 0,-1-1 0 0 0,0 1 0 0 0,1-1 0 0 0,-1 1 0 0 0,0-1 0 0 0,1 0 0 0 0,-1 0 0 0 0,1 0 0 0 0,2 0 0 0 0,4 0 89 0 0,0-1 0 0 0,0 0 0 0 0,1 0 0 0 0,-1-1 0 0 0,12-4 0 0 0,-6 0-96 0 0,-1-1 0 0 0,0 0-1 0 0,0 0 1 0 0,0-1 0 0 0,-1-1-1 0 0,16-15 1 0 0,60-68 81 0 0,-36 28-137 0 0,-2-3 0 0 0,-4-2 0 0 0,47-92 0 0 0,81-236-156 0 0,-158 358 198 0 0,15-46 7 0 0,-50 103-46 0 0,-37 66 188 0 0,-75 155 0 0 0,113-202-141 0 0,-79 178 229 0 0,82-172-236 0 0,1 1 0 0 0,2 0 0 0 0,-6 53 0 0 0,17-89-49 0 0,0 1 0 0 0,1-1 0 0 0,0 0 0 0 0,0 1 0 0 0,1-1 0 0 0,0 0 1 0 0,0 1-1 0 0,1-1 0 0 0,0 0 0 0 0,1 0 0 0 0,0 0 0 0 0,0-1 0 0 0,5 11 0 0 0,-5-14-78 0 0,0 0 0 0 0,0 0 0 0 0,0-1 0 0 0,0 1-1 0 0,0-1 1 0 0,1 1 0 0 0,0-1 0 0 0,-1 0 0 0 0,1-1 0 0 0,0 1-1 0 0,1-1 1 0 0,-1 1 0 0 0,0-1 0 0 0,1 0 0 0 0,-1-1 0 0 0,1 1-1 0 0,-1-1 1 0 0,1 0 0 0 0,0 0 0 0 0,0 0 0 0 0,-1-1 0 0 0,1 0-1 0 0,0 0 1 0 0,7 0 0 0 0,2-3-144 0 0,-1 1-1 0 0,1-2 0 0 0,-1 1 1 0 0,1-2-1 0 0,-1 0 0 0 0,-1-1 1 0 0,1 0-1 0 0,-1-1 1 0 0,0 0-1 0 0,0-1 0 0 0,17-14 1 0 0,0-4 144 0 0,-1-1 0 0 0,48-59 1 0 0,24-57 2456 0 0,-45 61 237 0 0,-43 69-2206 0 0,-14 23-163 0 0,-13 29-108 0 0,14-37-157 0 0,-22 61 84 0 0,2 0-1 0 0,-15 83 1 0 0,34-139-65 0 0,1 0 1 0 0,0 0-1 0 0,0 0 1 0 0,1-1 0 0 0,0 1-1 0 0,0 0 1 0 0,0 0-1 0 0,1 0 1 0 0,0 0-1 0 0,0 0 1 0 0,4 8-1 0 0,-4-12-5 0 0,1 0-1 0 0,-1 0 0 0 0,1 0 1 0 0,0 0-1 0 0,0 0 0 0 0,0 0 1 0 0,1 0-1 0 0,-1-1 0 0 0,1 1 0 0 0,-1-1 1 0 0,1 0-1 0 0,0 1 0 0 0,0-1 1 0 0,0-1-1 0 0,0 1 0 0 0,0 0 1 0 0,0-1-1 0 0,0 1 0 0 0,1-1 1 0 0,-1 0-1 0 0,1 0 0 0 0,-1-1 1 0 0,5 2-1 0 0,2-2-29 0 0,-1 0-1 0 0,0 0 1 0 0,0-1 0 0 0,0 0-1 0 0,0 0 1 0 0,0-1 0 0 0,0 0 0 0 0,0-1-1 0 0,0 0 1 0 0,-1 0 0 0 0,0-1-1 0 0,1 0 1 0 0,8-7 0 0 0,8-4-93 0 0,-1-2 1 0 0,39-36-1 0 0,-28 17 90 0 0,-2-1-1 0 0,-1-1 1 0 0,45-74 0 0 0,0 0 335 0 0,-76 111-311 0 0,0 2-4 0 0,-1 1 3 0 0,0 0 1 0 0,0 0-1 0 0,0-1 0 0 0,0 1 0 0 0,0 0 0 0 0,0 0 0 0 0,0-1 1 0 0,-1 1-1 0 0,1 0 0 0 0,0 0 0 0 0,-2 2 0 0 0,-20 56-2 0 0,-25 75 14 0 0,39-108-5 0 0,2-1 1 0 0,1 1-1 0 0,-3 32 0 0 0,8-55 0 0 0,0-1 0 0 0,0 1 0 0 0,0-1 0 0 0,0 1 0 0 0,1-1 1 0 0,-1 1-1 0 0,1-1 0 0 0,0 1 0 0 0,0-1 0 0 0,0 0 0 0 0,0 1 0 0 0,1-1 0 0 0,-1 0 1 0 0,1 0-1 0 0,0 0 0 0 0,0 0 0 0 0,4 4 0 0 0,-3-3 0 0 0,1-2-1 0 0,0 1 1 0 0,-1 0 0 0 0,1-1 0 0 0,0 0-1 0 0,1 1 1 0 0,-1-2 0 0 0,0 1-1 0 0,0 0 1 0 0,1-1 0 0 0,-1 0-1 0 0,5 1 1 0 0,5 0 6 0 0,-1-1 0 0 0,1-1 0 0 0,-1 0 1 0 0,1-1-1 0 0,-1 0 0 0 0,1-1 0 0 0,-1-1 0 0 0,16-4 0 0 0,-12 1-1 0 0,-1-1 0 0 0,0 0 0 0 0,0-1 1 0 0,-1-1-1 0 0,28-20 0 0 0,-18 9 9 0 0,-2-1 0 0 0,32-35 0 0 0,-41 38 122 0 0,-1 0 1 0 0,0 0-1 0 0,-1-2 0 0 0,-1 1 1 0 0,-1-1-1 0 0,0-1 1 0 0,-2 1-1 0 0,10-39 1 0 0,-15 46-47 0 0,-1 0-1 0 0,-1 1 1 0 0,1-15 0 0 0,-2 22-86 0 0,0 1 1 0 0,0-1 0 0 0,-1 1 0 0 0,1-1 0 0 0,-1 1 0 0 0,0 0-1 0 0,0-1 1 0 0,0 1 0 0 0,-1 0 0 0 0,0 0 0 0 0,-3-8 0 0 0,4 11-68 0 0,0 0 0 0 0,0 0 0 0 0,0 0-1 0 0,1 0 1 0 0,-1 0 0 0 0,0 0 0 0 0,-1 0 0 0 0,1 1 0 0 0,0-1 0 0 0,0 0 0 0 0,0 0 0 0 0,0 1 0 0 0,0-1 0 0 0,-1 1 0 0 0,1-1 0 0 0,0 1 0 0 0,-1 0 0 0 0,1-1 0 0 0,0 1 0 0 0,-1 0-1 0 0,1 0 1 0 0,0 0 0 0 0,-1 0 0 0 0,1 0 0 0 0,0 0 0 0 0,-1 0 0 0 0,1 0 0 0 0,0 1 0 0 0,-1-1 0 0 0,1 1 0 0 0,0-1 0 0 0,0 1 0 0 0,-1-1 0 0 0,-1 2 0 0 0,0 0-450 0 0,0 0 0 0 0,0 0 0 0 0,0 0 0 0 0,1 1 0 0 0,-1-1 0 0 0,1 1 0 0 0,-1 0 1 0 0,1-1-1 0 0,0 1 0 0 0,-3 5 0 0 0,5-6 215 0 0,-1-1-1 0 0,1 0 1 0 0,0 0 0 0 0,0 0 0 0 0,0 0 0 0 0,0 0-1 0 0,0 1 1 0 0,0-1 0 0 0,0 0 0 0 0,0 0-1 0 0,0 0 1 0 0,0 0 0 0 0,1 0 0 0 0,-1 0-1 0 0,0 1 1 0 0,1-1 0 0 0,-1 0 0 0 0,1 0-1 0 0,-1 0 1 0 0,1 0 0 0 0,0 0 0 0 0,-1 0-1 0 0,3 1 1 0 0</inkml:trace>
</inkml:ink>
</file>

<file path=ppt/ink/ink2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4:16.3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174 193 2580 0 0,'7'-4'2079'0'0,"0"0"0"0"0,0-1-1 0 0,-1 0 1 0 0,0-1-1 0 0,11-11 1 0 0,-2-7 2310 0 0,-18 26-4191 0 0,-5 3-132 0 0,0 0-1 0 0,1 1 1 0 0,0 0-1 0 0,-1 0 1 0 0,2 1-1 0 0,-1 0 1 0 0,1 0 0 0 0,0 1-1 0 0,-5 9 1 0 0,-3 6 4 0 0,0 0 0 0 0,-11 29 1 0 0,24-50-67 0 0,-10 23 79 0 0,-13 47-1 0 0,22-66-40 0 0,0 1-1 0 0,1-1 1 0 0,0 1-1 0 0,0-1 1 0 0,0 1 0 0 0,1 0-1 0 0,0-1 1 0 0,1 1 0 0 0,-1 0-1 0 0,1-1 1 0 0,1 1 0 0 0,-1-1-1 0 0,4 8 1 0 0,-5-11-10 0 0,1-1 0 0 0,1 0 0 0 0,-1 0 0 0 0,0 0 0 0 0,0 0 0 0 0,1 0 0 0 0,-1-1 0 0 0,1 1 1 0 0,0 0-1 0 0,-1-1 0 0 0,1 1 0 0 0,0-1 0 0 0,0 0 0 0 0,0 1 0 0 0,0-1 0 0 0,0 0 0 0 0,0 0 0 0 0,5 1 0 0 0,-4-1 7 0 0,1-1-1 0 0,0 1 1 0 0,-1-1-1 0 0,1 0 1 0 0,-1 0-1 0 0,1 0 1 0 0,0-1-1 0 0,-1 1 1 0 0,1-1-1 0 0,-1 0 1 0 0,5-1-1 0 0,0-1 1 0 0,0-1 0 0 0,0 0-1 0 0,0 0 1 0 0,-1 0 0 0 0,1-1-1 0 0,-1 0 1 0 0,0-1 0 0 0,-1 0-1 0 0,8-8 1 0 0,0-1 13 0 0,-2-1 0 0 0,0 0 0 0 0,-1-1-1 0 0,-1 0 1 0 0,0-1 0 0 0,-2 0 0 0 0,13-37 0 0 0,-19 48-109 0 0,0 0 0 0 0,0-1 0 0 0,-1 1 0 0 0,0-1-1 0 0,-1 1 1 0 0,0-1 0 0 0,0 1 0 0 0,0-1 0 0 0,-1 1 0 0 0,0-1 0 0 0,-1 1 0 0 0,1 0 0 0 0,-1-1 0 0 0,-1 1 0 0 0,1 0 0 0 0,-1 0 0 0 0,-1 0 0 0 0,1 1 0 0 0,-1-1 0 0 0,0 1 0 0 0,-1 0 0 0 0,1 0 0 0 0,-1 0 0 0 0,-6-4 0 0 0,-1-1-601 0 0,0 2 0 0 0,-1 0 1 0 0,1 0-1 0 0,-2 2 0 0 0,1-1 1 0 0,-23-8-1 0 0,-90-24-7869 0 0,76 27 2357 0 0</inkml:trace>
</inkml:ink>
</file>

<file path=ppt/ink/ink2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4:16.5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218 52 2768 0 0,'-213'8'13265'0'0,"209"-8"-11935"0"0,7-1-1056 0 0,9-3-195 0 0,0 0 0 0 0,-1 1 0 0 0,1 1-1 0 0,1 0 1 0 0,-1 1 0 0 0,12 0 0 0 0,11-2-29 0 0,396-22-3736 0 0,-231 17-2322 0 0,-80 2-133 0 0</inkml:trace>
</inkml:ink>
</file>

<file path=ppt/ink/ink2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4:18.1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0 382 1368 0 0,'1'-15'1509'0'0,"0"0"0"0"0,1 0 0 0 0,0 0 0 0 0,1 0 0 0 0,1 1 0 0 0,7-20 0 0 0,-8 25-1291 0 0,1 1 0 0 0,-1 0 0 0 0,2 0 0 0 0,-1 1 0 0 0,1-1 0 0 0,0 1 0 0 0,1 0 0 0 0,0 0 0 0 0,0 1 0 0 0,0-1 0 0 0,1 1 0 0 0,8-5 0 0 0,-12 9-194 0 0,1-1-1 0 0,0 1 1 0 0,0 1 0 0 0,0-1 0 0 0,0 0 0 0 0,0 1-1 0 0,0 0 1 0 0,1 0 0 0 0,-1 0 0 0 0,0 1 0 0 0,1-1 0 0 0,-1 1-1 0 0,0 0 1 0 0,1 0 0 0 0,-1 1 0 0 0,0-1 0 0 0,1 1 0 0 0,-1 0-1 0 0,0 0 1 0 0,0 1 0 0 0,0-1 0 0 0,0 1 0 0 0,0 0 0 0 0,0 0-1 0 0,0 0 1 0 0,0 0 0 0 0,5 6 0 0 0,-4-5-9 0 0,-1 1 0 0 0,0 0 0 0 0,0 0 0 0 0,0 1 1 0 0,-1-1-1 0 0,1 1 0 0 0,-1 0 0 0 0,0 0 0 0 0,-1 0 0 0 0,1 0 0 0 0,-1 1 0 0 0,0-1 0 0 0,0 1 1 0 0,0-1-1 0 0,-1 1 0 0 0,0-1 0 0 0,0 1 0 0 0,-1 0 0 0 0,1 0 0 0 0,-2 8 0 0 0,-2 3 68 0 0,-1 1-1 0 0,-1-1 0 0 0,0 0 0 0 0,-2-1 0 0 0,0 1 0 0 0,0-1 1 0 0,-13 18-1 0 0,14-27 739 0 0,6-16-602 0 0,7-18-149 0 0,9 2-68 0 0,0 0 1 0 0,1 1-1 0 0,2 1 1 0 0,0 0-1 0 0,2 2 1 0 0,0 0-1 0 0,1 2 0 0 0,1 0 1 0 0,1 1-1 0 0,1 2 1 0 0,0 0-1 0 0,1 2 1 0 0,47-19-1 0 0,-66 30-13 0 0,1 0 1 0 0,1 1-1 0 0,-1 0 0 0 0,0 0 1 0 0,0 1-1 0 0,1 0 0 0 0,-1 1 1 0 0,1 0-1 0 0,8 1 0 0 0,-14-1 15 0 0,0 1 0 0 0,0 0-1 0 0,0-1 1 0 0,0 1-1 0 0,-1 0 1 0 0,1 0 0 0 0,0 1-1 0 0,-1-1 1 0 0,1 0-1 0 0,-1 1 1 0 0,1 0-1 0 0,-1-1 1 0 0,1 1 0 0 0,-1 0-1 0 0,0 0 1 0 0,0 1-1 0 0,0-1 1 0 0,0 0-1 0 0,-1 1 1 0 0,1-1 0 0 0,-1 1-1 0 0,1-1 1 0 0,-1 1-1 0 0,0 0 1 0 0,0-1 0 0 0,0 1-1 0 0,0 0 1 0 0,0 4-1 0 0,1 2 11 0 0,-1 0 0 0 0,-1 0 1 0 0,1 0-1 0 0,-2 0 0 0 0,1 0 0 0 0,-4 17 0 0 0,-18 53 159 0 0,15-58-750 0 0,1 2 0 0 0,-5 26 0 0 0,10-45 321 0 0,1-1-1 0 0,0 0 1 0 0,-1 0 0 0 0,1 1 0 0 0,1-1 0 0 0,-1 0 0 0 0,0 1-1 0 0,1-1 1 0 0,-1 0 0 0 0,1 0 0 0 0,0 1 0 0 0,0-1-1 0 0,0 0 1 0 0,3 4 0 0 0,-2-5 85 0 0,-1 0-1 0 0,1-1 0 0 0,-1 1 1 0 0,1-1-1 0 0,0 1 1 0 0,0-1-1 0 0,0 0 1 0 0,0 0-1 0 0,0 0 0 0 0,0 0 1 0 0,0 0-1 0 0,0 0 1 0 0,0-1-1 0 0,1 1 1 0 0,-1-1-1 0 0,0 1 0 0 0,0-1 1 0 0,0 0-1 0 0,1 0 1 0 0,-1 0-1 0 0,0 0 1 0 0,3-1-1 0 0,7 0-127 0 0,1-1 1 0 0,-1-1-1 0 0,0 0 1 0 0,-1-1-1 0 0,1 0 0 0 0,-1-1 1 0 0,1 0-1 0 0,-1 0 0 0 0,16-12 1 0 0,3-4 1419 0 0,51-47 1 0 0,-51 41 933 0 0,-2-1-1 0 0,-1-2 0 0 0,30-43 1 0 0,-46 58-1344 0 0,-10 14-422 0 0,-2 3-42 0 0,-14 29 336 0 0,1-5-564 0 0,7-13-5 0 0,2 0 0 0 0,0 0 0 0 0,1 0 0 0 0,0 0 0 0 0,1 1 0 0 0,-2 21 0 0 0,4-32 2 0 0,1 1 0 0 0,0-1 0 0 0,0 1 1 0 0,0 0-1 0 0,1-1 0 0 0,-1 1 0 0 0,1-1 1 0 0,0 1-1 0 0,0-1 0 0 0,0 0 0 0 0,0 1 1 0 0,0-1-1 0 0,1 0 0 0 0,0 0 0 0 0,-1 0 1 0 0,1 0-1 0 0,0 0 0 0 0,1 0 1 0 0,-1 0-1 0 0,0-1 0 0 0,1 1 0 0 0,0-1 1 0 0,-1 1-1 0 0,1-1 0 0 0,0 0 0 0 0,0 0 1 0 0,0-1-1 0 0,1 1 0 0 0,-1-1 0 0 0,6 2 1 0 0,0 0 24 0 0,1 0 0 0 0,0-1 1 0 0,0 0-1 0 0,0-1 0 0 0,-1 0 0 0 0,1-1 1 0 0,0 0-1 0 0,0 0 0 0 0,0-1 1 0 0,0-1-1 0 0,0 0 0 0 0,0 0 1 0 0,-1 0-1 0 0,1-1 0 0 0,-1-1 1 0 0,0 0-1 0 0,0 0 0 0 0,0-1 0 0 0,0 0 1 0 0,-1 0-1 0 0,12-11 0 0 0,-7 6 8 0 0,-1-2 0 0 0,-1 0-1 0 0,0 0 1 0 0,0-1-1 0 0,-1 0 1 0 0,-1-1-1 0 0,0 0 1 0 0,-1 0 0 0 0,-1-1-1 0 0,0 0 1 0 0,-1 0-1 0 0,6-23 1 0 0,-9 26 3 0 0,2-6 50 0 0,-1 0 0 0 0,3-27 0 0 0,-7 40-93 0 0,1 1 1 0 0,-1-1-1 0 0,0 0 0 0 0,-1 1 0 0 0,1-1 1 0 0,-1 1-1 0 0,0-1 0 0 0,0 1 1 0 0,0-1-1 0 0,-1 1 0 0 0,1-1 0 0 0,-1 1 1 0 0,0 0-1 0 0,-1 0 0 0 0,-3-5 1 0 0,4 7-11 0 0,0 0 0 0 0,0 1 1 0 0,-1-1-1 0 0,1 0 1 0 0,-1 1-1 0 0,0 0 0 0 0,1 0 1 0 0,-1 0-1 0 0,0 0 1 0 0,1 0-1 0 0,-1 0 1 0 0,0 1-1 0 0,0 0 0 0 0,0-1 1 0 0,0 1-1 0 0,1 0 1 0 0,-1 0-1 0 0,0 0 1 0 0,-5 2-1 0 0,-6 0-5 0 0,1 0-1 0 0,-24 9 1 0 0,24-7-8 0 0,0 1 0 0 0,0 1 1 0 0,0 0-1 0 0,1 1 0 0 0,0 0 0 0 0,1 1 1 0 0,-1 0-1 0 0,1 1 0 0 0,1 0 0 0 0,0 1 0 0 0,0 0 1 0 0,1 1-1 0 0,-10 14 0 0 0,18-24 10 0 0,1-1-1 0 0,-1 1 1 0 0,1 0-1 0 0,0 0 1 0 0,0 0-1 0 0,-1 0 1 0 0,1 0-1 0 0,0-1 1 0 0,0 1 0 0 0,0 0-1 0 0,0 0 1 0 0,0 0-1 0 0,0 0 1 0 0,0 0-1 0 0,0 0 1 0 0,0-1-1 0 0,0 1 1 0 0,1 0-1 0 0,-1 0 1 0 0,0 0-1 0 0,0 0 1 0 0,1-1-1 0 0,-1 1 1 0 0,1 0 0 0 0,-1 0-1 0 0,1-1 1 0 0,-1 1-1 0 0,1 0 1 0 0,-1 0-1 0 0,2 0 1 0 0,-1 0-1 0 0,1 1 0 0 0,0-1 0 0 0,-1 1 1 0 0,1-1-1 0 0,0 0 0 0 0,0 0 0 0 0,0 0 1 0 0,0 0-1 0 0,3 1 0 0 0,3 0-3 0 0,0-1-1 0 0,0 0 1 0 0,0 0-1 0 0,0-1 1 0 0,0 0 0 0 0,-1 0-1 0 0,13-3 1 0 0,56-14-40 0 0,-49 10 36 0 0,54-15-69 0 0,-13 4-34 0 0,125-18 1 0 0,-186 35 98 0 0,0 0 0 0 0,-1 1 1 0 0,1 1-1 0 0,0-1 0 0 0,0 1 0 0 0,-1 0 1 0 0,1 0-1 0 0,0 1 0 0 0,-1 0 0 0 0,12 5 1 0 0,-14-5 13 0 0,0 1 1 0 0,0-1 0 0 0,0 1-1 0 0,0 0 1 0 0,-1 0 0 0 0,0 0 0 0 0,1 0-1 0 0,-1 1 1 0 0,0-1 0 0 0,-1 1-1 0 0,1 0 1 0 0,-1 0 0 0 0,1 0-1 0 0,-1 0 1 0 0,0 0 0 0 0,2 8-1 0 0,-1 2 33 0 0,0 1 0 0 0,-1-1 0 0 0,-1 1-1 0 0,0-1 1 0 0,-1 1 0 0 0,0-1 0 0 0,-2 1 0 0 0,1-1-1 0 0,-2 1 1 0 0,0-1 0 0 0,0 0 0 0 0,-2 0-1 0 0,-10 23 1 0 0,-2-1 1838 0 0,17-40-1846 0 0,1 1 1 0 0,-1-1-1 0 0,1 0 1 0 0,-1 1-1 0 0,1-1 0 0 0,0 1 1 0 0,1 0-1 0 0,-1-1 1 0 0,0 1-1 0 0,1 0 1 0 0,0 0-1 0 0,2-4 0 0 0,29-40 28 0 0,-31 44-39 0 0,21-25-30 0 0,0 0 0 0 0,2 2 0 0 0,1 1 0 0 0,1 1 0 0 0,1 2-1 0 0,1 0 1 0 0,1 2 0 0 0,55-28 0 0 0,-76 44-5 0 0,1-1-1 0 0,1 2 1 0 0,16-5 0 0 0,-24 8 11 0 0,0-1 1 0 0,0 0 0 0 0,1 1-1 0 0,-1 0 1 0 0,0 0 0 0 0,1 0-1 0 0,-1 0 1 0 0,0 0 0 0 0,0 1-1 0 0,1-1 1 0 0,-1 1 0 0 0,0 0-1 0 0,0 0 1 0 0,0 0 0 0 0,5 3-1 0 0,-6-2 14 0 0,0 0 0 0 0,0 0 0 0 0,0 0 0 0 0,0 0 0 0 0,0 0 0 0 0,-1 1 0 0 0,1-1-1 0 0,-1 1 1 0 0,0-1 0 0 0,1 1 0 0 0,-1-1 0 0 0,0 1 0 0 0,-1 0 0 0 0,1 0 0 0 0,0-1-1 0 0,-1 1 1 0 0,0 0 0 0 0,1 0 0 0 0,-1 0 0 0 0,0-1 0 0 0,-1 6 0 0 0,-1 6 30 0 0,0 0 0 0 0,-8 27 0 0 0,8-30-37 0 0,-22 58 180 0 0,16-48-1311 0 0,-10 40-1 0 0,17-61 938 0 0,1 1 0 0 0,0 0 0 0 0,0 0 0 0 0,0 0 0 0 0,0 0 0 0 0,0 0 0 0 0,0 0 0 0 0,0 0-1 0 0,0 0 1 0 0,0 0 0 0 0,0 0 0 0 0,0 0 0 0 0,1 0 0 0 0,-1 0 0 0 0,0 0 0 0 0,1 0 0 0 0,-1-1 0 0 0,1 1-1 0 0,-1 0 1 0 0,1 0 0 0 0,-1 0 0 0 0,1-1 0 0 0,-1 1 0 0 0,1 0 0 0 0,1 1 0 0 0,0-1-391 0 0,0 0 1 0 0,-1 0 0 0 0,1 0 0 0 0,0-1 0 0 0,0 1 0 0 0,0 0-1 0 0,0-1 1 0 0,0 1 0 0 0,0-1 0 0 0,3 0 0 0 0,11 1-4844 0 0</inkml:trace>
</inkml:ink>
</file>

<file path=ppt/ink/ink2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4:18.2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1 211 2364 0 0,'1'-3'3060'0'0,"19"-35"9678"0"0,1 24-11076 0 0,168-53-193 0 0,-79 31-4090 0 0,-3-8-8102 0 0,-88 36 5178 0 0</inkml:trace>
</inkml:ink>
</file>

<file path=ppt/ink/ink2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4:18.9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297 74 468 0 0,'58'-73'17584'0'0,"-63"74"-17384"0"0,-29 12-22 0 0,0 1-1 0 0,2 1 1 0 0,-54 35 0 0 0,64-37-125 0 0,-81 51 97 0 0,91-52-129 0 0,11-12-19 0 0,1 1 0 0 0,0-1 0 0 0,-1 0 0 0 0,1 1 0 0 0,0-1 0 0 0,-1 1 0 0 0,1-1 0 0 0,0 1 0 0 0,0-1 0 0 0,0 1 0 0 0,-1-1 0 0 0,1 1 0 0 0,0-1-1 0 0,0 1 1 0 0,0-1 0 0 0,0 1 0 0 0,0-1 0 0 0,0 1 0 0 0,0-1 0 0 0,0 1 0 0 0,0-1 0 0 0,0 1 0 0 0,0-1 0 0 0,0 1 0 0 0,0-1 0 0 0,1 1 0 0 0,-1-1 0 0 0,0 1 0 0 0,1 0 0 0 0,2 3 1 0 0,1-1 0 0 0,0 0 0 0 0,0-1 1 0 0,1 1-1 0 0,-1-1 0 0 0,0 1 0 0 0,1-1 1 0 0,-1-1-1 0 0,1 1 0 0 0,0-1 0 0 0,0 1 0 0 0,9 0 1 0 0,5 2 9 0 0,-3 0-25 0 0,0 1 0 0 0,-1 1 0 0 0,0 1 0 0 0,0 0 0 0 0,0 0 0 0 0,21 17 1 0 0,-32-21 26 0 0,0 0 1 0 0,-1 0 0 0 0,1 1 0 0 0,-1-1-1 0 0,0 1 1 0 0,0 0 0 0 0,0 0 0 0 0,-1 0 0 0 0,1 0-1 0 0,-1 0 1 0 0,3 9 0 0 0,-4-9 39 0 0,0-1 1 0 0,-1 1-1 0 0,1 0 0 0 0,-1 0 1 0 0,0-1-1 0 0,0 1 0 0 0,0 0 1 0 0,-1 0-1 0 0,1-1 0 0 0,-1 1 1 0 0,0 0-1 0 0,0-1 0 0 0,0 1 1 0 0,-1-1-1 0 0,1 1 0 0 0,-1-1 1 0 0,-2 5-1 0 0,-1-1 210 0 0,-1-1 0 0 0,1 1-1 0 0,-1-1 1 0 0,0 0-1 0 0,0 0 1 0 0,-1-1 0 0 0,0 1-1 0 0,0-2 1 0 0,0 1 0 0 0,-1-1-1 0 0,1 0 1 0 0,-1 0 0 0 0,0-1-1 0 0,0 0 1 0 0,0-1 0 0 0,-15 4-1 0 0,15-5-138 0 0,1 0-1 0 0,-1-1 1 0 0,1 1-1 0 0,-1-1 1 0 0,0-1 0 0 0,1 1-1 0 0,-1-1 1 0 0,1-1-1 0 0,-1 1 1 0 0,1-1-1 0 0,0-1 1 0 0,-9-3-1 0 0,-5-7-1096 0 0,20 12 827 0 0,1 0-1 0 0,-1 0 0 0 0,1 1 1 0 0,-1-1-1 0 0,0 0 0 0 0,1 0 1 0 0,0 0-1 0 0,-1 0 0 0 0,1 0 1 0 0,0 1-1 0 0,-1-1 0 0 0,1 0 1 0 0,0 0-1 0 0,0 0 1 0 0,0 0-1 0 0,-1 0 0 0 0,1 0 1 0 0,0 0-1 0 0,1 0 0 0 0,-1 0 1 0 0,0 0-1 0 0,0 0 0 0 0,0 0 1 0 0,1 0-1 0 0,-1 0 1 0 0,0 0-1 0 0,1 0 0 0 0,-1 0 1 0 0,1-1-1 0 0,2-1-580 0 0,-1-1 1 0 0,1 1-1 0 0,0 0 0 0 0,0 0 1 0 0,0 0-1 0 0,0 0 0 0 0,0 1 1 0 0,1-1-1 0 0,0 1 0 0 0,-1 0 1 0 0,8-3-1 0 0,2-2-2820 0 0,6-5-3034 0 0</inkml:trace>
</inkml:ink>
</file>

<file path=ppt/ink/ink2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4:19.1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68 59 1748 0 0,'41'-42'12838'0'0,"-24"26"-8270"0"0,-19 28-4286 0 0,0-1 0 0 0,-1 1 0 0 0,0 0 0 0 0,0-1-1 0 0,-1 0 1 0 0,-1 0 0 0 0,-8 15 0 0 0,0 3-3 0 0,9-21-234 0 0,-42 105 469 0 0,39-93-501 0 0,1 0 0 0 0,1 1 0 0 0,-4 35 0 0 0,9-53-173 0 0,0-1 0 0 0,0 1 0 0 0,0 0-1 0 0,0-1 1 0 0,0 1 0 0 0,1-1 0 0 0,-1 1 0 0 0,1-1-1 0 0,0 1 1 0 0,0-1 0 0 0,0 1 0 0 0,2 3 0 0 0,-2-5-119 0 0,0 0 1 0 0,0 0-1 0 0,0 0 1 0 0,0-1-1 0 0,0 1 1 0 0,1 0-1 0 0,-1-1 1 0 0,0 1-1 0 0,0-1 1 0 0,0 1-1 0 0,1-1 1 0 0,-1 0-1 0 0,0 1 1 0 0,0-1-1 0 0,1 0 1 0 0,-1 0-1 0 0,0 0 1 0 0,1 0-1 0 0,2 0 1 0 0,18-4-4518 0 0,-22 4 4784 0 0,20-9-7423 0 0</inkml:trace>
</inkml:ink>
</file>

<file path=ppt/ink/ink2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4:19.3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76 124 984 0 0,'-32'-101'14183'0'0,"32"99"-14104"0"0,0 1-1 0 0,-1-1 1 0 0,1 1 0 0 0,-1-1 0 0 0,0 1 0 0 0,0-1-1 0 0,1 1 1 0 0,-1 0 0 0 0,0-1 0 0 0,0 1 0 0 0,0 0-1 0 0,-2-2 1 0 0,2 2-122 0 0,1 1 0 0 0,0 0 0 0 0,-1 0 0 0 0,1-1 0 0 0,-1 1 0 0 0,1 0 0 0 0,-1 0 0 0 0,1 0 0 0 0,-1 0 0 0 0,1 0 0 0 0,-1 0 0 0 0,1 0 0 0 0,-1 0 0 0 0,1 0 0 0 0,-1 0 0 0 0,1 0 0 0 0,-1 0 0 0 0,1 0 0 0 0,-1 0 0 0 0,1 0 0 0 0,-1 0 0 0 0,1 0 0 0 0,0 1 0 0 0,-1-1 0 0 0,0 1 0 0 0,-1 0-570 0 0,0 1-1 0 0,0-1 1 0 0,0 1 0 0 0,1 0 0 0 0,-1 0 0 0 0,1 0-1 0 0,-1 0 1 0 0,1 0 0 0 0,0 0 0 0 0,0 1-1 0 0,-2 2 1 0 0</inkml:trace>
</inkml:ink>
</file>

<file path=ppt/ink/ink2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4:19.7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 0 880 0 0,'2'12'8256'0'0,"4"20"-5608"0"0,-1-7-2247 0 0,0 0 0 0 0,-2 0-1 0 0,-1 0 1 0 0,-1 1 0 0 0,-1-1 0 0 0,-5 33-1 0 0,2-41-319 0 0,-1 6 828 0 0,-1 0 0 0 0,-1 0 1 0 0,-13 33-1 0 0,15-47-418 0 0,3-7-46 0 0,-14 1 593 0 0,14-5-999 0 0,0 0 0 0 0,0 1 0 0 0,1-1 0 0 0,-1 0 0 0 0,0 0 0 0 0,1 0 0 0 0,-1 0 0 0 0,1 1 0 0 0,0-1 0 0 0,-1 0 0 0 0,1 0 0 0 0,0 0 0 0 0,0 0 0 0 0,0 0 0 0 0,1 0 0 0 0,-1 0 0 0 0,0 0 0 0 0,1 0 0 0 0,-1 0 0 0 0,1 1 0 0 0,0-1 0 0 0,1-3 0 0 0,24-48 118 0 0,-20 43-101 0 0,8-13-52 0 0,2 2 0 0 0,0 0 0 0 0,1 0 1 0 0,1 2-1 0 0,0 0 0 0 0,2 1 0 0 0,0 1 0 0 0,27-17 1 0 0,-31 24-23 0 0,-1 0 0 0 0,2 1 0 0 0,-1 1 0 0 0,29-10-1 0 0,-33 14 2 0 0,0 1-1 0 0,0 0 1 0 0,0 1-1 0 0,0 0 1 0 0,1 1-1 0 0,-1 0 0 0 0,23 2 1 0 0,-32-1 16 0 0,-1 1 0 0 0,1-1 1 0 0,0 1-1 0 0,0-1 0 0 0,0 1 0 0 0,-1 0 1 0 0,1 0-1 0 0,0 0 0 0 0,-1 0 0 0 0,1 0 1 0 0,-1 1-1 0 0,1-1 0 0 0,-1 1 0 0 0,0 0 1 0 0,0 0-1 0 0,0-1 0 0 0,0 1 0 0 0,0 1 1 0 0,0-1-1 0 0,0 0 0 0 0,-1 0 0 0 0,1 1 1 0 0,-1-1-1 0 0,1 1 0 0 0,-1-1 0 0 0,0 1 1 0 0,0 0-1 0 0,1 4 0 0 0,-1-1 18 0 0,0 1-1 0 0,-1 0 0 0 0,0 0 1 0 0,0 0-1 0 0,-1-1 0 0 0,1 1 1 0 0,-2 0-1 0 0,1 0 0 0 0,-1-1 1 0 0,-4 12-1 0 0,-4 7-18 0 0,-17 27 1 0 0,16-30-2066 0 0,-17 41 0 0 0,27-62 1887 0 0,1 0 1 0 0,-1 0-1 0 0,1 0 1 0 0,0 0-1 0 0,-1 0 1 0 0,1 0-1 0 0,0 0 0 0 0,0-1 1 0 0,0 1-1 0 0,-1 0 1 0 0,1 0-1 0 0,0 0 1 0 0,0 0-1 0 0,1 0 0 0 0,-1 0 1 0 0,0 0-1 0 0,0 0 1 0 0,0 0-1 0 0,1 0 1 0 0,-1 0-1 0 0,0 0 0 0 0,1 0 1 0 0,-1 0-1 0 0,1 0 1 0 0,-1-1-1 0 0,1 1 1 0 0,-1 0-1 0 0,1 0 0 0 0,-1-1 1 0 0,1 1-1 0 0,0 0 1 0 0,0-1-1 0 0,0 2 1 0 0,2-1-336 0 0,0 0 0 0 0,-1 0 0 0 0,1-1 0 0 0,0 1 0 0 0,0-1 1 0 0,-1 0-1 0 0,1 1 0 0 0,0-1 0 0 0,4-1 0 0 0,14 0-3046 0 0</inkml:trace>
</inkml:ink>
</file>

<file path=ppt/ink/ink2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4:20.3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941 233 852 0 0,'31'-25'3090'0'0,"-1"-1"0"0"0,-1-2-1 0 0,-1-1 1 0 0,33-45 0 0 0,-35 34-37 0 0,-26 40-3034 0 0,0 0-1 0 0,0 0 1 0 0,1-1-1 0 0,-1 1 1 0 0,0 0-1 0 0,0 0 1 0 0,0-1-1 0 0,0 1 1 0 0,0 0-1 0 0,0-1 1 0 0,0 1-1 0 0,0 0 1 0 0,0-1-1 0 0,0 1 1 0 0,0 0-1 0 0,0-1 0 0 0,0 1 1 0 0,0 0-1 0 0,0 0 1 0 0,0-1-1 0 0,0 1 1 0 0,0 0-1 0 0,0-1 1 0 0,0 1-1 0 0,-1 0 1 0 0,1-1-1 0 0,0 1 1 0 0,0 0-1 0 0,0 0 1 0 0,-1-1-1 0 0,1 1 1 0 0,0 0-1 0 0,0 0 0 0 0,0 0 1 0 0,-1-1-1 0 0,1 1 1 0 0,0 0-1 0 0,0 0 1 0 0,-1 0-1 0 0,1 0 1 0 0,0 0-1 0 0,-1-1 1 0 0,1 1-1 0 0,0 0 1 0 0,-1 0-1 0 0,1 0 1 0 0,0 0-1 0 0,0 0 1 0 0,-1 0-1 0 0,1 0 1 0 0,0 0-1 0 0,-1 0 0 0 0,1 0 1 0 0,0 0-1 0 0,-1 0 1 0 0,1 0-1 0 0,0 0 1 0 0,-1 1-1 0 0,1-1 1 0 0,-19 2 146 0 0,19-2-166 0 0,-9 2 40 0 0,0 2 0 0 0,0-1 1 0 0,0 1-1 0 0,0 0 0 0 0,1 1 1 0 0,-1 0-1 0 0,1 0 0 0 0,-11 10 1 0 0,-2 0 0 0 0,-106 81 175 0 0,109-81-190 0 0,1 1 1 0 0,1 2-1 0 0,0-1 0 0 0,-22 35 1 0 0,35-46-23 0 0,-1 0 1 0 0,1-1-1 0 0,1 1 1 0 0,-4 10 0 0 0,5-14-5 0 0,1 0 0 0 0,-1 0 0 0 0,1 0 1 0 0,0 0-1 0 0,-1 1 0 0 0,1-1 1 0 0,0 0-1 0 0,0 0 0 0 0,1 0 1 0 0,-1 0-1 0 0,0 0 0 0 0,1 0 0 0 0,-1 0 1 0 0,1 0-1 0 0,0 0 0 0 0,1 4 1 0 0,-1-5-5 0 0,0 0 1 0 0,0 0-1 0 0,1-1 1 0 0,-1 1-1 0 0,0 0 1 0 0,1 0-1 0 0,-1-1 1 0 0,0 1-1 0 0,1-1 1 0 0,-1 1-1 0 0,1-1 1 0 0,-1 0-1 0 0,1 1 1 0 0,-1-1-1 0 0,1 0 1 0 0,-1 0-1 0 0,4 0 1 0 0,26-2-65 0 0,-19-1 52 0 0,-1 0 1 0 0,0-1-1 0 0,1 0 0 0 0,-2-1 0 0 0,1 0 0 0 0,14-9 0 0 0,60-46-59 0 0,-49 33 54 0 0,-13 9 16 0 0,-16 12-50 0 0,1 0-1 0 0,-1 1 1 0 0,1 0 0 0 0,16-8-1 0 0,-22 12-12 0 0,0 3 19 0 0,0 0 47 0 0,-1 1 0 0 0,0-1 0 0 0,1 1 1 0 0,-1-1-1 0 0,0 1 0 0 0,0-1 0 0 0,-1 1 0 0 0,1-1 1 0 0,0 1-1 0 0,-1 0 0 0 0,0 0 0 0 0,0-1 0 0 0,1 1 0 0 0,-2 0 1 0 0,1 2-1 0 0,-9 49 30 0 0,6-39-19 0 0,-27 118 85 0 0,-57 155 0 0 0,-70 121 684 0 0,118-317-80 0 0,-68 120-1 0 0,89-181-246 0 0,-2-1-1 0 0,0-1 0 0 0,-2-1 1 0 0,-1-1-1 0 0,-2-1 0 0 0,0-1 1 0 0,-41 30-1 0 0,53-46-234 0 0,0-1 1 0 0,-1 0-1 0 0,0-1 0 0 0,0 0 0 0 0,-1-1 0 0 0,0-1 1 0 0,0 0-1 0 0,0-1 0 0 0,0-1 0 0 0,-1 0 1 0 0,0-1-1 0 0,-28-1 0 0 0,32-1-163 0 0,0-1-1 0 0,0-1 1 0 0,0 0-1 0 0,0 0 1 0 0,0-1-1 0 0,1-1 1 0 0,-1 0-1 0 0,1-1 1 0 0,0 0-1 0 0,0 0 1 0 0,1-1-1 0 0,-1-1 1 0 0,1 0-1 0 0,1 0 1 0 0,-1-1-1 0 0,1 0 1 0 0,-8-10-1 0 0,11 11-30 0 0,1 1-1 0 0,0-1 1 0 0,0 0-1 0 0,1 0 1 0 0,0-1 0 0 0,0 1-1 0 0,1-1 1 0 0,0 0 0 0 0,0 0-1 0 0,1 0 1 0 0,0 0-1 0 0,-1-10 1 0 0,2 7-23 0 0,1 0-1 0 0,0 0 1 0 0,1 0 0 0 0,0 0 0 0 0,1 0 0 0 0,0 0-1 0 0,0 0 1 0 0,6-12 0 0 0,4-8-270 0 0,2 2 1 0 0,1 0-1 0 0,2 1 0 0 0,1 0 1 0 0,27-31-1 0 0,4-2-1195 0 0,4 3 1 0 0,2 1-1 0 0,80-62 0 0 0,-38 45-3972 0 0,151-87 1 0 0,-194 128 1453 0 0,0 0-1762 0 0</inkml:trace>
</inkml:ink>
</file>

<file path=ppt/ink/ink2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4:20.7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30 151 616 0 0,'19'-23'4686'0'0,"0"0"1"0"0,-1-1-1 0 0,25-45 1 0 0,-42 65-3136 0 0,-11 16-1197 0 0,-13 21-341 0 0,-34 72 165 0 0,49-88-163 0 0,1 1-1 0 0,1 0 0 0 0,0 0 0 0 0,-4 25 0 0 0,9-37-53 0 0,0-1 1 0 0,1 1-1 0 0,-1-1 0 0 0,1 1 0 0 0,0-1 0 0 0,1 1 0 0 0,0 0 0 0 0,-1-1 1 0 0,2 1-1 0 0,1 4 0 0 0,-2-7-52 0 0,0-1 1 0 0,0 1 0 0 0,1-1-1 0 0,-1 1 1 0 0,1-1 0 0 0,0 0-1 0 0,0 0 1 0 0,-1 0 0 0 0,1 0-1 0 0,1 0 1 0 0,-1 0-1 0 0,0-1 1 0 0,0 1 0 0 0,1-1-1 0 0,-1 0 1 0 0,1 1 0 0 0,-1-1-1 0 0,1 0 1 0 0,-1 0-1 0 0,1-1 1 0 0,5 2 0 0 0,1-1-265 0 0,0 0 1 0 0,0-1-1 0 0,-1 0 0 0 0,1 0 1 0 0,0-1-1 0 0,0 0 1 0 0,0-1-1 0 0,-1 0 0 0 0,1 0 1 0 0,-1-1-1 0 0,13-6 1 0 0,4-2-254 0 0,0-2 0 0 0,30-21 0 0 0,-26 13 541 0 0,-1-1 1 0 0,-2-1 0 0 0,38-41 0 0 0,60-87 5935 0 0,-122 149-5744 0 0,3-5 116 0 0,2-3 425 0 0,-5 11-433 0 0,-3 7-214 0 0,-4 5 29 0 0,1 1-1 0 0,-2-1 0 0 0,-12 23 1 0 0,-3 6 18 0 0,15-29-62 0 0,-2 3 13 0 0,1 1 0 0 0,0 0 0 0 0,2 0-1 0 0,0 1 1 0 0,0 0 0 0 0,-2 28 0 0 0,7-43-99 0 0,0-1 0 0 0,0 0 1 0 0,0 1-1 0 0,0-1 0 0 0,1 0 1 0 0,-1 0-1 0 0,1 1 0 0 0,-1-1 1 0 0,1 0-1 0 0,0 0 0 0 0,0 0 1 0 0,0 0-1 0 0,0 0 0 0 0,0 0 1 0 0,0 0-1 0 0,1 0 0 0 0,-1 0 1 0 0,1 0-1 0 0,-1-1 0 0 0,1 1 1 0 0,0 0-1 0 0,-1-1 0 0 0,1 0 1 0 0,0 1-1 0 0,0-1 0 0 0,0 0 1 0 0,0 0-1 0 0,0 0 0 0 0,1 0 1 0 0,-1-1-1 0 0,0 1 0 0 0,0 0 1 0 0,0-1-1 0 0,1 0 1 0 0,-1 1-1 0 0,0-1 0 0 0,1 0 1 0 0,1 0-1 0 0,6-1-408 0 0,0 1 0 0 0,0-1 0 0 0,-1-1 1 0 0,1 0-1 0 0,-1 0 0 0 0,1-1 0 0 0,15-7 0 0 0,-5 1-1185 0 0,-1-1 0 0 0,0-1-1 0 0,30-23 1 0 0,-8-1-2417 0 0</inkml:trace>
</inkml:ink>
</file>

<file path=ppt/ink/ink2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4:20.9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238 345 164 0 0,'23'-49'3414'0'0,"-2"-1"0"0"0,-2-1-1 0 0,-3-1 1 0 0,12-61 0 0 0,-23 83-2198 0 0,-7 31-1186 0 0,1-1 0 0 0,-1 1 0 0 0,1-1 0 0 0,-1 1 0 0 0,1 0 0 0 0,-1-1 0 0 0,1 1 0 0 0,0 0 0 0 0,0 0 0 0 0,-1 0 0 0 0,1 0 0 0 0,0 0 0 0 0,-2 2 0 0 0,-21 32 97 0 0,1 1-1 0 0,-28 55 1 0 0,-27 85-40 0 0,61-135-62 0 0,3-8-66 0 0,-63 161 319 0 0,66-161-475 0 0,1 1 0 0 0,2 0 0 0 0,-6 66 0 0 0,13-91-209 0 0,1 0 0 0 0,0-1 0 0 0,0 1 1 0 0,1 0-1 0 0,1 0 0 0 0,3 14 0 0 0,-3-18-174 0 0,0-1 0 0 0,0 1 0 0 0,0-1 0 0 0,0 1 0 0 0,1-1 0 0 0,0 0 0 0 0,0 1-1 0 0,0-2 1 0 0,0 1 0 0 0,1 0 0 0 0,-1-1 0 0 0,1 1 0 0 0,5 3 0 0 0,15 8-4864 0 0</inkml:trace>
</inkml:ink>
</file>

<file path=ppt/ink/ink2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4:21.4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355 143 2288 0 0,'14'-21'3101'0'0,"-2"-1"0"0"0,-1 0 0 0 0,11-27 0 0 0,-21 48-3049 0 0,-1 0-1 0 0,1 0 1 0 0,-1 1-1 0 0,0-1 1 0 0,1 0 0 0 0,-1 0-1 0 0,0 1 1 0 0,0-1-1 0 0,0 0 1 0 0,0 0 0 0 0,1 0-1 0 0,-1 0 1 0 0,0 1-1 0 0,0-1 1 0 0,0 0 0 0 0,-1 0-1 0 0,1 0 1 0 0,0 0-1 0 0,0 1 1 0 0,0-1 0 0 0,-1 0-1 0 0,1 0 1 0 0,0 1-1 0 0,-1-1 1 0 0,1 0 0 0 0,0 0-1 0 0,-1 1 1 0 0,0-2-1 0 0,-1 1-12 0 0,1 1 0 0 0,0-1-1 0 0,-1 0 1 0 0,1 1-1 0 0,-1-1 1 0 0,1 1-1 0 0,0 0 1 0 0,-1 0 0 0 0,1-1-1 0 0,-1 1 1 0 0,1 0-1 0 0,-1 0 1 0 0,1 0 0 0 0,-3 1-1 0 0,-4 0 22 0 0,-1 1-1 0 0,1 0 1 0 0,0 0-1 0 0,-12 6 1 0 0,-11 7 3 0 0,1 2 1 0 0,1 1-1 0 0,1 1 1 0 0,0 1-1 0 0,2 2 0 0 0,0 0 1 0 0,2 2-1 0 0,0 1 1 0 0,-20 28-1 0 0,35-41-29 0 0,0 1-1 0 0,-7 17 1 0 0,14-27-25 0 0,1 0 0 0 0,-1 0 1 0 0,1 0-1 0 0,0 0 0 0 0,0 0 0 0 0,0 1 1 0 0,0-1-1 0 0,0 1 0 0 0,1-1 0 0 0,0 0 0 0 0,-1 1 1 0 0,1-1-1 0 0,1 1 0 0 0,-1-1 0 0 0,1 6 1 0 0,0-7-7 0 0,0-1 0 0 0,-1 0 1 0 0,1 1-1 0 0,0-1 0 0 0,0 0 1 0 0,-1 0-1 0 0,1 0 0 0 0,0 1 1 0 0,0-1-1 0 0,0 0 0 0 0,1 0 0 0 0,-1 0 1 0 0,0-1-1 0 0,0 1 0 0 0,0 0 1 0 0,1 0-1 0 0,-1-1 0 0 0,0 1 1 0 0,4 0-1 0 0,-2 0-5 0 0,0 0 0 0 0,0-1 0 0 0,1 0 0 0 0,-1 0 0 0 0,0 0 0 0 0,1 0 0 0 0,-1 0 0 0 0,6-2 0 0 0,3-1-21 0 0,0-1 1 0 0,0 0-1 0 0,20-10 1 0 0,25-20 189 0 0,0-2 0 0 0,92-78-1 0 0,-116 88 309 0 0,-7 10-369 0 0,-25 16-106 0 0,-1 0 0 0 0,1-1 1 0 0,-1 1-1 0 0,1 0 0 0 0,-1 0 0 0 0,1 0 0 0 0,-1 0 1 0 0,1 0-1 0 0,0 0 0 0 0,-1 0 0 0 0,1 0 0 0 0,-1 0 0 0 0,1 0 1 0 0,-1 0-1 0 0,1 0 0 0 0,-1 0 0 0 0,1 0 0 0 0,-1 0 0 0 0,1 0 1 0 0,-1 1-1 0 0,1-1 0 0 0,-1 0 0 0 0,1 0 0 0 0,-1 1 0 0 0,1-1 1 0 0,-1 0-1 0 0,1 1 0 0 0,-1-1 0 0 0,1 1 0 0 0,-1-1 0 0 0,0 0 1 0 0,1 1-1 0 0,-1-1 0 0 0,0 1 0 0 0,0-1 0 0 0,1 1 0 0 0,-1-1 1 0 0,0 1-1 0 0,0-1 0 0 0,1 1 0 0 0,-1-1 0 0 0,0 1 1 0 0,0-1-1 0 0,0 1 0 0 0,0-1 0 0 0,0 1 0 0 0,0 0 0 0 0,0-1 1 0 0,0 1-1 0 0,0-1 0 0 0,0 1 0 0 0,0-1 0 0 0,0 1 0 0 0,-1-1 1 0 0,1 1-1 0 0,0-1 0 0 0,-1 1 0 0 0,-2 21 116 0 0,-2 0 0 0 0,-11 34 1 0 0,-6 21-1009 0 0,17-26-2543 0 0,9-30-2840 0 0</inkml:trace>
</inkml:ink>
</file>

<file path=ppt/ink/ink2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4:21.7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0 290 2644 0 0,'14'-15'2142'0'0,"-4"2"-592"0"0,1 0 1 0 0,0 2-1 0 0,1-1 0 0 0,1 2 0 0 0,0-1 0 0 0,17-9 0 0 0,-28 19-1484 0 0,0 0 0 0 0,0 1 0 0 0,0-1 0 0 0,0 1 0 0 0,0 0 0 0 0,0-1 0 0 0,0 1 0 0 0,0 0 0 0 0,0 0 0 0 0,0 1-1 0 0,0-1 1 0 0,0 0 0 0 0,0 1 0 0 0,0-1 0 0 0,0 1 0 0 0,0-1 0 0 0,3 3 0 0 0,-2-2-10 0 0,1 1 0 0 0,0 0 1 0 0,0 1-1 0 0,-1-1 0 0 0,1 1 1 0 0,-1 0-1 0 0,4 3 0 0 0,-1 1 14 0 0,-1 1 0 0 0,0 0 0 0 0,0 0 0 0 0,0 0-1 0 0,-1 0 1 0 0,-1 1 0 0 0,1 0 0 0 0,-1 0 0 0 0,-1 0 0 0 0,0 0 0 0 0,0 0-1 0 0,1 18 1 0 0,-2-8 165 0 0,-1 1-1 0 0,-1 0 0 0 0,0 0 1 0 0,-1-1-1 0 0,-6 22 0 0 0,5-31 546 0 0,0 0-1 0 0,-1 0 0 0 0,0 0 0 0 0,-1-1 0 0 0,-8 15 1 0 0,12-23-616 0 0,0 0 1 0 0,0-1 0 0 0,0 1 0 0 0,-1 0 0 0 0,1 0 0 0 0,0-1 0 0 0,0 1 0 0 0,0-1 0 0 0,0 1-1 0 0,-1-1 1 0 0,1 1 0 0 0,0-1 0 0 0,0 0 0 0 0,-1 1 0 0 0,1-1 0 0 0,0 0 0 0 0,-1 0 0 0 0,1 0-1 0 0,0 0 1 0 0,-1 0 0 0 0,-1-1 0 0 0,2 1-261 0 0,1 0 133 0 0,-1 0-1 0 0,1 0 1 0 0,-1-1-1 0 0,1 1 1 0 0,-1 0-1 0 0,1 0 1 0 0,-1-1-1 0 0,1 1 1 0 0,-1 0-1 0 0,1-1 1 0 0,-1 1-1 0 0,1-1 1 0 0,0 1-1 0 0,-1 0 1 0 0,1-1-1 0 0,-1 1 0 0 0,1-1 1 0 0,0 1-1 0 0,0-1 1 0 0,-1 1-1 0 0,1-1 1 0 0,0 1-1 0 0,0-1 1 0 0,0 1-1 0 0,-1-1 1 0 0,1 0-1 0 0,0 1 1 0 0,0-1-1 0 0,0 1 1 0 0,0-2-1 0 0,0-15 462 0 0,2 7-402 0 0,1 0 0 0 0,0 0 1 0 0,1 1-1 0 0,0-1 0 0 0,0 1 0 0 0,1 0 0 0 0,0 0 0 0 0,11-13 1 0 0,57-62-477 0 0,-72 83 377 0 0,32-32-904 0 0,2 1-1 0 0,1 2 1 0 0,1 2 0 0 0,61-36 0 0 0,-40 32-2810 0 0,1 3 0 0 0,101-34 1 0 0,-116 47-1008 0 0,-1 1-2369 0 0</inkml:trace>
</inkml:ink>
</file>

<file path=ppt/ink/ink2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4:23.3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0 121 540 0 0,'4'-12'2041'0'0,"0"1"-1"0"0,8-17 1 0 0,-8 20-1590 0 0,0 1 1 0 0,1 0 0 0 0,0 0 0 0 0,0 0 0 0 0,0 1 0 0 0,1-1-1 0 0,10-7 1 0 0,-14 13-422 0 0,0 0-1 0 0,0 0 0 0 0,0 0 0 0 0,0 1 1 0 0,0-1-1 0 0,0 1 0 0 0,0-1 0 0 0,1 1 1 0 0,-1 0-1 0 0,0 0 0 0 0,0 0 0 0 0,0 0 1 0 0,1 0-1 0 0,-1 1 0 0 0,0-1 0 0 0,0 1 1 0 0,0-1-1 0 0,0 1 0 0 0,0 0 0 0 0,0 0 1 0 0,0 0-1 0 0,0 0 0 0 0,0 0 0 0 0,0 0 1 0 0,2 2-1 0 0,0 1 20 0 0,0 0 1 0 0,0 0-1 0 0,0 0 0 0 0,0 1 1 0 0,-1-1-1 0 0,0 1 0 0 0,0 0 1 0 0,0 0-1 0 0,0 1 0 0 0,-1-1 1 0 0,0 0-1 0 0,0 1 0 0 0,-1-1 1 0 0,1 1-1 0 0,-1 0 0 0 0,0-1 0 0 0,-1 1 1 0 0,1 0-1 0 0,-1 7 0 0 0,-1 2 77 0 0,0 0 0 0 0,0 0 0 0 0,-1 0 0 0 0,-1 0 0 0 0,-1-1 0 0 0,-5 17 0 0 0,2-11 191 0 0,-1-1 0 0 0,-1 0 1 0 0,-1-1-1 0 0,0 0 1 0 0,-1-1-1 0 0,-27 33 1 0 0,37-50-253 0 0,1 1 1 0 0,-1 0-1 0 0,0 0 1 0 0,0-1-1 0 0,0 1 1 0 0,0-1-1 0 0,0 1 0 0 0,0-1 1 0 0,0 1-1 0 0,0-1 1 0 0,0 1-1 0 0,0-1 1 0 0,0 0-1 0 0,0 0 1 0 0,0 1-1 0 0,0-1 1 0 0,0 0-1 0 0,0 0 1 0 0,0 0-1 0 0,-1 0 0 0 0,1 0 1 0 0,-1-1-1 0 0,1 1-97 0 0,0-1 58 0 0,0-1 0 0 0,0 1 0 0 0,0 0 0 0 0,0-1 1 0 0,1 1-1 0 0,-1-1 0 0 0,1 1 0 0 0,-1-1 0 0 0,1 1 1 0 0,-1-1-1 0 0,1 1 0 0 0,0-1 0 0 0,0 1 0 0 0,0-1 1 0 0,0-2-1 0 0,1-6-8 0 0,0 1 0 0 0,0-1 1 0 0,1 1-1 0 0,0 0 0 0 0,1-1 0 0 0,0 1 1 0 0,1 0-1 0 0,0 0 0 0 0,5-8 0 0 0,1-1-42 0 0,1 1 0 0 0,1 0-1 0 0,17-18 1 0 0,-24 28 10 0 0,2 1 0 0 0,-1 0 1 0 0,1 0-1 0 0,0 0 1 0 0,0 1-1 0 0,0 0 0 0 0,1 0 1 0 0,-1 1-1 0 0,1 0 0 0 0,0 1 1 0 0,14-5-1 0 0,-17 7 11 0 0,0 0 1 0 0,0 0-1 0 0,0 1 0 0 0,0-1 0 0 0,0 1 1 0 0,0 1-1 0 0,0-1 0 0 0,0 1 0 0 0,0-1 1 0 0,0 2-1 0 0,0-1 0 0 0,0 0 0 0 0,-1 1 1 0 0,1 0-1 0 0,0 0 0 0 0,-1 0 0 0 0,1 1 1 0 0,-1-1-1 0 0,0 1 0 0 0,0 0 0 0 0,6 6 1 0 0,-4-3 7 0 0,-1 0 0 0 0,0 0 0 0 0,-1 0 1 0 0,1 1-1 0 0,-1 0 0 0 0,0 0 0 0 0,-1 0 1 0 0,1 0-1 0 0,-2 0 0 0 0,1 1 0 0 0,-1-1 1 0 0,0 1-1 0 0,0 0 0 0 0,0 10 0 0 0,-1-4 61 0 0,0-1 0 0 0,-1 0-1 0 0,-1 0 1 0 0,0 0 0 0 0,-1 0-1 0 0,-1 0 1 0 0,-5 21 0 0 0,7-32 187 0 0,1-4-220 0 0,-1-3-25 0 0,2 1 0 0 0,-1-1 0 0 0,0 1-1 0 0,1-1 1 0 0,0 1 0 0 0,0 0-1 0 0,0-1 1 0 0,0 1 0 0 0,1 0 0 0 0,0 0-1 0 0,3-6 1 0 0,31-47-57 0 0,-24 39 21 0 0,4-7 1 0 0,2 0 0 0 0,0 1 1 0 0,2 1-1 0 0,0 1 0 0 0,2 1 0 0 0,0 0 0 0 0,38-25 0 0 0,-55 43 17 0 0,1-1 0 0 0,0 2-1 0 0,0-1 1 0 0,0 1 0 0 0,0 0 0 0 0,1 0 0 0 0,-1 0 0 0 0,0 1 0 0 0,1 0-1 0 0,-1 1 1 0 0,1-1 0 0 0,8 2 0 0 0,-12-1 11 0 0,0 0-1 0 0,0 0 1 0 0,0 1 0 0 0,0 0 0 0 0,0 0-1 0 0,0 0 1 0 0,0 0 0 0 0,-1 0 0 0 0,1 0 0 0 0,0 1-1 0 0,-1-1 1 0 0,1 1 0 0 0,-1 0 0 0 0,1-1-1 0 0,-1 1 1 0 0,0 1 0 0 0,0-1 0 0 0,0 0-1 0 0,0 0 1 0 0,0 1 0 0 0,0-1 0 0 0,0 1-1 0 0,-1 0 1 0 0,0-1 0 0 0,1 1 0 0 0,-1 0-1 0 0,1 4 1 0 0,0 0 16 0 0,-1-1-1 0 0,0 1 1 0 0,-1-1 0 0 0,0 1-1 0 0,0-1 1 0 0,0 1-1 0 0,0-1 1 0 0,-1 1-1 0 0,-3 9 1 0 0,-2 6 155 0 0,-13 30 0 0 0,12-35-852 0 0,1-1 1 0 0,0 1 0 0 0,-4 27 0 0 0,9-42 304 0 0,1 1-1 0 0,0-1 1 0 0,0 1-1 0 0,1-1 1 0 0,-1 0-1 0 0,0 1 1 0 0,1-1-1 0 0,0 1 1 0 0,-1-1-1 0 0,1 0 1 0 0,0 1-1 0 0,0-1 1 0 0,0 0-1 0 0,0 0 1 0 0,1 0-1 0 0,-1 0 0 0 0,1 0 1 0 0,-1 0-1 0 0,1 0 1 0 0,3 3-1 0 0,7 4-4587 0 0</inkml:trace>
</inkml:ink>
</file>

<file path=ppt/ink/ink2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4:24.7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293 784 1556 0 0,'8'-9'1087'0'0,"-1"0"-1"0"0,0 0 0 0 0,-1 0 1 0 0,0-1-1 0 0,-1 0 1 0 0,1 0-1 0 0,-2 0 0 0 0,0-1 1 0 0,0 0-1 0 0,-1 1 1 0 0,0-1-1 0 0,-1-1 0 0 0,0 1 1 0 0,0-12-1 0 0,-2 23-1064 0 0,0-1 0 0 0,0 1 0 0 0,0-1 0 0 0,0 0 0 0 0,0 1 0 0 0,0-1 0 0 0,0 1-1 0 0,0-1 1 0 0,0 0 0 0 0,0 1 0 0 0,-1-1 0 0 0,1 1 0 0 0,0-1 0 0 0,-1 1 0 0 0,1-1 0 0 0,0 1-1 0 0,-1-1 1 0 0,1 1 0 0 0,0-1 0 0 0,-1 1 0 0 0,1-1 0 0 0,-1 1 0 0 0,1 0 0 0 0,-1-1 0 0 0,1 1 0 0 0,-1 0-1 0 0,1-1 1 0 0,-1 1 0 0 0,1 0 0 0 0,-1 0 0 0 0,0 0 0 0 0,1-1 0 0 0,-1 1 0 0 0,1 0 0 0 0,-1 0-1 0 0,0 0 1 0 0,1 0 0 0 0,-2 0 0 0 0,-21 5 218 0 0,6 2-160 0 0,-1 1 0 0 0,2 1 0 0 0,0 0 1 0 0,0 1-1 0 0,-25 21 0 0 0,-64 69 63 0 0,89-83-118 0 0,0 0 0 0 0,1 2-1 0 0,-22 37 1 0 0,35-54-42 0 0,1 1-1 0 0,-1 0 0 0 0,1-1 1 0 0,0 1-1 0 0,0 0 0 0 0,0 0 1 0 0,1 0-1 0 0,-1 0 0 0 0,1 0 1 0 0,-1 0-1 0 0,1 0 1 0 0,0 0-1 0 0,0-1 0 0 0,0 1 1 0 0,2 6-1 0 0,-1-8-5 0 0,-1 0 1 0 0,1 0-1 0 0,0 0 0 0 0,0 0 0 0 0,0 0 1 0 0,0-1-1 0 0,0 1 0 0 0,0 0 0 0 0,0-1 0 0 0,0 1 1 0 0,0 0-1 0 0,1-1 0 0 0,-1 1 0 0 0,0-1 1 0 0,0 0-1 0 0,0 1 0 0 0,1-1 0 0 0,-1 0 1 0 0,0 0-1 0 0,0 0 0 0 0,1 0 0 0 0,-1 0 1 0 0,0 0-1 0 0,1 0 0 0 0,-1 0 0 0 0,0 0 1 0 0,3-1-1 0 0,12-6-90 0 0,0 1 1 0 0,-1-2-1 0 0,1 0 1 0 0,-1-1-1 0 0,-1 0 1 0 0,0-1-1 0 0,0-1 1 0 0,22-23-1 0 0,8-13 397 0 0,39-55 0 0 0,-78 96-203 0 0,9-13 61 0 0,-13 17-112 0 0,-5 22 21 0 0,-34 50 74 0 0,-15 31-67 0 0,46-85-60 0 0,1 0 0 0 0,0 0 1 0 0,1 1-1 0 0,-4 24 0 0 0,8-37 10 0 0,1-1 0 0 0,0 1 0 0 0,0-1 0 0 0,0 1 0 0 0,0-1 0 0 0,0 0 0 0 0,1 1 0 0 0,0-1 0 0 0,0 4 0 0 0,0-6-5 0 0,-1 0 0 0 0,1 1 0 0 0,-1-1-1 0 0,1 0 1 0 0,0 0 0 0 0,-1 0 0 0 0,1 0-1 0 0,0 0 1 0 0,0 0 0 0 0,0-1 0 0 0,0 1-1 0 0,0 0 1 0 0,-1 0 0 0 0,2-1 0 0 0,-1 1-1 0 0,0 0 1 0 0,0-1 0 0 0,0 1 0 0 0,0-1-1 0 0,0 1 1 0 0,0-1 0 0 0,0 0 0 0 0,1 0-1 0 0,-1 1 1 0 0,0-1 0 0 0,0 0-1 0 0,1 0 1 0 0,-1 0 0 0 0,2 0 0 0 0,15-3-122 0 0,0 0 0 0 0,0-1 0 0 0,-1-1 0 0 0,0 0 0 0 0,0-1 0 0 0,0-1 0 0 0,-1-1-1 0 0,0 0 1 0 0,27-19 0 0 0,5-8-727 0 0,74-68-1 0 0,-65 47 400 0 0,-3-1 0 0 0,-2-4 0 0 0,-3-1-1 0 0,72-119 1 0 0,-82 111 1489 0 0,-3-1 0 0 0,39-111 0 0 0,-69 165-699 0 0,-4 8-180 0 0,1 0-1 0 0,0 0 1 0 0,1 1 0 0 0,8-15-1 0 0,-11 22 60 0 0,-3 4-174 0 0,-6 10-17 0 0,0 0-1 0 0,1 1 1 0 0,-7 21 0 0 0,-2 2-12 0 0,-188 384 178 0 0,93-199-100 0 0,81-158-70 0 0,2 1 1 0 0,-21 76-1 0 0,46-134-9 0 0,1 1 0 0 0,1-1-1 0 0,0 1 1 0 0,0 0 0 0 0,0 0 0 0 0,1-1-1 0 0,0 1 1 0 0,2 14 0 0 0,-1-19-12 0 0,-1-1 1 0 0,1 1-1 0 0,0-1 1 0 0,0 1-1 0 0,0-1 1 0 0,0 0-1 0 0,0 1 1 0 0,1-1-1 0 0,-1 0 1 0 0,1 0-1 0 0,0 0 1 0 0,-1 0-1 0 0,1 0 1 0 0,0 0-1 0 0,0 0 1 0 0,0-1-1 0 0,0 1 1 0 0,1-1-1 0 0,-1 1 1 0 0,0-1-1 0 0,1 0 1 0 0,-1 0 0 0 0,1 0-1 0 0,-1 0 1 0 0,1-1-1 0 0,-1 1 1 0 0,1-1-1 0 0,-1 1 1 0 0,5-1-1 0 0,2 1 0 0 0,1-2-1 0 0,0 1 1 0 0,0-1-1 0 0,0 0 1 0 0,-1-1-1 0 0,1 0 1 0 0,-1-1-1 0 0,1 0 1 0 0,-1 0-1 0 0,0-1 1 0 0,9-5-1 0 0,8-6 0 0 0,-1 0 0 0 0,31-26-1 0 0,-17 10-16 0 0,-2-2 0 0 0,59-66-1 0 0,-76 75 46 0 0,-2 0-1 0 0,-1-1 1 0 0,0-1 0 0 0,-2-1-1 0 0,20-50 1 0 0,-29 63 100 0 0,-1-1 0 0 0,4-23 0 0 0,-8 33-112 0 0,-1 0 1 0 0,1 1-1 0 0,-1-1 0 0 0,0 0 0 0 0,0 0 0 0 0,0 1 1 0 0,-1-1-1 0 0,0 0 0 0 0,0 0 0 0 0,0 1 1 0 0,0-1-1 0 0,-3-4 0 0 0,3 7-20 0 0,-1 1-1 0 0,1 0 1 0 0,-1 0-1 0 0,1 0 1 0 0,-1 0-1 0 0,1 0 1 0 0,-1 1-1 0 0,1-1 1 0 0,-1 0 0 0 0,0 1-1 0 0,1-1 1 0 0,-1 1-1 0 0,0 0 1 0 0,1-1-1 0 0,-1 1 1 0 0,0 0-1 0 0,0 0 1 0 0,1 0-1 0 0,-1 0 1 0 0,0 0-1 0 0,0 1 1 0 0,1-1 0 0 0,-1 1-1 0 0,0-1 1 0 0,1 1-1 0 0,-1-1 1 0 0,0 1-1 0 0,1 0 1 0 0,-1 0-1 0 0,-2 1 1 0 0,1-1-4 0 0,-1 2-2 0 0,-7 17-2 0 0,10-18 7 0 0,0-1 1 0 0,0 1 0 0 0,1 0-1 0 0,-1 0 1 0 0,1-1 0 0 0,-1 1-1 0 0,1 0 1 0 0,0 0 0 0 0,0 0-1 0 0,0 0 1 0 0,0-1 0 0 0,0 1-1 0 0,0 0 1 0 0,0 0 0 0 0,1 0-1 0 0,-1 0 1 0 0,1-1 0 0 0,-1 1-1 0 0,1 0 1 0 0,0 1 0 0 0,2 1-13 0 0,-1 0 1 0 0,0-1-1 0 0,1 0 1 0 0,-1 0 0 0 0,1 0-1 0 0,0 0 1 0 0,0 0-1 0 0,7 4 1 0 0,0 0-53 0 0,1-1 0 0 0,0 0 0 0 0,0 0 0 0 0,0-1 0 0 0,16 4 0 0 0,0-1-135 0 0,1-1-1 0 0,0-2 1 0 0,0 0-1 0 0,54 1 1 0 0,-70-6 263 0 0,0-1 1 0 0,0 0 0 0 0,0-1 0 0 0,0 0 0 0 0,0-1 0 0 0,0 0 0 0 0,0-1 0 0 0,-1-1 0 0 0,0 1 0 0 0,1-2 0 0 0,-2 1 0 0 0,1-2 0 0 0,-1 1 0 0 0,11-11-1 0 0,5-12 489 0 0,-25 28-474 0 0,-1 0-78 0 0,0 1 0 0 0,0 0 0 0 0,0-1 0 0 0,0 1 0 0 0,-1 0 0 0 0,1-1 1 0 0,0 1-1 0 0,0 0 0 0 0,0 0 0 0 0,0-1 0 0 0,0 1 0 0 0,-1 0 0 0 0,1 0 0 0 0,0-1 0 0 0,0 1 0 0 0,0 0 1 0 0,-1 0-1 0 0,1 0 0 0 0,0-1 0 0 0,-1 1 0 0 0,1 0 0 0 0,0 0 0 0 0,0 0 0 0 0,-1 0 0 0 0,1-1 0 0 0,0 1 1 0 0,-1 0-1 0 0,1 0 0 0 0,0 0 0 0 0,-1 0 0 0 0,1 0 0 0 0,0 0 0 0 0,0 0 0 0 0,-1 0 0 0 0,1 0 1 0 0,0 0-1 0 0,-1 0 0 0 0,1 0 0 0 0,0 0 0 0 0,-1 0 0 0 0,1 1 0 0 0,0-1 0 0 0,-1 0 0 0 0,1 0 0 0 0,0 0 1 0 0,0 0-1 0 0,-1 1 0 0 0,-18 8 20 0 0,15-8-14 0 0,-9 6 9 0 0,1 0-1 0 0,0 1 1 0 0,1 0-1 0 0,0 0 1 0 0,-11 11 0 0 0,-48 54 52 0 0,63-66-58 0 0,-15 18 18 0 0,-36 52 0 0 0,51-66-23 0 0,0 1 1 0 0,1-1-1 0 0,0 1 0 0 0,1 0 1 0 0,1 1-1 0 0,0-1 1 0 0,-5 24-1 0 0,9-33-7 0 0,-1-1 1 0 0,1 0-1 0 0,0 1 1 0 0,0-1-1 0 0,0 1 1 0 0,1-1-1 0 0,-1 1 0 0 0,1-1 1 0 0,-1 0-1 0 0,1 1 1 0 0,0-1-1 0 0,-1 0 1 0 0,1 0-1 0 0,0 1 1 0 0,1-1-1 0 0,-1 0 0 0 0,0 0 1 0 0,1 0-1 0 0,1 2 1 0 0,0-1-30 0 0,1 0 0 0 0,-1-1 0 0 0,1 1 0 0 0,-1-1-1 0 0,1 0 1 0 0,0 0 0 0 0,0 0 0 0 0,0 0 0 0 0,0-1 0 0 0,5 2 0 0 0,3 0-141 0 0,1-1 1 0 0,0 0-1 0 0,0-1 0 0 0,0 0 1 0 0,0-1-1 0 0,18-3 0 0 0,-6-1-34 0 0,1-1 0 0 0,-1-1-1 0 0,0-2 1 0 0,-1 0 0 0 0,0-1-1 0 0,0-2 1 0 0,-1-1 0 0 0,0 0 0 0 0,22-18-1 0 0,-18 11 614 0 0,-2-2-1 0 0,0-1 0 0 0,-1 0 1 0 0,-2-2-1 0 0,0-1 0 0 0,32-48 0 0 0,18-35 3768 0 0,-71 106-3872 0 0,-2 6-274 0 0,0 0 0 0 0,0 0-1 0 0,-1 0 1 0 0,1 0 0 0 0,-1 0-1 0 0,0 0 1 0 0,0 0 0 0 0,0-1-1 0 0,-5 7 1 0 0,-3 5 1 0 0,-19 36 53 0 0,3 1 0 0 0,2 1 0 0 0,-22 73 0 0 0,45-124-103 0 0,0 0 0 0 0,1 0 0 0 0,-1 1 0 0 0,0-1 0 0 0,1 0 0 0 0,0 0 0 0 0,0 1 0 0 0,-1-1 0 0 0,1 0 1 0 0,0 1-1 0 0,1-1 0 0 0,-1 0 0 0 0,0 1 0 0 0,1-1 0 0 0,-1 0 0 0 0,1 0 0 0 0,0 1 0 0 0,0-1 0 0 0,0 0 0 0 0,0 0 0 0 0,0 0 1 0 0,0 0-1 0 0,0 0 0 0 0,1 0 0 0 0,-1 0 0 0 0,1-1 0 0 0,2 3 0 0 0,-1-2-275 0 0,1 0 0 0 0,0 0 0 0 0,-1-1 0 0 0,1 1 0 0 0,0-1 0 0 0,0 0 0 0 0,0 0 0 0 0,0-1 0 0 0,0 1 0 0 0,0-1 0 0 0,0 0 0 0 0,0 0 0 0 0,0 0 0 0 0,0 0 0 0 0,6-2 0 0 0,-2 0-1125 0 0,1 0-1 0 0,0 0 0 0 0,0-1 0 0 0,-1-1 0 0 0,0 1 0 0 0,9-6 1 0 0,8-6-5871 0 0</inkml:trace>
</inkml:ink>
</file>

<file path=ppt/ink/ink2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4:24.8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84 125 2836 0 0,'-12'-22'5803'0'0,"-21"-28"-1"0"0,0 6-2663 0 0,27 36-3639 0 0</inkml:trace>
</inkml:ink>
</file>

<file path=ppt/ink/ink2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4:25.1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365 0 2912 0 0,'-115'19'4968'0'0,"-128"18"7255"0"0,236-35-11126 0 0,21-2-864 0 0,40-2-1116 0 0,-28 1 323 0 0,200 9-8246 0 0,-191-5 6017 0 0,21 1-3202 0 0</inkml:trace>
</inkml:ink>
</file>

<file path=ppt/ink/ink2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4:25.4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326 41 860 0 0,'19'-6'3202'0'0,"-4"2"45"0"0,1-1 0 0 0,-1 0 0 0 0,18-10 997 0 0,-32 15-4159 0 0,-1 0-1 0 0,1 0 1 0 0,-1 0-1 0 0,1 0 1 0 0,-1-1-1 0 0,7-4 3029 0 0,-18 6-3028 0 0,0 1 1 0 0,0 0-1 0 0,0 0 0 0 0,0 1 0 0 0,1 0 0 0 0,-1 1 0 0 0,1 1 0 0 0,-14 7 1 0 0,-81 53 35 0 0,71-42-98 0 0,-58 52-1 0 0,82-65-11 0 0,0 0-1 0 0,1 0 1 0 0,0 1-1 0 0,0 0 1 0 0,1 1 0 0 0,1 0-1 0 0,0 0 1 0 0,1 1-1 0 0,-7 18 1 0 0,12-28-85 0 0,0-1 0 0 0,0 1 0 0 0,1 0 1 0 0,-1-1-1 0 0,1 1 0 0 0,0 0 0 0 0,0-1 0 0 0,0 1 0 0 0,0 0 0 0 0,0-1 0 0 0,1 1 0 0 0,-1 0 0 0 0,1-1 1 0 0,0 1-1 0 0,0-1 0 0 0,0 1 0 0 0,0-1 0 0 0,1 4 0 0 0,1-3-151 0 0,-1 0-1 0 0,1 1 1 0 0,0-1 0 0 0,0 0-1 0 0,0 0 1 0 0,0-1-1 0 0,1 1 1 0 0,-1-1 0 0 0,1 0-1 0 0,6 4 1 0 0,3 0-780 0 0,2-1 0 0 0,-1-1 0 0 0,0 0 1 0 0,1 0-1 0 0,24 1 0 0 0,7 0-3171 0 0,1-2-2038 0 0</inkml:trace>
</inkml:ink>
</file>

<file path=ppt/ink/ink2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4:26.2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507 267 1320 0 0,'29'-73'13628'0'0,"-29"73"-13601"0"0,0 0-1 0 0,0 0 1 0 0,0-1-1 0 0,0 1 1 0 0,1 0-1 0 0,-1 0 1 0 0,0 0 0 0 0,0-1-1 0 0,0 1 1 0 0,0 0-1 0 0,0 0 1 0 0,0-1-1 0 0,0 1 1 0 0,0 0-1 0 0,0 0 1 0 0,0-1 0 0 0,0 1-1 0 0,0 0 1 0 0,0 0-1 0 0,0 0 1 0 0,0-1-1 0 0,0 1 1 0 0,0 0-1 0 0,0 0 1 0 0,0-1 0 0 0,0 1-1 0 0,0 0 1 0 0,0 0-1 0 0,0-1 1 0 0,0 1-1 0 0,0 0 1 0 0,-1 0 0 0 0,1 0-1 0 0,0 0 1 0 0,0-1-1 0 0,0 1 1 0 0,0 0-1 0 0,-1 0 1 0 0,1 0-1 0 0,0 0 1 0 0,0-1 0 0 0,0 1-1 0 0,-1 0 1 0 0,1 0-1 0 0,0 0 1 0 0,0 0-1 0 0,0 0 1 0 0,-1 0 0 0 0,1 0-1 0 0,0 0 1 0 0,0 0-1 0 0,-1 0 1 0 0,1 0-1 0 0,0 0 1 0 0,0 0-1 0 0,-1 0 1 0 0,1 0 0 0 0,0 0-1 0 0,0 0 1 0 0,-1 0-1 0 0,1 0 1 0 0,0 0-1 0 0,0 0 1 0 0,0 0-1 0 0,-1 0 1 0 0,1 1 0 0 0,-1-1 4 0 0,0 0 0 0 0,-1 1 0 0 0,1-1 0 0 0,0 0 1 0 0,0 1-1 0 0,0-1 0 0 0,0 1 0 0 0,0 0 1 0 0,0-1-1 0 0,0 1 0 0 0,1 0 0 0 0,-1 0 0 0 0,0-1 1 0 0,0 1-1 0 0,0 0 0 0 0,0 1 0 0 0,0-1-15 0 0,1 0 0 0 0,-1 0 0 0 0,0 0 0 0 0,1 0 0 0 0,-1 1 0 0 0,1-1 0 0 0,-1 0 0 0 0,1 0 0 0 0,0 0 0 0 0,-1 0 0 0 0,1 1 0 0 0,0-1 0 0 0,0 0 0 0 0,0 0 0 0 0,0 0 0 0 0,0 1 0 0 0,0-1 0 0 0,0 0 0 0 0,1 0 0 0 0,-1 0 0 0 0,0 1 0 0 0,1-1 0 0 0,-1 0 0 0 0,1 0 0 0 0,-1 0 0 0 0,1 0 0 0 0,-1 0 0 0 0,1 0 0 0 0,0 0 0 0 0,-1 0 0 0 0,1 0 0 0 0,0 0 0 0 0,0 0 0 0 0,0 0 0 0 0,0 0 0 0 0,0-1 0 0 0,0 1 0 0 0,0 0 0 0 0,0-1 0 0 0,0 1 0 0 0,0-1 0 0 0,0 1 0 0 0,0-1 0 0 0,1 0 0 0 0,-1 1 0 0 0,0-1 0 0 0,0 0 0 0 0,0 0 0 0 0,1 0 0 0 0,0 0 0 0 0,5 1-9 0 0,0-1 0 0 0,0 0 0 0 0,-1-1 0 0 0,1 1 0 0 0,0-1 0 0 0,0-1 0 0 0,-1 1 0 0 0,1-1 0 0 0,-1 0 0 0 0,1-1 0 0 0,-1 0 0 0 0,0 0 0 0 0,0 0 0 0 0,0-1 0 0 0,-1 1 0 0 0,1-1 0 0 0,-1-1 0 0 0,0 1 0 0 0,0-1 0 0 0,0 0 0 0 0,-1 0 0 0 0,1 0 0 0 0,-1-1 0 0 0,0 0 0 0 0,-1 1 0 0 0,0-1 0 0 0,0 0 0 0 0,4-12 0 0 0,-5 14-8 0 0,-1 3 1 0 0,0 1 0 0 0,-1-1 0 0 0,0 0-1 0 0,1 0 1 0 0,-1 0 0 0 0,1 0 0 0 0,-1 0 0 0 0,0 0 0 0 0,0 0-1 0 0,0 0 1 0 0,0-1 0 0 0,0 1 0 0 0,0 0 0 0 0,0 0 0 0 0,0 0-1 0 0,0 0 1 0 0,0-2 0 0 0,0 1-1 0 0,0 0 0 0 0,-1 0 0 0 0,1 0-1 0 0,0 0 1 0 0,0 0 0 0 0,-1 0 0 0 0,1 0 0 0 0,-1 0 0 0 0,0 0-1 0 0,0 0 1 0 0,0 0 0 0 0,0 0 0 0 0,0 1 0 0 0,0-1 0 0 0,0 0 0 0 0,0 1-1 0 0,-1-1 1 0 0,1 0 0 0 0,-3-2 0 0 0,0 2 0 0 0,1 0 0 0 0,0 1 0 0 0,-1-1 0 0 0,1 0 0 0 0,-1 1-1 0 0,1 0 1 0 0,-1 0 0 0 0,1 0 0 0 0,-1 0 0 0 0,-5 0 0 0 0,-6 1 1 0 0,0-1 1 0 0,0 2-1 0 0,0 0 0 0 0,-23 5 1 0 0,-1 3 16 0 0,0 2 1 0 0,0 1-1 0 0,1 2 1 0 0,1 1 0 0 0,-41 24-1 0 0,49-23-5 0 0,1 2 1 0 0,0 2-1 0 0,1 0 0 0 0,1 2 0 0 0,1 0 1 0 0,-34 41-1 0 0,52-55 11 0 0,0 1 1 0 0,1 0-1 0 0,0 0 0 0 0,0 0 1 0 0,-7 19-1 0 0,12-25-12 0 0,0-1 1 0 0,0 1-1 0 0,1-1 0 0 0,-1 1 0 0 0,1 0 1 0 0,-1-1-1 0 0,1 1 0 0 0,0 0 0 0 0,0-1 0 0 0,0 1 1 0 0,0 0-1 0 0,1-1 0 0 0,-1 1 0 0 0,1-1 0 0 0,-1 1 1 0 0,1 0-1 0 0,0-1 0 0 0,0 1 0 0 0,0-1 1 0 0,0 0-1 0 0,1 1 0 0 0,-1-1 0 0 0,1 0 0 0 0,-1 0 1 0 0,1 0-1 0 0,0 0 0 0 0,0 0 0 0 0,0 0 0 0 0,3 2 1 0 0,3 1-3 0 0,0 0 1 0 0,1 0-1 0 0,0-1 0 0 0,0 0 1 0 0,0 0-1 0 0,1-1 1 0 0,-1-1-1 0 0,1 1 0 0 0,-1-2 1 0 0,12 2-1 0 0,6-1-241 0 0,0-1-1 0 0,40-4 0 0 0,-5-4-529 0 0,-1-3 0 0 0,0-3-1 0 0,-1-2 1 0 0,0-3 0 0 0,73-33 0 0 0,-27 2-239 0 0,187-117 0 0 0,-271 152 1508 0 0,-1 0 0 0 0,0-1 0 0 0,0-1-1 0 0,-2-1 1 0 0,0-1 0 0 0,31-38-1 0 0,-49 55-456 0 0,0-1-1 0 0,1 0 1 0 0,-1 1-1 0 0,-1-1 0 0 0,1 0 1 0 0,0 0-1 0 0,0 0 1 0 0,-1 0-1 0 0,1 0 0 0 0,-1 0 1 0 0,1 0-1 0 0,-1 0 1 0 0,0 0-1 0 0,0 0 0 0 0,0 0 1 0 0,0 0-1 0 0,-1-2 1 0 0,1 3-35 0 0,0 0 0 0 0,0 0 0 0 0,-1 1 0 0 0,1-1 0 0 0,-1 0 0 0 0,1 1 0 0 0,0-1 1 0 0,-1 0-1 0 0,1 1 0 0 0,-1-1 0 0 0,1 1 0 0 0,-1-1 0 0 0,0 1 0 0 0,1-1 0 0 0,-1 1 0 0 0,0-1 1 0 0,1 1-1 0 0,-1-1 0 0 0,-1 1 0 0 0,0-1-2 0 0,0 1 1 0 0,0-1-1 0 0,0 1 0 0 0,0 0 1 0 0,0 0-1 0 0,0 0 0 0 0,0 0 1 0 0,0 0-1 0 0,0 0 0 0 0,-3 1 1 0 0,-1 1 3 0 0,0-1 1 0 0,0 1 0 0 0,1 0 0 0 0,-1 0-1 0 0,1 1 1 0 0,-7 4 0 0 0,9-6-9 0 0,1 1-1 0 0,0 0 1 0 0,-1 0-1 0 0,1 0 1 0 0,0 0 0 0 0,0 0-1 0 0,0 0 1 0 0,0 0-1 0 0,0 1 1 0 0,0-1 0 0 0,1 1-1 0 0,0-1 1 0 0,-1 1-1 0 0,1 0 1 0 0,0 0 0 0 0,-1 5-1 0 0,0-3 4 0 0,1 1 1 0 0,1-1-1 0 0,-1 1 0 0 0,1-1 0 0 0,0 1 1 0 0,1 0-1 0 0,-1-1 0 0 0,1 1 0 0 0,0-1 0 0 0,0 1 1 0 0,1-1-1 0 0,0 0 0 0 0,0 1 0 0 0,0-1 1 0 0,0 0-1 0 0,1 0 0 0 0,0 0 0 0 0,5 6 1 0 0,5 10 4 0 0,13 26 7 0 0,-8-16 268 0 0,16 40 1 0 0,-33-70-195 0 0,-1 1 0 0 0,1 0 0 0 0,-1 0 0 0 0,0 0 0 0 0,0 0 0 0 0,1 0 0 0 0,-1 0 0 0 0,0 0 0 0 0,-1 0 0 0 0,1 0 0 0 0,0 0 0 0 0,-1 0 0 0 0,1-1 0 0 0,-1 1 0 0 0,1 0 0 0 0,-1 0 0 0 0,0 0 0 0 0,0 0 0 0 0,0-1 0 0 0,0 1 0 0 0,0 0 0 0 0,0-1 0 0 0,0 1 0 0 0,0-1 0 0 0,-1 1 0 0 0,1-1 0 0 0,-1 0 0 0 0,-2 2 0 0 0,-2 2 79 0 0,0-1 1 0 0,0 0-1 0 0,-1 0 0 0 0,1-1 0 0 0,-14 5 0 0 0,2-2-162 0 0,-1-1 0 0 0,0-1 0 0 0,0 0 0 0 0,0-2 1 0 0,0 0-1 0 0,-1-1 0 0 0,-28-2 0 0 0,-13-9-3425 0 0,46 6 830 0 0,2 0 1 0 0,-17-8-1 0 0,3-2-5646 0 0</inkml:trace>
</inkml:ink>
</file>

<file path=ppt/ink/ink2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4:27.3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198 455 1000 0 0,'21'-20'1893'0'0,"-1"-2"0"0"0,0 0 0 0 0,-2-1 0 0 0,-1-1 0 0 0,0-1 0 0 0,-2 0 0 0 0,19-44 0 0 0,-24 36-597 0 0,-9 31-1133 0 0,-3 1-45 0 0,-1 1-101 0 0,0 0 1 0 0,0 0-1 0 0,0 1 0 0 0,1-1 0 0 0,-1 1 1 0 0,0-1-1 0 0,0 1 0 0 0,1 0 1 0 0,-1 0-1 0 0,1 0 0 0 0,-1 1 1 0 0,1-1-1 0 0,-3 2 0 0 0,-35 27 93 0 0,28-20-85 0 0,-21 17 19 0 0,0 1-1 0 0,2 2 1 0 0,1 1 0 0 0,1 2 0 0 0,2 0 0 0 0,-38 62 0 0 0,61-86-39 0 0,0-1 0 0 0,0 1 1 0 0,0-1-1 0 0,1 1 0 0 0,0 0 0 0 0,1 1 1 0 0,-2 9-1 0 0,4-15-2 0 0,0-1 1 0 0,-1 1 0 0 0,1-1-1 0 0,1 1 1 0 0,-1 0-1 0 0,0-1 1 0 0,1 1 0 0 0,0-1-1 0 0,0 1 1 0 0,0-1-1 0 0,0 1 1 0 0,0-1-1 0 0,1 0 1 0 0,-1 0 0 0 0,1 1-1 0 0,0-1 1 0 0,0 0-1 0 0,0-1 1 0 0,1 1 0 0 0,-1 0-1 0 0,4 3 1 0 0,4 1 6 0 0,-1-1 1 0 0,1 0-1 0 0,0 0 1 0 0,0-1-1 0 0,0-1 1 0 0,1 1-1 0 0,-1-2 1 0 0,1 1-1 0 0,0-2 1 0 0,0 1-1 0 0,0-2 1 0 0,1 1-1 0 0,-1-1 1 0 0,0-1-1 0 0,1 0 0 0 0,-1-1 1 0 0,0 0-1 0 0,17-4 1 0 0,-13 2 1 0 0,0-1 1 0 0,-1 0-1 0 0,0-1 0 0 0,0-1 0 0 0,0 0 1 0 0,-1-1-1 0 0,0-1 0 0 0,0 0 1 0 0,-1 0-1 0 0,0-1 0 0 0,0-1 0 0 0,-1 0 1 0 0,15-18-1 0 0,-11 9-4 0 0,0-1 0 0 0,-2 0-1 0 0,18-38 1 0 0,-25 45-14 0 0,-1 0 0 0 0,0 0 0 0 0,-1-1 0 0 0,0 1 0 0 0,-2-1-1 0 0,1 0 1 0 0,0-25 0 0 0,-3 37 2 0 0,0 0 1 0 0,0-1-1 0 0,0 1 0 0 0,0-1 1 0 0,0 1-1 0 0,-1 0 0 0 0,1-1 1 0 0,-1 1-1 0 0,1 0 0 0 0,-1 0 1 0 0,0-1-1 0 0,0 1 0 0 0,0 0 1 0 0,0 0-1 0 0,0 0 0 0 0,-1 0 1 0 0,1 0-1 0 0,-1 0 0 0 0,1 1 1 0 0,-1-1-1 0 0,0 0 0 0 0,0 1 1 0 0,1-1-1 0 0,-1 1 0 0 0,0-1 1 0 0,0 1-1 0 0,0 0 0 0 0,-3-1 1 0 0,-1 1-1 0 0,0-1 0 0 0,0 1 0 0 0,1 0 0 0 0,-1 1 1 0 0,0 0-1 0 0,0 0 0 0 0,0 0 0 0 0,0 1 1 0 0,0-1-1 0 0,-8 4 0 0 0,-1-1 3 0 0,1 1 0 0 0,0 0 0 0 0,1 2 1 0 0,-1-1-1 0 0,1 2 0 0 0,-14 8 0 0 0,20-10-1 0 0,0-1 0 0 0,1 1 0 0 0,0 0 0 0 0,0 1 0 0 0,0-1 1 0 0,1 1-1 0 0,0 0 0 0 0,0 1 0 0 0,0-1 0 0 0,1 1 0 0 0,0 0 0 0 0,-6 15 0 0 0,9-20-1 0 0,0 0 0 0 0,0 0 0 0 0,0 1 1 0 0,1-1-1 0 0,-1 0 0 0 0,1 1 0 0 0,0-1 0 0 0,0 1 0 0 0,0-1 0 0 0,0 1 0 0 0,0-1 0 0 0,0 0 0 0 0,1 1 0 0 0,-1-1 0 0 0,1 0 0 0 0,0 1 0 0 0,0-1 0 0 0,0 0 0 0 0,1 3 0 0 0,0-3-11 0 0,0 1 0 0 0,0 0 0 0 0,0-1 0 0 0,1 1 0 0 0,-1-1 0 0 0,1 0-1 0 0,-1 0 1 0 0,1 0 0 0 0,0 0 0 0 0,0-1 0 0 0,0 1 0 0 0,4 1 0 0 0,5 1-76 0 0,0 0 1 0 0,1-1-1 0 0,0 0 0 0 0,-1-1 1 0 0,1-1-1 0 0,14 1 0 0 0,-4-2 6 0 0,-1-1-1 0 0,1-1 0 0 0,0-1 0 0 0,-1-1 1 0 0,1-1-1 0 0,-1-1 0 0 0,0-1 1 0 0,-1 0-1 0 0,0-2 0 0 0,0-1 1 0 0,0 0-1 0 0,35-26 0 0 0,-26 13 56 0 0,0-2-1 0 0,-2 0 1 0 0,-1-3-1 0 0,-1 0 1 0 0,-1-1-1 0 0,40-63 1 0 0,-25 23 397 0 0,-22 38 145 0 0,34-48-1 0 0,-50 77-488 0 0,-5 14 16 0 0,-9 33 26 0 0,-26 58-1 0 0,8-22 16 0 0,-230 706 2636 0 0,174-495-377 0 0,-92 587 1 0 0,147-705-2080 0 0,25-151-32 0 0,-1 0-1 0 0,-1 0 1 0 0,-1 0 0 0 0,-1-1-1 0 0,-15 25 1 0 0,21-40-88 0 0,-1-1 0 0 0,1 0 0 0 0,-1 0 0 0 0,0 0 0 0 0,-1-1 0 0 0,1 0 0 0 0,-1 0 0 0 0,0 0 0 0 0,0-1 0 0 0,-1 0 0 0 0,1 0 0 0 0,-15 6 0 0 0,17-9-92 0 0,-1 1 1 0 0,1-1-1 0 0,-1 0 1 0 0,0 0-1 0 0,1-1 1 0 0,-1 0-1 0 0,0 1 1 0 0,1-1-1 0 0,-1-1 1 0 0,0 1-1 0 0,1-1 1 0 0,-1 0-1 0 0,1 0 1 0 0,-1 0-1 0 0,1-1 1 0 0,-1 1-1 0 0,1-1 1 0 0,0 0-1 0 0,0 0 1 0 0,0-1-1 0 0,0 1 1 0 0,-5-5-1 0 0,2 0-28 0 0,-1 0 0 0 0,2-1 0 0 0,-1 0 0 0 0,1 0 0 0 0,0 0 0 0 0,1-1 1 0 0,0 0-1 0 0,0 0 0 0 0,1 0 0 0 0,0-1 0 0 0,1 0 0 0 0,0 1 0 0 0,-3-19 0 0 0,1 0-18 0 0,2 0 0 0 0,1 0 0 0 0,2-51 0 0 0,4 38-68 0 0,2 0-1 0 0,1 1 1 0 0,2-1 0 0 0,2 1-1 0 0,2 1 1 0 0,1 0-1 0 0,30-56 1 0 0,-6 27-231 0 0,2 2 0 0 0,3 1 0 0 0,56-63 1 0 0,-42 62-498 0 0,3 3 0 0 0,92-76 1 0 0,-94 94-1679 0 0,90-55 0 0 0,-26 39-5554 0 0,-95 49 3590 0 0,-4 2-2176 0 0</inkml:trace>
</inkml:ink>
</file>

<file path=ppt/ink/ink2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4:28.5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38 796 728 0 0,'0'0'2959'0'0,"-7"14"2486"0"0,1-1-4498 0 0,0 2 0 0 0,1-1 0 0 0,1 0 0 0 0,-4 23 0 0 0,7-33-869 0 0,1-1 1 0 0,0 0-1 0 0,-1 0 1 0 0,1 0-1 0 0,0 1 1 0 0,0-1-1 0 0,1 0 1 0 0,-1 0-1 0 0,1 0 1 0 0,0 1-1 0 0,-1-1 1 0 0,1 0 0 0 0,1 0-1 0 0,-1 0 1 0 0,0 0-1 0 0,1 0 1 0 0,0-1-1 0 0,-1 1 1 0 0,1 0-1 0 0,0-1 1 0 0,0 1-1 0 0,0-1 1 0 0,1 0-1 0 0,-1 0 1 0 0,1 0-1 0 0,-1 0 1 0 0,7 3-1 0 0,-5-3-10 0 0,0-2 0 0 0,1 1 0 0 0,0 0 0 0 0,-1-1 0 0 0,1 0 0 0 0,-1 0 0 0 0,1 0 0 0 0,-1-1-1 0 0,1 1 1 0 0,0-1 0 0 0,-1 0 0 0 0,0 0 0 0 0,1-1 0 0 0,-1 0 0 0 0,0 1 0 0 0,8-5 0 0 0,1-4-5 0 0,1 1 1 0 0,-2-2-1 0 0,1 1 0 0 0,-1-2 1 0 0,-1 0-1 0 0,19-25 1 0 0,51-89 31 0 0,-77 120-88 0 0,40-76 3 0 0,-4-2 0 0 0,-3-2 0 0 0,-4-1 1 0 0,22-96-1 0 0,-54 179-15 0 0,0-1 0 0 0,0 1 0 0 0,-1 0 0 0 0,0-1 0 0 0,1 1 0 0 0,-2-7 0 0 0,-14 17 7 0 0,4 3 3 0 0,1 0 0 0 0,0 0 0 0 0,1 1 0 0 0,-1 1 0 0 0,2 0 0 0 0,-10 16 0 0 0,5-9 2 0 0,-35 52 28 0 0,4 1-1 0 0,-64 138 0 0 0,95-179-34 0 0,-16 56 0 0 0,26-72 12 0 0,0-1 0 0 0,0 0 0 0 0,2 1 0 0 0,0 0 0 0 0,0-1 0 0 0,3 28 0 0 0,-1-36-1 0 0,0 1 0 0 0,0-1 0 0 0,1 0 0 0 0,-1 1 0 0 0,1-1-1 0 0,1 0 1 0 0,-1 0 0 0 0,1 0 0 0 0,0-1 0 0 0,0 1 0 0 0,0-1 0 0 0,0 1 0 0 0,1-1 0 0 0,7 7 0 0 0,-4-6-25 0 0,0 0 0 0 0,0 0-1 0 0,0-1 1 0 0,1 0 0 0 0,0 0 0 0 0,-1-1 0 0 0,1 0 0 0 0,17 4 0 0 0,-7-4-120 0 0,0-1-1 0 0,0 0 1 0 0,0-1 0 0 0,0-1 0 0 0,0 0 0 0 0,0-2 0 0 0,0 0-1 0 0,26-7 1 0 0,-20 2 59 0 0,0-1-1 0 0,0-2 1 0 0,0 0 0 0 0,-2-1-1 0 0,1-2 1 0 0,36-26 0 0 0,-31 16-110 0 0,0 0 0 0 0,-2-2 1 0 0,-1-1-1 0 0,26-35 1 0 0,-4-6-133 0 0,-3-2 0 0 0,-3-1 0 0 0,48-115 0 0 0,38-160 2254 0 0,-126 343-1826 0 0,-4 4-83 0 0,-5 7-14 0 0,0 0 0 0 0,1 0 1 0 0,0 1-1 0 0,0-1 0 0 0,1 1 0 0 0,-9 22 0 0 0,-2 1 7 0 0,-14 22 40 0 0,-149 277 122 0 0,141-249-141 0 0,3 2 0 0 0,-28 97 0 0 0,54-155 4 0 0,7-20 24 0 0,1-1 0 0 0,-1 1-1 0 0,1 0 1 0 0,1 0 0 0 0,-1 0 0 0 0,0 8-1 0 0,15-19 20 0 0,-5-2-70 0 0,0 0 0 0 0,0-1 0 0 0,0 0 0 0 0,-1 0 0 0 0,0 0 0 0 0,9-14 0 0 0,10-9 2 0 0,17-14-38 0 0,2 1 0 0 0,61-44-1 0 0,-87 73-1 0 0,1 0-1 0 0,1 2 0 0 0,0 1 0 0 0,1 0 0 0 0,0 1 0 0 0,0 2 0 0 0,1 0 0 0 0,43-8 0 0 0,-60 15 18 0 0,-1 0-1 0 0,1 1 0 0 0,-1 0 1 0 0,0 0-1 0 0,1 0 0 0 0,-1 1 1 0 0,1-1-1 0 0,-1 1 0 0 0,0 1 0 0 0,1-1 1 0 0,-1 1-1 0 0,0 0 0 0 0,0 0 1 0 0,0 0-1 0 0,0 1 0 0 0,7 5 1 0 0,-8-5 3 0 0,-1 0-1 0 0,0 1 1 0 0,1-1 0 0 0,-1 1-1 0 0,0 0 1 0 0,-1 0 0 0 0,1 0 0 0 0,-1 0-1 0 0,0 0 1 0 0,0 1 0 0 0,0-1 0 0 0,0 1-1 0 0,-1-1 1 0 0,0 1 0 0 0,0 0 0 0 0,0-1-1 0 0,0 1 1 0 0,-1 0 0 0 0,0 6 0 0 0,-3 31 24 0 0,-1 0 0 0 0,-3 0 0 0 0,-15 52 0 0 0,22-94-23 0 0,0 1 0 0 0,0-1 0 0 0,0 1 0 0 0,0-1 0 0 0,0 1 0 0 0,0-1 0 0 0,0 0 0 0 0,0 1 0 0 0,0-1 0 0 0,0 1 0 0 0,0-1 0 0 0,0 0 0 0 0,0 1 0 0 0,1-1 0 0 0,-1 1 0 0 0,0-1 0 0 0,0 0 0 0 0,0 1 0 0 0,1-1 0 0 0,-1 1 0 0 0,0-1 0 0 0,0 0 0 0 0,1 0 0 0 0,-1 1 0 0 0,0-1 0 0 0,1 0 0 0 0,-1 1 0 0 0,0-1 0 0 0,1 0 0 0 0,-1 0 0 0 0,0 0 0 0 0,1 1 0 0 0,-1-1 0 0 0,1 0 0 0 0,-1 0 0 0 0,1 0 0 0 0,18 1 38 0 0,1-5-133 0 0,-1-1 0 0 0,0 0 0 0 0,0-2 0 0 0,-1 0 0 0 0,0-2 0 0 0,0 0 0 0 0,29-20 0 0 0,-14 6-78 0 0,-1-1 0 0 0,55-56-1 0 0,-64 55 246 0 0,-1-1 0 0 0,-2-2 0 0 0,0 0 0 0 0,-2-1 0 0 0,17-36 0 0 0,-31 52-10 0 0,-9 8 1 0 0,4 5-61 0 0,0 0 1 0 0,-1 0-1 0 0,1 0 0 0 0,0 0 1 0 0,0 0-1 0 0,0 0 1 0 0,0 1-1 0 0,-1-1 1 0 0,1 0-1 0 0,0 1 1 0 0,0-1-1 0 0,0 1 0 0 0,-2 0 1 0 0,-8 8 10 0 0,1 0 0 0 0,1 1 0 0 0,0 0 1 0 0,0 0-1 0 0,0 1 0 0 0,2 0 0 0 0,-1 1 0 0 0,-5 12 1 0 0,6-12-10 0 0,0 0 1 0 0,1 0 0 0 0,1 1-1 0 0,0 0 1 0 0,0 0 0 0 0,2 0-1 0 0,-4 17 1 0 0,7-25 1 0 0,0 0 0 0 0,-1-1 0 0 0,1 1-1 0 0,1 0 1 0 0,-1 0 0 0 0,1 0 0 0 0,0-1 0 0 0,0 1 0 0 0,0 0 0 0 0,1-1 0 0 0,-1 1-1 0 0,1-1 1 0 0,0 0 0 0 0,1 1 0 0 0,-1-1 0 0 0,1 0 0 0 0,-1 0 0 0 0,1-1-1 0 0,1 1 1 0 0,-1 0 0 0 0,0-1 0 0 0,1 0 0 0 0,0 0 0 0 0,3 3 0 0 0,7 2-74 0 0,0 0 1 0 0,0 0 0 0 0,1-1 0 0 0,0-1 0 0 0,0-1 0 0 0,23 6 0 0 0,1-3-1734 0 0,58 5 1 0 0,-81-12 308 0 0,-1 0-1 0 0,1-2 0 0 0,24-2 1 0 0,6-6-3275 0 0</inkml:trace>
</inkml:ink>
</file>

<file path=ppt/ink/ink2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4:28.8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290 14 2584 0 0,'-105'5'5901'0'0,"-71"1"979"0"0,167-6-5716 0 0,26 1-887 0 0,31-2-409 0 0,241-16-4342 0 0,-198 13 289 0 0,-14 0-1426 0 0</inkml:trace>
</inkml:ink>
</file>

<file path=ppt/ink/ink2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4:29.5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69 404 60 0 0,'-10'9'3063'0'0,"0"0"0"0"0,-21 13 0 0 0,30-21-2599 0 0,0 0-10 0 0,-1 1 0 0 0,1-1 0 0 0,-1 1 0 0 0,1-1 0 0 0,-1 0-1 0 0,1 1 1 0 0,-1-1 0 0 0,-3 2 431 0 0,78-44-209 0 0,79-32 0 0 0,-49 26-558 0 0,120-68-33 0 0,-166 82-70 0 0,94-73 0 0 0,-145 101-34 0 0,0 0-1 0 0,0 0 1 0 0,-1 0 0 0 0,0-1-1 0 0,7-10 1 0 0,-11 14-1 0 0,-7 3 19 0 0,0-1 0 0 0,1 1-1 0 0,-1 1 1 0 0,0-1 0 0 0,1 1 0 0 0,-1 0 0 0 0,1 0-1 0 0,-1 1 1 0 0,-8 5 0 0 0,-45 34 25 0 0,52-37-19 0 0,-2 3-3 0 0,0-1-1 0 0,1 1 1 0 0,0 0-1 0 0,0 1 0 0 0,0 0 1 0 0,1 1-1 0 0,-7 12 1 0 0,10-15-4 0 0,1-1 1 0 0,0 1 0 0 0,1 0 0 0 0,-1 0 0 0 0,1 1 0 0 0,0-1 0 0 0,1 0 0 0 0,0 1 0 0 0,0-1-1 0 0,1 0 1 0 0,0 1 0 0 0,1 10 0 0 0,3 5-18 0 0,10 33-1 0 0,-9-36 51 0 0,0 0 1 0 0,3 29-1 0 0,-7-45 149 0 0,-1 0 1 0 0,0 0 0 0 0,0 1 0 0 0,-1-1-1 0 0,1 0 1 0 0,-1 0 0 0 0,0 0-1 0 0,0 0 1 0 0,0 0 0 0 0,0 0 0 0 0,-1 0-1 0 0,0 0 1 0 0,0-1 0 0 0,0 1-1 0 0,0-1 1 0 0,-3 5 0 0 0,1-4 45 0 0,0 0 0 0 0,0 0 0 0 0,-1-1-1 0 0,1 1 1 0 0,-1-1 0 0 0,0 0 0 0 0,0 0 0 0 0,0-1 0 0 0,0 1 0 0 0,-9 2 0 0 0,0-1 65 0 0,0-1 0 0 0,0 0 0 0 0,-1-1 0 0 0,1-1 0 0 0,-1 0 0 0 0,1-1 0 0 0,-1-1 0 0 0,-18-2 0 0 0,-2-3-366 0 0,0-1 0 0 0,1-2 0 0 0,-39-14 0 0 0,72 23-70 0 0,1 0 0 0 0,-1 0 1 0 0,0-1-1 0 0,1 1 0 0 0,-1 0 0 0 0,1 0 0 0 0,-1 0 1 0 0,1-1-1 0 0,-1 1 0 0 0,1 0 0 0 0,-1 0 1 0 0,1-1-1 0 0,-1 1 0 0 0,1 0 0 0 0,-1-1 1 0 0,1 1-1 0 0,0-1 0 0 0,-1 1 0 0 0,1-1 1 0 0,0 1-1 0 0,-1 0 0 0 0,1-1 0 0 0,0 1 0 0 0,-1-1 1 0 0,1 0-1 0 0,0 1 0 0 0,0-1 0 0 0,0 1 1 0 0,0-1-1 0 0,-1 1 0 0 0,1-1 0 0 0,0 1 1 0 0,0-1-1 0 0,0 0 0 0 0,0 0 0 0 0,1 0-131 0 0,0 0 0 0 0,0 0 0 0 0,0 0 0 0 0,0 0 0 0 0,0 0 0 0 0,0 0 0 0 0,0 0 0 0 0,0 0 0 0 0,1 0 0 0 0,-1 0 0 0 0,0 1 0 0 0,0-1 0 0 0,2 0 0 0 0,43-15-6824 0 0,-20 11 2057 0 0</inkml:trace>
</inkml:ink>
</file>

<file path=ppt/ink/ink2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4:29.9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421 109 3028 0 0,'3'-3'631'0'0,"0"-1"0"0"0,-1 1 1 0 0,1-1-1 0 0,-1 1 0 0 0,1-1 0 0 0,-1 0 0 0 0,0 0 0 0 0,0 0 0 0 0,-1 0 0 0 0,1 0 0 0 0,-1 0 1 0 0,0 0-1 0 0,0-1 0 0 0,-1 1 0 0 0,1 0 0 0 0,-1-1 0 0 0,0 1 0 0 0,0-1 0 0 0,0 1 0 0 0,-2-8 0 0 0,2 11-579 0 0,-1 0-1 0 0,1 0 0 0 0,-1 0 0 0 0,1 0 0 0 0,-1 0 0 0 0,1 1 0 0 0,-1-1 0 0 0,0 0 0 0 0,1 0 0 0 0,-1 0 0 0 0,0 1 0 0 0,0-1 0 0 0,0 0 0 0 0,0 1 0 0 0,0-1 0 0 0,0 0 0 0 0,0 1 0 0 0,0 0 0 0 0,0-1 0 0 0,0 1 0 0 0,0-1 0 0 0,0 1 0 0 0,0 0 1 0 0,0 0-1 0 0,0 0 0 0 0,0 0 0 0 0,0 0 0 0 0,0 0 0 0 0,0 0 0 0 0,-1 0 0 0 0,1 0 0 0 0,0 0 0 0 0,-2 1 0 0 0,-14 4 45 0 0,0 1 0 0 0,0 0 1 0 0,0 1-1 0 0,1 1 0 0 0,0 1 0 0 0,1 0 0 0 0,-26 20 1 0 0,-96 93 121 0 0,129-115-207 0 0,-13 13 30 0 0,-24 32 0 0 0,38-43-31 0 0,1-1 1 0 0,0 2-1 0 0,0-1 0 0 0,1 1 1 0 0,1-1-1 0 0,-7 20 0 0 0,10-26 2 0 0,0 0 0 0 0,0-1 0 0 0,1 1 0 0 0,0 0 0 0 0,-1 0 0 0 0,1 0 0 0 0,0-1 0 0 0,0 1 0 0 0,0 0 0 0 0,1 0 0 0 0,-1-1 0 0 0,1 1 0 0 0,-1 0 0 0 0,1 0 0 0 0,0-1 0 0 0,0 1 0 0 0,0-1-1 0 0,1 1 1 0 0,1 2 0 0 0,-1-2-44 0 0,0-1 0 0 0,1 1 0 0 0,0-1-1 0 0,-1 1 1 0 0,1-1 0 0 0,0 0-1 0 0,0 0 1 0 0,1 0 0 0 0,-1-1 0 0 0,0 1-1 0 0,0-1 1 0 0,8 2 0 0 0,0 0-230 0 0,1-1-1 0 0,0 0 1 0 0,0-1 0 0 0,0-1 0 0 0,-1 0 0 0 0,1 0 0 0 0,22-4 0 0 0,-17 0 96 0 0,-1-1-1 0 0,1-1 1 0 0,-1 0 0 0 0,-1-1 0 0 0,1-1-1 0 0,-1 0 1 0 0,0-1 0 0 0,-1-1 0 0 0,0 0 0 0 0,-1-1-1 0 0,22-23 1 0 0,5-9 1290 0 0,-3-2 0 0 0,35-55 0 0 0,-42 58-96 0 0,-29 40-772 0 0,-15 30-40 0 0,4-9-216 0 0,-43 88 212 0 0,45-89-309 0 0,1 0 0 0 0,1 0 1 0 0,1 0-1 0 0,-3 22 0 0 0,7-36-310 0 0,1 0-1 0 0,-1 1 1 0 0,1-1-1 0 0,0 0 1 0 0,0 1-1 0 0,1-1 1 0 0,0 6-1 0 0,0-9 40 0 0,-1 1 0 0 0,1-1-1 0 0,0 1 1 0 0,-1-1-1 0 0,1 1 1 0 0,0-1 0 0 0,0 1-1 0 0,0-1 1 0 0,0 0 0 0 0,0 0-1 0 0,0 1 1 0 0,0-1-1 0 0,2 1 1 0 0,17 3-8309 0 0</inkml:trace>
</inkml:ink>
</file>

<file path=ppt/ink/ink2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4:30.8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55 133 2700 0 0,'45'-98'13627'0'0,"-44"96"-13169"0"0,0 2-416 0 0,-1-1 1 0 0,1 1-1 0 0,-1 0 0 0 0,1 0 1 0 0,-1-1-1 0 0,0 1 0 0 0,1 0 1 0 0,-1 0-1 0 0,1 0 0 0 0,-1 0 1 0 0,1 0-1 0 0,-1 0 0 0 0,1-1 1 0 0,-1 1-1 0 0,1 0 1 0 0,-1 0-1 0 0,1 1 0 0 0,-1-1 1 0 0,1 0-1 0 0,0 0 0 0 0,1 5 32 0 0,0 0 1 0 0,-1 1-1 0 0,1-1 0 0 0,-1 0 0 0 0,0 1 0 0 0,-1-1 0 0 0,1 1 0 0 0,-1-1 0 0 0,0 1 0 0 0,-2 10 1 0 0,-2 9 19 0 0,-8 27 0 0 0,4-20 19 0 0,2-8 34 0 0,0-1 1 0 0,-2-1-1 0 0,0 1 0 0 0,-23 41 1 0 0,31-63-129 0 0,-1 0 0 0 0,1 0 0 0 0,-1 0 0 0 0,1 1 1 0 0,-1-2-1 0 0,0 1 0 0 0,1 0 0 0 0,-1 0 0 0 0,0 0 0 0 0,0 0 0 0 0,0 0 1 0 0,1 0-1 0 0,-1-1 0 0 0,0 1 0 0 0,0 0 0 0 0,0-1 0 0 0,0 1 1 0 0,0-1-1 0 0,0 1 0 0 0,-1-1 0 0 0,1 0 0 0 0,0 1 0 0 0,0-1 0 0 0,0 0 1 0 0,0 0-1 0 0,0 0 0 0 0,-1 1 0 0 0,1-1 0 0 0,0 0 0 0 0,0-1 1 0 0,0 1-1 0 0,-1 0 0 0 0,1-1-14 0 0,0-1 0 0 0,1 1 0 0 0,-1 0 0 0 0,0-1 0 0 0,1 1 0 0 0,0-1 0 0 0,-1 1 0 0 0,1 0 0 0 0,0-1 0 0 0,0 1 0 0 0,0-1 0 0 0,0 1 0 0 0,0-1 0 0 0,0 1 0 0 0,0-1 0 0 0,1-1 0 0 0,2-9-2 0 0,0 0 0 0 0,0 0 1 0 0,2 1-1 0 0,-1-1 1 0 0,1 1-1 0 0,1 0 1 0 0,0 1-1 0 0,1-1 1 0 0,8-9-1 0 0,2-1-25 0 0,1 0 0 0 0,0 2 1 0 0,24-19-1 0 0,-34 32 5 0 0,0-1 1 0 0,1 1-1 0 0,0 0 1 0 0,0 1-1 0 0,0 0 1 0 0,1 0-1 0 0,-1 1 0 0 0,1 0 1 0 0,0 1-1 0 0,17-4 1 0 0,-24 7 12 0 0,0 0 1 0 0,1 0 0 0 0,-1 0-1 0 0,0 0 1 0 0,1 0-1 0 0,-1 1 1 0 0,0-1-1 0 0,0 1 1 0 0,0 0-1 0 0,1 0 1 0 0,-1 0 0 0 0,0 0-1 0 0,0 1 1 0 0,0-1-1 0 0,-1 1 1 0 0,5 3-1 0 0,-3-2 5 0 0,-1 1 0 0 0,1-1 1 0 0,-1 1-1 0 0,1 0 0 0 0,-1 0 0 0 0,-1 1 0 0 0,1-1 0 0 0,0 1 0 0 0,2 7 0 0 0,0 1-1 0 0,-1 0 0 0 0,-1 1 0 0 0,0 0-1 0 0,0-1 1 0 0,-1 1 0 0 0,-1 22 0 0 0,0-5 24 0 0,-2 0 1 0 0,-2 0-1 0 0,-11 57 0 0 0,8-69 112 0 0,4-29-77 0 0,3 3-62 0 0,0 1 0 0 0,1 0 0 0 0,0-1 0 0 0,0 1 0 0 0,0 0 0 0 0,1 0 0 0 0,0 0 1 0 0,4-5-1 0 0,-4 5-1 0 0,19-33-19 0 0,2 1 1 0 0,2 1-1 0 0,49-56 1 0 0,-55 72-9 0 0,1 0 0 0 0,1 2 1 0 0,1 0-1 0 0,1 1 0 0 0,0 2 1 0 0,43-22-1 0 0,-58 33 18 0 0,0 2 0 0 0,1-1 1 0 0,-1 1-1 0 0,1 1 0 0 0,-1 0 0 0 0,1 0 1 0 0,0 0-1 0 0,0 2 0 0 0,12-1 0 0 0,-19 1 12 0 0,1 0 0 0 0,-1 1 0 0 0,0-1 0 0 0,0 1 0 0 0,0-1 0 0 0,0 1 0 0 0,0 0 0 0 0,0 0 0 0 0,-1 1 1 0 0,1-1-1 0 0,0 0 0 0 0,0 1 0 0 0,-1 0 0 0 0,1-1 0 0 0,-1 1 0 0 0,0 0 0 0 0,1 0 0 0 0,-1 1 0 0 0,0-1 0 0 0,0 0 0 0 0,0 1 0 0 0,0-1 0 0 0,-1 1 0 0 0,1 0 0 0 0,-1-1 0 0 0,0 1 0 0 0,1 0 0 0 0,-1 0 0 0 0,-1 0 0 0 0,1 0 0 0 0,0 0 0 0 0,-1 0 0 0 0,1 3 0 0 0,0 4 9 0 0,-1-1-1 0 0,0 1 0 0 0,-1-1 1 0 0,0 0-1 0 0,0 1 1 0 0,-1-1-1 0 0,-5 15 0 0 0,-28 63 37 0 0,14-40-35 0 0,6-13 4 0 0,9-22-5 0 0,1-1 0 0 0,0 1 0 0 0,-6 23 0 0 0,11-34-5 0 0,0 0 0 0 0,0 0 0 0 0,0 0 0 0 0,0 0 0 0 0,0 1 0 0 0,0-1 0 0 0,1 0 0 0 0,-1 0 0 0 0,0 0-1 0 0,1 0 1 0 0,-1 0 0 0 0,0 0 0 0 0,1 0 0 0 0,-1 0 0 0 0,1 0 0 0 0,0 0 0 0 0,-1 0 0 0 0,1 0 0 0 0,0 0-1 0 0,0 0 1 0 0,-1-1 0 0 0,1 1 0 0 0,0 0 0 0 0,0 0 0 0 0,0-1 0 0 0,0 1 0 0 0,0-1 0 0 0,0 1-1 0 0,0-1 1 0 0,0 1 0 0 0,0-1 0 0 0,0 0 0 0 0,0 1 0 0 0,1-1 0 0 0,-1 0 0 0 0,0 0 0 0 0,0 0 0 0 0,2 0-1 0 0,5 1 2 0 0,-1-1 0 0 0,1 0 0 0 0,0 0 0 0 0,11-2 0 0 0,14-4-63 0 0,0-2 1 0 0,-1-1 0 0 0,0-2 0 0 0,43-20 0 0 0,-30 9-14 0 0,-2-2 1 0 0,55-40 0 0 0,-73 46 65 0 0,-1-2 1 0 0,28-28-1 0 0,-41 35 71 0 0,0 1-1 0 0,-1-1 1 0 0,0 0 0 0 0,-1-1 0 0 0,-1-1 0 0 0,7-14 0 0 0,-14 27-57 0 0,0 1 1 0 0,-1 0-1 0 0,1-1 0 0 0,-1 1 0 0 0,1-1 0 0 0,-1 1 0 0 0,1-1 1 0 0,-1 1-1 0 0,0-1 0 0 0,0 0 0 0 0,0 1 0 0 0,0-1 0 0 0,0 1 1 0 0,0-1-1 0 0,0 1 0 0 0,0-1 0 0 0,-1 1 0 0 0,0-3 0 0 0,1 3-4 0 0,-1 0-1 0 0,0 0 0 0 0,1 1 0 0 0,-1-1 1 0 0,0 0-1 0 0,0 1 0 0 0,1-1 0 0 0,-1 1 0 0 0,0-1 1 0 0,0 1-1 0 0,0-1 0 0 0,0 1 0 0 0,0-1 1 0 0,0 1-1 0 0,0 0 0 0 0,0 0 0 0 0,0-1 1 0 0,0 1-1 0 0,0 0 0 0 0,0 0 0 0 0,-1 0 1 0 0,-5 1 2 0 0,0-1 0 0 0,0 1 0 0 0,1 0 0 0 0,-1 1 1 0 0,0 0-1 0 0,1 0 0 0 0,-8 3 0 0 0,-8 6 9 0 0,-1 1-1 0 0,1 1 0 0 0,1 1 1 0 0,1 0-1 0 0,0 2 1 0 0,0 0-1 0 0,2 1 1 0 0,0 1-1 0 0,1 1 0 0 0,-27 40 1 0 0,40-53-4 0 0,0 0 0 0 0,1-1 0 0 0,0 2 0 0 0,1-1 0 0 0,-1 0 0 0 0,1 1 0 0 0,0-1 0 0 0,0 1 0 0 0,1-1 0 0 0,-1 9 0 0 0,2-12-3 0 0,0 1 0 0 0,1-1 0 0 0,-1 1 0 0 0,1-1 0 0 0,-1 0 1 0 0,1 1-1 0 0,0-1 0 0 0,1 0 0 0 0,-1 1 0 0 0,0-1 1 0 0,1 0-1 0 0,0 0 0 0 0,-1 0 0 0 0,1-1 0 0 0,0 1 0 0 0,1 0 1 0 0,-1-1-1 0 0,0 1 0 0 0,1-1 0 0 0,-1 0 0 0 0,7 4 1 0 0,8 5-152 0 0,0-1 1 0 0,1-1-1 0 0,1-1 1 0 0,-1 0-1 0 0,1-2 1 0 0,36 8-1 0 0,-7-5-2544 0 0,82 5 0 0 0,-76-13-2028 0 0,1-4-2509 0 0</inkml:trace>
</inkml:ink>
</file>

<file path=ppt/ink/ink2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4:31.9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368 158 592 0 0,'-2'-7'1921'0'0,"0"0"1"0"0,1 0-1 0 0,0 0 0 0 0,-1-14 1 0 0,2 14-728 0 0,-1 0 1 0 0,0 0 0 0 0,0 0-1 0 0,-4-12 1 0 0,4 17-495 0 0,-3 3-426 0 0,-7 2-169 0 0,1 1 0 0 0,0 0 0 0 0,0 1 0 0 0,1 0 0 0 0,0 0 0 0 0,-1 1 0 0 0,2 0 0 0 0,-14 12 0 0 0,-66 66 473 0 0,78-73-524 0 0,-11 10 31 0 0,2 1 0 0 0,1 0 0 0 0,0 2 1 0 0,2 0-1 0 0,1 0 0 0 0,-20 45 0 0 0,33-67-71 0 0,1 0-1 0 0,0 0 1 0 0,0 1 0 0 0,1-1-1 0 0,-1 0 1 0 0,0 1-1 0 0,1-1 1 0 0,0 0 0 0 0,-1 1-1 0 0,1-1 1 0 0,0 1-1 0 0,0-1 1 0 0,0 1 0 0 0,1-1-1 0 0,-1 1 1 0 0,0-1-1 0 0,1 0 1 0 0,0 1 0 0 0,-1-1-1 0 0,1 0 1 0 0,0 1 0 0 0,0-1-1 0 0,1 0 1 0 0,-1 0-1 0 0,0 0 1 0 0,1 0 0 0 0,-1 0-1 0 0,1 0 1 0 0,0 0-1 0 0,-1-1 1 0 0,1 1 0 0 0,0-1-1 0 0,0 1 1 0 0,0-1-1 0 0,0 1 1 0 0,0-1 0 0 0,1 0-1 0 0,2 1 1 0 0,7 2 25 0 0,-1-1-1 0 0,1 0 1 0 0,0 0 0 0 0,0-1 0 0 0,0-1-1 0 0,17 0 1 0 0,-5-1-14 0 0,0-1 0 0 0,0-1 0 0 0,0-1 0 0 0,-1-1 0 0 0,1-1 0 0 0,-1-1 0 0 0,0-1 0 0 0,0-1 0 0 0,-1-1 0 0 0,0-1-1 0 0,-1-1 1 0 0,22-15 0 0 0,-27 16-12 0 0,-1-2 0 0 0,0 0 0 0 0,-1-1 0 0 0,0 0 0 0 0,-1-1 0 0 0,0 0 0 0 0,-2-1 0 0 0,0-1 0 0 0,0 0 0 0 0,-1 0 0 0 0,-1-1 0 0 0,-1 0 0 0 0,0 0 0 0 0,-2-1 0 0 0,9-33 0 0 0,-12 38 16 0 0,0 0 0 0 0,-1 0 1 0 0,-1 0-1 0 0,0 0 1 0 0,-2-17-1 0 0,1 28-28 0 0,0-1 0 0 0,0 1-1 0 0,0-1 1 0 0,-1 1 0 0 0,0-1-1 0 0,1 1 1 0 0,-1 0 0 0 0,0-1-1 0 0,0 1 1 0 0,0 0-1 0 0,-1-1 1 0 0,1 1 0 0 0,0 0-1 0 0,-1 0 1 0 0,0 0 0 0 0,1 0-1 0 0,-1 0 1 0 0,0 1 0 0 0,0-1-1 0 0,0 1 1 0 0,0-1 0 0 0,0 1-1 0 0,0-1 1 0 0,0 1-1 0 0,-1 0 1 0 0,1 0 0 0 0,0 0-1 0 0,-1 0 1 0 0,1 1 0 0 0,-1-1-1 0 0,1 1 1 0 0,-1-1 0 0 0,1 1-1 0 0,-4 0 1 0 0,-6 0-1 0 0,1 1 0 0 0,-1 0 0 0 0,1 0 1 0 0,-1 1-1 0 0,1 1 0 0 0,0 0 0 0 0,0 1 0 0 0,0 0 0 0 0,0 0 0 0 0,-11 8 1 0 0,-4 3 16 0 0,0 1 1 0 0,-39 33 0 0 0,47-34-16 0 0,1 1 0 0 0,-30 35 0 0 0,42-45 1 0 0,0 0-1 0 0,1 0 0 0 0,-1 1 0 0 0,1 0 0 0 0,1 0 1 0 0,0 0-1 0 0,0 0 0 0 0,0 0 0 0 0,1 0 0 0 0,0 1 1 0 0,0 0-1 0 0,-1 14 0 0 0,3-19-5 0 0,0 0 0 0 0,0 0-1 0 0,1 0 1 0 0,-1 0 0 0 0,1 0 0 0 0,0 0 0 0 0,0 0 0 0 0,0 0 0 0 0,0 0-1 0 0,1-1 1 0 0,-1 1 0 0 0,1 0 0 0 0,-1-1 0 0 0,1 1 0 0 0,0-1 0 0 0,3 4 0 0 0,-1-2-28 0 0,1 0 1 0 0,0-1 0 0 0,0 1-1 0 0,0-1 1 0 0,0 0 0 0 0,0-1-1 0 0,0 1 1 0 0,7 1 0 0 0,9 2-299 0 0,0 0 0 0 0,0-2 0 0 0,35 3 0 0 0,-28-5 31 0 0,0-1-1 0 0,0-2 0 0 0,0 0 0 0 0,0-2 1 0 0,-1-1-1 0 0,1-1 0 0 0,-1-1 0 0 0,0-2 1 0 0,0-1-1 0 0,-1 0 0 0 0,0-3 0 0 0,-1 0 0 0 0,0-1 1 0 0,-1-1-1 0 0,0-2 0 0 0,-1 0 0 0 0,-1-1 1 0 0,20-21-1 0 0,58-69 1185 0 0,-13 13 1016 0 0,-86 93-1894 0 0,-1 1 0 0 0,0-1 1 0 0,1 0-1 0 0,-1 1 1 0 0,1-1-1 0 0,0 1 1 0 0,-1-1-1 0 0,1 1 0 0 0,-1-1 1 0 0,1 1-1 0 0,0 0 1 0 0,-1-1-1 0 0,1 1 0 0 0,0 0 1 0 0,0-1-1 0 0,-1 1 1 0 0,1 0-1 0 0,0 0 1 0 0,0 0-1 0 0,-1-1 0 0 0,1 1 1 0 0,0 0-1 0 0,0 0 1 0 0,-1 0-1 0 0,1 0 1 0 0,0 0-1 0 0,0 1 0 0 0,-1-1 1 0 0,3 0-1 0 0,-2 1 1 0 0,0 0-1 0 0,0 1 0 0 0,0-1 0 0 0,0 0 0 0 0,0 0 0 0 0,-1 0 1 0 0,1 0-1 0 0,0 1 0 0 0,-1-1 0 0 0,1 0 0 0 0,-1 1 0 0 0,1-1 1 0 0,-1 1-1 0 0,1 1 0 0 0,1 7 38 0 0,-1 0 0 0 0,0 0 0 0 0,0 16 1 0 0,-5 28 270 0 0,-2 0 0 0 0,-3 0 1 0 0,-2-1-1 0 0,-2 0 1 0 0,-24 60-1 0 0,35-106 71 0 0,0 0-1 0 0,-1 0 0 0 0,0 0 1 0 0,0 0-1 0 0,-1 0 0 0 0,0-1 1 0 0,0 0-1 0 0,-1 0 0 0 0,1 0 1 0 0,-1 0-1 0 0,0-1 0 0 0,-1 0 1 0 0,-8 7-1 0 0,12-11 19 0 0,-1-2-11 0 0,1 1-358 0 0,0-1-1 0 0,0 0 1 0 0,1 0-1 0 0,-1 0 1 0 0,0 0-1 0 0,1 0 1 0 0,-1 0-1 0 0,1 0 1 0 0,-1-1-1 0 0,1 1 1 0 0,0 0-1 0 0,-1-1 1 0 0,1 0-1 0 0,0 1 1 0 0,0-1-1 0 0,0 1 1 0 0,0-1-1 0 0,1 0 1 0 0,-1 0-1 0 0,0 1 1 0 0,1-1-1 0 0,-1 0 1 0 0,1 0-1 0 0,-1 0 1 0 0,1 0-1 0 0,0 0 1 0 0,0-2-1 0 0,0-5-37 0 0,1 1-1 0 0,0-1 0 0 0,0 1 0 0 0,1-1 1 0 0,0 1-1 0 0,0 0 0 0 0,1 0 1 0 0,0 0-1 0 0,0 0 0 0 0,9-14 0 0 0,-5 12-225 0 0,0 0-1 0 0,1 1 1 0 0,0 0-1 0 0,0 0 0 0 0,1 0 1 0 0,20-13-1 0 0,-10 9-638 0 0,1 1 0 0 0,1 0 0 0 0,0 2 0 0 0,1 1 0 0 0,0 0 0 0 0,1 2 0 0 0,33-7 0 0 0,-7 7-2819 0 0,90-2 1 0 0,-87 7 220 0 0,-5 0-881 0 0</inkml:trace>
</inkml:ink>
</file>

<file path=ppt/ink/ink2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4:33.0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470 803 2748 0 0,'6'-3'1044'0'0,"0"0"-1"0"0,0 0 0 0 0,0-1 0 0 0,0 0 1 0 0,-1 0-1 0 0,10-8 0 0 0,-14 10-787 0 0,1 0-1 0 0,0 0 0 0 0,-1 0 0 0 0,1 0 1 0 0,-1 0-1 0 0,0 0 0 0 0,0 0 0 0 0,0 0 0 0 0,0 0 1 0 0,0-1-1 0 0,0 1 0 0 0,0 0 0 0 0,-1-1 1 0 0,1 1-1 0 0,-1 0 0 0 0,0-1 0 0 0,0 1 1 0 0,0-1-1 0 0,0 1 0 0 0,0 0 0 0 0,0-1 0 0 0,-1 1 1 0 0,1-1-1 0 0,-1-2 0 0 0,0 3-179 0 0,0 0 1 0 0,0 0-1 0 0,0 0 0 0 0,0 0 0 0 0,0-1 0 0 0,-1 2 1 0 0,1-1-1 0 0,0 0 0 0 0,-1 0 0 0 0,1 0 1 0 0,-1 1-1 0 0,0-1 0 0 0,0 1 0 0 0,0-1 0 0 0,0 1 1 0 0,1 0-1 0 0,-5-2 0 0 0,2 1-41 0 0,0 1 0 0 0,0 0 0 0 0,0 0 0 0 0,-1 0 0 0 0,1 1 0 0 0,0-1 0 0 0,0 1 0 0 0,-1 0 0 0 0,1 0 0 0 0,-7 2 0 0 0,-9 2 7 0 0,0 1 1 0 0,0 0-1 0 0,0 2 1 0 0,1 0-1 0 0,0 2 1 0 0,1 0-1 0 0,0 1 0 0 0,-18 12 1 0 0,7-1-10 0 0,1 0 0 0 0,1 2 1 0 0,-44 48-1 0 0,53-50-15 0 0,0 1 1 0 0,-16 28 0 0 0,29-42 4 0 0,0 0 1 0 0,1 0-1 0 0,0 1 1 0 0,0-1-1 0 0,1 1 0 0 0,0 0 1 0 0,1 1-1 0 0,0-1 1 0 0,0 0-1 0 0,0 12 1 0 0,2-19-17 0 0,0 1 1 0 0,0 0 0 0 0,0 0-1 0 0,1-1 1 0 0,-1 1-1 0 0,1 0 1 0 0,0-1 0 0 0,0 1-1 0 0,0 0 1 0 0,0-1-1 0 0,0 1 1 0 0,0-1 0 0 0,1 1-1 0 0,-1-1 1 0 0,1 0-1 0 0,0 0 1 0 0,0 0 0 0 0,0 0-1 0 0,0 0 1 0 0,0 0-1 0 0,0 0 1 0 0,0 0-1 0 0,0-1 1 0 0,1 1 0 0 0,-1-1-1 0 0,1 0 1 0 0,-1 0-1 0 0,1 0 1 0 0,-1 0 0 0 0,1 0-1 0 0,0 0 1 0 0,-1-1-1 0 0,1 1 1 0 0,0-1 0 0 0,4 0-1 0 0,4 1-49 0 0,0-1 0 0 0,-1-1 0 0 0,1 0 0 0 0,-1 0 0 0 0,1-1 0 0 0,-1 0 0 0 0,1-1 0 0 0,9-4 0 0 0,4-3-101 0 0,-2-1 0 0 0,1-2 0 0 0,-2 0 1 0 0,0-1-1 0 0,0-1 0 0 0,17-18 0 0 0,105-113-718 0 0,-75 63 542 0 0,-3-3 0 0 0,72-125 0 0 0,77-205 654 0 0,-177 329 27 0 0,-244 605 184 0 0,200-498-476 0 0,-15 40 82 0 0,3 1 1 0 0,2 0-1 0 0,-15 117 0 0 0,31-171-132 0 0,1 1 0 0 0,0-1 0 0 0,0 0 1 0 0,1 1-1 0 0,0-1 0 0 0,0 0 0 0 0,0 0 0 0 0,1 0 0 0 0,0 0 1 0 0,1 0-1 0 0,-1 0 0 0 0,2 0 0 0 0,-1-1 0 0 0,5 8 0 0 0,-4-10-11 0 0,0 1 0 0 0,0-1 0 0 0,0 1-1 0 0,0-1 1 0 0,1-1 0 0 0,0 1 0 0 0,0-1-1 0 0,0 1 1 0 0,0-2 0 0 0,0 1 0 0 0,1 0-1 0 0,-1-1 1 0 0,1 0 0 0 0,0 0 0 0 0,-1-1 0 0 0,1 0-1 0 0,10 1 1 0 0,1-1-3 0 0,0-1 1 0 0,1 0-1 0 0,-1-2 1 0 0,0 0-1 0 0,-1-1 1 0 0,1 0-1 0 0,0-1 1 0 0,-1-1-1 0 0,0-1 1 0 0,0-1-1 0 0,-1 0 1 0 0,22-13-1 0 0,-1-2-3 0 0,-2-2-1 0 0,-1-1 1 0 0,59-58 0 0 0,-59 49 414 0 0,-2-1 0 0 0,-1-1 0 0 0,45-70 1 0 0,-75 105-411 0 0,1 1 1 0 0,-1-1-1 0 0,1 0 1 0 0,-1 1 0 0 0,0-1-1 0 0,1 1 1 0 0,-1-1-1 0 0,0 0 1 0 0,1 1-1 0 0,-1-1 1 0 0,0 0 0 0 0,0 1-1 0 0,0-1 1 0 0,1 0-1 0 0,-1 0 1 0 0,0 1 0 0 0,0-1-1 0 0,0 0 1 0 0,0 1-1 0 0,0-1 1 0 0,0 0 0 0 0,-1 0-1 0 0,1 1 1 0 0,0-1-1 0 0,-1-1 1 0 0,1 2-2 0 0,-1 0-1 0 0,0-1 1 0 0,1 1-1 0 0,-1 0 1 0 0,0 0 0 0 0,0-1-1 0 0,1 1 1 0 0,-1 0-1 0 0,0 0 1 0 0,0 0 0 0 0,1 0-1 0 0,-1 0 1 0 0,0 0-1 0 0,0 0 1 0 0,0 0 0 0 0,1 1-1 0 0,-1-1 1 0 0,-1 1-1 0 0,-37 16 58 0 0,8 2-45 0 0,2 2 0 0 0,1 2 0 0 0,1 0 0 0 0,0 2 0 0 0,2 0 0 0 0,1 2 0 0 0,1 1 0 0 0,2 1 0 0 0,0 0 0 0 0,-23 48 0 0 0,38-64-7 0 0,0-1 1 0 0,1 1-1 0 0,-5 20 1 0 0,9-31-2 0 0,1 1-1 0 0,-1 0 1 0 0,0-1 0 0 0,1 1-1 0 0,0 0 1 0 0,-1-1 0 0 0,1 1-1 0 0,0 0 1 0 0,0-1 0 0 0,1 1-1 0 0,-1 0 1 0 0,0-1 0 0 0,1 1-1 0 0,0 0 1 0 0,0-1 0 0 0,0 1-1 0 0,0-1 1 0 0,0 1 0 0 0,0-1 0 0 0,0 0-1 0 0,1 1 1 0 0,-1-1 0 0 0,4 4-1 0 0,-3-5-1 0 0,0 0-1 0 0,0 0 1 0 0,1 0-1 0 0,-1 0 1 0 0,0 0-1 0 0,0-1 1 0 0,0 1-1 0 0,0-1 0 0 0,1 1 1 0 0,-1-1-1 0 0,0 0 1 0 0,1 0-1 0 0,-1 0 1 0 0,4 0-1 0 0,0-1-1 0 0,1 0-1 0 0,-1-1 1 0 0,1 0 0 0 0,6-2-1 0 0,40-18 11 0 0,-2-3 0 0 0,0-2 1 0 0,-2-2-1 0 0,-1-2 0 0 0,50-42 0 0 0,-30 14 39 0 0,-1-3 0 0 0,86-105 0 0 0,-118 130-101 0 0,-33 35 29 0 0,-9 11-18 0 0,6-6 21 0 0,0-1 1 0 0,0 0-1 0 0,0 1 1 0 0,1-1 0 0 0,-1 0-1 0 0,1 1 1 0 0,-1-1-1 0 0,1 1 1 0 0,0-1 0 0 0,0 1-1 0 0,0-1 1 0 0,0 1-1 0 0,1-1 1 0 0,-1 1 0 0 0,1-1-1 0 0,-1 1 1 0 0,1-1-1 0 0,0 0 1 0 0,0 1 0 0 0,2 3-1 0 0,0-3-34 0 0,-1 0 1 0 0,1 0-1 0 0,-1 0 0 0 0,1-1 0 0 0,0 1 0 0 0,0-1 1 0 0,1 1-1 0 0,-1-1 0 0 0,0 0 0 0 0,1-1 0 0 0,-1 1 1 0 0,5 1-1 0 0,5 1-51 0 0,1 0 1 0 0,-1-1-1 0 0,1 0 1 0 0,0-1-1 0 0,-1-1 0 0 0,26-1 1 0 0,-12-3 204 0 0,0-1 1 0 0,-1-2-1 0 0,0-1 0 0 0,0-1 1 0 0,37-16-1 0 0,-24 8 644 0 0,-36 15-592 0 0,-3 1-155 0 0,1 1 0 0 0,-1-1-1 0 0,1 0 1 0 0,-1 1 0 0 0,0-1 0 0 0,1 0 0 0 0,-1 0-1 0 0,1 1 1 0 0,-1-1 0 0 0,0 1 0 0 0,0-1 0 0 0,1 0-1 0 0,-1 1 1 0 0,0-1 0 0 0,0 1 0 0 0,1-1 0 0 0,-1 1-1 0 0,0-1 1 0 0,0 0 0 0 0,0 1 0 0 0,0-1 0 0 0,0 1-1 0 0,0 0 1 0 0,-52 66 118 0 0,38-52-95 0 0,0 2 0 0 0,1 0 1 0 0,1 0-1 0 0,-16 32 0 0 0,25-42-40 0 0,0 0-1 0 0,0 0 0 0 0,1 1 0 0 0,0-1 1 0 0,0 1-1 0 0,0-1 0 0 0,0 12 1 0 0,3-16-110 0 0,-1 1 1 0 0,0-1-1 0 0,1 1 1 0 0,0-1-1 0 0,0 0 1 0 0,0 1 0 0 0,0-1-1 0 0,0 0 1 0 0,1 1-1 0 0,-1-1 1 0 0,1 0-1 0 0,0 0 1 0 0,0 0 0 0 0,0-1-1 0 0,0 1 1 0 0,0 0-1 0 0,1-1 1 0 0,3 4-1 0 0,3 1-542 0 0,1 0 0 0 0,0 0 0 0 0,0-1-1 0 0,1 0 1 0 0,0-1 0 0 0,12 5 0 0 0,38 9-5242 0 0,-24-11-313 0 0</inkml:trace>
</inkml:ink>
</file>

<file path=ppt/ink/ink2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4:33.2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200 16 2824 0 0,'91'-15'10445'0'0,"-88"14"-9831"0"0,3 3 163 0 0,-5-2-730 0 0,-1 0 0 0 0,0 0-1 0 0,1 0 1 0 0,-1 0 0 0 0,1 0 0 0 0,-1 0 0 0 0,1 0-1 0 0,-1 0 1 0 0,0 0 0 0 0,1 0 0 0 0,-1 0 0 0 0,1 0-1 0 0,-1 0 1 0 0,0 0 0 0 0,1 1 0 0 0,-1-1 0 0 0,1 0 0 0 0,-1 0-1 0 0,0 0 1 0 0,1 1 0 0 0,-1-1 0 0 0,0 0 0 0 0,1 0-1 0 0,-1 1 1 0 0,0-1 0 0 0,0 0 0 0 0,1 1 0 0 0,-1 0-1 0 0,0 2 89 0 0,-1 0 0 0 0,0 0 0 0 0,0 0 0 0 0,0 0 0 0 0,0 0 0 0 0,0 0-1 0 0,0 0 1 0 0,-1-1 0 0 0,0 1 0 0 0,1 0 0 0 0,-1-1 0 0 0,0 1 0 0 0,0-1 0 0 0,-4 3-1 0 0,-41 36 754 0 0,31-28-670 0 0,-41 37 151 0 0,-31 25-628 0 0,25-30-4656 0 0,47-35 217 0 0</inkml:trace>
</inkml:ink>
</file>

<file path=ppt/ink/ink2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4:35.1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44 870 1040 0 0,'-2'2'2570'0'0,"-20"17"3472"0"0,5 2-3836 0 0,16-19-1959 0 0,0 0-171 0 0,1-1 1 0 0,0 0-1 0 0,0 0 0 0 0,0 0 1 0 0,0 1-1 0 0,0-1 0 0 0,0 0 1 0 0,0 0-1 0 0,0 0 0 0 0,1 0 1 0 0,-1 1-1 0 0,0-1 0 0 0,1 0 1 0 0,-1 0-1 0 0,1 0 0 0 0,-1 0 1 0 0,1 0-1 0 0,0 0 0 0 0,-1 0 0 0 0,1 0 1 0 0,0 0-1 0 0,0 0 0 0 0,0 0 1 0 0,0 0-1 0 0,-1-1 0 0 0,1 1 1 0 0,0 0-1 0 0,0-1 0 0 0,1 1 1 0 0,-1-1-1 0 0,0 1 0 0 0,0-1 1 0 0,0 1-1 0 0,0-1 0 0 0,0 0 1 0 0,0 1-1 0 0,1-1 0 0 0,-1 0 1 0 0,0 0-1 0 0,0 0 0 0 0,0 0 1 0 0,1 0-1 0 0,-1 0 0 0 0,0 0 0 0 0,0 0 1 0 0,2-1-1 0 0,19-2 31 0 0,0-1 0 0 0,-1-1 0 0 0,0 0 0 0 0,0-2 0 0 0,0-1 0 0 0,-1 0 0 0 0,0-1 0 0 0,0-2 0 0 0,-1 0 0 0 0,30-23 0 0 0,-7 1-113 0 0,-1-2-1 0 0,-2-1 0 0 0,47-58 0 0 0,-46 44-25 0 0,-2-1 0 0 0,-3-2 0 0 0,30-59-1 0 0,-18 16 52 0 0,35-102-1 0 0,-74 179-8 0 0,-5 12-33 0 0,0-1 0 0 0,-1 1 1 0 0,1-1-1 0 0,-1 1 0 0 0,-1-1 1 0 0,2-12-1 0 0,-21 35-86 0 0,-4 13 95 0 0,2 2-1 0 0,-24 45 1 0 0,17-27 37 0 0,-94 170 103 0 0,99-170-67 0 0,1 0-1 0 0,-24 91 1 0 0,43-132-51 0 0,0 1 0 0 0,1-1 0 0 0,0 1 1 0 0,0 0-1 0 0,1 0 0 0 0,0-1 0 0 0,0 1 0 0 0,1 0 1 0 0,0-1-1 0 0,0 1 0 0 0,1 0 0 0 0,4 12 1 0 0,-3-15-3 0 0,-1 0 0 0 0,1 0 0 0 0,1 0-1 0 0,-1 0 1 0 0,0 0 0 0 0,1-1 0 0 0,0 1 0 0 0,0-1 0 0 0,1 0 0 0 0,-1 0 0 0 0,1-1 0 0 0,0 1 0 0 0,0-1 0 0 0,0 0 0 0 0,0-1 0 0 0,0 1 0 0 0,9 2 0 0 0,-3-1-80 0 0,0-1 1 0 0,0 0-1 0 0,0-1 1 0 0,0 0 0 0 0,0-1-1 0 0,0 0 1 0 0,1-1-1 0 0,-1 0 1 0 0,0-1 0 0 0,1 0-1 0 0,12-4 1 0 0,-8 1-30 0 0,0-1 1 0 0,0-1-1 0 0,-1 0 0 0 0,0-1 1 0 0,0-1-1 0 0,26-17 0 0 0,-10 0-11 0 0,-1-1 0 0 0,-1-1 0 0 0,-1-1 0 0 0,-1-1 0 0 0,36-53-1 0 0,0-16 941 0 0,-5-2 0 0 0,79-184-1 0 0,-125 256-503 0 0,-12 26-250 0 0,-1 3-20 0 0,-8 14-34 0 0,-98 220 142 0 0,59-122-80 0 0,-141 352 507 0 0,188-462-571 0 0,-6 21 1398 0 0,7-24-1402 0 0,0 0 1 0 0,0 0-1 0 0,0 0 1 0 0,0 0-1 0 0,0 0 0 0 0,0 0 1 0 0,0 0-1 0 0,0 0 1 0 0,0 0-1 0 0,0 0 1 0 0,0 0-1 0 0,0 0 1 0 0,1 0-1 0 0,-1 0 1 0 0,0 0-1 0 0,0 0 0 0 0,0 0 1 0 0,0 0-1 0 0,0 0 1 0 0,0 0-1 0 0,0 0 1 0 0,0 0-1 0 0,0 0 1 0 0,0 0-1 0 0,0 0 1 0 0,0 0-1 0 0,0 0 0 0 0,0 0 1 0 0,0 0-1 0 0,0 0 1 0 0,0 0-1 0 0,0 0 1 0 0,1 0-1 0 0,-1 1 1 0 0,0-1-1 0 0,0 0 1 0 0,0 0-1 0 0,0 0 1 0 0,0 0-1 0 0,0 0 0 0 0,0 0 1 0 0,0 0-1 0 0,0 0 1 0 0,0 0-1 0 0,0 0 1 0 0,0 0-1 0 0,0 0 1 0 0,0 0-1 0 0,0 0 1 0 0,0 0-1 0 0,0 0 0 0 0,0 1 1 0 0,0-1-1 0 0,0 0 1 0 0,0 0-1 0 0,0 0 1 0 0,0 0-1 0 0,0 0 1 0 0,0 0-1 0 0,0 0 1 0 0,0 0-1 0 0,9-12 147 0 0,40-57-27 0 0,4 3-1 0 0,67-66 1 0 0,-100 111-149 0 0,1 1-1 0 0,1 1 0 0 0,1 0 1 0 0,0 2-1 0 0,2 1 1 0 0,51-27-1 0 0,-72 41 8 0 0,1 1-1 0 0,0-1 1 0 0,0 0-1 0 0,-1 1 1 0 0,1 0 0 0 0,0 1-1 0 0,0-1 1 0 0,0 1-1 0 0,0-1 1 0 0,0 2 0 0 0,0-1-1 0 0,0 0 1 0 0,0 1 0 0 0,0 0-1 0 0,6 2 1 0 0,-8-2 7 0 0,0 1 1 0 0,0-1-1 0 0,-1 1 1 0 0,1-1-1 0 0,-1 1 1 0 0,1 0-1 0 0,-1 0 1 0 0,0 0-1 0 0,0 0 0 0 0,0 0 1 0 0,0 1-1 0 0,0-1 1 0 0,0 1-1 0 0,0-1 1 0 0,-1 1-1 0 0,1-1 1 0 0,-1 1-1 0 0,0 0 1 0 0,0 0-1 0 0,0 0 1 0 0,0 0-1 0 0,-1 0 0 0 0,1 0 1 0 0,-1 0-1 0 0,1 6 1 0 0,-1 4 12 0 0,-1 0 0 0 0,0 0 0 0 0,-1 0 1 0 0,0 0-1 0 0,-6 19 0 0 0,-26 64 26 0 0,22-65-14 0 0,9-23-25 0 0,-3 6 5 0 0,1 0 1 0 0,1 0-1 0 0,0 1 0 0 0,-3 27 0 0 0,6-39-2 0 0,1 0-1 0 0,0 0 0 0 0,0 0 1 0 0,0 0-1 0 0,1 0 0 0 0,-1 0 0 0 0,1 0 1 0 0,-1 0-1 0 0,1 0 0 0 0,0 0 0 0 0,0 0 1 0 0,0-1-1 0 0,1 1 0 0 0,-1 0 0 0 0,1-1 1 0 0,-1 1-1 0 0,1-1 0 0 0,0 1 0 0 0,0-1 1 0 0,0 0-1 0 0,0 0 0 0 0,0 0 1 0 0,1 0-1 0 0,-1 0 0 0 0,1 0 0 0 0,-1-1 1 0 0,1 1-1 0 0,0-1 0 0 0,-1 0 0 0 0,6 2 1 0 0,3 0-39 0 0,1-1 0 0 0,0 1 0 0 0,0-2 0 0 0,0 0 1 0 0,0 0-1 0 0,0-1 0 0 0,0-1 0 0 0,0 0 0 0 0,0 0 0 0 0,0-2 1 0 0,-1 1-1 0 0,1-1 0 0 0,0-1 0 0 0,-1 0 0 0 0,0-1 1 0 0,16-8-1 0 0,-4 0 2 0 0,0-1 1 0 0,-1-1 0 0 0,-1 0-1 0 0,0-2 1 0 0,-1 0-1 0 0,25-30 1 0 0,-21 20 92 0 0,-1-2 1 0 0,-2-1-1 0 0,-1-1 1 0 0,-1 0-1 0 0,-1-2 1 0 0,16-43-1 0 0,-24 41 30 0 0,-10 31-79 0 0,0 3-7 0 0,-1 1 0 0 0,1-1 0 0 0,0 0 0 0 0,0 1 0 0 0,0-1 0 0 0,-1 1 0 0 0,1-1 0 0 0,0 0 0 0 0,-1 1 0 0 0,1-1 0 0 0,-1 1 0 0 0,1-1 1 0 0,0 1-1 0 0,-1-1 0 0 0,1 1 0 0 0,-1-1 0 0 0,1 1 0 0 0,-1-1 0 0 0,0 1 0 0 0,1 0 0 0 0,-1-1 0 0 0,1 1 0 0 0,-1 0 0 0 0,0 0 0 0 0,1-1 0 0 0,-1 1 0 0 0,0 0 0 0 0,1 0 0 0 0,-1 0 0 0 0,0 0 0 0 0,1 0 0 0 0,-1 0 0 0 0,0 0 1 0 0,1 0-1 0 0,-2 0 0 0 0,2 0 0 0 0,-2 0 1 0 0,1 0 0 0 0,-1 0 1 0 0,1 0-1 0 0,0 0 0 0 0,-1 0 1 0 0,1 0-1 0 0,0 0 0 0 0,-1 0 0 0 0,1 1 1 0 0,0-1-1 0 0,-1 0 0 0 0,1 1 0 0 0,0-1 1 0 0,0 1-1 0 0,0 0 0 0 0,-3 1 1 0 0,0 0 1 0 0,-14 7-4 0 0,0 1 0 0 0,0 1 0 0 0,1 0 1 0 0,0 1-1 0 0,-24 23 0 0 0,-66 80 68 0 0,94-98-64 0 0,0 0 0 0 0,1 0 0 0 0,-12 24 0 0 0,20-33-6 0 0,0 0 1 0 0,1 1 0 0 0,-1-1 0 0 0,2 1-1 0 0,-1 0 1 0 0,1 0 0 0 0,0 0-1 0 0,1 0 1 0 0,0 17 0 0 0,1-22-41 0 0,1 0 1 0 0,0 0-1 0 0,0 0 1 0 0,1 0-1 0 0,-1 0 1 0 0,1 0-1 0 0,0 0 1 0 0,0 0-1 0 0,0-1 1 0 0,1 1-1 0 0,-1-1 1 0 0,1 1-1 0 0,0-1 1 0 0,0 0-1 0 0,0 0 1 0 0,0 0-1 0 0,0-1 1 0 0,1 1-1 0 0,-1-1 1 0 0,1 1-1 0 0,7 2 1 0 0,-2-1-117 0 0,0 0 0 0 0,0 0 0 0 0,0-1 0 0 0,0 0 0 0 0,1-1 0 0 0,0 0 0 0 0,-1-1 0 0 0,15 1 0 0 0,-8-3 60 0 0,-1-1 0 0 0,1 0 0 0 0,-1-1-1 0 0,0-1 1 0 0,0 0 0 0 0,0-1 0 0 0,0-1 0 0 0,-1 0-1 0 0,0-1 1 0 0,0-1 0 0 0,-1 0 0 0 0,15-11-1 0 0,17-17 28 0 0,78-78-1 0 0,-111 101 50 0 0,161-160 917 0 0,-172 172-893 0 0,0 0 0 0 0,-1 0-1 0 0,1 0 1 0 0,0 0 0 0 0,0 0 0 0 0,-1 1-1 0 0,1-1 1 0 0,0 0 0 0 0,0 0-1 0 0,0 1 1 0 0,0-1 0 0 0,0 0-1 0 0,0 1 1 0 0,0-1 0 0 0,0 1 0 0 0,1-1-1 0 0,-1 1 1 0 0,2-1 0 0 0,0 1-1 0 0,-1-2-1 0 0,-1 2 2 0 0,0 1 0 0 0,0-1 0 0 0,0 0 0 0 0,0 0 0 0 0,0 1 0 0 0,0-1 0 0 0,0 0-1 0 0,0 1 1 0 0,-1-1 0 0 0,1 1 0 0 0,0-1 0 0 0,0 1 0 0 0,0 0 0 0 0,-1-1 0 0 0,1 1 0 0 0,0 0 0 0 0,-1-1 0 0 0,1 1 0 0 0,0 0 0 0 0,-1 0 0 0 0,1-1 0 0 0,0 3 0 0 0,0 0 4 0 0,0-1 1 0 0,-1 1-1 0 0,1 0 1 0 0,-1-1-1 0 0,1 1 1 0 0,-1 0 0 0 0,0 0-1 0 0,0 3 1 0 0,-2 8 27 0 0,0 0 0 0 0,-6 22 1 0 0,5-26-25 0 0,-6 20 10 0 0,-1-1 0 0 0,-2-1-1 0 0,-17 32 1 0 0,-7 18 546 0 0,35-75-404 0 0,0-1-1 0 0,0 0 1 0 0,0 1 0 0 0,0-1 0 0 0,0 1 0 0 0,-1-1-1 0 0,1 0 1 0 0,-1 0 0 0 0,0 0 0 0 0,1 0 0 0 0,-1 0 0 0 0,0 0-1 0 0,-3 2 1 0 0,4-4-147 0 0,1-1-1 0 0,0 1 0 0 0,-1 0 1 0 0,1 0-1 0 0,0 0 0 0 0,-1-1 1 0 0,1 1-1 0 0,0 0 0 0 0,0 0 1 0 0,-1-1-1 0 0,1 1 0 0 0,0 0 1 0 0,0-1-1 0 0,0 1 0 0 0,-1 0 1 0 0,1-1-1 0 0,0 1 1 0 0,0 0-1 0 0,0-1 0 0 0,0 1 1 0 0,0 0-1 0 0,0-1 0 0 0,-1 1 1 0 0,1 0-1 0 0,0-1 0 0 0,0 1 1 0 0,0 0-1 0 0,0-1 0 0 0,0 1 1 0 0,0-1-1 0 0,1 1 0 0 0,-1-1 1 0 0,2-11 83 0 0,1 1-58 0 0,1 0 1 0 0,1 0 0 0 0,0 0 0 0 0,0 1-1 0 0,10-13 1 0 0,38-47-3 0 0,-40 53-31 0 0,32-38-18 0 0,57-55 0 0 0,-76 87-13 0 0,0 0 0 0 0,1 2 1 0 0,1 0-1 0 0,43-22 0 0 0,-64 39 3 0 0,1 1 0 0 0,-1-1 1 0 0,1 2-1 0 0,0-1 0 0 0,9-1 1 0 0,-13 3 10 0 0,0 1 1 0 0,-1-1-1 0 0,1 1 1 0 0,0 0-1 0 0,0 0 1 0 0,-1 1-1 0 0,1-1 1 0 0,0 1-1 0 0,-1 0 1 0 0,1 0-1 0 0,-1 0 1 0 0,7 2-1 0 0,-10-2 10 0 0,1 0-1 0 0,0-1 0 0 0,0 1 1 0 0,-1 0-1 0 0,1-1 1 0 0,-1 1-1 0 0,1 0 0 0 0,0 0 1 0 0,-1 0-1 0 0,1 0 1 0 0,-1-1-1 0 0,0 1 0 0 0,1 0 1 0 0,-1 0-1 0 0,0 0 1 0 0,1 0-1 0 0,-1 0 0 0 0,0 0 1 0 0,0 0-1 0 0,0 0 0 0 0,0 1 1 0 0,0 0-3 0 0,2 5 8 0 0,-1 0 0 0 0,0 0-1 0 0,-1 1 1 0 0,0-1 0 0 0,0 0 0 0 0,-1 0 0 0 0,1 1 0 0 0,-2-1-1 0 0,1 0 1 0 0,-4 11 0 0 0,-3 6 65 0 0,-18 35-1 0 0,-14 19 38 0 0,-18 41 16 0 0,52-105-98 0 0,4-11-5 0 0,0-1 0 0 0,1 1 0 0 0,0 0 0 0 0,-1-1 0 0 0,1 1 0 0 0,0 0 0 0 0,1 0 0 0 0,-1 0 0 0 0,0 0 0 0 0,1 0 0 0 0,-1 0 0 0 0,1 0 0 0 0,0 0 0 0 0,0 0 0 0 0,1 3 0 0 0,0-5-14 0 0,0 0-1 0 0,-1 0 1 0 0,1-1-1 0 0,0 1 1 0 0,0 0-1 0 0,1 0 1 0 0,-1-1-1 0 0,0 1 1 0 0,0 0-1 0 0,0-1 1 0 0,0 1-1 0 0,0-1 1 0 0,1 1-1 0 0,-1-1 1 0 0,0 0-1 0 0,0 0 1 0 0,1 1-1 0 0,-1-1 1 0 0,0 0-1 0 0,2 0 1 0 0,30 0-199 0 0,-30 0 139 0 0,17-2-641 0 0,0-1 0 0 0,0 0 0 0 0,-1-2 0 0 0,1 0 0 0 0,-1-1 0 0 0,20-9 0 0 0,-9 1-3299 0 0,36-22 1 0 0,-29 13-2470 0 0</inkml:trace>
</inkml:ink>
</file>

<file path=ppt/ink/ink2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4:35.3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297 19 3704 0 0,'-92'-2'5482'0'0,"-110"-7"4625"0"0,200 9-9237 0 0,3-1-688 0 0,9-1-386 0 0,-1 0 0 0 0,1 1 0 0 0,-1 0 0 0 0,1 1 0 0 0,0-1 0 0 0,17 4 0 0 0,2-2-563 0 0,75 2-2675 0 0,-32 0-1798 0 0,0-2-1824 0 0</inkml:trace>
</inkml:ink>
</file>

<file path=ppt/ink/ink2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5:07.9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7 550 924 0 0,'0'0'4723'0'0,"-1"2"-4257"0"0,0 0-1 0 0,0 0 1 0 0,1-1 0 0 0,-1 1-1 0 0,0 0 1 0 0,1 0 0 0 0,-1 0-1 0 0,1 0 1 0 0,0 2 0 0 0,2-1-272 0 0,0 0 0 0 0,1-1 0 0 0,-1 0 1 0 0,1 1-1 0 0,0-1 0 0 0,0 0 1 0 0,0 0-1 0 0,0-1 0 0 0,0 1 0 0 0,0-1 1 0 0,0 1-1 0 0,1-1 0 0 0,-1 0 1 0 0,0 0-1 0 0,1 0 0 0 0,-1-1 0 0 0,1 1 1 0 0,-1-1-1 0 0,1 0 0 0 0,6 0 1 0 0,10-2 212 0 0,0 0 1 0 0,30-7-1 0 0,-27 4-143 0 0,122-18 245 0 0,198-5 0 0 0,148 27-390 0 0,104-11-43 0 0,-236 1-115 0 0,-294 9 52 0 0,907-7 39 0 0,1 43-37 0 0,157-11 75 0 0,-118-35-129 0 0,-442 11 0 0 0,629-3 55 0 0,498-4-46 0 0,-1593 7 31 0 0,914-8-36 0 0,877-29 107 0 0,-840-10-59 0 0,-301 17-93 0 0,-15 25 114 0 0,-103 1-44 0 0,186-21 3 0 0,-587 17-31 0 0,546-44 70 0 0,-282 15-42 0 0,287-17 64 0 0,105 6-88 0 0,-90 5 32 0 0,-253 7 2 0 0,363-20 0 0 0,217 35-50 0 0,-444 25 55 0 0,-348-5-49 0 0,10 3 40 0 0,461-4-4 0 0,-364 3 22 0 0,-183 2-11 0 0,1352 22-104 0 0,-365-4 42 0 0,-864-16 50 0 0,-334-3 9 0 0,949 16 103 0 0,-4 32-1 0 0,-842-39-74 0 0,134 13 34 0 0,-171-16-65 0 0,-112-6 30 0 0,16-1-50 0 0,14 2 166 0 0,11-8-52 0 0,-42 6-8 0 0,0-1-65 0 0,8-2 1084 0 0,20-15-218 0 0,-18 12-887 0 0,0 2 0 0 0,0-1 1 0 0,0 2-1 0 0,1-1 0 0 0,-1 2 1 0 0,15-2-1 0 0,78 0 5 0 0,-3 0 23 0 0,-99 4-65 0 0,1 0 78 0 0,45-2-122 0 0,-46 2-166 0 0,-45 6-16494 0 0</inkml:trace>
</inkml:ink>
</file>

<file path=ppt/ink/ink2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6:12.5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65 44 272 0 0,'0'0'3267'0'0,"-14"5"2842"0"0,1-5-4381 0 0,12 0-1714 0 0,1-1 1 0 0,0 1-1 0 0,-1-1 1 0 0,1 1-1 0 0,0-1 1 0 0,0 1-1 0 0,0-1 1 0 0,-1 0-1 0 0,1 1 1 0 0,0-1-1 0 0,0 1 1 0 0,0-1-1 0 0,0 0 0 0 0,0 1 1 0 0,0-1-1 0 0,0 1 1 0 0,0-2-1 0 0,3-1 0 0 0,0-1-1 0 0,0 1 0 0 0,0 0 1 0 0,0 1-1 0 0,1-1 0 0 0,-1 0 1 0 0,1 1-1 0 0,0 0 0 0 0,0 0 1 0 0,-1 0-1 0 0,2 0 0 0 0,-1 0 1 0 0,0 1-1 0 0,0 0 0 0 0,7-1 1 0 0,-9 1-13 0 0,1 1 1 0 0,-1 0-1 0 0,0 0 1 0 0,1 1-1 0 0,-1-1 1 0 0,1 0 0 0 0,-1 1-1 0 0,0 0 1 0 0,1-1-1 0 0,-1 1 1 0 0,0 0-1 0 0,0 0 1 0 0,0 0 0 0 0,0 0-1 0 0,0 1 1 0 0,0-1-1 0 0,0 1 1 0 0,0-1-1 0 0,0 1 1 0 0,0-1 0 0 0,-1 1-1 0 0,1 0 1 0 0,-1 0-1 0 0,0 0 1 0 0,1 0 0 0 0,-1 0-1 0 0,0 0 1 0 0,0 0-1 0 0,0 1 1 0 0,1 2-1 0 0,1 4 13 0 0,-1 1-1 0 0,0 0 0 0 0,0 0 0 0 0,-1-1 0 0 0,-1 1 0 0 0,1 0 0 0 0,-1 0 0 0 0,-1 0 0 0 0,0 0 1 0 0,-3 15-1 0 0,-2-1 10 0 0,-1 0 1 0 0,0 0-1 0 0,-13 24 0 0 0,-2-2-5 0 0,10-21 278 0 0,-11 29 1 0 0,23-52-225 0 0,-1-1-62 0 0,1-1 1 0 0,0 0 0 0 0,0 1-1 0 0,0-1 1 0 0,0 1 0 0 0,0-1 0 0 0,0 1-1 0 0,0-1 1 0 0,0 1 0 0 0,0-1-1 0 0,0 0 1 0 0,0 1 0 0 0,0-1 0 0 0,0 1-1 0 0,1-1 1 0 0,-1 1 0 0 0,0-1 0 0 0,0 0-1 0 0,0 1 1 0 0,1-1 0 0 0,-1 0-1 0 0,0 1 1 0 0,1 0 0 0 0,26 8 56 0 0,-22-8-62 0 0,0 0-1 0 0,-1 0 0 0 0,1 1 0 0 0,-1 0 1 0 0,1 0-1 0 0,-1 0 0 0 0,0 0 1 0 0,0 1-1 0 0,0 0 0 0 0,0 0 0 0 0,0 0 1 0 0,-1 0-1 0 0,6 6 0 0 0,-4-3 67 0 0,0 1 0 0 0,0 0 0 0 0,0 1 1 0 0,-1-1-1 0 0,0 1 0 0 0,0 0 0 0 0,-1 0 0 0 0,0 0 0 0 0,-1 0 0 0 0,3 15 0 0 0,-4-17 117 0 0,-1 0-1 0 0,0 0 1 0 0,0 0 0 0 0,-1 0-1 0 0,1-1 1 0 0,-1 1 0 0 0,-1 0-1 0 0,1-1 1 0 0,-1 1 0 0 0,0-1-1 0 0,0 1 1 0 0,-1-1 0 0 0,1 0-1 0 0,-1 0 1 0 0,0 0 0 0 0,-1 0-1 0 0,-3 4 1 0 0,2-2 29 0 0,-1-1 1 0 0,0-1-1 0 0,0 1 1 0 0,0-1-1 0 0,-1 0 0 0 0,1-1 1 0 0,-1 1-1 0 0,-13 5 1 0 0,17-8-202 0 0,-1-1 1 0 0,0 1-1 0 0,0-1 1 0 0,0 0-1 0 0,0 0 1 0 0,0-1-1 0 0,0 1 1 0 0,0-1-1 0 0,0 0 1 0 0,-1 0-1 0 0,1 0 1 0 0,0 0-1 0 0,0-1 1 0 0,0 0-1 0 0,0 0 1 0 0,0 0-1 0 0,0 0 1 0 0,0 0-1 0 0,-6-4 1 0 0,10 5-69 0 0,-18-13-2113 0 0</inkml:trace>
</inkml:ink>
</file>

<file path=ppt/ink/ink2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6:12.7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37 2376 0 0,'13'-7'4870'0'0,"-1"0"0"0"0,22-16 1569 0 0,-38 33-9513 0 0</inkml:trace>
</inkml:ink>
</file>

<file path=ppt/ink/ink2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25:03.3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 66 1124 0 0,'-26'39'9074'0'0,"24"-36"-7790"0"0,-1 1 1 0 0,1-1 0 0 0,0 1 0 0 0,0 0 0 0 0,0-1 0 0 0,-1 6 0 0 0,4-8-1272 0 0,0 0 0 0 0,-1 0 0 0 0,1-1 1 0 0,0 1-1 0 0,0 0 0 0 0,1-1 0 0 0,-1 1 1 0 0,0-1-1 0 0,0 1 0 0 0,0-1 0 0 0,0 0 0 0 0,0 1 1 0 0,0-1-1 0 0,1 0 0 0 0,-1 0 0 0 0,0 0 1 0 0,0 0-1 0 0,0 0 0 0 0,1 0 0 0 0,-1 0 0 0 0,0 0 1 0 0,0 0-1 0 0,0-1 0 0 0,2 1 0 0 0,42-10 53 0 0,-28 6-39 0 0,196-43 99 0 0,36-7-821 0 0,-82 28-4480 0 0,-117 25-2890 0 0</inkml:trace>
</inkml:ink>
</file>

<file path=ppt/ink/ink2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25:03.8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383 277 76 0 0,'-259'143'13463'0'0,"246"-136"-12791"0"0,-10 5 1147 0 0,-25 18-1 0 0,47-29-1530 0 0,-2 0-11 0 0,-25 16 1950 0 0,26-16-1538 0 0,2-1-677 0 0,-1 0 1 0 0,1 0-1 0 0,0 0 1 0 0,0 0-1 0 0,-1 0 1 0 0,1 1-1 0 0,0-1 1 0 0,0 0-1 0 0,-1 0 1 0 0,1 0-1 0 0,0 0 1 0 0,0 0-1 0 0,0 1 1 0 0,-1-1-1 0 0,1 0 1 0 0,0 0-1 0 0,0 0 1 0 0,0 1 0 0 0,0-1-1 0 0,-1 0 1 0 0,1 0-1 0 0,0 1 1 0 0,0-1-1 0 0,0 0 1 0 0,0 0-1 0 0,0 1 1 0 0,0-1-1 0 0,0 0 1 0 0,0 0-1 0 0,0 1 1 0 0,0-1-1 0 0,3 1 1 0 0,0-1 1 0 0,0 0-1 0 0,0 0 0 0 0,1 0 0 0 0,-1 0 0 0 0,0 0 0 0 0,0-1 0 0 0,0 1 0 0 0,6-3 0 0 0,35-13 58 0 0,-21 7-39 0 0,196-70 82 0 0,144-47-55 0 0,315-61-344 0 0,-479 138-299 0 0,-98 23-3609 0 0,-88 31 1623 0 0</inkml:trace>
</inkml:ink>
</file>

<file path=ppt/ink/ink2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25:05.3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20 405 200 0 0,'-8'-7'4136'0'0,"7"6"-3978"0"0,1 1 0 0 0,-1 0-1 0 0,0-1 1 0 0,0 1-1 0 0,1-1 1 0 0,-1 0-1 0 0,0 1 1 0 0,1-1 0 0 0,-1 1-1 0 0,1-1 1 0 0,-1 0-1 0 0,1 1 1 0 0,-1-1-1 0 0,1 0 1 0 0,-1 0 0 0 0,1 1-1 0 0,0-1 1 0 0,-1 0-1 0 0,1 0 1 0 0,0 0 0 0 0,0 0-1 0 0,-1 1 1 0 0,1-3-1 0 0,1 2 209 0 0,0-1 0 0 0,1 0 0 0 0,-1 1 0 0 0,0-1 0 0 0,1 1 0 0 0,-1-1-1 0 0,1 1 1 0 0,-1 0 0 0 0,1 0 0 0 0,2-2 0 0 0,-2 1-328 0 0,23-13-27 0 0,0 1 0 0 0,1 0 1 0 0,0 2-1 0 0,44-13 0 0 0,-30 10-5 0 0,593-188-3050 0 0,-449 149-1789 0 0,-157 46 2871 0 0</inkml:trace>
</inkml:ink>
</file>

<file path=ppt/ink/ink2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25:06.2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0 533 628 0 0,'5'-10'7741'0'0,"-2"5"-6224"0"0,-2 2-1363 0 0,1 1 0 0 0,-1 0 0 0 0,1-1 0 0 0,-1 1 0 0 0,1 0-1 0 0,0 0 1 0 0,0 0 0 0 0,0 0 0 0 0,0 1 0 0 0,0-1-1 0 0,0 0 1 0 0,1 1 0 0 0,3-3 0 0 0,64-30-154 0 0,128-46 0 0 0,86-8-39 0 0,426-108 60 0 0,-616 170-1 0 0,70-17 62 0 0,-120 30-97 0 0,-41 12 16 0 0,16-3-102 0 0,-9 2-2710 0 0,-7 2 2289 0 0,6-1 214 0 0</inkml:trace>
</inkml:ink>
</file>

<file path=ppt/ink/ink2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25:07.4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1 332 0 0,'0'0'2786'0'0,"10"24"-2719"0"0,-3-7-270 0 0,-2 0-1 0 0,0 0 1 0 0,-1 1-1 0 0,0 0 1 0 0,-2 0-1 0 0,1 24 1 0 0,-1-13-398 0 0</inkml:trace>
</inkml:ink>
</file>

<file path=ppt/ink/ink2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4:40.0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298 167 2436 0 0,'18'-86'10550'0'0,"-1"5"-3782"0"0,-68 213-5153 0 0,25-71-1399 0 0,-46 109 112 0 0,-54 144-125 0 0,97-234-1885 0 0,1-2-5820 0 0</inkml:trace>
</inkml:ink>
</file>

<file path=ppt/ink/ink2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4:40.5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0 404 1044 0 0,'6'-16'1019'0'0,"63"-166"6346"0"0,-60 163-6885 0 0,0 0 0 0 0,2 1 0 0 0,0 0 0 0 0,1 1 0 0 0,1 0-1 0 0,0 1 1 0 0,19-17 0 0 0,-26 28-421 0 0,0 0-1 0 0,0 0 1 0 0,1 1-1 0 0,-1-1 1 0 0,1 2-1 0 0,0-1 1 0 0,0 1-1 0 0,0 0 1 0 0,1 1-1 0 0,-1-1 1 0 0,1 1-1 0 0,-1 1 1 0 0,1 0-1 0 0,0 0 1 0 0,0 0-1 0 0,-1 1 1 0 0,9 0-1 0 0,-9 1-18 0 0,0 0 1 0 0,-1 1-1 0 0,1 0 0 0 0,-1 0 0 0 0,0 0 1 0 0,1 1-1 0 0,-1 0 0 0 0,0 0 1 0 0,0 0-1 0 0,-1 1 0 0 0,1 0 0 0 0,-1 0 1 0 0,0 0-1 0 0,0 1 0 0 0,0-1 0 0 0,0 1 1 0 0,-1 1-1 0 0,0-1 0 0 0,6 11 0 0 0,-5-9 60 0 0,-2 1 0 0 0,1-1-1 0 0,-1 1 1 0 0,0 0 0 0 0,-1 1-1 0 0,0-1 1 0 0,0 0-1 0 0,-1 1 1 0 0,0-1 0 0 0,0 1-1 0 0,-1-1 1 0 0,0 1 0 0 0,0-1-1 0 0,-1 1 1 0 0,0-1-1 0 0,-1 1 1 0 0,0-1 0 0 0,0 0-1 0 0,-1 0 1 0 0,0 0 0 0 0,0 0-1 0 0,-9 13 1 0 0,2-4 220 0 0,-1 0 0 0 0,-1-1 0 0 0,0-1 0 0 0,-1 0 0 0 0,-1-1 0 0 0,0 0 0 0 0,-1-1 0 0 0,-29 20 0 0 0,28-22 558 0 0,-29 25 0 0 0,44-35-630 0 0,15 2-150 0 0,26 5-60 0 0,-29-6-26 0 0,1 0 0 0 0,-1 0 1 0 0,18 8-1 0 0,-10-2 8 0 0,0 1 0 0 0,-1 0 1 0 0,33 24-1 0 0,-44-29-10 0 0,-1 1 0 0 0,0 0 1 0 0,-1 0-1 0 0,1 0 0 0 0,-1 1 1 0 0,0 0-1 0 0,-1 0 0 0 0,1 0 0 0 0,-1 0 1 0 0,0 1-1 0 0,-1 0 0 0 0,1 0 0 0 0,3 13 1 0 0,-6-16 63 0 0,-1-1 1 0 0,0 1-1 0 0,0 0 1 0 0,0 0 0 0 0,0 0-1 0 0,0 0 1 0 0,-1 0-1 0 0,0 0 1 0 0,0 0-1 0 0,0-1 1 0 0,0 1 0 0 0,0 0-1 0 0,-1-1 1 0 0,0 1-1 0 0,0-1 1 0 0,0 1-1 0 0,0-1 1 0 0,0 0 0 0 0,-1 0-1 0 0,1 0 1 0 0,-1 0-1 0 0,0 0 1 0 0,0-1 0 0 0,0 1-1 0 0,0-1 1 0 0,-4 3-1 0 0,-5 2 163 0 0,0 1 1 0 0,-1-1-1 0 0,1-1 0 0 0,-2-1 0 0 0,-24 8 1 0 0,14-6-160 0 0,0-2 0 0 0,0-1 0 0 0,0 0 0 0 0,-1-2 1 0 0,1-1-1 0 0,-1-1 0 0 0,0-1 0 0 0,1-1 0 0 0,0-1 1 0 0,-31-8-1 0 0,51 10-368 0 0,-1 0-1 0 0,1-1 1 0 0,1 1 0 0 0,-1-1 0 0 0,0 0-1 0 0,0 0 1 0 0,1 0 0 0 0,-1-1-1 0 0,1 1 1 0 0,-1-1 0 0 0,1 0 0 0 0,-3-3-1 0 0,5 4-101 0 0,0 0-1 0 0,-1 0 1 0 0,1 0-1 0 0,0 0 1 0 0,0-1-1 0 0,1 1 1 0 0,-1 0-1 0 0,0 0 1 0 0,1-1-1 0 0,-1 1 0 0 0,1 0 1 0 0,0-1-1 0 0,0 1 1 0 0,0 0-1 0 0,0-1 1 0 0,0 1-1 0 0,0-1 1 0 0,1 1-1 0 0,-1 0 1 0 0,1-1-1 0 0,0 1 1 0 0,1-4-1 0 0,9-18-4393 0 0,6-4-2230 0 0</inkml:trace>
</inkml:ink>
</file>

<file path=ppt/ink/ink2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4:40.7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0 120 2932 0 0,'8'-52'12282'0'0,"-8"50"-11580"0"0,17-14 956 0 0,-12 14-1583 0 0,0 0 0 0 0,0 0 0 0 0,0 1 0 0 0,0-1 0 0 0,1 1 0 0 0,-1 1 0 0 0,8-2 0 0 0,11-1-270 0 0,33-6-1850 0 0,-36 7-2014 0 0,42-12 0 0 0,-34 5-1353 0 0</inkml:trace>
</inkml:ink>
</file>

<file path=ppt/ink/ink2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4:40.9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199 37 2568 0 0,'15'-36'10855'0'0,"-16"38"-10244"0"0,-115 248 3957 0 0,53-65-4738 0 0,47-122-2624 0 0,3 0-3561 0 0,8-35-524 0 0</inkml:trace>
</inkml:ink>
</file>

<file path=ppt/ink/ink2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4:41.5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605 509 584 0 0,'-4'-14'9414'0'0,"5"2"-6485"0"0,1 0-1 0 0,6-21 0 0 0,-5 17-711 0 0,-3 16-2196 0 0,0 0 0 0 0,0 0 0 0 0,0 0 0 0 0,0 0 0 0 0,0 0 0 0 0,0 0-1 0 0,0 0 1 0 0,0 0 0 0 0,0 0 0 0 0,0 0 0 0 0,0 0 0 0 0,0 1 0 0 0,0-1 0 0 0,0 0-1 0 0,0 0 1 0 0,0 0 0 0 0,-1 0 0 0 0,1 0 0 0 0,0 0 0 0 0,0 0 0 0 0,0 0 0 0 0,0 0 0 0 0,0 0-1 0 0,0 0 1 0 0,0 0 0 0 0,0 0 0 0 0,0 0 0 0 0,0 0 0 0 0,0 0 0 0 0,0 0 0 0 0,0 0-1 0 0,-1 0 1 0 0,1 0 0 0 0,0 0 0 0 0,0 0 0 0 0,0 0 0 0 0,0 0 0 0 0,0 0 0 0 0,0 0 0 0 0,0 0-1 0 0,0 0 1 0 0,0 0 0 0 0,0 0 0 0 0,0 0 0 0 0,-1 0 0 0 0,1 0 0 0 0,0 0 0 0 0,0 0-1 0 0,0 0 1 0 0,0 0 0 0 0,0 0 0 0 0,0 0 0 0 0,0 0 0 0 0,0 0 0 0 0,0 0 0 0 0,0 0 0 0 0,0 0-1 0 0,0 0 1 0 0,0 0 0 0 0,0 0 0 0 0,0-1 0 0 0,-1 1 0 0 0,1 0 0 0 0,0 0 0 0 0,0 0-1 0 0,0 0 1 0 0,0 0 0 0 0,0 0 0 0 0,0 0 0 0 0,-16 24 1173 0 0,8-11-1214 0 0,-290 331 2123 0 0,201-240-1956 0 0,-50 46 257 0 0,142-146-300 0 0,-1 1-1 0 0,1-1 0 0 0,-1 0 0 0 0,-7 3 0 0 0,11-5-22 0 0,-2-12 25 0 0,4 10-100 0 0,0-1-1 0 0,-1 1 1 0 0,1-1 0 0 0,-1 0 0 0 0,1 1-1 0 0,0-1 1 0 0,0 0 0 0 0,-1 1 0 0 0,1-1-1 0 0,0 0 1 0 0,0 1 0 0 0,0-1 0 0 0,0 0-1 0 0,0 0 1 0 0,0 1 0 0 0,0-1 0 0 0,0 0 0 0 0,0 0-1 0 0,0 1 1 0 0,0-2 0 0 0,7-18 8 0 0,0-1 1 0 0,2 1 0 0 0,0 1-1 0 0,1-1 1 0 0,24-32-1 0 0,-4 5-30 0 0,254-375-559 0 0,-211 332 381 0 0,3 3 0 0 0,123-107 0 0 0,-183 180 156 0 0,-9 7 2 0 0,0 1 0 0 0,0 0 0 0 0,1 0 0 0 0,-1 0 0 0 0,1 1 0 0 0,1 0 0 0 0,11-4 0 0 0,-19 8 34 0 0,0 1 0 0 0,1 0 1 0 0,-1 0-1 0 0,0 0 0 0 0,1 0 0 0 0,-1 0 1 0 0,0 0-1 0 0,0 1 0 0 0,1-1 0 0 0,-1 0 1 0 0,0 1-1 0 0,0-1 0 0 0,1 0 1 0 0,-1 1-1 0 0,0 0 0 0 0,0-1 0 0 0,0 1 1 0 0,0 0-1 0 0,0 0 0 0 0,0-1 1 0 0,0 1-1 0 0,0 0 0 0 0,0 0 0 0 0,0 0 1 0 0,0 0-1 0 0,0 1 0 0 0,2 2 17 0 0,-1-1-1 0 0,1 1 1 0 0,-1-1-1 0 0,0 1 0 0 0,-1 0 1 0 0,3 5-1 0 0,1 9 30 0 0,-2 0 0 0 0,0 1 0 0 0,1 34 0 0 0,-6 59 52 0 0,2-102-86 0 0,-31 341 543 0 0,18-238-392 0 0,12-95-135 0 0,-4 23-52 0 0,2 1-1 0 0,3 48 0 0 0,8-50-2926 0 0</inkml:trace>
</inkml:ink>
</file>

<file path=ppt/ink/ink2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4:41.7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274 183 2836 0 0,'-265'-129'19319'0'0,"264"129"-19285"0"0,1-1 0 0 0,-1 1 0 0 0,1 0-1 0 0,0 0 1 0 0,-1-1 0 0 0,1 1 0 0 0,-1 0-1 0 0,1 0 1 0 0,-1-1 0 0 0,1 1 0 0 0,0-1-1 0 0,-1 1 1 0 0,1 0 0 0 0,0-1 0 0 0,-1 1-1 0 0,1-1 1 0 0,0 1 0 0 0,-1-1 0 0 0,1 1-1 0 0,0-1 1 0 0,0 1 0 0 0,0-1 0 0 0,0 1 0 0 0,-1-1-1 0 0,2 0-20 0 0,-1 1 0 0 0,0-1 0 0 0,0 1 0 0 0,1-1 1 0 0,-1 1-1 0 0,0-1 0 0 0,1 1 0 0 0,-1 0 0 0 0,1-1 0 0 0,-1 1 0 0 0,1 0 0 0 0,-1-1 0 0 0,0 1 0 0 0,1 0 0 0 0,-1 0 0 0 0,1-1 0 0 0,-1 1 0 0 0,1 0 0 0 0,0 0 0 0 0,-1 0 0 0 0,1 0 0 0 0,-1-1 1 0 0,1 1-1 0 0,-1 0 0 0 0,1 0 0 0 0,-1 0 0 0 0,1 0 0 0 0,225-8 12 0 0,-76 7-3501 0 0,-107-2-1707 0 0,64-11 0 0 0,-62 4-1961 0 0</inkml:trace>
</inkml:ink>
</file>

<file path=ppt/ink/ink2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4:41.9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12 245 420 0 0,'-2'-10'3063'0'0,"-8"-41"10003"0"0,10 18-8293 0 0,0 31-4683 0 0,1 1-1 0 0,-1-1 1 0 0,1 1 0 0 0,0-1-1 0 0,0 1 1 0 0,-1 0 0 0 0,1-1-1 0 0,0 1 1 0 0,0-1 0 0 0,0 1-1 0 0,0 0 1 0 0,0 0 0 0 0,1 0-1 0 0,-1 0 1 0 0,0 0 0 0 0,1 0-1 0 0,1-1 1 0 0,26-12 356 0 0,-23 11-324 0 0,167-56-3754 0 0,-63 25-6049 0 0,-67 18 1894 0 0</inkml:trace>
</inkml:ink>
</file>

<file path=ppt/ink/ink2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4:42.2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87 372 0 0,'10'-39'14291'0'0,"-3"13"-7894"0"0,0 6-4258 0 0,-6 18-1824 0 0,0 3-289 0 0,0 0 1 0 0,0-1-1 0 0,0 1 0 0 0,0 0 1 0 0,0 0-1 0 0,0 0 0 0 0,0 0 1 0 0,0 0-1 0 0,0 0 0 0 0,-1 0 0 0 0,1 0 1 0 0,0 0-1 0 0,-1 1 0 0 0,1-1 1 0 0,0 2-1 0 0,4 6 70 0 0,8 16-436 0 0,-8-16-742 0 0,-1 0 0 0 0,1-1 0 0 0,7 9 0 0 0,14 5-9244 0 0</inkml:trace>
</inkml:ink>
</file>

<file path=ppt/ink/ink2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4:42.9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156 105 172 0 0,'10'-14'5966'0'0,"1"-1"-1567"0"0,-1-1 0 0 0,13-24 1 0 0,-23 38-3728 0 0,14-15 1694 0 0,-15 34-2085 0 0,-1 0 1 0 0,0 0-1 0 0,-2 0 1 0 0,-9 31-1 0 0,-30 66 676 0 0,42-113-951 0 0,-106 241 1186 0 0,97-219-1126 0 0,-22 39 462 0 0,31-60-506 0 0,-6 20-2661 0 0</inkml:trace>
</inkml:ink>
</file>

<file path=ppt/ink/ink2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25:32.3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 75 1668 0 0,'0'0'5680'0'0,"-9"7"-2604"0"0,6-4-1886 0 0,-8 16 1353 0 0,10-19-2479 0 0,1 1-1 0 0,0 0 0 0 0,0-1 1 0 0,-1 1-1 0 0,1 0 1 0 0,0-1-1 0 0,0 1 0 0 0,0 0 1 0 0,0-1-1 0 0,0 1 1 0 0,0 0-1 0 0,0-1 0 0 0,0 1 1 0 0,0 0-1 0 0,0-1 0 0 0,0 1 1 0 0,0 0-1 0 0,1-1 1 0 0,-1 1-1 0 0,0-1 0 0 0,0 1 1 0 0,1 0-1 0 0,-1-1 1 0 0,0 1-1 0 0,1-1 0 0 0,-1 1 1 0 0,1 0-1 0 0,0 0 128 0 0,24-3-18 0 0,0-1-1 0 0,-1-1 0 0 0,1-1 1 0 0,40-15-1 0 0,4 0-73 0 0,33-11-826 0 0,-9 2-6266 0 0,-72 20 33 0 0</inkml:trace>
</inkml:ink>
</file>

<file path=ppt/ink/ink2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25:32.8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93 248 232 0 0,'-93'59'23191'0'0,"95"-62"-23148"0"0,1-1 0 0 0,-1 0 0 0 0,1 1 0 0 0,0-1-1 0 0,0 1 1 0 0,0 0 0 0 0,0 0 0 0 0,0 0 0 0 0,1 1-1 0 0,-1-1 1 0 0,8-4 0 0 0,51-22 33 0 0,-46 22-49 0 0,526-182 85 0 0,-418 154-1324 0 0,-121 34 708 0 0,5-2-909 0 0</inkml:trace>
</inkml:ink>
</file>

<file path=ppt/ink/ink2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25:33.2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55 189 1060 0 0,'-3'0'3475'0'0,"-8"3"-2081"0"0,8-3-138 0 0,-11 5 3918 0 0,13-5-5490 0 0,-21 2 8529 0 0,32-6-8380 0 0,366-112 359 0 0,-217 71-1316 0 0,-117 32-152 0 0,27-7-5533 0 0</inkml:trace>
</inkml:ink>
</file>

<file path=ppt/ink/ink2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25:33.7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63 251 340 0 0,'-63'38'17204'0'0,"71"-41"-15922"0"0,55-24-890 0 0,127-36 1 0 0,-145 50-342 0 0,393-119 67 0 0,-429 130-117 0 0,109-39-11 0 0,-115 40-149 0 0,10-4-2129 0 0,-6 3-718 0 0</inkml:trace>
</inkml:ink>
</file>

<file path=ppt/ink/ink2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25:34.2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1396 0 0,'0'0'5533'0'0</inkml:trace>
</inkml:ink>
</file>

<file path=ppt/ink/ink2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25:40.7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0 304 0 0,'0'0'4792'0'0</inkml:trace>
</inkml:ink>
</file>

<file path=ppt/ink/ink2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4:36.5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632 195 1260 0 0,'3'-46'7915'0'0,"-2"34"-6325"0"0,0 0 1 0 0,0 0-1 0 0,-1 1 0 0 0,-2-13 1 0 0,2 22-1234 0 0,-3 2-287 0 0,1 1 0 0 0,-1-1-1 0 0,1 1 1 0 0,-1-1 0 0 0,1 1-1 0 0,-1 0 1 0 0,1 0 0 0 0,0 1-1 0 0,0-1 1 0 0,-1 0 0 0 0,1 1-1 0 0,0-1 1 0 0,-3 4 0 0 0,-26 28 264 0 0,24-25-236 0 0,-71 91 738 0 0,-83 137 0 0 0,47-64-261 0 0,46-73-331 0 0,-56 78 596 0 0,124-176-829 0 0,-1 0-1 0 0,1-1 1 0 0,0 1 0 0 0,-1 0 0 0 0,1-1 0 0 0,-1 1-1 0 0,1-1 1 0 0,-1 1 0 0 0,1-1 0 0 0,-1 1 0 0 0,1-1 0 0 0,-1 0-1 0 0,0 1 1 0 0,1-1 0 0 0,-1 0 0 0 0,0 1 0 0 0,1-1-1 0 0,-1 0 1 0 0,0 0 0 0 0,0 1 0 0 0,1-1-5 0 0,-1-1 1 0 0,1 1 0 0 0,0 0-1 0 0,-1 0 1 0 0,1-1-1 0 0,0 1 1 0 0,0 0-1 0 0,-1-1 1 0 0,1 1 0 0 0,0 0-1 0 0,0-1 1 0 0,-1 1-1 0 0,1 0 1 0 0,0-1-1 0 0,0 1 1 0 0,0 0 0 0 0,0-1-1 0 0,0 1 1 0 0,0-1-1 0 0,0 1 1 0 0,-1 0-1 0 0,1-1 1 0 0,0 1 0 0 0,1-1-1 0 0,1-30 92 0 0,14-18-93 0 0,2 1-1 0 0,2 0 1 0 0,37-63 0 0 0,-45 87-10 0 0,43-76-51 0 0,5 3-1 0 0,4 2 1 0 0,136-155-1 0 0,-197 246 52 0 0,4-4-16 0 0,-1 1-1 0 0,2-1 0 0 0,-1 1 1 0 0,1 1-1 0 0,0-1 0 0 0,18-9 0 0 0,-20 14-2 0 0,13 3 24 0 0,-17 0 4 0 0,1 0 0 0 0,0 0 0 0 0,-1 0 0 0 0,1 0 0 0 0,-1 1-1 0 0,1-1 1 0 0,-1 1 0 0 0,0-1 0 0 0,1 1 0 0 0,-1 0 0 0 0,0 0 0 0 0,0 0-1 0 0,-1 1 1 0 0,1-1 0 0 0,0 0 0 0 0,-1 1 0 0 0,1-1 0 0 0,-1 1 0 0 0,0-1-1 0 0,0 1 1 0 0,0 0 0 0 0,0-1 0 0 0,1 5 0 0 0,2 9 40 0 0,-1 0-1 0 0,3 31 1 0 0,-6-42-37 0 0,3 38 201 0 0,-3 0 1 0 0,-1 0-1 0 0,-12 69 0 0 0,-37 127 776 0 0,27-141-721 0 0,-24 87 241 0 0,45-177-695 0 0,-4 14 575 0 0,3-5-2982 0 0,15-28-232 0 0,2-10-2008 0 0</inkml:trace>
</inkml:ink>
</file>

<file path=ppt/ink/ink2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4:36.7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279 186 348 0 0,'-55'-21'5599'0'0,"-12"-4"1316"0"0,-75-39-1 0 0,141 64-6854 0 0,1-1-1 0 0,-1 1 0 0 0,0-1 0 0 0,0 1 1 0 0,0 0-1 0 0,0-1 0 0 0,1 1 0 0 0,-1-1 1 0 0,0 0-1 0 0,1 1 0 0 0,-1-1 0 0 0,0 0 0 0 0,1 1 1 0 0,-1-1-1 0 0,1 0 0 0 0,-1 0 0 0 0,1 0 1 0 0,-1 1-1 0 0,1-1 0 0 0,-1 0 0 0 0,1-1 1 0 0,0 1-38 0 0,0 0 0 0 0,0 1 0 0 0,1-1 0 0 0,-1 0 0 0 0,0 1 0 0 0,1-1 1 0 0,-1 1-1 0 0,0-1 0 0 0,1 1 0 0 0,-1-1 0 0 0,1 1 0 0 0,-1-1 1 0 0,1 1-1 0 0,-1-1 0 0 0,1 1 0 0 0,-1-1 0 0 0,1 1 0 0 0,0 0 1 0 0,-1-1-1 0 0,1 1 0 0 0,1-1 0 0 0,6-2-21 0 0,1 0 0 0 0,0 1 1 0 0,11-2-1 0 0,-14 2 41 0 0,69-9-2944 0 0,136-4 0 0 0,-92 9-4648 0 0,-76 4 1694 0 0</inkml:trace>
</inkml:ink>
</file>

<file path=ppt/ink/ink2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4:37.4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299 155 584 0 0,'7'-11'7956'0'0,"-53"127"1015"0"0,-45 78-4993 0 0,-21 48-2798 0 0,66-134-2918 0 0,40-98-981 0 0,2-44-3827 0 0,14-58 2996 0 0,19-47 3086 0 0,-13 65 1135 0 0,-5 23 260 0 0,1-1-1 0 0,3 2 1 0 0,25-60 0 0 0,-34 96-742 0 0,1 0 1 0 0,0 1-1 0 0,1 0 1 0 0,1 0-1 0 0,0 0 1 0 0,0 1-1 0 0,2 1 1 0 0,-1-1-1 0 0,1 2 1 0 0,1-1-1 0 0,0 2 1 0 0,0 0-1 0 0,1 0 1 0 0,0 1 0 0 0,23-10-1 0 0,-23 13-44 0 0,0 1 0 0 0,1 0 0 0 0,0 1 0 0 0,0 0 0 0 0,0 1 0 0 0,0 1 0 0 0,0 0 0 0 0,0 1 0 0 0,0 1 0 0 0,0 0 0 0 0,21 5 0 0 0,-29-5-30 0 0,1 0 1 0 0,-1 1-1 0 0,1 0 1 0 0,-1 1-1 0 0,0-1 1 0 0,0 1-1 0 0,0 0 1 0 0,0 1-1 0 0,-1-1 1 0 0,1 1-1 0 0,-1 0 1 0 0,0 1-1 0 0,0-1 1 0 0,-1 1-1 0 0,1 0 1 0 0,-1 0-1 0 0,0 1 1 0 0,0-1-1 0 0,-1 1 1 0 0,0 0-1 0 0,0-1 1 0 0,0 2-1 0 0,0-1 1 0 0,-1 0-1 0 0,0 0 1 0 0,1 10-1 0 0,-2-8 24 0 0,0-1-1 0 0,-1 1 0 0 0,0 0 0 0 0,0 0 0 0 0,-1-1 0 0 0,0 1 0 0 0,-1 0 0 0 0,0-1 0 0 0,0 1 1 0 0,0-1-1 0 0,-1 0 0 0 0,0 1 0 0 0,0-1 0 0 0,-1 0 0 0 0,0-1 0 0 0,-7 10 0 0 0,-2 0 221 0 0,0 0 1 0 0,-1-1-1 0 0,-1-1 0 0 0,-33 24 0 0 0,-18 6 2509 0 0,79-52-2778 0 0,-8 6-79 0 0,1 0-1 0 0,-1 1 0 0 0,0-1 0 0 0,1 1 0 0 0,-1 0 1 0 0,1 1-1 0 0,0-1 0 0 0,-1 1 0 0 0,10 1 1 0 0,-7-1-8 0 0,9 1 3 0 0,0 0 0 0 0,-1 1 0 0 0,1 1-1 0 0,-1 0 1 0 0,0 2 0 0 0,0 0-1 0 0,0 0 1 0 0,-1 2 0 0 0,0 0 0 0 0,0 0-1 0 0,-1 1 1 0 0,1 1 0 0 0,-2 1-1 0 0,1 0 1 0 0,-2 1 0 0 0,1 0-1 0 0,20 25 1 0 0,-30-33 13 0 0,-1 0 0 0 0,1 1-1 0 0,-1 0 1 0 0,0-1 0 0 0,0 1 0 0 0,0 0 0 0 0,-1 0-1 0 0,1 0 1 0 0,-1 1 0 0 0,0-1 0 0 0,0 0-1 0 0,0 0 1 0 0,-1 1 0 0 0,1-1 0 0 0,-1 0 0 0 0,0 1-1 0 0,-1 4 1 0 0,0-4 51 0 0,-1-1-1 0 0,1 1 1 0 0,-1 0 0 0 0,0 0 0 0 0,0-1-1 0 0,0 1 1 0 0,-1-1 0 0 0,0 0-1 0 0,0 0 1 0 0,0 0 0 0 0,0 0-1 0 0,-7 6 1 0 0,0-2 53 0 0,-1 0-1 0 0,1 0 1 0 0,-1-2 0 0 0,0 1 0 0 0,-1-1-1 0 0,1-1 1 0 0,-1 0 0 0 0,-1 0-1 0 0,1-1 1 0 0,-20 3 0 0 0,9-3-279 0 0,0-1 1 0 0,0-1 0 0 0,0-2-1 0 0,0 0 1 0 0,0-1-1 0 0,0-1 1 0 0,0-1-1 0 0,0-1 1 0 0,1-2 0 0 0,-32-10-1 0 0,50 14-246 0 0,0 1 0 0 0,1-1 0 0 0,-1-1 0 0 0,1 1-1 0 0,-1 0 1 0 0,1-1 0 0 0,-1 1 0 0 0,1-1 0 0 0,0 0 0 0 0,0 0-1 0 0,1-1 1 0 0,-1 1 0 0 0,1 0 0 0 0,-1-1 0 0 0,1 0 0 0 0,-2-4-1 0 0,3 4-360 0 0,0 1-1 0 0,0 0 0 0 0,0-1 0 0 0,1 1 0 0 0,-1-1 0 0 0,1 1 0 0 0,0-1 1 0 0,0 1-1 0 0,0 0 0 0 0,1-1 0 0 0,-1 1 0 0 0,1-1 0 0 0,1-4 0 0 0,7-16-7432 0 0</inkml:trace>
</inkml:ink>
</file>

<file path=ppt/ink/ink2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4:37.7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591 148 168 0 0,'30'-45'5515'0'0,"29"-43"2309"0"0,-58 86-7751 0 0,0 1-1 0 0,0 0 0 0 0,-1 0 0 0 0,1 0 1 0 0,0 0-1 0 0,1 0 0 0 0,-1 0 0 0 0,0 1 1 0 0,0-1-1 0 0,0 0 0 0 0,0 1 0 0 0,1-1 1 0 0,-1 0-1 0 0,0 1 0 0 0,0 0 0 0 0,1-1 1 0 0,-1 1-1 0 0,0 0 0 0 0,1-1 0 0 0,-1 1 1 0 0,1 0-1 0 0,-1 0 0 0 0,2 0 1 0 0,0 1 10 0 0,0 0 1 0 0,0 0-1 0 0,-1 0 1 0 0,1 0-1 0 0,0 0 1 0 0,-1 0-1 0 0,1 1 1 0 0,-1-1-1 0 0,1 1 1 0 0,3 3-1 0 0,5 6 166 0 0,-1 0 0 0 0,0 0-1 0 0,12 19 1 0 0,-19-25-99 0 0,18 26 339 0 0,-2 0 1 0 0,-1 1-1 0 0,-1 1 0 0 0,-2 1 1 0 0,16 54-1 0 0,-18-42 14 0 0,-3 1 0 0 0,-2-1 0 0 0,5 91 0 0 0,-13-70-219 0 0,-3-1 0 0 0,-2 0 0 0 0,-4-1 1 0 0,-2 1-1 0 0,-3-2 0 0 0,-33 92 0 0 0,19-83-215 0 0,-4-2 0 0 0,-2-1 0 0 0,-3-2 1 0 0,-3-1-1 0 0,-4-2 0 0 0,-2-2 0 0 0,-90 96 0 0 0,86-110-1473 0 0,-1-3 0 0 0,-92 65 0 0 0,112-90-910 0 0,-40 19 0 0 0,-1-9-3685 0 0,12-12-1553 0 0</inkml:trace>
</inkml:ink>
</file>

<file path=ppt/ink/ink2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4:38.3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900 4 1068 0 0,'-2'-1'1713'0'0,"-1"0"-1463"0"0,-1 1 0 0 0,1-1 0 0 0,0 1 1 0 0,0 0-1 0 0,0 0 0 0 0,0 0 0 0 0,0 0 0 0 0,0 0 1 0 0,0 1-1 0 0,0 0 0 0 0,0-1 0 0 0,0 1 0 0 0,0 0 1 0 0,0 0-1 0 0,0 1 0 0 0,0-1 0 0 0,0 1 0 0 0,1-1 0 0 0,-1 1 1 0 0,-4 4-1 0 0,-7 5 263 0 0,1 1 0 0 0,-19 21 1 0 0,21-21-155 0 0,-110 124 1697 0 0,7 4 0 0 0,7 6 0 0 0,-158 279 0 0 0,230-360-1648 0 0,-41 104 1 0 0,67-144-318 0 0,0 1 1 0 0,2 0 0 0 0,1 0 0 0 0,2 0 0 0 0,0 1-1 0 0,2 0 1 0 0,1 43 0 0 0,2-55-68 0 0,1-1 0 0 0,0 0-1 0 0,1 0 1 0 0,1 0 0 0 0,0 0 0 0 0,1 0 0 0 0,1-1-1 0 0,0 0 1 0 0,1 0 0 0 0,0 0 0 0 0,0-1 0 0 0,12 14-1 0 0,-7-13-78 0 0,0-1-1 0 0,0 0 0 0 0,1-1 1 0 0,0 0-1 0 0,1-1 0 0 0,1 0 1 0 0,-1-1-1 0 0,1-1 0 0 0,32 13 1 0 0,-4-6-577 0 0,2-2 0 0 0,-1-2 1 0 0,1-2-1 0 0,73 6 0 0 0,-27-11-3366 0 0,121-9 0 0 0,-95-4-1905 0 0</inkml:trace>
</inkml:ink>
</file>

<file path=ppt/ink/ink2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4:38.8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113 56 636 0 0,'-4'0'2118'0'0,"-45"-7"4998"0"0,46 7-6045 0 0,0-1-117 0 0,-42-6 5057 0 0,37 3-4591 0 0,19 2-1375 0 0,0 0 0 0 0,0 1 0 0 0,1 1 0 0 0,12 1-1 0 0,35-1 19 0 0,49-4 124 0 0,-103 4-349 0 0,0-1-1 0 0,0 0 0 0 0,0-1 0 0 0,0 1 0 0 0,0-1 0 0 0,5-2 0 0 0,13-9-3539 0 0,-14 8 1438 0 0</inkml:trace>
</inkml:ink>
</file>

<file path=ppt/ink/ink2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4:39.0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113 54 2768 0 0,'10'-22'6847'0'0,"1"-2"-1823"0"0,-6 18-2945 0 0,-5 6-2050 0 0,0-1 0 0 0,0 1 0 0 0,0 0 0 0 0,0 0 0 0 0,0 0 0 0 0,1 0 0 0 0,-1 0 0 0 0,0 0 0 0 0,-1 15 268 0 0,-1 1 1 0 0,0-1-1 0 0,0 0 0 0 0,-2 1 1 0 0,-5 16-1 0 0,-35 77 179 0 0,7-16-547 0 0,13-12-2470 0 0,12-26-5627 0 0,10-37 2113 0 0</inkml:trace>
</inkml:ink>
</file>

<file path=ppt/ink/ink2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4:39.4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 74 348 0 0,'-2'-1'3675'0'0,"-12"-3"2082"0"0,-1-4-1106 0 0,15 8-4557 0 0,-1 0 1 0 0,1 0-1 0 0,0-1 1 0 0,0 1 0 0 0,-1 0-1 0 0,1-1 1 0 0,0 1 0 0 0,0 0-1 0 0,0-1 1 0 0,-1 1-1 0 0,1 0 1 0 0,0-1 0 0 0,0 1-1 0 0,0 0 1 0 0,0-1-1 0 0,0 1 1 0 0,0 0 0 0 0,0-1-1 0 0,0 1 1 0 0,0-1 0 0 0,0 1-1 0 0,0 0 1 0 0,0-1-1 0 0,0 1 1 0 0,0-1 0 0 0,1-1-28 0 0,1 1 1 0 0,-1-1 0 0 0,0 1-1 0 0,0 0 1 0 0,1-1-1 0 0,-1 1 1 0 0,1 0 0 0 0,-1 0-1 0 0,1 0 1 0 0,0 0 0 0 0,-1 0-1 0 0,1 0 1 0 0,0 0 0 0 0,0 0-1 0 0,2 0 1 0 0,18-7-209 0 0,-1 2-1 0 0,1 1 1 0 0,1 0 0 0 0,27-1 0 0 0,-20 4-4368 0 0,34 2 0 0 0,-45 1-1336 0 0</inkml:trace>
</inkml:ink>
</file>

<file path=ppt/ink/ink2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4:39.6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174 0 128 0 0,'-129'78'14693'0'0,"93"-59"-11400"0"0,36-19-3245 0 0,-1 0 1 0 0,1 0 0 0 0,-1 0 0 0 0,1 0-1 0 0,0 0 1 0 0,-1 0 0 0 0,1 1-1 0 0,0-1 1 0 0,-1 0 0 0 0,1 0-1 0 0,0 0 1 0 0,-1 1 0 0 0,1-1 0 0 0,0 0-1 0 0,-1 0 1 0 0,1 1 0 0 0,0-1-1 0 0,-1 0 1 0 0,1 0 0 0 0,0 1 0 0 0,0-1-1 0 0,0 0 1 0 0,-1 1 0 0 0,1-1-1 0 0,0 0 1 0 0,0 1 0 0 0,0-1 0 0 0,0 1-1 0 0,0-1 1 0 0,-1 0 0 0 0,1 1-1 0 0,13-1 322 0 0,23-6-466 0 0,5-5-675 0 0,60-18-2741 0 0,-33 7-2698 0 0,-23 5-839 0 0</inkml:trace>
</inkml:ink>
</file>

<file path=ppt/ink/ink2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4:46.7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89 1364 0 0,'0'0'14355'0'0,"13"-9"-14249"0"0,45-5 342 0 0,85-34 0 0 0,-141 47-225 0 0,2 1-123 0 0,0-1 1 0 0,0 0 0 0 0,0-1-1 0 0,-1 1 1 0 0,1-1 0 0 0,5-3-1 0 0,-3 3-202 0 0,-4 1-144 0 0,7 0-1796 0 0</inkml:trace>
</inkml:ink>
</file>

<file path=ppt/ink/ink2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4:47.3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 49 644 0 0,'-2'-29'10921'0'0,"0"10"-4432"0"0,-3 31-6013 0 0,7 19 65 0 0,-2-1 0 0 0,-5 49 0 0 0,0 13-39 0 0,-3 170 127 0 0,6-168 363 0 0,2-92-490 0 0,-1 15 14 0 0</inkml:trace>
</inkml:ink>
</file>

<file path=ppt/ink/ink2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25:41.4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1 512 0 0,'0'0'3304'0'0</inkml:trace>
</inkml:ink>
</file>

<file path=ppt/ink/ink2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25:43.4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1 408 0 0,'0'0'2104'0'0,"-3"10"-460"0"0</inkml:trace>
</inkml:ink>
</file>

<file path=ppt/ink/ink2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25:43.9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1 700 0 0,'0'0'7455'0'0</inkml:trace>
</inkml:ink>
</file>

<file path=ppt/ink/ink2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5:22.7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699 386 816 0 0,'13'8'3703'0'0,"-13"-8"-3651"0"0,1 1 132 0 0,0 1 0 0 0,0-1 0 0 0,0 0-1 0 0,0 1 1 0 0,0-1 0 0 0,0 1 0 0 0,-1-1 0 0 0,1 1-1 0 0,0 0 1 0 0,-1-1 0 0 0,1 1 0 0 0,-1 0-1 0 0,0-1 1 0 0,0 1 0 0 0,0 0 0 0 0,1-1-1 0 0,-2 1 1 0 0,1 0 0 0 0,0-1 0 0 0,0 1-1 0 0,0 0 1 0 0,-1 0 0 0 0,1-1 0 0 0,-1 1 0 0 0,1-1-1 0 0,-1 1 1 0 0,0-1 0 0 0,0 1 0 0 0,0-1-1 0 0,1 1 1 0 0,-1-1 0 0 0,-3 3 0 0 0,0 1 39 0 0,-1 0 0 0 0,0 0 0 0 0,-1-1 0 0 0,1 0 0 0 0,-10 6 0 0 0,4-3 41 0 0,8-6-194 0 0,1 1 1 0 0,-1-1 0 0 0,0-1 0 0 0,1 1-1 0 0,-1 0 1 0 0,0-1 0 0 0,0 1-1 0 0,1-1 1 0 0,-1 0 0 0 0,-3 0-1 0 0,4 0-38 0 0,0 1 3 0 0,-1-1-1 0 0,1 1 1 0 0,-1-1-1 0 0,1 0 1 0 0,-1 1-1 0 0,1-1 1 0 0,-1-1-1 0 0,1 1 1 0 0,-1 0-1 0 0,1-1 1 0 0,-1 1-1 0 0,1-1 1 0 0,0 1-1 0 0,-1-1 1 0 0,1 0-1 0 0,0 0 0 0 0,-1 0 1 0 0,1-1-1 0 0,0 1 1 0 0,0-1-1 0 0,0 1 1 0 0,0-1-1 0 0,0 1 1 0 0,1-1-1 0 0,-1 0 1 0 0,0 0-1 0 0,1 0 1 0 0,-1 0-1 0 0,1 0 1 0 0,0 0-1 0 0,0 0 1 0 0,-1-1-1 0 0,1 1 1 0 0,1 0-1 0 0,-1-1 1 0 0,0-2-1 0 0,-2-4-17 0 0,1 0-1 0 0,1-1 0 0 0,0 1 1 0 0,0 0-1 0 0,0-1 1 0 0,2 1-1 0 0,-1 0 0 0 0,2-11 1 0 0,3-6-27 0 0,0-1 1 0 0,2 1 0 0 0,1 1-1 0 0,1-1 1 0 0,1 1 0 0 0,1 1-1 0 0,2 0 1 0 0,0 0 0 0 0,1 1-1 0 0,1 1 1 0 0,33-36 0 0 0,-45 55 2 0 0,-1 1 1 0 0,1 0 0 0 0,-1-1 0 0 0,1 1-1 0 0,0 0 1 0 0,0 0 0 0 0,0 1 0 0 0,0-1 0 0 0,0 1-1 0 0,0-1 1 0 0,1 1 0 0 0,-1 0 0 0 0,0 0-1 0 0,6 0 1 0 0,-7 1 6 0 0,0 0 1 0 0,0 0-1 0 0,0 1 0 0 0,0-1 0 0 0,0 0 1 0 0,0 1-1 0 0,0 0 0 0 0,0 0 0 0 0,0-1 1 0 0,-1 1-1 0 0,1 0 0 0 0,0 0 0 0 0,0 1 1 0 0,-1-1-1 0 0,1 0 0 0 0,-1 0 0 0 0,1 1 1 0 0,-1-1-1 0 0,0 1 0 0 0,0-1 0 0 0,1 1 1 0 0,-1 0-1 0 0,0 0 0 0 0,0-1 0 0 0,-1 1 0 0 0,1 0 1 0 0,1 3-1 0 0,4 12 24 0 0,-1 0 1 0 0,0 0-1 0 0,-1 1 1 0 0,-1-1-1 0 0,-1 1 0 0 0,1 26 1 0 0,-10 110 208 0 0,4-116-207 0 0,-43 303 719 0 0,31-271-45 0 0,-3-1 0 0 0,-50 120 0 0 0,58-164-385 0 0,-2-1-1 0 0,-1 0 1 0 0,-1-1 0 0 0,-17 21-1 0 0,26-36-211 0 0,-1-1-1 0 0,-1 0 1 0 0,1-1-1 0 0,-1 1 1 0 0,0-1 0 0 0,-1 0-1 0 0,0-1 1 0 0,1 0-1 0 0,-2 0 1 0 0,1-1-1 0 0,0 0 1 0 0,-1 0 0 0 0,0-1-1 0 0,0 0 1 0 0,-10 2-1 0 0,11-5-68 0 0,-1 1-1 0 0,0-1 1 0 0,0-1-1 0 0,0 0 0 0 0,1 0 1 0 0,-1 0-1 0 0,1-1 1 0 0,-1-1-1 0 0,-11-4 1 0 0,-6-4 11 0 0,-40-23-1 0 0,-6-11-117 0 0,-98-82 0 0 0,168 126-99 0 0,0-1-1 0 0,0 1 1 0 0,0-1 0 0 0,0 1-1 0 0,1-1 1 0 0,-1 0-1 0 0,1 1 1 0 0,-1-1 0 0 0,1 0-1 0 0,0 0 1 0 0,-1 0-1 0 0,1 0 1 0 0,0 0 0 0 0,0 0-1 0 0,1-1 1 0 0,-2-3-1 0 0,2 5-22 0 0,0 0-1 0 0,0-1 0 0 0,1 1 0 0 0,-1 0 0 0 0,0 0 1 0 0,1 0-1 0 0,-1 0 0 0 0,1 0 0 0 0,0 0 0 0 0,-1 0 1 0 0,1 0-1 0 0,0 0 0 0 0,-1 0 0 0 0,1 1 0 0 0,0-1 1 0 0,0 0-1 0 0,2-1 0 0 0,18-11-2483 0 0,-17 10 1964 0 0,11-5-2891 0 0,2-3-1574 0 0</inkml:trace>
</inkml:ink>
</file>

<file path=ppt/ink/ink2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5:23.3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656 82 80 0 0,'13'-25'3664'0'0,"20"-31"5132"0"0,-41 172-4199 0 0,-21 58-3063 0 0,10-69-749 0 0,-115 519 1684 0 0,-14 100-1285 0 0,127-529-1073 0 0,19-153-50 0 0,3 1 0 0 0,7 65 0 0 0,-6-97-40 0 0,-1 0 0 0 0,2-1 0 0 0,0 1 0 0 0,0-1 0 0 0,1 1 0 0 0,0-1 0 0 0,9 15 0 0 0,-12-22-16 0 0,1 0-1 0 0,1-1 1 0 0,-1 1 0 0 0,0 0 0 0 0,1-1 0 0 0,-1 1 0 0 0,1-1 0 0 0,0 0-1 0 0,-1 1 1 0 0,1-2 0 0 0,0 1 0 0 0,1 0 0 0 0,-1 0 0 0 0,0-1-1 0 0,0 0 1 0 0,1 0 0 0 0,-1 0 0 0 0,1 0 0 0 0,-1 0 0 0 0,1-1-1 0 0,-1 1 1 0 0,1-1 0 0 0,-1 0 0 0 0,1 0 0 0 0,-1 0 0 0 0,7-2 0 0 0,3-1-3 0 0,1 0 1 0 0,0-1 0 0 0,-1 0 0 0 0,0-1 0 0 0,0-1 0 0 0,-1 0 0 0 0,1-1 0 0 0,-2 0 0 0 0,1-1-1 0 0,-1-1 1 0 0,0 1 0 0 0,0-2 0 0 0,-1 1 0 0 0,12-16 0 0 0,-15 17-3 0 0,0-1-1 0 0,-1-1 1 0 0,0 0-1 0 0,0 1 1 0 0,-1-2-1 0 0,-1 1 1 0 0,1-1 0 0 0,-2 1-1 0 0,1-1 1 0 0,-2 0-1 0 0,1 0 1 0 0,-2-1-1 0 0,1 1 1 0 0,-1 0 0 0 0,-1-1-1 0 0,0 1 1 0 0,-1 0-1 0 0,-2-13 1 0 0,0 8-13 0 0,-1 1 0 0 0,-1 0-1 0 0,0-1 1 0 0,-2 2 0 0 0,1-1 0 0 0,-2 1 0 0 0,-15-24 0 0 0,8 18-13 0 0,-1 1 0 0 0,-1 0 0 0 0,0 2 0 0 0,-28-23 0 0 0,-4 4-25 0 0,0 3-1 0 0,-3 3 0 0 0,-73-33 0 0 0,2 12 83 0 0,-10-6-1038 0 0,132 57 915 0 0,0 0 0 0 0,0-1 0 0 0,0 1 0 0 0,0-1 0 0 0,0 1 0 0 0,0-1 0 0 0,0 1 0 0 0,0-1 0 0 0,0 0 0 0 0,0 1 0 0 0,1-1 0 0 0,-1 0 0 0 0,0 0 1 0 0,0 1-1 0 0,1-1 0 0 0,-1 0 0 0 0,1 0 0 0 0,-1 0 0 0 0,1 0 0 0 0,-1 0 0 0 0,1 0 0 0 0,-1 0 0 0 0,1 0 0 0 0,0 0 0 0 0,0 0 0 0 0,-1 0 0 0 0,1 0 0 0 0,0-1 0 0 0,0 1 0 0 0,0 0 0 0 0,0 0 0 0 0,0 0 0 0 0,1 0 0 0 0,-1 0 0 0 0,0 0 0 0 0,0 0 0 0 0,1 0 0 0 0,-1 0 0 0 0,0 0 0 0 0,1 0 0 0 0,-1 0 0 0 0,1 0 0 0 0,0 0 0 0 0,-1 0 0 0 0,1 0 0 0 0,0 1 0 0 0,-1-1 0 0 0,3-1 0 0 0,3-5-722 0 0,1 1 1 0 0,0-1-1 0 0,1 2 1 0 0,10-8-1 0 0,-14 11 471 0 0,56-35-5601 0 0,-21 16 891 0 0</inkml:trace>
</inkml:ink>
</file>

<file path=ppt/ink/ink2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5:23.8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189 809 148 0 0,'-14'5'1137'0'0,"1"-1"-1"0"0,-1 2 1 0 0,1 0 0 0 0,0 1 0 0 0,1 0-1 0 0,-19 14 1 0 0,23-14-641 0 0,0-1-1 0 0,1 2 1 0 0,0-1-1 0 0,0 1 1 0 0,1 0-1 0 0,0 0 1 0 0,1 1-1 0 0,-1 0 1 0 0,2 0-1 0 0,-5 10 1 0 0,8-18-380 0 0,1 1 0 0 0,-1-1 0 0 0,0 1 0 0 0,1 0-1 0 0,-1-1 1 0 0,1 1 0 0 0,-1 0 0 0 0,1-1 0 0 0,0 1 0 0 0,0 0 0 0 0,0 0 0 0 0,0-1 0 0 0,0 1 0 0 0,0 0-1 0 0,1 0 1 0 0,-1-1 0 0 0,0 1 0 0 0,1 0 0 0 0,-1-1 0 0 0,1 1 0 0 0,0-1 0 0 0,0 1 0 0 0,-1 0 0 0 0,3 1 0 0 0,-2-2 178 0 0,3-1-54 0 0,2-1-182 0 0,1-1-1 0 0,-1 0 0 0 0,1 0 1 0 0,-1-1-1 0 0,0 1 1 0 0,0-1-1 0 0,0-1 0 0 0,0 1 1 0 0,-1-1-1 0 0,1 0 1 0 0,8-8-1 0 0,5-7-1 0 0,29-34 1 0 0,3-12-55 0 0,81-140 0 0 0,18-85-76 0 0,-52 98 38 0 0,-82 159 23 0 0,-11 21-4 0 0,1-1 1 0 0,1 1 0 0 0,0 0 0 0 0,0 0-1 0 0,1 1 1 0 0,0 0 0 0 0,11-10-1 0 0,-18 21 17 0 0,-1-1 0 0 0,1 1-1 0 0,-1-1 1 0 0,1 1-1 0 0,-1 0 1 0 0,1-1 0 0 0,0 1-1 0 0,-1 0 1 0 0,1 0 0 0 0,0 0-1 0 0,-1-1 1 0 0,1 1 0 0 0,-1 0-1 0 0,1 0 1 0 0,0 0 0 0 0,-1 0-1 0 0,1 0 1 0 0,0 0-1 0 0,-1 0 1 0 0,1 0 0 0 0,0 0-1 0 0,-1 1 1 0 0,1-1 0 0 0,0 0-1 0 0,-1 0 1 0 0,1 0 0 0 0,-1 1-1 0 0,1-1 1 0 0,-1 0-1 0 0,1 1 1 0 0,0-1 0 0 0,-1 1-1 0 0,1-1 1 0 0,-1 0 0 0 0,0 1-1 0 0,1-1 1 0 0,-1 1 0 0 0,1 0-1 0 0,11 22 149 0 0,-8-8 29 0 0,-1 0-1 0 0,-1 0 1 0 0,0 0 0 0 0,-1 1-1 0 0,-1 15 1 0 0,-10 79 594 0 0,4-54-504 0 0,-14 121 334 0 0,7-88-427 0 0,5 1 0 0 0,3 110 0 0 0,5-191-347 0 0,0 0 1 0 0,1-1 0 0 0,0 1 0 0 0,1 0 0 0 0,0-1-1 0 0,0 1 1 0 0,6 11 0 0 0,-8-20-45 0 0,1 1 0 0 0,-1-1 0 0 0,1 1 0 0 0,0-1 0 0 0,-1 0 0 0 0,1 1 0 0 0,0-1 0 0 0,-1 0-1 0 0,1 1 1 0 0,0-1 0 0 0,-1 0 0 0 0,1 0 0 0 0,0 0 0 0 0,0 1 0 0 0,-1-1 0 0 0,1 0 0 0 0,0 0 0 0 0,0 0 0 0 0,-1 0 0 0 0,1-1 0 0 0,0 1-1 0 0,0 0 1 0 0,-1 0 0 0 0,1 0 0 0 0,0 0 0 0 0,0-1 0 0 0,-1 1 0 0 0,1 0 0 0 0,0-1 0 0 0,-1 1 0 0 0,1-1 0 0 0,-1 1 0 0 0,1-1 0 0 0,0 1-1 0 0,-1-1 1 0 0,1 1 0 0 0,-1-1 0 0 0,1 1 0 0 0,-1-1 0 0 0,1-1 0 0 0,5-11-3261 0 0,-3 0-1257 0 0</inkml:trace>
</inkml:ink>
</file>

<file path=ppt/ink/ink2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5:24.1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189 197 1128 0 0,'-188'-8'15372'0'0,"192"8"-15036"0"0,29-2-42 0 0,-1-2 1 0 0,64-16-1 0 0,-36 7-185 0 0,266-61-1681 0 0,-112 8-7672 0 0,-186 56 4636 0 0</inkml:trace>
</inkml:ink>
</file>

<file path=ppt/ink/ink2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5:24.7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322 48 984 0 0,'3'-48'11094'0'0,"-39"214"-6073"0"0,-37 85-3263 0 0,59-206-1445 0 0,-22 68 275 0 0,-89 194-1 0 0,125-306-568 0 0,-1 0 0 0 0,1 0 1 0 0,0 0-1 0 0,-1 0 0 0 0,1-1 0 0 0,-1 1 0 0 0,1 0 0 0 0,-1 0 1 0 0,1 0-1 0 0,-1 0 0 0 0,0-1 0 0 0,1 1 0 0 0,-1 0 0 0 0,0 0 0 0 0,1-1 1 0 0,-1 1-1 0 0,0-1 0 0 0,0 1 0 0 0,0-1 0 0 0,0 1 0 0 0,0-1 0 0 0,0 1 1 0 0,1-1-1 0 0,-1 0 0 0 0,0 1 0 0 0,0-1 0 0 0,0 0 0 0 0,-2 0 0 0 0,2 0-15 0 0,0-1 1 0 0,1 0-1 0 0,-1 1 0 0 0,1-1 0 0 0,-1 0 0 0 0,1 0 0 0 0,-1 0 0 0 0,1 1 0 0 0,-1-1 0 0 0,1 0 0 0 0,0 0 0 0 0,-1 0 0 0 0,1 0 0 0 0,0 0 0 0 0,0 0 0 0 0,0 0 0 0 0,-1 1 0 0 0,1-1 0 0 0,0 0 0 0 0,0 0 0 0 0,1 0 1 0 0,-1 0-1 0 0,0 0 0 0 0,0 0 0 0 0,0 0 0 0 0,1 0 0 0 0,-1 0 0 0 0,0 0 0 0 0,1 0 0 0 0,5-21 4 0 0,1 0 0 0 0,1 1-1 0 0,0 0 1 0 0,17-28 0 0 0,-20 40-14 0 0,1 0 0 0 0,0 1-1 0 0,0 0 1 0 0,1 0 0 0 0,0 1 0 0 0,1 0-1 0 0,-1 0 1 0 0,1 0 0 0 0,0 1 0 0 0,1 0-1 0 0,0 1 1 0 0,10-5 0 0 0,-14 8 6 0 0,0 0 0 0 0,-1 0 1 0 0,1 1-1 0 0,0 0 0 0 0,0 0 0 0 0,0 0 0 0 0,0 1 1 0 0,0-1-1 0 0,0 1 0 0 0,0 0 0 0 0,0 1 0 0 0,0-1 1 0 0,0 1-1 0 0,0 0 0 0 0,5 2 0 0 0,-4-1-6 0 0,1 1-1 0 0,-1 0 0 0 0,0 0 1 0 0,0 0-1 0 0,0 1 1 0 0,0 0-1 0 0,-1 0 0 0 0,0 1 1 0 0,0 0-1 0 0,6 6 0 0 0,-5-5 52 0 0,-1 2 0 0 0,1-1 0 0 0,-1 0-1 0 0,0 1 1 0 0,-1 0 0 0 0,0 0-1 0 0,0 1 1 0 0,-1-1 0 0 0,0 1-1 0 0,-1 0 1 0 0,0-1 0 0 0,0 1-1 0 0,-1 0 1 0 0,0 0 0 0 0,0 1-1 0 0,-1 15 1 0 0,-2-15 76 0 0,0 0 1 0 0,0-1-1 0 0,0 1 0 0 0,-1-1 0 0 0,-1 1 1 0 0,0-1-1 0 0,0 0 0 0 0,0 0 1 0 0,-2 0-1 0 0,1-1 0 0 0,-1 0 0 0 0,0 0 1 0 0,0 0-1 0 0,-1-1 0 0 0,0 0 1 0 0,0 0-1 0 0,-1-1 0 0 0,0 0 1 0 0,0 0-1 0 0,-1-1 0 0 0,1 0 0 0 0,-1 0 1 0 0,0-1-1 0 0,0 0 0 0 0,-1-1 1 0 0,1 0-1 0 0,-1-1 0 0 0,0 1 0 0 0,1-2 1 0 0,-1 1-1 0 0,0-2 0 0 0,0 1 1 0 0,0-1-1 0 0,0-1 0 0 0,0 0 0 0 0,0 0 1 0 0,-16-5-1 0 0,-25-13 88 0 0,48 18-240 0 0,0 0 1 0 0,1-1-1 0 0,-1 0 1 0 0,0 0 0 0 0,1 1-1 0 0,-1-2 1 0 0,1 1-1 0 0,-1 0 1 0 0,1 0 0 0 0,0-1-1 0 0,0 1 1 0 0,0-1-1 0 0,1 0 1 0 0,-3-3 0 0 0,4 4-164 0 0,-1-1 0 0 0,1 1 0 0 0,-1-1 0 0 0,1 0-1 0 0,0 1 1 0 0,0-1 0 0 0,0 0 0 0 0,0 1 0 0 0,1-1 0 0 0,-1 0 0 0 0,1 1 0 0 0,-1-1 0 0 0,1 1 0 0 0,0-1 0 0 0,0 1 0 0 0,0-1 0 0 0,0 1 0 0 0,1 0 0 0 0,-1-1 0 0 0,1 1 0 0 0,-1 0 0 0 0,1 0 0 0 0,2-2 0 0 0,5-6-989 0 0,0 1 0 0 0,1 0 0 0 0,12-8 1 0 0,-21 16 1096 0 0,53-36-7038 0 0,-19 14 94 0 0</inkml:trace>
</inkml:ink>
</file>

<file path=ppt/ink/ink2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5:25.1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151 62 1700 0 0,'2'1'3689'0'0,"0"1"-3222"0"0,0-1 1 0 0,-1 0-1 0 0,1 1 0 0 0,-1-1 0 0 0,1 1 1 0 0,-1 0-1 0 0,1-1 0 0 0,-1 1 1 0 0,0 0-1 0 0,0 0 0 0 0,0 0 0 0 0,0 0 1 0 0,0 0-1 0 0,0 0 0 0 0,-1 0 0 0 0,1 0 1 0 0,0 2-1 0 0,-1-2-346 0 0,2 7 467 0 0,0 0 1 0 0,1-1-1 0 0,0 1 1 0 0,0-1 0 0 0,1 1-1 0 0,7 12 1 0 0,-9-20-519 0 0,0 1 0 0 0,0 0 0 0 0,0 0 0 0 0,0-1 0 0 0,0 1 0 0 0,0-1 0 0 0,0 1 0 0 0,0-1 0 0 0,1 0 0 0 0,-1 0-1 0 0,0 0 1 0 0,1 0 0 0 0,-1 0 0 0 0,1-1 0 0 0,-1 1 0 0 0,4-1 0 0 0,-2 1-27 0 0,1-1-1 0 0,0 1 1 0 0,-1-1-1 0 0,1-1 0 0 0,0 1 1 0 0,-1-1-1 0 0,8-1 1 0 0,-5-1-19 0 0,0 0 1 0 0,0 0 0 0 0,0 0-1 0 0,0-1 1 0 0,-1 0-1 0 0,0 0 1 0 0,0-1 0 0 0,0 0-1 0 0,0 0 1 0 0,-1 0-1 0 0,1-1 1 0 0,4-6 0 0 0,-8 9-22 0 0,1-1 0 0 0,-1 0 0 0 0,1 1 0 0 0,-1-1 0 0 0,-1 0 0 0 0,1-1 1 0 0,0 1-1 0 0,-1 0 0 0 0,0 0 0 0 0,0-1 0 0 0,0 1 0 0 0,0 0 0 0 0,-1-1 1 0 0,0 1-1 0 0,0-1 0 0 0,0 1 0 0 0,0-1 0 0 0,-1 1 0 0 0,0 0 0 0 0,0-1 1 0 0,0 1-1 0 0,-3-9 0 0 0,3 12-7 0 0,0-1 1 0 0,0 1-1 0 0,-1-1 1 0 0,1 1-1 0 0,0-1 0 0 0,0 1 1 0 0,-1 0-1 0 0,1-1 1 0 0,-1 1-1 0 0,1 0 1 0 0,-1 0-1 0 0,0 0 1 0 0,1 0-1 0 0,-1 1 1 0 0,0-1-1 0 0,0 0 0 0 0,1 1 1 0 0,-1-1-1 0 0,0 1 1 0 0,0-1-1 0 0,0 1 1 0 0,0 0-1 0 0,0 0 1 0 0,0 0-1 0 0,0 0 0 0 0,-3 1 1 0 0,-3 0-1 0 0,0 0 0 0 0,1 0 1 0 0,-1 1-1 0 0,1 1 0 0 0,-12 4 0 0 0,2 1 46 0 0,-1 2 1 0 0,2 0-1 0 0,0 1 0 0 0,0 0 1 0 0,1 2-1 0 0,0-1 0 0 0,-15 19 1 0 0,8-7 114 0 0,2 1 0 0 0,1 1 0 0 0,-25 44 0 0 0,38-61-120 0 0,1 1 0 0 0,1 0 0 0 0,0 0 0 0 0,0 1 0 0 0,1-1 0 0 0,0 1 0 0 0,1-1 0 0 0,0 1 1 0 0,0 13-1 0 0,2-20-24 0 0,0 0 0 0 0,0 0 1 0 0,0 0-1 0 0,1 0 1 0 0,0 0-1 0 0,0 0 1 0 0,0 0-1 0 0,0-1 1 0 0,1 1-1 0 0,-1 0 1 0 0,1-1-1 0 0,0 1 0 0 0,0-1 1 0 0,0 1-1 0 0,1-1 1 0 0,-1 0-1 0 0,1 0 1 0 0,0 0-1 0 0,0 0 1 0 0,0-1-1 0 0,0 1 0 0 0,0-1 1 0 0,0 0-1 0 0,1 0 1 0 0,-1 0-1 0 0,1 0 1 0 0,0 0-1 0 0,4 1 1 0 0,7 1-299 0 0,0 0 0 0 0,1 0 0 0 0,0-2 0 0 0,0 0 0 0 0,0-1 0 0 0,0 0 0 0 0,0-1 1 0 0,25-4-1 0 0,1-2-1680 0 0,-1-2 1 0 0,42-14-1 0 0,-20 1-2339 0 0,3-1-2101 0 0</inkml:trace>
</inkml:ink>
</file>

<file path=ppt/ink/ink2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5:25.7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434 234 252 0 0,'6'-14'2197'0'0,"4"-7"614"0"0,-2 0-1 0 0,8-30 0 0 0,-15 45-2407 0 0,1 0 0 0 0,-1 0 0 0 0,-1-1 0 0 0,1 1 0 0 0,-1 0 0 0 0,0 0 0 0 0,-1 0 0 0 0,1 0 0 0 0,-1 0 1 0 0,0 0-1 0 0,-1 0 0 0 0,1 0 0 0 0,-6-10 0 0 0,6 13-330 0 0,-1 1-1 0 0,0-1 1 0 0,0 1 0 0 0,0 0 0 0 0,0 0-1 0 0,-1 0 1 0 0,1 0 0 0 0,0 0 0 0 0,-1 1-1 0 0,0-1 1 0 0,1 1 0 0 0,-1 0 0 0 0,0 0-1 0 0,0-1 1 0 0,1 2 0 0 0,-1-1 0 0 0,0 0-1 0 0,0 1 1 0 0,0-1 0 0 0,0 1 0 0 0,0 0-1 0 0,0 0 1 0 0,0 0 0 0 0,0 0-1 0 0,0 0 1 0 0,0 1 0 0 0,-4 1 0 0 0,-2 0-24 0 0,-1 0 0 0 0,0 1 1 0 0,1 1-1 0 0,0 0 0 0 0,0 0 1 0 0,0 1-1 0 0,0 0 0 0 0,-11 8 1 0 0,-6 7 69 0 0,-26 27 0 0 0,48-43-106 0 0,-28 27 74 0 0,1 1-1 0 0,-31 43 1 0 0,49-56-58 0 0,0-1-1 0 0,1 2 1 0 0,2 0-1 0 0,0 0 1 0 0,0 1-1 0 0,-7 26 0 0 0,17-43-15 0 0,-1 0 0 0 0,0-1 0 0 0,1 1 0 0 0,-1 0 0 0 0,1-1 0 0 0,0 1-1 0 0,0 0 1 0 0,1 0 0 0 0,-1-1 0 0 0,2 8 0 0 0,-1-10-8 0 0,0 1 0 0 0,-1 0 0 0 0,1-1 0 0 0,0 1 0 0 0,0-1 0 0 0,0 1-1 0 0,0-1 1 0 0,0 0 0 0 0,0 1 0 0 0,0-1 0 0 0,0 0 0 0 0,1 0 0 0 0,-1 0 0 0 0,1 0 0 0 0,-1 0 0 0 0,0 0 0 0 0,1 0 0 0 0,0 0 0 0 0,-1 0 0 0 0,1-1 0 0 0,-1 1 0 0 0,1-1 0 0 0,0 1 0 0 0,-1-1 0 0 0,1 0 0 0 0,0 0 0 0 0,0 1 0 0 0,-1-1 0 0 0,3-1-1 0 0,8 1 4 0 0,0-2-1 0 0,-1 0 0 0 0,1 0 0 0 0,-1-1 0 0 0,1 0 0 0 0,-1-1 0 0 0,0 0 0 0 0,0-1 0 0 0,-1 0 0 0 0,1-1 0 0 0,-1 0 0 0 0,0-1 0 0 0,11-9 0 0 0,15-15-1 0 0,-2-1 1 0 0,31-39-1 0 0,-36 39 3 0 0,-21 22-9 0 0,-6 7-6 0 0,0 0 0 0 0,0 1 0 0 0,0-1 0 0 0,0 0 0 0 0,0 1 0 0 0,1-1 0 0 0,-1 1 0 0 0,1 0 0 0 0,0 0 0 0 0,5-3 0 0 0,-7 5 8 0 0,0 0 0 0 0,0 0 1 0 0,-1 1-1 0 0,1-1 0 0 0,0 0 0 0 0,0 1 0 0 0,-1-1 0 0 0,1 0 1 0 0,0 1-1 0 0,-1-1 0 0 0,1 1 0 0 0,0-1 0 0 0,-1 1 0 0 0,1-1 1 0 0,-1 1-1 0 0,1 0 0 0 0,-1-1 0 0 0,1 1 0 0 0,-1 0 0 0 0,1-1 1 0 0,-1 1-1 0 0,0 0 0 0 0,1 0 0 0 0,-1-1 0 0 0,0 1 0 0 0,0 0 1 0 0,1 0-1 0 0,-1-1 0 0 0,0 1 0 0 0,0 0 0 0 0,0 0 0 0 0,0 1 1 0 0,0 29 65 0 0,-4-1-65 0 0,1 0 0 0 0,1 0 0 0 0,2 0 0 0 0,5 35 0 0 0,-4-54-419 0 0,2 0 0 0 0,-1 0 0 0 0,1-1 0 0 0,1 0 0 0 0,0 1-1 0 0,7 13 1 0 0,-7-18-356 0 0,0 0-1 0 0,0 0 0 0 0,1 0 0 0 0,0-1 0 0 0,0 1 0 0 0,0-1 0 0 0,0 0 0 0 0,1-1 0 0 0,0 1 0 0 0,11 5 0 0 0,14 4-5628 0 0</inkml:trace>
</inkml:ink>
</file>

<file path=ppt/ink/ink2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5:26.2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17 102 268 0 0,'-3'-3'537'0'0,"1"-1"0"0"0,0 1 0 0 0,1-1 0 0 0,-1 1 0 0 0,1-1 0 0 0,-1 0 0 0 0,1 0 0 0 0,0 0-1 0 0,0 0 1 0 0,1 0 0 0 0,-1 0 0 0 0,1 0 0 0 0,0 0 0 0 0,0 0 0 0 0,1-6 0 0 0,0 8-418 0 0,0 0 1 0 0,-1 0-1 0 0,1 0 0 0 0,0 0 0 0 0,0 0 0 0 0,1 1 1 0 0,-1-1-1 0 0,0 0 0 0 0,1 1 0 0 0,-1-1 0 0 0,0 0 1 0 0,1 1-1 0 0,0 0 0 0 0,-1-1 0 0 0,1 1 0 0 0,0 0 1 0 0,0 0-1 0 0,0 0 0 0 0,0 0 0 0 0,0 0 1 0 0,0 1-1 0 0,0-1 0 0 0,0 0 0 0 0,0 1 0 0 0,0 0 1 0 0,0-1-1 0 0,0 1 0 0 0,0 0 0 0 0,0 0 0 0 0,0 0 1 0 0,3 1-1 0 0,3-1 55 0 0,-1 1 0 0 0,1 0-1 0 0,0 1 1 0 0,0-1 0 0 0,-1 2 0 0 0,1-1 0 0 0,-1 1 0 0 0,0 0 0 0 0,0 0-1 0 0,0 1 1 0 0,0 0 0 0 0,0 1 0 0 0,-1-1 0 0 0,0 1 0 0 0,0 0 0 0 0,0 1-1 0 0,-1-1 1 0 0,1 1 0 0 0,-1 0 0 0 0,5 8 0 0 0,-3-3 1 0 0,-1-1 0 0 0,0 1 1 0 0,-1 0-1 0 0,0 0 0 0 0,0 0 1 0 0,-1 1-1 0 0,-1 0 0 0 0,0-1 1 0 0,0 1-1 0 0,-1 1 0 0 0,-1-1 0 0 0,0 18 1 0 0,-2-12-28 0 0,-2 0-1 0 0,0 0 1 0 0,-1 0 0 0 0,0 0 0 0 0,-2 0 0 0 0,0-1 0 0 0,-1 0-1 0 0,0 0 1 0 0,-2-1 0 0 0,0 0 0 0 0,-21 28 0 0 0,30-44-138 0 0,-1 1 0 0 0,1-1 0 0 0,0 1 0 0 0,0-1-1 0 0,-1 0 1 0 0,1 1 0 0 0,0-1 0 0 0,-1 1 0 0 0,1-1 0 0 0,0 0 0 0 0,-1 1 0 0 0,1-1 0 0 0,-1 0 0 0 0,1 1 0 0 0,-1-1 0 0 0,1 0 0 0 0,0 0-1 0 0,-1 1 1 0 0,1-1 0 0 0,-1 0 0 0 0,1 0 0 0 0,-1 0 0 0 0,1 0 0 0 0,-1 0 0 0 0,1 0 0 0 0,-1 0 0 0 0,0 0 0 0 0,1 0 0 0 0,-1 0 0 0 0,1 0-1 0 0,-1 0 1 0 0,1 0 0 0 0,-1 0 0 0 0,1 0 0 0 0,-1 0 0 0 0,1-1 0 0 0,-1 1 0 0 0,1 0 0 0 0,0 0 0 0 0,-1-1 0 0 0,1 1 0 0 0,-1 0 0 0 0,1-1 0 0 0,-1 1-1 0 0,0-2 1 0 0,0 1-1 0 0,0 0 0 0 0,0-1 0 0 0,0 1 0 0 0,0-1 0 0 0,0 1 0 0 0,1-1 0 0 0,-1 1 0 0 0,1-1 0 0 0,-2-3 1 0 0,2-1-3 0 0,0 0 1 0 0,0 1 0 0 0,1-1-1 0 0,-1 0 1 0 0,1 0 0 0 0,1 0-1 0 0,-1 0 1 0 0,1 1 0 0 0,3-8-1 0 0,23-47 15 0 0,-13 34-31 0 0,1 2 1 0 0,1 0-1 0 0,1 0 0 0 0,1 2 0 0 0,28-27 0 0 0,-35 38 2 0 0,-1 1-1 0 0,1 0 1 0 0,1 1 0 0 0,0 1-1 0 0,0 0 1 0 0,1 1-1 0 0,0 0 1 0 0,0 1-1 0 0,0 0 1 0 0,1 2-1 0 0,28-7 1 0 0,-38 11 9 0 0,0-1 0 0 0,-1 1 0 0 0,1 0 1 0 0,0 0-1 0 0,0 0 0 0 0,0 1 0 0 0,0-1 1 0 0,0 1-1 0 0,0 0 0 0 0,0 1 1 0 0,0-1-1 0 0,-1 1 0 0 0,1 0 0 0 0,-1 0 1 0 0,1 1-1 0 0,-1-1 0 0 0,0 1 0 0 0,0 0 1 0 0,4 4-1 0 0,-3-2 9 0 0,-1 0-1 0 0,0 0 1 0 0,0 0-1 0 0,-1 0 1 0 0,0 1-1 0 0,0-1 1 0 0,0 1 0 0 0,-1 0-1 0 0,1 0 1 0 0,-1 0-1 0 0,-1 0 1 0 0,1 1-1 0 0,-1-1 1 0 0,1 9 0 0 0,-2 13 27 0 0,0 0 1 0 0,-2-1-1 0 0,-6 40 1 0 0,3-37-1337 0 0,1 0 0 0 0,2 44 0 0 0,2-69 776 0 0,0 0 0 0 0,1 0 1 0 0,0 0-1 0 0,0 0 0 0 0,3 6 0 0 0,8 9-5284 0 0</inkml:trace>
</inkml:ink>
</file>

<file path=ppt/ink/ink2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5:27.0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126 245 496 0 0,'7'-14'2475'0'0,"0"-1"-1"0"0,-1 1 1 0 0,-1-1 0 0 0,7-31-1 0 0,-8 30 468 0 0,-17 21-1584 0 0,8 0-1076 0 0,0 1 0 0 0,1-1 0 0 0,-1 1-1 0 0,1 0 1 0 0,0 0 0 0 0,1 0 0 0 0,-5 10 0 0 0,-2 3 156 0 0,-9 15 235 0 0,-17 41 1 0 0,31-64-596 0 0,1 1 0 0 0,0 0 1 0 0,1-1-1 0 0,0 1 0 0 0,1 1 0 0 0,1-1 0 0 0,-1 24 1 0 0,2-33-66 0 0,0 0 0 0 0,0 1 0 0 0,1-1 0 0 0,-1 0 0 0 0,1 0 0 0 0,0 0 0 0 0,0 1 0 0 0,0-1 0 0 0,0 0 0 0 0,1 0 0 0 0,-1-1 1 0 0,1 1-1 0 0,0 0 0 0 0,0 0 0 0 0,0-1 0 0 0,0 1 0 0 0,0-1 0 0 0,0 0 0 0 0,1 1 0 0 0,-1-1 0 0 0,1 0 0 0 0,-1-1 0 0 0,1 1 0 0 0,0 0 0 0 0,0-1 1 0 0,0 1-1 0 0,0-1 0 0 0,0 0 0 0 0,0 0 0 0 0,0 0 0 0 0,0-1 0 0 0,1 1 0 0 0,-1-1 0 0 0,0 1 0 0 0,6-1 0 0 0,1-1-1 0 0,-1 1 0 0 0,0-1 1 0 0,1 0-1 0 0,-1-1 0 0 0,0 0 0 0 0,0-1 0 0 0,0 0 0 0 0,0 0 0 0 0,0-1 0 0 0,-1 0 1 0 0,13-8-1 0 0,-9 2 3 0 0,0 0 0 0 0,0 0 0 0 0,-1-1-1 0 0,0-1 1 0 0,-1 0 0 0 0,0 0 0 0 0,-1-1 0 0 0,-1 0 0 0 0,0-1 0 0 0,0 0 0 0 0,-2 0 0 0 0,1-1 0 0 0,-2 1 0 0 0,0-1 0 0 0,-1-1 0 0 0,0 1 0 0 0,-2 0-1 0 0,0-1 1 0 0,0 0 0 0 0,-1 1 0 0 0,-1-1 0 0 0,-4-28 0 0 0,4 39-22 0 0,-1-1 0 0 0,-1 0 1 0 0,1 1-1 0 0,-1-1 0 0 0,0 1 0 0 0,0-1 0 0 0,0 1 0 0 0,-1 0 1 0 0,0 0-1 0 0,0 0 0 0 0,0 0 0 0 0,-1 1 0 0 0,0-1 1 0 0,1 1-1 0 0,-2 0 0 0 0,1 0 0 0 0,-6-4 0 0 0,5 5 3 0 0,0 0 0 0 0,0 1 0 0 0,-1 0 0 0 0,1 0 0 0 0,-1 0 0 0 0,0 0 0 0 0,1 1 0 0 0,-1 0 0 0 0,0 0 0 0 0,0 1 0 0 0,1 0 0 0 0,-1 0 0 0 0,0 0 0 0 0,0 0 0 0 0,0 1 0 0 0,0 0 0 0 0,-6 2 0 0 0,-1 1-14 0 0,1 0-1 0 0,-1 0 0 0 0,1 1 0 0 0,-1 1 1 0 0,2 0-1 0 0,-1 1 0 0 0,1 1 0 0 0,0-1 0 0 0,0 2 1 0 0,1-1-1 0 0,0 1 0 0 0,0 1 0 0 0,1 0 0 0 0,1 0 1 0 0,0 1-1 0 0,0 0 0 0 0,-11 21 0 0 0,18-29-40 0 0,0 0-1 0 0,-1 0 0 0 0,1 0 1 0 0,0 0-1 0 0,0 0 0 0 0,1 0 1 0 0,-1 0-1 0 0,1 0 0 0 0,-1 0 1 0 0,1 0-1 0 0,0 0 0 0 0,0 0 1 0 0,1 1-1 0 0,-1-1 0 0 0,0 0 1 0 0,1 0-1 0 0,0 0 0 0 0,0 0 1 0 0,0 0-1 0 0,0 0 0 0 0,0 0 1 0 0,1 0-1 0 0,-1-1 0 0 0,1 1 1 0 0,2 3-1 0 0,-1-3-119 0 0,1 0-1 0 0,-1 0 0 0 0,1 0 1 0 0,0-1-1 0 0,0 1 1 0 0,0-1-1 0 0,0 0 1 0 0,0 0-1 0 0,1 0 1 0 0,-1 0-1 0 0,1-1 0 0 0,-1 0 1 0 0,1 0-1 0 0,-1 0 1 0 0,1 0-1 0 0,6-1 1 0 0,11 0-373 0 0,1-1 1 0 0,-1-1 0 0 0,0-1 0 0 0,0-1-1 0 0,0-1 1 0 0,-1-1 0 0 0,31-12-1 0 0,12-10-43 0 0,62-37-1 0 0,-26 6 222 0 0,62-32 1002 0 0,-160 90-551 0 0,-1 0 0 0 0,1 0-1 0 0,-1 1 1 0 0,1-1 0 0 0,0 0 0 0 0,-1 1 0 0 0,1-1 0 0 0,0 1 0 0 0,0-1 0 0 0,-1 1-1 0 0,1 0 1 0 0,0 0 0 0 0,0 0 0 0 0,0 0 0 0 0,-1 0 0 0 0,1 0 0 0 0,0 0-1 0 0,0 1 1 0 0,-1-1 0 0 0,1 1 0 0 0,0-1 0 0 0,0 1 0 0 0,-1-1 0 0 0,1 1 0 0 0,-1 0-1 0 0,1 0 1 0 0,-1 0 0 0 0,1 0 0 0 0,-1 0 0 0 0,1 0 0 0 0,-1 1 0 0 0,0-1 0 0 0,0 0-1 0 0,0 1 1 0 0,0-1 0 0 0,0 1 0 0 0,0-1 0 0 0,0 1 0 0 0,0-1 0 0 0,0 1 0 0 0,-1 0-1 0 0,1-1 1 0 0,0 1 0 0 0,-1 0 0 0 0,1 1 0 0 0,1 6 156 0 0,-1 0 0 0 0,0-1 0 0 0,0 1 0 0 0,0 0 0 0 0,-1 0 0 0 0,-1 0 0 0 0,-2 15 0 0 0,-4 9 38 0 0,-1 0 0 0 0,-2-1 0 0 0,-2 0 0 0 0,0-1 0 0 0,-34 59 0 0 0,35-75 166 0 0,12-23-166 0 0,13-26-187 0 0,5-1-116 0 0,2 1-1 0 0,1 0 1 0 0,2 2 0 0 0,1 1 0 0 0,1 1-1 0 0,2 1 1 0 0,1 1 0 0 0,50-36 0 0 0,-70 59 18 0 0,0-1 0 0 0,1 1 0 0 0,0 1 0 0 0,0 0 0 0 0,21-6 0 0 0,-30 9 23 0 0,1 1 0 0 0,0-1 0 0 0,0 1 0 0 0,0 0 0 0 0,0-1 0 0 0,0 1 0 0 0,0 0-1 0 0,0 0 1 0 0,0 1 0 0 0,0-1 0 0 0,0 0 0 0 0,0 1 0 0 0,-1-1 0 0 0,1 1 0 0 0,0-1 0 0 0,0 1-1 0 0,0 0 1 0 0,-1 0 0 0 0,1 0 0 0 0,0 0 0 0 0,-1 0 0 0 0,1 0 0 0 0,-1 0 0 0 0,1 1-1 0 0,-1-1 1 0 0,1 0 0 0 0,-1 1 0 0 0,0-1 0 0 0,0 1 0 0 0,0 0 0 0 0,0-1 0 0 0,0 1-1 0 0,0 0 1 0 0,0 0 0 0 0,-1-1 0 0 0,1 1 0 0 0,0 3 0 0 0,1 3 98 0 0,0 0 1 0 0,0 0-1 0 0,-1 0 1 0 0,0 1-1 0 0,-1-1 1 0 0,0 0-1 0 0,-1 10 1 0 0,-2 3 52 0 0,-2 0 0 0 0,0-1 0 0 0,-9 24 0 0 0,7-25-851 0 0,1 0 1 0 0,0 0-1 0 0,-3 33 0 0 0,9-50 439 0 0,0 17-2021 0 0</inkml:trace>
</inkml:ink>
</file>

<file path=ppt/ink/ink2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5:27.2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1 163 1604 0 0,'8'-17'10146'0'0,"2"-1"-4308"0"0,-8 16-5599 0 0,-1-1 0 0 0,1 1-1 0 0,-1 0 1 0 0,1 0 0 0 0,0 0-1 0 0,0 1 1 0 0,0-1-1 0 0,0 0 1 0 0,0 1 0 0 0,0-1-1 0 0,0 1 1 0 0,5-2 0 0 0,32-14 145 0 0,-29 13-186 0 0,95-31 635 0 0,-24 10-4014 0 0,-29 3-6384 0 0</inkml:trace>
</inkml:ink>
</file>

<file path=ppt/ink/ink2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5:27.9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392 139 2116 0 0,'12'-52'5874'0'0,"-8"41"-4298"0"0,-1 1 1 0 0,-1-1-1 0 0,0 1 1 0 0,1-19-1 0 0,-2 29-1514 0 0,-1-1-1 0 0,0 0 1 0 0,-1 1 0 0 0,1-1-1 0 0,0 0 1 0 0,0 1 0 0 0,0-1-1 0 0,0 1 1 0 0,0-1-1 0 0,-1 0 1 0 0,1 1 0 0 0,0-1-1 0 0,0 1 1 0 0,-1-1 0 0 0,1 1-1 0 0,0-1 1 0 0,-1 1 0 0 0,1-1-1 0 0,-1 1 1 0 0,1-1-1 0 0,-1 1 1 0 0,1-1 0 0 0,-1 1-1 0 0,1 0 1 0 0,-1-1 0 0 0,1 1-1 0 0,-1 0 1 0 0,-20-2 625 0 0,-20 14-341 0 0,40-11-289 0 0,-21 9 14 0 0,0 1 1 0 0,0 1-1 0 0,1 2 0 0 0,1 0 0 0 0,1 0 0 0 0,0 2 0 0 0,0 1 0 0 0,2 0 0 0 0,-22 28 0 0 0,34-39-55 0 0,0 1-1 0 0,0 0 1 0 0,1 0-1 0 0,0 0 1 0 0,0 0-1 0 0,1 1 0 0 0,0-1 1 0 0,0 1-1 0 0,-3 12 1 0 0,6-16-7 0 0,0-1 0 0 0,-1 1 0 0 0,1 0 0 0 0,0-1 0 0 0,1 1 0 0 0,-1-1 0 0 0,1 1 0 0 0,-1-1 0 0 0,1 1 0 0 0,0-1 0 0 0,1 0 0 0 0,-1 1 0 0 0,0-1 0 0 0,1 0 0 0 0,0 0 0 0 0,0 0 1 0 0,0 0-1 0 0,0 0 0 0 0,0 0 0 0 0,0-1 0 0 0,1 1 0 0 0,-1-1 0 0 0,1 1 0 0 0,4 1 0 0 0,6 5 11 0 0,0-1 0 0 0,1-1 0 0 0,0 0 0 0 0,19 6 0 0 0,-21-10 23 0 0,-1 2 0 0 0,0-1 0 0 0,0 2-1 0 0,0-1 1 0 0,-1 2 0 0 0,0-1 0 0 0,14 13 0 0 0,-22-18 15 0 0,-1 0 0 0 0,0 1-1 0 0,0-1 1 0 0,0 1 0 0 0,0-1-1 0 0,0 1 1 0 0,0 0 0 0 0,-1-1-1 0 0,1 1 1 0 0,-1 0 0 0 0,1-1-1 0 0,-1 1 1 0 0,1 0 0 0 0,-1 0-1 0 0,0 0 1 0 0,0-1 0 0 0,0 1-1 0 0,0 0 1 0 0,0 0 0 0 0,0 0 0 0 0,0-1-1 0 0,-1 1 1 0 0,1 0 0 0 0,-1 0-1 0 0,1-1 1 0 0,-1 1 0 0 0,0 0-1 0 0,0-1 1 0 0,0 1 0 0 0,1-1-1 0 0,-2 1 1 0 0,1-1 0 0 0,0 1-1 0 0,-2 1 1 0 0,-1 2 125 0 0,-1 0 1 0 0,1 0-1 0 0,-1-1 0 0 0,0 0 1 0 0,-1 1-1 0 0,1-2 1 0 0,-12 7-1 0 0,6-5-81 0 0,-2 0 1 0 0,1-1-1 0 0,0-1 0 0 0,-1 0 1 0 0,0 0-1 0 0,0-1 1 0 0,0-1-1 0 0,1 0 0 0 0,-1-1 1 0 0,0 0-1 0 0,0-1 1 0 0,0 0-1 0 0,-20-6 0 0 0,28 6-131 0 0,0 0-1 0 0,0 0 0 0 0,1-1 1 0 0,-1 1-1 0 0,0-1 0 0 0,1 0 1 0 0,-6-4-1 0 0,3 1-163 0 0,6 5 122 0 0,1 0 0 0 0,-1-1 0 0 0,1 1 0 0 0,-1 0 0 0 0,1-1 0 0 0,-1 1 0 0 0,1-1 0 0 0,-1 1 0 0 0,1-1 0 0 0,0 1 0 0 0,-1-1 0 0 0,1 0 0 0 0,0 1 0 0 0,-1-1 0 0 0,1 1 0 0 0,0-1 0 0 0,0 0 0 0 0,-1 1 0 0 0,1-1 0 0 0,0 0 0 0 0,0 1 0 0 0,0-1 0 0 0,0 1 0 0 0,0-1 0 0 0,0 0 0 0 0,0 1 0 0 0,0-1 0 0 0,0 0 0 0 0,0 1 0 0 0,1-1 0 0 0,-1 0 0 0 0,0 1 0 0 0,0-1 0 0 0,1 0 0 0 0,-1 1 0 0 0,1-2 0 0 0,13-16-2728 0 0,-3 9 226 0 0,0 0 0 0 0,19-10 0 0 0,-19 12 11 0 0,15-8-4039 0 0</inkml:trace>
</inkml:ink>
</file>

<file path=ppt/ink/ink2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5:28.1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76 18 2020 0 0,'27'-18'15126'0'0,"-27"19"-15026"0"0,1 17 2530 0 0,-9 25-558 0 0,-76 280 1189 0 0,79-301-4016 0 0,-1 6-1562 0 0,6-6-3809 0 0</inkml:trace>
</inkml:ink>
</file>

<file path=ppt/ink/ink2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5:28.3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 87 2992 0 0,'-2'-15'2260'0'0,"-2"1"-363"0"0,4 2 783 0 0,-4-7-1068 0 0,1 4-360 0 0,1 3-1292 0 0,7 20-2264 0 0,3 5-1816 0 0,-4-3 295 0 0</inkml:trace>
</inkml:ink>
</file>

<file path=ppt/ink/ink2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5:28.8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83 165 2528 0 0,'-13'1'11905'0'0,"17"9"-11717"0"0,-1 1-1 0 0,0 0 0 0 0,0 1 1 0 0,-1-1-1 0 0,-1 0 1 0 0,0 1-1 0 0,-1-1 0 0 0,0 0 1 0 0,0 1-1 0 0,-1-1 1 0 0,-1 1-1 0 0,0-1 0 0 0,-1 0 1 0 0,0 0-1 0 0,0 0 0 0 0,-1-1 1 0 0,-1 1-1 0 0,0-1 1 0 0,-7 12-1 0 0,12-21-186 0 0,-1 1 1 0 0,0-1-1 0 0,0 1 1 0 0,1-1-1 0 0,-1 1 0 0 0,0-1 1 0 0,-1 0-1 0 0,1 1 1 0 0,0-1-1 0 0,0 0 0 0 0,-1 0 1 0 0,1 0-1 0 0,0 0 1 0 0,-1 0-1 0 0,1 0 0 0 0,-1 0 1 0 0,1-1-1 0 0,-1 1 1 0 0,0 0-1 0 0,1-1 0 0 0,-1 1 1 0 0,1-1-1 0 0,-1 0 1 0 0,0 1-1 0 0,0-1 0 0 0,1 0 1 0 0,-1 0-1 0 0,0 0 1 0 0,-2-1-1 0 0,4 0-19 0 0,-1-1 0 0 0,1 1 0 0 0,-1-1-1 0 0,1 0 1 0 0,-1 0 0 0 0,1 1 0 0 0,0-1 0 0 0,0 0 0 0 0,0 1 0 0 0,0-1-1 0 0,0 0 1 0 0,0 0 0 0 0,0 1 0 0 0,1-4 0 0 0,0 4-4 0 0,1-13-60 0 0,1 1-1 0 0,1-1 1 0 0,1 0 0 0 0,0 1-1 0 0,0 0 1 0 0,10-15-1 0 0,4-4-42 0 0,26-35 0 0 0,-30 48 85 0 0,0 2 0 0 0,1-1 0 0 0,0 2 1 0 0,2 0-1 0 0,35-25 0 0 0,-41 33 35 0 0,0 1 0 0 0,0 0 0 0 0,0 1 0 0 0,1 1 0 0 0,0 0 0 0 0,0 0 0 0 0,0 1 0 0 0,1 1 0 0 0,-1 0 0 0 0,1 1 0 0 0,18 0 0 0 0,-28 1 39 0 0,1 1 0 0 0,-1 1 0 0 0,1-1 0 0 0,-1 1 0 0 0,1-1 1 0 0,-1 1-1 0 0,0 1 0 0 0,1-1 0 0 0,-1 0 0 0 0,0 1 0 0 0,0 0 0 0 0,0 0 0 0 0,0 1 0 0 0,0-1 1 0 0,0 1-1 0 0,-1-1 0 0 0,1 1 0 0 0,5 7 0 0 0,-6-6 31 0 0,0 0 0 0 0,-1 1-1 0 0,1 0 1 0 0,-1-1 0 0 0,0 1 0 0 0,0 0 0 0 0,-1 0 0 0 0,1 0-1 0 0,-1 1 1 0 0,0-1 0 0 0,-1 0 0 0 0,1 0 0 0 0,-1 1 0 0 0,0-1-1 0 0,0 0 1 0 0,-1 6 0 0 0,-3 13 64 0 0,-1 0 0 0 0,-1 0 0 0 0,-15 36-1 0 0,12-34-1818 0 0,0 0 0 0 0,-4 30 0 0 0,12-55 1309 0 0,1 1 0 0 0,0-1 0 0 0,0 1 0 0 0,0-1-1 0 0,0 1 1 0 0,0-1 0 0 0,0 1 0 0 0,0-1 0 0 0,1 1 0 0 0,-1-1 0 0 0,0 1 0 0 0,1-1 0 0 0,-1 0 0 0 0,1 1-1 0 0,0-1 1 0 0,-1 1 0 0 0,1-1 0 0 0,0 0 0 0 0,1 2 0 0 0</inkml:trace>
</inkml:ink>
</file>

<file path=ppt/ink/ink2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5:29.4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809 144 1772 0 0,'9'-12'2007'0'0,"0"-1"1"0"0,10-19-1 0 0,-16 27-1379 0 0,0-1 1 0 0,0 1-1 0 0,-1-1 1 0 0,0 0-1 0 0,-1 0 1 0 0,1 0-1 0 0,-1 0 1 0 0,1-11 0 0 0,-2 16-574 0 0,0 1 1 0 0,0-1 0 0 0,0 0 0 0 0,0 0 0 0 0,0 0 0 0 0,0 0 0 0 0,-1 0 0 0 0,1 0 0 0 0,0 0 0 0 0,0 0 0 0 0,-1 0 0 0 0,1 1 0 0 0,-1-1 0 0 0,1 0-1 0 0,0 0 1 0 0,-1 0 0 0 0,0 1 0 0 0,1-1 0 0 0,-1 0 0 0 0,1 1 0 0 0,-1-1 0 0 0,0 0 0 0 0,1 1 0 0 0,-1-1 0 0 0,0 1 0 0 0,0-1 0 0 0,0 1-1 0 0,1-1 1 0 0,-1 1 0 0 0,0 0 0 0 0,0-1 0 0 0,0 1 0 0 0,0 0 0 0 0,0 0 0 0 0,0-1 0 0 0,0 1 0 0 0,1 0 0 0 0,-1 0 0 0 0,0 0 0 0 0,0 0 0 0 0,0 0-1 0 0,-1 1 1 0 0,-4 0 37 0 0,0 0 0 0 0,0 0 0 0 0,1 1 0 0 0,-12 4 0 0 0,15-5 2 0 0,-33 14 230 0 0,1 2 1 0 0,0 2-1 0 0,1 1 1 0 0,2 1-1 0 0,0 2 1 0 0,1 1-1 0 0,-28 30 0 0 0,45-40-257 0 0,-1 0 0 0 0,-13 20 0 0 0,24-30-59 0 0,1 0 1 0 0,-1-1 0 0 0,1 1 0 0 0,0 0 0 0 0,0 0 0 0 0,0 1 0 0 0,1-1 0 0 0,-1 0 0 0 0,1 0-1 0 0,0 1 1 0 0,0-1 0 0 0,0 1 0 0 0,1-1 0 0 0,0 1 0 0 0,0 7 0 0 0,1-9-37 0 0,0-1 0 0 0,0 0 1 0 0,0 0-1 0 0,0 0 0 0 0,0 0 0 0 0,0 0 1 0 0,1 0-1 0 0,-1 0 0 0 0,1 0 0 0 0,-1 0 1 0 0,1-1-1 0 0,0 1 0 0 0,0 0 0 0 0,0-1 1 0 0,0 0-1 0 0,0 1 0 0 0,0-1 0 0 0,0 0 1 0 0,0 0-1 0 0,0 0 0 0 0,1 0 0 0 0,-1-1 0 0 0,0 1 1 0 0,1-1-1 0 0,-1 1 0 0 0,0-1 0 0 0,1 0 1 0 0,3 0-1 0 0,2 1-114 0 0,0-1 0 0 0,0 0 0 0 0,0-1-1 0 0,0 0 1 0 0,0 0 0 0 0,0 0 0 0 0,9-4 0 0 0,-3-1 49 0 0,0 0 0 0 0,0-1 1 0 0,-1 0-1 0 0,0-1 0 0 0,0-1 0 0 0,0 0 1 0 0,-1 0-1 0 0,-1-1 0 0 0,13-15 1 0 0,7-12 32 0 0,43-64 1 0 0,-21 25 619 0 0,-52 75-331 0 0,0 2-155 0 0,0 1 0 0 0,0-1 0 0 0,0 1 0 0 0,-1-1 1 0 0,1 1-1 0 0,0-1 0 0 0,-1 1 0 0 0,1-1 0 0 0,-1 1 0 0 0,1 0 0 0 0,-1-1 0 0 0,0 1 0 0 0,0 0 0 0 0,0 0 0 0 0,0-1 0 0 0,0 1 0 0 0,0 0 0 0 0,-1 2 0 0 0,-8 35 755 0 0,5-23-435 0 0,-128 438 3653 0 0,68-249-3055 0 0,47-148-768 0 0,-151 470 988 0 0,108-382-1031 0 0,51-128-24 0 0,0 1 0 0 0,-1-2-1 0 0,-1 1 1 0 0,-1-1 0 0 0,-26 27 0 0 0,34-39-105 0 0,0 0 1 0 0,-1-1 0 0 0,0 1-1 0 0,1-1 1 0 0,-1 0 0 0 0,-1 0 0 0 0,1 0-1 0 0,0-1 1 0 0,-1 0 0 0 0,1 0 0 0 0,-1 0-1 0 0,0 0 1 0 0,0-1 0 0 0,1 0 0 0 0,-10 0-1 0 0,8-1-10 0 0,-1-1 0 0 0,1 0 0 0 0,0 0 0 0 0,-1 0 0 0 0,1-1 0 0 0,0 0-1 0 0,0-1 1 0 0,0 0 0 0 0,0 0 0 0 0,1 0 0 0 0,-7-5 0 0 0,1 1-8 0 0,1-1 1 0 0,1-1-1 0 0,-1 0 0 0 0,2 0 0 0 0,-1-1 1 0 0,1-1-1 0 0,1 1 0 0 0,0-1 1 0 0,0-1-1 0 0,1 1 0 0 0,1-1 1 0 0,-11-25-1 0 0,13 19-38 0 0,-1 0-1 0 0,2 0 1 0 0,1 0 0 0 0,0 0 0 0 0,1 0-1 0 0,1-1 1 0 0,0 1 0 0 0,2 0-1 0 0,0 0 1 0 0,1 0 0 0 0,1 0-1 0 0,12-34 1 0 0,-3 18-133 0 0,1 2 1 0 0,2-1-1 0 0,1 2 1 0 0,1 0-1 0 0,37-46 0 0 0,-20 36-860 0 0,1 1 0 0 0,2 3 0 0 0,2 0 0 0 0,55-38 0 0 0,188-106-11052 0 0,-245 157 8302 0 0,-1-2-1543 0 0</inkml:trace>
</inkml:ink>
</file>

<file path=ppt/ink/ink2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5:29.9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85 150 1428 0 0,'8'-13'3124'0'0,"0"0"0"0"0,8-21-1 0 0,-5 10 583 0 0,-8 11-1385 0 0,-11 14 457 0 0,-13 17-872 0 0,6 5-1643 0 0,0 2 1 0 0,2 0-1 0 0,1 1 1 0 0,1 0-1 0 0,1 0 1 0 0,-11 53-1 0 0,19-70-255 0 0,1 1-1 0 0,0-1 1 0 0,0 0-1 0 0,1 0 0 0 0,1 1 1 0 0,1 9-1 0 0,-2-17-29 0 0,1 1 0 0 0,-1 0-1 0 0,1-1 1 0 0,0 1 0 0 0,0-1-1 0 0,0 1 1 0 0,0-1-1 0 0,0 0 1 0 0,1 1 0 0 0,-1-1-1 0 0,1 0 1 0 0,0 0 0 0 0,-1 0-1 0 0,1 0 1 0 0,0 0-1 0 0,0 0 1 0 0,0 0 0 0 0,0-1-1 0 0,0 1 1 0 0,1-1 0 0 0,-1 0-1 0 0,0 0 1 0 0,1 1-1 0 0,-1-1 1 0 0,5 1 0 0 0,2-1-277 0 0,1 0 0 0 0,-1 0 1 0 0,0-1-1 0 0,0 0 1 0 0,1 0-1 0 0,-1-1 0 0 0,0-1 1 0 0,0 1-1 0 0,0-1 1 0 0,0-1-1 0 0,0 0 0 0 0,0 0 1 0 0,-1-1-1 0 0,1 0 0 0 0,-1 0 1 0 0,0-1-1 0 0,7-6 1 0 0,6-4-150 0 0,-1-1 0 0 0,0 0 0 0 0,-1-2 0 0 0,32-39 1 0 0,-24 20 213 0 0,-2-2 1 0 0,28-53 0 0 0,-12 16 1110 0 0,-35 67-1023 0 0,4-5 2438 0 0,-12 25-1956 0 0,-39 108 2116 0 0,29-89-2222 0 0,1 0 0 0 0,2 1 0 0 0,1 0 0 0 0,-7 56 0 0 0,14-85-222 0 0,1 0-1 0 0,0 0 1 0 0,0 0 0 0 0,0 1 0 0 0,0-1-1 0 0,1 0 1 0 0,-1 0 0 0 0,1 0 0 0 0,-1 0-1 0 0,1 0 1 0 0,0 0 0 0 0,-1 0 0 0 0,1 0-1 0 0,0 0 1 0 0,0 0 0 0 0,1 0 0 0 0,-1-1-1 0 0,0 1 1 0 0,3 3 0 0 0,-1-4-53 0 0,-1 1 0 0 0,1 0 0 0 0,-1-1 0 0 0,1 0 0 0 0,-1 0 0 0 0,1 0 0 0 0,0 0 0 0 0,0 0 0 0 0,0 0 0 0 0,-1-1 0 0 0,1 1 0 0 0,0-1 0 0 0,3 0 1 0 0,6 0-409 0 0,0-1 1 0 0,1 0 0 0 0,-1-1-1 0 0,0-1 1 0 0,22-7 0 0 0,2-4-960 0 0,-2-1 1 0 0,0-2-1 0 0,0-1 0 0 0,-2-2 1 0 0,0-1-1 0 0,-1-2 1 0 0,33-32-1 0 0,-7 1-3175 0 0</inkml:trace>
</inkml:ink>
</file>

<file path=ppt/ink/ink2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5:30.1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410 253 572 0 0,'12'-33'2937'0'0,"8"-43"-1"0"0,-17 65-2312 0 0,-2 0-1 0 0,1 0 1 0 0,-1-1-1 0 0,-1 1 0 0 0,0 0 1 0 0,-1 0-1 0 0,0 0 1 0 0,-3-12-1 0 0,4 21-547 0 0,0 1 0 0 0,-1-1-1 0 0,1 1 1 0 0,-1-1 0 0 0,1 1-1 0 0,-1 0 1 0 0,1-1-1 0 0,-1 1 1 0 0,0-1 0 0 0,0 1-1 0 0,0 0 1 0 0,1 0 0 0 0,-1-1-1 0 0,0 1 1 0 0,-1 0-1 0 0,1 0 1 0 0,0 0 0 0 0,0 0-1 0 0,0 0 1 0 0,-1 1 0 0 0,1-1-1 0 0,0 0 1 0 0,-1 0 0 0 0,1 1-1 0 0,-1-1 1 0 0,1 1-1 0 0,0-1 1 0 0,-1 1 0 0 0,0 0-1 0 0,1 0 1 0 0,-1-1 0 0 0,1 1-1 0 0,-1 0 1 0 0,1 0-1 0 0,-1 1 1 0 0,1-1 0 0 0,-1 0-1 0 0,1 0 1 0 0,-1 1 0 0 0,1-1-1 0 0,-1 1 1 0 0,1-1-1 0 0,0 1 1 0 0,-1 0 0 0 0,-1 1-1 0 0,-6 2 240 0 0,1 1-1 0 0,0 0 1 0 0,0 0-1 0 0,0 1 1 0 0,1 0-1 0 0,-7 7 1 0 0,-8 11 259 0 0,2 0 0 0 0,0 1 1 0 0,2 1-1 0 0,-27 53 0 0 0,-46 121 674 0 0,86-186-1171 0 0,-17 37 56 0 0,2 1 0 0 0,3 1 0 0 0,2 1 0 0 0,-13 92-1 0 0,26-133-263 0 0,1 0-1 0 0,1 0 0 0 0,1 0 0 0 0,0 0 0 0 0,0 0 0 0 0,7 26 1 0 0,-6-33-79 0 0,0 0 0 0 0,1 0 0 0 0,-1 0 0 0 0,1 0 0 0 0,0-1 0 0 0,1 1 1 0 0,0-1-1 0 0,0 0 0 0 0,0 0 0 0 0,0 0 0 0 0,1 0 0 0 0,-1-1 0 0 0,1 0 1 0 0,0 0-1 0 0,1 0 0 0 0,5 3 0 0 0,2-1-340 0 0,-1 0 1 0 0,1-1-1 0 0,0 0 0 0 0,1-1 0 0 0,-1-1 1 0 0,1 0-1 0 0,-1-1 0 0 0,1 0 0 0 0,15 0 1 0 0,-8-3-595 0 0,0 0 0 0 0,0-1 0 0 0,0-1 0 0 0,0 0 0 0 0,27-10 1 0 0,-5-2-2200 0 0</inkml:trace>
</inkml:ink>
</file>

<file path=ppt/ink/ink2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5:30.5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210 307 5076 0 0,'17'-19'991'0'0,"-1"-1"-1"0"0,-1-1 0 0 0,0-1 0 0 0,-2 0 0 0 0,-1-1 0 0 0,0 0 1 0 0,-2-1-1 0 0,-1 0 0 0 0,0 0 0 0 0,7-41 0 0 0,-16 65-951 0 0,0-1 0 0 0,1 1-1 0 0,-1-1 1 0 0,0 1 0 0 0,0-1 0 0 0,0 0-1 0 0,0 1 1 0 0,0-1 0 0 0,0 1-1 0 0,0-1 1 0 0,0 0 0 0 0,0 1 0 0 0,0-1-1 0 0,0 1 1 0 0,0-1 0 0 0,0 0 0 0 0,-1 1-1 0 0,1-1 1 0 0,0 1 0 0 0,0-1 0 0 0,-1 1-1 0 0,1-1 1 0 0,0 1 0 0 0,-1-1-1 0 0,1 1 1 0 0,0-1 0 0 0,-1 1 0 0 0,1-1-1 0 0,-1 1 1 0 0,1 0 0 0 0,-1-1 0 0 0,1 1-1 0 0,-1 0 1 0 0,1-1 0 0 0,-1 1 0 0 0,1 0-1 0 0,-1 0 1 0 0,1-1 0 0 0,-1 1-1 0 0,1 0 1 0 0,-1 0 0 0 0,0 0 0 0 0,1 0-1 0 0,-1 0 1 0 0,1 0 0 0 0,-1 0 0 0 0,0 0-1 0 0,1 0 1 0 0,-1 0 0 0 0,1 0 0 0 0,-1 0-1 0 0,0 0 1 0 0,1 1 0 0 0,-2-1-1 0 0,-29 14 866 0 0,12-2-363 0 0,0 2-1 0 0,2 0 1 0 0,-30 29 0 0 0,-39 58 499 0 0,14 1-643 0 0,65-90-373 0 0,1 0 0 0 0,0 0 0 0 0,0 1 0 0 0,1 0 0 0 0,1 0 1 0 0,-5 27-1 0 0,8-38-43 0 0,1 0 1 0 0,0 0 0 0 0,0 0 0 0 0,0 0-1 0 0,0 0 1 0 0,0 0 0 0 0,1 0 0 0 0,-1 0-1 0 0,1 0 1 0 0,-1 0 0 0 0,1 0 0 0 0,0 0-1 0 0,0 0 1 0 0,0 0 0 0 0,0 0-1 0 0,0 0 1 0 0,0-1 0 0 0,0 1 0 0 0,0 0-1 0 0,1-1 1 0 0,-1 1 0 0 0,1-1 0 0 0,-1 1-1 0 0,1-1 1 0 0,0 0 0 0 0,-1 0-1 0 0,1 0 1 0 0,0 0 0 0 0,0 0 0 0 0,0 0-1 0 0,4 1 1 0 0,-1 0-183 0 0,0-1 0 0 0,0 0-1 0 0,0 0 1 0 0,0 0 0 0 0,1-1 0 0 0,-1 0-1 0 0,0 0 1 0 0,1 0 0 0 0,-1-1 0 0 0,0 1-1 0 0,9-3 1 0 0,-1-3-100 0 0,1 1-1 0 0,-1-2 1 0 0,0 0 0 0 0,0 0-1 0 0,-1-1 1 0 0,0-1-1 0 0,0 0 1 0 0,-1-1 0 0 0,0 0-1 0 0,-1-1 1 0 0,0 0 0 0 0,14-21-1 0 0,7-14 832 0 0,49-99 0 0 0,-77 139-395 0 0,11-30 857 0 0,-13 33-130 0 0,-3 21-396 0 0,-19 79 724 0 0,2-12-937 0 0,15-66-275 0 0,1-3-490 0 0,-1 33 1 0 0,4-45-100 0 0,0 1 0 0 0,0 0 0 0 0,1 0 0 0 0,0-1 0 0 0,0 1 0 0 0,2 7 0 0 0</inkml:trace>
</inkml:ink>
</file>

<file path=ppt/ink/ink2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5:30.8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0 105 1632 0 0,'14'-23'2408'0'0,"-8"13"-1274"0"0,0 0 0 0 0,0 0 0 0 0,1 0 0 0 0,0 1 0 0 0,1 0 0 0 0,12-11 0 0 0,-19 20-995 0 0,1-1-1 0 0,-1 1 0 0 0,0-1 1 0 0,1 1-1 0 0,-1-1 0 0 0,1 1 1 0 0,-1 0-1 0 0,0 0 1 0 0,1 0-1 0 0,-1 0 0 0 0,1 0 1 0 0,-1 0-1 0 0,1 0 0 0 0,-1 0 1 0 0,1 0-1 0 0,-1 1 0 0 0,0-1 1 0 0,1 1-1 0 0,-1-1 0 0 0,0 1 1 0 0,1-1-1 0 0,1 2 0 0 0,1 0 136 0 0,-1 0-1 0 0,1 1 1 0 0,-1-1-1 0 0,0 0 1 0 0,0 1-1 0 0,0 0 1 0 0,3 3-1 0 0,3 6 186 0 0,-2 0 0 0 0,1 0 0 0 0,-2 1 0 0 0,1 0 0 0 0,-2 0-1 0 0,0 1 1 0 0,0 0 0 0 0,-1 0 0 0 0,-1 0 0 0 0,2 24 0 0 0,-3-20-175 0 0,-1 0 1 0 0,-1 0 0 0 0,-1 0-1 0 0,-1 0 1 0 0,0 0-1 0 0,-1 0 1 0 0,-1-1-1 0 0,-8 22 1 0 0,4-21-46 0 0,0-1 1 0 0,-2 0-1 0 0,0 0 0 0 0,-19 23 1 0 0,29-39-230 0 0,-1-1 1 0 0,1 1-1 0 0,0-1 0 0 0,0 0 1 0 0,-1 1-1 0 0,1-1 1 0 0,0 1-1 0 0,0-1 1 0 0,-1 1-1 0 0,1-1 1 0 0,0 0-1 0 0,-1 1 0 0 0,1-1 1 0 0,-1 1-1 0 0,1-1 1 0 0,-1 0-1 0 0,1 0 1 0 0,0 1-1 0 0,-1-1 1 0 0,1 0-1 0 0,-1 0 0 0 0,1 0 1 0 0,-1 1-1 0 0,1-1 1 0 0,-1 0-1 0 0,1 0 1 0 0,-1 0-1 0 0,0 0 0 0 0,1 0 1 0 0,-1 0-1 0 0,1 0 1 0 0,-1 0-1 0 0,1 0 1 0 0,-1 0-1 0 0,1 0 1 0 0,-1-1-1 0 0,1 1 0 0 0,-1 0 1 0 0,1 0-1 0 0,-1 0 1 0 0,1-1-1 0 0,-1 1 1 0 0,1 0-1 0 0,-1 0 0 0 0,1-1 1 0 0,0 1-1 0 0,-1-1 1 0 0,1 1-1 0 0,0 0 1 0 0,-1-1-1 0 0,1 1 1 0 0,-1-1-1 0 0,0-1-2 0 0,0 0 1 0 0,1 0-1 0 0,-1 1 1 0 0,0-1-1 0 0,1 0 1 0 0,-1 0-1 0 0,1 0 1 0 0,0 0-1 0 0,-1 0 1 0 0,1 0-1 0 0,0 0 0 0 0,0 0 1 0 0,1 0-1 0 0,-1-2 1 0 0,4-11-158 0 0,1 0 1 0 0,1 1-1 0 0,0 0 0 0 0,0 0 1 0 0,2 1-1 0 0,-1 0 1 0 0,2 0-1 0 0,19-23 1 0 0,-1 6-934 0 0,1 2 0 0 0,38-30 0 0 0,-22 23-1693 0 0,52-31 1 0 0,5 9-5350 0 0,-65 40 1950 0 0</inkml:trace>
</inkml:ink>
</file>

<file path=ppt/ink/ink2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5:31.7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352 90 424 0 0,'2'-15'3649'0'0,"-1"-8"-509"0"0,0 18-2496 0 0,0 1 0 0 0,-1 0 0 0 0,0-1 0 0 0,0 1 0 0 0,0-1 0 0 0,0 1 0 0 0,-1-1 0 0 0,-1-4 0 0 0,1 8-593 0 0,-1 0 1 0 0,1 1-1 0 0,-1-1 0 0 0,1 0 0 0 0,-1 1 0 0 0,0-1 0 0 0,1 1 1 0 0,-1-1-1 0 0,0 1 0 0 0,0 0 0 0 0,1 0 0 0 0,-1 0 0 0 0,0 0 1 0 0,0 0-1 0 0,1 0 0 0 0,-1 0 0 0 0,0 0 0 0 0,1 1 0 0 0,-4 0 1 0 0,-19 7-8 0 0,0 1 0 0 0,0 1 1 0 0,1 1-1 0 0,0 2 0 0 0,1 0 0 0 0,0 1 1 0 0,1 1-1 0 0,1 1 0 0 0,0 1 1 0 0,2 0-1 0 0,0 2 0 0 0,-16 20 1 0 0,31-36-35 0 0,1 1 1 0 0,-1-1 0 0 0,1 0-1 0 0,0 1 1 0 0,0 0 0 0 0,0-1-1 0 0,0 1 1 0 0,1 0 0 0 0,-1 0-1 0 0,1 0 1 0 0,0 0 0 0 0,1 0-1 0 0,-1 0 1 0 0,0 1 0 0 0,1-1-1 0 0,0 0 1 0 0,1 7 0 0 0,0-10-8 0 0,0 1 0 0 0,0 0 0 0 0,1 0 0 0 0,-1 0 0 0 0,1-1 1 0 0,-1 1-1 0 0,1-1 0 0 0,0 1 0 0 0,0-1 0 0 0,-1 0 0 0 0,1 1 0 0 0,0-1 0 0 0,0 0 1 0 0,0 0-1 0 0,0-1 0 0 0,4 2 0 0 0,-3 0 6 0 0,19 6-13 0 0,0 0-1 0 0,26 5 0 0 0,-24-7-35 0 0,38 15-1 0 0,-36-10 18 0 0,59 29 17 0 0,-76-35 22 0 0,0 1-1 0 0,0 0 1 0 0,-1 0 0 0 0,0 1 0 0 0,0 0 0 0 0,12 14-1 0 0,-18-19 15 0 0,-1 0-1 0 0,1 0 0 0 0,-1 0 1 0 0,0 0-1 0 0,0 0 1 0 0,0 0-1 0 0,0 0 0 0 0,0 0 1 0 0,0 0-1 0 0,0 1 0 0 0,-1-1 1 0 0,1 0-1 0 0,-1 1 0 0 0,0-1 1 0 0,1 0-1 0 0,-1 1 0 0 0,0-1 1 0 0,0 0-1 0 0,-1 1 1 0 0,1-1-1 0 0,0 0 0 0 0,-1 1 1 0 0,0-1-1 0 0,1 0 0 0 0,-1 1 1 0 0,0-1-1 0 0,0 0 0 0 0,0 0 1 0 0,0 0-1 0 0,-1 0 0 0 0,1 0 1 0 0,0 0-1 0 0,-1-1 1 0 0,-3 4-1 0 0,0 0 84 0 0,-1 0-1 0 0,0 0 1 0 0,-1 0 0 0 0,1-1-1 0 0,-1 0 1 0 0,0-1 0 0 0,0 1-1 0 0,0-1 1 0 0,-12 3 0 0 0,1-3-50 0 0,0 0 0 0 0,-1-1 0 0 0,0-1 0 0 0,1 0 0 0 0,-1-2 1 0 0,1 0-1 0 0,-1-1 0 0 0,1-1 0 0 0,0-1 0 0 0,0 0 1 0 0,0-2-1 0 0,-18-7 0 0 0,33 12-153 0 0,0 0 1 0 0,0-1-1 0 0,0 1 0 0 0,0-1 1 0 0,0 1-1 0 0,1-1 0 0 0,-1 0 0 0 0,-4-4 1 0 0,7 5 17 0 0,0 1-1 0 0,-1 0 1 0 0,1-1 0 0 0,0 1 0 0 0,0 0-1 0 0,0-1 1 0 0,-1 1 0 0 0,1-1 0 0 0,0 1 0 0 0,0 0-1 0 0,0-1 1 0 0,0 1 0 0 0,0-1 0 0 0,0 1 0 0 0,0-1-1 0 0,0 1 1 0 0,0 0 0 0 0,0-1 0 0 0,0 1 0 0 0,0-1-1 0 0,0 1 1 0 0,0 0 0 0 0,0-1 0 0 0,0 1 0 0 0,1-1-1 0 0,-1 0 1 0 0,1 0-232 0 0,0 0-1 0 0,0 0 0 0 0,0 0 1 0 0,0 0-1 0 0,0 0 1 0 0,1 0-1 0 0,-1 1 0 0 0,0-1 1 0 0,0 0-1 0 0,1 0 1 0 0,-1 1-1 0 0,2-1 0 0 0,27-11-4688 0 0,-17 6 1282 0 0</inkml:trace>
</inkml:ink>
</file>

<file path=ppt/ink/ink2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5:32.3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355 97 1620 0 0,'8'-11'1300'0'0,"-2"4"-120"0"0,-1 0 0 0 0,1-1 0 0 0,-2 1 0 0 0,1-1 0 0 0,-1 0-1 0 0,0 0 1 0 0,3-11 0 0 0,-7 19-1136 0 0,0 0 1 0 0,0-1-1 0 0,0 1 1 0 0,0-1-1 0 0,0 1 0 0 0,0-1 1 0 0,0 1-1 0 0,0-1 0 0 0,0 1 1 0 0,0 0-1 0 0,0-1 0 0 0,0 1 1 0 0,0-1-1 0 0,0 1 0 0 0,-1-1 1 0 0,1 1-1 0 0,0 0 0 0 0,0-1 1 0 0,0 1-1 0 0,-1 0 0 0 0,1-1 1 0 0,0 1-1 0 0,-1 0 0 0 0,1-1 1 0 0,0 1-1 0 0,-1 0 1 0 0,1 0-1 0 0,0-1 0 0 0,-1 1 1 0 0,1 0-1 0 0,-1 0 0 0 0,1 0 1 0 0,0-1-1 0 0,-2 1 0 0 0,1 0 21 0 0,0-1-1 0 0,-1 1 1 0 0,1 0 0 0 0,-1 0-1 0 0,1-1 1 0 0,-1 1-1 0 0,1 0 1 0 0,0 0-1 0 0,-1 1 1 0 0,1-1-1 0 0,-3 1 1 0 0,-13 5 148 0 0,0 1 0 0 0,0 1 0 0 0,1 0 0 0 0,0 1 1 0 0,0 1-1 0 0,1 0 0 0 0,-22 21 0 0 0,-6 9 89 0 0,-43 51-1 0 0,68-71-182 0 0,-30 44-1 0 0,44-58-102 0 0,0 1 0 0 0,1-1 0 0 0,0 1 0 0 0,0 0-1 0 0,0 0 1 0 0,1 0 0 0 0,0 0 0 0 0,0 0 0 0 0,0 0 0 0 0,1 1 0 0 0,1-1 0 0 0,-1 10 0 0 0,1-15-19 0 0,0 0 0 0 0,1 0 0 0 0,-1 0 0 0 0,1 0 1 0 0,-1-1-1 0 0,1 1 0 0 0,-1 0 0 0 0,1 0 0 0 0,0-1 1 0 0,0 1-1 0 0,0 0 0 0 0,0-1 0 0 0,0 1 1 0 0,1-1-1 0 0,-1 1 0 0 0,0-1 0 0 0,3 3 0 0 0,-1-2-33 0 0,1 0 0 0 0,-1 0 0 0 0,0-1 0 0 0,1 1 0 0 0,-1-1 0 0 0,1 0 0 0 0,-1 0 0 0 0,7 2-1 0 0,1-2-99 0 0,-1 0-1 0 0,0-1 1 0 0,0 0-1 0 0,1 0 0 0 0,18-4 1 0 0,-12 0 40 0 0,1-1 1 0 0,-1 0-1 0 0,-1-1 0 0 0,1-1 1 0 0,-1-1-1 0 0,0 0 0 0 0,-1-2 1 0 0,0 1-1 0 0,0-2 0 0 0,-1 0 1 0 0,-1 0-1 0 0,0-2 0 0 0,0 1 1 0 0,11-16-1 0 0,5-11 779 0 0,-1-1 0 0 0,-3-2-1 0 0,40-85 1 0 0,-50 94 245 0 0,-14 31-276 0 0,-6 13 24 0 0,-62 184 2652 0 0,39-106-2359 0 0,-130 358 2089 0 0,15-44-2024 0 0,113-315-1050 0 0,-68 229-1750 0 0,95-307 2777 0 0,-1 14-9417 0 0</inkml:trace>
</inkml:ink>
</file>

<file path=ppt/ink/ink2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5:32.8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91 197 2024 0 0,'51'-168'9697'0'0,"-44"140"-6815"0"0,-15 35-1607 0 0,-8 18-518 0 0,2 0 0 0 0,0 2 0 0 0,1-1 0 0 0,-16 56 0 0 0,21-59-570 0 0,-30 98 308 0 0,35-108-453 0 0,1 0-1 0 0,0 0 0 0 0,1 0 1 0 0,0-1-1 0 0,1 1 0 0 0,1 0 1 0 0,3 22-1 0 0,-4-32-56 0 0,1-1 1 0 0,0 1-1 0 0,0 0 0 0 0,0-1 1 0 0,0 1-1 0 0,0-1 0 0 0,0 1 1 0 0,1-1-1 0 0,-1 0 0 0 0,1 0 1 0 0,0 0-1 0 0,0 0 1 0 0,-1 0-1 0 0,1 0 0 0 0,1 0 1 0 0,-1 0-1 0 0,0-1 0 0 0,0 1 1 0 0,1-1-1 0 0,-1 1 0 0 0,0-1 1 0 0,1 0-1 0 0,0 0 1 0 0,-1 0-1 0 0,1-1 0 0 0,0 1 1 0 0,-1 0-1 0 0,6-1 0 0 0,-1 1-134 0 0,1-1-1 0 0,-1 0 0 0 0,1-1 1 0 0,0 0-1 0 0,-1 0 1 0 0,0 0-1 0 0,1-1 0 0 0,-1-1 1 0 0,11-3-1 0 0,6-6-56 0 0,-1-1-1 0 0,-1-1 1 0 0,0 0-1 0 0,0-2 1 0 0,-2-1-1 0 0,0 0 1 0 0,-1-1-1 0 0,20-25 1 0 0,16-26 469 0 0,50-81 1 0 0,-82 114 187 0 0,-11 24-104 0 0,-12 21 253 0 0,-10 25 70 0 0,2-13-466 0 0,-101 275 395 0 0,108-292-779 0 0,0 0 1 0 0,0 0 0 0 0,0 0 0 0 0,1 0 0 0 0,-1 0 0 0 0,1 0 0 0 0,0 1 0 0 0,0-1 0 0 0,0 0 0 0 0,1 0 0 0 0,0 0 0 0 0,0 0 0 0 0,0 0 0 0 0,0 0 0 0 0,3 7 0 0 0,-2-9-68 0 0,0 1 1 0 0,0 0-1 0 0,0 0 0 0 0,1-1 1 0 0,-1 1-1 0 0,0-1 0 0 0,1 0 1 0 0,0 0-1 0 0,0 0 1 0 0,-1 0-1 0 0,1 0 0 0 0,0-1 1 0 0,1 1-1 0 0,-1-1 0 0 0,0 0 1 0 0,0 0-1 0 0,1 0 0 0 0,-1 0 1 0 0,5 0-1 0 0,5 1-1014 0 0,0-2 0 0 0,0 1 0 0 0,0-2 0 0 0,23-2 0 0 0,0-3-2527 0 0</inkml:trace>
</inkml:ink>
</file>

<file path=ppt/ink/ink2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5:33.2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283 220 1604 0 0,'13'-15'1546'0'0,"-1"-1"0"0"0,-1 0 1 0 0,16-31-1 0 0,-22 37-806 0 0,-1 0 0 0 0,-1 0 0 0 0,1-1 0 0 0,-1 1 0 0 0,-1-1 1 0 0,0 0-1 0 0,-1 1 0 0 0,1-15 0 0 0,-2 24-683 0 0,-1 0 1 0 0,1 0-1 0 0,0 1 0 0 0,0-1 1 0 0,-1 0-1 0 0,1 0 1 0 0,-1 0-1 0 0,1 0 0 0 0,-1 1 1 0 0,1-1-1 0 0,-1 0 0 0 0,1 0 1 0 0,-1 1-1 0 0,0-1 0 0 0,1 0 1 0 0,-1 1-1 0 0,0-1 0 0 0,0 1 1 0 0,1-1-1 0 0,-1 1 1 0 0,0-1-1 0 0,0 1 0 0 0,0 0 1 0 0,0-1-1 0 0,0 1 0 0 0,1 0 1 0 0,-1 0-1 0 0,0-1 0 0 0,0 1 1 0 0,0 0-1 0 0,0 0 1 0 0,0 0-1 0 0,0 0 0 0 0,-1 0 1 0 0,-31 3 973 0 0,24-1-877 0 0,1 1 1 0 0,0 0-1 0 0,0 0 1 0 0,0 1-1 0 0,1 0 1 0 0,-1 0-1 0 0,-9 8 1 0 0,-44 40 485 0 0,36-29-418 0 0,1 2 0 0 0,-40 52 0 0 0,55-64-186 0 0,1 0 0 0 0,0 0 0 0 0,1 1 0 0 0,0 0 0 0 0,1 1 0 0 0,1-1 1 0 0,0 1-1 0 0,-5 27 0 0 0,10-39-55 0 0,-1 0-1 0 0,1-1 1 0 0,0 1 0 0 0,0 0 0 0 0,0 0-1 0 0,0-1 1 0 0,1 1 0 0 0,-1 0 0 0 0,1 0-1 0 0,-1-1 1 0 0,1 1 0 0 0,0 0 0 0 0,0-1-1 0 0,0 1 1 0 0,0-1 0 0 0,1 1 0 0 0,-1-1-1 0 0,1 0 1 0 0,0 0 0 0 0,-1 0 0 0 0,1 1-1 0 0,0-1 1 0 0,0-1 0 0 0,0 1 0 0 0,0 0-1 0 0,1 0 1 0 0,-1-1 0 0 0,0 0 0 0 0,1 1-1 0 0,4 1 1 0 0,-2-1-101 0 0,0-1-1 0 0,1 0 1 0 0,-1 0 0 0 0,0 0-1 0 0,0 0 1 0 0,1-1-1 0 0,-1 0 1 0 0,0 0 0 0 0,1-1-1 0 0,-1 1 1 0 0,0-1 0 0 0,0 0-1 0 0,0 0 1 0 0,0-1-1 0 0,8-3 1 0 0,3-3-25 0 0,0-1 0 0 0,-1 0 1 0 0,0-1-1 0 0,-1-1 0 0 0,0-1 0 0 0,0 0 1 0 0,-1 0-1 0 0,-1-2 0 0 0,16-21 0 0 0,6-14 530 0 0,42-81 0 0 0,-63 105 16 0 0,-11 23-307 0 0,9-18 158 0 0,-6 16-60 0 0,-4 14 194 0 0,-14 79 158 0 0,7-63-735 0 0,2 1 0 0 0,1-1-1 0 0,1 1 1 0 0,1 0 0 0 0,6 51 0 0 0,-5-73-134 0 0,1-1 0 0 0,1 1-1 0 0,-1-1 1 0 0,1 0 0 0 0,0 0 0 0 0,-1 0 0 0 0,2 0 0 0 0,-1 0-1 0 0,0 0 1 0 0,1 0 0 0 0,5 5 0 0 0,-5-6-524 0 0,0 0 0 0 0,0 0 0 0 0,1-1 0 0 0,-1 1 0 0 0,1-1 0 0 0,0 0 0 0 0,4 2 0 0 0</inkml:trace>
</inkml:ink>
</file>

<file path=ppt/ink/ink2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5:33.9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1 189 1992 0 0,'12'-35'2478'0'0,"-2"4"60"0"0,1 2-1 0 0,23-43 1 0 0,-34 71-2476 0 0,1-1 0 0 0,-1 1 0 0 0,1 0 0 0 0,-1 0 0 0 0,1 0-1 0 0,0 0 1 0 0,0-1 0 0 0,0 1 0 0 0,0 0 0 0 0,0 0 0 0 0,0 0 0 0 0,0 1 0 0 0,0-1-1 0 0,0 0 1 0 0,0 0 0 0 0,0 1 0 0 0,0-1 0 0 0,0 0 0 0 0,1 1 0 0 0,-1-1 0 0 0,0 1-1 0 0,1 0 1 0 0,-1-1 0 0 0,0 1 0 0 0,1 0 0 0 0,-1 0 0 0 0,0 0 0 0 0,1 0 0 0 0,-1 0 0 0 0,0 0-1 0 0,1 0 1 0 0,-1 0 0 0 0,0 1 0 0 0,1-1 0 0 0,-1 0 0 0 0,0 1 0 0 0,1-1 0 0 0,-1 1-1 0 0,0-1 1 0 0,0 1 0 0 0,0 0 0 0 0,0 0 0 0 0,0-1 0 0 0,1 1 0 0 0,-1 0 0 0 0,-1 0 0 0 0,3 2-1 0 0,2 3 219 0 0,0 1 0 0 0,0 0-1 0 0,0 0 1 0 0,0 1 0 0 0,-1 0-1 0 0,-1-1 1 0 0,1 1 0 0 0,-1 1-1 0 0,-1-1 1 0 0,3 9 0 0 0,-1 5 105 0 0,0 0 0 0 0,1 37 0 0 0,-4-46-279 0 0,-2 0 0 0 0,1 1-1 0 0,-2-1 1 0 0,0 1 0 0 0,0-1 0 0 0,-9 24-1 0 0,8-28-51 0 0,0 0 0 0 0,-1-1 0 0 0,-1 0 0 0 0,1 0-1 0 0,-1-1 1 0 0,-1 1 0 0 0,0-1 0 0 0,1 0 0 0 0,-2 0-1 0 0,-11 9 1 0 0,17-15-45 0 0,0-1 0 0 0,-1 1-1 0 0,1 0 1 0 0,0-1 0 0 0,-1 1-1 0 0,1-1 1 0 0,-1 0 0 0 0,1 0-1 0 0,-1 1 1 0 0,1-1 0 0 0,-1 0-1 0 0,1 0 1 0 0,-1 0 0 0 0,1-1-1 0 0,-1 1 1 0 0,1 0 0 0 0,-1 0-1 0 0,-2-2 1 0 0,3 2-5 0 0,0-1-4 0 0,1 1 0 0 0,-1-1 0 0 0,1 1 0 0 0,0-1 0 0 0,-1 1 0 0 0,1-1-1 0 0,-1 0 1 0 0,1 1 0 0 0,0-1 0 0 0,-1 0 0 0 0,1 1 0 0 0,0-1 0 0 0,0 0 0 0 0,-1 1 0 0 0,1-1 0 0 0,0 0 0 0 0,0 0 0 0 0,0 1 0 0 0,0-1 0 0 0,0 0 0 0 0,0 0 0 0 0,1-1 0 0 0,-1-4-6 0 0,1 1 1 0 0,0-1 0 0 0,0 0 0 0 0,1 0 0 0 0,0 1 0 0 0,0-1 0 0 0,0 1 0 0 0,1-1 0 0 0,0 1 0 0 0,0 0 0 0 0,0 0 0 0 0,0 0 0 0 0,6-5-1 0 0,1-1-17 0 0,0 0-1 0 0,1 1 1 0 0,0 0-1 0 0,13-9 0 0 0,-15 13 16 0 0,0 0-1 0 0,1 1 0 0 0,0 0 1 0 0,0 1-1 0 0,1 0 0 0 0,-1 0 1 0 0,1 1-1 0 0,0 0 1 0 0,0 1-1 0 0,0 0 0 0 0,0 1 1 0 0,0 0-1 0 0,16 2 1 0 0,61 9 13 0 0,-69-6-6 0 0,0-1 1 0 0,1-1 0 0 0,35-1 0 0 0,-48-2 1 0 0,1 0 1 0 0,-1-1 0 0 0,1 1 0 0 0,-1-2 0 0 0,0 1-1 0 0,0-1 1 0 0,0 0 0 0 0,0 0 0 0 0,0-1 0 0 0,-1 0-1 0 0,1 0 1 0 0,-1 0 0 0 0,0-1 0 0 0,-1 0 0 0 0,11-11 0 0 0,-11 9-10 0 0,1-1 1 0 0,-1 0 0 0 0,0 0 0 0 0,0 0 0 0 0,-1-1-1 0 0,0 1 1 0 0,-1-1 0 0 0,0 0 0 0 0,0 0-1 0 0,-1 0 1 0 0,0-1 0 0 0,0-11 0 0 0,-1 19 7 0 0,-1 1 0 0 0,0-1 0 0 0,0 1 0 0 0,1-1 0 0 0,-1 1 0 0 0,0-1 0 0 0,0 1 0 0 0,-1-1 0 0 0,1 1 0 0 0,0-1-1 0 0,0 1 1 0 0,-1-1 0 0 0,1 1 0 0 0,-1 0 0 0 0,1-1 0 0 0,-1 1 0 0 0,1 0 0 0 0,-1-1 0 0 0,0 1 0 0 0,0 0 0 0 0,0 0 0 0 0,0-1 0 0 0,0 1 0 0 0,0 0 0 0 0,0 0 0 0 0,0 0 0 0 0,0 0 0 0 0,0 0 0 0 0,-1 1 0 0 0,1-1 0 0 0,0 0 0 0 0,-1 1 0 0 0,1-1 0 0 0,0 0 0 0 0,-1 1 0 0 0,1 0 0 0 0,-1-1-1 0 0,1 1 1 0 0,-1 0 0 0 0,1 0 0 0 0,-1 0 0 0 0,1 0 0 0 0,-1 0 0 0 0,-2 0 0 0 0,-3 1 57 0 0,0 0 1 0 0,-1 1-1 0 0,1 0 0 0 0,0 0 0 0 0,0 0 0 0 0,0 1 1 0 0,-12 7-1 0 0,-6 6 132 0 0,1 1 0 0 0,1 1 1 0 0,1 0-1 0 0,0 2 0 0 0,2 1 1 0 0,0 0-1 0 0,1 2 0 0 0,1 0 1 0 0,2 1-1 0 0,-22 39 0 0 0,35-57-169 0 0,0 1 1 0 0,1-1-1 0 0,-1 0 0 0 0,1 0 0 0 0,0 1 0 0 0,1-1 1 0 0,0 1-1 0 0,0 0 0 0 0,0-1 0 0 0,1 1 1 0 0,0 7-1 0 0,1-10-12 0 0,-1-1-1 0 0,1 1 1 0 0,0-1 0 0 0,0 0-1 0 0,0 1 1 0 0,1-1 0 0 0,-1 0-1 0 0,1 0 1 0 0,0 0 0 0 0,0 0 0 0 0,0 0-1 0 0,0 0 1 0 0,0 0 0 0 0,1-1-1 0 0,-1 1 1 0 0,1-1 0 0 0,0 0 0 0 0,0 0-1 0 0,-1 0 1 0 0,2 0 0 0 0,-1 0-1 0 0,4 2 1 0 0,7 1-214 0 0,1 0-1 0 0,-1 0 1 0 0,1-2 0 0 0,0 1-1 0 0,0-2 1 0 0,0 0-1 0 0,1-1 1 0 0,-1-1-1 0 0,0 0 1 0 0,26-4 0 0 0,1-2-1621 0 0,0-3 0 0 0,64-21 0 0 0,-74 19-126 0 0,32-16 0 0 0,-46 19-760 0 0,24-18 0 0 0,-21 11-1172 0 0</inkml:trace>
</inkml:ink>
</file>

<file path=ppt/ink/ink2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5:34.8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47 96 0 0,'23'-24'5449'0'0,"-22"23"-5307"0"0,0 0 0 0 0,0 0 0 0 0,1 1 0 0 0,-1-1-1 0 0,1 0 1 0 0,-1 0 0 0 0,1 1 0 0 0,-1-1 0 0 0,1 1 0 0 0,-1-1 0 0 0,1 1 0 0 0,-1 0 0 0 0,1 0-1 0 0,0-1 1 0 0,-1 1 0 0 0,1 0 0 0 0,-1 0 0 0 0,1 1 0 0 0,1-1 0 0 0,2 2 73 0 0,0-1 0 0 0,0 1 0 0 0,0 0 0 0 0,0 1 0 0 0,-1-1 0 0 0,1 1 0 0 0,-1 0 0 0 0,0 0 0 0 0,0 0 0 0 0,0 1 0 0 0,6 5 0 0 0,-4-1 76 0 0,0-1 0 0 0,0 1-1 0 0,-1 1 1 0 0,0-1 0 0 0,7 17-1 0 0,-6-8 12 0 0,0 0-1 0 0,-2 1 0 0 0,0-1 1 0 0,0 1-1 0 0,-2 0 0 0 0,1 28 1 0 0,-3-34-119 0 0,-1 1 0 0 0,-1-1 0 0 0,0 0 0 0 0,-1 0 0 0 0,-7 23 0 0 0,7-28-43 0 0,0 0-1 0 0,0 0 1 0 0,-1 0 0 0 0,1 0-1 0 0,-2-1 1 0 0,1 1-1 0 0,-1-1 1 0 0,0 0 0 0 0,0-1-1 0 0,-9 8 1 0 0,14-12-118 0 0,-1 0 0 0 0,1-1 0 0 0,-1 1 0 0 0,1-1 1 0 0,-1 1-1 0 0,0-1 0 0 0,1 1 0 0 0,-1-1 0 0 0,0 1 0 0 0,0-1 0 0 0,1 0 0 0 0,-1 1 0 0 0,0-1 1 0 0,0 0-1 0 0,1 0 0 0 0,-1 0 0 0 0,0 1 0 0 0,0-1 0 0 0,0 0 0 0 0,0 0 0 0 0,1 0 0 0 0,-1 0 1 0 0,0 0-1 0 0,0-1 0 0 0,0 1 0 0 0,1 0 0 0 0,-1 0 0 0 0,0 0 0 0 0,0-1 0 0 0,1 1 1 0 0,-1 0-1 0 0,0-1 0 0 0,0 1 0 0 0,1-1 0 0 0,-1 1 0 0 0,0-1 0 0 0,1 1 0 0 0,-1-1 0 0 0,1 1 1 0 0,-1-1-1 0 0,1 0 0 0 0,-1 1 0 0 0,1-1 0 0 0,-1 0 0 0 0,1 1 0 0 0,0-1 0 0 0,-1 0 1 0 0,1 0-1 0 0,0 1 0 0 0,-1-1 0 0 0,1 0 0 0 0,0 0 0 0 0,0 0 0 0 0,0 0 0 0 0,0 1 0 0 0,0-1 1 0 0,0-1-1 0 0,0-9-7 0 0,1 1 1 0 0,0 0-1 0 0,1 0 1 0 0,0 0-1 0 0,1 0 1 0 0,0 0-1 0 0,0 0 1 0 0,9-16-1 0 0,-2 4-29 0 0,1 0 0 0 0,2 0 0 0 0,0 1 0 0 0,1 1 0 0 0,1 0 0 0 0,1 1-1 0 0,27-25 1 0 0,-30 32 2 0 0,0 1-1 0 0,2 0 1 0 0,-1 1 0 0 0,1 0-1 0 0,0 1 1 0 0,1 1-1 0 0,0 1 1 0 0,1 0-1 0 0,-1 1 1 0 0,1 1-1 0 0,20-4 1 0 0,-28 8 10 0 0,0 0 0 0 0,0 0 0 0 0,0 1-1 0 0,-1 1 1 0 0,1 0 0 0 0,0 0 0 0 0,0 0 0 0 0,-1 1 0 0 0,1 0-1 0 0,-1 1 1 0 0,1 0 0 0 0,-1 0 0 0 0,0 1 0 0 0,0 0 0 0 0,-1 1 0 0 0,1-1-1 0 0,-1 1 1 0 0,0 1 0 0 0,0-1 0 0 0,-1 1 0 0 0,1 1 0 0 0,-1-1-1 0 0,-1 1 1 0 0,10 14 0 0 0,-9-11 12 0 0,0-1 0 0 0,0 2 0 0 0,-1-1 0 0 0,0 1 0 0 0,-1 0 0 0 0,-1-1 0 0 0,1 2 0 0 0,-2-1 0 0 0,0 0 0 0 0,0 1 0 0 0,-1-1 0 0 0,0 1 0 0 0,-1-1 0 0 0,0 1 0 0 0,-1 0 0 0 0,0-1 0 0 0,-1 1 0 0 0,-5 15 0 0 0,5-18 6 0 0,1-5 0 0 0,-1 0 0 0 0,1 0 1 0 0,-1 0-1 0 0,1-1 0 0 0,-1 1 0 0 0,0 0 0 0 0,0-1 0 0 0,-1 1 0 0 0,-3 4 0 0 0,5-7 12 0 0,0-1-27 0 0,1 0-1 0 0,-1 0 0 0 0,1 0 1 0 0,-1 0-1 0 0,1 0 0 0 0,-1 0 1 0 0,1 0-1 0 0,-1 0 0 0 0,1 0 1 0 0,-1-1-1 0 0,1 1 0 0 0,-1 0 1 0 0,1 0-1 0 0,0-1 0 0 0,-1 1 1 0 0,1 0-1 0 0,-1 0 1 0 0,1-1-1 0 0,0 1 0 0 0,-1 0 1 0 0,1-1-1 0 0,0 1 0 0 0,-1-1 1 0 0,1 1-1 0 0,0 0 0 0 0,0-1 1 0 0,-1 1-1 0 0,1-1 0 0 0,0 1 1 0 0,0-1-1 0 0,0 0 0 0 0,0-19-16 0 0,14-21-34 0 0,-13 40 47 0 0,12-28-28 0 0,1 1-1 0 0,1 1 0 0 0,2 1 0 0 0,32-42 0 0 0,-33 50 8 0 0,-1 1-1 0 0,2 1 0 0 0,1 1 1 0 0,0 0-1 0 0,0 1 0 0 0,40-22 0 0 0,-53 33 19 0 0,1 0-1 0 0,0 1 0 0 0,0-1 0 0 0,1 2 0 0 0,-1-1 0 0 0,0 0 0 0 0,0 1 1 0 0,1 0-1 0 0,-1 1 0 0 0,1-1 0 0 0,-1 1 0 0 0,1 1 0 0 0,-1-1 0 0 0,1 1 1 0 0,-1 0-1 0 0,0 0 0 0 0,8 3 0 0 0,-10-2 10 0 0,0 0-1 0 0,0 0 1 0 0,0 0 0 0 0,0 1 0 0 0,-1-1-1 0 0,1 1 1 0 0,-1 0 0 0 0,1 0 0 0 0,-1 0-1 0 0,0 0 1 0 0,0 0 0 0 0,-1 1-1 0 0,1 0 1 0 0,-1-1 0 0 0,0 1 0 0 0,0 0-1 0 0,0 0 1 0 0,0 0 0 0 0,0 0-1 0 0,-1 1 1 0 0,0-1 0 0 0,0 0 0 0 0,0 1-1 0 0,-1-1 1 0 0,1 7 0 0 0,-1 7-83 0 0,-1 0 0 0 0,-1-1 0 0 0,0 1 1 0 0,-1-1-1 0 0,-6 19 0 0 0,-6 31-2622 0 0,14-63 2381 0 0,1 1 0 0 0,-1 0 1 0 0,1 0-1 0 0,0 0 0 0 0,0 0 0 0 0,1 0 0 0 0,-1 0 0 0 0,1 0 0 0 0,0-1 0 0 0,1 1 0 0 0,-1 0 0 0 0,4 7 0 0 0,-3-9-180 0 0,0 1 0 0 0,0-1-1 0 0,1 0 1 0 0,-1 0 0 0 0,1 0 0 0 0,0 0 0 0 0,0 0 0 0 0,0 0 0 0 0,0-1 0 0 0,4 3 0 0 0,10 5-2740 0 0</inkml:trace>
</inkml:ink>
</file>

<file path=ppt/ink/ink2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5:35.2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142 264 360 0 0,'15'-13'1090'0'0,"-1"0"0"0"0,-1-2 0 0 0,-1 1 0 0 0,0-2 0 0 0,-1 0 0 0 0,0 0 0 0 0,-2-1-1 0 0,0 0 1 0 0,-1 0 0 0 0,0-1 0 0 0,9-35 0 0 0,-17 51-984 0 0,1 0-1 0 0,-1 1 1 0 0,0-1-1 0 0,0 0 1 0 0,0 0-1 0 0,0 0 1 0 0,0 0-1 0 0,0 0 1 0 0,0 0 0 0 0,-1 0-1 0 0,1 0 1 0 0,-1 0-1 0 0,1 1 1 0 0,-1-1-1 0 0,0 0 1 0 0,1 0-1 0 0,-3-2 1 0 0,1 2 87 0 0,-2 2-33 0 0,-7 3-121 0 0,1 0 1 0 0,0 0-1 0 0,0 1 1 0 0,0 0-1 0 0,0 0 0 0 0,1 1 1 0 0,0 1-1 0 0,0 0 0 0 0,0 0 1 0 0,1 0-1 0 0,-1 1 0 0 0,-7 10 1 0 0,-8 7 14 0 0,1 2 0 0 0,-30 46-1 0 0,46-62-40 0 0,1 0 0 0 0,0 1 0 0 0,-5 13 0 0 0,9-20-8 0 0,1 0 1 0 0,-1 0-1 0 0,1 0 0 0 0,0 0 0 0 0,1 0 0 0 0,-1 0 1 0 0,1 0-1 0 0,-1 0 0 0 0,1 1 0 0 0,0-1 0 0 0,1 0 1 0 0,0 7-1 0 0,0-9-16 0 0,0 1 1 0 0,1-1-1 0 0,-1 0 1 0 0,0 0-1 0 0,1 0 1 0 0,-1 0-1 0 0,1 0 0 0 0,0 0 1 0 0,-1 0-1 0 0,1 0 1 0 0,0-1-1 0 0,0 1 1 0 0,0-1-1 0 0,1 1 1 0 0,-1-1-1 0 0,0 0 1 0 0,0 0-1 0 0,1 0 0 0 0,-1 0 1 0 0,1 0-1 0 0,-1 0 1 0 0,1-1-1 0 0,-1 1 1 0 0,3-1-1 0 0,2 1-46 0 0,0 0 0 0 0,0-1 0 0 0,0 0 0 0 0,-1 0 0 0 0,1-1 0 0 0,0 0 0 0 0,0 0 0 0 0,7-2 0 0 0,0-3 0 0 0,0 0 0 0 0,0 0 1 0 0,-1-1-1 0 0,0-1 0 0 0,23-16 0 0 0,55-56-75 0 0,-72 62 111 0 0,-7 6 18 0 0,-7 7-26 0 0,0 0 0 0 0,0 1-1 0 0,1-1 1 0 0,0 1 0 0 0,10-6-1 0 0,-16 11 39 0 0,1-1 0 0 0,0 0-1 0 0,0 1 1 0 0,-1 0-1 0 0,1-1 1 0 0,-1 1-1 0 0,1-1 1 0 0,-1 1 0 0 0,1 0-1 0 0,-1-1 1 0 0,1 1-1 0 0,-1 0 1 0 0,1 0-1 0 0,-1-1 1 0 0,0 1 0 0 0,0 0-1 0 0,1 0 1 0 0,-1 0-1 0 0,0-1 1 0 0,0 1 0 0 0,0 2-1 0 0,-2 23 244 0 0,-17 28 141 0 0,17-49-376 0 0,-16 37 137 0 0,9-23-224 0 0,1 0-1 0 0,1 1 0 0 0,1 0 1 0 0,-5 23-1 0 0,11-41-43 0 0,0 0 1 0 0,0 0-1 0 0,0 0 1 0 0,0-1 0 0 0,0 1-1 0 0,0 0 1 0 0,0 0-1 0 0,1 0 1 0 0,-1 0-1 0 0,1-1 1 0 0,-1 1-1 0 0,1 0 1 0 0,0 0 0 0 0,0-1-1 0 0,-1 1 1 0 0,1 0-1 0 0,0-1 1 0 0,1 1-1 0 0,-1-1 1 0 0,0 1 0 0 0,0-1-1 0 0,3 2 1 0 0,-2-1-329 0 0,1 0 0 0 0,-1-1 1 0 0,1 0-1 0 0,-1 1 0 0 0,1-1 1 0 0,-1 0-1 0 0,1 0 0 0 0,0-1 1 0 0,-1 1-1 0 0,1-1 0 0 0,0 1 1 0 0,0-1-1 0 0,0 0 0 0 0,3 0 1 0 0,12-1-3608 0 0</inkml:trace>
</inkml:ink>
</file>

<file path=ppt/ink/ink2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5:35.5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364 151 628 0 0,'6'-29'2624'0'0,"0"5"1272"0"0,-1 0 0 0 0,3-50 0 0 0,-27 92-1746 0 0,4 10-1373 0 0,1-1 0 0 0,1 2 0 0 0,1-1 0 0 0,-10 45 0 0 0,8-27-306 0 0,-17 47 322 0 0,-148 429 767 0 0,133-386-4175 0 0,23-47-5222 0 0</inkml:trace>
</inkml:ink>
</file>

<file path=ppt/ink/ink2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5:36.1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1 180 2008 0 0,'8'-19'1692'0'0,"4"-7"893"0"0,0 0 0 0 0,2 1-1 0 0,24-35 1 0 0,-37 58-2507 0 0,1 1 0 0 0,-1 0-1 0 0,0 0 1 0 0,0-1-1 0 0,0 1 1 0 0,1 0 0 0 0,-1 0-1 0 0,0 0 1 0 0,1 0 0 0 0,-1 0-1 0 0,1 1 1 0 0,-1-1 0 0 0,1 0-1 0 0,0 1 1 0 0,-1-1-1 0 0,1 1 1 0 0,-1-1 0 0 0,1 1-1 0 0,0 0 1 0 0,0 0 0 0 0,2 0-1 0 0,-2 0 39 0 0,1 1 0 0 0,0-1-1 0 0,0 1 1 0 0,-1 0 0 0 0,1 0-1 0 0,-1 0 1 0 0,1 0 0 0 0,-1 1-1 0 0,1-1 1 0 0,-1 1-1 0 0,0 0 1 0 0,3 1 0 0 0,1 4 118 0 0,1-1 0 0 0,-1 1-1 0 0,0 0 1 0 0,-1 1 0 0 0,1 0 0 0 0,-1 0 0 0 0,4 9 0 0 0,-1 2 63 0 0,-1 0 0 0 0,0 0 1 0 0,-1 1-1 0 0,-1 0 1 0 0,-1 0-1 0 0,-1 0 0 0 0,0 28 1 0 0,-3-33-189 0 0,0 1 1 0 0,-1-1-1 0 0,-1 0 1 0 0,-1 1 0 0 0,0-1-1 0 0,-1-1 1 0 0,-1 1-1 0 0,0 0 1 0 0,-1-1-1 0 0,-10 18 1 0 0,11-22-38 0 0,-1 0 0 0 0,0 0 0 0 0,-1-1 0 0 0,0 0 0 0 0,0-1 0 0 0,-1 1 0 0 0,0-1 0 0 0,0-1 0 0 0,-1 0 0 0 0,-11 8-1 0 0,18-14-28 0 0,-1 0-1 0 0,-1 0 1 0 0,1 0-1 0 0,0 0 1 0 0,0 0-1 0 0,-6 0 0 0 0,8-1-35 0 0,0 0-1 0 0,0 0 1 0 0,0 0-1 0 0,0 0 0 0 0,0 0 1 0 0,0 0-1 0 0,0 0 1 0 0,0 0-1 0 0,0-1 0 0 0,0 1 1 0 0,0 0-1 0 0,0-1 1 0 0,0 1-1 0 0,0 0 0 0 0,0-1 1 0 0,0 1-1 0 0,0-1 0 0 0,1 0 1 0 0,-1 1-1 0 0,0-1 1 0 0,0 0-1 0 0,1 1 0 0 0,-1-1 1 0 0,-1-2-1 0 0,1 1-6 0 0,0-1-1 0 0,-1 0 1 0 0,2 0-1 0 0,-1 0 1 0 0,0 0-1 0 0,0 0 1 0 0,1-1-1 0 0,0 1 1 0 0,0 0-1 0 0,0 0 1 0 0,0 0-1 0 0,0 0 1 0 0,0 0-1 0 0,1 0 1 0 0,1-6-1 0 0,0 3-47 0 0,1 0 0 0 0,0 0 0 0 0,0 0 0 0 0,0 0 0 0 0,0 1 0 0 0,1 0 0 0 0,5-7 0 0 0,5-2-354 0 0,0 0 1 0 0,1 1 0 0 0,0 1-1 0 0,21-14 1 0 0,0 6-1813 0 0,1 1 0 0 0,76-28 0 0 0,-78 35 1070 0 0,0-2 1 0 0,-1-2-1 0 0,62-38 1 0 0,-88 48 1343 0 0,0-1-1 0 0,0 0 1 0 0,0-1-1 0 0,-1 0 1 0 0,0 0 0 0 0,-1 0-1 0 0,0-1 1 0 0,7-13-1 0 0,-6 10 783 0 0,-2-1-1 0 0,0 1 1 0 0,0-1-1 0 0,-1 0 1 0 0,-1 0-1 0 0,3-16 2594 0 0,-9 31-3051 0 0,-1 2-296 0 0,0 1-1 0 0,1-1 0 0 0,0 1 0 0 0,0 0 1 0 0,0 0-1 0 0,0 0 0 0 0,1 0 0 0 0,-4 11 0 0 0,-14 54 1099 0 0,14-46-999 0 0,1-6-144 0 0,-12 42 149 0 0,3 0 0 0 0,-9 90 0 0 0,22-144-360 0 0,1 0-1 0 0,0 0 1 0 0,0 0 0 0 0,0 1 0 0 0,1-1 0 0 0,3 10-1 0 0,-4-15-119 0 0,1 1 0 0 0,-1-1 0 0 0,1 0 0 0 0,-1 0 0 0 0,1 1 0 0 0,0-1-1 0 0,0 0 1 0 0,0 0 0 0 0,0 0 0 0 0,0 0 0 0 0,0 0 0 0 0,0 0 0 0 0,0 0 0 0 0,0 0-1 0 0,0 0 1 0 0,0 0 0 0 0,1-1 0 0 0,-1 1 0 0 0,0-1 0 0 0,1 1 0 0 0,-1-1-1 0 0,0 1 1 0 0,1-1 0 0 0,-1 0 0 0 0,1 1 0 0 0,-1-1 0 0 0,0 0 0 0 0,1 0 0 0 0,-1 0-1 0 0,1 0 1 0 0,-1 0 0 0 0,1 0 0 0 0,-1-1 0 0 0,0 1 0 0 0,1 0 0 0 0,-1-1-1 0 0,3-1 1 0 0,2 0-644 0 0,0 0 0 0 0,1-1-1 0 0,-1 0 1 0 0,-1 0 0 0 0,8-5-1 0 0,-6 3-846 0 0,0-1 0 0 0,0 0 0 0 0,-1 0 0 0 0,9-9 0 0 0,3-9-4181 0 0</inkml:trace>
</inkml:ink>
</file>

<file path=ppt/ink/ink2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5:36.4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38 184 512 0 0,'-4'-105'14600'0'0,"-4"35"-11422"0"0,8 68-3794 0 0,-2-1-545 0 0,0-1 441 0 0,-19 5-7221 0 0</inkml:trace>
</inkml:ink>
</file>

<file path=ppt/ink/ink2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5:36.6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301 3 2672 0 0,'-87'0'5394'0'0,"-126"-2"9160"0"0,518 14-17200 0 0,-84 7-2587 0 0,-73-2-1378 0 0,-70-6 885 0 0</inkml:trace>
</inkml:ink>
</file>

<file path=ppt/ink/ink2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5:36.8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15 2608 0 0,'-10'-14'21427'0'0,"15"16"-21345"0"0,0 0 0 0 0,0 0 0 0 0,0 1 0 0 0,-1 0 0 0 0,1-1 0 0 0,-1 2-1 0 0,0-1 1 0 0,0 0 0 0 0,0 1 0 0 0,6 8 0 0 0,37 50 336 0 0,-27-33-309 0 0,57 89 98 0 0,-29-38-5185 0 0,-42-70 3612 0 0,2 2-909 0 0</inkml:trace>
</inkml:ink>
</file>

<file path=ppt/ink/ink2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5:37.1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539 125 1840 0 0,'0'-1'310'0'0,"0"-25"5274"0"0,0 1-1 0 0,-7-38 1 0 0,7 63-5529 0 0,-1-1 0 0 0,1 1 0 0 0,0-1 0 0 0,0 1 0 0 0,-1-1 0 0 0,1 0 0 0 0,-1 1 0 0 0,1-1 0 0 0,0 1 0 0 0,-1 0 0 0 0,1-1 0 0 0,-1 1 0 0 0,1-1 0 0 0,-1 1 0 0 0,1 0 0 0 0,-1-1 0 0 0,0 1 0 0 0,1 0 0 0 0,-1-1 0 0 0,1 1 0 0 0,-1 0 1 0 0,0 0-1 0 0,1 0 0 0 0,-1 0 0 0 0,1-1 0 0 0,-1 1 0 0 0,0 0 0 0 0,1 0 0 0 0,-1 0 0 0 0,0 0 0 0 0,0 1 0 0 0,-19 2 371 0 0,19-3-397 0 0,-12 4 145 0 0,0 1-1 0 0,1 0 0 0 0,0 0 0 0 0,0 1 0 0 0,0 1 1 0 0,-14 10-1 0 0,-61 54 267 0 0,82-66-407 0 0,-58 52-767 0 0,-55 68 0 0 0,62-59-3588 0 0,3 2-4318 0 0,41-51 2671 0 0</inkml:trace>
</inkml:ink>
</file>

<file path=ppt/ink/ink2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5:37.5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447 111 96 0 0,'39'-57'9822'0'0,"6"4"-4294"0"0,-46 56-5377 0 0,-3 4-118 0 0,0 1 0 0 0,0-2 0 0 0,0 1 0 0 0,-1 0 0 0 0,0-1 0 0 0,-1 0 0 0 0,-6 6 0 0 0,-50 41-36 0 0,38-33 34 0 0,-83 65-230 0 0,-29 25-1924 0 0,28-18-3525 0 0,59-48 133 0 0</inkml:trace>
</inkml:ink>
</file>

<file path=ppt/ink/ink2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5:39.0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0 603 1740 0 0,'1'-2'2788'0'0,"0"-23"1924"0"0,-1 17-2802 0 0,0 53-492 0 0,2 103 675 0 0,0-123-1951 0 0,1 1 0 0 0,1-1 0 0 0,13 43 0 0 0,-15-63-118 0 0,0 0 0 0 0,0 0 0 0 0,0 0 0 0 0,1 0 0 0 0,0 0 0 0 0,4 5 0 0 0,-6-8-16 0 0,1-1 1 0 0,0 1-1 0 0,-1 0 1 0 0,1-1-1 0 0,0 1 1 0 0,0-1-1 0 0,0 1 1 0 0,0-1-1 0 0,0 0 1 0 0,0 0-1 0 0,1 0 1 0 0,-1 0-1 0 0,0 0 1 0 0,0 0-1 0 0,1 0 1 0 0,-1-1-1 0 0,1 0 1 0 0,3 1-1 0 0,2-1 1 0 0,0-1 0 0 0,0 0-1 0 0,0 0 1 0 0,-1-1 0 0 0,1 0-1 0 0,0 0 1 0 0,-1-1 0 0 0,0 0 0 0 0,13-7-1 0 0,-8 3 1 0 0,0-1 1 0 0,0-1-1 0 0,0 0 0 0 0,18-20 0 0 0,-8 4-17 0 0,-1-1-1 0 0,-2-2 1 0 0,0 1 0 0 0,15-33-1 0 0,5-19-73 0 0,44-127-1 0 0,6-92-50 0 0,-79 245 150 0 0,-7 37-37 0 0,0-1 0 0 0,9-26-1 0 0,-11 42-3 0 0,-10 17 55 0 0,-3 18 586 0 0,-15 69 0 0 0,12-37-167 0 0,-8 27-47 0 0,4 1 0 0 0,-10 146 0 0 0,28-215-407 0 0,0 0 0 0 0,2 0 0 0 0,6 43 0 0 0,-6-61-253 0 0,1 0 0 0 0,-1-1 0 0 0,1 1 0 0 0,0-1 0 0 0,1 1 0 0 0,-1-1 0 0 0,1 0 0 0 0,1 0 1 0 0,-1 0-1 0 0,1 0 0 0 0,0-1 0 0 0,0 1 0 0 0,1-1 0 0 0,-1 0 0 0 0,1-1 0 0 0,0 1 0 0 0,1-1 0 0 0,9 6 0 0 0,-12-8-379 0 0,0-1 0 0 0,0 1 0 0 0,1-1-1 0 0,-1-1 1 0 0,1 1 0 0 0,-1 0 0 0 0,0-1 0 0 0,6 1-1 0 0,11-1-4542 0 0</inkml:trace>
</inkml:ink>
</file>

<file path=ppt/ink/ink2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5:39.9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221 279 1600 0 0,'-158'-2'10080'0'0,"108"2"-7648"0"0,38 1-1716 0 0,12 1-155 0 0,15 0-296 0 0,23-6-143 0 0,0-1-1 0 0,44-13 1 0 0,-20 4-104 0 0,37-6-629 0 0,-1-4-1 0 0,147-57 0 0 0,-230 75 522 0 0,-1 0 0 0 0,-1-1 0 0 0,1-1 0 0 0,-1 0 0 0 0,0 0 0 0 0,-1-2-1 0 0,0 1 1 0 0,-1-2 0 0 0,0 1 0 0 0,16-21 0 0 0,-25 29 41 0 0,-13 16-4 0 0,3 0 101 0 0,1 1 0 0 0,1 0 0 0 0,0 1 0 0 0,-5 24 1 0 0,4-15 81 0 0,-52 190 1002 0 0,-42 294-1 0 0,94-447-1067 0 0,4-32 85 0 0,-7 32-1 0 0,7-37 68 0 0,3-22-88 0 0,4-19-104 0 0,4-14-30 0 0,2 0-1 0 0,1 1 1 0 0,2 0 0 0 0,0 1-1 0 0,2 1 1 0 0,21-30 0 0 0,-25 43-6 0 0,-1 0 1 0 0,2 0 0 0 0,0 1 0 0 0,0 1-1 0 0,1 0 1 0 0,1 1 0 0 0,0 0 0 0 0,0 1-1 0 0,1 0 1 0 0,0 1 0 0 0,1 1 0 0 0,22-8-1 0 0,-32 14 10 0 0,0 0 0 0 0,0 1-1 0 0,1-1 1 0 0,-1 1-1 0 0,0 1 1 0 0,1-1-1 0 0,-1 1 1 0 0,1 0-1 0 0,10 2 1 0 0,-14-1 5 0 0,0-1 0 0 0,0 1 0 0 0,0 0 1 0 0,0 0-1 0 0,0 0 0 0 0,-1 1 0 0 0,1-1 0 0 0,0 1 0 0 0,-1 0 1 0 0,1-1-1 0 0,-1 1 0 0 0,0 0 0 0 0,0 0 0 0 0,0 1 0 0 0,0-1 0 0 0,0 0 1 0 0,0 1-1 0 0,0-1 0 0 0,-1 1 0 0 0,1 0 0 0 0,-1-1 0 0 0,2 7 0 0 0,0 1 4 0 0,0 0-1 0 0,-1 1 0 0 0,0 0 0 0 0,0-1 1 0 0,-2 1-1 0 0,1 17 0 0 0,-12 66 3 0 0,6-65-12 0 0,-1 45-1 0 0,5-49-9 0 0,1-17 17 0 0,-1 0-1 0 0,1 1 1 0 0,1-1 0 0 0,-1 0-1 0 0,1 1 1 0 0,4 11-1 0 0,-5-18-5 0 0,1 0-1 0 0,0 0 0 0 0,0 0 0 0 0,1 0 0 0 0,-1 0 1 0 0,0 0-1 0 0,1-1 0 0 0,-1 1 0 0 0,1 0 0 0 0,-1-1 1 0 0,1 1-1 0 0,0-1 0 0 0,0 1 0 0 0,-1-1 0 0 0,1 0 1 0 0,0 0-1 0 0,0 0 0 0 0,0 0 0 0 0,1 0 0 0 0,-1-1 1 0 0,0 1-1 0 0,0 0 0 0 0,0-1 0 0 0,1 0 0 0 0,-1 1 1 0 0,0-1-1 0 0,0 0 0 0 0,1 0 0 0 0,1-1 0 0 0,11 1-146 0 0,-1-2-1 0 0,0 0 0 0 0,0 0 0 0 0,1-2 0 0 0,-2 1 0 0 0,1-2 0 0 0,19-9 0 0 0,0-1-590 0 0,55-38 1 0 0,-52 28 423 0 0,-2-1 1 0 0,-1-1-1 0 0,-1-2 1 0 0,43-49-1 0 0,-61 61 322 0 0,-1 0 0 0 0,0-1-1 0 0,-1-1 1 0 0,-1 0-1 0 0,-1 0 1 0 0,0-1-1 0 0,-2-1 1 0 0,0 1-1 0 0,-1-1 1 0 0,6-39-1 0 0,-12 59 25 0 0,-1-1-1 0 0,0 0 1 0 0,1 0-1 0 0,-1 1 0 0 0,0-1 1 0 0,0 0-1 0 0,0 0 0 0 0,-1 0 1 0 0,1 1-1 0 0,0-1 1 0 0,-1 0-1 0 0,1 0 0 0 0,-1 1 1 0 0,-1-3-1 0 0,2 3-15 0 0,-1 1 0 0 0,1-1 0 0 0,0 1 0 0 0,-1 0 0 0 0,1-1 0 0 0,-1 1 0 0 0,1 0 1 0 0,-1-1-1 0 0,1 1 0 0 0,-1 0 0 0 0,0 0 0 0 0,1-1 0 0 0,-1 1 0 0 0,1 0 0 0 0,-1 0 0 0 0,1 0 0 0 0,-1 0 0 0 0,0 0 0 0 0,1 0 0 0 0,-1 0 0 0 0,1 0 0 0 0,-1 0 0 0 0,0 0 0 0 0,1 0 0 0 0,-1 0 1 0 0,1 0-1 0 0,-2 1 0 0 0,-2 1 55 0 0,1-1 0 0 0,-1 1 0 0 0,0 1 0 0 0,1-1 1 0 0,-1 0-1 0 0,1 1 0 0 0,0 0 0 0 0,0 0 0 0 0,-6 6 1 0 0,-15 22 581 0 0,0 2-1 0 0,-30 56 1 0 0,42-65-444 0 0,1 0 0 0 0,0 0-1 0 0,2 1 1 0 0,-10 50-1 0 0,17-68-179 0 0,1 0-1 0 0,0 0 1 0 0,1 0 0 0 0,0 0-1 0 0,0 0 1 0 0,0 0 0 0 0,1 0-1 0 0,0 0 1 0 0,1-1 0 0 0,2 10-1 0 0,-3-13-24 0 0,0 0-1 0 0,1-1 1 0 0,-1 1-1 0 0,1 0 0 0 0,0-1 1 0 0,-1 1-1 0 0,1-1 1 0 0,0 1-1 0 0,1-1 1 0 0,-1 0-1 0 0,0 0 0 0 0,1 0 1 0 0,-1 0-1 0 0,1-1 1 0 0,0 1-1 0 0,-1 0 0 0 0,1-1 1 0 0,0 0-1 0 0,0 0 1 0 0,0 0-1 0 0,0 0 1 0 0,0 0-1 0 0,0-1 0 0 0,0 1 1 0 0,4-1-1 0 0,20 2-593 0 0,1-2 0 0 0,-1-1 1 0 0,0-2-1 0 0,0 0 0 0 0,52-14 0 0 0,-38 5-844 0 0,-1-2 0 0 0,0-1 0 0 0,42-24 0 0 0,-37 13-946 0 0,-6 0-487 0 0</inkml:trace>
</inkml:ink>
</file>

<file path=ppt/ink/ink2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5:40.4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98 130 2856 0 0,'13'-24'1767'0'0,"20"-29"2758"0"0,-27 44-2821 0 0,-9 17 62 0 0,-39 132 1445 0 0,10-40-2288 0 0,8-11-453 0 0,-25 82 191 0 0,102-310-548 0 0,-28 89-145 0 0,3 0 0 0 0,44-60-1 0 0,-53 85-1 0 0,2 0 0 0 0,0 1 0 0 0,2 2 0 0 0,0 0 0 0 0,43-30 0 0 0,-60 48 28 0 0,1 0 0 0 0,-1 0-1 0 0,1 1 1 0 0,0 0 0 0 0,0 0 0 0 0,1 0 0 0 0,-1 1 0 0 0,0 0-1 0 0,1 1 1 0 0,-1 0 0 0 0,1 0 0 0 0,14 0 0 0 0,-18 1 25 0 0,0 1 0 0 0,0-1 1 0 0,0 1-1 0 0,-1 0 0 0 0,1 0 1 0 0,0 0-1 0 0,-1 1 0 0 0,1-1 1 0 0,0 1-1 0 0,-1 0 0 0 0,0 0 1 0 0,1 0-1 0 0,-1 0 1 0 0,0 1-1 0 0,0-1 0 0 0,-1 1 1 0 0,1 0-1 0 0,0 0 0 0 0,-1 0 1 0 0,1 0-1 0 0,-1 0 0 0 0,0 1 1 0 0,0-1-1 0 0,-1 1 0 0 0,1-1 1 0 0,1 6-1 0 0,1 3 192 0 0,-1 1 0 0 0,-1-1 0 0 0,0 1 0 0 0,0 0-1 0 0,-2 0 1 0 0,1-1 0 0 0,-3 19 0 0 0,-17 93 917 0 0,7-61-790 0 0,5-28-204 0 0,4-26-95 0 0,1 0 0 0 0,1 0 0 0 0,-1 0-1 0 0,1 1 1 0 0,1-1 0 0 0,0 1-1 0 0,0-1 1 0 0,2 10 0 0 0,-2-18-39 0 0,1 0 0 0 0,-1-1 0 0 0,0 1 0 0 0,1-1 0 0 0,-1 1 1 0 0,1-1-1 0 0,-1 1 0 0 0,1-1 0 0 0,-1 1 0 0 0,1-1 0 0 0,0 0 1 0 0,-1 1-1 0 0,1-1 0 0 0,-1 0 0 0 0,1 1 0 0 0,0-1 0 0 0,-1 0 1 0 0,1 0-1 0 0,0 0 0 0 0,-1 0 0 0 0,1 1 0 0 0,0-1 0 0 0,0 0 1 0 0,-1 0-1 0 0,1 0 0 0 0,0 0 0 0 0,-1-1 0 0 0,2 1 0 0 0,19-3-131 0 0,-20 2 114 0 0,37-9-1491 0 0,-1-2-1 0 0,-1-1 0 0 0,53-28 1 0 0,-41 19-666 0 0,6-3-2224 0 0,1-1-2221 0 0</inkml:trace>
</inkml:ink>
</file>

<file path=ppt/ink/ink2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5:41.1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268 497 936 0 0,'1'-12'11807'0'0,"-4"14"-11518"0"0,1 1 0 0 0,-1-1 0 0 0,1 1 1 0 0,-1 0-1 0 0,1 0 0 0 0,0 0 0 0 0,0 0 1 0 0,1 1-1 0 0,-3 4 0 0 0,-14 40 1391 0 0,6-14-796 0 0,-118 287 2351 0 0,53-130-2437 0 0,72-183-669 0 0,3-13-42 0 0,3-16-62 0 0,90-225-137 0 0,20 8-22 0 0,-84 182 101 0 0,32-63-76 0 0,4 3 1 0 0,98-133-1 0 0,-128 209 56 0 0,-30 37 50 0 0,0 0 0 0 0,0 0 1 0 0,0 0-1 0 0,0 0 1 0 0,1 1-1 0 0,-1-1 0 0 0,1 1 1 0 0,0 0-1 0 0,6-2 1 0 0,-9 3 3 0 0,1 1 0 0 0,0-1 1 0 0,0 1-1 0 0,-1 0 0 0 0,1 0 0 0 0,0 0 1 0 0,0 0-1 0 0,-1 0 0 0 0,1 0 1 0 0,0 0-1 0 0,0 1 0 0 0,-1-1 0 0 0,1 0 1 0 0,0 1-1 0 0,-1 0 0 0 0,1-1 1 0 0,-1 1-1 0 0,1 0 0 0 0,-1 0 0 0 0,1 0 1 0 0,-1 0-1 0 0,1 0 0 0 0,-1 0 1 0 0,0 0-1 0 0,1 1 0 0 0,-1-1 0 0 0,0 0 1 0 0,0 1-1 0 0,0-1 0 0 0,0 1 0 0 0,0-1 1 0 0,-1 1-1 0 0,1-1 0 0 0,0 3 1 0 0,3 5 62 0 0,-1 0 1 0 0,0 1-1 0 0,-1-1 1 0 0,2 17-1 0 0,-3-21-7 0 0,2 21 361 0 0,-2 0 1 0 0,0 1-1 0 0,-4 33 1 0 0,-16 82 956 0 0,11-91-901 0 0,-46 257 1336 0 0,5-33-1223 0 0,46-259-664 0 0,-1 8-1578 0 0,-1 32 0 0 0</inkml:trace>
</inkml:ink>
</file>

<file path=ppt/ink/ink2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5:41.3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280 154 2332 0 0,'-11'-1'856'0'0,"-226"-38"14598"0"0,206 31-13565 0 0,34 6-1598 0 0,-3 1-283 0 0,0 1-1 0 0,0 0 0 0 0,0-1 0 0 0,0 1 0 0 0,1 0 0 0 0,-1-1 1 0 0,0 1-1 0 0,0 0 0 0 0,0-1 0 0 0,1 1 0 0 0,-1 0 0 0 0,0-1 1 0 0,1 1-1 0 0,-1 0 0 0 0,0 0 0 0 0,1 0 0 0 0,-1-1 0 0 0,0 1 1 0 0,1 0-1 0 0,-1 0 0 0 0,0 0 0 0 0,1 0 0 0 0,-1 0 0 0 0,0-1 1 0 0,1 1-1 0 0,-1 0 0 0 0,0 0 0 0 0,1 0 0 0 0,-1 0 0 0 0,1 0 1 0 0,113-21 224 0 0,70-15-1796 0 0,-63 4-8873 0 0,-96 24 3565 0 0</inkml:trace>
</inkml:ink>
</file>

<file path=ppt/ink/ink2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5:41.7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207 114 96 0 0,'15'-26'4035'0'0,"1"0"2296"0"0,14-36 2459 0 0,-30 66-8541 0 0,0-1 1 0 0,0 0-1 0 0,0 0 1 0 0,-1 0 0 0 0,1 0-1 0 0,-1-1 1 0 0,0 1-1 0 0,0 0 1 0 0,0 0 0 0 0,0 0-1 0 0,0 0 1 0 0,-3 3-1 0 0,0 1 131 0 0,-187 440 3268 0 0,183-429-3896 0 0,-23 50 458 0 0,8-28-5812 0 0</inkml:trace>
</inkml:ink>
</file>

<file path=ppt/ink/ink2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5:42.1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892 47 2416 0 0,'-25'-47'12964'0'0,"25"50"-11950"0"0,1 9-380 0 0,1-1-1 0 0,0 0 1 0 0,1 0 0 0 0,0 0-1 0 0,9 20 1 0 0,2 6 269 0 0,26 94 1282 0 0,27 151 0 0 0,-57-218-1948 0 0,-2 1 1 0 0,-3 0 0 0 0,-3 0-1 0 0,-10 105 1 0 0,-1-103-252 0 0,-2-1-1 0 0,-3 0 1 0 0,-3-1-1 0 0,-3 0 1 0 0,-2-2 0 0 0,-3-1-1 0 0,-3-1 1 0 0,-3-1-1 0 0,-2-1 1 0 0,-3-2-1 0 0,-2-2 1 0 0,-3-1 0 0 0,-78 80-1 0 0,81-98-980 0 0,-2-1-1 0 0,-1-1 1 0 0,-76 45 0 0 0,82-60-1198 0 0,-64 27 0 0 0,66-35-481 0 0,0 0 1 0 0,-45 7-1 0 0,9-6-4989 0 0</inkml:trace>
</inkml:ink>
</file>

<file path=ppt/ink/ink2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5:42.3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631 60 592 0 0,'6'-20'2236'0'0,"-5"17"-1494"0"0,1 0 0 0 0,-1-1-1 0 0,0 1 1 0 0,0-1-1 0 0,0 1 1 0 0,-1-1-1 0 0,1 0 1 0 0,-1 1 0 0 0,-3-5 1294 0 0,-10 23-1236 0 0,1 2 0 0 0,0-1-1 0 0,1 1 1 0 0,1 1 0 0 0,-11 28-1 0 0,-1-1 58 0 0,-106 193 2018 0 0,-109 226 207 0 0,199-376-2744 0 0,4 0-1 0 0,4 3 1 0 0,-28 136 0 0 0,52-191-256 0 0,1 0-1 0 0,2 1 1 0 0,1-1-1 0 0,2 1 1 0 0,8 61-1 0 0,-5-79-131 0 0,0-1-1 0 0,2 0 0 0 0,0 0 0 0 0,1 0 1 0 0,1 0-1 0 0,0-1 0 0 0,1-1 1 0 0,1 1-1 0 0,1-1 0 0 0,0-1 1 0 0,1 1-1 0 0,1-2 0 0 0,14 15 1 0 0,-10-14-401 0 0,2-1 1 0 0,0-1 0 0 0,0 0 0 0 0,1-1 0 0 0,1-1 0 0 0,0-1-1 0 0,25 9 1 0 0,-14-8-1567 0 0,0-2-1 0 0,1-1 1 0 0,0-2-1 0 0,45 4 1 0 0,7-5-6172 0 0</inkml:trace>
</inkml:ink>
</file>

<file path=ppt/ink/ink2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5:42.8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64 193 800 0 0,'-11'-12'3478'0'0,"1"-1"1"0"0,-2 2-1 0 0,-14-13 0 0 0,25 23-3030 0 0,-3-10 2946 0 0,17 11-3198 0 0,19 2 34 0 0,0-2-1 0 0,0 0 1 0 0,-1-2-1 0 0,41-8 1 0 0,-45 5-730 0 0,45-17 0 0 0,-52 14-1117 0 0,1 0 0 0 0,29-19 1 0 0,-19 2-4548 0 0,-16 10 683 0 0</inkml:trace>
</inkml:ink>
</file>

<file path=ppt/ink/ink2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5:43.0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110 16 584 0 0,'11'-13'9966'0'0,"-8"11"-8720"0"0,-2 9-392 0 0,0 1 1 0 0,0-1 0 0 0,-1 1 0 0 0,0 0-1 0 0,-1-1 1 0 0,0 1 0 0 0,-3 13 0 0 0,1 0 214 0 0,-67 340 2798 0 0,32-194-5352 0 0,35-148 163 0 0,0 0 1 0 0,0 26 0 0 0,3-36-483 0 0,0 0 1 0 0,1 0-1 0 0,0 0 0 0 0,3 9 1 0 0</inkml:trace>
</inkml:ink>
</file>

<file path=ppt/ink/ink2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5:43.4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79 16 1760 0 0,'-17'5'4797'0'0,"11"-3"-3308"0"0,1-1 1 0 0,-1 1-1 0 0,0 1 1 0 0,-10 5 985 0 0,14-7-1651 0 0,-19 5 2389 0 0,139-25-2108 0 0,-51 5-2714 0 0,2 5-7844 0 0,-50 7 2787 0 0</inkml:trace>
</inkml:ink>
</file>

<file path=ppt/ink/ink2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5:43.6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171 0 2996 0 0,'-163'91'16852'0'0,"163"-91"-16807"0"0,-1 0 0 0 0,1 1 0 0 0,-1-1 0 0 0,1 0 0 0 0,0 0 0 0 0,-1 1 0 0 0,1-1 0 0 0,-1 0 0 0 0,1 1-1 0 0,-1-1 1 0 0,1 1 0 0 0,0-1 0 0 0,-1 0 0 0 0,1 1 0 0 0,0-1 0 0 0,0 1 0 0 0,-1-1 0 0 0,1 1 0 0 0,0-1-1 0 0,0 1 1 0 0,0-1 0 0 0,0 1 0 0 0,-1-1 0 0 0,1 1 0 0 0,1 0-29 0 0,-1-1 1 0 0,0 1-1 0 0,1-1 0 0 0,-1 0 0 0 0,1 1 1 0 0,-1-1-1 0 0,1 1 0 0 0,-1-1 1 0 0,1 0-1 0 0,-1 0 0 0 0,1 1 1 0 0,-1-1-1 0 0,1 0 0 0 0,0 0 1 0 0,-1 0-1 0 0,1 0 0 0 0,-1 0 0 0 0,1 1 1 0 0,0-1-1 0 0,-1 0 0 0 0,1 0 1 0 0,-1 0-1 0 0,1-1 0 0 0,0 1 1 0 0,43-2-852 0 0,82-14 1 0 0,46-20-6690 0 0,-121 23 3468 0 0,6-1-1670 0 0</inkml:trace>
</inkml:ink>
</file>

<file path=ppt/ink/ink2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5:44.3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290 286 816 0 0,'20'-93'15750'0'0,"-62"251"-10540"0"0,-44 79-2810 0 0,61-171-1853 0 0,-36 80 280 0 0,-11 32-81 0 0,54-145-429 0 0,18-32-316 0 0,0-1 1 0 0,0 0 0 0 0,0 0 0 0 0,0 0 0 0 0,0 0 0 0 0,0 1 0 0 0,0-1 0 0 0,0 0 0 0 0,0 0 0 0 0,0 0 0 0 0,0 0 0 0 0,0 1-1 0 0,-1-1 1 0 0,1 0 0 0 0,0 0 0 0 0,0 0 0 0 0,0 0 0 0 0,0 0 0 0 0,0 0 0 0 0,0 1 0 0 0,-1-1 0 0 0,1 0 0 0 0,0 0 0 0 0,0 0-1 0 0,0 0 1 0 0,0 0 0 0 0,0 0 0 0 0,-1 0 0 0 0,1 0 0 0 0,0 0 0 0 0,0 0 0 0 0,0 0 0 0 0,0 0 0 0 0,-1 0 0 0 0,1 0 0 0 0,0 0-1 0 0,0 0 1 0 0,0 0 0 0 0,0 0 0 0 0,-1 0 0 0 0,1 0 0 0 0,0 0 0 0 0,0 0 0 0 0,0 0 0 0 0,-1 0 0 0 0,5-19-79 0 0,13-31 30 0 0,42-84 0 0 0,-29 70 4 0 0,139-280-108 0 0,-120 256-28 0 0,109-146 0 0 0,-153 229 178 0 0,1-5-31 0 0,1 1 1 0 0,1 0 0 0 0,0 1 0 0 0,0-1-1 0 0,0 2 1 0 0,19-14 0 0 0,-26 21 32 0 0,0-1 0 0 0,0 1 1 0 0,0-1-1 0 0,0 1 0 0 0,0 0 1 0 0,0-1-1 0 0,0 1 0 0 0,0 0 1 0 0,0 0-1 0 0,0 0 0 0 0,0 0 1 0 0,0 0-1 0 0,0 0 0 0 0,2 0 1 0 0,0 1 4 0 0,3 1 22 0 0,0 4-14 0 0,-1 0-1 0 0,0 1 1 0 0,-1 0-1 0 0,1 0 0 0 0,-1 0 1 0 0,0 0-1 0 0,-1 1 0 0 0,0-1 1 0 0,0 1-1 0 0,-1 0 1 0 0,0 0-1 0 0,0 0 0 0 0,1 8 1 0 0,1 18 224 0 0,0 62 0 0 0,-10 30 113 0 0,-35 196 1 0 0,32-263-345 0 0,6-38-154 0 0,-10 70-850 0 0,10-34-6626 0 0</inkml:trace>
</inkml:ink>
</file>

<file path=ppt/ink/ink2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5:44.5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150 131 2788 0 0,'-30'-8'3217'0'0,"-76"-18"9008"0"0,103 26-11749 0 0,-7-4 978 0 0,244-27-1021 0 0,-79-2-6447 0 0,-106 14-464 0 0,-26 9 781 0 0</inkml:trace>
</inkml:ink>
</file>

<file path=ppt/ink/ink2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5:44.8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12 155 2248 0 0,'-6'-25'10286'0'0,"1"5"-5432"0"0,6 10-3428 0 0,20 0-955 0 0,-1 0 0 0 0,1 2 0 0 0,1 0 1 0 0,37-7-1 0 0,3-2-3550 0 0,-2-5-6947 0 0,-41 13 4365 0 0</inkml:trace>
</inkml:ink>
</file>

<file path=ppt/ink/ink2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5:45.1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104 57 284 0 0,'1'-3'2744'0'0,"7"-26"4144"0"0,-6 5 2986 0 0,4 49-6710 0 0,-7 4-2316 0 0,-1 0 1 0 0,-2 0-1 0 0,-9 41 0 0 0,-33 82-382 0 0,20-69-3447 0 0,4 0-3464 0 0,15-56-1453 0 0</inkml:trace>
</inkml:ink>
</file>

<file path=ppt/ink/ink2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5:45.4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459 101 616 0 0,'9'-18'3001'0'0,"-2"3"-241"0"0,1 0-1 0 0,0 1 1 0 0,11-14 0 0 0,-18 27-2608 0 0,0 0-1 0 0,-1 0 1 0 0,1 0-1 0 0,0 0 1 0 0,1 0 0 0 0,-1 1-1 0 0,0-1 1 0 0,0 0 0 0 0,0 1-1 0 0,0-1 1 0 0,1 1-1 0 0,-1-1 1 0 0,0 1 0 0 0,0 0-1 0 0,1-1 1 0 0,-1 1-1 0 0,0 0 1 0 0,0 0 0 0 0,1 0-1 0 0,-1 0 1 0 0,0 0 0 0 0,1 0-1 0 0,2 1 1 0 0,-1 0 54 0 0,0 0 1 0 0,0 0-1 0 0,0 0 0 0 0,0 0 1 0 0,0 1-1 0 0,0-1 1 0 0,0 1-1 0 0,3 2 1 0 0,8 8 479 0 0,0 1 1 0 0,-1 1 0 0 0,0 0 0 0 0,-1 0 0 0 0,-1 1 0 0 0,0 1 0 0 0,-1 0 0 0 0,14 32 0 0 0,-6-6 185 0 0,-2 0-1 0 0,16 70 1 0 0,-20-53-572 0 0,-3 0 0 0 0,-2 0 0 0 0,-3 1 0 0 0,-3 0 0 0 0,-10 108 0 0 0,-5-73-105 0 0,-3 0-1 0 0,-56 172 1 0 0,48-196-636 0 0,-4-1 0 0 0,-2-2 0 0 0,-3-1 1 0 0,-60 87-1 0 0,57-103-1429 0 0,-1-1-1 0 0,-3-2 0 0 0,-2-2 1 0 0,-2-2-1 0 0,-81 63 1 0 0,57-62-4177 0 0,3-14-3409 0 0</inkml:trace>
</inkml:ink>
</file>

<file path=ppt/ink/ink2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5:45.7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1013 76 2276 0 0,'-1'-8'1082'0'0,"0"0"-1"0"0,0 1 1 0 0,-4-14-1 0 0,4 19-815 0 0,0 0-1 0 0,0-1 1 0 0,0 1-1 0 0,0 0 0 0 0,0 0 1 0 0,0 0-1 0 0,-1 0 1 0 0,1 0-1 0 0,-1 1 0 0 0,1-1 1 0 0,-1 0-1 0 0,0 1 1 0 0,0-1-1 0 0,0 1 1 0 0,1-1-1 0 0,-4 0 0 0 0,-1 2 769 0 0,-5 3-657 0 0,0 1 0 0 0,1 0-1 0 0,0 1 1 0 0,0 0 0 0 0,0 1 0 0 0,0 0 0 0 0,1 0 0 0 0,0 1 0 0 0,-14 14 0 0 0,-73 83 1435 0 0,80-86-1509 0 0,-68 86 1840 0 0,-100 162 0 0 0,-37 134 1023 0 0,64-26-1298 0 0,131-296-1486 0 0,4 2 0 0 0,-23 152 0 0 0,41-192-316 0 0,2 0 0 0 0,1 0 0 0 0,2 0-1 0 0,2 0 1 0 0,1 0 0 0 0,3 0 0 0 0,1 0 0 0 0,15 43 0 0 0,-14-56-156 0 0,2 0 1 0 0,1-1 0 0 0,1 0-1 0 0,1 0 1 0 0,1-2-1 0 0,1 0 1 0 0,2-1 0 0 0,0 0-1 0 0,1-2 1 0 0,1 0-1 0 0,45 35 1 0 0,-28-31-539 0 0,0-2 0 0 0,2-1 0 0 0,0-2 0 0 0,1-2 0 0 0,1-1 0 0 0,1-3 0 0 0,45 10-1 0 0,-3-6-3281 0 0,0-3-1 0 0,144 4 0 0 0,-85-15-4946 0 0</inkml:trace>
</inkml:ink>
</file>

<file path=ppt/ink/ink2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5:46.9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216 101 1736 0 0,'51'-52'7777'0'0,"-6"5"-5164"0"0,-43 46-2316 0 0,-1 1-270 0 0,-1 0 0 0 0,1 0 0 0 0,0 1 0 0 0,-1-1 0 0 0,1 0-1 0 0,-1 1 1 0 0,1-1 0 0 0,0 0 0 0 0,-1 1 0 0 0,1-1 0 0 0,-1 1 0 0 0,1-1 0 0 0,-1 1 0 0 0,1-1-1 0 0,-1 1 1 0 0,0 0 0 0 0,1-1 0 0 0,-1 1 0 0 0,0-1 0 0 0,1 1 0 0 0,-1 0 0 0 0,0-1 0 0 0,0 1-1 0 0,0 0 1 0 0,1 0 0 0 0,-1-1 0 0 0,0 1 0 0 0,0 0 0 0 0,0-1 0 0 0,0 1 0 0 0,0 1 0 0 0,-1 24 471 0 0,-9 29 129 0 0,-2-2-1 0 0,-2 0 1 0 0,-30 72 0 0 0,19-53-373 0 0,-51 139 172 0 0,-2 7-2501 0 0,30-72-4468 0 0,30-88 596 0 0</inkml:trace>
</inkml:ink>
</file>

<file path=ppt/ink/ink2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5:55.0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28 1772 0 0,'65'-11'5508'0'0,"-1"-1"-4237"0"0,-62 11-1415 0 0,14-2-989 0 0,-13 3-109 0 0</inkml:trace>
</inkml:ink>
</file>

<file path=ppt/ink/ink2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5:56.1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20 360 592 0 0,'-6'-12'4246'0'0,"4"4"-3754"0"0,2 4 295 0 0,-1 0 1 0 0,0 1 0 0 0,0-1 0 0 0,0 0 0 0 0,-1 0 0 0 0,-3-7 1040 0 0,22 26-339 0 0,-6-8-1265 0 0,0-1-1 0 0,0 0 1 0 0,1-1 0 0 0,0 0 0 0 0,-1-1 0 0 0,1 0-1 0 0,1-1 1 0 0,-1 0 0 0 0,1-1 0 0 0,15 0 0 0 0,21 0 155 0 0,66-6 1 0 0,-81 2-235 0 0,423-41 672 0 0,3-20-485 0 0,-101 13-169 0 0,714-66 238 0 0,1149 25 0 0 0,-258 143-195 0 0,1 55-123 0 0,-687-34-250 0 0,-908-52-9 0 0,915 29-1982 0 0,-949-65 83 0 0,-322 13 1589 0 0,0 0 1 0 0,0-1-1 0 0,-1-1 1 0 0,1 0-1 0 0,-1 0 1 0 0,23-12-1 0 0,-35 15 406 0 0,-1 1 0 0 0,0-1-1 0 0,1 1 1 0 0,-1-1 0 0 0,0 1-1 0 0,0-1 1 0 0,0 1 0 0 0,1-1-1 0 0,-1 1 1 0 0,0-1-1 0 0,0 1 1 0 0,0-1 0 0 0,0 1-1 0 0,0-1 1 0 0,0 0 0 0 0,0 1-1 0 0,0-1 1 0 0,0 1 0 0 0,0-1-1 0 0,0 1 1 0 0,0-1 0 0 0,-1 1-1 0 0,1-1 1 0 0,0 1 0 0 0,0-1-1 0 0,-1 1 1 0 0,1-1-1 0 0,-1 0 1 0 0,-11-8-2683 0 0,-8 0-908 0 0</inkml:trace>
</inkml:ink>
</file>

<file path=ppt/ink/ink2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5:56.8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819 334 380 0 0,'-128'8'4880'0'0,"-109"12"-274"0"0,-152 74-1807 0 0,381-91-2763 0 0,0 0 1 0 0,0 1-1 0 0,0 0 0 0 0,1 0 0 0 0,0 1 0 0 0,-10 6 1 0 0,16-9 94 0 0,1-1-97 0 0,0 0 0 0 0,0 0 1 0 0,0 0-1 0 0,1 0 0 0 0,-1 0 1 0 0,0-1-1 0 0,1 1 0 0 0,-1 0 0 0 0,0 0 1 0 0,1 0-1 0 0,-1 0 0 0 0,1 0 0 0 0,-1 0 1 0 0,1-1-1 0 0,0 1 0 0 0,-1 0 1 0 0,1-1-1 0 0,0 1 0 0 0,0 0 0 0 0,-1-1 1 0 0,1 1-1 0 0,0-1 0 0 0,0 1 0 0 0,0-1 1 0 0,0 1-1 0 0,0-1 0 0 0,0 0 1 0 0,0 1-1 0 0,0-1 0 0 0,-1 0 0 0 0,1 0 1 0 0,0 0-1 0 0,0 0 0 0 0,2 0 0 0 0,6 1 58 0 0,-1-1-1 0 0,1-1 1 0 0,10-1-1 0 0,-11 1-34 0 0,323-63 812 0 0,-173 28-627 0 0,697-122 520 0 0,1338-75-1 0 0,339 215-65 0 0,-438 148-387 0 0,-26 78-145 0 0,-1962-196-156 0 0,523 49 1 0 0,-592-58-32 0 0,0-3-1 0 0,41-4 1 0 0,-76 4-9 0 0,-1 0 1 0 0,0 0 0 0 0,0 0-1 0 0,0 0 1 0 0,1-1-1 0 0,-1 1 1 0 0,0 0 0 0 0,0-1-1 0 0,0 1 1 0 0,0-1 0 0 0,0 1-1 0 0,0-1 1 0 0,0 0 0 0 0,0 1-1 0 0,0-1 1 0 0,0 0-1 0 0,0 0 1 0 0,1-1 0 0 0,-2 2 6 0 0,0-1 1 0 0,0 1 0 0 0,0-1-1 0 0,0 1 1 0 0,0-1 0 0 0,0 1 0 0 0,0-1-1 0 0,0 1 1 0 0,0-1 0 0 0,0 1-1 0 0,0-1 1 0 0,0 1 0 0 0,0-1-1 0 0,0 1 1 0 0,0-1 0 0 0,0 1 0 0 0,-1 0-1 0 0,1-1 1 0 0,0 1 0 0 0,0-1-1 0 0,-1 1 1 0 0,1-1 0 0 0,0 1-1 0 0,-1 0 1 0 0,1-1 0 0 0,0 1 0 0 0,-1 0-1 0 0,1-1 1 0 0,-1 1 0 0 0,1 0-1 0 0,0 0 1 0 0,-1-1 0 0 0,1 1-1 0 0,-1 0 1 0 0,0 0 0 0 0,-12-6-389 0 0,-1 1 1 0 0,0 0-1 0 0,0 2 1 0 0,0-1-1 0 0,0 2 1 0 0,-19-2 0 0 0,8 1-171 0 0,-182-20-4280 0 0,148 17 2484 0 0,-22-1-1456 0 0</inkml:trace>
</inkml:ink>
</file>

<file path=ppt/ink/ink2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6:03.9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47 103 2892 0 0,'-3'-17'2584'0'0,"-1"1"-1"0"0,0-1 0 0 0,-1 1 0 0 0,-8-20 763 0 0,10 37-3656 0 0,2 0 152 0 0,0 0 0 0 0,0 0 0 0 0,0 0 0 0 0,0 0-1 0 0,0 0 1 0 0,1 0 0 0 0,-1 0 0 0 0,0 0 0 0 0,0 0-1 0 0,1 0 1 0 0,-1 1 0 0 0,0-1 0 0 0,1 0 0 0 0,0 0-1 0 0,-1 1 1 0 0,1-1 0 0 0,-1 3 0 0 0,-1 19-5661 0 0,2-8 628 0 0</inkml:trace>
</inkml:ink>
</file>

<file path=ppt/ink/ink2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6:03.7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207 32 808 0 0,'-9'-20'9465'0'0,"2"10"-7101"0"0,7 10-2266 0 0,0 0 1 0 0,-1-1-1 0 0,1 1 0 0 0,0 0 0 0 0,0 0 1 0 0,-1 0-1 0 0,1 0 0 0 0,0 0 1 0 0,-1 0-1 0 0,1 0 0 0 0,0 0 1 0 0,0 0-1 0 0,-1 0 0 0 0,1 0 1 0 0,0 0-1 0 0,0 0 0 0 0,-1 0 0 0 0,1 0 1 0 0,0 0-1 0 0,-1 0 0 0 0,1 0 1 0 0,0 0-1 0 0,0 0 0 0 0,-1 1 1 0 0,-7 14 953 0 0,-31 120 1784 0 0,-64 245-10 0 0,93-336-2829 0 0,-13 78-28 0 0,23-118-319 0 0,5-6-1933 0 0,-4 1 2097 0 0,0 1 1 0 0,0-1-1 0 0,0 0 0 0 0,0 1 0 0 0,0-1 0 0 0,0 0 0 0 0,0 0 0 0 0,0 0 0 0 0,-1 1 0 0 0,1-1 1 0 0,0 0-1 0 0,0 0 0 0 0,-1 0 0 0 0,1 0 0 0 0,-1 0 0 0 0,1-2 0 0 0,12-29-4558 0 0,-11 25 2632 0 0,6-19-4610 0 0</inkml:trace>
</inkml:ink>
</file>

<file path=ppt/ink/ink2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6:04.1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 0 3076 0 0,'-19'54'17671'0'0,"9"-41"-17111"0"0</inkml:trace>
</inkml:ink>
</file>

<file path=ppt/ink/ink2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6:04.7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243 112 36 0 0,'-13'-14'14492'0'0,"13"14"-14330"0"0,0 0 1 0 0,-1-1 0 0 0,1 1-1 0 0,-1 0 1 0 0,1 0 0 0 0,-1 0-1 0 0,1 0 1 0 0,0 0 0 0 0,-1 0-1 0 0,1 0 1 0 0,-1 0-1 0 0,1 0 1 0 0,0 0 0 0 0,-1 0-1 0 0,1 0 1 0 0,-1 0 0 0 0,1 0-1 0 0,-1 0 1 0 0,1 1 0 0 0,0-1-1 0 0,-1 0 1 0 0,0 1 0 0 0,-5 13 1977 0 0,6-10-1973 0 0,-1 1 1 0 0,1-1-1 0 0,0 0 0 0 0,0 0 1 0 0,1 0-1 0 0,0 6 1 0 0,0-8-138 0 0,-1 0-1 0 0,1 0 1 0 0,0 0 0 0 0,0 0 0 0 0,-1 0 0 0 0,1 0 0 0 0,1 0 0 0 0,-1 0 0 0 0,0-1 0 0 0,0 1-1 0 0,1 0 1 0 0,-1-1 0 0 0,1 1 0 0 0,-1-1 0 0 0,1 0 0 0 0,-1 1 0 0 0,1-1 0 0 0,0 0 0 0 0,0 0 0 0 0,0 0-1 0 0,0 0 1 0 0,0 0 0 0 0,0-1 0 0 0,0 1 0 0 0,0-1 0 0 0,0 1 0 0 0,0-1 0 0 0,0 0 0 0 0,0 1 0 0 0,4-1-1 0 0,1-1-16 0 0,0 1-1 0 0,0-1 1 0 0,-1 0-1 0 0,1-1 1 0 0,0 1-1 0 0,0-1 0 0 0,-1-1 1 0 0,0 1-1 0 0,1-1 1 0 0,-1 0-1 0 0,0-1 1 0 0,0 1-1 0 0,0-1 0 0 0,-1 0 1 0 0,0-1-1 0 0,1 1 1 0 0,-1-1-1 0 0,-1 0 1 0 0,1-1-1 0 0,-1 1 0 0 0,0-1 1 0 0,0 1-1 0 0,-1-1 1 0 0,1 0-1 0 0,-1-1 1 0 0,-1 1-1 0 0,4-12 0 0 0,-5 16-14 0 0,-1-1-1 0 0,1 1 1 0 0,-1 0-1 0 0,0-1 1 0 0,0 1-1 0 0,0 0 1 0 0,0-1-1 0 0,0 1 1 0 0,-1-1-1 0 0,1 1 1 0 0,-1 0-1 0 0,0-1 1 0 0,1 1-1 0 0,-1 0 1 0 0,0 0-1 0 0,0 0 1 0 0,-1-1-1 0 0,1 1 0 0 0,0 0 1 0 0,-1 1-1 0 0,1-1 1 0 0,-1 0-1 0 0,1 0 1 0 0,-1 1-1 0 0,0-1 1 0 0,0 1-1 0 0,0-1 1 0 0,0 1-1 0 0,0 0 1 0 0,0-1-1 0 0,0 1 1 0 0,-4-1-1 0 0,3 1 0 0 0,1 1 1 0 0,-1-1-1 0 0,0 1 1 0 0,1 0-1 0 0,-1 0 0 0 0,0 0 1 0 0,1 0-1 0 0,-1 0 0 0 0,0 0 1 0 0,1 1-1 0 0,-1-1 1 0 0,0 1-1 0 0,1 0 0 0 0,-1 0 1 0 0,-3 1-1 0 0,-36 22 7 0 0,33-18-12 0 0,-16 11 10 0 0,1 2 0 0 0,0 0 0 0 0,2 2 0 0 0,0 0 0 0 0,1 2 0 0 0,1 0 0 0 0,1 1 0 0 0,2 1 0 0 0,0 1 0 0 0,2 1 0 0 0,1 0-1 0 0,-16 40 1 0 0,27-58 61 0 0,0 1 0 0 0,1-1 0 0 0,0 0 0 0 0,0 0 0 0 0,1 1 0 0 0,0-1 0 0 0,1 14 0 0 0,0-20-28 0 0,0 0-1 0 0,1 0 0 0 0,-1 0 1 0 0,1 0-1 0 0,0-1 0 0 0,-1 1 0 0 0,1 0 1 0 0,1 0-1 0 0,-1-1 0 0 0,0 1 1 0 0,0-1-1 0 0,1 1 0 0 0,0-1 1 0 0,-1 0-1 0 0,1 0 0 0 0,0 1 1 0 0,0-1-1 0 0,0 0 0 0 0,0-1 0 0 0,1 1 1 0 0,-1 0-1 0 0,1-1 0 0 0,-1 1 1 0 0,1-1-1 0 0,-1 0 0 0 0,1 0 1 0 0,0 0-1 0 0,3 1 0 0 0,2 0-11 0 0,0-1 0 0 0,1 0 0 0 0,-1 0 0 0 0,1-1-1 0 0,-1 0 1 0 0,1-1 0 0 0,-1 0 0 0 0,1 0 0 0 0,12-4-1 0 0,10-4 35 0 0,35-16 0 0 0,-34 12 1 0 0,12-8-446 0 0,-18 5-4192 0 0</inkml:trace>
</inkml:ink>
</file>

<file path=ppt/ink/ink2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6:04.9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66 1480 0 0,'3'-1'3005'0'0,"35"-25"8851"0"0,-3-5-6349 0 0,-34 30-5242 0 0,6-5 302 0 0</inkml:trace>
</inkml:ink>
</file>

<file path=ppt/ink/ink2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6:10.2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228 217 464 0 0,'10'-39'3236'0'0,"1"0"0"0"0,23-48 0 0 0,-23 59-1328 0 0,-8 22-1547 0 0,2-10 1413 0 0,-6 14-1085 0 0,-6 7-542 0 0,-2 5-79 0 0,0 1 0 0 0,1-1 0 0 0,0 2 0 0 0,1-1 1 0 0,-10 21-1 0 0,-3 4 6 0 0,-36 65 61 0 0,-55 138 1 0 0,100-214-119 0 0,2 0 1 0 0,0 1-1 0 0,2 1 1 0 0,-5 34-1 0 0,13-56-20 0 0,-1-3 4 0 0,1-1 0 0 0,0 0 0 0 0,0 1-1 0 0,0-1 1 0 0,0 0 0 0 0,0 0 0 0 0,0 1-1 0 0,0-1 1 0 0,0 0 0 0 0,0 0 0 0 0,1 0-1 0 0,-1 0 1 0 0,0 0 0 0 0,1-1-1 0 0,-1 1 1 0 0,1 0 0 0 0,-1-1 0 0 0,1 1-1 0 0,-1-1 1 0 0,1 1 0 0 0,-1-1 0 0 0,1 0-1 0 0,0 0 1 0 0,-1 1 0 0 0,1-1-1 0 0,-1 0 1 0 0,4-1 0 0 0,1 0 3 0 0,-1 0 0 0 0,1 0 0 0 0,-1-1 0 0 0,1 0 0 0 0,6-3 0 0 0,-6 2-3 0 0,57-25-10 0 0,84-51 0 0 0,-142 75 11 0 0,0 1 1 0 0,0-1-1 0 0,0-1 0 0 0,-1 1 1 0 0,0-1-1 0 0,0 0 1 0 0,6-9-1 0 0,-8 12 16 0 0,0-1 0 0 0,0 0 0 0 0,-1 0 0 0 0,1 0 0 0 0,-1-1 0 0 0,0 1 0 0 0,1 0 0 0 0,-2-1 0 0 0,1 1 0 0 0,0 0 0 0 0,-1-1 0 0 0,1 1 0 0 0,-1-1 0 0 0,0 1 0 0 0,0-1 0 0 0,0 1 0 0 0,-1-1 0 0 0,1 1 0 0 0,-1-1 0 0 0,0 1 0 0 0,0 0 0 0 0,0-1 0 0 0,-3-4 0 0 0,4 6 42 0 0,-1 0 95 0 0,1 2-128 0 0,-1-1 0 0 0,0 0 0 0 0,1 1 0 0 0,-1-1 0 0 0,0 1 0 0 0,1-1 0 0 0,-1 1-1 0 0,0-1 1 0 0,0 1 0 0 0,1-1 0 0 0,-1 1 0 0 0,0 0 0 0 0,-1-1 0 0 0,-1 2 37 0 0,1 1 0 0 0,-1-1 0 0 0,1 1 0 0 0,0-1 0 0 0,0 1 0 0 0,0 0 0 0 0,0 0-1 0 0,0 0 1 0 0,0 0 0 0 0,0 0 0 0 0,0 0 0 0 0,1 0 0 0 0,0 1 0 0 0,-1-1 0 0 0,1 1 0 0 0,-1 3 0 0 0,-17 49 953 0 0,15-39-669 0 0,-92 384 1330 0 0,76-306-1543 0 0,14-64-468 0 0,-14 68 335 0 0,10-35-7283 0 0</inkml:trace>
</inkml:ink>
</file>

<file path=ppt/ink/ink2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6:10.4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1 107 408 0 0,'24'-32'7372'0'0,"6"-8"2902"0"0,-13 12-6371 0 0,-12 22-4420 0 0,-5 14-1308 0 0,-5 15-2516 0 0,-3-9-742 0 0</inkml:trace>
</inkml:ink>
</file>

<file path=ppt/ink/ink2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6:05.6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235 78 408 0 0,'6'-16'5733'0'0,"-2"0"1"0"0,5-30-1 0 0,-48 291 1881 0 0,-50 123-3841 0 0,60-266-3166 0 0,-1-1-217 0 0,5 2 0 0 0,-14 113 0 0 0,38-204-441 0 0,0 0 0 0 0,0 1 0 0 0,3 23 0 0 0,-2-35-1 0 0,0 0 0 0 0,1-1 0 0 0,-1 1 0 0 0,0 0 0 0 0,0-1 0 0 0,1 1 0 0 0,-1-1-1 0 0,1 1 1 0 0,-1 0 0 0 0,0-1 0 0 0,1 1 0 0 0,-1-1 0 0 0,1 1 0 0 0,-1-1 0 0 0,1 1 0 0 0,-1-1 0 0 0,1 0 0 0 0,0 1 0 0 0,-1-1-1 0 0,1 1 1 0 0,-1-1 0 0 0,1 0 0 0 0,0 0 0 0 0,-1 1 0 0 0,1-1 0 0 0,0 0 0 0 0,0 0 0 0 0,-1 0 0 0 0,1 0 0 0 0,0 0 0 0 0,-1 0-1 0 0,2 0 1 0 0,0 0-172 0 0,1 0-1 0 0,-1-1 1 0 0,1 1-1 0 0,-1-1 1 0 0,0 1-1 0 0,0-1 1 0 0,1 0-1 0 0,2-1 0 0 0,12-9-1892 0 0,-1-1 0 0 0,0-1 0 0 0,-1 0 0 0 0,0-1 0 0 0,-1-1 0 0 0,21-27 0 0 0,-30 35 876 0 0,23-27-7123 0 0</inkml:trace>
</inkml:ink>
</file>

<file path=ppt/ink/ink2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6:06.3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162 299 2224 0 0,'-36'3'3121'0'0,"11"-2"376"0"0,0 1 1 0 0,-48 11-1 0 0,70-12-2817 0 0,3-1-662 0 0,0 0-1 0 0,1 1 1 0 0,-1-1 0 0 0,0 1-1 0 0,0-1 1 0 0,0 0 0 0 0,0 1-1 0 0,1-1 1 0 0,-1 1 0 0 0,0-1-1 0 0,0 0 1 0 0,0 1 0 0 0,1-1-1 0 0,-1 0 1 0 0,0 1 0 0 0,1-1-1 0 0,-1 0 1 0 0,0 1 0 0 0,1-1-1 0 0,-1 0 1 0 0,0 0 0 0 0,1 0-1 0 0,-1 1 1 0 0,1-1 0 0 0,-1 0-1 0 0,0 0 1 0 0,1 0 0 0 0,-1 0-1 0 0,1 0 1 0 0,-1 0 0 0 0,1 0-1 0 0,-1 0 1 0 0,0 0 0 0 0,2 0-1 0 0,15 0 102 0 0,-14-1-99 0 0,74-9 201 0 0,124-33 0 0 0,-143 29-183 0 0,10-2-100 0 0,-1-3-1 0 0,-1-2 1 0 0,-1-4-1 0 0,-1-2 0 0 0,61-37 1 0 0,-112 56 44 0 0,-1 0 0 0 0,0-1 1 0 0,-1-1-1 0 0,0 0 0 0 0,0-1 1 0 0,13-17-1 0 0,-23 26-9 0 0,-2 5-25 0 0,-100 237 905 0 0,67-153-294 0 0,-2 4 105 0 0,4 2 0 0 0,-31 151 1 0 0,44-156 37 0 0,19-85-564 0 0,7-12-117 0 0,0 0 0 0 0,-1-1 1 0 0,1 1-1 0 0,7-18 1 0 0,0 0-25 0 0,15-20-28 0 0,1 2-1 0 0,38-43 0 0 0,-47 64 6 0 0,1 1 0 0 0,1 0 0 0 0,1 2-1 0 0,50-34 1 0 0,-65 49 18 0 0,0 1 0 0 0,0 1 1 0 0,1-1-1 0 0,0 1 0 0 0,0 1 0 0 0,0 0 0 0 0,0 0 0 0 0,0 1 0 0 0,16-2 0 0 0,-22 4 10 0 0,0 0 0 0 0,0 0 0 0 0,-1 0 0 0 0,1 1 0 0 0,0-1 0 0 0,0 1 0 0 0,0 0 0 0 0,0 0 0 0 0,-1 0-1 0 0,1 1 1 0 0,0-1 0 0 0,-1 1 0 0 0,0 0 0 0 0,1 0 0 0 0,-1 0 0 0 0,0 1 0 0 0,0-1 0 0 0,0 1 0 0 0,0-1 0 0 0,0 1 0 0 0,-1 0-1 0 0,1 0 1 0 0,-1 0 0 0 0,0 1 0 0 0,0-1 0 0 0,0 0 0 0 0,0 1 0 0 0,1 4 0 0 0,0 1 81 0 0,0 1 1 0 0,0-1 0 0 0,-1 1-1 0 0,-1 0 1 0 0,1 0-1 0 0,-2 0 1 0 0,1 0-1 0 0,-2 0 1 0 0,-1 17-1 0 0,-4 9 259 0 0,-15 47-1 0 0,4-16-150 0 0,14-51-153 0 0,0-2 5 0 0,0-1 1 0 0,-1 23-1 0 0,4-34-42 0 0,0-1 0 0 0,0 0-1 0 0,1 0 1 0 0,-1 0 0 0 0,0 1-1 0 0,1-1 1 0 0,-1 0 0 0 0,0 0-1 0 0,1 0 1 0 0,0 0 0 0 0,-1 0-1 0 0,1 0 1 0 0,0 0 0 0 0,-1 0-1 0 0,1 0 1 0 0,0 0 0 0 0,0 0-1 0 0,0 0 1 0 0,0-1 0 0 0,0 1-1 0 0,0 0 1 0 0,0-1 0 0 0,0 1-1 0 0,0 0 1 0 0,0-1 0 0 0,0 0-1 0 0,0 1 1 0 0,1-1 0 0 0,-1 0-1 0 0,0 1 1 0 0,2-1 0 0 0,34 2-568 0 0,-37-2 561 0 0,53-7-3194 0 0,-1-2 1 0 0,65-19-1 0 0,-71 16-501 0 0,16-5-3197 0 0</inkml:trace>
</inkml:ink>
</file>

<file path=ppt/ink/ink2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6:15.6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343 127 2004 0 0,'0'0'3987'0'0,"-3"0"-3019"0"0,3 0-790 0 0,-1 0 0 0 0,0 0 0 0 0,0 0 0 0 0,0 0 0 0 0,0 0 0 0 0,0 0 0 0 0,0 0 0 0 0,1 0 0 0 0,-1 1 0 0 0,0-1 0 0 0,0 0 0 0 0,0 0 0 0 0,0 1 0 0 0,1-1 0 0 0,-1 1 0 0 0,0-1 0 0 0,0 1 0 0 0,1-1 0 0 0,-1 1 0 0 0,0-1 0 0 0,1 1 0 0 0,-1 0 0 0 0,0-1 0 0 0,1 1 0 0 0,-1 0 0 0 0,0 1 0 0 0,0 1 188 0 0,0 0 0 0 0,0 0 0 0 0,0-1 0 0 0,0 1 0 0 0,0 1 1 0 0,0-1-1 0 0,1 0 0 0 0,0 4 0 0 0,-1 0 40 0 0,1 1 0 0 0,1-1 0 0 0,-1 1 0 0 0,1-1 0 0 0,1 1 0 0 0,2 10 0 0 0,-3-18-389 0 0,-1 1 0 0 0,1 0 0 0 0,-1 0 1 0 0,1 0-1 0 0,0 0 0 0 0,-1 0 0 0 0,1-1 0 0 0,0 1 1 0 0,0 0-1 0 0,0-1 0 0 0,-1 1 0 0 0,1-1 1 0 0,0 1-1 0 0,0-1 0 0 0,0 1 0 0 0,0-1 0 0 0,0 1 1 0 0,0-1-1 0 0,0 0 0 0 0,0 0 0 0 0,0 1 1 0 0,0-1-1 0 0,0 0 0 0 0,0 0 0 0 0,0 0 0 0 0,0 0 1 0 0,0 0-1 0 0,0 0 0 0 0,0-1 0 0 0,2 1 1 0 0,29-10 70 0 0,-29 8-66 0 0,3 0-11 0 0,-1-1 0 0 0,0 0 1 0 0,0 0-1 0 0,-1-1 0 0 0,1 1 0 0 0,-1-1 1 0 0,1 0-1 0 0,-1 0 0 0 0,0-1 1 0 0,-1 1-1 0 0,1-1 0 0 0,-1 0 1 0 0,0 0-1 0 0,0 0 0 0 0,0 0 0 0 0,-1 0 1 0 0,0-1-1 0 0,2-5 0 0 0,-2 5-9 0 0,-1 1 0 0 0,1-1-1 0 0,-1 0 1 0 0,0 0 0 0 0,-1 1-1 0 0,1-1 1 0 0,-1 0 0 0 0,0 0-1 0 0,-1 0 1 0 0,1 1 0 0 0,-1-1-1 0 0,0 0 1 0 0,-1 0 0 0 0,1 1-1 0 0,-1-1 1 0 0,0 1 0 0 0,-4-8-1 0 0,3 10 0 0 0,1 0 0 0 0,-1 0 0 0 0,1 0 0 0 0,-1 1 0 0 0,0-1 0 0 0,0 1 0 0 0,0 0-1 0 0,0 0 1 0 0,0 0 0 0 0,0 0 0 0 0,-1 1 0 0 0,1-1 0 0 0,-1 1 0 0 0,1 0 0 0 0,-1 0 0 0 0,1 0-1 0 0,-1 0 1 0 0,0 1 0 0 0,1 0 0 0 0,-1-1 0 0 0,0 1 0 0 0,0 0 0 0 0,1 1 0 0 0,-8 1-1 0 0,-2 0 3 0 0,0 1 0 0 0,0 0 0 0 0,0 2 0 0 0,1-1 0 0 0,-20 11 0 0 0,11-3 4 0 0,1 1 1 0 0,1 0 0 0 0,1 2-1 0 0,0 0 1 0 0,0 2 0 0 0,2-1 0 0 0,0 2-1 0 0,1 0 1 0 0,0 1 0 0 0,2 1-1 0 0,0 0 1 0 0,2 0 0 0 0,0 1-1 0 0,-13 36 1 0 0,21-48 4 0 0,0 0-1 0 0,0 1 0 0 0,1-1 1 0 0,0 1-1 0 0,1 0 1 0 0,0 0-1 0 0,1 0 1 0 0,0-1-1 0 0,2 17 1 0 0,-2-22-7 0 0,1 0-1 0 0,0-1 1 0 0,0 0 0 0 0,0 1 0 0 0,1-1 0 0 0,-1 0-1 0 0,1 1 1 0 0,0-1 0 0 0,0 0 0 0 0,0 0 0 0 0,0 0-1 0 0,0-1 1 0 0,1 1 0 0 0,-1 0 0 0 0,1-1 0 0 0,0 0-1 0 0,-1 1 1 0 0,1-1 0 0 0,0 0 0 0 0,0 0 0 0 0,1-1-1 0 0,-1 1 1 0 0,0-1 0 0 0,1 0 0 0 0,-1 0 0 0 0,1 0-1 0 0,-1 0 1 0 0,7 1 0 0 0,16 0 20 0 0,-1 0-1 0 0,1-2 1 0 0,0 0-1 0 0,26-5 1 0 0,102-22-631 0 0,-132 23 360 0 0,131-32-2601 0 0,-52 6-3335 0 0,-40 9-855 0 0</inkml:trace>
</inkml:ink>
</file>

<file path=ppt/ink/ink2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6:15.9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97 36 1668 0 0,'47'-35'14135'0'0,"-47"35"-14092"0"0,1 0 0 0 0,-1 0 0 0 0,0 0 0 0 0,0 0 1 0 0,0 0-1 0 0,1 0 0 0 0,-1 0 0 0 0,0 0 0 0 0,0 0 0 0 0,0 1 0 0 0,1-1 0 0 0,-1 0 0 0 0,0 0 0 0 0,0 0 0 0 0,0 0 0 0 0,0 1 0 0 0,1-1 0 0 0,-1 0 1 0 0,0 0-1 0 0,0 0 0 0 0,0 1 0 0 0,0-1 0 0 0,0 0 0 0 0,0 0 0 0 0,0 0 0 0 0,0 1 0 0 0,1-1 0 0 0,-1 0 0 0 0,0 0 0 0 0,0 1 0 0 0,0-1 0 0 0,0 0 1 0 0,0 0-1 0 0,0 1 0 0 0,0-1 0 0 0,-1 0 0 0 0,1 0 0 0 0,0 1 0 0 0,-4 28 2479 0 0,-9 33 0 0 0,-30 77-12 0 0,5-20-1840 0 0,1 39-280 0 0,25-91-3422 0 0,14-54 691 0 0</inkml:trace>
</inkml:ink>
</file>

<file path=ppt/ink/ink2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6:16.1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19 149 1656 0 0,'-4'-46'4957'0'0,"-3"-57"3985"0"0,0 152-13471 0 0,7-35 964 0 0,1 2-1492 0 0</inkml:trace>
</inkml:ink>
</file>

<file path=ppt/ink/ink2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6:16.5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42 2920 0 0,'-2'-13'6257'0'0,"1"12"-6039"0"0,1 1 0 0 0,0-1-1 0 0,0 0 1 0 0,0 0 0 0 0,-1 1 0 0 0,1-1 0 0 0,0 0 0 0 0,0 0 0 0 0,0 1 0 0 0,0-1-1 0 0,0 0 1 0 0,1 0 0 0 0,-1 1 0 0 0,0-1 0 0 0,0 0 0 0 0,0 0 0 0 0,1 1-1 0 0,-1-1 1 0 0,0 0 0 0 0,1 1 0 0 0,0-2 0 0 0,-1 2-118 0 0,1 0 1 0 0,-1 0-1 0 0,1 0 1 0 0,-1 0-1 0 0,1 0 1 0 0,-1 0-1 0 0,1 0 1 0 0,-1 0-1 0 0,1 0 1 0 0,-1 0-1 0 0,1 0 1 0 0,-1 1-1 0 0,1-1 1 0 0,-1 0-1 0 0,1 0 1 0 0,-1 1-1 0 0,1-1 1 0 0,-1 0-1 0 0,1 0 1 0 0,-1 1-1 0 0,0-1 1 0 0,1 1-1 0 0,4 4 174 0 0,0-1 0 0 0,-1 1 0 0 0,1 0 1 0 0,3 7-1 0 0,0 2-37 0 0,-1 0-1 0 0,0 0 1 0 0,-1 1 0 0 0,-1-1 0 0 0,0 1 0 0 0,-1 1 0 0 0,-1-1 0 0 0,0 1 0 0 0,-1-1 0 0 0,0 28 0 0 0,-3 9 337 0 0,-15 94 0 0 0,13-126-427 0 0,-1-2 178 0 0,4-18-322 0 0,0 0 0 0 0,0 0 0 0 0,0 0-1 0 0,0 0 1 0 0,0 0 0 0 0,-1 0 0 0 0,1 0 0 0 0,0 0 0 0 0,0 0 0 0 0,0 0 0 0 0,0 0 0 0 0,0 0 0 0 0,0 0 0 0 0,0 0 0 0 0,0 0 0 0 0,0 0 0 0 0,0 0 0 0 0,0 0 0 0 0,0-1 0 0 0,0 1 0 0 0,0 0 0 0 0,0 0 0 0 0,0 0 0 0 0,0 0 0 0 0,-1 0 0 0 0,1 0 0 0 0,0 1 0 0 0,0-1 0 0 0,0 0 0 0 0,0 0 0 0 0,0 0 0 0 0,0 0 0 0 0,0 0 0 0 0,0 0 0 0 0,0 0 0 0 0,0 0 0 0 0,0 0 0 0 0,0 0 0 0 0,0 0-1 0 0,0 0 1 0 0,0 0 0 0 0,0 0 0 0 0,0 0 0 0 0,0 0 0 0 0,-1 0 0 0 0,1 0 0 0 0,0 0 0 0 0,0 0 0 0 0,0 0 0 0 0,0 0 0 0 0,0-2 3 0 0,0-1-1 0 0,0 0 1 0 0,0 0 0 0 0,1 0-1 0 0,-1 0 1 0 0,1 0-1 0 0,1-5 1 0 0,14-35-12 0 0,1 0-1 0 0,2 0 1 0 0,2 2-1 0 0,1 0 1 0 0,3 2 0 0 0,56-70-1 0 0,-75 101 6 0 0,1 1-1 0 0,0-1 0 0 0,1 1 1 0 0,-1 0-1 0 0,1 1 1 0 0,1 0-1 0 0,-1 0 0 0 0,1 1 1 0 0,0 0-1 0 0,1 0 0 0 0,-1 1 1 0 0,17-5-1 0 0,-24 8 2 0 0,0 1 0 0 0,0-1 1 0 0,1 1-1 0 0,-1-1 0 0 0,0 1 0 0 0,1-1 0 0 0,-1 1 0 0 0,0 0 1 0 0,1 0-1 0 0,-1 1 0 0 0,0-1 0 0 0,1 0 0 0 0,2 1 0 0 0,1 1 0 0 0,-2-1 0 0 0,-1 0-1 0 0,1 0 1 0 0,-1 0-1 0 0,0 0 1 0 0,0 1 0 0 0,0 0-1 0 0,0-1 1 0 0,0 1-1 0 0,0 0 1 0 0,0 0 0 0 0,0 0-1 0 0,-1 1 1 0 0,1-1-1 0 0,-1 1 1 0 0,0-1-1 0 0,1 1 1 0 0,-1 0 0 0 0,0 0-1 0 0,-1 0 1 0 0,1 0-1 0 0,-1 0 1 0 0,1 1 0 0 0,-1-1-1 0 0,1 4 1 0 0,3 8 12 0 0,-2 1 1 0 0,1-1-1 0 0,1 28 1 0 0,-5-40-14 0 0,3 73 41 0 0,-3-47-290 0 0,1-1 1 0 0,6 32-1 0 0,-6-52-289 0 0,1 0-1 0 0,0 0 1 0 0,0 0 0 0 0,1 0-1 0 0,0-1 1 0 0,1 0 0 0 0,-1 1-1 0 0,2-1 1 0 0,-1 0 0 0 0,1-1-1 0 0,10 13 1 0 0,-12-17-307 0 0,0 1-1 0 0,1 0 1 0 0,-1-1 0 0 0,1 1-1 0 0,0-1 1 0 0,0 0 0 0 0,5 2-1 0 0,7 1-4846 0 0</inkml:trace>
</inkml:ink>
</file>

<file path=ppt/ink/ink2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6:18.2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0 446 2664 0 0,'11'-47'4442'0'0,"-6"21"-331"0"0,15-44 1 0 0,-20 69-4035 0 0,1 1 0 0 0,-1-1 0 0 0,0 0 0 0 0,0 1 1 0 0,0-1-1 0 0,1 0 0 0 0,-1 1 0 0 0,0-1 0 0 0,1 1 0 0 0,-1-1 1 0 0,0 1-1 0 0,1-1 0 0 0,-1 1 0 0 0,1-1 0 0 0,-1 1 0 0 0,1-1 1 0 0,-1 1-1 0 0,1 0 0 0 0,0-1 0 0 0,-1 1 0 0 0,1 0 0 0 0,-1-1 1 0 0,1 1-1 0 0,0 0 0 0 0,-1 0 0 0 0,1 0 0 0 0,-1-1 0 0 0,2 1 1 0 0,-1 0-7 0 0,0 1 1 0 0,0-1 0 0 0,0 1 0 0 0,0-1 0 0 0,0 0-1 0 0,0 1 1 0 0,0 0 0 0 0,0-1 0 0 0,0 1 0 0 0,0 0 0 0 0,0-1-1 0 0,-1 1 1 0 0,1 0 0 0 0,1 1 0 0 0,3 4 236 0 0,-1 0-1 0 0,0 0 1 0 0,5 12 0 0 0,37 107 1545 0 0,-21-50-1490 0 0,9 24 10 0 0,-34-98-366 0 0,1 0 0 0 0,-1 0 0 0 0,1 0-1 0 0,-1 0 1 0 0,1 0 0 0 0,-1 0 0 0 0,1 0 0 0 0,0 0 0 0 0,-1 0 0 0 0,1 0 0 0 0,0 0-1 0 0,0 0 1 0 0,-1 0 0 0 0,1 0 0 0 0,0-1 0 0 0,0 1 0 0 0,0 0 0 0 0,0-1-1 0 0,0 1 1 0 0,0-1 0 0 0,1 1 0 0 0,-1-1 0 0 0,0 1 0 0 0,0-1 0 0 0,0 0-1 0 0,0 0 1 0 0,0 1 0 0 0,1-1 0 0 0,-1 0 0 0 0,0 0 0 0 0,0 0 0 0 0,0 0-1 0 0,1 0 1 0 0,-1-1 0 0 0,0 1 0 0 0,0 0 0 0 0,0 0 0 0 0,0-1 0 0 0,0 1-1 0 0,1-1 1 0 0,-1 1 0 0 0,0-1 0 0 0,0 0 0 0 0,1 0 0 0 0,4-3-3 0 0,0 0-1 0 0,-1 0 1 0 0,0-1 0 0 0,0 0 0 0 0,0 0 0 0 0,5-7-1 0 0,21-29 0 0 0,12-16-18 0 0,60-62 0 0 0,-99 114 11 0 0,1 0 0 0 0,0 1 0 0 0,0 0 0 0 0,0 0 0 0 0,1 1 1 0 0,-1-1-1 0 0,1 1 0 0 0,0 0 0 0 0,0 1 0 0 0,0-1 0 0 0,0 1 0 0 0,1 0 0 0 0,-1 1 0 0 0,1 0 0 0 0,-1 0 0 0 0,1 0 0 0 0,-1 1 0 0 0,1-1 1 0 0,-1 2-1 0 0,1-1 0 0 0,-1 1 0 0 0,1 0 0 0 0,-1 0 0 0 0,1 1 0 0 0,10 4 0 0 0,13 2 11 0 0,1-1-1 0 0,0-1 1 0 0,0-2 0 0 0,52 1-1 0 0,-75-5-5 0 0,-1 0-1 0 0,1 0 0 0 0,-1-1 0 0 0,1 0 0 0 0,-1-1 0 0 0,0 0 0 0 0,1 0 0 0 0,-1 0 0 0 0,0-1 1 0 0,0 0-1 0 0,0-1 0 0 0,6-4 0 0 0,-7 4-3 0 0,-1 0-1 0 0,0-1 1 0 0,0 1 0 0 0,-1-1 0 0 0,1-1-1 0 0,-1 1 1 0 0,0-1 0 0 0,-1 1 0 0 0,1-1-1 0 0,-1 0 1 0 0,0 0 0 0 0,-1-1 0 0 0,4-11-1 0 0,-4 13 2 0 0,0 0 0 0 0,-1-1 0 0 0,0 1 0 0 0,0-1 0 0 0,0 1 0 0 0,-1-1 0 0 0,1 1 0 0 0,-1-1 0 0 0,0 1 0 0 0,-1-1 0 0 0,0 1 0 0 0,0-1 0 0 0,0 1 0 0 0,0 0 0 0 0,-1-1 0 0 0,-3-7 0 0 0,4 12 0 0 0,0 0-1 0 0,0 0 1 0 0,0 0-1 0 0,0 0 1 0 0,0 0-1 0 0,-1 0 0 0 0,1 0 1 0 0,0 1-1 0 0,0-1 1 0 0,-1 0-1 0 0,1 1 1 0 0,0-1-1 0 0,-1 1 1 0 0,1 0-1 0 0,-1-1 0 0 0,1 1 1 0 0,-1 0-1 0 0,1 0 1 0 0,0 0-1 0 0,-1 0 1 0 0,1 0-1 0 0,-1 0 1 0 0,1 0-1 0 0,-1 0 0 0 0,-1 1 1 0 0,-3 0-4 0 0,1 1-1 0 0,-1-1 1 0 0,1 1 0 0 0,0 0 0 0 0,-7 4-1 0 0,-9 7 1 0 0,0 0 0 0 0,1 2 0 0 0,0 1-1 0 0,1 0 1 0 0,1 2 0 0 0,-21 25-1 0 0,15-12 16 0 0,1 0-1 0 0,1 2 0 0 0,-23 46 0 0 0,37-62-10 0 0,1 0 0 0 0,0 0 0 0 0,-4 19 0 0 0,10-30 6 0 0,-1 0 0 0 0,1 0-1 0 0,0 0 1 0 0,1 0 0 0 0,-1 1 0 0 0,1-1 0 0 0,0 0-1 0 0,1 0 1 0 0,0 0 0 0 0,0 1 0 0 0,0-1 0 0 0,3 9-1 0 0,-2-12 1 0 0,0 0 0 0 0,0 0 0 0 0,0 0 0 0 0,1 0 0 0 0,-1 0-1 0 0,1-1 1 0 0,0 1 0 0 0,-1-1 0 0 0,1 0 0 0 0,0 1 0 0 0,1-1-1 0 0,-1-1 1 0 0,0 1 0 0 0,0 0 0 0 0,1-1 0 0 0,-1 0 0 0 0,1 1-1 0 0,-1-1 1 0 0,1-1 0 0 0,0 1 0 0 0,-1 0 0 0 0,1-1 0 0 0,0 0-1 0 0,4 0 1 0 0,10 0 2 0 0,1-1-1 0 0,-1 0 0 0 0,25-6 0 0 0,-4-2-3 0 0,-1-1 0 0 0,-1-2 0 0 0,0-1 1 0 0,0-2-1 0 0,-2-2 0 0 0,0-1 0 0 0,0-1 0 0 0,41-33 0 0 0,-49 31-4 0 0,0-1 0 0 0,-2-1 0 0 0,0-1-1 0 0,-2-1 1 0 0,-1-1 0 0 0,-1-1 0 0 0,-1-1 0 0 0,-1-1 0 0 0,28-58-1 0 0,-40 70-1 0 0,-1-1 0 0 0,-1 1 0 0 0,6-26 0 0 0,-10 37 3 0 0,0 0 1 0 0,-1 0-1 0 0,1 0 0 0 0,-1 0 1 0 0,0 0-1 0 0,0 0 0 0 0,-1 0 1 0 0,0 0-1 0 0,0 0 1 0 0,0 0-1 0 0,-1 1 0 0 0,0-1 1 0 0,0 0-1 0 0,-3-7 0 0 0,3 11 0 0 0,1 1 0 0 0,0-1 0 0 0,0 0 0 0 0,-1 0 0 0 0,1 1 0 0 0,-1-1 0 0 0,0 1 0 0 0,1-1 0 0 0,-1 1 0 0 0,0 0 0 0 0,0-1 0 0 0,0 1 0 0 0,0 0 0 0 0,0 0 0 0 0,0 1 0 0 0,0-1 0 0 0,0 0 0 0 0,0 1 0 0 0,0-1 0 0 0,-1 1 0 0 0,1-1 0 0 0,0 1 0 0 0,0 0 0 0 0,-1 0 0 0 0,1 0 0 0 0,0 1 0 0 0,0-1 0 0 0,0 0 0 0 0,-1 1 0 0 0,1-1 0 0 0,0 1-1 0 0,0 0 1 0 0,0 0 0 0 0,0 0 0 0 0,0 0 0 0 0,0 0 0 0 0,0 0 0 0 0,0 0 0 0 0,1 1 0 0 0,-3 1 0 0 0,0 0-1 0 0,0 0-1 0 0,1 0 1 0 0,-1 1-1 0 0,1-1 1 0 0,-1 1-1 0 0,1 0 1 0 0,0 0-1 0 0,1 0 1 0 0,-1 1-1 0 0,1-1 1 0 0,-1 1-1 0 0,1-1 1 0 0,1 1-1 0 0,-1 0 1 0 0,1-1-1 0 0,0 1 1 0 0,-1 8-1 0 0,1-9 4 0 0,1 0 0 0 0,1 0 0 0 0,-1 1 1 0 0,1-1-1 0 0,-1 0 0 0 0,1 0 0 0 0,1-1 0 0 0,-1 1 0 0 0,0 0 0 0 0,1 0 0 0 0,0 0 0 0 0,0-1 1 0 0,0 1-1 0 0,0-1 0 0 0,0 0 0 0 0,1 1 0 0 0,0-1 0 0 0,-1 0 0 0 0,7 4 0 0 0,-3-3 2 0 0,0 0-1 0 0,-1-1 0 0 0,1 0 1 0 0,1-1-1 0 0,-1 1 0 0 0,0-1 1 0 0,1 0-1 0 0,-1-1 0 0 0,1 1 0 0 0,-1-1 1 0 0,12 0-1 0 0,4-2-1 0 0,-1 0-1 0 0,1-1 1 0 0,0-1-1 0 0,-1-1 1 0 0,0-1 0 0 0,0-1-1 0 0,0-1 1 0 0,-1-1-1 0 0,25-13 1 0 0,-18 8 8 0 0,1 5-17 0 0,-28 10 8 0 0,0-1 1 0 0,0 1 0 0 0,0 0-1 0 0,0 0 1 0 0,0-1-1 0 0,-1 1 1 0 0,1 0 0 0 0,0 0-1 0 0,-1-1 1 0 0,0 1-1 0 0,1 0 1 0 0,-1-1 0 0 0,0 1-1 0 0,0-1 1 0 0,0 1-1 0 0,0-1 1 0 0,0 1 0 0 0,0-1-1 0 0,0 0 1 0 0,0 1-1 0 0,-3 1 1 0 0,-1 3 0 0 0,-39 55 4 0 0,-55 86 55 0 0,83-121-36 0 0,2 0 1 0 0,1 1 0 0 0,-17 53-1 0 0,29-75-34 0 0,-3 4 28 0 0,2 1 1 0 0,-1 0-1 0 0,-1 20 0 0 0,4-29-13 0 0,1 0 0 0 0,-1 0 0 0 0,0 1 0 0 0,1-1 0 0 0,-1 0-1 0 0,1 0 1 0 0,-1 0 0 0 0,1 0 0 0 0,-1 1 0 0 0,1-1 0 0 0,0 0-1 0 0,-1 0 1 0 0,1 0 0 0 0,0-1 0 0 0,0 1 0 0 0,0 0 0 0 0,0 0-1 0 0,0 0 1 0 0,0 0 0 0 0,2 0 0 0 0,0 1-1 0 0,0-1 1 0 0,0 1 0 0 0,-1-1-1 0 0,1 0 1 0 0,0 0-1 0 0,0 0 1 0 0,4 0-1 0 0,9 0 11 0 0,0 0-1 0 0,0-1 1 0 0,0-1-1 0 0,0-1 1 0 0,-1-1-1 0 0,1 0 1 0 0,21-7-1 0 0,-7 0-19 0 0,-1-1 0 0 0,50-28 0 0 0,-46 20 5 0 0,0-3 0 0 0,-2 0 1 0 0,0-3-1 0 0,-2 0 0 0 0,37-41 0 0 0,-32 28-19 0 0,-3-2 0 0 0,-1-2 0 0 0,40-72 0 0 0,-45 72-24 0 0,-25 41 44 0 0,1 0 0 0 0,-1 1 0 0 0,0-1 0 0 0,1 1 0 0 0,-1-1 0 0 0,1 1 0 0 0,-1-1 0 0 0,1 0 0 0 0,-1 1 0 0 0,1 0 0 0 0,-1-1 0 0 0,1 1 0 0 0,-1-1 0 0 0,1 1 0 0 0,-1 0 0 0 0,1-1 0 0 0,0 1-1 0 0,-1 0 1 0 0,1 0 0 0 0,0-1 0 0 0,-1 1 0 0 0,1 0 0 0 0,0 0 0 0 0,-1 0 0 0 0,1 0 0 0 0,0 0 0 0 0,-1 0 0 0 0,1 0 0 0 0,0 0 0 0 0,-1 0 0 0 0,1 0 0 0 0,0 0 0 0 0,-1 1 0 0 0,1-1 0 0 0,0 0 0 0 0,-1 0 0 0 0,1 1 0 0 0,20 12 43 0 0,-7 6-29 0 0,0 0 1 0 0,-1 1-1 0 0,-1 1 0 0 0,17 41 0 0 0,-7-16 9 0 0,-12-27 162 0 0,-2 0 1 0 0,0 1 0 0 0,-1 0 0 0 0,-1 0-1 0 0,-1 1 1 0 0,4 27 0 0 0,-8-41-50 0 0,0 0 1 0 0,-1 0-1 0 0,0 0 1 0 0,0 1-1 0 0,-1-1 1 0 0,0 0 0 0 0,0 0-1 0 0,-1 0 1 0 0,0 0-1 0 0,0 0 1 0 0,0 0 0 0 0,-1 0-1 0 0,0-1 1 0 0,-1 1-1 0 0,1-1 1 0 0,-1 0-1 0 0,0 0 1 0 0,-1 0 0 0 0,1-1-1 0 0,-1 0 1 0 0,0 1-1 0 0,-6 3 1 0 0,0-1 31 0 0,-1 0 1 0 0,0-1-1 0 0,0-1 0 0 0,0 0 1 0 0,-1 0-1 0 0,1-1 1 0 0,-2-1-1 0 0,1 0 0 0 0,0-1 1 0 0,-1-1-1 0 0,1 0 1 0 0,-1 0-1 0 0,-22-1 0 0 0,35-1-167 0 0,0 0 0 0 0,1 0 0 0 0,-1 0 0 0 0,1 0 0 0 0,-1 0 0 0 0,1 0 0 0 0,-1 0 0 0 0,0 0 0 0 0,1 0 0 0 0,-1 0 0 0 0,1-1 0 0 0,-1 1 0 0 0,1 0 0 0 0,-1 0 0 0 0,1-1 0 0 0,-1 1 0 0 0,1 0 0 0 0,-1 0 0 0 0,1-1 0 0 0,-1 1 0 0 0,1-1 0 0 0,-1 1 1 0 0,4-10 40 0 0,16-7-32 0 0,14-1-41 0 0,1 2 1 0 0,50-17-1 0 0,-27 11-36 0 0,2-1-119 0 0,222-100-738 0 0,-248 106 802 0 0,-1-2 0 0 0,-1-1 0 0 0,-1-1 1 0 0,-1-1-1 0 0,-1-2 0 0 0,31-33 0 0 0,-55 53 107 0 0,-1 0 0 0 0,1 0 0 0 0,-1 0 0 0 0,0 0 0 0 0,0-1 0 0 0,0 1 0 0 0,-1-1 1 0 0,1 0-1 0 0,-1 0 0 0 0,0 0 0 0 0,0 0 0 0 0,-1 0 0 0 0,0 0 0 0 0,0 0 0 0 0,0-1 0 0 0,0-7 0 0 0,-1 12 13 0 0,0 0 0 0 0,-1 0 0 0 0,1 1 1 0 0,-1-1-1 0 0,1 0 0 0 0,0 1 0 0 0,-1-1 0 0 0,1 1 0 0 0,-1-1 1 0 0,0 1-1 0 0,1-1 0 0 0,-1 1 0 0 0,1-1 0 0 0,-1 1 0 0 0,0-1 0 0 0,1 1 1 0 0,-1 0-1 0 0,0-1 0 0 0,1 1 0 0 0,-1 0 0 0 0,0 0 0 0 0,0-1 1 0 0,1 1-1 0 0,-1 0 0 0 0,0 0 0 0 0,0 0 0 0 0,1 0 0 0 0,-1 0 1 0 0,0 0-1 0 0,0 0 0 0 0,0 0 0 0 0,1 0 0 0 0,-1 1 0 0 0,0-1 1 0 0,-1 0-1 0 0,-27 8 79 0 0,10 1-62 0 0,1 1 0 0 0,0 0 0 0 0,1 2 1 0 0,0 0-1 0 0,0 1 0 0 0,2 0 0 0 0,-1 2 0 0 0,2-1 1 0 0,-18 24-1 0 0,26-30-9 0 0,0 1 0 0 0,0-1 1 0 0,1 1-1 0 0,0 0 0 0 0,1 0 0 0 0,0 1 1 0 0,0-1-1 0 0,1 1 0 0 0,0 0 0 0 0,1 0 1 0 0,0 0-1 0 0,0 0 0 0 0,1 16 0 0 0,1-21 1 0 0,0 1 0 0 0,1-1 0 0 0,-1 0-1 0 0,1 0 1 0 0,0 1 0 0 0,1-1-1 0 0,0 0 1 0 0,-1 0 0 0 0,1 0-1 0 0,1 0 1 0 0,-1-1 0 0 0,1 1-1 0 0,0 0 1 0 0,0-1 0 0 0,0 0-1 0 0,1 0 1 0 0,-1 0 0 0 0,1 0-1 0 0,0-1 1 0 0,0 1 0 0 0,1-1-1 0 0,-1 0 1 0 0,0 0 0 0 0,1 0 0 0 0,0-1-1 0 0,0 0 1 0 0,6 3 0 0 0,9 1-352 0 0,-1-1 0 0 0,1 0 0 0 0,0-2 0 0 0,0 0 1 0 0,0-1-1 0 0,36-1 0 0 0,33-10-4327 0 0,-1-8-4056 0 0,-38 4-1339 0 0</inkml:trace>
</inkml:ink>
</file>

<file path=ppt/ink/ink2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6:19.3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394 434 2168 0 0,'6'-18'2375'0'0,"-1"0"-1"0"0,-1-1 1 0 0,0 1 0 0 0,0-24-1 0 0,-4 42-2316 0 0,0-1 0 0 0,0 1-1 0 0,0-1 1 0 0,0 1 0 0 0,0-1-1 0 0,0 1 1 0 0,0-1 0 0 0,0 1-1 0 0,0-1 1 0 0,-1 1 0 0 0,1-1 0 0 0,0 1-1 0 0,0-1 1 0 0,-1 1 0 0 0,1-1-1 0 0,0 1 1 0 0,-1 0 0 0 0,1-1-1 0 0,0 1 1 0 0,-1-1 0 0 0,1 1-1 0 0,-1 0 1 0 0,1-1 0 0 0,-1 1 0 0 0,1 0-1 0 0,-1 0 1 0 0,1-1 0 0 0,-1 1-1 0 0,1 0 1 0 0,-1 0 0 0 0,1 0-1 0 0,-1 0 1 0 0,1 0 0 0 0,-1-1-1 0 0,1 1 1 0 0,-1 0 0 0 0,1 0-1 0 0,-1 0 1 0 0,1 1 0 0 0,-1-1 0 0 0,0 0-1 0 0,-23 7 1023 0 0,1 7-495 0 0,1 0-1 0 0,0 1 0 0 0,1 2 1 0 0,1 0-1 0 0,-23 25 0 0 0,2 4 166 0 0,-41 59 0 0 0,62-77-503 0 0,-33 62 0 0 0,48-80-212 0 0,0 0 1 0 0,1 0-1 0 0,0 1 0 0 0,1-1 1 0 0,0 1-1 0 0,1 0 0 0 0,0 0 0 0 0,0 0 1 0 0,2 0-1 0 0,-1 17 0 0 0,2-25-24 0 0,-1-1 1 0 0,1 1-1 0 0,-1 0 0 0 0,1 0 0 0 0,0 0 1 0 0,0-1-1 0 0,0 1 0 0 0,0 0 0 0 0,1-1 1 0 0,-1 1-1 0 0,1-1 0 0 0,0 1 0 0 0,-1-1 1 0 0,1 0-1 0 0,0 0 0 0 0,3 3 0 0 0,-1-2 2 0 0,0-1-1 0 0,0 1 0 0 0,0-1 0 0 0,0 0 0 0 0,0 0 0 0 0,0-1 0 0 0,0 1 0 0 0,1-1 0 0 0,6 2 0 0 0,3-2 8 0 0,0 1 0 0 0,1-2-1 0 0,-1 0 1 0 0,0-1 0 0 0,23-3-1 0 0,-17 0-4 0 0,-1-1-1 0 0,0 0 0 0 0,0-1 1 0 0,-1-2-1 0 0,1 1 0 0 0,-2-2 1 0 0,1-1-1 0 0,-1 0 1 0 0,-1-1-1 0 0,0 0 0 0 0,0-2 1 0 0,22-22-1 0 0,-19 15-16 0 0,-2-1-1 0 0,0-1 1 0 0,-1 0 0 0 0,-2-1-1 0 0,0-1 1 0 0,-1 0-1 0 0,-2-1 1 0 0,14-42 0 0 0,-12 28-31 0 0,-3 0 0 0 0,-1-1 0 0 0,6-75 0 0 0,-15 114 29 0 0,1-1 1 0 0,-1 0-1 0 0,0 0 0 0 0,0 0 0 0 0,0 0 0 0 0,-1 0 1 0 0,1 0-1 0 0,0 1 0 0 0,-1-1 0 0 0,1 0 0 0 0,-1 0 1 0 0,1 0-1 0 0,-1 1 0 0 0,0-1 0 0 0,0 0 1 0 0,0 1-1 0 0,0-1 0 0 0,0 0 0 0 0,0 1 0 0 0,-2-2 1 0 0,1 2 3 0 0,1 1-1 0 0,0-1 1 0 0,-1 1 0 0 0,1 0 0 0 0,0 0 0 0 0,-1-1 0 0 0,1 1 0 0 0,0 0 0 0 0,-1 0 0 0 0,1 1 0 0 0,-1-1 0 0 0,1 0 0 0 0,0 0 0 0 0,-1 1 0 0 0,1-1 0 0 0,0 0 0 0 0,0 1 0 0 0,-1 0-1 0 0,1-1 1 0 0,0 1 0 0 0,0 0 0 0 0,0-1 0 0 0,-1 1 0 0 0,1 0 0 0 0,0 0 0 0 0,0 0 0 0 0,0 0 0 0 0,0 0 0 0 0,0 1 0 0 0,-12 12 4 0 0,0 0 1 0 0,1 1-1 0 0,1 0 0 0 0,1 1 1 0 0,0 0-1 0 0,1 1 0 0 0,1 0 1 0 0,0 0-1 0 0,1 1 0 0 0,-7 28 1 0 0,13-41-13 0 0,0 0 1 0 0,0 0 0 0 0,0 0-1 0 0,1 0 1 0 0,0 1-1 0 0,0-1 1 0 0,0 0 0 0 0,0 0-1 0 0,1 0 1 0 0,0 0-1 0 0,0 0 1 0 0,0 0 0 0 0,1 0-1 0 0,3 7 1 0 0,-3-9-61 0 0,0 0 0 0 0,1 1-1 0 0,-1-1 1 0 0,1 0 0 0 0,0 0 0 0 0,0-1 0 0 0,0 1 0 0 0,0-1-1 0 0,0 1 1 0 0,1-1 0 0 0,-1 0 0 0 0,1 0 0 0 0,-1-1 0 0 0,1 1-1 0 0,0-1 1 0 0,0 1 0 0 0,-1-1 0 0 0,1 0 0 0 0,5 0 0 0 0,4 1-145 0 0,0-1 0 0 0,0-1 0 0 0,1 0 1 0 0,-1-1-1 0 0,1 0 0 0 0,-1-1 0 0 0,0 0 0 0 0,16-6 1 0 0,-1-1-186 0 0,-1-1 0 0 0,46-23 0 0 0,-35 12 223 0 0,-1-2 0 0 0,-1-2 0 0 0,-1-1 0 0 0,-1-2 0 0 0,49-52 1 0 0,-40 31 146 0 0,-2-1 0 0 0,-2-2 0 0 0,36-65 0 0 0,-68 102 68 0 0,-4 10-24 0 0,0 0 0 0 0,0 0 0 0 0,0 0 0 0 0,1 0 0 0 0,0 0 0 0 0,5-5 0 0 0,-8 9 17 0 0,-2 18 92 0 0,-2 0 1 0 0,0 0-1 0 0,0 0 1 0 0,-2-1 0 0 0,-9 26-1 0 0,0-1 166 0 0,-126 378 2438 0 0,-23 74 232 0 0,37-25-1244 0 0,95-321-1381 0 0,-16 182 1 0 0,47-328-336 0 0,-3 29 98 0 0,1 0 0 0 0,2 0 1 0 0,3 38-1 0 0,-3-67-97 0 0,0 1 0 0 0,1-1 0 0 0,-1 1 0 0 0,0-1 0 0 0,0 0 0 0 0,1 1 0 0 0,-1-1 0 0 0,1 0 0 0 0,-1 1 0 0 0,1-1 0 0 0,-1 0 1 0 0,1 0-1 0 0,0 1 0 0 0,0-1 0 0 0,0 0 0 0 0,-1 0 0 0 0,1 0 0 0 0,0 0 0 0 0,0 0 0 0 0,1 0 0 0 0,-1 0 0 0 0,0-1 0 0 0,0 1 0 0 0,3 1 0 0 0,-3-2 3 0 0,1 1-1 0 0,0-1 1 0 0,0 0-1 0 0,0 0 1 0 0,0 0-1 0 0,0-1 1 0 0,0 1-1 0 0,0 0 1 0 0,0-1 0 0 0,0 1-1 0 0,0-1 1 0 0,0 0-1 0 0,-1 0 1 0 0,1 1-1 0 0,2-3 1 0 0,4-2 8 0 0,0 0 0 0 0,0-1 1 0 0,-1 0-1 0 0,0-1 0 0 0,0 1 0 0 0,6-9 1 0 0,-6 4-14 0 0,1 0 0 0 0,-2-1 0 0 0,0 0 0 0 0,0 0 0 0 0,-1 0 0 0 0,0-1 0 0 0,-1 0 0 0 0,-1 0 0 0 0,0 0 0 0 0,-1 0 0 0 0,1-20 1 0 0,-2 6-2 0 0,-1 1 0 0 0,-2-1 0 0 0,0 1 0 0 0,-13-49 0 0 0,10 55-2 0 0,-2-1 0 0 0,0 1 0 0 0,-2 0 0 0 0,0 1 1 0 0,-1 0-1 0 0,-1 0 0 0 0,-1 1 0 0 0,0 0 0 0 0,-2 1 0 0 0,0 1 1 0 0,0 0-1 0 0,-2 1 0 0 0,0 1 0 0 0,0 0 0 0 0,-21-12 1 0 0,-1 2-4 0 0,-1 2 0 0 0,-1 2 1 0 0,0 1-1 0 0,-2 2 1 0 0,0 2-1 0 0,-56-12 1 0 0,-10 4-320 0 0,-29-7-377 0 0,137 30 619 0 0,-1 0 0 0 0,0 0 0 0 0,1 0 0 0 0,-1-1 0 0 0,0 1 1 0 0,1 0-1 0 0,-1 0 0 0 0,1 0 0 0 0,-1 0 0 0 0,1-1 0 0 0,-1 1 0 0 0,1 0 0 0 0,-1-1 1 0 0,1 1-1 0 0,-1 0 0 0 0,1-1 0 0 0,-1 1 0 0 0,1-1 0 0 0,-1 1 0 0 0,1-1 0 0 0,0 1 1 0 0,-1 0-1 0 0,1-1 0 0 0,0 0 0 0 0,-1 1 0 0 0,1-1 0 0 0,0 1 0 0 0,-1-2 0 0 0,2 1-21 0 0,-1 1 1 0 0,0-1-1 0 0,1 0 0 0 0,-1 0 0 0 0,1 0 0 0 0,-1 1 0 0 0,1-1 0 0 0,-1 0 0 0 0,1 1 0 0 0,0-1 0 0 0,-1 0 0 0 0,1 1 0 0 0,0-1 0 0 0,-1 1 1 0 0,1-1-1 0 0,1 0 0 0 0,34-15-2689 0 0,75-25-8171 0 0,-76 30 4367 0 0</inkml:trace>
</inkml:ink>
</file>

<file path=ppt/ink/ink2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6:19.9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1 718 1260 0 0,'0'0'3694'0'0,"7"14"1073"0"0,-7-6-4279 0 0,0 0 0 0 0,1 0 0 0 0,-1-1 0 0 0,2 1 0 0 0,-1 0 0 0 0,1-1-1 0 0,0 1 1 0 0,0-1 0 0 0,1 0 0 0 0,0 1 0 0 0,1-1 0 0 0,5 9 0 0 0,-7-15-445 0 0,-1 0 0 0 0,0 0 0 0 0,1 0 0 0 0,0-1 0 0 0,-1 1 0 0 0,1 0 0 0 0,-1-1 0 0 0,1 1 0 0 0,0-1 0 0 0,-1 0 0 0 0,1 1 0 0 0,0-1 0 0 0,-1 0 0 0 0,1 0 0 0 0,0 0 0 0 0,-1 0 0 0 0,4-1 0 0 0,30-6 202 0 0,-34 7-234 0 0,16-5 32 0 0,-1-1 1 0 0,0-1 0 0 0,0 0-1 0 0,0-1 1 0 0,-1-1 0 0 0,-1 0-1 0 0,1-1 1 0 0,-1-1 0 0 0,-1 0 0 0 0,15-17-1 0 0,4-5-28 0 0,-3-3-1 0 0,43-63 1 0 0,-38 43-1 0 0,53-115 0 0 0,7-68 4 0 0,-72 180 14 0 0,-15 28-41 0 0,-7 31 9 0 0,0 0 0 0 0,0 0 0 0 0,1 0 0 0 0,-1 0 0 0 0,0 0 0 0 0,0 0 0 0 0,0 0 0 0 0,0 0 0 0 0,0 0 0 0 0,0 0 0 0 0,0-1 0 0 0,0 1 0 0 0,0 0 0 0 0,0 0 0 0 0,0 0 0 0 0,0 0 0 0 0,0 0 0 0 0,0 0-1 0 0,0 0 1 0 0,0 0 0 0 0,0 0 0 0 0,0-1 0 0 0,0 1 0 0 0,0 0 0 0 0,0 0 0 0 0,0 0 0 0 0,0 0 0 0 0,0 0 0 0 0,0 0 0 0 0,0 0 0 0 0,0 0 0 0 0,0 0 0 0 0,0-1 0 0 0,0 1 0 0 0,0 0 0 0 0,0 0 0 0 0,0 0 0 0 0,0 0 0 0 0,-1 0 0 0 0,1 0 0 0 0,0 0-1 0 0,0 0 1 0 0,0 0 0 0 0,0 0 0 0 0,0 0 0 0 0,0 0 0 0 0,0 0 0 0 0,0 0 0 0 0,0 0 0 0 0,0 0 0 0 0,0 0 0 0 0,-1-1 0 0 0,1 1 0 0 0,0 0 0 0 0,0 0 0 0 0,0 0 0 0 0,0 0 0 0 0,0 0 0 0 0,0 0 0 0 0,0 0 0 0 0,0 0 0 0 0,-1 0 0 0 0,1 1 0 0 0,0-1 0 0 0,0 0-1 0 0,0 0 1 0 0,-9 16 24 0 0,-23 60 1334 0 0,-22 85-1 0 0,8-20 227 0 0,26-86-1115 0 0,-44 128 540 0 0,55-148-825 0 0,0 0-1 0 0,3 0 0 0 0,-4 49 1 0 0,10-80-175 0 0,0 0-1 0 0,0 0 1 0 0,0-1 0 0 0,0 1-1 0 0,1 0 1 0 0,-1-1 0 0 0,1 1 0 0 0,0 0-1 0 0,0-1 1 0 0,1 1 0 0 0,-1-1-1 0 0,1 1 1 0 0,-1-1 0 0 0,1 0 0 0 0,0 0-1 0 0,5 6 1 0 0,-5-7-123 0 0,0-1 1 0 0,0 1-1 0 0,0-1 1 0 0,0 1-1 0 0,1-1 0 0 0,-1 0 1 0 0,1 0-1 0 0,-1 0 1 0 0,1 0-1 0 0,-1 0 0 0 0,1-1 1 0 0,0 1-1 0 0,-1-1 0 0 0,1 0 1 0 0,0 1-1 0 0,-1-1 1 0 0,1-1-1 0 0,0 1 0 0 0,-1 0 1 0 0,1 0-1 0 0,-1-1 1 0 0,1 0-1 0 0,0 1 0 0 0,3-3 1 0 0,9-3-1284 0 0,-1-1 1 0 0,0-1 0 0 0,0 0 0 0 0,0 0 0 0 0,-1-2-1 0 0,-1 1 1 0 0,1-2 0 0 0,14-16 0 0 0,2-3-5161 0 0</inkml:trace>
</inkml:ink>
</file>

<file path=ppt/ink/ink2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6:20.7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315 191 156 0 0,'-22'-3'1646'0'0,"0"2"1"0"0,0 1-1 0 0,0 1 1 0 0,-43 6-1 0 0,53-4-1171 0 0,-1-1 0 0 0,1 2 0 0 0,0 0 0 0 0,0 0-1 0 0,0 1 1 0 0,1 0 0 0 0,-1 1 0 0 0,1 1 0 0 0,-19 14 0 0 0,28-20-416 0 0,0 1 0 0 0,0-1 0 0 0,0 1 0 0 0,1-1-1 0 0,-1 1 1 0 0,1 0 0 0 0,-1 0 0 0 0,1 0 0 0 0,0 0 0 0 0,-1 0 0 0 0,1 0 0 0 0,0 0 0 0 0,0 0 0 0 0,1 0 0 0 0,-1 1 0 0 0,0-1 0 0 0,1 0 0 0 0,-1 0 0 0 0,1 1 0 0 0,0-1 0 0 0,0 0 0 0 0,0 1 0 0 0,0-1 0 0 0,0 0 0 0 0,1 3 0 0 0,0-2-26 0 0,0 0 1 0 0,1-1-1 0 0,-1 1 0 0 0,1 0 0 0 0,0-1 0 0 0,0 0 0 0 0,0 1 1 0 0,0-1-1 0 0,0 0 0 0 0,1 0 0 0 0,-1 0 0 0 0,0 0 0 0 0,1 0 0 0 0,0-1 1 0 0,-1 1-1 0 0,1-1 0 0 0,0 0 0 0 0,0 0 0 0 0,3 1 0 0 0,15 5 24 0 0,0-2-1 0 0,1 0 0 0 0,0-1 1 0 0,0-2-1 0 0,0 0 0 0 0,0-1 1 0 0,44-5-1 0 0,-3-4-5 0 0,93-23 1 0 0,-111 20-44 0 0,-1-3 0 0 0,-1-1 1 0 0,81-41-1 0 0,-95 40-4 0 0,-1-1 0 0 0,-1-2 0 0 0,0-1 0 0 0,-2-1 1 0 0,0-1-1 0 0,27-32 0 0 0,-47 49 0 0 0,43-58 58 0 0,-46 61-51 0 0,-5 4 25 0 0,-5 6 76 0 0,0 1 0 0 0,0 0-1 0 0,1 0 1 0 0,0 0 0 0 0,-7 14-1 0 0,-27 59 779 0 0,27-52-610 0 0,-30 69 988 0 0,-49 164 1 0 0,68-159-959 0 0,-5 11 228 0 0,28-103-297 0 0,11-24-202 0 0,10-23-55 0 0,3-5 14 0 0,39-55 0 0 0,-47 77-3 0 0,0 0 0 0 0,1 1 0 0 0,1 1 0 0 0,34-27 0 0 0,-45 39-2 0 0,1 0-1 0 0,-1 1 1 0 0,0 0 0 0 0,1 0-1 0 0,-1 0 1 0 0,1 1 0 0 0,0 0-1 0 0,0 0 1 0 0,12-2 0 0 0,-15 4 4 0 0,-1 0 1 0 0,1 0-1 0 0,-1 0 1 0 0,1 0-1 0 0,-1 1 1 0 0,1-1-1 0 0,-1 1 1 0 0,0-1-1 0 0,1 1 1 0 0,-1 0-1 0 0,0 0 1 0 0,1 0-1 0 0,-1 0 1 0 0,0 0-1 0 0,0 1 1 0 0,0-1 0 0 0,0 0-1 0 0,0 1 1 0 0,0 0-1 0 0,0-1 1 0 0,-1 1-1 0 0,1 0 1 0 0,0 0-1 0 0,-1 0 1 0 0,0 0-1 0 0,1 1 1 0 0,0 3-1 0 0,1 0 5 0 0,-1 0 0 0 0,0 0 0 0 0,0 0 0 0 0,0 0 0 0 0,-1 0 0 0 0,0 1 0 0 0,0-1 0 0 0,-1 7 0 0 0,-4 53 1 0 0,1-25 11 0 0,-2 5 6 0 0,3-35-11 0 0,0-1 1 0 0,1 1-1 0 0,1 0 0 0 0,0 0 1 0 0,0-1-1 0 0,1 1 1 0 0,0 0-1 0 0,3 12 1 0 0,-3-21-7 0 0,0 1 0 0 0,0-1 0 0 0,0 0 0 0 0,0 0 1 0 0,0-1-1 0 0,0 1 0 0 0,1 0 0 0 0,-1 0 0 0 0,1 0 1 0 0,-1-1-1 0 0,1 1 0 0 0,0-1 0 0 0,-1 1 1 0 0,1-1-1 0 0,0 0 0 0 0,3 2 0 0 0,-1-1-4 0 0,0-1 0 0 0,1 1 0 0 0,-1-1 1 0 0,0 0-1 0 0,1 0 0 0 0,-1-1 0 0 0,0 1 0 0 0,5-1 0 0 0,4 0-6 0 0,0-2 0 0 0,-1 1 0 0 0,1-1 1 0 0,-1-1-1 0 0,13-4 0 0 0,-5-1-56 0 0,-1 0 1 0 0,-1-1-1 0 0,0-1 1 0 0,0-1-1 0 0,-1-1 1 0 0,0 0-1 0 0,-1-1 1 0 0,0-1-1 0 0,-1 0 1 0 0,-1-1-1 0 0,0-1 1 0 0,-1 0-1 0 0,-1-1 0 0 0,18-32 1 0 0,-25 38 38 0 0,0 0-1 0 0,-1-1 1 0 0,6-22-1 0 0,-9 30 23 0 0,0 0-1 0 0,0 1 0 0 0,-1-1 0 0 0,0 0 1 0 0,1 1-1 0 0,-1-1 0 0 0,-1 0 0 0 0,1 1 0 0 0,0-1 1 0 0,-1 0-1 0 0,0 1 0 0 0,0-1 0 0 0,0 1 1 0 0,0-1-1 0 0,-1 1 0 0 0,1-1 0 0 0,-3-2 1 0 0,3 5 1 0 0,0 0 1 0 0,-1 0 0 0 0,1 0 0 0 0,0 0 0 0 0,0 0 0 0 0,-1 1 0 0 0,1-1-1 0 0,0 1 1 0 0,-1-1 0 0 0,1 1 0 0 0,-1-1 0 0 0,1 1 0 0 0,-1 0 0 0 0,1-1 0 0 0,-1 1-1 0 0,1 0 1 0 0,-1 0 0 0 0,1 0 0 0 0,-3 1 0 0 0,-29 5 9 0 0,22-2 17 0 0,1 1 0 0 0,-1 0 0 0 0,1 1 0 0 0,1 0 0 0 0,-1 1 1 0 0,1 0-1 0 0,0 0 0 0 0,-14 16 0 0 0,8-8 61 0 0,2 1 1 0 0,0 1 0 0 0,-20 36 0 0 0,29-46-66 0 0,0 0 1 0 0,1 1 0 0 0,0 0-1 0 0,0 0 1 0 0,1-1 0 0 0,0 1 0 0 0,0 1-1 0 0,1-1 1 0 0,0 0 0 0 0,0 0-1 0 0,1 15 1 0 0,1-18-14 0 0,0-1 0 0 0,0 1 0 0 0,0 0 0 0 0,0-1 0 0 0,1 1 0 0 0,0-1 0 0 0,0 0-1 0 0,0 1 1 0 0,0-1 0 0 0,1 0 0 0 0,0 0 0 0 0,-1-1 0 0 0,1 1 0 0 0,1 0 0 0 0,-1-1 0 0 0,1 0 0 0 0,-1 0 0 0 0,1 0 0 0 0,0 0-1 0 0,0 0 1 0 0,6 2 0 0 0,5 2-184 0 0,0-1-1 0 0,1-1 1 0 0,-1 0-1 0 0,1-1 0 0 0,0-1 1 0 0,0 0-1 0 0,30 0 1 0 0,38-3-2932 0 0,-4-6-3321 0 0,-14-3-1728 0 0</inkml:trace>
</inkml:ink>
</file>

<file path=ppt/ink/ink2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6:21.7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108 1036 1036 0 0,'-99'68'9606'0'0,"98"-68"-9542"0"0,1 0 0 0 0,-1 0 0 0 0,1 0 0 0 0,-1 0 0 0 0,1 1 0 0 0,0-1 0 0 0,-1 0 0 0 0,1 0 0 0 0,-1 1 0 0 0,1-1 0 0 0,0 0 0 0 0,-1 1 0 0 0,1-1 0 0 0,0 0 0 0 0,0 1 0 0 0,-1-1 0 0 0,1 0 0 0 0,0 1 0 0 0,0-1 0 0 0,-1 1 0 0 0,1-1 0 0 0,0 0 0 0 0,0 1 0 0 0,0-1 0 0 0,0 1 0 0 0,0-1-1 0 0,-1 1 1 0 0,1-1 0 0 0,0 1 0 0 0,0-1 0 0 0,0 1 0 0 0,0-1 0 0 0,0 0 0 0 0,1 1 0 0 0,-1-1 0 0 0,0 1 0 0 0,0-1 0 0 0,0 1 0 0 0,0-1 0 0 0,0 1 0 0 0,1-1 0 0 0,-1 1 0 0 0,1-1 12 0 0,0 1 0 0 0,0-1 0 0 0,0 1 0 0 0,0-1 0 0 0,1 1 1 0 0,-1-1-1 0 0,0 0 0 0 0,0 0 0 0 0,0 0 0 0 0,0 0 0 0 0,0 0 0 0 0,0 0 0 0 0,1 0 0 0 0,-1 0 0 0 0,0 0 0 0 0,0 0 0 0 0,0 0 1 0 0,0-1-1 0 0,2 0 0 0 0,17-6 14 0 0,0-2 0 0 0,-1 0 1 0 0,0-2-1 0 0,0 0 1 0 0,-1-1-1 0 0,-1 0 0 0 0,0-2 1 0 0,-1 0-1 0 0,26-29 1 0 0,-2-3-91 0 0,-2-2 1 0 0,40-67 0 0 0,-22 20-12 0 0,-5-3 0 0 0,-4-1 1 0 0,-5-3-1 0 0,-4-1 0 0 0,25-113 1 0 0,-60 203 1 0 0,11-31-53 0 0,-27 53 120 0 0,7 0 22 0 0,0 0 0 0 0,1 0 0 0 0,0 0 0 0 0,0 1 0 0 0,-3 10-1 0 0,-3 6 148 0 0,-63 138 1172 0 0,-114 260 1649 0 0,180-405-2942 0 0,-60 156 619 0 0,58-141-553 0 0,0 0 1 0 0,2 1 0 0 0,-4 45 0 0 0,12-76-160 0 0,-1 0 0 0 0,1-1 0 0 0,0 1 0 0 0,0 0 0 0 0,1 0 0 0 0,-1 0 0 0 0,1 0 0 0 0,0 0 0 0 0,0-1 0 0 0,0 1 0 0 0,1 0 0 0 0,-1-1 0 0 0,1 1 0 0 0,0-1 0 0 0,0 1 1 0 0,4 5-1 0 0,-4-7-5 0 0,1 0 1 0 0,0 1-1 0 0,-1-1 1 0 0,1 0-1 0 0,0 0 1 0 0,0 0 0 0 0,1-1-1 0 0,-1 1 1 0 0,0-1-1 0 0,0 0 1 0 0,1 0-1 0 0,-1 0 1 0 0,1 0 0 0 0,-1-1-1 0 0,1 1 1 0 0,-1-1-1 0 0,1 0 1 0 0,6 0-1 0 0,6-2-71 0 0,1-1 0 0 0,-1 0 0 0 0,1-1 0 0 0,-1 0 0 0 0,0-2 0 0 0,0 0 0 0 0,-1-1 1 0 0,0 0-1 0 0,0-1 0 0 0,25-18 0 0 0,-7 1-120 0 0,0-2 0 0 0,-1-1 0 0 0,31-38 0 0 0,-39 40 145 0 0,-1-1 1 0 0,-2-2 0 0 0,-1 0 0 0 0,-1-1-1 0 0,-1-1 1 0 0,-2-1 0 0 0,-1 0-1 0 0,-2-1 1 0 0,13-49 0 0 0,-25 80 34 0 0,-1 1 0 0 0,1-1 1 0 0,-1 1-1 0 0,0-1 0 0 0,0 1 1 0 0,0-1-1 0 0,0 0 0 0 0,0 1 0 0 0,0-1 1 0 0,-1-2-1 0 0,1 4 3 0 0,0-1 0 0 0,-1 1-1 0 0,1-1 1 0 0,0 1 0 0 0,0 0 0 0 0,0-1 0 0 0,-1 1 0 0 0,1-1 0 0 0,0 1-1 0 0,-1 0 1 0 0,1-1 0 0 0,0 1 0 0 0,-1 0 0 0 0,1 0 0 0 0,0-1 0 0 0,-1 1-1 0 0,1 0 1 0 0,-1 0 0 0 0,1 0 0 0 0,0-1 0 0 0,-1 1 0 0 0,1 0 0 0 0,-1 0-1 0 0,0 0 1 0 0,-2 0-1 0 0,1 0-1 0 0,0 1 1 0 0,-1-1 0 0 0,1 1-1 0 0,-1 0 1 0 0,1-1-1 0 0,0 1 1 0 0,0 0 0 0 0,-1 1-1 0 0,1-1 1 0 0,0 0-1 0 0,0 0 1 0 0,-2 3 0 0 0,-4 3 3 0 0,0 0 0 0 0,0 0 0 0 0,0 1 0 0 0,1 0 1 0 0,-10 15-1 0 0,13-17-6 0 0,0 1 0 0 0,0-1 1 0 0,1 1-1 0 0,0 0 0 0 0,0 0 0 0 0,0 0 0 0 0,1 0 1 0 0,-3 14-1 0 0,5-19 6 0 0,0 1 0 0 0,0-1 0 0 0,0 0 0 0 0,0 0-1 0 0,0 1 1 0 0,1-1 0 0 0,-1 0 0 0 0,1 0 0 0 0,-1 1 0 0 0,1-1 0 0 0,0 0 0 0 0,0 0 0 0 0,0 0 0 0 0,0 0-1 0 0,0 0 1 0 0,0 0 0 0 0,1 0 0 0 0,-1-1 0 0 0,1 1 0 0 0,1 1 0 0 0,0 0-9 0 0,1-1 0 0 0,-1 1 0 0 0,1-1 0 0 0,-1 0 0 0 0,1 0 0 0 0,0-1-1 0 0,0 1 1 0 0,0-1 0 0 0,0 0 0 0 0,5 1 0 0 0,5 0-165 0 0,1-1 0 0 0,0 0-1 0 0,-1-1 1 0 0,1 0 0 0 0,17-4-1 0 0,-12 1-104 0 0,1-2 0 0 0,-1 0-1 0 0,0-2 1 0 0,-1 0 0 0 0,0-1-1 0 0,0-1 1 0 0,0 0 0 0 0,-1-2-1 0 0,17-12 1 0 0,-9 3 168 0 0,-1-1 0 0 0,-1-1 0 0 0,-1-1 0 0 0,-1-1 0 0 0,19-27 0 0 0,-19 22 173 0 0,-21 27-74 0 0,-10 26 30 0 0,-104 232 1096 0 0,85-184-965 0 0,8-24-73 0 0,3-7 28 0 0,-23 78 0 0 0,40-115-118 0 0,-1 1 0 0 0,0-1 1 0 0,1 1-1 0 0,0-1 1 0 0,0 1-1 0 0,0 0 1 0 0,2 4-1 0 0,-2-8-56 0 0,1 0 0 0 0,-1 1 0 0 0,1-1 1 0 0,0 0-1 0 0,-1 0 0 0 0,1 0 0 0 0,0 0 0 0 0,0 0 0 0 0,0 0 1 0 0,0 0-1 0 0,0 0 0 0 0,0 0 0 0 0,0 0 0 0 0,0-1 0 0 0,0 1 0 0 0,0 0 1 0 0,1-1-1 0 0,-1 1 0 0 0,0-1 0 0 0,0 1 0 0 0,1-1 0 0 0,-1 0 1 0 0,2 1-1 0 0,30 3-2334 0 0,-33-4 2369 0 0,9 0-1446 0 0,0 0 0 0 0,-1-1 1 0 0,12-2-1 0 0,9-2-4110 0 0</inkml:trace>
</inkml:ink>
</file>

<file path=ppt/ink/ink2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6:23.1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445 267 2004 0 0,'8'-9'861'0'0,"-1"-1"0"0"0,0 0 0 0 0,-1 0 0 0 0,0-1 0 0 0,0 0 0 0 0,-1 0 0 0 0,-1 0 0 0 0,0-1 0 0 0,-1 0 0 0 0,0 1 0 0 0,0-1 0 0 0,-1 0 0 0 0,0-13 0 0 0,-2 24-828 0 0,0 0 1 0 0,0 0-1 0 0,0 0 1 0 0,-1 0-1 0 0,1 0 1 0 0,0 0-1 0 0,-1 0 1 0 0,1 0-1 0 0,0 0 1 0 0,-1 0-1 0 0,1 0 1 0 0,-1 0-1 0 0,1 0 1 0 0,-1 1-1 0 0,0-1 1 0 0,1 0-1 0 0,-1 0 1 0 0,0 1-1 0 0,1-1 1 0 0,-1 0-1 0 0,0 1 1 0 0,0-1-1 0 0,0 1 1 0 0,0-1-1 0 0,1 1 1 0 0,-1-1-1 0 0,0 1 1 0 0,0-1-1 0 0,-2 1 1 0 0,0-1 17 0 0,1 0-1 0 0,-1 1 1 0 0,0 0 0 0 0,0-1 0 0 0,0 1 0 0 0,0 0-1 0 0,0 1 1 0 0,-4-1 0 0 0,-5 4 150 0 0,-1-1 1 0 0,0 2-1 0 0,1 0 0 0 0,0 0 0 0 0,0 1 1 0 0,0 0-1 0 0,-16 13 0 0 0,-70 62 1097 0 0,89-73-1196 0 0,-26 24 299 0 0,2 2 0 0 0,-39 49 0 0 0,56-62-302 0 0,2 1-1 0 0,0 0 1 0 0,2 0-1 0 0,0 1 0 0 0,-16 47 1 0 0,27-67-89 0 0,0 0 0 0 0,0-1 0 0 0,1 1 1 0 0,-1 0-1 0 0,1 0 0 0 0,-1-1 0 0 0,1 1 0 0 0,0 0 1 0 0,0 0-1 0 0,0 0 0 0 0,1 0 0 0 0,-1-1 0 0 0,1 1 0 0 0,-1 0 1 0 0,1 0-1 0 0,0-1 0 0 0,0 1 0 0 0,2 3 0 0 0,-1-4-7 0 0,-1 0 1 0 0,1-1-1 0 0,0 1 0 0 0,-1-1 0 0 0,1 1 0 0 0,0-1 0 0 0,0 0 0 0 0,0 0 0 0 0,0 0 0 0 0,0 0 1 0 0,0 0-1 0 0,0 0 0 0 0,0 0 0 0 0,1-1 0 0 0,-1 1 0 0 0,0-1 0 0 0,0 1 0 0 0,0-1 0 0 0,1 0 0 0 0,-1 0 1 0 0,0 0-1 0 0,1-1 0 0 0,1 1 0 0 0,4-2-52 0 0,-1 1-1 0 0,0-1 1 0 0,1 0 0 0 0,-1-1 0 0 0,0 0-1 0 0,0 0 1 0 0,-1-1 0 0 0,1 0 0 0 0,-1 0-1 0 0,0 0 1 0 0,0-1 0 0 0,8-6-1 0 0,6-9-230 0 0,32-40 0 0 0,-51 59 277 0 0,52-70-310 0 0,79-140 0 0 0,-127 200 294 0 0,-2 6 10 0 0,0 0-1 0 0,0 0 1 0 0,0 0 0 0 0,8-8 0 0 0,-11 13 9 0 0,0 0 0 0 0,0 0 0 0 0,0 1-1 0 0,0-1 1 0 0,0 0 0 0 0,0 0 0 0 0,0 0 0 0 0,-1 0 0 0 0,1 1 0 0 0,0-1-1 0 0,0 0 1 0 0,1 0 0 0 0,-1 0 0 0 0,0 0 0 0 0,0 1 0 0 0,0-1-1 0 0,0 0 1 0 0,0 0 0 0 0,0 0 0 0 0,0 0 0 0 0,0 1 0 0 0,0-1 0 0 0,0 0-1 0 0,0 0 1 0 0,0 0 0 0 0,0 0 0 0 0,1 0 0 0 0,-1 1 0 0 0,0-1-1 0 0,0 0 1 0 0,0 0 0 0 0,0 0 0 0 0,0 0 0 0 0,1 0 0 0 0,-1 0 0 0 0,0 0-1 0 0,0 0 1 0 0,0 1 0 0 0,0-1 0 0 0,1 0 0 0 0,-1 0 0 0 0,0 0-1 0 0,0 0 1 0 0,0 0 0 0 0,0 0 0 0 0,1 0 0 0 0,-1 0 0 0 0,0 0 0 0 0,0 0-1 0 0,0 0 1 0 0,1 0 0 0 0,-1 0 0 0 0,0 0 0 0 0,0-1 0 0 0,0 1 0 0 0,0 0-1 0 0,0 0 1 0 0,1 0 0 0 0,-1 0 0 0 0,0 0 0 0 0,0 0 0 0 0,0 0-1 0 0,0 0 1 0 0,0-1 0 0 0,1 1 0 0 0,-1 0 0 0 0,0 0 0 0 0,0 0-1 0 0,-1 14 6 0 0,-8 27 53 0 0,-2 1 0 0 0,-2-1 0 0 0,-23 51-1 0 0,-16 50 91 0 0,45-120-146 0 0,4-15-46 0 0,1-1 0 0 0,0 1-1 0 0,0 0 1 0 0,0 0 0 0 0,1 0 0 0 0,0 0-1 0 0,1 0 1 0 0,0 0 0 0 0,0 10 0 0 0,0-16-5 0 0,1 0 1 0 0,-1-1 0 0 0,0 1-1 0 0,0 0 1 0 0,1-1 0 0 0,-1 1-1 0 0,0-1 1 0 0,1 1 0 0 0,-1 0-1 0 0,0-1 1 0 0,1 1 0 0 0,-1-1-1 0 0,1 1 1 0 0,-1-1 0 0 0,1 1-1 0 0,0-1 1 0 0,-1 0 0 0 0,1 1-1 0 0,-1-1 1 0 0,1 1 0 0 0,0-1-1 0 0,-1 0 1 0 0,1 0 0 0 0,0 1-1 0 0,-1-1 1 0 0,1 0 0 0 0,0 0-1 0 0,-1 0 1 0 0,1 0-1 0 0,0 0 1 0 0,0 0 0 0 0,-1 0-1 0 0,2 0 1 0 0,23-7-903 0 0,-17 3 735 0 0,0-1 0 0 0,0 0 1 0 0,-1 0-1 0 0,0-1 0 0 0,0 0 0 0 0,12-13 1 0 0,34-48-377 0 0,-28 34 400 0 0,64-94-110 0 0,1 0 495 0 0,-85 121-170 0 0,0-1 0 0 0,0 1 1 0 0,1 0-1 0 0,0 1 0 0 0,0-1 1 0 0,0 1-1 0 0,1 0 0 0 0,0 1 0 0 0,0 0 1 0 0,11-6-1 0 0,-16 10-13 0 0,-1-1-1 0 0,1 1 1 0 0,-1 0-1 0 0,1 0 1 0 0,-1-1 0 0 0,1 1-1 0 0,-1 0 1 0 0,1 0-1 0 0,-1 1 1 0 0,1-1 0 0 0,-1 0-1 0 0,1 0 1 0 0,-1 1-1 0 0,1-1 1 0 0,-1 1 0 0 0,0-1-1 0 0,1 1 1 0 0,-1 0 0 0 0,0-1-1 0 0,2 2 1 0 0,-1 0 39 0 0,0 0 1 0 0,0 0-1 0 0,0 0 1 0 0,0 0 0 0 0,0 1-1 0 0,-1-1 1 0 0,1 1-1 0 0,-1-1 1 0 0,0 1-1 0 0,2 2 1 0 0,0 5 146 0 0,0 0 0 0 0,0 0 0 0 0,-1 1 0 0 0,1 15 0 0 0,-2-5 29 0 0,-1 0 0 0 0,-2 0 0 0 0,0 0 0 0 0,0 0 0 0 0,-2 0 0 0 0,-1-1 0 0 0,-1 1 0 0 0,0-1 0 0 0,-13 25 0 0 0,6-25 403 0 0,13-19-612 0 0,-1-1 1 0 0,1 1 0 0 0,-1-1-1 0 0,0 0 1 0 0,1 1 0 0 0,-1-1-1 0 0,0 1 1 0 0,1-1 0 0 0,-1 0-1 0 0,0 0 1 0 0,1 1 0 0 0,-1-1-1 0 0,0 0 1 0 0,0 0-1 0 0,1 0 1 0 0,-1 0 0 0 0,0 0-1 0 0,0 0 1 0 0,1 0 0 0 0,-1 0-1 0 0,0 0 1 0 0,-1-1 0 0 0,2 0-12 0 0,-1 0-1 0 0,1 0 1 0 0,-1 0 0 0 0,1 0 0 0 0,0 0 0 0 0,0 0-1 0 0,-1 0 1 0 0,1 0 0 0 0,0-1 0 0 0,0 1 0 0 0,0 0-1 0 0,0 0 1 0 0,0 0 0 0 0,1-2 0 0 0,0-7 1 0 0,0 0 1 0 0,0 1 0 0 0,1-1 0 0 0,0 0 0 0 0,1 1-1 0 0,0 0 1 0 0,1 0 0 0 0,6-12 0 0 0,4-5-9 0 0,24-33 0 0 0,-26 43-5 0 0,1-1-1 0 0,0 2 1 0 0,1 0-1 0 0,1 1 1 0 0,32-24-1 0 0,-39 32 3 0 0,0 1 0 0 0,0 0 0 0 0,1 0 0 0 0,-1 1 0 0 0,1 0 0 0 0,0 0 0 0 0,0 1 0 0 0,0 1 0 0 0,1-1 0 0 0,-1 1 1 0 0,1 1-1 0 0,-1 0 0 0 0,1 0 0 0 0,16 2 0 0 0,-23-1 1 0 0,1 1 1 0 0,-1-1 0 0 0,0 1 0 0 0,1 0-1 0 0,-1 0 1 0 0,0 0 0 0 0,0 1-1 0 0,0-1 1 0 0,0 1 0 0 0,0-1-1 0 0,0 1 1 0 0,0 0 0 0 0,0 0 0 0 0,-1 1-1 0 0,1-1 1 0 0,-1 0 0 0 0,5 6-1 0 0,-5-3 18 0 0,1 0 0 0 0,-1-1-1 0 0,0 1 1 0 0,0 0-1 0 0,0 0 1 0 0,-1 0 0 0 0,1 0-1 0 0,-1 0 1 0 0,-1 1-1 0 0,1 8 1 0 0,-1 1 89 0 0,-1 0 0 0 0,0 0 0 0 0,-1-1 0 0 0,-1 1-1 0 0,0 0 1 0 0,-1-1 0 0 0,-7 17 0 0 0,-79 168 771 0 0,90-199-873 0 0,0 0 1 0 0,0 1 0 0 0,0-1-1 0 0,-1 0 1 0 0,1 0-1 0 0,0 0 1 0 0,0 1 0 0 0,0-1-1 0 0,0 0 1 0 0,0 0 0 0 0,0 0-1 0 0,0 1 1 0 0,0-1 0 0 0,0 0-1 0 0,0 0 1 0 0,0 0 0 0 0,0 1-1 0 0,0-1 1 0 0,0 0 0 0 0,0 0-1 0 0,0 1 1 0 0,0-1 0 0 0,0 0-1 0 0,0 0 1 0 0,0 0 0 0 0,1 1-1 0 0,-1-1 1 0 0,0 0 0 0 0,0 0-1 0 0,0 0 1 0 0,0 0 0 0 0,0 1-1 0 0,0-1 1 0 0,1 0 0 0 0,-1 0-1 0 0,0 0 1 0 0,0 0-1 0 0,0 0 1 0 0,1 1 0 0 0,10 1 39 0 0,10-5-27 0 0,-21 3-16 0 0,20-6-111 0 0,1-1 1 0 0,-1-2 0 0 0,-1 0-1 0 0,0-1 1 0 0,0-1-1 0 0,26-19 1 0 0,-27 18-3 0 0,45-31-380 0 0,74-65 1 0 0,-105 79 373 0 0,-2-2 0 0 0,0 0 1 0 0,45-65-1 0 0,-63 78 71 0 0,17-37 0 0 0,-26 48 42 0 0,1-1 1 0 0,-2 0-1 0 0,1 0 1 0 0,-1-1 0 0 0,0 1-1 0 0,-1 0 1 0 0,1-13-1 0 0,-2 19 7 0 0,0 1 0 0 0,0 0 0 0 0,0 0 0 0 0,0 0 0 0 0,0 0 0 0 0,0-1 0 0 0,0 1 0 0 0,-1 0 0 0 0,1 0 0 0 0,0 0 0 0 0,-1 0 0 0 0,1 0 0 0 0,-1 0 0 0 0,1 0 0 0 0,-1 0 0 0 0,0 0 0 0 0,1 0 0 0 0,-1 0 0 0 0,-1-1 0 0 0,-5-3-9 0 0,5 4 9 0 0,1 1 0 0 0,0 0 0 0 0,0-1-1 0 0,0 1 1 0 0,0 0 0 0 0,0 0 0 0 0,0 0 0 0 0,0 0 0 0 0,0 0 0 0 0,-1 0 0 0 0,1 0 0 0 0,0 0 0 0 0,0 0 0 0 0,0 0 0 0 0,0 0 0 0 0,0 1 0 0 0,-2 0 0 0 0,2-1 0 0 0,-2 1 2 0 0,0-1 0 0 0,0 1 0 0 0,1 0 0 0 0,-1 0 0 0 0,0 0 0 0 0,1 1 0 0 0,-1-1 0 0 0,1 1 1 0 0,-1-1-1 0 0,1 1 0 0 0,0 0 0 0 0,-1 0 0 0 0,-1 2 0 0 0,-22 27 3 0 0,23-25 1 0 0,-1 1 0 0 0,1-1 0 0 0,0 1 0 0 0,1-1 0 0 0,-1 1 0 0 0,1 0 0 0 0,1 0 0 0 0,-1 0 0 0 0,1 0 0 0 0,0 0 0 0 0,1 0 0 0 0,0 1 0 0 0,0-1 0 0 0,1 0 0 0 0,-1 0 0 0 0,2 0 0 0 0,-1 0 0 0 0,1 0 0 0 0,0 0 0 0 0,4 9 0 0 0,6 12 20 0 0,1-1-1 0 0,1 0 0 0 0,25 35 0 0 0,-35-55-21 0 0,26 35 106 0 0,-20-29 60 0 0,0 1 0 0 0,0 0 0 0 0,-2 0-1 0 0,1 1 1 0 0,-2 1 0 0 0,0-1 0 0 0,6 21 0 0 0,-13-34-116 0 0,0-1 0 0 0,0 1-1 0 0,-1-1 1 0 0,1 1 0 0 0,0 0 0 0 0,0-1 0 0 0,-1 1 0 0 0,1-1 0 0 0,-1 1 0 0 0,0-1-1 0 0,1 1 1 0 0,-1-1 0 0 0,0 1 0 0 0,0-1 0 0 0,0 0 0 0 0,0 1 0 0 0,0-1 0 0 0,0 0 0 0 0,0 0-1 0 0,-2 1 1 0 0,0 1 35 0 0,0-1-1 0 0,0 1 0 0 0,0-1 1 0 0,0 0-1 0 0,0 0 1 0 0,-1 0-1 0 0,1-1 0 0 0,-1 1 1 0 0,-4 1-1 0 0,-6 0-3 0 0,-1-1 1 0 0,0 0-1 0 0,1-1 0 0 0,-1-1 0 0 0,0 0 1 0 0,0-1-1 0 0,-18-3 0 0 0,16 2-39 0 0,17 2-76 0 0,-1 0 1 0 0,0 0 0 0 0,1 0-1 0 0,-1 0 1 0 0,1 0 0 0 0,-1 0 0 0 0,1 0-1 0 0,-1 0 1 0 0,1 0 0 0 0,-1 0-1 0 0,1 0 1 0 0,-1 0 0 0 0,1-1-1 0 0,-1 1 1 0 0,1 0 0 0 0,-1 0-1 0 0,1-1 1 0 0,-1 1 0 0 0,1 0-1 0 0,-1-1 1 0 0,1 1 0 0 0,0 0 0 0 0,-1-1-1 0 0,1 1 1 0 0,0 0 0 0 0,-1-1-1 0 0,1 1 1 0 0,0-1 0 0 0,-1 1-1 0 0,1-1 1 0 0,0 1 0 0 0,0-1-1 0 0,-1 1 1 0 0,1-1 0 0 0,0 1-1 0 0,0-1 1 0 0,0 1 0 0 0,0-1 0 0 0,0 1-1 0 0,0-1 1 0 0,0 1 0 0 0,0-1-1 0 0,0 0 1 0 0,0 1 0 0 0,0-1-1 0 0,0 1 1 0 0,0-1 0 0 0,0 1-1 0 0,1-1 1 0 0,-1 1 0 0 0,0-1-1 0 0,0 1 1 0 0,1-2 0 0 0,1 0-249 0 0,0-1 1 0 0,0 0-1 0 0,0 1 0 0 0,0 0 1 0 0,0-1-1 0 0,0 1 1 0 0,0 0-1 0 0,4-2 0 0 0,108-65-5578 0 0,-24 17 447 0 0,-40 19 631 0 0</inkml:trace>
</inkml:ink>
</file>

<file path=ppt/ink/ink2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6:23.6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701 248 800 0 0,'15'-39'3670'0'0,"-2"0"1"0"0,-2-1-1 0 0,12-79 0 0 0,-24 108-2482 0 0,-6 13-29 0 0,-9 16 43 0 0,-5 23 112 0 0,2 1 0 0 0,-19 61 0 0 0,-17 93 783 0 0,50-179-1888 0 0,-92 462 2875 0 0,32 5-1349 0 0,4-30-956 0 0,-26-5-462 0 0,76-398-266 0 0,-3 0 0 0 0,-2-1-1 0 0,-43 93 1 0 0,52-131-24 0 0,0-1 0 0 0,-13 16 0 0 0,17-23-18 0 0,0-1 0 0 0,0 1 0 0 0,-1-1 1 0 0,0 0-1 0 0,1 1 0 0 0,-1-2 0 0 0,-1 1 0 0 0,1 0 0 0 0,-7 2 0 0 0,9-4-7 0 0,0-1-1 0 0,0 1 1 0 0,0-1 0 0 0,0 0-1 0 0,0 1 1 0 0,0-1 0 0 0,0 0-1 0 0,1 0 1 0 0,-1 0 0 0 0,0-1-1 0 0,0 1 1 0 0,0 0-1 0 0,0-1 1 0 0,0 0 0 0 0,0 1-1 0 0,0-1 1 0 0,0 0 0 0 0,1 0-1 0 0,-1 0 1 0 0,0 0 0 0 0,1 0-1 0 0,-1 0 1 0 0,1 0-1 0 0,-1-1 1 0 0,1 1 0 0 0,-3-3-1 0 0,0-1-42 0 0,-1-1 0 0 0,1 0 0 0 0,0 0 0 0 0,1 0 0 0 0,-6-12 0 0 0,2-1-211 0 0,1-1 0 0 0,0 0 0 0 0,2 0-1 0 0,0-1 1 0 0,1 1 0 0 0,1-1 0 0 0,1-25 0 0 0,16-148-1701 0 0,-11 162 1704 0 0,10-77-369 0 0,4 1 0 0 0,5 1-1 0 0,5 1 1 0 0,68-171 0 0 0,-73 225 524 0 0,3 2 1 0 0,1 1 0 0 0,52-69 0 0 0,-62 95 46 0 0,2 0-1 0 0,1 2 1 0 0,0 0-1 0 0,2 1 1 0 0,0 1 0 0 0,1 1-1 0 0,1 2 1 0 0,42-23-1 0 0,-54 33 24 0 0,1 1-1 0 0,0 1 1 0 0,0 0 0 0 0,0 0 0 0 0,1 1-1 0 0,-1 1 1 0 0,1 0 0 0 0,0 1-1 0 0,15 1 1 0 0,-18 1 12 0 0,0 0 0 0 0,-1 0-1 0 0,1 1 1 0 0,-1 0 0 0 0,0 1 0 0 0,1 0 0 0 0,-1 1 0 0 0,-1 0-1 0 0,1 0 1 0 0,-1 1 0 0 0,1 1 0 0 0,10 8 0 0 0,-17-12 10 0 0,0 0 1 0 0,0 1 0 0 0,0-1-1 0 0,-1 1 1 0 0,1 0-1 0 0,-1 0 1 0 0,1 0 0 0 0,-1 0-1 0 0,0 0 1 0 0,0 1 0 0 0,-1-1-1 0 0,1 1 1 0 0,-1-1-1 0 0,1 1 1 0 0,-1 0 0 0 0,0-1-1 0 0,-1 1 1 0 0,1 0-1 0 0,-1 0 1 0 0,1 0 0 0 0,-1-1-1 0 0,0 1 1 0 0,-1 4 0 0 0,0-3 3 0 0,0-1 0 0 0,-1 1 0 0 0,1-1 1 0 0,-1 0-1 0 0,0 1 0 0 0,0-1 0 0 0,0 0 0 0 0,-1 0 1 0 0,1-1-1 0 0,-1 1 0 0 0,0 0 0 0 0,0-1 1 0 0,-1 0-1 0 0,1 0 0 0 0,0 0 0 0 0,-1 0 1 0 0,0 0-1 0 0,-7 3 0 0 0,-2 1 17 0 0,-1 0-1 0 0,0-1 0 0 0,0-1 1 0 0,-1-1-1 0 0,1 0 1 0 0,-1-1-1 0 0,-25 3 0 0 0,37-6-70 0 0,1 1-1 0 0,-1-1 1 0 0,1 0-1 0 0,-1 0 1 0 0,1-1-1 0 0,-1 1 1 0 0,1 0-1 0 0,-1-1 1 0 0,1 0-1 0 0,-1 1 1 0 0,-3-3-1 0 0,2 1-291 0 0,3 2 195 0 0,0 0 0 0 0,0-1 0 0 0,0 1 0 0 0,1 0 0 0 0,-1-1 0 0 0,0 1-1 0 0,0-1 1 0 0,1 1 0 0 0,-1-1 0 0 0,0 0 0 0 0,0 1 0 0 0,1-1 0 0 0,-1 0 0 0 0,1 1-1 0 0,-1-1 1 0 0,1 0 0 0 0,-1 0 0 0 0,1 0 0 0 0,-1 1 0 0 0,1-1 0 0 0,0 0-1 0 0,-1 0 1 0 0,1 0 0 0 0,0 0 0 0 0,0 0 0 0 0,0 0 0 0 0,0 0 0 0 0,-1 1 0 0 0,1-1-1 0 0,0 0 1 0 0,1 0 0 0 0,-1 0 0 0 0,0 0 0 0 0,0 0 0 0 0,0 0 0 0 0,1 0 0 0 0,-1 0-1 0 0,0 1 1 0 0,1-1 0 0 0,-1 0 0 0 0,1-1 0 0 0,1-2-936 0 0,1 0 0 0 0,-1 0 0 0 0,1 1 1 0 0,-1-1-1 0 0,1 1 0 0 0,4-5 0 0 0,8-3-4691 0 0</inkml:trace>
</inkml:ink>
</file>

<file path=ppt/ink/ink2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6:24.7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100 353 64 0 0,'56'-56'15338'0'0,"-98"92"-13012"0"0,21-13-1747 0 0,2-1-1 0 0,-21 33 0 0 0,35-48-524 0 0,1 0 1 0 0,0 0-1 0 0,1 0 0 0 0,-1 0 0 0 0,1 1 0 0 0,1-1 0 0 0,0 1 0 0 0,0 0 0 0 0,0 0 0 0 0,1-1 0 0 0,0 1 0 0 0,1 0 0 0 0,0 15 1 0 0,0-20-39 0 0,1 0 1 0 0,0 0-1 0 0,-1 0 1 0 0,1 0-1 0 0,0 0 1 0 0,0 0-1 0 0,1 0 1 0 0,-1 0 0 0 0,0-1-1 0 0,1 1 1 0 0,0-1-1 0 0,0 1 1 0 0,0-1-1 0 0,0 1 1 0 0,0-1-1 0 0,0 0 1 0 0,4 3 0 0 0,-2-3-1 0 0,1 1 0 0 0,-1-1 0 0 0,1 0 0 0 0,-1 0 0 0 0,1 0 0 0 0,0-1 0 0 0,0 0 0 0 0,0 0 1 0 0,9 1-1 0 0,1-1 4 0 0,0-2 1 0 0,0 0 0 0 0,0 0-1 0 0,-1-1 1 0 0,1-1-1 0 0,18-6 1 0 0,-17 3-13 0 0,0 0 1 0 0,-1-1-1 0 0,0-1 1 0 0,-1 0-1 0 0,1-1 1 0 0,-2-1-1 0 0,15-12 1 0 0,-4 0-6 0 0,-1-1 1 0 0,35-43 0 0 0,-48 53-3 0 0,-1 0 1 0 0,0 0 0 0 0,-1-1-1 0 0,-1 0 1 0 0,0 0 0 0 0,5-16-1 0 0,-10 26-2 0 0,-1 0 0 0 0,0 0 0 0 0,0 0 0 0 0,0 0 0 0 0,0 0 0 0 0,-1 0 0 0 0,0 0 0 0 0,0 0 0 0 0,0 0 0 0 0,0 0 0 0 0,-1 0 0 0 0,1 0 0 0 0,-1 0 0 0 0,0 0 0 0 0,0 0 0 0 0,-1 0 0 0 0,1 0-1 0 0,-1 0 1 0 0,0 0 0 0 0,0 1 0 0 0,0-1 0 0 0,0 1 0 0 0,0 0 0 0 0,-1-1 0 0 0,0 1 0 0 0,0 0 0 0 0,0 1 0 0 0,-3-4 0 0 0,-2 1 1 0 0,0 1 1 0 0,0-1-1 0 0,0 1 0 0 0,0 1 0 0 0,-1-1 1 0 0,1 2-1 0 0,-1-1 0 0 0,0 1 1 0 0,0 0-1 0 0,0 1 0 0 0,0 0 1 0 0,0 1-1 0 0,-16 0 0 0 0,9 1-6 0 0,0 1 0 0 0,-1 1 0 0 0,1 0 0 0 0,0 1 0 0 0,1 1-1 0 0,-29 12 1 0 0,43-17 6 0 0,-4 2-1 0 0,0 0 0 0 0,0 1 0 0 0,0 0 0 0 0,0 0 0 0 0,1 0 0 0 0,-1 0 0 0 0,1 1 0 0 0,0-1 0 0 0,0 1 0 0 0,0 0 0 0 0,0 1 0 0 0,-5 8 0 0 0,8-8 3 0 0,7 7 0 0 0,-2-8-5 0 0,-1-2 0 0 0,1 1 0 0 0,0 0 0 0 0,0-1 0 0 0,1 0 0 0 0,-1 0 0 0 0,0 0 0 0 0,1 0 0 0 0,-1-1 0 0 0,1 0 0 0 0,0 0 0 0 0,-1 0 0 0 0,1 0 0 0 0,6 0 0 0 0,9-1-72 0 0,41-2 0 0 0,-7-5-70 0 0,1-2-1 0 0,74-22 1 0 0,101-49-56 0 0,-137 42 131 0 0,101-56 0 0 0,-160 71 61 0 0,-24 14-19 0 0,-18 12-71 0 0,3 1 93 0 0,1 1 0 0 0,0-1 0 0 0,0 1 1 0 0,1 0-1 0 0,0 0 0 0 0,-1 0 0 0 0,2 0 1 0 0,-4 7-1 0 0,4-6 5 0 0,-1 1 1 0 0,1 0-1 0 0,1 0 1 0 0,0 0-1 0 0,0 0 1 0 0,0 0-1 0 0,1 0 1 0 0,-1 0-1 0 0,2 0 1 0 0,-1 0-1 0 0,1 0 1 0 0,0 0-1 0 0,1 0 1 0 0,2 8-1 0 0,4 9 4 0 0,1 0 1 0 0,17 32-1 0 0,-4-15 0 0 0,-12-24 2 0 0,-1 0 0 0 0,-1 1-1 0 0,0 0 1 0 0,-1 0 0 0 0,5 25-1 0 0,-11-39 10 0 0,-1 0 0 0 0,0-1 1 0 0,0 1-1 0 0,-1 0 0 0 0,1 0 0 0 0,-1-1 0 0 0,0 1 0 0 0,0-1 0 0 0,0 1 0 0 0,-1 0 1 0 0,1-1-1 0 0,-1 0 0 0 0,1 1 0 0 0,-1-1 0 0 0,0 0 0 0 0,-1 0 0 0 0,1 0 0 0 0,0 0 1 0 0,-1-1-1 0 0,0 1 0 0 0,1-1 0 0 0,-1 1 0 0 0,0-1 0 0 0,-6 4 0 0 0,-4 2 310 0 0,0-1-1 0 0,-1 0 0 0 0,1-1 0 0 0,-21 6 1 0 0,2-3 950 0 0,33-11-1204 0 0,-1 0-63 0 0,1 0 0 0 0,0 0 0 0 0,0 0 1 0 0,0 0-1 0 0,0 1 0 0 0,0-1 0 0 0,0 1 0 0 0,0-1 1 0 0,1 1-1 0 0,-1-1 0 0 0,0 1 0 0 0,1-1 0 0 0,-1 1 1 0 0,1 0-1 0 0,0 0 0 0 0,-1 0 0 0 0,3-1 0 0 0,41-20 60 0 0,-22 12-54 0 0,63-34-8 0 0,32-15-47 0 0,171-116 0 0 0,-207 110 109 0 0,-74 58-78 0 0,-1-1 1 0 0,1 0 0 0 0,-2 0-1 0 0,1 0 1 0 0,-1-1 0 0 0,0 0-1 0 0,7-16 1 0 0,-13 24 8 0 0,1 1 1 0 0,-1-1 0 0 0,0 0-1 0 0,1 0 1 0 0,-1 0-1 0 0,0 0 1 0 0,1 0 0 0 0,-1 1-1 0 0,0-1 1 0 0,0 0 0 0 0,0 0-1 0 0,0 0 1 0 0,0 0-1 0 0,0 0 1 0 0,0 0 0 0 0,0 0-1 0 0,0 0 1 0 0,-1 1-1 0 0,1-1 1 0 0,0 0 0 0 0,0 0-1 0 0,-1 0 1 0 0,1 0 0 0 0,-1 0-1 0 0,1 1 1 0 0,-1-1-1 0 0,1 0 1 0 0,-1 0 0 0 0,1 1-1 0 0,-1-1 1 0 0,0 0-1 0 0,1 1 1 0 0,-1-1 0 0 0,0 1-1 0 0,1-1 1 0 0,-1 1-1 0 0,0-1 1 0 0,0 1 0 0 0,0 0-1 0 0,1-1 1 0 0,-1 1 0 0 0,0 0-1 0 0,0-1 1 0 0,0 1-1 0 0,0 0 1 0 0,0 0 0 0 0,0 0-1 0 0,-1 0 1 0 0,-4-1 4 0 0,0 1 0 0 0,0 0 0 0 0,-1 0 0 0 0,1 1 1 0 0,0-1-1 0 0,-9 4 0 0 0,2-1 4 0 0,0 1 0 0 0,0 1 0 0 0,0 0 1 0 0,1 1-1 0 0,0 0 0 0 0,0 1 0 0 0,1 0 1 0 0,0 1-1 0 0,0 1 0 0 0,1-1 0 0 0,-18 20 0 0 0,24-23 1 0 0,-1 0 0 0 0,1 1-1 0 0,0-1 1 0 0,1 1 0 0 0,0 0-1 0 0,0 0 1 0 0,0 0 0 0 0,0 1-1 0 0,1-1 1 0 0,0 1-1 0 0,0-1 1 0 0,1 1 0 0 0,0 0-1 0 0,0 0 1 0 0,1-1 0 0 0,0 1-1 0 0,0 0 1 0 0,0 0 0 0 0,1 0-1 0 0,0-1 1 0 0,0 1 0 0 0,1 0-1 0 0,0-1 1 0 0,0 1 0 0 0,4 7-1 0 0,1-2 8 0 0,0 0 0 0 0,1 0 0 0 0,0-1-1 0 0,0-1 1 0 0,2 1 0 0 0,-1-1 0 0 0,1-1 0 0 0,1 0 0 0 0,-1 0-1 0 0,2-1 1 0 0,-1 0 0 0 0,20 9 0 0 0,-1-2-81 0 0,0-2 0 0 0,1-1 0 0 0,1-1 0 0 0,34 7 0 0 0,-35-12-668 0 0,0-1-1 0 0,-1-1 0 0 0,1-2 0 0 0,37-2 0 0 0,-40-2-2571 0 0,1-1 0 0 0,39-9 0 0 0,-33 1-3937 0 0</inkml:trace>
</inkml:ink>
</file>

<file path=ppt/ink/ink2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6:25.3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66 69 784 0 0,'-65'29'13990'0'0,"69"-29"-13677"0"0,250-34 293 0 0,-148 18-1774 0 0,70-13-4852 0 0,-77 10-81 0 0</inkml:trace>
</inkml:ink>
</file>

<file path=ppt/ink/ink2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6:26.4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150 690 1964 0 0,'81'-93'10830'0'0,"-72"83"-9900"0"0,2 0-145 0 0,-10 9-517 0 0,6-5 364 0 0,-78 102 1209 0 0,-67 119 0 0 0,128-196-1779 0 0,1 0 0 0 0,-7 22 0 0 0,12-32-30 0 0,2 1 0 0 0,-1 0 0 0 0,1 0 0 0 0,1-1 0 0 0,-1 1 0 0 0,2 17-1 0 0,0-25-20 0 0,0 1 0 0 0,0 0-1 0 0,1-1 1 0 0,0 1 0 0 0,-1-1-1 0 0,1 1 1 0 0,0-1 0 0 0,0 1-1 0 0,0-1 1 0 0,1 0 0 0 0,-1 1-1 0 0,0-1 1 0 0,1 0 0 0 0,0 0-1 0 0,-1 0 1 0 0,1 0 0 0 0,2 1-1 0 0,0 0 3 0 0,0 0 0 0 0,0 0-1 0 0,0-1 1 0 0,1 1 0 0 0,-1-1-1 0 0,1 0 1 0 0,0-1 0 0 0,6 3-1 0 0,6-1 1 0 0,0-1 0 0 0,-1 0 0 0 0,1-1 0 0 0,20-1 0 0 0,-22-1-8 0 0,0-1 0 0 0,0 0-1 0 0,-1 0 1 0 0,1-2 0 0 0,-1 0 0 0 0,1 0-1 0 0,-1-2 1 0 0,0 0 0 0 0,-1 0 0 0 0,1-1-1 0 0,-1-1 1 0 0,-1 0 0 0 0,0-1 0 0 0,13-11-1 0 0,-11 7-7 0 0,0-1-1 0 0,-1-1 1 0 0,-1 0-1 0 0,0-1 1 0 0,-1-1-1 0 0,-1 1 0 0 0,0-2 1 0 0,-1 1-1 0 0,-1-1 1 0 0,7-25-1 0 0,-7 19-4 0 0,-2-1 1 0 0,0-1-1 0 0,-2 1 0 0 0,0-1 1 0 0,-1-40-1 0 0,-3 56 6 0 0,-1-1 0 0 0,0 0 0 0 0,-1 0 1 0 0,-1 0-1 0 0,1 1 0 0 0,-9-20 0 0 0,8 24 2 0 0,0 0 1 0 0,0 0-1 0 0,-1 0 1 0 0,0 0-1 0 0,-1 0 0 0 0,1 1 1 0 0,-1 0-1 0 0,0 0 0 0 0,0 0 1 0 0,0 1-1 0 0,-10-7 0 0 0,10 8-1 0 0,-1 1-1 0 0,1 0 0 0 0,0 0 1 0 0,-1 0-1 0 0,1 0 0 0 0,-1 1 0 0 0,1 0 1 0 0,-1 0-1 0 0,0 1 0 0 0,0-1 0 0 0,1 1 1 0 0,-1 1-1 0 0,0-1 0 0 0,1 1 1 0 0,-1 0-1 0 0,0 0 0 0 0,1 0 0 0 0,-1 1 1 0 0,1 0-1 0 0,-10 5 0 0 0,4-2 3 0 0,1 1 0 0 0,0-1 0 0 0,1 2-1 0 0,0-1 1 0 0,0 2 0 0 0,0-1 0 0 0,1 1 0 0 0,0 0 0 0 0,-11 15-1 0 0,16-20 1 0 0,2-1 0 0 0,-1 1 0 0 0,0 0 0 0 0,0 0-1 0 0,1 0 1 0 0,-1-1 0 0 0,1 1 0 0 0,0 1 0 0 0,0-1-1 0 0,0 0 1 0 0,1 0 0 0 0,-1 0 0 0 0,1 0 0 0 0,-1 1-1 0 0,1-1 1 0 0,0 0 0 0 0,0 0 0 0 0,1 1 0 0 0,-1-1-1 0 0,1 0 1 0 0,0 0 0 0 0,-1 0 0 0 0,1 0-1 0 0,1 0 1 0 0,-1 0 0 0 0,0 0 0 0 0,1 0 0 0 0,1 3-1 0 0,1-1-8 0 0,1 0-1 0 0,0 0 1 0 0,0 0 0 0 0,0 0-1 0 0,1-1 1 0 0,-1 0-1 0 0,1 0 1 0 0,0-1-1 0 0,0 0 1 0 0,0 0-1 0 0,1 0 1 0 0,8 3-1 0 0,16 3-338 0 0,0-2-1 0 0,1-1 0 0 0,0-1 1 0 0,0-2-1 0 0,63-1 1 0 0,-44-5-420 0 0,0-2-1 0 0,-1-2 1 0 0,52-15 0 0 0,-60 11 497 0 0,-1-3-1 0 0,0-1 0 0 0,-1-2 0 0 0,0-2 1 0 0,-2-1-1 0 0,0-2 0 0 0,-2-2 1 0 0,0-1-1 0 0,44-42 0 0 0,-53 41 341 0 0,0-2 0 0 0,-2-1 1 0 0,-1-1-1 0 0,-2-1 0 0 0,-1 0 0 0 0,-1-2 0 0 0,-2-1 0 0 0,-1 0 1 0 0,-2-1-1 0 0,21-72 0 0 0,-35 104-20 0 0,0 0 0 0 0,0 0 0 0 0,-1 0 0 0 0,1 0 0 0 0,-1 0 0 0 0,0 0 0 0 0,1 0 0 0 0,-2 0 0 0 0,1 0 0 0 0,0 0 0 0 0,-2-5 0 0 0,2 8-38 0 0,-1 0 0 0 0,0 0 0 0 0,1 0 0 0 0,-1 0-1 0 0,1 0 1 0 0,-1 0 0 0 0,0 0 0 0 0,1 0 0 0 0,-1 0 0 0 0,1 0 0 0 0,-1 1 0 0 0,1-1 0 0 0,-1 0 0 0 0,1 0 0 0 0,-1 1 0 0 0,1-1-1 0 0,-1 0 1 0 0,1 1 0 0 0,-1-1 0 0 0,0 1 0 0 0,1-1 3 0 0,-7 8 102 0 0,0-1-1 0 0,1 1 0 0 0,0 0 1 0 0,0 1-1 0 0,1-1 0 0 0,0 1 1 0 0,-6 18-1 0 0,6-18-9 0 0,-34 87 1070 0 0,-34 129-1 0 0,48-144-785 0 0,-313 1140 2503 0 0,230-845-2429 0 0,104-365-442 0 0,-5 14 545 0 0,-20 40-1 0 0,26-59-412 0 0,0-1 1 0 0,0 0-1 0 0,-1 1 0 0 0,0-2 0 0 0,0 1 1 0 0,0 0-1 0 0,0-1 0 0 0,-1 0 0 0 0,1 0 0 0 0,-1 0 1 0 0,0 0-1 0 0,-11 5 0 0 0,15-8-131 0 0,0-1 0 0 0,-1 0 0 0 0,1 0 0 0 0,-1 1 0 0 0,1-1 0 0 0,0 0 0 0 0,-1 0 0 0 0,1 0 0 0 0,-1-1 0 0 0,1 1 0 0 0,0 0 0 0 0,-1 0 0 0 0,1-1-1 0 0,0 1 1 0 0,-1-1 0 0 0,1 1 0 0 0,-2-2 0 0 0,0 1 36 0 0,-1-1-30 0 0,0 0 0 0 0,0 0 0 0 0,1-1 0 0 0,-1 1 0 0 0,0-1 0 0 0,1 0 0 0 0,0 0 0 0 0,0 0 0 0 0,0 0-1 0 0,0 0 1 0 0,0-1 0 0 0,1 1 0 0 0,-1-1 0 0 0,1 0 0 0 0,-3-7 0 0 0,-3-6 34 0 0,1 0-1 0 0,-5-23 1 0 0,6 16-43 0 0,0 0 0 0 0,2 0 0 0 0,0-1 1 0 0,2 0-1 0 0,1 1 0 0 0,1-1 0 0 0,1 0 0 0 0,1 1 0 0 0,1-1 1 0 0,1 1-1 0 0,1-1 0 0 0,2 2 0 0 0,0-1 0 0 0,1 1 0 0 0,2 0 1 0 0,0 0-1 0 0,1 1 0 0 0,25-35 0 0 0,-10 22-9 0 0,1 1 0 0 0,2 1 0 0 0,1 2 0 0 0,44-35 0 0 0,-26 28 40 0 0,2 2 0 0 0,82-43 0 0 0,-23 26-500 0 0,3 5 1 0 0,181-53-1 0 0,-48 38-2786 0 0,-80 29-3113 0 0,-95 19 1060 0 0,-24 7-1703 0 0</inkml:trace>
</inkml:ink>
</file>

<file path=ppt/ink/ink2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6:27.8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358 53 452 0 0,'3'-1'2066'0'0,"33"-14"6833"0"0,-35 15-8743 0 0,0-1 0 0 0,0 1 0 0 0,-1-1 0 0 0,1 1 0 0 0,0-1 0 0 0,0 1 0 0 0,0-1 0 0 0,-1 0 0 0 0,1 0 0 0 0,0 1-1 0 0,0-1 1 0 0,-1 0 0 0 0,1 0 0 0 0,-1 0 0 0 0,1 0 0 0 0,-1 0 0 0 0,1 1 0 0 0,-1-1 0 0 0,0 0 0 0 0,1 0 0 0 0,-1 0 0 0 0,0 0 0 0 0,0 0 0 0 0,0 0 0 0 0,0 0 0 0 0,0-1 0 0 0,0 1 0 0 0,0 0 0 0 0,0-2-1 0 0,-1 1 65 0 0,-4 0 41 0 0,5 1-251 0 0,0 1 0 0 0,0 0 0 0 0,-1-1 0 0 0,1 1 0 0 0,0 0-1 0 0,-1-1 1 0 0,1 1 0 0 0,0 0 0 0 0,-1-1 0 0 0,1 1 0 0 0,0 0 0 0 0,-1 0-1 0 0,1-1 1 0 0,0 1 0 0 0,-1 0 0 0 0,1 0 0 0 0,-1 0 0 0 0,1 0 0 0 0,0-1-1 0 0,-1 1 1 0 0,1 0 0 0 0,-1 0 0 0 0,1 0 0 0 0,-1 0 0 0 0,1 0 0 0 0,0 0-1 0 0,-1 0 1 0 0,0 0 0 0 0,-5 0 12 0 0,-1 0 0 0 0,1 1 0 0 0,0-1 0 0 0,0 1 0 0 0,-1 1 0 0 0,1-1 0 0 0,0 1 0 0 0,0 0 0 0 0,-8 4 0 0 0,2 0-4 0 0,0 0-1 0 0,1 1 1 0 0,-22 17-1 0 0,4 3 1 0 0,1 1 0 0 0,-26 33 0 0 0,33-34 6 0 0,0 0-1 0 0,2 2 1 0 0,-22 41-1 0 0,34-56-12 0 0,1 0-1 0 0,0 1 1 0 0,1-1-1 0 0,0 1 1 0 0,1 0 0 0 0,1 1-1 0 0,0-1 1 0 0,1 1 0 0 0,1 26-1 0 0,1-39-1 0 0,0-1-1 0 0,0 1 1 0 0,1 0-1 0 0,-1 0 1 0 0,1-1-1 0 0,-1 1 1 0 0,1 0 0 0 0,0-1-1 0 0,0 1 1 0 0,1-1-1 0 0,-1 1 1 0 0,0-1-1 0 0,1 0 1 0 0,0 1-1 0 0,-1-1 1 0 0,1 0-1 0 0,0 0 1 0 0,0 0 0 0 0,0 0-1 0 0,0-1 1 0 0,1 1-1 0 0,-1 0 1 0 0,0-1-1 0 0,1 0 1 0 0,3 2-1 0 0,-2-1 2 0 0,0-1 0 0 0,1 0 0 0 0,-1 0 0 0 0,0-1 0 0 0,0 1 0 0 0,1-1 0 0 0,-1 0 0 0 0,0 0 0 0 0,1-1-1 0 0,-1 1 1 0 0,0-1 0 0 0,0 0 0 0 0,0 0 0 0 0,1 0 0 0 0,5-3 0 0 0,0-1-7 0 0,-1-1 0 0 0,0 1 0 0 0,0-1 0 0 0,-1-1 0 0 0,0 0-1 0 0,0 0 1 0 0,0 0 0 0 0,-1-1 0 0 0,0 0 0 0 0,0-1 0 0 0,5-9 0 0 0,8-15 153 0 0,26-60 0 0 0,-35 68 124 0 0,20-39 524 0 0,-30 62-743 0 0,-1 2-58 0 0,0 1-1 0 0,1-1 1 0 0,-1 0-1 0 0,1 1 1 0 0,-1-1 0 0 0,0 0-1 0 0,1 1 1 0 0,-1-1-1 0 0,0 1 1 0 0,1-1 0 0 0,-1 0-1 0 0,0 1 1 0 0,0-1-1 0 0,1 1 1 0 0,-1-1 0 0 0,0 1-1 0 0,0-1 1 0 0,0 1-1 0 0,0-1 1 0 0,0 1-1 0 0,0-1 1 0 0,0 1 0 0 0,0-1-1 0 0,0 1 1 0 0,0-1-1 0 0,0 1 1 0 0,0-1 0 0 0,0 1-1 0 0,0-1 1 0 0,0 2-1 0 0,-3 19 9 0 0,2-20-13 0 0,-1 13 26 0 0,-2 5 7 0 0,0 0 1 0 0,2 0-1 0 0,0 0 1 0 0,1 1-1 0 0,1-1 1 0 0,2 20-1 0 0,-1-35-73 0 0,0 0 0 0 0,0-1 0 0 0,0 1 0 0 0,1-1-1 0 0,-1 1 1 0 0,1-1 0 0 0,0 0 0 0 0,0 1 0 0 0,0-1-1 0 0,0 0 1 0 0,1 0 0 0 0,-1 0 0 0 0,1-1 0 0 0,3 4 0 0 0,0-2-150 0 0,-1 0 0 0 0,1 0 0 0 0,0-1 0 0 0,0 0 0 0 0,1 0 0 0 0,-1 0 0 0 0,9 1 0 0 0,6 1-1959 0 0,1-1 0 0 0,-1-1 0 0 0,41 1-1 0 0,-20-3-4283 0 0</inkml:trace>
</inkml:ink>
</file>

<file path=ppt/ink/ink2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6:28.5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12 295 196 0 0,'-1'-2'2078'0'0,"-1"-1"-1554"0"0,0 0 1 0 0,1 0 0 0 0,0-1 0 0 0,0 1 0 0 0,0-1-1 0 0,0 1 1 0 0,1-1 0 0 0,-1 1 0 0 0,1-1 0 0 0,0 1-1 0 0,0-5 1 0 0,1 1-70 0 0,0 0-1 0 0,0 0 1 0 0,1 1-1 0 0,-1-1 1 0 0,6-10-1 0 0,-4 9-277 0 0,1 0 0 0 0,1 0 0 0 0,-1 0 0 0 0,1 1 0 0 0,1-1 0 0 0,-1 1-1 0 0,1 0 1 0 0,0 1 0 0 0,10-8 0 0 0,-15 12-164 0 0,1 1 0 0 0,-1 0 0 0 0,1 0 0 0 0,-1 0 0 0 0,1 0 0 0 0,-1 0 1 0 0,1 0-1 0 0,0 1 0 0 0,-1-1 0 0 0,1 1 0 0 0,0-1 0 0 0,-1 1 0 0 0,1-1 0 0 0,0 1 0 0 0,0 0 0 0 0,0 0 0 0 0,-1 0 0 0 0,1 0 0 0 0,0 0 0 0 0,0 0 0 0 0,0 1 0 0 0,-1-1 0 0 0,1 0 0 0 0,0 1 0 0 0,0 0 0 0 0,-1-1 0 0 0,1 1 0 0 0,-1 0 1 0 0,3 1-1 0 0,-1 1 13 0 0,1 0-1 0 0,-1 1 1 0 0,0-1 0 0 0,-1 1 0 0 0,1 0 0 0 0,-1 0 0 0 0,1 0 0 0 0,-1 0 0 0 0,-1 0 0 0 0,1 0 0 0 0,0 1 0 0 0,1 6 0 0 0,-2-2 10 0 0,1-1-1 0 0,-2 1 1 0 0,1 0-1 0 0,-1 0 1 0 0,0-1-1 0 0,-3 11 1 0 0,0 1 331 0 0,-1-1-1 0 0,-2 1 1 0 0,0-1-1 0 0,-1-1 1 0 0,-10 21-1 0 0,8-30 8 0 0,3-12-71 0 0,-1-15-119 0 0,7 9-173 0 0,0-1 0 0 0,1 0 1 0 0,0 1-1 0 0,1-1 0 0 0,0 1 1 0 0,0 0-1 0 0,1 0 0 0 0,1 0 0 0 0,4-10 1 0 0,-1 5-19 0 0,0 1-1 0 0,1-1 1 0 0,0 2 0 0 0,20-24 0 0 0,-26 34 2 0 0,0 0-1 0 0,0-1 1 0 0,0 1-1 0 0,1 0 1 0 0,-1 0-1 0 0,1 0 1 0 0,-1 0-1 0 0,1 1 1 0 0,0-1-1 0 0,0 1 1 0 0,0-1-1 0 0,-1 1 1 0 0,1 0 0 0 0,1 0-1 0 0,-1 1 1 0 0,0-1-1 0 0,0 1 1 0 0,0-1-1 0 0,0 1 1 0 0,0 0-1 0 0,1 0 1 0 0,-1 0-1 0 0,0 1 1 0 0,0-1-1 0 0,0 1 1 0 0,0-1-1 0 0,0 1 1 0 0,0 0-1 0 0,0 0 1 0 0,5 3-1 0 0,-2 0 6 0 0,-1-1-1 0 0,0 1 1 0 0,0 0 0 0 0,0 1-1 0 0,0-1 1 0 0,-1 1-1 0 0,0 0 1 0 0,0 0-1 0 0,0 0 1 0 0,0 1-1 0 0,-1-1 1 0 0,0 1-1 0 0,0 0 1 0 0,3 8 0 0 0,0 8 74 0 0,-1 0 1 0 0,0 0 0 0 0,-2 0-1 0 0,0 1 1 0 0,-2 35 0 0 0,-1-56 79 0 0,-5-16-116 0 0,8-4-47 0 0,0 0 0 0 0,2 0 0 0 0,0 1 1 0 0,0-1-1 0 0,2 1 0 0 0,9-17 0 0 0,-3 10-4 0 0,1 1-1 0 0,0 0 0 0 0,27-31 0 0 0,-30 42 0 0 0,0 0 0 0 0,0 1 0 0 0,2 1 0 0 0,-1-1 0 0 0,1 2 0 0 0,1 0 0 0 0,0 1 0 0 0,0 0-1 0 0,0 1 1 0 0,1 0 0 0 0,0 1 0 0 0,24-5 0 0 0,-36 10 11 0 0,0 0-1 0 0,0 0 0 0 0,1 1 0 0 0,-1 0 1 0 0,0-1-1 0 0,0 1 0 0 0,0 1 1 0 0,0-1-1 0 0,0 0 0 0 0,1 1 1 0 0,-1-1-1 0 0,0 1 0 0 0,0 0 1 0 0,0 0-1 0 0,0 0 0 0 0,-1 0 1 0 0,1 1-1 0 0,0-1 0 0 0,0 1 0 0 0,-1 0 1 0 0,1 0-1 0 0,-1 0 0 0 0,1 0 1 0 0,-1 0-1 0 0,0 0 0 0 0,0 1 1 0 0,3 4-1 0 0,-1-2 6 0 0,-1 1 1 0 0,0 0-1 0 0,-1-1 0 0 0,0 1 1 0 0,1 0-1 0 0,-2 0 0 0 0,1 0 1 0 0,-1 1-1 0 0,0-1 1 0 0,0 0-1 0 0,-1 0 0 0 0,0 10 1 0 0,-5 33 24 0 0,2-37-267 0 0,1 0 0 0 0,1 1 1 0 0,0-1-1 0 0,1 1 0 0 0,1-1 0 0 0,-1 1 0 0 0,4 12 1 0 0,-3-22 76 0 0,0-1 1 0 0,0 0-1 0 0,0 1 1 0 0,1-1-1 0 0,-1 0 1 0 0,1 0-1 0 0,-1 0 1 0 0,1 0-1 0 0,0 0 1 0 0,0 0-1 0 0,0-1 1 0 0,0 1-1 0 0,0-1 1 0 0,0 1-1 0 0,0-1 1 0 0,0 0-1 0 0,1 0 1 0 0,-1 0-1 0 0,1 0 1 0 0,3 1-1 0 0,2 0-897 0 0,1 0 0 0 0,-1 0 0 0 0,1-1 0 0 0,13 1 0 0 0,6-2-3206 0 0</inkml:trace>
</inkml:ink>
</file>

<file path=ppt/ink/ink2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6:29.9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338 672 556 0 0,'0'-1'366'0'0,"4"-6"1364"0"0,0-1 1 0 0,-1 1 0 0 0,5-16-1 0 0,-8 20-1395 0 0,1 0 0 0 0,-1 0 0 0 0,0 1 1 0 0,0-1-1 0 0,0 0 0 0 0,0 1 0 0 0,0-1 0 0 0,-1 0 0 0 0,1 0 0 0 0,-1 1 0 0 0,0-1 0 0 0,0 1 0 0 0,0-1 0 0 0,0 1 0 0 0,-2-4 0 0 0,2 5-279 0 0,1 0 1 0 0,-1 0-1 0 0,0 0 0 0 0,0 1 0 0 0,0-1 0 0 0,1 0 0 0 0,-1 1 1 0 0,0-1-1 0 0,0 0 0 0 0,0 1 0 0 0,0-1 0 0 0,0 1 0 0 0,0-1 1 0 0,0 1-1 0 0,0 0 0 0 0,0 0 0 0 0,0-1 0 0 0,0 1 0 0 0,-1 0 1 0 0,1 0-1 0 0,0 0 0 0 0,-2 0 0 0 0,-23 5 303 0 0,12 1-270 0 0,0 1 0 0 0,1 0 1 0 0,0 1-1 0 0,0 1 0 0 0,1 0 0 0 0,-21 20 1 0 0,-60 72 67 0 0,84-91-139 0 0,-5 6 33 0 0,2 1-1 0 0,0 1 1 0 0,1 0-1 0 0,0 0 1 0 0,-10 28-1 0 0,20-45-41 0 0,1 0-1 0 0,-1 0 1 0 0,1 0-1 0 0,0 1 1 0 0,-1-1-1 0 0,1 0 0 0 0,0 0 1 0 0,0 0-1 0 0,0 0 1 0 0,-1 0-1 0 0,1 0 0 0 0,0 0 1 0 0,1 0-1 0 0,-1 0 1 0 0,0 1-1 0 0,0-1 1 0 0,0 0-1 0 0,1 0 0 0 0,-1 1 1 0 0,1-1-4 0 0,0-1 0 0 0,-1 1 0 0 0,1-1 0 0 0,-1 1 0 0 0,1-1 1 0 0,0 1-1 0 0,-1-1 0 0 0,1 1 0 0 0,0-1 0 0 0,-1 1 0 0 0,1-1 0 0 0,0 0 0 0 0,0 1 1 0 0,-1-1-1 0 0,1 0 0 0 0,0 0 0 0 0,0 0 0 0 0,0 0 0 0 0,1 1 0 0 0,2-1 2 0 0,1-1-1 0 0,0 1 1 0 0,-1-1-1 0 0,1 1 1 0 0,-1-2-1 0 0,1 1 1 0 0,4-2-1 0 0,3-2-6 0 0,-1 0 0 0 0,1-1 0 0 0,-2-1 1 0 0,1 0-1 0 0,0 0 0 0 0,15-15 0 0 0,51-61-25 0 0,-54 57-20 0 0,34-31 0 0 0,-55 55-6 0 0,1 3-1 0 0,7 8 42 0 0,-9-2 14 0 0,1 0 0 0 0,-2 0 1 0 0,1 0-1 0 0,-1 0 0 0 0,0 0 1 0 0,0 0-1 0 0,-1 0 0 0 0,0 0 1 0 0,-2 8-1 0 0,0 2 7 0 0,-4 36 49 0 0,-7 56 27 0 0,14-94-55 0 0,-1 0 0 0 0,2-1 0 0 0,0 1 0 0 0,0-1 0 0 0,5 19 0 0 0,-5-31-22 0 0,-1 0 0 0 0,1 0 0 0 0,0 0 1 0 0,0 0-1 0 0,0 0 0 0 0,0 0 0 0 0,0 0 1 0 0,0 0-1 0 0,0 0 0 0 0,0-1 0 0 0,1 1 1 0 0,-1 0-1 0 0,1-1 0 0 0,0 1 0 0 0,-1-1 1 0 0,1 1-1 0 0,0-1 0 0 0,0 0 0 0 0,0 0 1 0 0,0 0-1 0 0,0 0 0 0 0,0 0 0 0 0,0 0 0 0 0,0-1 1 0 0,0 1-1 0 0,0 0 0 0 0,0-1 0 0 0,1 0 1 0 0,-1 0-1 0 0,0 0 0 0 0,0 0 0 0 0,0 0 1 0 0,1 0-1 0 0,-1 0 0 0 0,0 0 0 0 0,0-1 1 0 0,0 0-1 0 0,3 0 0 0 0,6-2 10 0 0,0-1 0 0 0,0-1 0 0 0,0 0 0 0 0,0 0 1 0 0,18-13-1 0 0,-1-3-27 0 0,0-1 1 0 0,-1-1-1 0 0,-2-2 1 0 0,0 0-1 0 0,33-47 1 0 0,91-155-61 0 0,-144 219 66 0 0,143-269-19 0 0,-104 190 35 0 0,64-161 818 0 0,-102 233-702 0 0,-4 7-14 0 0,-9 15-88 0 0,-10 18-24 0 0,-20 51 168 0 0,3 2-1 0 0,-31 110 1 0 0,65-188-171 0 0,-25 74 206 0 0,4 2 0 0 0,4 0 0 0 0,2 1 0 0 0,4 0 0 0 0,-1 93-1 0 0,12-150-120 0 0,1 0 0 0 0,2 0 0 0 0,0 0 0 0 0,6 22 0 0 0,-8-38-58 0 0,0-1-1 0 0,1 0 1 0 0,-1 1-1 0 0,1-1 0 0 0,0 0 1 0 0,0 0-1 0 0,0 0 1 0 0,4 4-1 0 0,-5-5-14 0 0,1-1 0 0 0,-1 0 1 0 0,1 1-1 0 0,-1-1 0 0 0,1 0 0 0 0,-1 0 0 0 0,1 0 0 0 0,0 0 0 0 0,0 0 0 0 0,0 0 1 0 0,-1 0-1 0 0,1 0 0 0 0,0-1 0 0 0,0 1 0 0 0,0-1 0 0 0,0 0 0 0 0,0 0 1 0 0,0 1-1 0 0,0-1 0 0 0,2-1 0 0 0,8-1-1 0 0,-1-1 0 0 0,0 0 1 0 0,0-1-1 0 0,0-1 0 0 0,0 0 0 0 0,-1 0 0 0 0,0-1 1 0 0,0 0-1 0 0,-1-1 0 0 0,1 0 0 0 0,-1 0 1 0 0,-1-1-1 0 0,1 0 0 0 0,6-10 0 0 0,7-9-12 0 0,0 0 0 0 0,-2-2-1 0 0,26-49 1 0 0,-33 52-8 0 0,0-1 0 0 0,14-43 0 0 0,-24 60 3 0 0,0 0-1 0 0,-1 0 0 0 0,0 0 0 0 0,-1 0 0 0 0,0 0 0 0 0,0 0 1 0 0,-1 0-1 0 0,-1 0 0 0 0,1 0 0 0 0,-2 0 0 0 0,-2-12 1 0 0,3 20-2 0 0,1 0 1 0 0,-1 1 0 0 0,0-1 0 0 0,0 0-1 0 0,0 1 1 0 0,0-1 0 0 0,0 1 0 0 0,0-1-1 0 0,0 1 1 0 0,-1 0 0 0 0,1 0 0 0 0,0-1 0 0 0,-1 1-1 0 0,1 0 1 0 0,-1 0 0 0 0,0 0 0 0 0,1 0-1 0 0,-1 1 1 0 0,-1-2 0 0 0,0 1-10 0 0,0 2-1 0 0,0-1 13 0 0,0 0-1 0 0,0 0 1 0 0,0 1-1 0 0,0-1 1 0 0,0 1-1 0 0,0 0 1 0 0,0 0 0 0 0,0 0-1 0 0,1 0 1 0 0,-1 0-1 0 0,0 1 1 0 0,1-1-1 0 0,-6 4 1 0 0,7-3 0 0 0,-1 0 1 0 0,1 0-1 0 0,0 0 0 0 0,0 0 1 0 0,-1 0-1 0 0,1 0 0 0 0,1 1 1 0 0,-1-1-1 0 0,0 0 1 0 0,-1 5-1 0 0,2-2 9 0 0,0-3-5 0 0,1 1 0 0 0,-1-1-1 0 0,1 0 1 0 0,-1 1 0 0 0,1-1 0 0 0,0 0 0 0 0,0 0 0 0 0,0 1-1 0 0,0-1 1 0 0,0 0 0 0 0,1 0 0 0 0,-1 0 0 0 0,1 0 0 0 0,-1-1-1 0 0,1 1 1 0 0,-1 0 0 0 0,1-1 0 0 0,0 1 0 0 0,0-1 0 0 0,4 3-1 0 0,-2-2 4 0 0,1 0-1 0 0,0 0 0 0 0,1 0 1 0 0,-1-1-1 0 0,0 0 0 0 0,6 1 1 0 0,-6-1-3 0 0,12 1-27 0 0,1 0 0 0 0,-1-1 0 0 0,1-1 0 0 0,-1-1 0 0 0,1 0 0 0 0,-1-1 0 0 0,0-1 0 0 0,1-1 0 0 0,-1 0 0 0 0,-1-1 0 0 0,1-1 0 0 0,29-15 0 0 0,-24 8-17 0 0,1 0 0 0 0,-2-2 1 0 0,0-1-1 0 0,-1-1 0 0 0,0 0 1 0 0,-1-1-1 0 0,31-40 0 0 0,-31 35 10 0 0,-29 42-2 0 0,-23 38 143 0 0,3 2 0 0 0,-32 87 0 0 0,53-124-47 0 0,0 2 0 0 0,2-1 0 0 0,1 1 0 0 0,-5 36 0 0 0,11-57-50 0 0,-1-1 1 0 0,1 0 0 0 0,0 1 0 0 0,0-1 0 0 0,1 0-1 0 0,-1 1 1 0 0,0-1 0 0 0,1 0 0 0 0,0 1 0 0 0,-1-1 0 0 0,1 0-1 0 0,0 0 1 0 0,0 0 0 0 0,0 0 0 0 0,0 0 0 0 0,1 0-1 0 0,-1 0 1 0 0,0 0 0 0 0,1 0 0 0 0,2 2 0 0 0,-1-2-37 0 0,0 0 0 0 0,0 0 0 0 0,0-1-1 0 0,0 1 1 0 0,1-1 0 0 0,-1 1 0 0 0,1-1 0 0 0,-1 0 0 0 0,1 0 0 0 0,-1-1 0 0 0,1 1 0 0 0,3-1 0 0 0,5 1-285 0 0,0-2-1 0 0,0 1 1 0 0,0-2 0 0 0,0 0 0 0 0,0 0 0 0 0,23-8 0 0 0,-17 3-56 0 0,-1-1-1 0 0,0-1 1 0 0,0 0 0 0 0,-1-1 0 0 0,0-1 0 0 0,-1-1 0 0 0,0 0-1 0 0,-1-1 1 0 0,-1 0 0 0 0,0-1 0 0 0,20-27 0 0 0,-9 5 1249 0 0,-2-2 0 0 0,-1 0 0 0 0,-2-1 1 0 0,15-44-1 0 0,-28 65-110 0 0,-4 11-499 0 0,0 1 0 0 0,0 0 0 0 0,0 0 0 0 0,7-11 0 0 0,-8 16-206 0 0,-11 44 623 0 0,-86 257 1749 0 0,91-284-2416 0 0,2-9-92 0 0,0 1-1 0 0,1 0 1 0 0,0 0 0 0 0,0 0-1 0 0,1 0 1 0 0,0 0 0 0 0,1 0-1 0 0,0 11 1 0 0,0-18-43 0 0,0 0 0 0 0,1 0 0 0 0,-1 0 0 0 0,1 0 0 0 0,-1 0 0 0 0,1 1 0 0 0,0-1 0 0 0,-1 0 0 0 0,1-1 0 0 0,0 1 0 0 0,0 0 0 0 0,-1 0 0 0 0,1 0 0 0 0,0 0 0 0 0,0-1 0 0 0,0 1 0 0 0,0 0 0 0 0,0-1 0 0 0,0 1 0 0 0,0-1 0 0 0,0 1 0 0 0,1-1 0 0 0,-1 1 0 0 0,0-1 0 0 0,0 0 0 0 0,0 1 0 0 0,3-1 0 0 0,0 0-448 0 0,1 1 0 0 0,0-1 0 0 0,-1 0 0 0 0,1 0-1 0 0,6-2 1 0 0,-5 1-620 0 0,-1 0-1 0 0,1-1 0 0 0,-1 1 1 0 0,1-1-1 0 0,8-5 0 0 0,7-7-5964 0 0</inkml:trace>
</inkml:ink>
</file>

<file path=ppt/ink/ink2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6:30.2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0 103 1484 0 0,'17'-28'4270'0'0,"-15"22"-3061"0"0,1 0 0 0 0,1 1-1 0 0,-1-1 1 0 0,8-7 0 0 0,6-17 3090 0 0,-16 30-4197 0 0,-1-1 0 0 0,0 0 0 0 0,1 1 0 0 0,-1-1 0 0 0,1 1 0 0 0,-1-1 0 0 0,1 1 0 0 0,0-1-1 0 0,-1 1 1 0 0,1-1 0 0 0,-1 1 0 0 0,1 0 0 0 0,0-1 0 0 0,-1 1 0 0 0,1 0 0 0 0,0 0 0 0 0,0-1-1 0 0,-1 1 1 0 0,1 0 0 0 0,0 0 0 0 0,0 0 0 0 0,-1 0 0 0 0,1 0 0 0 0,0 0 0 0 0,-1 0 0 0 0,2 0-1 0 0,0 1 70 0 0,0-1 0 0 0,-1 1 0 0 0,1 0 0 0 0,-1 0 0 0 0,1 0 0 0 0,0 0 0 0 0,-1 0-1 0 0,0 0 1 0 0,1 0 0 0 0,1 3 0 0 0,5 4 660 0 0,-2 1 0 0 0,12 18-1 0 0,-13-19-210 0 0,78 147 3031 0 0,-59-105-3496 0 0,46 70 0 0 0,-62-107-815 0 0,-7-11 297 0 0,1 1 0 0 0,-1 0 0 0 0,1-1 0 0 0,0 0 1 0 0,0 1-1 0 0,0-1 0 0 0,0 0 0 0 0,0 0 0 0 0,0 0 0 0 0,1 0 0 0 0,-1-1 0 0 0,0 1 0 0 0,3 1 0 0 0,-3-3-216 0 0,0 0 0 0 0,-1 0-1 0 0,1-1 1 0 0,0 1 0 0 0,-1 0 0 0 0,1-1-1 0 0,-1 1 1 0 0,1-1 0 0 0,-1 1 0 0 0,1-1-1 0 0,-1 0 1 0 0,1 0 0 0 0,-1 1 0 0 0,0-1 0 0 0,7-8-2897 0 0</inkml:trace>
</inkml:ink>
</file>

<file path=ppt/ink/ink2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6:30.4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577 49 1652 0 0,'-1'-4'1004'0'0,"-12"-23"4433"0"0,12 26-5164 0 0,1 0 0 0 0,-1 0 1 0 0,0-1-1 0 0,0 1 0 0 0,1 0 0 0 0,-1 0 1 0 0,0 0-1 0 0,0 0 0 0 0,0 0 0 0 0,-1 0 1 0 0,1 1-1 0 0,0-1 0 0 0,0 0 0 0 0,0 1 1 0 0,-1-1-1 0 0,1 0 0 0 0,0 1 0 0 0,-3-1 1 0 0,-4 1 182 0 0,0 0 0 0 0,1 1 1 0 0,-1 0-1 0 0,0 0 0 0 0,0 1 0 0 0,1 0 1 0 0,-1 1-1 0 0,1-1 0 0 0,0 1 1 0 0,0 1-1 0 0,0-1 0 0 0,-11 8 1 0 0,-8 7 850 0 0,-44 40 0 0 0,15-5-675 0 0,2 3-1 0 0,2 2 1 0 0,-77 115-1 0 0,97-122-2173 0 0,12-17-6198 0 0</inkml:trace>
</inkml:ink>
</file>

<file path=ppt/ink/ink2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6:30.6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18 115 2992 0 0,'-1'-3'2681'0'0,"-7"-37"6177"0"0,2-2-4514 0 0,4 27-3990 0 0,1 13-746 0 0,1-11-2596 0 0</inkml:trace>
</inkml:ink>
</file>

<file path=ppt/ink/ink2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6:30.9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407 25 1892 0 0,'-339'31'20870'0'0,"272"-27"-17410"0"0,93-16-3908 0 0,207-19-6900 0 0,-139 22 147 0 0,-22 1-1620 0 0</inkml:trace>
</inkml:ink>
</file>

<file path=ppt/ink/ink2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6:31.3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322 59 2476 0 0,'0'-3'2580'0'0,"2"-52"11136"0"0,-14 82-11821 0 0,6-15-1227 0 0,-140 303 4241 0 0,3-19-5431 0 0,140-289 62 0 0,0 1 1 0 0,1-1 0 0 0,-1 1-1 0 0,-2 12 1 0 0,5-18 174 0 0,0 0 0 0 0,0-1 1 0 0,0 1-1 0 0,0-1 0 0 0,0 1 0 0 0,0-1 0 0 0,0 1 0 0 0,0 0 0 0 0,1-1 1 0 0,-1 1-1 0 0,1-1 0 0 0,-1 1 0 0 0,1-1 0 0 0,-1 0 0 0 0,1 1 0 0 0,0-1 0 0 0,0 1 1 0 0,0-1-1 0 0,0 0 0 0 0,0 0 0 0 0,0 0 0 0 0,0 1 0 0 0,0-1 0 0 0,0 0 1 0 0,0 0-1 0 0,1-1 0 0 0,-1 1 0 0 0,2 1 0 0 0,36-7-12475 0 0</inkml:trace>
</inkml:ink>
</file>

<file path=ppt/ink/ink2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6:31.7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279 99 1080 0 0,'59'-94'13564'0'0,"-58"92"-12927"0"0,-2 1-558 0 0,0 1 0 0 0,0 0 0 0 0,0-1 0 0 0,0 1 0 0 0,1 0 0 0 0,-1-1 0 0 0,0 1-1 0 0,0 0 1 0 0,0 0 0 0 0,0 0 0 0 0,0 0 0 0 0,0 0 0 0 0,0 0 0 0 0,0 0 0 0 0,-1 1 0 0 0,-118 81 1462 0 0,71-46-1312 0 0,49-36-218 0 0,-1 0 0 0 0,0 1 0 0 0,0-1 0 0 0,1 1 0 0 0,-1-1 0 0 0,0 1 0 0 0,1-1 0 0 0,-1 1 0 0 0,0 0 0 0 0,1-1 0 0 0,-1 1 0 0 0,1 0 0 0 0,-1-1 0 0 0,1 1 0 0 0,-1 0-1 0 0,1 0 1 0 0,-1-1 0 0 0,1 1 0 0 0,0 0 0 0 0,-1 0 0 0 0,1 0 0 0 0,0 0 0 0 0,0-1 0 0 0,0 1 0 0 0,0 0 0 0 0,0 0 0 0 0,0 0 0 0 0,0 0 0 0 0,0 0 0 0 0,0 0 0 0 0,0-1 0 0 0,0 1 0 0 0,0 0-1 0 0,1 0 1 0 0,-1 0 0 0 0,0 0 0 0 0,1-1 0 0 0,-1 1 0 0 0,1 0 0 0 0,-1 0 0 0 0,1-1 0 0 0,0 2 0 0 0,3 2 6 0 0,0 0 1 0 0,0-1 0 0 0,1 1-1 0 0,-1-1 1 0 0,9 5-1 0 0,1 1 1 0 0,-3 0 49 0 0,0 0 0 0 0,-1 1 0 0 0,0 0 0 0 0,16 21 0 0 0,-22-25 247 0 0,-1 0-1 0 0,1 0 1 0 0,-1 1-1 0 0,0-1 1 0 0,-1 1-1 0 0,1 0 1 0 0,-1-1-1 0 0,0 1 1 0 0,-1 0-1 0 0,0 0 1 0 0,1 14-1 0 0,-3-13 150 0 0,1-1-1 0 0,-1 1 1 0 0,-1-1-1 0 0,1 1 1 0 0,-1-1-1 0 0,0 1 1 0 0,-1-1-1 0 0,0 0 1 0 0,0 0-1 0 0,-1 0 1 0 0,-7 10-1 0 0,9-13-285 0 0,-1 0 1 0 0,-1 0-1 0 0,1 0 0 0 0,0-1 0 0 0,-1 1 1 0 0,0-1-1 0 0,0 0 0 0 0,0 0 0 0 0,0 0 1 0 0,0-1-1 0 0,-1 0 0 0 0,1 1 1 0 0,-1-2-1 0 0,1 1 0 0 0,-1 0 0 0 0,0-1 1 0 0,0 0-1 0 0,1 0 0 0 0,-1 0 0 0 0,-7 0 1 0 0,6-1-163 0 0,0 0 0 0 0,0 0 1 0 0,0-1-1 0 0,0 0 0 0 0,-1 0 1 0 0,1 0-1 0 0,0-1 0 0 0,1 0 1 0 0,-1 0-1 0 0,0 0 0 0 0,0-1 1 0 0,1 0-1 0 0,0 0 0 0 0,-1 0 1 0 0,1-1-1 0 0,0 1 0 0 0,1-1 1 0 0,-1 0-1 0 0,1-1 0 0 0,0 1 1 0 0,-6-8-1 0 0,5 3-621 0 0,0 1 1 0 0,1 0-1 0 0,-1-1 1 0 0,2 0-1 0 0,-1 0 0 0 0,1 0 1 0 0,-3-17-1 0 0,1-20-4873 0 0,3-3-3845 0 0,2 19-1239 0 0</inkml:trace>
</inkml:ink>
</file>

<file path=ppt/ink/ink2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6:31.9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 84 1680 0 0,'-6'-13'4259'0'0,"-1"1"1"0"0,-11-17-1 0 0,0 1-491 0 0,17 27-3677 0 0</inkml:trace>
</inkml:ink>
</file>

<file path=ppt/ink/ink2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6:33.1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64 828 1788 0 0,'-8'14'1632'0'0,"1"0"-1"0"0,0 0 1 0 0,-5 17-1 0 0,1 4 520 0 0,-7 44 0 0 0,18-77-1976 0 0,-1 0-1 0 0,1 1 1 0 0,0-1 0 0 0,0 0 0 0 0,0 0 0 0 0,0 0 0 0 0,1 0-1 0 0,-1 1 1 0 0,1-1 0 0 0,0 2 0 0 0,-1-3-114 0 0,0 0-1 0 0,1 0 1 0 0,-1-1 0 0 0,1 1-1 0 0,-1 0 1 0 0,0 0 0 0 0,1-1-1 0 0,-1 1 1 0 0,1 0 0 0 0,0-1-1 0 0,-1 1 1 0 0,1-1 0 0 0,-1 1-1 0 0,1-1 1 0 0,0 1 0 0 0,0-1-1 0 0,-1 1 1 0 0,1-1 0 0 0,0 0-1 0 0,0 1 1 0 0,-1-1 0 0 0,1 0-1 0 0,0 0 1 0 0,0 1 0 0 0,0-1-1 0 0,0 0 1 0 0,-1 0 0 0 0,1 0-1 0 0,0 0 1 0 0,1 0 0 0 0,11-2 62 0 0,0-1 0 0 0,0 0 1 0 0,-1-1-1 0 0,1-1 0 0 0,-1 0 1 0 0,0 0-1 0 0,0-1 0 0 0,-1-1 1 0 0,1 0-1 0 0,-1 0 0 0 0,13-13 1 0 0,3-3-92 0 0,-2-1 0 0 0,0-2 1 0 0,25-33-1 0 0,-8 1-27 0 0,-3-2 1 0 0,52-104-1 0 0,-48 70-10 0 0,37-118 1 0 0,-64 161-41 0 0,-2-1 0 0 0,8-72 1 0 0,-24 94-66 0 0,1 26 86 0 0,-1 5 22 0 0,-1-1 0 0 0,0 1 0 0 0,1 0 0 0 0,-1-1 0 0 0,0 1 0 0 0,1 0 0 0 0,0 1-1 0 0,-1-1 1 0 0,1 0 0 0 0,-1 1 0 0 0,1-1 0 0 0,0 1 0 0 0,0 0 0 0 0,0-1 0 0 0,-3 5 0 0 0,-29 37 13 0 0,25-29-17 0 0,-51 75 6 0 0,4 3-1 0 0,4 2 1 0 0,-42 105-1 0 0,93-197 2 0 0,-66 170 47 0 0,61-153-38 0 0,1 0-1 0 0,1 0 1 0 0,1 0 0 0 0,0 1 0 0 0,2-1 0 0 0,0 1 0 0 0,2 25 0 0 0,0-40-10 0 0,-1-1 1 0 0,1 1-1 0 0,0-1 1 0 0,0 1-1 0 0,1-1 1 0 0,-1 0-1 0 0,1 0 1 0 0,0 0-1 0 0,0 0 1 0 0,0 0-1 0 0,1 0 1 0 0,-1 0-1 0 0,1-1 1 0 0,0 1-1 0 0,6 5 1 0 0,-4-6-122 0 0,-1 0 0 0 0,1 0-1 0 0,0 0 1 0 0,0 0 0 0 0,0-1 0 0 0,1 0-1 0 0,-1 0 1 0 0,0 0 0 0 0,1-1 0 0 0,-1 0-1 0 0,7 1 1 0 0,4-1-300 0 0,-1 0 0 0 0,0-2-1 0 0,0 0 1 0 0,1 0 0 0 0,-1-2-1 0 0,0 0 1 0 0,0 0-1 0 0,18-8 1 0 0,-3-1-134 0 0,-1-2 0 0 0,-1-1 0 0 0,0-2 0 0 0,-1 0 0 0 0,-1-2 0 0 0,0-1 0 0 0,-2-1 0 0 0,0-1 0 0 0,21-26-1 0 0,10-17 131 0 0,-3-3 0 0 0,51-88 0 0 0,31-95 2515 0 0,-61 76 2309 0 0,-67 160-3932 0 0,-4 12-347 0 0,0-1 0 0 0,-1 1 0 0 0,0 0 0 0 0,0 0 0 0 0,0-1 0 0 0,0 1 0 0 0,0 0 0 0 0,0-5 0 0 0,-12 22 112 0 0,-7 12-120 0 0,2 2 0 0 0,-20 44 0 0 0,12-22-11 0 0,-221 523 844 0 0,235-544-893 0 0,3-9 131 0 0,0 0 1 0 0,-15 28-1 0 0,19-40 45 0 0,8-9-89 0 0,10-11-71 0 0,93-117-28 0 0,1-4 19 0 0,-85 107-50 0 0,2 1 1 0 0,49-38 0 0 0,-67 57-24 0 0,-1 1 1 0 0,0 1-1 0 0,1-1 0 0 0,0 1 0 0 0,0 1 0 0 0,0 0 1 0 0,17-5-1 0 0,-23 8 11 0 0,0-1 0 0 0,1 1-1 0 0,-1 0 1 0 0,0 0 0 0 0,0 0 0 0 0,1 0 0 0 0,-1 0 0 0 0,0 0 0 0 0,0 1 0 0 0,1-1 0 0 0,-1 1-1 0 0,0 0 1 0 0,0-1 0 0 0,0 1 0 0 0,0 0 0 0 0,0 0 0 0 0,0 0 0 0 0,0 1 0 0 0,0-1-1 0 0,0 0 1 0 0,-1 1 0 0 0,1-1 0 0 0,0 1 0 0 0,-1 0 0 0 0,0-1 0 0 0,1 1 0 0 0,-1 0-1 0 0,0 0 1 0 0,0 0 0 0 0,0 0 0 0 0,0 0 0 0 0,0 0 0 0 0,0 0 0 0 0,0 0 0 0 0,0 3 0 0 0,1 6 5 0 0,1-1 0 0 0,-2 0 0 0 0,1 1 1 0 0,-2 0-1 0 0,1-1 0 0 0,-2 1 1 0 0,1 0-1 0 0,-1-1 0 0 0,-5 19 1 0 0,-3 8 45 0 0,-20 48 1 0 0,13-42-25 0 0,0 0 3 0 0,9-28-13 0 0,1-1-1 0 0,1 1 0 0 0,1 0 1 0 0,0 0-1 0 0,0 1 0 0 0,0 16 1 0 0,4-31-15 0 0,0 0 0 0 0,0 1 0 0 0,0-1 0 0 0,1 0 0 0 0,-1 0 0 0 0,0 0 0 0 0,1 0 0 0 0,-1 0 0 0 0,1 0 0 0 0,-1 0 1 0 0,1 0-1 0 0,0 0 0 0 0,-1 0 0 0 0,1 0 0 0 0,0 0 0 0 0,0 0 0 0 0,-1-1 0 0 0,1 1 0 0 0,0 0 0 0 0,0 0 0 0 0,0-1 0 0 0,0 1 0 0 0,0-1 0 0 0,0 1 0 0 0,0-1 0 0 0,0 1 0 0 0,0-1 1 0 0,0 1-1 0 0,0-1 0 0 0,1 0 0 0 0,-1 0 0 0 0,0 0 0 0 0,0 1 0 0 0,0-1 0 0 0,0 0 0 0 0,0-1 0 0 0,1 1 0 0 0,1 0 0 0 0,20-4-210 0 0,1-1 0 0 0,-1-2 0 0 0,0 0 1 0 0,0-1-1 0 0,-1-1 0 0 0,0-1 0 0 0,38-24 0 0 0,-16 5-116 0 0,-2-1-1 0 0,65-62 1 0 0,-75 61 159 0 0,48-62 0 0 0,-65 72 249 0 0,0 0 0 0 0,-2-1 0 0 0,0-1 0 0 0,14-35 0 0 0,-20 30 206 0 0,-7 27-279 0 0,0 0-1 0 0,0 1 0 0 0,-1-1 0 0 0,1 0 1 0 0,0 0-1 0 0,0 0 0 0 0,-1 0 0 0 0,1 0 1 0 0,0 1-1 0 0,-1-1 0 0 0,1 0 0 0 0,-1 0 1 0 0,1 1-1 0 0,-1-1 0 0 0,1 0 1 0 0,-1 1-1 0 0,1-1 0 0 0,-1 0 0 0 0,0 1 1 0 0,1-1-1 0 0,-1 1 0 0 0,0-1 0 0 0,0 1 1 0 0,1-1-1 0 0,-1 1 0 0 0,-2-1 0 0 0,-3 1 23 0 0,-7 5-2 0 0,1 0 1 0 0,0 1 0 0 0,0 1 0 0 0,1 0 0 0 0,-1 0 0 0 0,1 1-1 0 0,1 0 1 0 0,0 1 0 0 0,0 0 0 0 0,-9 12 0 0 0,0 0 94 0 0,2 1 0 0 0,1 0 1 0 0,1 1-1 0 0,-14 28 0 0 0,22-37-10 0 0,0 1 0 0 0,1-1-1 0 0,1 1 1 0 0,0 0 0 0 0,1 0-1 0 0,-2 21 1 0 0,5-32-77 0 0,1 0-1 0 0,-1-1 1 0 0,1 1 0 0 0,0 0 0 0 0,1 0-1 0 0,-1-1 1 0 0,0 1 0 0 0,1 0-1 0 0,0-1 1 0 0,0 1 0 0 0,0-1-1 0 0,0 1 1 0 0,1-1 0 0 0,0 1-1 0 0,-1-1 1 0 0,1 0 0 0 0,0 0 0 0 0,0 0-1 0 0,1 0 1 0 0,-1 0 0 0 0,1 0-1 0 0,-1-1 1 0 0,1 1 0 0 0,0-1-1 0 0,0 0 1 0 0,0 0 0 0 0,0 0-1 0 0,0 0 1 0 0,1 0 0 0 0,-1-1 0 0 0,1 1-1 0 0,3 0 1 0 0,8 2-91 0 0,-1-1 1 0 0,0-1-1 0 0,1 0 0 0 0,-1-1 1 0 0,1-1-1 0 0,-1 0 0 0 0,1-1 1 0 0,-1 0-1 0 0,24-6 0 0 0,-16 2-1319 0 0,40-16 0 0 0,-42 13-1727 0 0,34-21 0 0 0,-17 5-2433 0 0</inkml:trace>
</inkml:ink>
</file>

<file path=ppt/ink/ink2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6:33.4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357 0 3080 0 0,'-73'14'4131'0'0,"-196"30"9976"0"0,255-40-13244 0 0,20-1-249 0 0,27 0-362 0 0,286-30-4004 0 0,-106 6-6810 0 0,-160 15 4233 0 0</inkml:trace>
</inkml:ink>
</file>

<file path=ppt/ink/ink2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6:34.0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49 830 8 0 0,'-2'3'2298'0'0,"-5"6"-1066"0"0,1-1-1 0 0,1 1 1 0 0,-1 1 0 0 0,2-1-1 0 0,-1 1 1 0 0,1 0-1 0 0,1 0 1 0 0,-3 12 0 0 0,6-21-1129 0 0,-1 0 1 0 0,1 0 0 0 0,0 0-1 0 0,0 0 1 0 0,0 0 0 0 0,1 1-1 0 0,-1-1 1 0 0,0 0 0 0 0,0 0-1 0 0,1 0 1 0 0,-1 0 0 0 0,0 0-1 0 0,1 0 1 0 0,-1 0 0 0 0,1 0-1 0 0,-1 0 1 0 0,1 0 0 0 0,0 0-1 0 0,-1-1 1 0 0,1 1 0 0 0,0 0-1 0 0,0 0 1 0 0,-1-1 0 0 0,1 1-1 0 0,0 0 1 0 0,0-1 0 0 0,0 1-1 0 0,0-1 1 0 0,0 1 0 0 0,0-1-1 0 0,0 1 1 0 0,2 0 0 0 0,1 0 44 0 0,0 0 0 0 0,0-1 1 0 0,0 1-1 0 0,1-1 0 0 0,7 0 1 0 0,2-1-39 0 0,0-1 1 0 0,-1-1 0 0 0,1 0-1 0 0,-1 0 1 0 0,0-2 0 0 0,0 0 0 0 0,0 0-1 0 0,14-9 1 0 0,-6 2-52 0 0,0-1 0 0 0,-1-1 0 0 0,31-28 0 0 0,-23 13-40 0 0,-1-1 1 0 0,-2-1 0 0 0,-1-1 0 0 0,-1-2-1 0 0,-2 0 1 0 0,27-58 0 0 0,-4-9-25 0 0,34-121 1 0 0,-68 191-3 0 0,7-21-39 0 0,15-81 0 0 0,-32 115-107 0 0,-8 25 96 0 0,-10 28 69 0 0,17-34-12 0 0,-33 77 375 0 0,-40 135-1 0 0,0 90 373 0 0,66-262-581 0 0,-4 53 1 0 0,11-81-311 0 0,1-1 1 0 0,0 1-1 0 0,1 0 1 0 0,0-1-1 0 0,1 1 1 0 0,0-1-1 0 0,1 1 1 0 0,7 18-1 0 0,-9-28-119 0 0,0-1 0 0 0,0 1 0 0 0,1-1 0 0 0,-1 1 0 0 0,1-1 0 0 0,0 0 0 0 0,-1 1 0 0 0,1-1-1 0 0,0 0 1 0 0,0 0 0 0 0,1 0 0 0 0,-1-1 0 0 0,0 1 0 0 0,4 1 0 0 0,-4-1-505 0 0,1-1 0 0 0,0 0 0 0 0,0-1 0 0 0,0 1 0 0 0,-1 0 0 0 0,1-1 0 0 0,0 1 0 0 0,6-1 0 0 0,9 0-5273 0 0</inkml:trace>
</inkml:ink>
</file>

<file path=ppt/ink/ink2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6:34.5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186 169 2248 0 0,'-172'-43'12354'0'0,"171"42"-12293"0"0,1 1 0 0 0,-1 0-1 0 0,0 0 1 0 0,0 0 0 0 0,0 0 0 0 0,1-1-1 0 0,-1 1 1 0 0,0 0 0 0 0,0-1 0 0 0,1 1-1 0 0,-1-1 1 0 0,0 1 0 0 0,1-1 0 0 0,-1 1-1 0 0,1-1 1 0 0,-1 1 0 0 0,0-2 0 0 0,1 2-49 0 0,0 0 1 0 0,0-1-1 0 0,0 1 1 0 0,0 0-1 0 0,0 0 1 0 0,0-1-1 0 0,1 1 1 0 0,-1 0-1 0 0,0-1 1 0 0,0 1-1 0 0,0 0 1 0 0,0 0 0 0 0,1-1-1 0 0,-1 1 1 0 0,0 0-1 0 0,0 0 1 0 0,0 0-1 0 0,1-1 1 0 0,-1 1-1 0 0,0 0 1 0 0,1 0-1 0 0,-1 0 1 0 0,0-1-1 0 0,0 1 1 0 0,1 0-1 0 0,-1 0 1 0 0,1 0 0 0 0,27-9 52 0 0,-26 9-4 0 0,566-102 402 0 0,-563 102-462 0 0,-1-1 0 0 0,0 1 0 0 0,1 0 0 0 0,-1 0 0 0 0,0 1 0 0 0,1-1 0 0 0,-1 1 0 0 0,0 0 0 0 0,1 0 0 0 0,-1 0 0 0 0,0 1 0 0 0,0-1 0 0 0,0 1 0 0 0,0 0 0 0 0,0 0 0 0 0,0 0 0 0 0,-1 1 0 0 0,1 0 0 0 0,-1-1 0 0 0,0 1 0 0 0,0 0 0 0 0,0 1 0 0 0,0-1 0 0 0,0 0 0 0 0,0 1 0 0 0,-1 0 0 0 0,0-1 0 0 0,0 1 0 0 0,0 0 0 0 0,0 0 0 0 0,-1 0 0 0 0,1 0 0 0 0,1 8 0 0 0,0 13 64 0 0,0 0 1 0 0,-1 0 0 0 0,-2 0 0 0 0,-1 0-1 0 0,-7 49 1 0 0,-37 122 746 0 0,6-76 1274 0 0,37-114-1558 0 0,-7 17 612 0 0,9-22-1112 0 0,0-1 1 0 0,0 0 0 0 0,-1 0 0 0 0,1 1 0 0 0,0-1 0 0 0,0 0-1 0 0,0 1 1 0 0,0-1 0 0 0,0 0 0 0 0,0 0 0 0 0,0 1 0 0 0,-1-1 0 0 0,1 0-1 0 0,0 0 1 0 0,0 0 0 0 0,0 1 0 0 0,-1-1 0 0 0,1 0 0 0 0,0 0-1 0 0,0 0 1 0 0,-1 0 0 0 0,1 1 0 0 0,0-1 0 0 0,0 0 0 0 0,-1 0 0 0 0,1 0-1 0 0,0 0 1 0 0,0 0 0 0 0,-1 0 0 0 0,1 0 0 0 0,0 0 0 0 0,-1 0-1 0 0,1 0 1 0 0,0 0 0 0 0,-1 0 0 0 0,1 0 0 0 0,0 0 0 0 0,0 0 0 0 0,-1 0-1 0 0,1 0 1 0 0,0 0 0 0 0,0 0 0 0 0,-1 0 0 0 0,1 0 0 0 0,0-1-1 0 0,-1 1 1 0 0,1 0 0 0 0,0 0 0 0 0,0 0 0 0 0,0 0 0 0 0,-1-1 0 0 0,1 1-1 0 0,0 0 1 0 0,0-1 0 0 0,-1 0-21 0 0,1 0-1 0 0,0 0 1 0 0,0 0 0 0 0,1 0-1 0 0,-1 0 1 0 0,0-1 0 0 0,0 1 0 0 0,0 0-1 0 0,1 0 1 0 0,-1 0 0 0 0,1 0-1 0 0,-1 0 1 0 0,1 0 0 0 0,-1 0-1 0 0,2-2 1 0 0,-1 2 5 0 0,6-16-19 0 0,2 1 0 0 0,0 0 1 0 0,1 0-1 0 0,0 1 0 0 0,1 0 0 0 0,19-19 0 0 0,83-73-498 0 0,-112 106 500 0 0,38-33-861 0 0,82-54 0 0 0,-98 75-939 0 0,44-19-1 0 0,-48 25-412 0 0,-1 1 0 0 0,1 0 0 0 0,22-3-1 0 0,-16 6-3973 0 0</inkml:trace>
</inkml:ink>
</file>

<file path=ppt/ink/ink2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6:35.1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488 59 1552 0 0,'-1'-2'1878'0'0,"-1"-2"-1307"0"0,0 0 0 0 0,0 0 1 0 0,-1 0-1 0 0,0 1 0 0 0,1-1 1 0 0,-1 1-1 0 0,-1 0 1 0 0,1 0-1 0 0,0 0 0 0 0,-1 0 1 0 0,1 0-1 0 0,-7-2 0 0 0,6 3-459 0 0,0 0 0 0 0,0 1 0 0 0,0-1 0 0 0,0 1 0 0 0,0 0 1 0 0,0 0-1 0 0,-1 1 0 0 0,1-1 0 0 0,0 1 0 0 0,-1 0 0 0 0,1 0 0 0 0,0 1 0 0 0,-1-1 0 0 0,1 1 0 0 0,0 0 0 0 0,0 0 0 0 0,0 0 0 0 0,0 1 0 0 0,0 0 0 0 0,-6 3 0 0 0,-14 8 294 0 0,1 2 0 0 0,1 1 0 0 0,-26 23 0 0 0,-56 62 857 0 0,28-13-692 0 0,68-78-504 0 0,1 0-1 0 0,1 0 1 0 0,0 0-1 0 0,1 1 1 0 0,0 0 0 0 0,0 0-1 0 0,-4 19 1 0 0,9-29-59 0 0,-1 0-1 0 0,1 0 1 0 0,0 0 0 0 0,0 0 0 0 0,0 1 0 0 0,0-1-1 0 0,0 0 1 0 0,0 0 0 0 0,0 0 0 0 0,1 0 0 0 0,-1 0-1 0 0,0 1 1 0 0,1-1 0 0 0,-1 0 0 0 0,1 0 0 0 0,-1 0-1 0 0,1 0 1 0 0,-1 0 0 0 0,1 0 0 0 0,0 0-1 0 0,-1 0 1 0 0,1 0 0 0 0,0-1 0 0 0,0 1 0 0 0,0 0-1 0 0,0 0 1 0 0,0-1 0 0 0,0 1 0 0 0,0 0 0 0 0,0-1-1 0 0,0 1 1 0 0,0-1 0 0 0,0 0 0 0 0,0 1-1 0 0,0-1 1 0 0,0 0 0 0 0,0 1 0 0 0,1-1 0 0 0,-1 0-1 0 0,2 0 1 0 0,3 1 2 0 0,1-1 0 0 0,-1 0-1 0 0,0 0 1 0 0,12-2 0 0 0,-8 0-4 0 0,1-1 0 0 0,-1 0 0 0 0,0 0 1 0 0,0-1-1 0 0,0 0 0 0 0,-1-1 0 0 0,11-7 0 0 0,0-1-2 0 0,34-31-1 0 0,-2-5-7 0 0,62-80 0 0 0,-45 48 492 0 0,-50 60-385 0 0,-18 21-99 0 0,0 0 1 0 0,-1 1-1 0 0,1-1 0 0 0,-1 1 1 0 0,1 0-1 0 0,-1-1 1 0 0,0 1-1 0 0,1-1 0 0 0,-1 1 1 0 0,1 0-1 0 0,-1-1 1 0 0,0 1-1 0 0,0 0 1 0 0,1-1-1 0 0,-1 1 0 0 0,0 0 1 0 0,0-1-1 0 0,0 2 1 0 0,-8 28 306 0 0,-2-2 0 0 0,-1 1 0 0 0,-1-1 0 0 0,-18 28 0 0 0,-2 7-134 0 0,25-48-182 0 0,0-2-87 0 0,0 0 0 0 0,1 1 0 0 0,1-1 0 0 0,0 1 0 0 0,1 0 0 0 0,1 1 0 0 0,-3 18-1 0 0,6-30-200 0 0,0-1 0 0 0,1 0-1 0 0,-1 0 1 0 0,1 1 0 0 0,-1-1-1 0 0,1 0 1 0 0,0 0 0 0 0,0 0-1 0 0,1 2 1 0 0,-2-3 116 0 0,1 0 1 0 0,-1-1-1 0 0,0 1 0 0 0,1-1 0 0 0,-1 1 1 0 0,1 0-1 0 0,-1-1 0 0 0,1 1 0 0 0,-1-1 1 0 0,1 1-1 0 0,-1-1 0 0 0,1 1 1 0 0,0-1-1 0 0,-1 0 0 0 0,1 1 0 0 0,0-1 1 0 0,-1 0-1 0 0,1 1 0 0 0,0-1 0 0 0,-1 0 1 0 0,1 0-1 0 0,0 0 0 0 0,0 1 1 0 0,-1-1-1 0 0,1 0 0 0 0,0 0 0 0 0,0 0 1 0 0,-1 0-1 0 0,1 0 0 0 0,0-1 0 0 0,0 1 1 0 0,1 0-1 0 0,14-7-3237 0 0,-3-2-1285 0 0</inkml:trace>
</inkml:ink>
</file>

<file path=ppt/ink/ink2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6:35.6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1 248 460 0 0,'11'-17'1595'0'0,"92"-133"9119"0"0,-102 150-10674 0 0,-1-1 1 0 0,0 0 0 0 0,1 1-1 0 0,-1-1 1 0 0,1 0 0 0 0,-1 1 0 0 0,1-1-1 0 0,-1 0 1 0 0,1 1 0 0 0,-1-1 0 0 0,1 1-1 0 0,0-1 1 0 0,-1 1 0 0 0,1 0 0 0 0,0-1-1 0 0,-1 1 1 0 0,1 0 0 0 0,0-1-1 0 0,0 1 1 0 0,-1 0 0 0 0,1 0 0 0 0,1-1-1 0 0,-1 2-14 0 0,-1-1 0 0 0,1 0 0 0 0,-1 1 0 0 0,0-1 0 0 0,1 1 0 0 0,-1 0 0 0 0,0-1 0 0 0,1 1 0 0 0,-1-1 0 0 0,0 1 0 0 0,0-1 0 0 0,1 1 0 0 0,-1 0 0 0 0,0-1 0 0 0,0 1 0 0 0,0-1 0 0 0,0 1 0 0 0,0 0 0 0 0,0-1 0 0 0,0 2 0 0 0,-3 41 826 0 0,3-40-738 0 0,-9 43 465 0 0,-1-1 0 0 0,-2 1 0 0 0,-34 79 1 0 0,23-74 448 0 0,23-49-610 0 0,-1-3-405 0 0,1 0 0 0 0,0 1 0 0 0,-1-1 0 0 0,1 0 0 0 0,0 0-1 0 0,-1 0 1 0 0,1 1 0 0 0,0-1 0 0 0,0 0 0 0 0,0 0 0 0 0,0 0-1 0 0,0 0 1 0 0,0 0 0 0 0,0 1 0 0 0,0-3 0 0 0,12-23 10 0 0,1 0 1 0 0,2 1-1 0 0,0 1 1 0 0,30-38 0 0 0,87-84 20 0 0,-102 116-43 0 0,57-43-1 0 0,-84 71-2 0 0,-1 0 0 0 0,0 1 0 0 0,1-1 0 0 0,-1 0-1 0 0,1 1 1 0 0,0 0 0 0 0,0 0 0 0 0,-1 0 0 0 0,1 0 0 0 0,0 0 0 0 0,0 0 0 0 0,0 1-1 0 0,0 0 1 0 0,0-1 0 0 0,0 1 0 0 0,0 0 0 0 0,0 0 0 0 0,0 1 0 0 0,0-1-1 0 0,0 1 1 0 0,0-1 0 0 0,0 1 0 0 0,-1 0 0 0 0,1 0 0 0 0,3 2 0 0 0,-2-1 2 0 0,0 1 1 0 0,0 0-1 0 0,0 0 0 0 0,0 0 1 0 0,0 1-1 0 0,-1-1 1 0 0,0 1-1 0 0,0 0 0 0 0,0 0 1 0 0,0 0-1 0 0,-1 0 1 0 0,1 1-1 0 0,-1-1 0 0 0,3 9 1 0 0,0 3 50 0 0,0 0 1 0 0,-1 0-1 0 0,-1 0 1 0 0,-1 1-1 0 0,0-1 1 0 0,-1 1-1 0 0,-1-1 0 0 0,0 1 1 0 0,-1-1-1 0 0,-6 31 1 0 0,-22 60-1204 0 0,29-106 1022 0 0,-1 1 1 0 0,1-1-1 0 0,0 0 1 0 0,0 0-1 0 0,-1 0 1 0 0,1 0-1 0 0,0 0 1 0 0,0 1-1 0 0,0-1 0 0 0,0 0 1 0 0,1 0-1 0 0,-1 0 1 0 0,0 0-1 0 0,0 0 1 0 0,1 1-1 0 0,-1-1 1 0 0,0 0-1 0 0,1 0 1 0 0,0 0-1 0 0,-1 0 1 0 0,1 0-1 0 0,-1 0 1 0 0,1 0-1 0 0,0 0 1 0 0,0-1-1 0 0,1 3 1 0 0,0-2-62 0 0,0-1 0 0 0,0 1 0 0 0,0 0 0 0 0,0-1 1 0 0,0 1-1 0 0,0-1 0 0 0,0 0 0 0 0,0 1 1 0 0,0-1-1 0 0,0 0 0 0 0,0-1 0 0 0,0 1 0 0 0,4-1 1 0 0,8-2-852 0 0,0-1 0 0 0,0 0 1 0 0,17-9-1 0 0,-28 12 755 0 0,33-16-2278 0 0,0-2-558 0 0</inkml:trace>
</inkml:ink>
</file>

<file path=ppt/ink/ink2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6:36.0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268 253 1700 0 0,'41'-36'1884'0'0,"6"-4"1809"0"0,-1-2 0 0 0,62-75 0 0 0,-97 101-2789 0 0,-10 14-553 0 0,-5 3-218 0 0,-6 0-62 0 0,1 1-1 0 0,0 1 0 0 0,-1-1 1 0 0,1 1-1 0 0,1 1 0 0 0,-17 8 1 0 0,-55 37 339 0 0,57-34-310 0 0,-51 36 83 0 0,66-45-154 0 0,1 0-1 0 0,0 0 1 0 0,1 1-1 0 0,0 0 1 0 0,0 0-1 0 0,0 1 1 0 0,-6 11 0 0 0,11-17-25 0 0,1-1 0 0 0,-1 1 0 0 0,1 0 0 0 0,-1 0 0 0 0,1 0 0 0 0,0-1 0 0 0,0 1 0 0 0,0 0 0 0 0,0 0 0 0 0,0 0 0 0 0,0 0 0 0 0,0-1 0 0 0,1 1 0 0 0,-1 0 0 0 0,0 0 0 0 0,1-1 0 0 0,0 1 0 0 0,-1 0 0 0 0,1-1 0 0 0,0 1 0 0 0,0 0 0 0 0,0-1 0 0 0,0 1 0 0 0,0-1 0 0 0,0 0 0 0 0,1 1 1 0 0,-1-1-1 0 0,0 0 0 0 0,1 0 0 0 0,1 2 0 0 0,5 2 16 0 0,-1 1 1 0 0,1-1-1 0 0,0 0 1 0 0,11 4 0 0 0,-18-9-21 0 0,19 10-5 0 0,0-1 0 0 0,-1 2 0 0 0,20 15 0 0 0,-36-24 79 0 0,0 1 0 0 0,0 0 1 0 0,-1-1-1 0 0,1 1 1 0 0,-1 1-1 0 0,1-1 0 0 0,-1 0 1 0 0,0 0-1 0 0,0 1 0 0 0,2 6 1 0 0,-3-8 69 0 0,-1 1 0 0 0,1 0-1 0 0,-1-1 1 0 0,1 1 0 0 0,-1-1 0 0 0,0 1 0 0 0,0-1 0 0 0,0 1 0 0 0,-1-1 0 0 0,1 1-1 0 0,-1 0 1 0 0,1-1 0 0 0,-1 0 0 0 0,0 1 0 0 0,0-1 0 0 0,0 1 0 0 0,0-1 0 0 0,0 0-1 0 0,-3 4 1 0 0,0-1 69 0 0,-1 1-1 0 0,0-1 1 0 0,-1 0-1 0 0,1 0 1 0 0,-1-1-1 0 0,0 1 1 0 0,0-1-1 0 0,0-1 1 0 0,0 1-1 0 0,-1-1 1 0 0,0 0-1 0 0,-11 3 1 0 0,-3 1 16 0 0,0-2 1 0 0,-44 5-1 0 0,53-9-314 0 0,-1 0 0 0 0,1-1 0 0 0,-1 0 0 0 0,1-1 0 0 0,-1-1 0 0 0,-19-4 0 0 0,26 4-373 0 0,0 0 0 0 0,0 0 0 0 0,0-1 0 0 0,1 0 1 0 0,-1 0-1 0 0,-6-5 0 0 0,8 5-271 0 0,1 0-1 0 0,-1 0 1 0 0,1 0 0 0 0,0 0-1 0 0,0-1 1 0 0,0 0 0 0 0,0 0 0 0 0,1 1-1 0 0,-4-8 1 0 0,2-2-3821 0 0,2-3-2223 0 0</inkml:trace>
</inkml:ink>
</file>

<file path=ppt/ink/ink2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6:36.8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873 426 1944 0 0,'17'-121'6530'0'0,"-1"20"-2961"0"0,-13 68-2449 0 0,10-138 5059 0 0,-24 185-5990 0 0,-1 12-50 0 0,0 1 0 0 0,2 0 0 0 0,-10 44 0 0 0,11-39 51 0 0,-183 697 4941 0 0,127-500-4023 0 0,-182 729 1109 0 0,208-746-1930 0 0,-37 170 450 0 0,75-376-674 0 0,0-1 0 0 0,0 1 0 0 0,-1-1 0 0 0,0 0 0 0 0,0 0-1 0 0,0 0 1 0 0,0 0 0 0 0,-1 0 0 0 0,0 0 0 0 0,0 0-1 0 0,0-1 1 0 0,-7 8 0 0 0,9-12-55 0 0,0 1 1 0 0,0-1-1 0 0,-1 0 1 0 0,1 1-1 0 0,0-1 0 0 0,0 0 1 0 0,0 0-1 0 0,0 0 0 0 0,0 0 1 0 0,0 0-1 0 0,0 0 0 0 0,-1 0 1 0 0,1-1-1 0 0,0 1 1 0 0,0 0-1 0 0,0 0 0 0 0,-2-2 1 0 0,2 2 10 0 0,-3-1-8 0 0,0-1-1 0 0,1 1 1 0 0,-1-1 0 0 0,1 0-1 0 0,-1 0 1 0 0,1 0-1 0 0,0 0 1 0 0,0 0 0 0 0,0-1-1 0 0,0 0 1 0 0,0 1 0 0 0,0-1-1 0 0,1 0 1 0 0,-4-6-1 0 0,-3-4-23 0 0,2 0-1 0 0,-9-17 0 0 0,1-7-191 0 0,1 0-1 0 0,1 0 1 0 0,2-2-1 0 0,-7-50 1 0 0,10 31-196 0 0,2 0 0 0 0,3-77 1 0 0,7 66 119 0 0,2 0 1 0 0,3 1-1 0 0,4 0 1 0 0,2 1-1 0 0,3 0 1 0 0,34-81-1 0 0,-27 90 141 0 0,2 1 0 0 0,3 1 0 0 0,2 2 0 0 0,3 2 0 0 0,2 0 0 0 0,2 3 0 0 0,48-48 0 0 0,-49 60 61 0 0,2 2 0 0 0,1 1 0 0 0,2 3 0 0 0,48-27 0 0 0,-60 40 30 0 0,0 2 1 0 0,1 2 0 0 0,1 1 0 0 0,0 1 0 0 0,1 2 0 0 0,0 1 0 0 0,37-4 0 0 0,-61 12 21 0 0,0 0 1 0 0,0 1 0 0 0,0 0-1 0 0,0 1 1 0 0,0 0-1 0 0,17 4 1 0 0,-24-4 23 0 0,0-1 0 0 0,0 1 0 0 0,0 0 0 0 0,0 0 0 0 0,0 1 0 0 0,-1-1 0 0 0,1 0 0 0 0,0 1 0 0 0,-1 0 0 0 0,1 0 0 0 0,-1 0 0 0 0,1 0 0 0 0,-1 0 1 0 0,0 0-1 0 0,0 0 0 0 0,0 1 0 0 0,0-1 0 0 0,0 1 0 0 0,-1-1 0 0 0,1 1 0 0 0,-1 0 0 0 0,1 0 0 0 0,-1 0 0 0 0,1 5 0 0 0,-1-4 12 0 0,-1 0 0 0 0,-1 0 0 0 0,1 1 0 0 0,0-1 0 0 0,-1 0 0 0 0,0 0 0 0 0,0 0 0 0 0,0 0 0 0 0,0 0 1 0 0,-1 0-1 0 0,1-1 0 0 0,-1 1 0 0 0,0 0 0 0 0,0-1 0 0 0,-1 1 0 0 0,1-1 0 0 0,-1 0 0 0 0,0 0 0 0 0,-5 5 0 0 0,-2 2 4 0 0,-1-1 0 0 0,0 0 1 0 0,-1-1-1 0 0,-14 8 1 0 0,0-3-48 0 0,0-1 0 0 0,0-1 0 0 0,-1-2 0 0 0,-35 8 0 0 0,58-17-283 0 0,1 1 0 0 0,0-1 0 0 0,-1 0 0 0 0,1 0 0 0 0,-1 0 0 0 0,1-1-1 0 0,-1 1 1 0 0,1-1 0 0 0,0 0 0 0 0,-4-1 0 0 0,6 2 208 0 0,1-1-44 0 0,-1 1 1 0 0,0 0 0 0 0,1 0 0 0 0,-1-1 0 0 0,1 1 0 0 0,-1 0 0 0 0,1-1 0 0 0,-1 1 0 0 0,1-1 0 0 0,-1 1-1 0 0,1-1 1 0 0,-1 1 0 0 0,1-1 0 0 0,-1 1 0 0 0,1-1 0 0 0,0 1 0 0 0,-1-1 0 0 0,1 0 0 0 0,0 1 0 0 0,0-1-1 0 0,0 1 1 0 0,-1-1 0 0 0,1 0 0 0 0,0 1 0 0 0,0-1 0 0 0,0 0 0 0 0,0 1 0 0 0,0-1 0 0 0,0 0 0 0 0,0 1-1 0 0,0-1 1 0 0,0 0 0 0 0,0 1 0 0 0,1-1 0 0 0,-1 1 0 0 0,0-1 0 0 0,0 0 0 0 0,1 1 0 0 0,-1-1 0 0 0,0 1-1 0 0,1-2 1 0 0,13-21-5854 0 0,1 9-186 0 0</inkml:trace>
</inkml:ink>
</file>

<file path=ppt/ink/ink2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6:37.8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227 72 1040 0 0,'2'-3'652'0'0,"0"-1"0"0"0,0 1 0 0 0,0-1-1 0 0,0 1 1 0 0,-1-1 0 0 0,1 0 0 0 0,-1 1 0 0 0,0-1-1 0 0,0 0 1 0 0,-1 0 0 0 0,1 0 0 0 0,-1 0 0 0 0,0-6 0 0 0,0 8-122 0 0,0 2-495 0 0,-1 0 0 0 0,1 0 0 0 0,0-1 0 0 0,-1 1 0 0 0,1 0 0 0 0,-1 0 0 0 0,1-1-1 0 0,-1 1 1 0 0,1 0 0 0 0,-1 0 0 0 0,1 0 0 0 0,-1 0 0 0 0,1 0 0 0 0,-1 0 0 0 0,1 0 0 0 0,-1 0 0 0 0,1 0-1 0 0,-1 0 1 0 0,1 0 0 0 0,0 0 0 0 0,-1 0 0 0 0,1 0 0 0 0,-1 0 0 0 0,1 0 0 0 0,-1 1 0 0 0,1-1 0 0 0,-1 0-1 0 0,1 0 1 0 0,-1 1 0 0 0,0-1 0 0 0,-12 7 249 0 0,-1 4-19 0 0,1 0-1 0 0,1 1 0 0 0,-1 0 0 0 0,2 1 0 0 0,-14 20 0 0 0,8-9-26 0 0,2 1 1 0 0,-17 37-1 0 0,26-49-175 0 0,1 0 1 0 0,1 0-1 0 0,0 0 0 0 0,0 0 1 0 0,1 1-1 0 0,-1 17 1 0 0,3-28-45 0 0,1 1 0 0 0,0-1 0 0 0,0 0 0 0 0,0 1 1 0 0,0-1-1 0 0,1 1 0 0 0,0-1 0 0 0,-1 0 0 0 0,1 1 1 0 0,0-1-1 0 0,1 0 0 0 0,-1 0 0 0 0,0 1 0 0 0,1-1 1 0 0,0 0-1 0 0,0-1 0 0 0,0 1 0 0 0,0 0 0 0 0,0 0 0 0 0,0-1 1 0 0,1 1-1 0 0,-1-1 0 0 0,1 0 0 0 0,0 0 0 0 0,-1 0 1 0 0,1 0-1 0 0,0 0 0 0 0,0-1 0 0 0,7 3 0 0 0,-4-2 0 0 0,1 0 0 0 0,0 0 0 0 0,0-1-1 0 0,0 0 1 0 0,0 0 0 0 0,0-1 0 0 0,0 1-1 0 0,0-2 1 0 0,0 1 0 0 0,0-1-1 0 0,0 0 1 0 0,11-3 0 0 0,-9 1-9 0 0,0-1 0 0 0,0 0 0 0 0,-1 0 0 0 0,1-1 0 0 0,-1 0 0 0 0,0 0 0 0 0,-1 0 0 0 0,13-13 0 0 0,-10 8-7 0 0,0-2 1 0 0,0 1-1 0 0,-1-1 1 0 0,0-1-1 0 0,-1 0 1 0 0,-1 0-1 0 0,0-1 1 0 0,-1 1-1 0 0,0-1 1 0 0,-1-1-1 0 0,5-25 1 0 0,-8 33-5 0 0,-1 0 0 0 0,-1-1 1 0 0,1 1-1 0 0,-1 0 0 0 0,0-1 1 0 0,-1 1-1 0 0,0 0 0 0 0,-2-9 1 0 0,2 13 0 0 0,0 0 0 0 0,1 1 0 0 0,-1-1 1 0 0,-1 1-1 0 0,1 0 0 0 0,0-1 0 0 0,0 1 0 0 0,-1 0 1 0 0,0 0-1 0 0,1 0 0 0 0,-1 0 0 0 0,0 0 0 0 0,0 0 1 0 0,0 0-1 0 0,0 0 0 0 0,0 1 0 0 0,0-1 0 0 0,-1 1 1 0 0,1 0-1 0 0,0 0 0 0 0,-1-1 0 0 0,1 2 0 0 0,-1-1 1 0 0,1 0-1 0 0,-5 0 0 0 0,-2 0 3 0 0,0 0 0 0 0,-1 2-1 0 0,1-1 1 0 0,-1 1 0 0 0,1 0 0 0 0,0 1-1 0 0,0 0 1 0 0,0 0 0 0 0,0 1-1 0 0,0 0 1 0 0,0 1 0 0 0,-10 6 0 0 0,-4 2-1 0 0,1 2 0 0 0,0 1 0 0 0,-23 20-1 0 0,36-27 5 0 0,0 1 0 0 0,0 0 0 0 0,1 0 0 0 0,0 0 0 0 0,1 1 0 0 0,0 0 0 0 0,1 1 0 0 0,-7 14 0 0 0,12-24-3 0 0,1 0-1 0 0,-1 1 1 0 0,1-1-1 0 0,0 0 1 0 0,-1 0-1 0 0,1 0 1 0 0,0 1-1 0 0,0-1 1 0 0,0 0-1 0 0,0 0 1 0 0,0 1-1 0 0,0-1 1 0 0,1 0-1 0 0,-1 0 1 0 0,0 1-1 0 0,1-1 1 0 0,-1 0-1 0 0,1 0 1 0 0,-1 0-1 0 0,1 0 1 0 0,-1 0-1 0 0,1 1 1 0 0,0-1-1 0 0,-1 0 1 0 0,1 0-1 0 0,0-1 1 0 0,0 1-1 0 0,0 0 1 0 0,0 0-1 0 0,0 0 1 0 0,0-1-1 0 0,0 1 1 0 0,0 0-1 0 0,0-1 1 0 0,0 1-1 0 0,2 0 0 0 0,2 1 2 0 0,1 1 0 0 0,0-1 0 0 0,0 0 0 0 0,0-1 0 0 0,8 2 0 0 0,6-1-7 0 0,-1-2-1 0 0,0 0 1 0 0,0-1 0 0 0,0 0 0 0 0,0-2 0 0 0,0 0-1 0 0,-1-2 1 0 0,21-6 0 0 0,142-63-7 0 0,-155 63 5 0 0,46-22 56 0 0,-1-3 0 0 0,106-73-1 0 0,-171 105-5 0 0,0-1-1 0 0,0 0 1 0 0,-1 0-1 0 0,10-11 0 0 0,-14 15 8 0 0,-5 2-52 0 0,1 0-1 0 0,-1 0 1 0 0,1 1 0 0 0,-1-1-1 0 0,1 1 1 0 0,0 0 0 0 0,-1 0-1 0 0,1 0 1 0 0,0 0 0 0 0,0 0-1 0 0,0 1 1 0 0,1-1-1 0 0,-1 1 1 0 0,-3 5 0 0 0,-2 1 0 0 0,6-7 2 0 0,0 0-1 0 0,0 0 0 0 0,0 1 1 0 0,0-1-1 0 0,1 0 1 0 0,-1 1-1 0 0,1 0 1 0 0,0-1-1 0 0,-1 1 0 0 0,1 0 1 0 0,0-1-1 0 0,1 1 1 0 0,-1 0-1 0 0,0 0 1 0 0,1 0-1 0 0,-1 0 1 0 0,1 5-1 0 0,1-3 4 0 0,-1-1-1 0 0,1 1 1 0 0,0-1 0 0 0,1 1 0 0 0,-1-1 0 0 0,1 1-1 0 0,0-1 1 0 0,0 0 0 0 0,0 0 0 0 0,4 5-1 0 0,4 4 8 0 0,0 0 0 0 0,2 0 0 0 0,-1-2 0 0 0,1 1 0 0 0,15 9 0 0 0,41 43 16 0 0,-53-48-12 0 0,-14-15 9 0 0,0 0 0 0 0,0 0 0 0 0,0 0-1 0 0,0 0 1 0 0,-1 0 0 0 0,1 0 0 0 0,-1 1-1 0 0,1-1 1 0 0,-1 0 0 0 0,1 0 0 0 0,-1 1 0 0 0,0-1-1 0 0,1 0 1 0 0,-1 0 0 0 0,0 1 0 0 0,0-1-1 0 0,0 0 1 0 0,0 1 0 0 0,0-1 0 0 0,0 0 0 0 0,-1 1-1 0 0,1-1 1 0 0,0 0 0 0 0,-1 1 0 0 0,1-1-1 0 0,-1 0 1 0 0,1 0 0 0 0,-1 0 0 0 0,1 1 0 0 0,-2 0-1 0 0,0 1 70 0 0,0 1-1 0 0,-1-1 1 0 0,0 0 0 0 0,1 0-1 0 0,-1 0 1 0 0,0 0-1 0 0,-6 4 1 0 0,-8 2 183 0 0,0 0-1 0 0,-1-2 1 0 0,0 0-1 0 0,0-1 1 0 0,-1 0-1 0 0,-34 4 1 0 0,-10 4 552 0 0,61-13-800 0 0,0-1 0 0 0,0 1 1 0 0,0-1-1 0 0,0 1 0 0 0,0-1 0 0 0,0 0 0 0 0,0 0 1 0 0,0 0-1 0 0,0-1 0 0 0,0 1 0 0 0,0 0 0 0 0,0-1 1 0 0,0 1-1 0 0,0-1 0 0 0,-2-1 0 0 0,23-13 37 0 0,212-105-287 0 0,-112 62-79 0 0,-59 29 154 0 0,62-34-111 0 0,-104 52 228 0 0,-1 0 1 0 0,0-1-1 0 0,-1-1 1 0 0,22-22-1 0 0,-35 31 23 0 0,1 0 1 0 0,-1 0-1 0 0,0-1 1 0 0,0 1-1 0 0,3-6 1 0 0,-5 8 0 0 0,-1 1 1 0 0,1 0-1 0 0,-1 0 1 0 0,1 0-1 0 0,-1 0 0 0 0,0 0 1 0 0,0-1-1 0 0,1 1 1 0 0,-1 0-1 0 0,0 0 1 0 0,0-1-1 0 0,0 1 1 0 0,0 0-1 0 0,-1 0 1 0 0,1 0-1 0 0,0-1 0 0 0,0 1 1 0 0,-1 0-1 0 0,1 0 1 0 0,-1 0-1 0 0,1 0 1 0 0,-1 0-1 0 0,1-1 1 0 0,-1 1-1 0 0,0-1 1 0 0,-4 0-22 0 0,4 1 24 0 0,-1 0 0 0 0,0 1 1 0 0,0-1-1 0 0,1 1 1 0 0,-1-1-1 0 0,0 1 0 0 0,0 0 1 0 0,0 0-1 0 0,1 0 1 0 0,-1 0-1 0 0,0 0 1 0 0,0 0-1 0 0,0 0 0 0 0,0 1 1 0 0,1-1-1 0 0,-1 1 1 0 0,0-1-1 0 0,-2 2 0 0 0,-2 1-1 0 0,-13 3-3 0 0,1 1 0 0 0,0 1-1 0 0,0 1 1 0 0,0 1 0 0 0,1 0-1 0 0,1 1 1 0 0,0 1 0 0 0,0 0-1 0 0,2 2 1 0 0,-22 22 0 0 0,29-27 9 0 0,0 0-1 0 0,0 0 1 0 0,1 0 0 0 0,0 1-1 0 0,1 0 1 0 0,0 0 0 0 0,-4 12-1 0 0,7-18 6 0 0,1-1 0 0 0,1 1 0 0 0,-1 0 0 0 0,0 0 0 0 0,1-1 0 0 0,0 1 0 0 0,0 0 0 0 0,0 0 0 0 0,0 0 0 0 0,0-1 0 0 0,1 1 0 0 0,0 0 0 0 0,0-1 0 0 0,0 1 0 0 0,0 0 0 0 0,0-1 0 0 0,1 1 0 0 0,-1-1 0 0 0,1 0 0 0 0,0 1 0 0 0,0-1 0 0 0,1 0 0 0 0,-1 0 0 0 0,4 3 0 0 0,2 1-7 0 0,1 0 0 0 0,0 0 0 0 0,1-1 0 0 0,-1-1 0 0 0,1 1 0 0 0,0-1 0 0 0,1-1 0 0 0,-1 0 0 0 0,1-1 0 0 0,0 0 0 0 0,12 2 0 0 0,19 2-910 0 0,65 2 1 0 0,-99-8 680 0 0,90-2-3124 0 0,-33-4-1903 0 0,-11-3-1930 0 0</inkml:trace>
</inkml:ink>
</file>

<file path=ppt/ink/ink2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6:38.9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323 464 660 0 0,'0'-3'2191'0'0,"-12"-45"6679"0"0,11 47-8321 0 0,0-2 58 0 0,1 3-567 0 0,1-1-1 0 0,-1 1 1 0 0,0 0 0 0 0,0 0 0 0 0,0-1 0 0 0,0 1-1 0 0,0 0 1 0 0,0-1 0 0 0,0 1 0 0 0,0 0-1 0 0,0 0 1 0 0,-1-1 0 0 0,1 1 0 0 0,0 0 0 0 0,0-1-1 0 0,0 1 1 0 0,0 0 0 0 0,0 0 0 0 0,0-1 0 0 0,-1 1-1 0 0,1 0 1 0 0,0 0 0 0 0,0 0 0 0 0,0-1-1 0 0,0 1 1 0 0,-1 0 0 0 0,1 0 0 0 0,0 0 0 0 0,0 0-1 0 0,-1-1 1 0 0,1 1 0 0 0,-4 3 148 0 0,0-1-1 0 0,0 1 1 0 0,1 0 0 0 0,-1 1 0 0 0,1-1-1 0 0,0 1 1 0 0,0-1 0 0 0,0 1 0 0 0,-2 4-1 0 0,-24 41 925 0 0,1 0-505 0 0,19-37-516 0 0,1 1 0 0 0,1 0 0 0 0,0 0 0 0 0,1 0 1 0 0,0 1-1 0 0,1 0 0 0 0,1 1 0 0 0,-5 20 0 0 0,9-34-80 0 0,0 1 0 0 0,0-1-1 0 0,0 1 1 0 0,0-1-1 0 0,0 0 1 0 0,0 1 0 0 0,1-1-1 0 0,-1 1 1 0 0,0-1-1 0 0,1 0 1 0 0,-1 1 0 0 0,1-1-1 0 0,-1 0 1 0 0,1 1-1 0 0,0-1 1 0 0,0 0 0 0 0,-1 0-1 0 0,1 0 1 0 0,0 0-1 0 0,0 0 1 0 0,1 1 0 0 0,0 0 0 0 0,0-1 1 0 0,1 1-1 0 0,-1-1 0 0 0,0 0 1 0 0,1 0-1 0 0,-1 0 1 0 0,0-1-1 0 0,1 1 1 0 0,-1 0-1 0 0,1-1 1 0 0,2 1-1 0 0,4-1 7 0 0,-1 0 0 0 0,1 0 0 0 0,-1-1 0 0 0,1 0 1 0 0,-1 0-1 0 0,11-3 0 0 0,-4-1-15 0 0,1 0 0 0 0,-1-1 0 0 0,-1 0 0 0 0,1-1 0 0 0,-1-1 0 0 0,0-1 0 0 0,-1 1 0 0 0,0-2 0 0 0,0 0 0 0 0,-1-1 0 0 0,0 0 0 0 0,-1-1 0 0 0,0 0 0 0 0,-1 0 0 0 0,-1-1 0 0 0,11-17 0 0 0,-6 4-3 0 0,18-44 1 0 0,-28 61-4 0 0,-2 1 0 0 0,1-1 0 0 0,-1 0 1 0 0,0 0-1 0 0,-1 0 0 0 0,0 0 0 0 0,0 0 0 0 0,-1 0 1 0 0,-1-15-1 0 0,1 23 0 0 0,0 0 0 0 0,-1 0 0 0 0,1 0-1 0 0,0 0 1 0 0,0 0 0 0 0,-1 0 0 0 0,1 0 0 0 0,-1 0 0 0 0,1 0 0 0 0,-1 0 0 0 0,1 0 0 0 0,-1 1 0 0 0,1-1 0 0 0,-1 0 0 0 0,0 0 0 0 0,1 1-1 0 0,-1-1 1 0 0,0 0 0 0 0,0 1 0 0 0,1-1 0 0 0,-1 0 0 0 0,0 1 0 0 0,0 0 0 0 0,0-1 0 0 0,-1 0 0 0 0,0 1-1 0 0,-1-1 1 0 0,1 1 0 0 0,0 0-1 0 0,-1 0 1 0 0,1 0 0 0 0,0 0-1 0 0,-1 0 1 0 0,1 1 0 0 0,0-1-1 0 0,-4 2 1 0 0,-4 1-3 0 0,1 1 1 0 0,-1 0 0 0 0,-16 11-1 0 0,-11 11-11 0 0,1 2 0 0 0,2 1-1 0 0,1 2 1 0 0,-48 56 0 0 0,18-7-5 0 0,57-72 25 0 0,1 0 0 0 0,0 1 0 0 0,0-1 0 0 0,1 1 0 0 0,0 0 0 0 0,1 0 0 0 0,0 1 0 0 0,-2 12 0 0 0,4-20 3 0 0,1 1-1 0 0,0-1 0 0 0,0 0 1 0 0,0 0-1 0 0,0 0 0 0 0,0 0 0 0 0,1 0 1 0 0,-1 1-1 0 0,1-1 0 0 0,-1 0 1 0 0,1 0-1 0 0,0 0 0 0 0,-1 0 0 0 0,1 0 1 0 0,0 0-1 0 0,0-1 0 0 0,1 1 1 0 0,-1 0-1 0 0,0 0 0 0 0,3 1 0 0 0,-2 0 2 0 0,2-1 0 0 0,-1 0-1 0 0,0 0 1 0 0,0 0 0 0 0,1 0-1 0 0,-1-1 1 0 0,1 0-1 0 0,-1 1 1 0 0,1-1 0 0 0,6 1-1 0 0,7 0 4 0 0,0-1 0 0 0,0 0 0 0 0,34-3 0 0 0,-50 1-10 0 0,55-5-26 0 0,-1-2 1 0 0,0-3-1 0 0,79-27 0 0 0,-65 14-128 0 0,-1-4-1 0 0,76-43 1 0 0,-94 42 8 0 0,-1-3 1 0 0,-2-1 0 0 0,-1-2 0 0 0,62-64-1 0 0,-57 46 55 0 0,-4-3 0 0 0,-1-1-1 0 0,42-73 1 0 0,-51 67 91 0 0,-36 60 5 0 0,-1 2-5 0 0,0 1 1 0 0,-1 0-1 0 0,1-1 0 0 0,0 1 1 0 0,-1 0-1 0 0,1-1 0 0 0,0 1 1 0 0,-1 0-1 0 0,1 0 0 0 0,-1-1 1 0 0,1 1-1 0 0,0 0 0 0 0,-1 0 1 0 0,1 0-1 0 0,-1-1 0 0 0,1 1 1 0 0,-1 0-1 0 0,1 0 0 0 0,-1 0 1 0 0,1 0-1 0 0,-1 0 0 0 0,1 0 1 0 0,0 0-1 0 0,-1 0 1 0 0,1 0-1 0 0,-1 0 0 0 0,1 0 1 0 0,-1 0-1 0 0,1 0 0 0 0,-1 1 1 0 0,1-1-1 0 0,-1 0 0 0 0,1 0 1 0 0,0 0-1 0 0,-1 1 0 0 0,1-1 1 0 0,-1 0-1 0 0,1 0 0 0 0,0 1 1 0 0,-1-1-1 0 0,1 0 0 0 0,0 1 1 0 0,0-1-1 0 0,-1 1 0 0 0,1 0 2 0 0,-12 8 28 0 0,2 0 0 0 0,-1 1 0 0 0,1 1 0 0 0,1 0 0 0 0,-15 23-1 0 0,4-7 76 0 0,-268 413 1014 0 0,47 30 153 0 0,58-38-267 0 0,-66 135-161 0 0,248-566-842 0 0,-74 132 255 0 0,66-120-150 0 0,0 0 0 0 0,-1-1 1 0 0,0 0-1 0 0,-1 0 1 0 0,0-1-1 0 0,-1 0 1 0 0,-19 12-1 0 0,27-20-81 0 0,0-1 1 0 0,0 1-1 0 0,0-1 0 0 0,0 0 1 0 0,0-1-1 0 0,0 1 0 0 0,0 0 0 0 0,-1-1 1 0 0,1 0-1 0 0,-1 0 0 0 0,1-1 1 0 0,-1 1-1 0 0,1-1 0 0 0,-1 0 0 0 0,1 0 1 0 0,-1 0-1 0 0,1-1 0 0 0,-1 0 1 0 0,1 0-1 0 0,-1 0 0 0 0,1 0 0 0 0,0 0 1 0 0,0-1-1 0 0,-1 0 0 0 0,1 0 1 0 0,0 0-1 0 0,0-1 0 0 0,1 1 0 0 0,-1-1 1 0 0,1 0-1 0 0,-1 0 0 0 0,1 0 1 0 0,0 0-1 0 0,0-1 0 0 0,0 1 0 0 0,0-1 1 0 0,1 0-1 0 0,-1 0 0 0 0,1 0 1 0 0,0 0-1 0 0,-1-4 0 0 0,-2-7-13 0 0,0 1-1 0 0,1-1 1 0 0,1 0-1 0 0,0 1 1 0 0,1-1-1 0 0,1-1 1 0 0,0 1-1 0 0,1 0 1 0 0,4-27-1 0 0,0 11 21 0 0,2-1-1 0 0,2 1 1 0 0,17-48 0 0 0,-8 37-32 0 0,2 2 0 0 0,2 0 1 0 0,1 1-1 0 0,2 2 1 0 0,2 0-1 0 0,1 2 1 0 0,56-57-1 0 0,-34 47-134 0 0,1 1 0 0 0,2 3 0 0 0,2 2 0 0 0,92-50 0 0 0,-95 62-509 0 0,2 3 0 0 0,56-19 0 0 0,-76 33-713 0 0,1 1 0 0 0,49-7 0 0 0,-40 14-1161 0 0,14 4-5547 0 0</inkml:trace>
</inkml:ink>
</file>

<file path=ppt/ink/ink2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6:40.2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0 838 1492 0 0,'0'0'10013'0'0,"3"14"-8763"0"0,-3-10-1163 0 0,1 0 1 0 0,-1 0 0 0 0,1-1 0 0 0,0 1 0 0 0,1 0 0 0 0,-1 0-1 0 0,1-1 1 0 0,-1 1 0 0 0,1-1 0 0 0,0 1 0 0 0,1-1 0 0 0,-1 0-1 0 0,0 0 1 0 0,1 0 0 0 0,0 0 0 0 0,0 0 0 0 0,0-1 0 0 0,0 1 0 0 0,0-1-1 0 0,0 0 1 0 0,0 0 0 0 0,1 0 0 0 0,-1 0 0 0 0,6 2 0 0 0,2-1-10 0 0,0 0 0 0 0,-1-1 0 0 0,2 0 0 0 0,-1-1 1 0 0,0 0-1 0 0,0-1 0 0 0,19-1 0 0 0,-11-1-38 0 0,0 0 0 0 0,0-2 1 0 0,0 0-1 0 0,0-1 0 0 0,-1-1 0 0 0,1 0 0 0 0,31-18 0 0 0,-26 10-13 0 0,-1-1-1 0 0,0-1 0 0 0,-1-1 0 0 0,38-38 1 0 0,-24 14-18 0 0,-1-2 1 0 0,-2-1 0 0 0,-3-1 0 0 0,-1-2 0 0 0,24-53 0 0 0,-18 23-50 0 0,-2-1-1 0 0,40-151 1 0 0,-69 212 13 0 0,-2 12 6 0 0,0 0 0 0 0,-1 0 0 0 0,0 0 0 0 0,0 0 0 0 0,-1 0 0 0 0,1 0 0 0 0,-1-9-1 0 0,-1 14 19 0 0,0 0 1 0 0,0 0-1 0 0,0 0 0 0 0,1 0 0 0 0,-1 0 0 0 0,0 0 0 0 0,0 1 0 0 0,0-1 0 0 0,1 0 0 0 0,-1 0 0 0 0,0 1 0 0 0,0-1 0 0 0,1 1 0 0 0,-1-1 0 0 0,-1 1 0 0 0,-9 9 6 0 0,0 1 0 0 0,0 0 0 0 0,1 0 0 0 0,1 1 1 0 0,0 0-1 0 0,1 1 0 0 0,-10 17 0 0 0,6-9 17 0 0,-145 262 70 0 0,130-225-68 0 0,2 1-1 0 0,3 2 0 0 0,-15 63 1 0 0,32-103 13 0 0,1 0 1 0 0,0 0 0 0 0,2 1-1 0 0,0 0 1 0 0,3 42-1 0 0,-1-59-24 0 0,1 0-1 0 0,0 0 1 0 0,0 0-1 0 0,0 0 1 0 0,1 0-1 0 0,-1 0 1 0 0,1 0-1 0 0,0-1 1 0 0,0 1 0 0 0,1-1-1 0 0,0 1 1 0 0,0-1-1 0 0,0 0 1 0 0,0 0-1 0 0,0 0 1 0 0,1-1-1 0 0,-1 1 1 0 0,1-1-1 0 0,0 0 1 0 0,0 0-1 0 0,1 0 1 0 0,-1 0-1 0 0,1-1 1 0 0,-1 1-1 0 0,1-1 1 0 0,0-1-1 0 0,-1 1 1 0 0,1-1-1 0 0,0 1 1 0 0,9 0-1 0 0,-1-1-16 0 0,0-1 0 0 0,-1 0-1 0 0,1-1 1 0 0,0 0 0 0 0,-1-1 0 0 0,1 0-1 0 0,-1-1 1 0 0,0-1 0 0 0,0 1 0 0 0,0-2-1 0 0,0 0 1 0 0,16-10 0 0 0,3-3-94 0 0,0-3 0 0 0,-1 0 0 0 0,28-26 0 0 0,5-12-80 0 0,-3-3-1 0 0,-2-3 1 0 0,63-91 0 0 0,-38 31-40 0 0,77-153-1 0 0,-147 252 176 0 0,-13 26 45 0 0,-1 0-1 0 0,1 0 1 0 0,0 0 0 0 0,0 0 0 0 0,0 0 0 0 0,0 0 0 0 0,0 0 0 0 0,0 0 0 0 0,0 0-1 0 0,0 0 1 0 0,0 0 0 0 0,0 0 0 0 0,0 0 0 0 0,0 0 0 0 0,0 0 0 0 0,0 0 0 0 0,-1 0-1 0 0,1-1 1 0 0,0 1 0 0 0,0 0 0 0 0,0 0 0 0 0,0 0 0 0 0,0 0 0 0 0,0 0 0 0 0,0 0-1 0 0,0 0 1 0 0,0 0 0 0 0,0 0 0 0 0,0 0 0 0 0,0 0 0 0 0,0 0 0 0 0,0 0 0 0 0,0 0-1 0 0,0 0 1 0 0,0 0 0 0 0,0 0 0 0 0,0-1 0 0 0,0 1 0 0 0,0 0 0 0 0,0 0-1 0 0,0 0 1 0 0,0 0 0 0 0,0 0 0 0 0,0 0 0 0 0,0 0 0 0 0,0 0 0 0 0,0 0 0 0 0,0 0-1 0 0,0 0 1 0 0,0 0 0 0 0,0 0 0 0 0,0 0 0 0 0,0-1 0 0 0,0 1 0 0 0,0 0 0 0 0,0 0-1 0 0,-12 13 35 0 0,-6 12 15 0 0,0 0 1 0 0,-25 51-1 0 0,-19 60 25 0 0,57-125-69 0 0,-57 149 252 0 0,-54 213 0 0 0,103-330-180 0 0,-9 43 1454 0 0,22-84-1186 0 0,14-12-155 0 0,2-5-123 0 0,-1-1 0 0 0,22-30 0 0 0,0 0-26 0 0,-22 29-39 0 0,99-103 50 0 0,-100 107-68 0 0,1 1 0 0 0,0 1 0 0 0,0 0-1 0 0,1 1 1 0 0,1 1 0 0 0,27-12-1 0 0,-42 20 12 0 0,0 1 0 0 0,0-1 0 0 0,0 1 0 0 0,0-1 0 0 0,0 1-1 0 0,0 0 1 0 0,0 0 0 0 0,0-1 0 0 0,0 2 0 0 0,0-1 0 0 0,0 0 0 0 0,0 0-1 0 0,0 1 1 0 0,0-1 0 0 0,0 1 0 0 0,0-1 0 0 0,0 1 0 0 0,0 0-1 0 0,0 0 1 0 0,0 0 0 0 0,0 0 0 0 0,-1 0 0 0 0,1 0 0 0 0,0 1 0 0 0,-1-1-1 0 0,1 0 1 0 0,-1 1 0 0 0,1-1 0 0 0,-1 1 0 0 0,0 0 0 0 0,0-1 0 0 0,0 1-1 0 0,0 0 1 0 0,0 0 0 0 0,2 3 0 0 0,0 4 3 0 0,0-1-1 0 0,0 0 1 0 0,-1 1 0 0 0,0-1 0 0 0,0 1-1 0 0,0 14 1 0 0,-2 2-3 0 0,-2 0 0 0 0,0-1 0 0 0,-7 30 1 0 0,4-27 14 0 0,1 0 1 0 0,-1 28 0 0 0,6-53-7 0 0,-1 0 0 0 0,0 0 0 0 0,0 0 0 0 0,1 0 0 0 0,-1 0 0 0 0,1 0 0 0 0,0-1 0 0 0,-1 1 1 0 0,1 0-1 0 0,0 0 0 0 0,0 0 0 0 0,0-1 0 0 0,0 1 0 0 0,1-1 0 0 0,-1 1 0 0 0,0-1 0 0 0,1 1 0 0 0,-1-1 0 0 0,1 0 1 0 0,-1 1-1 0 0,1-1 0 0 0,0 0 0 0 0,-1 0 0 0 0,1 0 0 0 0,0 0 0 0 0,0-1 0 0 0,0 1 0 0 0,0 0 0 0 0,0-1 1 0 0,0 1-1 0 0,0-1 0 0 0,0 0 0 0 0,0 0 0 0 0,2 0 0 0 0,7 1-2 0 0,0-1-1 0 0,0 0 1 0 0,-1 0-1 0 0,1-2 1 0 0,11-1-1 0 0,5-4 0 0 0,0-1 0 0 0,-1-1 0 0 0,0-1 0 0 0,-1-1 1 0 0,0-1-1 0 0,31-22 0 0 0,-5-1-7 0 0,81-72 0 0 0,-103 81 13 0 0,-2-2 0 0 0,-1-2 0 0 0,-1 0 0 0 0,-1-2 0 0 0,-2 0 0 0 0,24-46 0 0 0,-45 77-6 0 0,11-28-7 0 0,-12 28 4 0 0,0 0 0 0 0,0 1 0 0 0,1-1 1 0 0,-1 0-1 0 0,0 1 0 0 0,0-1 0 0 0,0 0 0 0 0,0 0 1 0 0,0 1-1 0 0,0-1 0 0 0,0 0 0 0 0,0 0 1 0 0,0 1-1 0 0,0-1 0 0 0,0 0 0 0 0,0 0 0 0 0,0 1 1 0 0,-1-1-1 0 0,1 0 0 0 0,0 1 0 0 0,0-1 0 0 0,-1 0 1 0 0,1 1-1 0 0,-1-1 0 0 0,1 1 0 0 0,-1-1 0 0 0,1 0 1 0 0,-1 1-1 0 0,1-1 0 0 0,-1 1 0 0 0,1-1 1 0 0,-1 1-1 0 0,0-1 0 0 0,0 1 0 0 0,0 0-1 0 0,0 0 1 0 0,0 0 0 0 0,0 0-1 0 0,0 0 1 0 0,0 1 0 0 0,0-1 0 0 0,0 0-1 0 0,0 0 1 0 0,0 1 0 0 0,0-1-1 0 0,0 1 1 0 0,0-1 0 0 0,0 1-1 0 0,0-1 1 0 0,-1 2 0 0 0,0-1-4 0 0,-10 7-2 0 0,0 0 1 0 0,0 0-1 0 0,1 1 0 0 0,0 1 0 0 0,1 0 1 0 0,0 0-1 0 0,-9 12 0 0 0,2-3 10 0 0,-1 2-11 0 0,0 1 1 0 0,1 1-1 0 0,-17 30 0 0 0,26-37 27 0 0,0 0 0 0 0,1 0 0 0 0,0 1 1 0 0,1 0-1 0 0,1 0 0 0 0,-3 21 0 0 0,7-33 12 0 0,0 0 1 0 0,1 0-1 0 0,-1 0 1 0 0,1 0 0 0 0,1 1-1 0 0,-1-1 1 0 0,1 0-1 0 0,-1 0 1 0 0,2 0 0 0 0,-1 0-1 0 0,0 0 1 0 0,1-1-1 0 0,0 1 1 0 0,0 0-1 0 0,0-1 1 0 0,6 8 0 0 0,-4-7 11 0 0,0-1 1 0 0,0 1-1 0 0,1-1 1 0 0,0 0-1 0 0,0 0 1 0 0,0-1-1 0 0,0 1 1 0 0,1-1-1 0 0,-1 0 1 0 0,1-1-1 0 0,12 5 1 0 0,-2-3-187 0 0,1-1 1 0 0,0 0 0 0 0,0-1-1 0 0,1 0 1 0 0,-1-2 0 0 0,0 0-1 0 0,0-1 1 0 0,34-6 0 0 0,-32 3-691 0 0,-1-1 1 0 0,1-1 0 0 0,24-11 0 0 0,-26 8-2199 0 0,26-16 1 0 0,-17 6-2727 0 0</inkml:trace>
</inkml:ink>
</file>

<file path=ppt/ink/ink2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6:40.4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361 60 3552 0 0,'-28'0'1356'0'0,"-301"-9"20122"0"0,326 9-20849 0 0,22-9-380 0 0,0 4-787 0 0,-1 1 0 0 0,1 1 1 0 0,0 0-1 0 0,24 1 0 0 0,-1-1-1029 0 0,77-10-5783 0 0,-93 10 3784 0 0,27-2-6122 0 0</inkml:trace>
</inkml:ink>
</file>

<file path=ppt/ink/ink2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6:41.8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154 60 1404 0 0,'-22'-14'3335'0'0,"-1"1"1"0"0,-36-15-1 0 0,51 25-3045 0 0,5 1-20 0 0,-13 2 58 0 0,15 1-366 0 0,0-1 0 0 0,0 0-1 0 0,0 1 1 0 0,0-1-1 0 0,0 1 1 0 0,0 0-1 0 0,0-1 1 0 0,0 1-1 0 0,0 0 1 0 0,0-1-1 0 0,1 1 1 0 0,-1 0-1 0 0,0 0 1 0 0,0 0-1 0 0,1 0 1 0 0,-1 0-1 0 0,1 0 1 0 0,-1 0-1 0 0,1 0 1 0 0,-1 0-1 0 0,1 0 1 0 0,-1 0-1 0 0,1 0 1 0 0,0 0 0 0 0,0 0-1 0 0,0 0 1 0 0,0 2-1 0 0,-4 31-4795 0 0,5-16 851 0 0</inkml:trace>
</inkml:ink>
</file>

<file path=ppt/ink/ink2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6:41.7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 93 1096 0 0,'36'-93'17795'0'0,"-37"105"-17726"0"0,-1-1-1 0 0,0 0 0 0 0,0 1 1 0 0,-7 15-1 0 0,2-3-35 0 0,-11 47 16 0 0,3 1-1 0 0,-5 79 1 0 0,19-136-27 0 0,0-1 1 0 0,1 1-1 0 0,4 22 1 0 0,-3-30-6 0 0,0 0 0 0 0,1 1-1 0 0,0-1 1 0 0,0-1 0 0 0,1 1 0 0 0,0 0 0 0 0,0 0 0 0 0,0-1 0 0 0,5 6-1 0 0,-6-10-51 0 0,0 0-1 0 0,0 0 0 0 0,0 0 0 0 0,1 0 0 0 0,-1 0 0 0 0,0-1 1 0 0,1 1-1 0 0,-1-1 0 0 0,1 0 0 0 0,-1 0 0 0 0,1 0 0 0 0,0 0 1 0 0,-1 0-1 0 0,1 0 0 0 0,0-1 0 0 0,0 1 0 0 0,0-1 0 0 0,-1 0 1 0 0,1 0-1 0 0,0 0 0 0 0,0 0 0 0 0,0 0 0 0 0,4-2 0 0 0,2 0-471 0 0,0 0-1 0 0,-1 0 1 0 0,0-1-1 0 0,1 0 1 0 0,-1-1-1 0 0,11-6 0 0 0,-8 3-1627 0 0,0 0-1 0 0,20-17 0 0 0,-4-3-4310 0 0</inkml:trace>
</inkml:ink>
</file>

<file path=ppt/ink/ink2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6:42.4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10 162 816 0 0,'-9'-1'14606'0'0,"13"4"-14550"0"0,0 1 0 0 0,0 0 0 0 0,0 0 0 0 0,0 0 0 0 0,0 0 0 0 0,-1 0 0 0 0,0 1 0 0 0,0-1 0 0 0,0 1 0 0 0,3 6 0 0 0,24 57 101 0 0,-24-49 224 0 0,-1 0 0 0 0,0 0-1 0 0,-2 1 1 0 0,0-1 0 0 0,-1 1-1 0 0,-1 20 1 0 0,-3-23 1309 0 0,2-17-1680 0 0,0 0 1 0 0,0 0-1 0 0,1 0 0 0 0,-1 0 1 0 0,0 0-1 0 0,0 0 0 0 0,0 0 1 0 0,0-1-1 0 0,0 1 1 0 0,0 0-1 0 0,0 0 0 0 0,0 0 1 0 0,0 0-1 0 0,0 0 0 0 0,0 0 1 0 0,0 0-1 0 0,0 0 0 0 0,0 0 1 0 0,-1 0-1 0 0,1 0 1 0 0,0-1-1 0 0,0 1 0 0 0,0 0 1 0 0,0 0-1 0 0,0 0 0 0 0,0 0 1 0 0,0 0-1 0 0,0 0 0 0 0,0 0 1 0 0,0 0-1 0 0,0 0 1 0 0,0 0-1 0 0,0 0 0 0 0,0 0 1 0 0,0 0-1 0 0,0 0 0 0 0,-1 0 1 0 0,1 0-1 0 0,0 0 0 0 0,0-1 1 0 0,0 1-1 0 0,0 0 1 0 0,0 0-1 0 0,0 0 0 0 0,0 0 1 0 0,0 0-1 0 0,0 0 0 0 0,0 0 1 0 0,0 0-1 0 0,-1 0 0 0 0,1 0 1 0 0,0 0-1 0 0,0 0 1 0 0,0 1-1 0 0,0-1 0 0 0,0 0 1 0 0,0 0-1 0 0,0 0 0 0 0,0 0 1 0 0,0 0-1 0 0,0 0 0 0 0,0 0 1 0 0,-1 0-1 0 0,1 0 1 0 0,0 0-1 0 0,0 0 0 0 0,0 0 1 0 0,0-2 16 0 0,-1-1 0 0 0,1 0 1 0 0,-1 0-1 0 0,1 0 0 0 0,0 1 1 0 0,0-1-1 0 0,0 0 0 0 0,1 0 1 0 0,0-3-1 0 0,8-27-9 0 0,2 2 0 0 0,1 0 0 0 0,1 0 0 0 0,1 1 1 0 0,2 0-1 0 0,2 2 0 0 0,0 0 0 0 0,2 1 0 0 0,0 1 0 0 0,2 0 0 0 0,30-25 0 0 0,-44 44-38 0 0,0 1 1 0 0,1 0-1 0 0,0 0 0 0 0,0 1 0 0 0,1 0 0 0 0,-1 1 0 0 0,17-5 1 0 0,-23 8 13 0 0,-1 1 0 0 0,1 0 0 0 0,0 0 1 0 0,0 1-1 0 0,0-1 0 0 0,0 0 0 0 0,0 1 1 0 0,0 0-1 0 0,-1-1 0 0 0,1 1 1 0 0,0 0-1 0 0,0 1 0 0 0,-1-1 0 0 0,1 0 1 0 0,-1 1-1 0 0,1 0 0 0 0,-1-1 0 0 0,0 1 1 0 0,0 0-1 0 0,0 0 0 0 0,0 0 0 0 0,0 0 1 0 0,0 1-1 0 0,0-1 0 0 0,-1 0 0 0 0,1 1 1 0 0,1 4-1 0 0,1 1 6 0 0,-1 1 0 0 0,-1-1-1 0 0,0 1 1 0 0,0 0 0 0 0,-1 0 0 0 0,0 0-1 0 0,0 0 1 0 0,-1 10 0 0 0,-9 76-22 0 0,4-53-123 0 0,3-27-236 0 0,-3 50-2678 0 0,6-59 1914 0 0,-1 0-1 0 0,1 0 1 0 0,0 0 0 0 0,3 10 0 0 0</inkml:trace>
</inkml:ink>
</file>

<file path=ppt/ink/ink2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6:44.2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0 223 2432 0 0,'16'-83'12842'0'0,"-16"84"-12824"0"0,1-1 1 0 0,0 0-1 0 0,-1 0 0 0 0,1 1 0 0 0,-1-1 0 0 0,1 1 1 0 0,-1-1-1 0 0,1 0 0 0 0,-1 1 0 0 0,1-1 1 0 0,-1 1-1 0 0,1-1 0 0 0,-1 1 0 0 0,1 0 1 0 0,-1-1-1 0 0,0 1 0 0 0,1-1 0 0 0,-1 1 1 0 0,0 0-1 0 0,0-1 0 0 0,1 1 0 0 0,-1 0 1 0 0,0-1-1 0 0,0 2 0 0 0,5 20 267 0 0,-5-19-213 0 0,6 32 140 0 0,2-1 1 0 0,1 1-1 0 0,1-2 0 0 0,2 1 1 0 0,2-1-1 0 0,1-1 0 0 0,1-1 1 0 0,2 0-1 0 0,30 40 0 0 0,-40-59-99 0 0,-7-11-86 0 0,0 1 0 0 0,1 0-1 0 0,-1 0 1 0 0,0-1 0 0 0,1 1 0 0 0,-1 0-1 0 0,1-1 1 0 0,0 0 0 0 0,-1 1 0 0 0,1-1-1 0 0,0 0 1 0 0,0 0 0 0 0,0 0 0 0 0,3 1-1 0 0,-4-2-19 0 0,-1 1-1 0 0,1-1 1 0 0,0 0-1 0 0,0-1 0 0 0,0 1 1 0 0,0 0-1 0 0,0 0 0 0 0,0 0 1 0 0,0 0-1 0 0,0-1 1 0 0,-1 1-1 0 0,1 0 0 0 0,0-1 1 0 0,0 1-1 0 0,0-1 0 0 0,-1 1 1 0 0,1-1-1 0 0,0 1 1 0 0,0-1-1 0 0,-1 0 0 0 0,1 1 1 0 0,-1-1-1 0 0,1 0 1 0 0,0-1-1 0 0,14-20 59 0 0,-14 20-56 0 0,14-29 22 0 0,-1-1 0 0 0,-1-1 0 0 0,10-43 0 0 0,-5 16-5 0 0,-8 26-21 0 0,-2 8-7 0 0,0 1-1 0 0,1 0 0 0 0,2 0 0 0 0,17-29 0 0 0,-27 52-4 0 0,0 1 1 0 0,0-1-1 0 0,0 1 0 0 0,0-1 1 0 0,1 1-1 0 0,-1-1 0 0 0,0 1 1 0 0,1 0-1 0 0,-1 0 0 0 0,1-1 1 0 0,0 1-1 0 0,-1 0 0 0 0,1 0 1 0 0,0 1-1 0 0,0-1 0 0 0,0 0 1 0 0,-1 1-1 0 0,1-1 0 0 0,0 1 1 0 0,0-1-1 0 0,0 1 0 0 0,0 0 0 0 0,0 0 1 0 0,0 0-1 0 0,0 0 0 0 0,0 0 1 0 0,0 0-1 0 0,0 1 0 0 0,0-1 1 0 0,0 1-1 0 0,-1-1 0 0 0,1 1 1 0 0,0 0-1 0 0,0-1 0 0 0,2 3 1 0 0,6 3-10 0 0,0 0 0 0 0,-1 1 0 0 0,1 0 0 0 0,14 16 0 0 0,-5-6 9 0 0,-8-7 13 0 0,0 0-1 0 0,1-1 1 0 0,0-1 0 0 0,0 0 0 0 0,1 0 0 0 0,0-1-1 0 0,0-1 1 0 0,1 0 0 0 0,15 4 0 0 0,-27-10-6 0 0,-1 1 0 0 0,1-1 0 0 0,0 0 0 0 0,0 0 0 0 0,-1 0-1 0 0,1 0 1 0 0,0 0 0 0 0,0 0 0 0 0,-1 0 0 0 0,1-1 0 0 0,0 1 0 0 0,-1-1 0 0 0,1 1 0 0 0,0-1 0 0 0,-1 1 0 0 0,1-1 0 0 0,0 0 0 0 0,-1 0 0 0 0,1 0 0 0 0,-1 0 0 0 0,0 0 0 0 0,1 0 0 0 0,-1-1 0 0 0,0 1 0 0 0,0 0 0 0 0,0-1 0 0 0,0 1 0 0 0,0 0 0 0 0,2-4 0 0 0,-1 0 3 0 0,1-1 0 0 0,-1 0 1 0 0,1-1-1 0 0,-2 1 1 0 0,1 0-1 0 0,0-9 0 0 0,0 5-5 0 0,-1-1-1 0 0,0 0 0 0 0,-1 0 1 0 0,0 1-1 0 0,-1-1 0 0 0,0 0 1 0 0,-4-15-1 0 0,5 26-2 0 0,0-1 0 0 0,0 0 0 0 0,0 0 0 0 0,0 1 0 0 0,-1-1-1 0 0,1 0 1 0 0,0 0 0 0 0,-1 1 0 0 0,1-1 0 0 0,0 0 0 0 0,-1 1 0 0 0,1-1 0 0 0,-1 0 0 0 0,1 1 0 0 0,-1-1 0 0 0,1 0-1 0 0,-1 1 1 0 0,1-1 0 0 0,-1 1 0 0 0,0-1 0 0 0,1 1 0 0 0,-1 0 0 0 0,0-1 0 0 0,1 1 0 0 0,-1 0 0 0 0,0-1-1 0 0,0 1 1 0 0,1 0 0 0 0,-1 0 0 0 0,0 0 0 0 0,0-1 0 0 0,0 1 0 0 0,1 0 0 0 0,-1 0 0 0 0,0 0 0 0 0,0 0 0 0 0,0 1-1 0 0,1-1 1 0 0,-2 0 0 0 0,-1 1-3 0 0,1 0 0 0 0,-1 0-1 0 0,0 0 1 0 0,1 0 0 0 0,-1 0 0 0 0,1 1-1 0 0,-4 2 1 0 0,-4 4-19 0 0,0 1 0 0 0,1 0 0 0 0,0 0 0 0 0,1 1 0 0 0,0 1 0 0 0,0-1 0 0 0,-7 15 0 0 0,-37 85-42 0 0,41-84 58 0 0,1-3 1 0 0,2 1-1 0 0,-8 32 1 0 0,13-45 13 0 0,1 1 1 0 0,0-1-1 0 0,1 0 1 0 0,1 1-1 0 0,0-1 1 0 0,0 1-1 0 0,3 16 1 0 0,-2-24 4 0 0,0 0 0 0 0,0 0 0 0 0,1-1 0 0 0,-1 1 0 0 0,1 0 0 0 0,0-1 0 0 0,0 1 0 0 0,0-1 1 0 0,0 0-1 0 0,1 1 0 0 0,-1-1 0 0 0,1 0 0 0 0,0-1 0 0 0,0 1 0 0 0,4 3 0 0 0,-1-2-3 0 0,0-1 0 0 0,0 1 0 0 0,1-1 0 0 0,-1-1 0 0 0,1 1 0 0 0,-1-1 0 0 0,1-1 0 0 0,9 3 0 0 0,3-2-6 0 0,-1-1 0 0 0,1-1 0 0 0,-1 0 0 0 0,1-1 0 0 0,34-7 0 0 0,-22 1-2 0 0,0-2-1 0 0,0 0 1 0 0,-1-2-1 0 0,0-1 0 0 0,-1-2 1 0 0,0-1-1 0 0,-2-1 1 0 0,35-26-1 0 0,-41 26 5 0 0,-1-1-1 0 0,-1-1 1 0 0,0-1 0 0 0,-2-1-1 0 0,0-1 1 0 0,-1 0 0 0 0,-2-1 0 0 0,0 0-1 0 0,-1-1 1 0 0,16-41 0 0 0,-18 36 6 0 0,7-30 0 0 0,-16 48-6 0 0,0 1 0 0 0,0-1 1 0 0,-1 1-1 0 0,-1-1 1 0 0,1 1-1 0 0,-2-1 1 0 0,-1-13-1 0 0,2 22-5 0 0,0 0 1 0 0,0 0-1 0 0,-1 0 1 0 0,1 0-1 0 0,0 0 0 0 0,-1 0 1 0 0,1 0-1 0 0,-1 0 0 0 0,1 0 1 0 0,-1 0-1 0 0,1 1 1 0 0,-1-1-1 0 0,1 0 0 0 0,-1 0 1 0 0,0 0-1 0 0,0 1 0 0 0,1-1 1 0 0,-1 0-1 0 0,0 1 1 0 0,0-1-1 0 0,0 1 0 0 0,0-1 1 0 0,0 1-1 0 0,0-1 0 0 0,0 1 1 0 0,1 0-1 0 0,-1-1 1 0 0,0 1-1 0 0,0 0 0 0 0,0 0 1 0 0,-1 0-1 0 0,1 0 0 0 0,0 0 1 0 0,-1 0-1 0 0,-1 0-4 0 0,0 1 0 0 0,0-1 0 0 0,0 1-1 0 0,1 0 1 0 0,-1 0 0 0 0,0 0 0 0 0,1 0 0 0 0,-1 0-1 0 0,1 0 1 0 0,-1 1 0 0 0,-3 3 0 0 0,-2 1 0 0 0,2 0 0 0 0,-1 1 0 0 0,1 0 0 0 0,0 0 0 0 0,0 1 0 0 0,1-1 0 0 0,0 1 0 0 0,1 1 0 0 0,-1-1 0 0 0,1 1 0 0 0,1-1 1 0 0,0 1-1 0 0,-3 13 0 0 0,5-17 4 0 0,0 0 0 0 0,0 0 0 0 0,1 0 1 0 0,0 1-1 0 0,0-1 0 0 0,0 0 1 0 0,0 0-1 0 0,1 0 0 0 0,0 0 0 0 0,0 0 1 0 0,1 0-1 0 0,-1 0 0 0 0,1 0 0 0 0,0 0 1 0 0,0-1-1 0 0,0 1 0 0 0,1-1 0 0 0,0 1 1 0 0,0-1-1 0 0,0 0 0 0 0,0 0 1 0 0,1 0-1 0 0,-1 0 0 0 0,1-1 0 0 0,5 4 1 0 0,4 1-28 0 0,1 0 1 0 0,-1-1-1 0 0,1 0 0 0 0,0-1 1 0 0,1-1-1 0 0,-1-1 1 0 0,22 5-1 0 0,10-1-122 0 0,50 2 0 0 0,-79-9 82 0 0,0-1 0 0 0,1 0 1 0 0,-1-2-1 0 0,0 0 0 0 0,0 0 0 0 0,0-2 1 0 0,0 0-1 0 0,31-13 0 0 0,-42 14 62 0 0,-1 0-1 0 0,0-1 0 0 0,0 0 1 0 0,0 0-1 0 0,0 0 0 0 0,-1-1 1 0 0,7-6-1 0 0,-10 10-10 0 0,-2 1 17 0 0,1 0 0 0 0,0 0 0 0 0,0 0-1 0 0,0 0 1 0 0,0 0 0 0 0,-1 0 0 0 0,1 1 0 0 0,0-1 0 0 0,0 0 0 0 0,0 0 0 0 0,-1 0 0 0 0,1 0-1 0 0,0 0 1 0 0,0 0 0 0 0,-1 0 0 0 0,1 0 0 0 0,0 0 0 0 0,0 0 0 0 0,0 0 0 0 0,-1 0 0 0 0,1 0-1 0 0,0 0 1 0 0,0 0 0 0 0,0 0 0 0 0,-1 0 0 0 0,1 0 0 0 0,0 0 0 0 0,0 0 0 0 0,0 0 0 0 0,-1 0-1 0 0,1-1 1 0 0,0 1 0 0 0,0 0 0 0 0,0 0 0 0 0,-1 0 0 0 0,1 0 0 0 0,0 0 0 0 0,0-1 0 0 0,0 1-1 0 0,0 0 1 0 0,0 0 0 0 0,-1 0 0 0 0,1 0 0 0 0,0-1 0 0 0,0 1 0 0 0,0 0 0 0 0,0 0 0 0 0,0 0 0 0 0,0-1-1 0 0,0 1 1 0 0,0 0 0 0 0,0 0 0 0 0,0 0 0 0 0,0-1 0 0 0,0 1 0 0 0,0 0 0 0 0,0 0 0 0 0,0-1-1 0 0,0 1 1 0 0,0 0 0 0 0,0 0 0 0 0,0 0 0 0 0,0-1 0 0 0,-3 3 15 0 0,-6 3-25 0 0,0 1-1 0 0,0 0 1 0 0,1 1-1 0 0,0 0 1 0 0,0 0-1 0 0,0 1 1 0 0,-9 14-1 0 0,-5 2-6 0 0,-6 7 10 0 0,-42 59-1 0 0,61-77 16 0 0,0 0 0 0 0,2 1 0 0 0,-1 0 0 0 0,2 0 0 0 0,0 1 0 0 0,1-1 0 0 0,-6 29 1 0 0,10-41-4 0 0,1 0 1 0 0,0 1-1 0 0,-1-1 1 0 0,1 0-1 0 0,0 1 1 0 0,0-1 0 0 0,1 0-1 0 0,-1 1 1 0 0,0-1-1 0 0,1 0 1 0 0,0 0 0 0 0,-1 0-1 0 0,1 1 1 0 0,0-1-1 0 0,0 0 1 0 0,0 0 0 0 0,0 0-1 0 0,1 0 1 0 0,-1 0-1 0 0,2 1 1 0 0,0 0-2 0 0,-1-1-1 0 0,1 0 1 0 0,0 0-1 0 0,0 0 1 0 0,0 0 0 0 0,1-1-1 0 0,-1 1 1 0 0,0-1 0 0 0,1 0-1 0 0,-1 0 1 0 0,7 1-1 0 0,5 0-22 0 0,1-1 0 0 0,0 0-1 0 0,-1-2 1 0 0,28-2-1 0 0,-14-2-46 0 0,0-1 0 0 0,-1-2-1 0 0,1 0 1 0 0,-2-2-1 0 0,1-1 1 0 0,-2-1-1 0 0,40-23 1 0 0,-29 11-11 0 0,0-2 0 0 0,-1-1-1 0 0,-2-2 1 0 0,38-41 0 0 0,-45 41 31 0 0,45-64 0 0 0,-62 77 47 0 0,0 0-1 0 0,-1-1 1 0 0,-1 1 0 0 0,0-2 0 0 0,-2 1 0 0 0,7-25-1 0 0,-12 35 7 0 0,0 0 0 0 0,0 0 0 0 0,-1 0 0 0 0,0 0 0 0 0,0 0 0 0 0,-1 0 0 0 0,-1-8 0 0 0,-1 12-8 0 0,-9-3 1 0 0,-8 5 2 0 0,15 3-2 0 0,-1 0 0 0 0,1 0 0 0 0,0 0 0 0 0,0 1 0 0 0,0-1 1 0 0,1 1-1 0 0,-1 0 0 0 0,1 1 0 0 0,-1-1 0 0 0,1 1 0 0 0,0 0 1 0 0,1 0-1 0 0,-1 0 0 0 0,0 1 0 0 0,1-1 0 0 0,0 1 0 0 0,0-1 0 0 0,-3 9 1 0 0,3-8 5 0 0,1 1-1 0 0,0-1 1 0 0,0 0 0 0 0,0 1 0 0 0,0 0 0 0 0,1-1 0 0 0,0 1 0 0 0,0 0 0 0 0,0 0 0 0 0,1-1 0 0 0,0 1 0 0 0,0 0 0 0 0,1 0 0 0 0,-1 0 0 0 0,1-1 0 0 0,0 1-1 0 0,4 9 1 0 0,1-4 8 0 0,0 0 0 0 0,1 0 0 0 0,0-1 0 0 0,0 0 0 0 0,14 14-1 0 0,49 39-5 0 0,-53-49-2 0 0,0 1 0 0 0,0 0 0 0 0,-2 2 0 0 0,0-1 0 0 0,16 24 0 0 0,-29-37 21 0 0,0 0 0 0 0,-1 0 1 0 0,1 0-1 0 0,-1 0 1 0 0,1 0-1 0 0,-1 1 0 0 0,0-1 1 0 0,0 0-1 0 0,0 0 1 0 0,-1 1-1 0 0,1-1 0 0 0,-1 1 1 0 0,1-1-1 0 0,-1 1 0 0 0,-1-1 1 0 0,1 0-1 0 0,0 1 1 0 0,-1-1-1 0 0,1 1 0 0 0,-1-1 1 0 0,0 0-1 0 0,0 0 0 0 0,-1 1 1 0 0,1-1-1 0 0,-1 0 1 0 0,1 0-1 0 0,-1 0 0 0 0,0 0 1 0 0,0-1-1 0 0,0 1 0 0 0,-4 3 1 0 0,-2 1 111 0 0,1-1 0 0 0,-1 0 0 0 0,0-1 1 0 0,-1 0-1 0 0,1 0 0 0 0,-1-1 0 0 0,0 0 1 0 0,0-1-1 0 0,-18 6 0 0 0,17-8 57 0 0,1 1 0 0 0,-1-1 0 0 0,-14 0 0 0 0,14-2 122 0 0,1 2-1 0 0,0 0 1 0 0,-14 2-1 0 0,23-3-312 0 0,0 0 0 0 0,-1 0-1 0 0,1 0 1 0 0,0 1 0 0 0,0-1-1 0 0,0 0 1 0 0,0 0 0 0 0,0 0 0 0 0,-1 0-1 0 0,1 0 1 0 0,0 0 0 0 0,0 0 0 0 0,0 0-1 0 0,0 0 1 0 0,0 0 0 0 0,-1 0-1 0 0,1 0 1 0 0,0 0 0 0 0,0 0 0 0 0,0 0-1 0 0,0 0 1 0 0,0 0 0 0 0,-1-1 0 0 0,1 1-1 0 0,0 0 1 0 0,0 0 0 0 0,0 0-1 0 0,0 0 1 0 0,0 0 0 0 0,0 0 0 0 0,-1 0-1 0 0,1 0 1 0 0,0 0 0 0 0,0-1-1 0 0,0 1 1 0 0,0 0 0 0 0,0 0 0 0 0,0 0-1 0 0,0 0 1 0 0,0 0 0 0 0,0-1 0 0 0,0 1-1 0 0,0 0 1 0 0,0 0 0 0 0,-1 0-1 0 0,1 0 1 0 0,0 0 0 0 0,0-1 0 0 0,0 1-1 0 0,0 0 1 0 0,0 0 0 0 0,0 0 0 0 0,1 0-1 0 0,-1 0 1 0 0,0-1 0 0 0,0 1-1 0 0,0 0 1 0 0,0 0 0 0 0,0 0 0 0 0,0 0-1 0 0,0-1 1 0 0,5-8 30 0 0,-5 7-25 0 0,9-5 3 0 0,0 0 0 0 0,1 0-1 0 0,0 1 1 0 0,0 0 0 0 0,18-7 0 0 0,0 0-24 0 0,181-84-47 0 0,-140 68 24 0 0,-1-3 0 0 0,119-75 0 0 0,-174 97 40 0 0,1-1 0 0 0,18-19 0 0 0,-27 25-1 0 0,0 0-1 0 0,-1-1 0 0 0,0 0 1 0 0,0 0-1 0 0,0 0 0 0 0,0-1 1 0 0,-1 1-1 0 0,3-11 0 0 0,-5 16-1 0 0,-1 0 0 0 0,1-1-1 0 0,-1 1 1 0 0,0 0 0 0 0,0 0 0 0 0,1 0-1 0 0,-1 0 1 0 0,0 0 0 0 0,0 0-1 0 0,0 0 1 0 0,0-1 0 0 0,0 1 0 0 0,0 0-1 0 0,-1 0 1 0 0,1 0 0 0 0,0 0 0 0 0,-1 0-1 0 0,1 0 1 0 0,0 0 0 0 0,-1 0-1 0 0,1 0 1 0 0,-1 0 0 0 0,0 0 0 0 0,1 0-1 0 0,-1 0 1 0 0,0 0 0 0 0,0 0 0 0 0,1 0-1 0 0,-1 1 1 0 0,0-1 0 0 0,0 0-1 0 0,0 1 1 0 0,0-1 0 0 0,0 0 0 0 0,0 1-1 0 0,0-1 1 0 0,0 1 0 0 0,0 0 0 0 0,-2-1-1 0 0,-1 0-1 0 0,0 0-1 0 0,0 1 1 0 0,-1-1-1 0 0,1 1 0 0 0,0 0 1 0 0,0 1-1 0 0,0-1 1 0 0,-1 1-1 0 0,1-1 0 0 0,-6 3 1 0 0,-9 4 19 0 0,1 0-1 0 0,0 1 1 0 0,0 1 0 0 0,1 1-1 0 0,0 1 1 0 0,0 0 0 0 0,1 1-1 0 0,1 1 1 0 0,0 0 0 0 0,1 1 0 0 0,0 0-1 0 0,1 2 1 0 0,1-1 0 0 0,0 2-1 0 0,2-1 1 0 0,-11 21 0 0 0,17-28 50 0 0,1-1-1 0 0,0 1 1 0 0,0 0 0 0 0,1-1-1 0 0,0 1 1 0 0,0 0 0 0 0,1 0 0 0 0,1 1-1 0 0,-1-1 1 0 0,1 0 0 0 0,1 0-1 0 0,0 0 1 0 0,3 13 0 0 0,-3-16-24 0 0,1-1 0 0 0,0 1 0 0 0,1 0 0 0 0,-1-1 0 0 0,1 1 0 0 0,0-1 0 0 0,1 0 0 0 0,-1 0 0 0 0,1 0 0 0 0,0 0 0 0 0,0-1 0 0 0,1 1 0 0 0,-1-1 0 0 0,1 0 0 0 0,0 0 0 0 0,0-1 0 0 0,0 0 0 0 0,0 0 0 0 0,1 0 0 0 0,9 3 0 0 0,-1-1-9 0 0,2-1 0 0 0,-1 0 0 0 0,0-2 0 0 0,1 1 0 0 0,-1-2 0 0 0,25-1 0 0 0,-11-1-317 0 0,0-2 1 0 0,47-10 0 0 0,-53 8-1252 0 0,34-13-1 0 0,-48 14-773 0 0,0 0 0 0 0,0-1 0 0 0,13-8 0 0 0</inkml:trace>
</inkml:ink>
</file>

<file path=ppt/ink/ink2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7T06:16:44.4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 3936 0 0,'32'5'19858'0'0,"-24"-8"-17181"0"0,4-4-3687 0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F8A59F-99C5-0ECD-77AC-0E53C059E1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4BDD77-37E5-3315-4CFE-79F6F612B6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C109E0-6F5F-C8F1-DACB-547E8A2D61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2F195-CE6E-476D-A2CE-FF7A79B7941A}" type="datetimeFigureOut">
              <a:rPr lang="en-IN" smtClean="0"/>
              <a:t>27-01-2026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C85DF7-FFD2-DF1B-961D-CFBB7AE78B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9F494F-7294-EB97-2C96-91D8036BB2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13D203-47A0-4EBD-A616-0ECD93ACC9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59663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3D4CC0-3A7A-235D-4BF6-9F34C7C3FA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D9CB53-18F7-6B71-234F-2E044E93EF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A900D0-1DD7-BB05-C18C-9D24B8B03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2F195-CE6E-476D-A2CE-FF7A79B7941A}" type="datetimeFigureOut">
              <a:rPr lang="en-IN" smtClean="0"/>
              <a:t>27-01-2026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CBD033-A8BC-E26A-100E-6B476826D7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554001-1D81-7D17-738A-EF4B4A6FFC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13D203-47A0-4EBD-A616-0ECD93ACC9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58086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7F295-DF1D-73C7-15F6-DF7AA9E349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9E05B9-D9B3-67D5-733C-92FCC4C44E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DE80F9-7ECB-E8CC-87E9-67ABAC0077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2F195-CE6E-476D-A2CE-FF7A79B7941A}" type="datetimeFigureOut">
              <a:rPr lang="en-IN" smtClean="0"/>
              <a:t>27-01-2026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EFC1C2-ED29-A336-6574-443C44A18D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ED8632-C04B-89BD-1491-D6E2B17F90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13D203-47A0-4EBD-A616-0ECD93ACC9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00125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737BD-BA75-BDD3-0C69-A19887D4A8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3B53C5-4D39-9EF3-BC02-5D4FD0B7B96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44D1F8-AB46-8950-FC2E-4AD5B96AF3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EA1CA8-9396-9679-CF6D-4F8FDC3A61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2F195-CE6E-476D-A2CE-FF7A79B7941A}" type="datetimeFigureOut">
              <a:rPr lang="en-IN" smtClean="0"/>
              <a:t>27-01-2026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B52D8C-ABC0-C7AC-A19B-F6D2122A99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C52E78-80F3-1824-C96D-631C25F12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13D203-47A0-4EBD-A616-0ECD93ACC9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73906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B6782-AB53-9C34-1457-4F3A47C800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029663-6E71-10EB-7A53-39E417BAA0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00E581-946C-238C-77AA-AA0463CB8F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01ADCC-91BD-9C37-D514-2A224E4C1C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24497FF-2F34-7B79-E028-865132E537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AC6B171-46C5-2989-6B27-6A53052A4F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2F195-CE6E-476D-A2CE-FF7A79B7941A}" type="datetimeFigureOut">
              <a:rPr lang="en-IN" smtClean="0"/>
              <a:t>27-01-2026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F62832D-5916-1298-4009-FDAFD0D9CA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DB094FC-E7FD-C4D2-EE65-FB2A0F1B6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13D203-47A0-4EBD-A616-0ECD93ACC9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18966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05214C-764A-D53F-7D94-FFBA6BB2A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878CCB-B04C-6085-CBAB-C6E3DC933D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2F195-CE6E-476D-A2CE-FF7A79B7941A}" type="datetimeFigureOut">
              <a:rPr lang="en-IN" smtClean="0"/>
              <a:t>27-01-2026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E62F1A-C37E-0A1C-60A9-24464C3C64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4CD1AE-23F6-96A2-880F-39F4F5E7F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13D203-47A0-4EBD-A616-0ECD93ACC9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79684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B641653-EE15-4B6F-050D-76F55B53E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2F195-CE6E-476D-A2CE-FF7A79B7941A}" type="datetimeFigureOut">
              <a:rPr lang="en-IN" smtClean="0"/>
              <a:t>27-01-2026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BDCC271-9AE6-5641-BDB7-649BA593B3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C149F9-8B77-90B7-3048-C82E771C0A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13D203-47A0-4EBD-A616-0ECD93ACC9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99483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D65334-5BC3-F3C8-D78C-740107EFE4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C07650-FC96-3995-7686-51D6BFA3D4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77D894-39D2-E42A-0E9D-FA07F12470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787B7E-2872-C295-F901-6764286D77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2F195-CE6E-476D-A2CE-FF7A79B7941A}" type="datetimeFigureOut">
              <a:rPr lang="en-IN" smtClean="0"/>
              <a:t>27-01-2026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A03B59-2AED-7A16-2ED1-EFE9D8CFEF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D2D6F6-EC13-3D02-AD04-B07D33C09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13D203-47A0-4EBD-A616-0ECD93ACC9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85843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703B8D-711B-47E9-9DF2-6194382185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1CC2E92-D2D1-FEC7-8D86-40B727E38B1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A7CCB0-613F-86E0-A99C-1E2D52FCF8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B61CD6-9E22-EE6C-F421-855030DD6C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2F195-CE6E-476D-A2CE-FF7A79B7941A}" type="datetimeFigureOut">
              <a:rPr lang="en-IN" smtClean="0"/>
              <a:t>27-01-2026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F94306-15FE-9A91-9B54-4183C7C126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2B08EE-B1FF-425B-3BE2-D920BCB6A0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13D203-47A0-4EBD-A616-0ECD93ACC9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76920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97BD25-C210-5B15-1CC9-B6B534A7E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F5A0E7-7DC6-1278-06FF-A56217D3D4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CB1318-7E84-3432-7D35-8564F4012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2F195-CE6E-476D-A2CE-FF7A79B7941A}" type="datetimeFigureOut">
              <a:rPr lang="en-IN" smtClean="0"/>
              <a:t>27-01-2026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F22CE0-5053-0B00-6F01-8E9C162BF8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28A09E-3F07-0B57-56DB-7F252F735F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13D203-47A0-4EBD-A616-0ECD93ACC9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38677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EC14E05-4710-2704-2EA0-DCB17F6197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EF58DF-E135-CBF4-108D-5954027803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B322CC-5B81-1428-E594-EF91E84A4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2F195-CE6E-476D-A2CE-FF7A79B7941A}" type="datetimeFigureOut">
              <a:rPr lang="en-IN" smtClean="0"/>
              <a:t>27-01-2026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029C4D-1D7E-079C-8E56-25AB080B8C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8E8097-89AA-C00E-EAAC-C981CE05C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13D203-47A0-4EBD-A616-0ECD93ACC9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7979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C5FA5-2EA1-22A9-9829-3D1FF0FDE6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B84C56-DC47-151E-8A10-7894896177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636F79-9307-19C0-00E4-AFC1DB516B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B2F195-CE6E-476D-A2CE-FF7A79B7941A}" type="datetimeFigureOut">
              <a:rPr lang="en-IN" smtClean="0"/>
              <a:t>27-01-2026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C5160C-455E-019F-0234-5C40FA745E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B1AB20-0331-66FB-0472-B21336C875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D13D203-47A0-4EBD-A616-0ECD93ACC9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10909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58.png"/><Relationship Id="rId299" Type="http://schemas.openxmlformats.org/officeDocument/2006/relationships/image" Target="../media/image149.png"/><Relationship Id="rId21" Type="http://schemas.openxmlformats.org/officeDocument/2006/relationships/image" Target="../media/image10.png"/><Relationship Id="rId63" Type="http://schemas.openxmlformats.org/officeDocument/2006/relationships/image" Target="../media/image31.png"/><Relationship Id="rId159" Type="http://schemas.openxmlformats.org/officeDocument/2006/relationships/image" Target="../media/image79.png"/><Relationship Id="rId324" Type="http://schemas.openxmlformats.org/officeDocument/2006/relationships/customXml" Target="../ink/ink162.xml"/><Relationship Id="rId366" Type="http://schemas.openxmlformats.org/officeDocument/2006/relationships/customXml" Target="../ink/ink183.xml"/><Relationship Id="rId170" Type="http://schemas.openxmlformats.org/officeDocument/2006/relationships/customXml" Target="../ink/ink85.xml"/><Relationship Id="rId226" Type="http://schemas.openxmlformats.org/officeDocument/2006/relationships/customXml" Target="../ink/ink113.xml"/><Relationship Id="rId268" Type="http://schemas.openxmlformats.org/officeDocument/2006/relationships/customXml" Target="../ink/ink134.xml"/><Relationship Id="rId32" Type="http://schemas.openxmlformats.org/officeDocument/2006/relationships/customXml" Target="../ink/ink16.xml"/><Relationship Id="rId74" Type="http://schemas.openxmlformats.org/officeDocument/2006/relationships/customXml" Target="../ink/ink37.xml"/><Relationship Id="rId128" Type="http://schemas.openxmlformats.org/officeDocument/2006/relationships/customXml" Target="../ink/ink64.xml"/><Relationship Id="rId335" Type="http://schemas.openxmlformats.org/officeDocument/2006/relationships/image" Target="../media/image167.png"/><Relationship Id="rId377" Type="http://schemas.openxmlformats.org/officeDocument/2006/relationships/image" Target="../media/image188.png"/><Relationship Id="rId5" Type="http://schemas.openxmlformats.org/officeDocument/2006/relationships/image" Target="../media/image2.png"/><Relationship Id="rId181" Type="http://schemas.openxmlformats.org/officeDocument/2006/relationships/image" Target="../media/image90.png"/><Relationship Id="rId237" Type="http://schemas.openxmlformats.org/officeDocument/2006/relationships/image" Target="../media/image118.png"/><Relationship Id="rId279" Type="http://schemas.openxmlformats.org/officeDocument/2006/relationships/image" Target="../media/image139.png"/><Relationship Id="rId43" Type="http://schemas.openxmlformats.org/officeDocument/2006/relationships/image" Target="../media/image21.png"/><Relationship Id="rId139" Type="http://schemas.openxmlformats.org/officeDocument/2006/relationships/image" Target="../media/image69.png"/><Relationship Id="rId290" Type="http://schemas.openxmlformats.org/officeDocument/2006/relationships/customXml" Target="../ink/ink145.xml"/><Relationship Id="rId304" Type="http://schemas.openxmlformats.org/officeDocument/2006/relationships/customXml" Target="../ink/ink152.xml"/><Relationship Id="rId346" Type="http://schemas.openxmlformats.org/officeDocument/2006/relationships/customXml" Target="../ink/ink173.xml"/><Relationship Id="rId85" Type="http://schemas.openxmlformats.org/officeDocument/2006/relationships/image" Target="../media/image42.png"/><Relationship Id="rId150" Type="http://schemas.openxmlformats.org/officeDocument/2006/relationships/customXml" Target="../ink/ink75.xml"/><Relationship Id="rId192" Type="http://schemas.openxmlformats.org/officeDocument/2006/relationships/customXml" Target="../ink/ink96.xml"/><Relationship Id="rId206" Type="http://schemas.openxmlformats.org/officeDocument/2006/relationships/customXml" Target="../ink/ink103.xml"/><Relationship Id="rId248" Type="http://schemas.openxmlformats.org/officeDocument/2006/relationships/customXml" Target="../ink/ink124.xml"/><Relationship Id="rId12" Type="http://schemas.openxmlformats.org/officeDocument/2006/relationships/customXml" Target="../ink/ink6.xml"/><Relationship Id="rId108" Type="http://schemas.openxmlformats.org/officeDocument/2006/relationships/customXml" Target="../ink/ink54.xml"/><Relationship Id="rId315" Type="http://schemas.openxmlformats.org/officeDocument/2006/relationships/image" Target="../media/image157.png"/><Relationship Id="rId357" Type="http://schemas.openxmlformats.org/officeDocument/2006/relationships/image" Target="../media/image178.png"/><Relationship Id="rId54" Type="http://schemas.openxmlformats.org/officeDocument/2006/relationships/customXml" Target="../ink/ink27.xml"/><Relationship Id="rId96" Type="http://schemas.openxmlformats.org/officeDocument/2006/relationships/customXml" Target="../ink/ink48.xml"/><Relationship Id="rId161" Type="http://schemas.openxmlformats.org/officeDocument/2006/relationships/image" Target="../media/image80.png"/><Relationship Id="rId217" Type="http://schemas.openxmlformats.org/officeDocument/2006/relationships/image" Target="../media/image108.png"/><Relationship Id="rId259" Type="http://schemas.openxmlformats.org/officeDocument/2006/relationships/image" Target="../media/image129.png"/><Relationship Id="rId23" Type="http://schemas.openxmlformats.org/officeDocument/2006/relationships/image" Target="../media/image11.png"/><Relationship Id="rId119" Type="http://schemas.openxmlformats.org/officeDocument/2006/relationships/image" Target="../media/image59.png"/><Relationship Id="rId270" Type="http://schemas.openxmlformats.org/officeDocument/2006/relationships/customXml" Target="../ink/ink135.xml"/><Relationship Id="rId326" Type="http://schemas.openxmlformats.org/officeDocument/2006/relationships/customXml" Target="../ink/ink163.xml"/><Relationship Id="rId65" Type="http://schemas.openxmlformats.org/officeDocument/2006/relationships/image" Target="../media/image32.png"/><Relationship Id="rId130" Type="http://schemas.openxmlformats.org/officeDocument/2006/relationships/customXml" Target="../ink/ink65.xml"/><Relationship Id="rId368" Type="http://schemas.openxmlformats.org/officeDocument/2006/relationships/customXml" Target="../ink/ink184.xml"/><Relationship Id="rId172" Type="http://schemas.openxmlformats.org/officeDocument/2006/relationships/customXml" Target="../ink/ink86.xml"/><Relationship Id="rId228" Type="http://schemas.openxmlformats.org/officeDocument/2006/relationships/customXml" Target="../ink/ink114.xml"/><Relationship Id="rId281" Type="http://schemas.openxmlformats.org/officeDocument/2006/relationships/image" Target="../media/image140.png"/><Relationship Id="rId337" Type="http://schemas.openxmlformats.org/officeDocument/2006/relationships/image" Target="../media/image168.png"/><Relationship Id="rId34" Type="http://schemas.openxmlformats.org/officeDocument/2006/relationships/customXml" Target="../ink/ink17.xml"/><Relationship Id="rId76" Type="http://schemas.openxmlformats.org/officeDocument/2006/relationships/customXml" Target="../ink/ink38.xml"/><Relationship Id="rId141" Type="http://schemas.openxmlformats.org/officeDocument/2006/relationships/image" Target="../media/image70.png"/><Relationship Id="rId379" Type="http://schemas.openxmlformats.org/officeDocument/2006/relationships/image" Target="../media/image189.png"/><Relationship Id="rId7" Type="http://schemas.openxmlformats.org/officeDocument/2006/relationships/image" Target="../media/image3.png"/><Relationship Id="rId183" Type="http://schemas.openxmlformats.org/officeDocument/2006/relationships/image" Target="../media/image91.png"/><Relationship Id="rId239" Type="http://schemas.openxmlformats.org/officeDocument/2006/relationships/image" Target="../media/image119.png"/><Relationship Id="rId250" Type="http://schemas.openxmlformats.org/officeDocument/2006/relationships/customXml" Target="../ink/ink125.xml"/><Relationship Id="rId292" Type="http://schemas.openxmlformats.org/officeDocument/2006/relationships/customXml" Target="../ink/ink146.xml"/><Relationship Id="rId306" Type="http://schemas.openxmlformats.org/officeDocument/2006/relationships/customXml" Target="../ink/ink153.xml"/><Relationship Id="rId45" Type="http://schemas.openxmlformats.org/officeDocument/2006/relationships/image" Target="../media/image22.png"/><Relationship Id="rId87" Type="http://schemas.openxmlformats.org/officeDocument/2006/relationships/image" Target="../media/image43.png"/><Relationship Id="rId110" Type="http://schemas.openxmlformats.org/officeDocument/2006/relationships/customXml" Target="../ink/ink55.xml"/><Relationship Id="rId348" Type="http://schemas.openxmlformats.org/officeDocument/2006/relationships/customXml" Target="../ink/ink174.xml"/><Relationship Id="rId152" Type="http://schemas.openxmlformats.org/officeDocument/2006/relationships/customXml" Target="../ink/ink76.xml"/><Relationship Id="rId194" Type="http://schemas.openxmlformats.org/officeDocument/2006/relationships/customXml" Target="../ink/ink97.xml"/><Relationship Id="rId208" Type="http://schemas.openxmlformats.org/officeDocument/2006/relationships/customXml" Target="../ink/ink104.xml"/><Relationship Id="rId261" Type="http://schemas.openxmlformats.org/officeDocument/2006/relationships/image" Target="../media/image130.png"/><Relationship Id="rId14" Type="http://schemas.openxmlformats.org/officeDocument/2006/relationships/customXml" Target="../ink/ink7.xml"/><Relationship Id="rId56" Type="http://schemas.openxmlformats.org/officeDocument/2006/relationships/customXml" Target="../ink/ink28.xml"/><Relationship Id="rId317" Type="http://schemas.openxmlformats.org/officeDocument/2006/relationships/image" Target="../media/image158.png"/><Relationship Id="rId359" Type="http://schemas.openxmlformats.org/officeDocument/2006/relationships/image" Target="../media/image179.png"/><Relationship Id="rId98" Type="http://schemas.openxmlformats.org/officeDocument/2006/relationships/customXml" Target="../ink/ink49.xml"/><Relationship Id="rId121" Type="http://schemas.openxmlformats.org/officeDocument/2006/relationships/image" Target="../media/image60.png"/><Relationship Id="rId163" Type="http://schemas.openxmlformats.org/officeDocument/2006/relationships/image" Target="../media/image81.png"/><Relationship Id="rId219" Type="http://schemas.openxmlformats.org/officeDocument/2006/relationships/image" Target="../media/image109.png"/><Relationship Id="rId370" Type="http://schemas.openxmlformats.org/officeDocument/2006/relationships/customXml" Target="../ink/ink185.xml"/><Relationship Id="rId230" Type="http://schemas.openxmlformats.org/officeDocument/2006/relationships/customXml" Target="../ink/ink115.xml"/><Relationship Id="rId25" Type="http://schemas.openxmlformats.org/officeDocument/2006/relationships/image" Target="../media/image12.png"/><Relationship Id="rId67" Type="http://schemas.openxmlformats.org/officeDocument/2006/relationships/image" Target="../media/image33.png"/><Relationship Id="rId272" Type="http://schemas.openxmlformats.org/officeDocument/2006/relationships/customXml" Target="../ink/ink136.xml"/><Relationship Id="rId328" Type="http://schemas.openxmlformats.org/officeDocument/2006/relationships/customXml" Target="../ink/ink164.xml"/><Relationship Id="rId132" Type="http://schemas.openxmlformats.org/officeDocument/2006/relationships/customXml" Target="../ink/ink66.xml"/><Relationship Id="rId174" Type="http://schemas.openxmlformats.org/officeDocument/2006/relationships/customXml" Target="../ink/ink87.xml"/><Relationship Id="rId241" Type="http://schemas.openxmlformats.org/officeDocument/2006/relationships/image" Target="../media/image120.png"/><Relationship Id="rId36" Type="http://schemas.openxmlformats.org/officeDocument/2006/relationships/customXml" Target="../ink/ink18.xml"/><Relationship Id="rId283" Type="http://schemas.openxmlformats.org/officeDocument/2006/relationships/image" Target="../media/image141.png"/><Relationship Id="rId339" Type="http://schemas.openxmlformats.org/officeDocument/2006/relationships/image" Target="../media/image169.png"/><Relationship Id="rId78" Type="http://schemas.openxmlformats.org/officeDocument/2006/relationships/customXml" Target="../ink/ink39.xml"/><Relationship Id="rId101" Type="http://schemas.openxmlformats.org/officeDocument/2006/relationships/image" Target="../media/image50.png"/><Relationship Id="rId143" Type="http://schemas.openxmlformats.org/officeDocument/2006/relationships/image" Target="../media/image71.png"/><Relationship Id="rId185" Type="http://schemas.openxmlformats.org/officeDocument/2006/relationships/image" Target="../media/image92.png"/><Relationship Id="rId350" Type="http://schemas.openxmlformats.org/officeDocument/2006/relationships/customXml" Target="../ink/ink175.xml"/><Relationship Id="rId9" Type="http://schemas.openxmlformats.org/officeDocument/2006/relationships/image" Target="../media/image4.png"/><Relationship Id="rId210" Type="http://schemas.openxmlformats.org/officeDocument/2006/relationships/customXml" Target="../ink/ink105.xml"/><Relationship Id="rId26" Type="http://schemas.openxmlformats.org/officeDocument/2006/relationships/customXml" Target="../ink/ink13.xml"/><Relationship Id="rId231" Type="http://schemas.openxmlformats.org/officeDocument/2006/relationships/image" Target="../media/image115.png"/><Relationship Id="rId252" Type="http://schemas.openxmlformats.org/officeDocument/2006/relationships/customXml" Target="../ink/ink126.xml"/><Relationship Id="rId273" Type="http://schemas.openxmlformats.org/officeDocument/2006/relationships/image" Target="../media/image136.png"/><Relationship Id="rId294" Type="http://schemas.openxmlformats.org/officeDocument/2006/relationships/customXml" Target="../ink/ink147.xml"/><Relationship Id="rId308" Type="http://schemas.openxmlformats.org/officeDocument/2006/relationships/customXml" Target="../ink/ink154.xml"/><Relationship Id="rId329" Type="http://schemas.openxmlformats.org/officeDocument/2006/relationships/image" Target="../media/image164.png"/><Relationship Id="rId47" Type="http://schemas.openxmlformats.org/officeDocument/2006/relationships/image" Target="../media/image23.png"/><Relationship Id="rId68" Type="http://schemas.openxmlformats.org/officeDocument/2006/relationships/customXml" Target="../ink/ink34.xml"/><Relationship Id="rId89" Type="http://schemas.openxmlformats.org/officeDocument/2006/relationships/image" Target="../media/image44.png"/><Relationship Id="rId112" Type="http://schemas.openxmlformats.org/officeDocument/2006/relationships/customXml" Target="../ink/ink56.xml"/><Relationship Id="rId133" Type="http://schemas.openxmlformats.org/officeDocument/2006/relationships/image" Target="../media/image66.png"/><Relationship Id="rId154" Type="http://schemas.openxmlformats.org/officeDocument/2006/relationships/customXml" Target="../ink/ink77.xml"/><Relationship Id="rId175" Type="http://schemas.openxmlformats.org/officeDocument/2006/relationships/image" Target="../media/image87.png"/><Relationship Id="rId340" Type="http://schemas.openxmlformats.org/officeDocument/2006/relationships/customXml" Target="../ink/ink170.xml"/><Relationship Id="rId361" Type="http://schemas.openxmlformats.org/officeDocument/2006/relationships/image" Target="../media/image180.png"/><Relationship Id="rId196" Type="http://schemas.openxmlformats.org/officeDocument/2006/relationships/customXml" Target="../ink/ink98.xml"/><Relationship Id="rId200" Type="http://schemas.openxmlformats.org/officeDocument/2006/relationships/customXml" Target="../ink/ink100.xml"/><Relationship Id="rId16" Type="http://schemas.openxmlformats.org/officeDocument/2006/relationships/customXml" Target="../ink/ink8.xml"/><Relationship Id="rId221" Type="http://schemas.openxmlformats.org/officeDocument/2006/relationships/image" Target="../media/image110.png"/><Relationship Id="rId242" Type="http://schemas.openxmlformats.org/officeDocument/2006/relationships/customXml" Target="../ink/ink121.xml"/><Relationship Id="rId263" Type="http://schemas.openxmlformats.org/officeDocument/2006/relationships/image" Target="../media/image131.png"/><Relationship Id="rId284" Type="http://schemas.openxmlformats.org/officeDocument/2006/relationships/customXml" Target="../ink/ink142.xml"/><Relationship Id="rId319" Type="http://schemas.openxmlformats.org/officeDocument/2006/relationships/image" Target="../media/image159.png"/><Relationship Id="rId37" Type="http://schemas.openxmlformats.org/officeDocument/2006/relationships/image" Target="../media/image18.png"/><Relationship Id="rId58" Type="http://schemas.openxmlformats.org/officeDocument/2006/relationships/customXml" Target="../ink/ink29.xml"/><Relationship Id="rId79" Type="http://schemas.openxmlformats.org/officeDocument/2006/relationships/image" Target="../media/image39.png"/><Relationship Id="rId102" Type="http://schemas.openxmlformats.org/officeDocument/2006/relationships/customXml" Target="../ink/ink51.xml"/><Relationship Id="rId123" Type="http://schemas.openxmlformats.org/officeDocument/2006/relationships/image" Target="../media/image61.png"/><Relationship Id="rId144" Type="http://schemas.openxmlformats.org/officeDocument/2006/relationships/customXml" Target="../ink/ink72.xml"/><Relationship Id="rId330" Type="http://schemas.openxmlformats.org/officeDocument/2006/relationships/customXml" Target="../ink/ink165.xml"/><Relationship Id="rId90" Type="http://schemas.openxmlformats.org/officeDocument/2006/relationships/customXml" Target="../ink/ink45.xml"/><Relationship Id="rId165" Type="http://schemas.openxmlformats.org/officeDocument/2006/relationships/image" Target="../media/image82.png"/><Relationship Id="rId186" Type="http://schemas.openxmlformats.org/officeDocument/2006/relationships/customXml" Target="../ink/ink93.xml"/><Relationship Id="rId351" Type="http://schemas.openxmlformats.org/officeDocument/2006/relationships/image" Target="../media/image175.png"/><Relationship Id="rId372" Type="http://schemas.openxmlformats.org/officeDocument/2006/relationships/customXml" Target="../ink/ink186.xml"/><Relationship Id="rId211" Type="http://schemas.openxmlformats.org/officeDocument/2006/relationships/image" Target="../media/image105.png"/><Relationship Id="rId232" Type="http://schemas.openxmlformats.org/officeDocument/2006/relationships/customXml" Target="../ink/ink116.xml"/><Relationship Id="rId253" Type="http://schemas.openxmlformats.org/officeDocument/2006/relationships/image" Target="../media/image126.png"/><Relationship Id="rId274" Type="http://schemas.openxmlformats.org/officeDocument/2006/relationships/customXml" Target="../ink/ink137.xml"/><Relationship Id="rId295" Type="http://schemas.openxmlformats.org/officeDocument/2006/relationships/image" Target="../media/image147.png"/><Relationship Id="rId309" Type="http://schemas.openxmlformats.org/officeDocument/2006/relationships/image" Target="../media/image154.png"/><Relationship Id="rId27" Type="http://schemas.openxmlformats.org/officeDocument/2006/relationships/image" Target="../media/image13.png"/><Relationship Id="rId48" Type="http://schemas.openxmlformats.org/officeDocument/2006/relationships/customXml" Target="../ink/ink24.xml"/><Relationship Id="rId69" Type="http://schemas.openxmlformats.org/officeDocument/2006/relationships/image" Target="../media/image34.png"/><Relationship Id="rId113" Type="http://schemas.openxmlformats.org/officeDocument/2006/relationships/image" Target="../media/image56.png"/><Relationship Id="rId134" Type="http://schemas.openxmlformats.org/officeDocument/2006/relationships/customXml" Target="../ink/ink67.xml"/><Relationship Id="rId320" Type="http://schemas.openxmlformats.org/officeDocument/2006/relationships/customXml" Target="../ink/ink160.xml"/><Relationship Id="rId80" Type="http://schemas.openxmlformats.org/officeDocument/2006/relationships/customXml" Target="../ink/ink40.xml"/><Relationship Id="rId155" Type="http://schemas.openxmlformats.org/officeDocument/2006/relationships/image" Target="../media/image77.png"/><Relationship Id="rId176" Type="http://schemas.openxmlformats.org/officeDocument/2006/relationships/customXml" Target="../ink/ink88.xml"/><Relationship Id="rId197" Type="http://schemas.openxmlformats.org/officeDocument/2006/relationships/image" Target="../media/image98.png"/><Relationship Id="rId341" Type="http://schemas.openxmlformats.org/officeDocument/2006/relationships/image" Target="../media/image170.png"/><Relationship Id="rId362" Type="http://schemas.openxmlformats.org/officeDocument/2006/relationships/customXml" Target="../ink/ink181.xml"/><Relationship Id="rId201" Type="http://schemas.openxmlformats.org/officeDocument/2006/relationships/image" Target="../media/image100.png"/><Relationship Id="rId222" Type="http://schemas.openxmlformats.org/officeDocument/2006/relationships/customXml" Target="../ink/ink111.xml"/><Relationship Id="rId243" Type="http://schemas.openxmlformats.org/officeDocument/2006/relationships/image" Target="../media/image121.png"/><Relationship Id="rId264" Type="http://schemas.openxmlformats.org/officeDocument/2006/relationships/customXml" Target="../ink/ink132.xml"/><Relationship Id="rId285" Type="http://schemas.openxmlformats.org/officeDocument/2006/relationships/image" Target="../media/image142.png"/><Relationship Id="rId17" Type="http://schemas.openxmlformats.org/officeDocument/2006/relationships/image" Target="../media/image8.png"/><Relationship Id="rId38" Type="http://schemas.openxmlformats.org/officeDocument/2006/relationships/customXml" Target="../ink/ink19.xml"/><Relationship Id="rId59" Type="http://schemas.openxmlformats.org/officeDocument/2006/relationships/image" Target="../media/image29.png"/><Relationship Id="rId103" Type="http://schemas.openxmlformats.org/officeDocument/2006/relationships/image" Target="../media/image51.png"/><Relationship Id="rId124" Type="http://schemas.openxmlformats.org/officeDocument/2006/relationships/customXml" Target="../ink/ink62.xml"/><Relationship Id="rId310" Type="http://schemas.openxmlformats.org/officeDocument/2006/relationships/customXml" Target="../ink/ink155.xml"/><Relationship Id="rId70" Type="http://schemas.openxmlformats.org/officeDocument/2006/relationships/customXml" Target="../ink/ink35.xml"/><Relationship Id="rId91" Type="http://schemas.openxmlformats.org/officeDocument/2006/relationships/image" Target="../media/image45.png"/><Relationship Id="rId145" Type="http://schemas.openxmlformats.org/officeDocument/2006/relationships/image" Target="../media/image72.png"/><Relationship Id="rId166" Type="http://schemas.openxmlformats.org/officeDocument/2006/relationships/customXml" Target="../ink/ink83.xml"/><Relationship Id="rId187" Type="http://schemas.openxmlformats.org/officeDocument/2006/relationships/image" Target="../media/image93.png"/><Relationship Id="rId331" Type="http://schemas.openxmlformats.org/officeDocument/2006/relationships/image" Target="../media/image165.png"/><Relationship Id="rId352" Type="http://schemas.openxmlformats.org/officeDocument/2006/relationships/customXml" Target="../ink/ink176.xml"/><Relationship Id="rId373" Type="http://schemas.openxmlformats.org/officeDocument/2006/relationships/image" Target="../media/image186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106.xml"/><Relationship Id="rId233" Type="http://schemas.openxmlformats.org/officeDocument/2006/relationships/image" Target="../media/image116.png"/><Relationship Id="rId254" Type="http://schemas.openxmlformats.org/officeDocument/2006/relationships/customXml" Target="../ink/ink127.xml"/><Relationship Id="rId28" Type="http://schemas.openxmlformats.org/officeDocument/2006/relationships/customXml" Target="../ink/ink14.xml"/><Relationship Id="rId49" Type="http://schemas.openxmlformats.org/officeDocument/2006/relationships/image" Target="../media/image24.png"/><Relationship Id="rId114" Type="http://schemas.openxmlformats.org/officeDocument/2006/relationships/customXml" Target="../ink/ink57.xml"/><Relationship Id="rId275" Type="http://schemas.openxmlformats.org/officeDocument/2006/relationships/image" Target="../media/image137.png"/><Relationship Id="rId296" Type="http://schemas.openxmlformats.org/officeDocument/2006/relationships/customXml" Target="../ink/ink148.xml"/><Relationship Id="rId300" Type="http://schemas.openxmlformats.org/officeDocument/2006/relationships/customXml" Target="../ink/ink150.xml"/><Relationship Id="rId60" Type="http://schemas.openxmlformats.org/officeDocument/2006/relationships/customXml" Target="../ink/ink30.xml"/><Relationship Id="rId81" Type="http://schemas.openxmlformats.org/officeDocument/2006/relationships/image" Target="../media/image40.png"/><Relationship Id="rId135" Type="http://schemas.openxmlformats.org/officeDocument/2006/relationships/image" Target="../media/image67.png"/><Relationship Id="rId156" Type="http://schemas.openxmlformats.org/officeDocument/2006/relationships/customXml" Target="../ink/ink78.xml"/><Relationship Id="rId177" Type="http://schemas.openxmlformats.org/officeDocument/2006/relationships/image" Target="../media/image88.png"/><Relationship Id="rId198" Type="http://schemas.openxmlformats.org/officeDocument/2006/relationships/customXml" Target="../ink/ink99.xml"/><Relationship Id="rId321" Type="http://schemas.openxmlformats.org/officeDocument/2006/relationships/image" Target="../media/image160.png"/><Relationship Id="rId342" Type="http://schemas.openxmlformats.org/officeDocument/2006/relationships/customXml" Target="../ink/ink171.xml"/><Relationship Id="rId363" Type="http://schemas.openxmlformats.org/officeDocument/2006/relationships/image" Target="../media/image181.png"/><Relationship Id="rId202" Type="http://schemas.openxmlformats.org/officeDocument/2006/relationships/customXml" Target="../ink/ink101.xml"/><Relationship Id="rId223" Type="http://schemas.openxmlformats.org/officeDocument/2006/relationships/image" Target="../media/image111.png"/><Relationship Id="rId244" Type="http://schemas.openxmlformats.org/officeDocument/2006/relationships/customXml" Target="../ink/ink122.xml"/><Relationship Id="rId18" Type="http://schemas.openxmlformats.org/officeDocument/2006/relationships/customXml" Target="../ink/ink9.xml"/><Relationship Id="rId39" Type="http://schemas.openxmlformats.org/officeDocument/2006/relationships/image" Target="../media/image19.png"/><Relationship Id="rId265" Type="http://schemas.openxmlformats.org/officeDocument/2006/relationships/image" Target="../media/image132.png"/><Relationship Id="rId286" Type="http://schemas.openxmlformats.org/officeDocument/2006/relationships/customXml" Target="../ink/ink143.xml"/><Relationship Id="rId50" Type="http://schemas.openxmlformats.org/officeDocument/2006/relationships/customXml" Target="../ink/ink25.xml"/><Relationship Id="rId104" Type="http://schemas.openxmlformats.org/officeDocument/2006/relationships/customXml" Target="../ink/ink52.xml"/><Relationship Id="rId125" Type="http://schemas.openxmlformats.org/officeDocument/2006/relationships/image" Target="../media/image62.png"/><Relationship Id="rId146" Type="http://schemas.openxmlformats.org/officeDocument/2006/relationships/customXml" Target="../ink/ink73.xml"/><Relationship Id="rId167" Type="http://schemas.openxmlformats.org/officeDocument/2006/relationships/image" Target="../media/image83.png"/><Relationship Id="rId188" Type="http://schemas.openxmlformats.org/officeDocument/2006/relationships/customXml" Target="../ink/ink94.xml"/><Relationship Id="rId311" Type="http://schemas.openxmlformats.org/officeDocument/2006/relationships/image" Target="../media/image155.png"/><Relationship Id="rId332" Type="http://schemas.openxmlformats.org/officeDocument/2006/relationships/customXml" Target="../ink/ink166.xml"/><Relationship Id="rId353" Type="http://schemas.openxmlformats.org/officeDocument/2006/relationships/image" Target="../media/image176.png"/><Relationship Id="rId374" Type="http://schemas.openxmlformats.org/officeDocument/2006/relationships/customXml" Target="../ink/ink187.xml"/><Relationship Id="rId71" Type="http://schemas.openxmlformats.org/officeDocument/2006/relationships/image" Target="../media/image35.png"/><Relationship Id="rId92" Type="http://schemas.openxmlformats.org/officeDocument/2006/relationships/customXml" Target="../ink/ink46.xml"/><Relationship Id="rId213" Type="http://schemas.openxmlformats.org/officeDocument/2006/relationships/image" Target="../media/image106.png"/><Relationship Id="rId234" Type="http://schemas.openxmlformats.org/officeDocument/2006/relationships/customXml" Target="../ink/ink117.xml"/><Relationship Id="rId2" Type="http://schemas.openxmlformats.org/officeDocument/2006/relationships/customXml" Target="../ink/ink1.xml"/><Relationship Id="rId29" Type="http://schemas.openxmlformats.org/officeDocument/2006/relationships/image" Target="../media/image14.png"/><Relationship Id="rId255" Type="http://schemas.openxmlformats.org/officeDocument/2006/relationships/image" Target="../media/image127.png"/><Relationship Id="rId276" Type="http://schemas.openxmlformats.org/officeDocument/2006/relationships/customXml" Target="../ink/ink138.xml"/><Relationship Id="rId297" Type="http://schemas.openxmlformats.org/officeDocument/2006/relationships/image" Target="../media/image148.png"/><Relationship Id="rId40" Type="http://schemas.openxmlformats.org/officeDocument/2006/relationships/customXml" Target="../ink/ink20.xml"/><Relationship Id="rId115" Type="http://schemas.openxmlformats.org/officeDocument/2006/relationships/image" Target="../media/image57.png"/><Relationship Id="rId136" Type="http://schemas.openxmlformats.org/officeDocument/2006/relationships/customXml" Target="../ink/ink68.xml"/><Relationship Id="rId157" Type="http://schemas.openxmlformats.org/officeDocument/2006/relationships/image" Target="../media/image78.png"/><Relationship Id="rId178" Type="http://schemas.openxmlformats.org/officeDocument/2006/relationships/customXml" Target="../ink/ink89.xml"/><Relationship Id="rId301" Type="http://schemas.openxmlformats.org/officeDocument/2006/relationships/image" Target="../media/image150.png"/><Relationship Id="rId322" Type="http://schemas.openxmlformats.org/officeDocument/2006/relationships/customXml" Target="../ink/ink161.xml"/><Relationship Id="rId343" Type="http://schemas.openxmlformats.org/officeDocument/2006/relationships/image" Target="../media/image171.png"/><Relationship Id="rId364" Type="http://schemas.openxmlformats.org/officeDocument/2006/relationships/customXml" Target="../ink/ink182.xml"/><Relationship Id="rId61" Type="http://schemas.openxmlformats.org/officeDocument/2006/relationships/image" Target="../media/image30.png"/><Relationship Id="rId82" Type="http://schemas.openxmlformats.org/officeDocument/2006/relationships/customXml" Target="../ink/ink41.xml"/><Relationship Id="rId199" Type="http://schemas.openxmlformats.org/officeDocument/2006/relationships/image" Target="../media/image99.png"/><Relationship Id="rId203" Type="http://schemas.openxmlformats.org/officeDocument/2006/relationships/image" Target="../media/image101.png"/><Relationship Id="rId19" Type="http://schemas.openxmlformats.org/officeDocument/2006/relationships/image" Target="../media/image9.png"/><Relationship Id="rId224" Type="http://schemas.openxmlformats.org/officeDocument/2006/relationships/customXml" Target="../ink/ink112.xml"/><Relationship Id="rId245" Type="http://schemas.openxmlformats.org/officeDocument/2006/relationships/image" Target="../media/image122.png"/><Relationship Id="rId266" Type="http://schemas.openxmlformats.org/officeDocument/2006/relationships/customXml" Target="../ink/ink133.xml"/><Relationship Id="rId287" Type="http://schemas.openxmlformats.org/officeDocument/2006/relationships/image" Target="../media/image143.png"/><Relationship Id="rId30" Type="http://schemas.openxmlformats.org/officeDocument/2006/relationships/customXml" Target="../ink/ink15.xml"/><Relationship Id="rId105" Type="http://schemas.openxmlformats.org/officeDocument/2006/relationships/image" Target="../media/image52.png"/><Relationship Id="rId126" Type="http://schemas.openxmlformats.org/officeDocument/2006/relationships/customXml" Target="../ink/ink63.xml"/><Relationship Id="rId147" Type="http://schemas.openxmlformats.org/officeDocument/2006/relationships/image" Target="../media/image73.png"/><Relationship Id="rId168" Type="http://schemas.openxmlformats.org/officeDocument/2006/relationships/customXml" Target="../ink/ink84.xml"/><Relationship Id="rId312" Type="http://schemas.openxmlformats.org/officeDocument/2006/relationships/customXml" Target="../ink/ink156.xml"/><Relationship Id="rId333" Type="http://schemas.openxmlformats.org/officeDocument/2006/relationships/image" Target="../media/image166.png"/><Relationship Id="rId354" Type="http://schemas.openxmlformats.org/officeDocument/2006/relationships/customXml" Target="../ink/ink177.xml"/><Relationship Id="rId51" Type="http://schemas.openxmlformats.org/officeDocument/2006/relationships/image" Target="../media/image25.png"/><Relationship Id="rId72" Type="http://schemas.openxmlformats.org/officeDocument/2006/relationships/customXml" Target="../ink/ink36.xml"/><Relationship Id="rId93" Type="http://schemas.openxmlformats.org/officeDocument/2006/relationships/image" Target="../media/image46.png"/><Relationship Id="rId189" Type="http://schemas.openxmlformats.org/officeDocument/2006/relationships/image" Target="../media/image94.png"/><Relationship Id="rId375" Type="http://schemas.openxmlformats.org/officeDocument/2006/relationships/image" Target="../media/image187.png"/><Relationship Id="rId3" Type="http://schemas.openxmlformats.org/officeDocument/2006/relationships/image" Target="../media/image1.png"/><Relationship Id="rId214" Type="http://schemas.openxmlformats.org/officeDocument/2006/relationships/customXml" Target="../ink/ink107.xml"/><Relationship Id="rId235" Type="http://schemas.openxmlformats.org/officeDocument/2006/relationships/image" Target="../media/image117.png"/><Relationship Id="rId256" Type="http://schemas.openxmlformats.org/officeDocument/2006/relationships/customXml" Target="../ink/ink128.xml"/><Relationship Id="rId277" Type="http://schemas.openxmlformats.org/officeDocument/2006/relationships/image" Target="../media/image138.png"/><Relationship Id="rId298" Type="http://schemas.openxmlformats.org/officeDocument/2006/relationships/customXml" Target="../ink/ink149.xml"/><Relationship Id="rId116" Type="http://schemas.openxmlformats.org/officeDocument/2006/relationships/customXml" Target="../ink/ink58.xml"/><Relationship Id="rId137" Type="http://schemas.openxmlformats.org/officeDocument/2006/relationships/image" Target="../media/image68.png"/><Relationship Id="rId158" Type="http://schemas.openxmlformats.org/officeDocument/2006/relationships/customXml" Target="../ink/ink79.xml"/><Relationship Id="rId302" Type="http://schemas.openxmlformats.org/officeDocument/2006/relationships/customXml" Target="../ink/ink151.xml"/><Relationship Id="rId323" Type="http://schemas.openxmlformats.org/officeDocument/2006/relationships/image" Target="../media/image161.png"/><Relationship Id="rId344" Type="http://schemas.openxmlformats.org/officeDocument/2006/relationships/customXml" Target="../ink/ink172.xml"/><Relationship Id="rId20" Type="http://schemas.openxmlformats.org/officeDocument/2006/relationships/customXml" Target="../ink/ink10.xml"/><Relationship Id="rId41" Type="http://schemas.openxmlformats.org/officeDocument/2006/relationships/image" Target="../media/image20.png"/><Relationship Id="rId62" Type="http://schemas.openxmlformats.org/officeDocument/2006/relationships/customXml" Target="../ink/ink31.xml"/><Relationship Id="rId83" Type="http://schemas.openxmlformats.org/officeDocument/2006/relationships/image" Target="../media/image41.png"/><Relationship Id="rId179" Type="http://schemas.openxmlformats.org/officeDocument/2006/relationships/image" Target="../media/image89.png"/><Relationship Id="rId365" Type="http://schemas.openxmlformats.org/officeDocument/2006/relationships/image" Target="../media/image182.png"/><Relationship Id="rId190" Type="http://schemas.openxmlformats.org/officeDocument/2006/relationships/customXml" Target="../ink/ink95.xml"/><Relationship Id="rId204" Type="http://schemas.openxmlformats.org/officeDocument/2006/relationships/customXml" Target="../ink/ink102.xml"/><Relationship Id="rId225" Type="http://schemas.openxmlformats.org/officeDocument/2006/relationships/image" Target="../media/image112.png"/><Relationship Id="rId246" Type="http://schemas.openxmlformats.org/officeDocument/2006/relationships/customXml" Target="../ink/ink123.xml"/><Relationship Id="rId267" Type="http://schemas.openxmlformats.org/officeDocument/2006/relationships/image" Target="../media/image133.png"/><Relationship Id="rId288" Type="http://schemas.openxmlformats.org/officeDocument/2006/relationships/customXml" Target="../ink/ink144.xml"/><Relationship Id="rId106" Type="http://schemas.openxmlformats.org/officeDocument/2006/relationships/customXml" Target="../ink/ink53.xml"/><Relationship Id="rId127" Type="http://schemas.openxmlformats.org/officeDocument/2006/relationships/image" Target="../media/image63.png"/><Relationship Id="rId313" Type="http://schemas.openxmlformats.org/officeDocument/2006/relationships/image" Target="../media/image156.png"/><Relationship Id="rId10" Type="http://schemas.openxmlformats.org/officeDocument/2006/relationships/customXml" Target="../ink/ink5.xml"/><Relationship Id="rId31" Type="http://schemas.openxmlformats.org/officeDocument/2006/relationships/image" Target="../media/image15.png"/><Relationship Id="rId52" Type="http://schemas.openxmlformats.org/officeDocument/2006/relationships/customXml" Target="../ink/ink26.xml"/><Relationship Id="rId73" Type="http://schemas.openxmlformats.org/officeDocument/2006/relationships/image" Target="../media/image36.png"/><Relationship Id="rId94" Type="http://schemas.openxmlformats.org/officeDocument/2006/relationships/customXml" Target="../ink/ink47.xml"/><Relationship Id="rId148" Type="http://schemas.openxmlformats.org/officeDocument/2006/relationships/customXml" Target="../ink/ink74.xml"/><Relationship Id="rId169" Type="http://schemas.openxmlformats.org/officeDocument/2006/relationships/image" Target="../media/image84.png"/><Relationship Id="rId334" Type="http://schemas.openxmlformats.org/officeDocument/2006/relationships/customXml" Target="../ink/ink167.xml"/><Relationship Id="rId355" Type="http://schemas.openxmlformats.org/officeDocument/2006/relationships/image" Target="../media/image177.png"/><Relationship Id="rId376" Type="http://schemas.openxmlformats.org/officeDocument/2006/relationships/customXml" Target="../ink/ink188.xml"/><Relationship Id="rId4" Type="http://schemas.openxmlformats.org/officeDocument/2006/relationships/customXml" Target="../ink/ink2.xml"/><Relationship Id="rId180" Type="http://schemas.openxmlformats.org/officeDocument/2006/relationships/customXml" Target="../ink/ink90.xml"/><Relationship Id="rId215" Type="http://schemas.openxmlformats.org/officeDocument/2006/relationships/image" Target="../media/image107.png"/><Relationship Id="rId236" Type="http://schemas.openxmlformats.org/officeDocument/2006/relationships/customXml" Target="../ink/ink118.xml"/><Relationship Id="rId257" Type="http://schemas.openxmlformats.org/officeDocument/2006/relationships/image" Target="../media/image128.png"/><Relationship Id="rId278" Type="http://schemas.openxmlformats.org/officeDocument/2006/relationships/customXml" Target="../ink/ink139.xml"/><Relationship Id="rId303" Type="http://schemas.openxmlformats.org/officeDocument/2006/relationships/image" Target="../media/image151.png"/><Relationship Id="rId42" Type="http://schemas.openxmlformats.org/officeDocument/2006/relationships/customXml" Target="../ink/ink21.xml"/><Relationship Id="rId84" Type="http://schemas.openxmlformats.org/officeDocument/2006/relationships/customXml" Target="../ink/ink42.xml"/><Relationship Id="rId138" Type="http://schemas.openxmlformats.org/officeDocument/2006/relationships/customXml" Target="../ink/ink69.xml"/><Relationship Id="rId345" Type="http://schemas.openxmlformats.org/officeDocument/2006/relationships/image" Target="../media/image172.png"/><Relationship Id="rId191" Type="http://schemas.openxmlformats.org/officeDocument/2006/relationships/image" Target="../media/image95.png"/><Relationship Id="rId205" Type="http://schemas.openxmlformats.org/officeDocument/2006/relationships/image" Target="../media/image102.png"/><Relationship Id="rId247" Type="http://schemas.openxmlformats.org/officeDocument/2006/relationships/image" Target="../media/image123.png"/><Relationship Id="rId107" Type="http://schemas.openxmlformats.org/officeDocument/2006/relationships/image" Target="../media/image53.png"/><Relationship Id="rId289" Type="http://schemas.openxmlformats.org/officeDocument/2006/relationships/image" Target="../media/image144.png"/><Relationship Id="rId11" Type="http://schemas.openxmlformats.org/officeDocument/2006/relationships/image" Target="../media/image5.png"/><Relationship Id="rId53" Type="http://schemas.openxmlformats.org/officeDocument/2006/relationships/image" Target="../media/image26.png"/><Relationship Id="rId149" Type="http://schemas.openxmlformats.org/officeDocument/2006/relationships/image" Target="../media/image74.png"/><Relationship Id="rId314" Type="http://schemas.openxmlformats.org/officeDocument/2006/relationships/customXml" Target="../ink/ink157.xml"/><Relationship Id="rId356" Type="http://schemas.openxmlformats.org/officeDocument/2006/relationships/customXml" Target="../ink/ink178.xml"/><Relationship Id="rId95" Type="http://schemas.openxmlformats.org/officeDocument/2006/relationships/image" Target="../media/image47.png"/><Relationship Id="rId160" Type="http://schemas.openxmlformats.org/officeDocument/2006/relationships/customXml" Target="../ink/ink80.xml"/><Relationship Id="rId216" Type="http://schemas.openxmlformats.org/officeDocument/2006/relationships/customXml" Target="../ink/ink108.xml"/><Relationship Id="rId258" Type="http://schemas.openxmlformats.org/officeDocument/2006/relationships/customXml" Target="../ink/ink129.xml"/><Relationship Id="rId22" Type="http://schemas.openxmlformats.org/officeDocument/2006/relationships/customXml" Target="../ink/ink11.xml"/><Relationship Id="rId64" Type="http://schemas.openxmlformats.org/officeDocument/2006/relationships/customXml" Target="../ink/ink32.xml"/><Relationship Id="rId118" Type="http://schemas.openxmlformats.org/officeDocument/2006/relationships/customXml" Target="../ink/ink59.xml"/><Relationship Id="rId325" Type="http://schemas.openxmlformats.org/officeDocument/2006/relationships/image" Target="../media/image162.png"/><Relationship Id="rId367" Type="http://schemas.openxmlformats.org/officeDocument/2006/relationships/image" Target="../media/image183.png"/><Relationship Id="rId171" Type="http://schemas.openxmlformats.org/officeDocument/2006/relationships/image" Target="../media/image85.png"/><Relationship Id="rId227" Type="http://schemas.openxmlformats.org/officeDocument/2006/relationships/image" Target="../media/image113.png"/><Relationship Id="rId269" Type="http://schemas.openxmlformats.org/officeDocument/2006/relationships/image" Target="../media/image134.png"/><Relationship Id="rId33" Type="http://schemas.openxmlformats.org/officeDocument/2006/relationships/image" Target="../media/image16.png"/><Relationship Id="rId129" Type="http://schemas.openxmlformats.org/officeDocument/2006/relationships/image" Target="../media/image64.png"/><Relationship Id="rId280" Type="http://schemas.openxmlformats.org/officeDocument/2006/relationships/customXml" Target="../ink/ink140.xml"/><Relationship Id="rId336" Type="http://schemas.openxmlformats.org/officeDocument/2006/relationships/customXml" Target="../ink/ink168.xml"/><Relationship Id="rId75" Type="http://schemas.openxmlformats.org/officeDocument/2006/relationships/image" Target="../media/image37.png"/><Relationship Id="rId140" Type="http://schemas.openxmlformats.org/officeDocument/2006/relationships/customXml" Target="../ink/ink70.xml"/><Relationship Id="rId182" Type="http://schemas.openxmlformats.org/officeDocument/2006/relationships/customXml" Target="../ink/ink91.xml"/><Relationship Id="rId378" Type="http://schemas.openxmlformats.org/officeDocument/2006/relationships/customXml" Target="../ink/ink189.xml"/><Relationship Id="rId6" Type="http://schemas.openxmlformats.org/officeDocument/2006/relationships/customXml" Target="../ink/ink3.xml"/><Relationship Id="rId238" Type="http://schemas.openxmlformats.org/officeDocument/2006/relationships/customXml" Target="../ink/ink119.xml"/><Relationship Id="rId291" Type="http://schemas.openxmlformats.org/officeDocument/2006/relationships/image" Target="../media/image145.png"/><Relationship Id="rId305" Type="http://schemas.openxmlformats.org/officeDocument/2006/relationships/image" Target="../media/image152.png"/><Relationship Id="rId347" Type="http://schemas.openxmlformats.org/officeDocument/2006/relationships/image" Target="../media/image173.png"/><Relationship Id="rId44" Type="http://schemas.openxmlformats.org/officeDocument/2006/relationships/customXml" Target="../ink/ink22.xml"/><Relationship Id="rId86" Type="http://schemas.openxmlformats.org/officeDocument/2006/relationships/customXml" Target="../ink/ink43.xml"/><Relationship Id="rId151" Type="http://schemas.openxmlformats.org/officeDocument/2006/relationships/image" Target="../media/image75.png"/><Relationship Id="rId193" Type="http://schemas.openxmlformats.org/officeDocument/2006/relationships/image" Target="../media/image96.png"/><Relationship Id="rId207" Type="http://schemas.openxmlformats.org/officeDocument/2006/relationships/image" Target="../media/image103.png"/><Relationship Id="rId249" Type="http://schemas.openxmlformats.org/officeDocument/2006/relationships/image" Target="../media/image124.png"/><Relationship Id="rId13" Type="http://schemas.openxmlformats.org/officeDocument/2006/relationships/image" Target="../media/image6.png"/><Relationship Id="rId109" Type="http://schemas.openxmlformats.org/officeDocument/2006/relationships/image" Target="../media/image54.png"/><Relationship Id="rId260" Type="http://schemas.openxmlformats.org/officeDocument/2006/relationships/customXml" Target="../ink/ink130.xml"/><Relationship Id="rId316" Type="http://schemas.openxmlformats.org/officeDocument/2006/relationships/customXml" Target="../ink/ink158.xml"/><Relationship Id="rId55" Type="http://schemas.openxmlformats.org/officeDocument/2006/relationships/image" Target="../media/image27.png"/><Relationship Id="rId97" Type="http://schemas.openxmlformats.org/officeDocument/2006/relationships/image" Target="../media/image48.png"/><Relationship Id="rId120" Type="http://schemas.openxmlformats.org/officeDocument/2006/relationships/customXml" Target="../ink/ink60.xml"/><Relationship Id="rId358" Type="http://schemas.openxmlformats.org/officeDocument/2006/relationships/customXml" Target="../ink/ink179.xml"/><Relationship Id="rId162" Type="http://schemas.openxmlformats.org/officeDocument/2006/relationships/customXml" Target="../ink/ink81.xml"/><Relationship Id="rId218" Type="http://schemas.openxmlformats.org/officeDocument/2006/relationships/customXml" Target="../ink/ink109.xml"/><Relationship Id="rId271" Type="http://schemas.openxmlformats.org/officeDocument/2006/relationships/image" Target="../media/image135.png"/><Relationship Id="rId24" Type="http://schemas.openxmlformats.org/officeDocument/2006/relationships/customXml" Target="../ink/ink12.xml"/><Relationship Id="rId66" Type="http://schemas.openxmlformats.org/officeDocument/2006/relationships/customXml" Target="../ink/ink33.xml"/><Relationship Id="rId131" Type="http://schemas.openxmlformats.org/officeDocument/2006/relationships/image" Target="../media/image65.png"/><Relationship Id="rId327" Type="http://schemas.openxmlformats.org/officeDocument/2006/relationships/image" Target="../media/image163.png"/><Relationship Id="rId369" Type="http://schemas.openxmlformats.org/officeDocument/2006/relationships/image" Target="../media/image184.png"/><Relationship Id="rId173" Type="http://schemas.openxmlformats.org/officeDocument/2006/relationships/image" Target="../media/image86.png"/><Relationship Id="rId229" Type="http://schemas.openxmlformats.org/officeDocument/2006/relationships/image" Target="../media/image114.png"/><Relationship Id="rId240" Type="http://schemas.openxmlformats.org/officeDocument/2006/relationships/customXml" Target="../ink/ink120.xml"/><Relationship Id="rId35" Type="http://schemas.openxmlformats.org/officeDocument/2006/relationships/image" Target="../media/image17.png"/><Relationship Id="rId77" Type="http://schemas.openxmlformats.org/officeDocument/2006/relationships/image" Target="../media/image38.png"/><Relationship Id="rId100" Type="http://schemas.openxmlformats.org/officeDocument/2006/relationships/customXml" Target="../ink/ink50.xml"/><Relationship Id="rId282" Type="http://schemas.openxmlformats.org/officeDocument/2006/relationships/customXml" Target="../ink/ink141.xml"/><Relationship Id="rId338" Type="http://schemas.openxmlformats.org/officeDocument/2006/relationships/customXml" Target="../ink/ink169.xml"/><Relationship Id="rId8" Type="http://schemas.openxmlformats.org/officeDocument/2006/relationships/customXml" Target="../ink/ink4.xml"/><Relationship Id="rId142" Type="http://schemas.openxmlformats.org/officeDocument/2006/relationships/customXml" Target="../ink/ink71.xml"/><Relationship Id="rId184" Type="http://schemas.openxmlformats.org/officeDocument/2006/relationships/customXml" Target="../ink/ink92.xml"/><Relationship Id="rId251" Type="http://schemas.openxmlformats.org/officeDocument/2006/relationships/image" Target="../media/image125.png"/><Relationship Id="rId46" Type="http://schemas.openxmlformats.org/officeDocument/2006/relationships/customXml" Target="../ink/ink23.xml"/><Relationship Id="rId293" Type="http://schemas.openxmlformats.org/officeDocument/2006/relationships/image" Target="../media/image146.png"/><Relationship Id="rId307" Type="http://schemas.openxmlformats.org/officeDocument/2006/relationships/image" Target="../media/image153.png"/><Relationship Id="rId349" Type="http://schemas.openxmlformats.org/officeDocument/2006/relationships/image" Target="../media/image174.png"/><Relationship Id="rId88" Type="http://schemas.openxmlformats.org/officeDocument/2006/relationships/customXml" Target="../ink/ink44.xml"/><Relationship Id="rId111" Type="http://schemas.openxmlformats.org/officeDocument/2006/relationships/image" Target="../media/image55.png"/><Relationship Id="rId153" Type="http://schemas.openxmlformats.org/officeDocument/2006/relationships/image" Target="../media/image76.png"/><Relationship Id="rId195" Type="http://schemas.openxmlformats.org/officeDocument/2006/relationships/image" Target="../media/image97.png"/><Relationship Id="rId209" Type="http://schemas.openxmlformats.org/officeDocument/2006/relationships/image" Target="../media/image104.png"/><Relationship Id="rId360" Type="http://schemas.openxmlformats.org/officeDocument/2006/relationships/customXml" Target="../ink/ink180.xml"/><Relationship Id="rId220" Type="http://schemas.openxmlformats.org/officeDocument/2006/relationships/customXml" Target="../ink/ink110.xml"/><Relationship Id="rId15" Type="http://schemas.openxmlformats.org/officeDocument/2006/relationships/image" Target="../media/image7.png"/><Relationship Id="rId57" Type="http://schemas.openxmlformats.org/officeDocument/2006/relationships/image" Target="../media/image28.png"/><Relationship Id="rId262" Type="http://schemas.openxmlformats.org/officeDocument/2006/relationships/customXml" Target="../ink/ink131.xml"/><Relationship Id="rId318" Type="http://schemas.openxmlformats.org/officeDocument/2006/relationships/customXml" Target="../ink/ink159.xml"/><Relationship Id="rId99" Type="http://schemas.openxmlformats.org/officeDocument/2006/relationships/image" Target="../media/image49.png"/><Relationship Id="rId122" Type="http://schemas.openxmlformats.org/officeDocument/2006/relationships/customXml" Target="../ink/ink61.xml"/><Relationship Id="rId164" Type="http://schemas.openxmlformats.org/officeDocument/2006/relationships/customXml" Target="../ink/ink82.xml"/><Relationship Id="rId371" Type="http://schemas.openxmlformats.org/officeDocument/2006/relationships/image" Target="../media/image185.png"/></Relationships>
</file>

<file path=ppt/slides/_rels/slide3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247.png"/><Relationship Id="rId21" Type="http://schemas.openxmlformats.org/officeDocument/2006/relationships/image" Target="../media/image199.png"/><Relationship Id="rId324" Type="http://schemas.openxmlformats.org/officeDocument/2006/relationships/customXml" Target="../ink/ink353.xml"/><Relationship Id="rId531" Type="http://schemas.openxmlformats.org/officeDocument/2006/relationships/image" Target="../media/image450.png"/><Relationship Id="rId170" Type="http://schemas.openxmlformats.org/officeDocument/2006/relationships/customXml" Target="../ink/ink274.xml"/><Relationship Id="rId268" Type="http://schemas.openxmlformats.org/officeDocument/2006/relationships/customXml" Target="../ink/ink324.xml"/><Relationship Id="rId475" Type="http://schemas.openxmlformats.org/officeDocument/2006/relationships/image" Target="../media/image422.png"/><Relationship Id="rId32" Type="http://schemas.openxmlformats.org/officeDocument/2006/relationships/customXml" Target="../ink/ink205.xml"/><Relationship Id="rId128" Type="http://schemas.openxmlformats.org/officeDocument/2006/relationships/customXml" Target="../ink/ink253.xml"/><Relationship Id="rId335" Type="http://schemas.openxmlformats.org/officeDocument/2006/relationships/image" Target="../media/image354.png"/><Relationship Id="rId542" Type="http://schemas.openxmlformats.org/officeDocument/2006/relationships/customXml" Target="../ink/ink464.xml"/><Relationship Id="rId181" Type="http://schemas.openxmlformats.org/officeDocument/2006/relationships/image" Target="../media/image279.png"/><Relationship Id="rId402" Type="http://schemas.openxmlformats.org/officeDocument/2006/relationships/image" Target="../media/image387.png"/><Relationship Id="rId279" Type="http://schemas.openxmlformats.org/officeDocument/2006/relationships/customXml" Target="../ink/ink330.xml"/><Relationship Id="rId486" Type="http://schemas.openxmlformats.org/officeDocument/2006/relationships/customXml" Target="../ink/ink436.xml"/><Relationship Id="rId43" Type="http://schemas.openxmlformats.org/officeDocument/2006/relationships/image" Target="../media/image210.png"/><Relationship Id="rId139" Type="http://schemas.openxmlformats.org/officeDocument/2006/relationships/image" Target="../media/image258.png"/><Relationship Id="rId346" Type="http://schemas.openxmlformats.org/officeDocument/2006/relationships/customXml" Target="../ink/ink364.xml"/><Relationship Id="rId192" Type="http://schemas.openxmlformats.org/officeDocument/2006/relationships/image" Target="../media/image284.png"/><Relationship Id="rId206" Type="http://schemas.openxmlformats.org/officeDocument/2006/relationships/image" Target="../media/image291.png"/><Relationship Id="rId413" Type="http://schemas.openxmlformats.org/officeDocument/2006/relationships/customXml" Target="../ink/ink398.xml"/><Relationship Id="rId248" Type="http://schemas.openxmlformats.org/officeDocument/2006/relationships/customXml" Target="../ink/ink314.xml"/><Relationship Id="rId455" Type="http://schemas.openxmlformats.org/officeDocument/2006/relationships/image" Target="../media/image412.png"/><Relationship Id="rId497" Type="http://schemas.openxmlformats.org/officeDocument/2006/relationships/image" Target="../media/image433.png"/><Relationship Id="rId12" Type="http://schemas.openxmlformats.org/officeDocument/2006/relationships/customXml" Target="../ink/ink195.xml"/><Relationship Id="rId108" Type="http://schemas.openxmlformats.org/officeDocument/2006/relationships/customXml" Target="../ink/ink243.xml"/><Relationship Id="rId315" Type="http://schemas.openxmlformats.org/officeDocument/2006/relationships/image" Target="../media/image344.png"/><Relationship Id="rId357" Type="http://schemas.openxmlformats.org/officeDocument/2006/relationships/image" Target="../media/image365.png"/><Relationship Id="rId522" Type="http://schemas.openxmlformats.org/officeDocument/2006/relationships/customXml" Target="../ink/ink454.xml"/><Relationship Id="rId54" Type="http://schemas.openxmlformats.org/officeDocument/2006/relationships/customXml" Target="../ink/ink216.xml"/><Relationship Id="rId96" Type="http://schemas.openxmlformats.org/officeDocument/2006/relationships/customXml" Target="../ink/ink237.xml"/><Relationship Id="rId161" Type="http://schemas.openxmlformats.org/officeDocument/2006/relationships/image" Target="../media/image269.png"/><Relationship Id="rId217" Type="http://schemas.openxmlformats.org/officeDocument/2006/relationships/image" Target="../media/image296.png"/><Relationship Id="rId399" Type="http://schemas.openxmlformats.org/officeDocument/2006/relationships/customXml" Target="../ink/ink391.xml"/><Relationship Id="rId259" Type="http://schemas.openxmlformats.org/officeDocument/2006/relationships/image" Target="../media/image317.png"/><Relationship Id="rId424" Type="http://schemas.openxmlformats.org/officeDocument/2006/relationships/image" Target="../media/image398.png"/><Relationship Id="rId466" Type="http://schemas.openxmlformats.org/officeDocument/2006/relationships/customXml" Target="../ink/ink426.xml"/><Relationship Id="rId23" Type="http://schemas.openxmlformats.org/officeDocument/2006/relationships/image" Target="../media/image200.png"/><Relationship Id="rId119" Type="http://schemas.openxmlformats.org/officeDocument/2006/relationships/image" Target="../media/image248.png"/><Relationship Id="rId270" Type="http://schemas.openxmlformats.org/officeDocument/2006/relationships/customXml" Target="../ink/ink325.xml"/><Relationship Id="rId326" Type="http://schemas.openxmlformats.org/officeDocument/2006/relationships/customXml" Target="../ink/ink354.xml"/><Relationship Id="rId533" Type="http://schemas.openxmlformats.org/officeDocument/2006/relationships/image" Target="../media/image451.png"/><Relationship Id="rId65" Type="http://schemas.openxmlformats.org/officeDocument/2006/relationships/image" Target="../media/image221.png"/><Relationship Id="rId130" Type="http://schemas.openxmlformats.org/officeDocument/2006/relationships/customXml" Target="../ink/ink254.xml"/><Relationship Id="rId368" Type="http://schemas.openxmlformats.org/officeDocument/2006/relationships/image" Target="../media/image370.png"/><Relationship Id="rId172" Type="http://schemas.openxmlformats.org/officeDocument/2006/relationships/customXml" Target="../ink/ink275.xml"/><Relationship Id="rId228" Type="http://schemas.openxmlformats.org/officeDocument/2006/relationships/customXml" Target="../ink/ink304.xml"/><Relationship Id="rId435" Type="http://schemas.openxmlformats.org/officeDocument/2006/relationships/customXml" Target="../ink/ink410.xml"/><Relationship Id="rId477" Type="http://schemas.openxmlformats.org/officeDocument/2006/relationships/image" Target="../media/image423.png"/><Relationship Id="rId281" Type="http://schemas.openxmlformats.org/officeDocument/2006/relationships/customXml" Target="../ink/ink331.xml"/><Relationship Id="rId337" Type="http://schemas.openxmlformats.org/officeDocument/2006/relationships/image" Target="../media/image355.png"/><Relationship Id="rId502" Type="http://schemas.openxmlformats.org/officeDocument/2006/relationships/customXml" Target="../ink/ink444.xml"/><Relationship Id="rId34" Type="http://schemas.openxmlformats.org/officeDocument/2006/relationships/customXml" Target="../ink/ink206.xml"/><Relationship Id="rId76" Type="http://schemas.openxmlformats.org/officeDocument/2006/relationships/customXml" Target="../ink/ink227.xml"/><Relationship Id="rId141" Type="http://schemas.openxmlformats.org/officeDocument/2006/relationships/image" Target="../media/image259.png"/><Relationship Id="rId379" Type="http://schemas.openxmlformats.org/officeDocument/2006/relationships/customXml" Target="../ink/ink381.xml"/><Relationship Id="rId544" Type="http://schemas.openxmlformats.org/officeDocument/2006/relationships/customXml" Target="../ink/ink465.xml"/><Relationship Id="rId7" Type="http://schemas.openxmlformats.org/officeDocument/2006/relationships/image" Target="../media/image192.png"/><Relationship Id="rId183" Type="http://schemas.openxmlformats.org/officeDocument/2006/relationships/image" Target="../media/image280.png"/><Relationship Id="rId239" Type="http://schemas.openxmlformats.org/officeDocument/2006/relationships/image" Target="../media/image307.png"/><Relationship Id="rId390" Type="http://schemas.openxmlformats.org/officeDocument/2006/relationships/image" Target="../media/image381.png"/><Relationship Id="rId404" Type="http://schemas.openxmlformats.org/officeDocument/2006/relationships/image" Target="../media/image388.png"/><Relationship Id="rId446" Type="http://schemas.openxmlformats.org/officeDocument/2006/relationships/customXml" Target="../ink/ink416.xml"/><Relationship Id="rId250" Type="http://schemas.openxmlformats.org/officeDocument/2006/relationships/customXml" Target="../ink/ink315.xml"/><Relationship Id="rId292" Type="http://schemas.openxmlformats.org/officeDocument/2006/relationships/customXml" Target="../ink/ink337.xml"/><Relationship Id="rId306" Type="http://schemas.openxmlformats.org/officeDocument/2006/relationships/customXml" Target="../ink/ink344.xml"/><Relationship Id="rId488" Type="http://schemas.openxmlformats.org/officeDocument/2006/relationships/customXml" Target="../ink/ink437.xml"/><Relationship Id="rId45" Type="http://schemas.openxmlformats.org/officeDocument/2006/relationships/image" Target="../media/image211.png"/><Relationship Id="rId87" Type="http://schemas.openxmlformats.org/officeDocument/2006/relationships/image" Target="../media/image232.png"/><Relationship Id="rId110" Type="http://schemas.openxmlformats.org/officeDocument/2006/relationships/customXml" Target="../ink/ink244.xml"/><Relationship Id="rId348" Type="http://schemas.openxmlformats.org/officeDocument/2006/relationships/customXml" Target="../ink/ink365.xml"/><Relationship Id="rId513" Type="http://schemas.openxmlformats.org/officeDocument/2006/relationships/image" Target="../media/image441.png"/><Relationship Id="rId152" Type="http://schemas.openxmlformats.org/officeDocument/2006/relationships/customXml" Target="../ink/ink265.xml"/><Relationship Id="rId194" Type="http://schemas.openxmlformats.org/officeDocument/2006/relationships/image" Target="../media/image285.png"/><Relationship Id="rId208" Type="http://schemas.openxmlformats.org/officeDocument/2006/relationships/image" Target="../media/image292.png"/><Relationship Id="rId415" Type="http://schemas.openxmlformats.org/officeDocument/2006/relationships/customXml" Target="../ink/ink399.xml"/><Relationship Id="rId457" Type="http://schemas.openxmlformats.org/officeDocument/2006/relationships/image" Target="../media/image413.png"/><Relationship Id="rId261" Type="http://schemas.openxmlformats.org/officeDocument/2006/relationships/image" Target="../media/image318.png"/><Relationship Id="rId499" Type="http://schemas.openxmlformats.org/officeDocument/2006/relationships/image" Target="../media/image434.png"/><Relationship Id="rId14" Type="http://schemas.openxmlformats.org/officeDocument/2006/relationships/customXml" Target="../ink/ink196.xml"/><Relationship Id="rId56" Type="http://schemas.openxmlformats.org/officeDocument/2006/relationships/customXml" Target="../ink/ink217.xml"/><Relationship Id="rId317" Type="http://schemas.openxmlformats.org/officeDocument/2006/relationships/image" Target="../media/image345.png"/><Relationship Id="rId359" Type="http://schemas.openxmlformats.org/officeDocument/2006/relationships/image" Target="../media/image366.png"/><Relationship Id="rId524" Type="http://schemas.openxmlformats.org/officeDocument/2006/relationships/customXml" Target="../ink/ink455.xml"/><Relationship Id="rId98" Type="http://schemas.openxmlformats.org/officeDocument/2006/relationships/customXml" Target="../ink/ink238.xml"/><Relationship Id="rId121" Type="http://schemas.openxmlformats.org/officeDocument/2006/relationships/image" Target="../media/image249.png"/><Relationship Id="rId163" Type="http://schemas.openxmlformats.org/officeDocument/2006/relationships/image" Target="../media/image270.png"/><Relationship Id="rId219" Type="http://schemas.openxmlformats.org/officeDocument/2006/relationships/image" Target="../media/image297.png"/><Relationship Id="rId370" Type="http://schemas.openxmlformats.org/officeDocument/2006/relationships/image" Target="../media/image371.png"/><Relationship Id="rId426" Type="http://schemas.openxmlformats.org/officeDocument/2006/relationships/image" Target="../media/image399.png"/><Relationship Id="rId230" Type="http://schemas.openxmlformats.org/officeDocument/2006/relationships/customXml" Target="../ink/ink305.xml"/><Relationship Id="rId468" Type="http://schemas.openxmlformats.org/officeDocument/2006/relationships/customXml" Target="../ink/ink427.xml"/><Relationship Id="rId25" Type="http://schemas.openxmlformats.org/officeDocument/2006/relationships/image" Target="../media/image201.png"/><Relationship Id="rId67" Type="http://schemas.openxmlformats.org/officeDocument/2006/relationships/image" Target="../media/image222.png"/><Relationship Id="rId272" Type="http://schemas.openxmlformats.org/officeDocument/2006/relationships/customXml" Target="../ink/ink326.xml"/><Relationship Id="rId328" Type="http://schemas.openxmlformats.org/officeDocument/2006/relationships/customXml" Target="../ink/ink355.xml"/><Relationship Id="rId535" Type="http://schemas.openxmlformats.org/officeDocument/2006/relationships/image" Target="../media/image452.png"/><Relationship Id="rId132" Type="http://schemas.openxmlformats.org/officeDocument/2006/relationships/customXml" Target="../ink/ink255.xml"/><Relationship Id="rId174" Type="http://schemas.openxmlformats.org/officeDocument/2006/relationships/customXml" Target="../ink/ink276.xml"/><Relationship Id="rId381" Type="http://schemas.openxmlformats.org/officeDocument/2006/relationships/customXml" Target="../ink/ink382.xml"/><Relationship Id="rId241" Type="http://schemas.openxmlformats.org/officeDocument/2006/relationships/image" Target="../media/image308.png"/><Relationship Id="rId437" Type="http://schemas.openxmlformats.org/officeDocument/2006/relationships/image" Target="../media/image403.png"/><Relationship Id="rId479" Type="http://schemas.openxmlformats.org/officeDocument/2006/relationships/image" Target="../media/image424.png"/><Relationship Id="rId36" Type="http://schemas.openxmlformats.org/officeDocument/2006/relationships/customXml" Target="../ink/ink207.xml"/><Relationship Id="rId283" Type="http://schemas.openxmlformats.org/officeDocument/2006/relationships/customXml" Target="../ink/ink332.xml"/><Relationship Id="rId339" Type="http://schemas.openxmlformats.org/officeDocument/2006/relationships/image" Target="../media/image356.png"/><Relationship Id="rId490" Type="http://schemas.openxmlformats.org/officeDocument/2006/relationships/customXml" Target="../ink/ink438.xml"/><Relationship Id="rId504" Type="http://schemas.openxmlformats.org/officeDocument/2006/relationships/customXml" Target="../ink/ink445.xml"/><Relationship Id="rId546" Type="http://schemas.openxmlformats.org/officeDocument/2006/relationships/customXml" Target="../ink/ink466.xml"/><Relationship Id="rId78" Type="http://schemas.openxmlformats.org/officeDocument/2006/relationships/customXml" Target="../ink/ink228.xml"/><Relationship Id="rId101" Type="http://schemas.openxmlformats.org/officeDocument/2006/relationships/image" Target="../media/image239.png"/><Relationship Id="rId143" Type="http://schemas.openxmlformats.org/officeDocument/2006/relationships/image" Target="../media/image260.png"/><Relationship Id="rId185" Type="http://schemas.openxmlformats.org/officeDocument/2006/relationships/image" Target="../media/image281.png"/><Relationship Id="rId350" Type="http://schemas.openxmlformats.org/officeDocument/2006/relationships/customXml" Target="../ink/ink366.xml"/><Relationship Id="rId406" Type="http://schemas.openxmlformats.org/officeDocument/2006/relationships/image" Target="../media/image389.png"/><Relationship Id="rId9" Type="http://schemas.openxmlformats.org/officeDocument/2006/relationships/image" Target="../media/image193.png"/><Relationship Id="rId210" Type="http://schemas.openxmlformats.org/officeDocument/2006/relationships/image" Target="../media/image293.png"/><Relationship Id="rId392" Type="http://schemas.openxmlformats.org/officeDocument/2006/relationships/image" Target="../media/image382.png"/><Relationship Id="rId448" Type="http://schemas.openxmlformats.org/officeDocument/2006/relationships/customXml" Target="../ink/ink417.xml"/><Relationship Id="rId252" Type="http://schemas.openxmlformats.org/officeDocument/2006/relationships/customXml" Target="../ink/ink316.xml"/><Relationship Id="rId294" Type="http://schemas.openxmlformats.org/officeDocument/2006/relationships/customXml" Target="../ink/ink338.xml"/><Relationship Id="rId308" Type="http://schemas.openxmlformats.org/officeDocument/2006/relationships/customXml" Target="../ink/ink345.xml"/><Relationship Id="rId515" Type="http://schemas.openxmlformats.org/officeDocument/2006/relationships/image" Target="../media/image442.png"/><Relationship Id="rId47" Type="http://schemas.openxmlformats.org/officeDocument/2006/relationships/image" Target="../media/image212.png"/><Relationship Id="rId89" Type="http://schemas.openxmlformats.org/officeDocument/2006/relationships/image" Target="../media/image233.png"/><Relationship Id="rId112" Type="http://schemas.openxmlformats.org/officeDocument/2006/relationships/customXml" Target="../ink/ink245.xml"/><Relationship Id="rId154" Type="http://schemas.openxmlformats.org/officeDocument/2006/relationships/customXml" Target="../ink/ink266.xml"/><Relationship Id="rId361" Type="http://schemas.openxmlformats.org/officeDocument/2006/relationships/image" Target="../media/image367.png"/><Relationship Id="rId196" Type="http://schemas.openxmlformats.org/officeDocument/2006/relationships/image" Target="../media/image286.png"/><Relationship Id="rId417" Type="http://schemas.openxmlformats.org/officeDocument/2006/relationships/customXml" Target="../ink/ink400.xml"/><Relationship Id="rId459" Type="http://schemas.openxmlformats.org/officeDocument/2006/relationships/image" Target="../media/image414.png"/><Relationship Id="rId16" Type="http://schemas.openxmlformats.org/officeDocument/2006/relationships/customXml" Target="../ink/ink197.xml"/><Relationship Id="rId221" Type="http://schemas.openxmlformats.org/officeDocument/2006/relationships/image" Target="../media/image298.png"/><Relationship Id="rId263" Type="http://schemas.openxmlformats.org/officeDocument/2006/relationships/image" Target="../media/image319.png"/><Relationship Id="rId319" Type="http://schemas.openxmlformats.org/officeDocument/2006/relationships/image" Target="../media/image346.png"/><Relationship Id="rId470" Type="http://schemas.openxmlformats.org/officeDocument/2006/relationships/customXml" Target="../ink/ink428.xml"/><Relationship Id="rId526" Type="http://schemas.openxmlformats.org/officeDocument/2006/relationships/customXml" Target="../ink/ink456.xml"/><Relationship Id="rId58" Type="http://schemas.openxmlformats.org/officeDocument/2006/relationships/customXml" Target="../ink/ink218.xml"/><Relationship Id="rId123" Type="http://schemas.openxmlformats.org/officeDocument/2006/relationships/image" Target="../media/image250.png"/><Relationship Id="rId330" Type="http://schemas.openxmlformats.org/officeDocument/2006/relationships/customXml" Target="../ink/ink356.xml"/><Relationship Id="rId165" Type="http://schemas.openxmlformats.org/officeDocument/2006/relationships/image" Target="../media/image271.png"/><Relationship Id="rId372" Type="http://schemas.openxmlformats.org/officeDocument/2006/relationships/image" Target="../media/image372.png"/><Relationship Id="rId428" Type="http://schemas.openxmlformats.org/officeDocument/2006/relationships/image" Target="../media/image400.png"/><Relationship Id="rId232" Type="http://schemas.openxmlformats.org/officeDocument/2006/relationships/customXml" Target="../ink/ink306.xml"/><Relationship Id="rId274" Type="http://schemas.openxmlformats.org/officeDocument/2006/relationships/customXml" Target="../ink/ink327.xml"/><Relationship Id="rId481" Type="http://schemas.openxmlformats.org/officeDocument/2006/relationships/image" Target="../media/image425.png"/><Relationship Id="rId27" Type="http://schemas.openxmlformats.org/officeDocument/2006/relationships/image" Target="../media/image202.png"/><Relationship Id="rId69" Type="http://schemas.openxmlformats.org/officeDocument/2006/relationships/image" Target="../media/image223.png"/><Relationship Id="rId134" Type="http://schemas.openxmlformats.org/officeDocument/2006/relationships/customXml" Target="../ink/ink256.xml"/><Relationship Id="rId537" Type="http://schemas.openxmlformats.org/officeDocument/2006/relationships/image" Target="../media/image453.png"/><Relationship Id="rId80" Type="http://schemas.openxmlformats.org/officeDocument/2006/relationships/customXml" Target="../ink/ink229.xml"/><Relationship Id="rId176" Type="http://schemas.openxmlformats.org/officeDocument/2006/relationships/customXml" Target="../ink/ink277.xml"/><Relationship Id="rId341" Type="http://schemas.openxmlformats.org/officeDocument/2006/relationships/image" Target="../media/image357.png"/><Relationship Id="rId383" Type="http://schemas.openxmlformats.org/officeDocument/2006/relationships/customXml" Target="../ink/ink383.xml"/><Relationship Id="rId439" Type="http://schemas.openxmlformats.org/officeDocument/2006/relationships/image" Target="../media/image404.png"/><Relationship Id="rId201" Type="http://schemas.openxmlformats.org/officeDocument/2006/relationships/customXml" Target="../ink/ink290.xml"/><Relationship Id="rId243" Type="http://schemas.openxmlformats.org/officeDocument/2006/relationships/image" Target="../media/image309.png"/><Relationship Id="rId285" Type="http://schemas.openxmlformats.org/officeDocument/2006/relationships/customXml" Target="../ink/ink333.xml"/><Relationship Id="rId450" Type="http://schemas.openxmlformats.org/officeDocument/2006/relationships/customXml" Target="../ink/ink418.xml"/><Relationship Id="rId506" Type="http://schemas.openxmlformats.org/officeDocument/2006/relationships/customXml" Target="../ink/ink446.xml"/><Relationship Id="rId38" Type="http://schemas.openxmlformats.org/officeDocument/2006/relationships/customXml" Target="../ink/ink208.xml"/><Relationship Id="rId103" Type="http://schemas.openxmlformats.org/officeDocument/2006/relationships/image" Target="../media/image240.png"/><Relationship Id="rId310" Type="http://schemas.openxmlformats.org/officeDocument/2006/relationships/customXml" Target="../ink/ink346.xml"/><Relationship Id="rId492" Type="http://schemas.openxmlformats.org/officeDocument/2006/relationships/customXml" Target="../ink/ink439.xml"/><Relationship Id="rId91" Type="http://schemas.openxmlformats.org/officeDocument/2006/relationships/image" Target="../media/image234.png"/><Relationship Id="rId145" Type="http://schemas.openxmlformats.org/officeDocument/2006/relationships/image" Target="../media/image261.png"/><Relationship Id="rId187" Type="http://schemas.openxmlformats.org/officeDocument/2006/relationships/customXml" Target="../ink/ink283.xml"/><Relationship Id="rId352" Type="http://schemas.openxmlformats.org/officeDocument/2006/relationships/customXml" Target="../ink/ink367.xml"/><Relationship Id="rId394" Type="http://schemas.openxmlformats.org/officeDocument/2006/relationships/image" Target="../media/image383.png"/><Relationship Id="rId408" Type="http://schemas.openxmlformats.org/officeDocument/2006/relationships/image" Target="../media/image390.png"/><Relationship Id="rId212" Type="http://schemas.openxmlformats.org/officeDocument/2006/relationships/image" Target="../media/image294.png"/><Relationship Id="rId254" Type="http://schemas.openxmlformats.org/officeDocument/2006/relationships/customXml" Target="../ink/ink317.xml"/><Relationship Id="rId49" Type="http://schemas.openxmlformats.org/officeDocument/2006/relationships/image" Target="../media/image213.png"/><Relationship Id="rId114" Type="http://schemas.openxmlformats.org/officeDocument/2006/relationships/customXml" Target="../ink/ink246.xml"/><Relationship Id="rId296" Type="http://schemas.openxmlformats.org/officeDocument/2006/relationships/customXml" Target="../ink/ink339.xml"/><Relationship Id="rId461" Type="http://schemas.openxmlformats.org/officeDocument/2006/relationships/image" Target="../media/image415.png"/><Relationship Id="rId517" Type="http://schemas.openxmlformats.org/officeDocument/2006/relationships/image" Target="../media/image443.png"/><Relationship Id="rId60" Type="http://schemas.openxmlformats.org/officeDocument/2006/relationships/customXml" Target="../ink/ink219.xml"/><Relationship Id="rId156" Type="http://schemas.openxmlformats.org/officeDocument/2006/relationships/customXml" Target="../ink/ink267.xml"/><Relationship Id="rId198" Type="http://schemas.openxmlformats.org/officeDocument/2006/relationships/image" Target="../media/image287.png"/><Relationship Id="rId321" Type="http://schemas.openxmlformats.org/officeDocument/2006/relationships/image" Target="../media/image347.png"/><Relationship Id="rId363" Type="http://schemas.openxmlformats.org/officeDocument/2006/relationships/image" Target="../media/image368.png"/><Relationship Id="rId419" Type="http://schemas.openxmlformats.org/officeDocument/2006/relationships/customXml" Target="../ink/ink401.xml"/><Relationship Id="rId223" Type="http://schemas.openxmlformats.org/officeDocument/2006/relationships/image" Target="../media/image299.png"/><Relationship Id="rId430" Type="http://schemas.openxmlformats.org/officeDocument/2006/relationships/customXml" Target="../ink/ink407.xml"/><Relationship Id="rId18" Type="http://schemas.openxmlformats.org/officeDocument/2006/relationships/customXml" Target="../ink/ink198.xml"/><Relationship Id="rId265" Type="http://schemas.openxmlformats.org/officeDocument/2006/relationships/image" Target="../media/image320.png"/><Relationship Id="rId472" Type="http://schemas.openxmlformats.org/officeDocument/2006/relationships/customXml" Target="../ink/ink429.xml"/><Relationship Id="rId528" Type="http://schemas.openxmlformats.org/officeDocument/2006/relationships/customXml" Target="../ink/ink457.xml"/><Relationship Id="rId125" Type="http://schemas.openxmlformats.org/officeDocument/2006/relationships/image" Target="../media/image251.png"/><Relationship Id="rId167" Type="http://schemas.openxmlformats.org/officeDocument/2006/relationships/image" Target="../media/image272.png"/><Relationship Id="rId332" Type="http://schemas.openxmlformats.org/officeDocument/2006/relationships/customXml" Target="../ink/ink357.xml"/><Relationship Id="rId374" Type="http://schemas.openxmlformats.org/officeDocument/2006/relationships/image" Target="../media/image373.png"/><Relationship Id="rId71" Type="http://schemas.openxmlformats.org/officeDocument/2006/relationships/image" Target="../media/image224.png"/><Relationship Id="rId234" Type="http://schemas.openxmlformats.org/officeDocument/2006/relationships/customXml" Target="../ink/ink307.xml"/><Relationship Id="rId2" Type="http://schemas.openxmlformats.org/officeDocument/2006/relationships/customXml" Target="../ink/ink190.xml"/><Relationship Id="rId29" Type="http://schemas.openxmlformats.org/officeDocument/2006/relationships/image" Target="../media/image203.png"/><Relationship Id="rId276" Type="http://schemas.openxmlformats.org/officeDocument/2006/relationships/customXml" Target="../ink/ink328.xml"/><Relationship Id="rId441" Type="http://schemas.openxmlformats.org/officeDocument/2006/relationships/image" Target="../media/image405.png"/><Relationship Id="rId483" Type="http://schemas.openxmlformats.org/officeDocument/2006/relationships/image" Target="../media/image426.png"/><Relationship Id="rId539" Type="http://schemas.openxmlformats.org/officeDocument/2006/relationships/image" Target="../media/image454.png"/><Relationship Id="rId40" Type="http://schemas.openxmlformats.org/officeDocument/2006/relationships/customXml" Target="../ink/ink209.xml"/><Relationship Id="rId136" Type="http://schemas.openxmlformats.org/officeDocument/2006/relationships/customXml" Target="../ink/ink257.xml"/><Relationship Id="rId178" Type="http://schemas.openxmlformats.org/officeDocument/2006/relationships/customXml" Target="../ink/ink278.xml"/><Relationship Id="rId301" Type="http://schemas.openxmlformats.org/officeDocument/2006/relationships/image" Target="../media/image337.png"/><Relationship Id="rId343" Type="http://schemas.openxmlformats.org/officeDocument/2006/relationships/image" Target="../media/image358.png"/><Relationship Id="rId82" Type="http://schemas.openxmlformats.org/officeDocument/2006/relationships/customXml" Target="../ink/ink230.xml"/><Relationship Id="rId203" Type="http://schemas.openxmlformats.org/officeDocument/2006/relationships/customXml" Target="../ink/ink291.xml"/><Relationship Id="rId385" Type="http://schemas.openxmlformats.org/officeDocument/2006/relationships/customXml" Target="../ink/ink384.xml"/><Relationship Id="rId245" Type="http://schemas.openxmlformats.org/officeDocument/2006/relationships/image" Target="../media/image310.png"/><Relationship Id="rId287" Type="http://schemas.openxmlformats.org/officeDocument/2006/relationships/customXml" Target="../ink/ink334.xml"/><Relationship Id="rId410" Type="http://schemas.openxmlformats.org/officeDocument/2006/relationships/image" Target="../media/image391.png"/><Relationship Id="rId452" Type="http://schemas.openxmlformats.org/officeDocument/2006/relationships/customXml" Target="../ink/ink419.xml"/><Relationship Id="rId494" Type="http://schemas.openxmlformats.org/officeDocument/2006/relationships/customXml" Target="../ink/ink440.xml"/><Relationship Id="rId508" Type="http://schemas.openxmlformats.org/officeDocument/2006/relationships/customXml" Target="../ink/ink447.xml"/><Relationship Id="rId105" Type="http://schemas.openxmlformats.org/officeDocument/2006/relationships/image" Target="../media/image241.png"/><Relationship Id="rId147" Type="http://schemas.openxmlformats.org/officeDocument/2006/relationships/image" Target="../media/image262.png"/><Relationship Id="rId312" Type="http://schemas.openxmlformats.org/officeDocument/2006/relationships/customXml" Target="../ink/ink347.xml"/><Relationship Id="rId354" Type="http://schemas.openxmlformats.org/officeDocument/2006/relationships/customXml" Target="../ink/ink368.xml"/><Relationship Id="rId51" Type="http://schemas.openxmlformats.org/officeDocument/2006/relationships/image" Target="../media/image214.png"/><Relationship Id="rId93" Type="http://schemas.openxmlformats.org/officeDocument/2006/relationships/image" Target="../media/image235.png"/><Relationship Id="rId189" Type="http://schemas.openxmlformats.org/officeDocument/2006/relationships/customXml" Target="../ink/ink284.xml"/><Relationship Id="rId396" Type="http://schemas.openxmlformats.org/officeDocument/2006/relationships/image" Target="../media/image384.png"/><Relationship Id="rId214" Type="http://schemas.openxmlformats.org/officeDocument/2006/relationships/customXml" Target="../ink/ink297.xml"/><Relationship Id="rId256" Type="http://schemas.openxmlformats.org/officeDocument/2006/relationships/customXml" Target="../ink/ink318.xml"/><Relationship Id="rId298" Type="http://schemas.openxmlformats.org/officeDocument/2006/relationships/customXml" Target="../ink/ink340.xml"/><Relationship Id="rId421" Type="http://schemas.openxmlformats.org/officeDocument/2006/relationships/customXml" Target="../ink/ink402.xml"/><Relationship Id="rId463" Type="http://schemas.openxmlformats.org/officeDocument/2006/relationships/image" Target="../media/image416.png"/><Relationship Id="rId519" Type="http://schemas.openxmlformats.org/officeDocument/2006/relationships/image" Target="../media/image444.png"/><Relationship Id="rId116" Type="http://schemas.openxmlformats.org/officeDocument/2006/relationships/customXml" Target="../ink/ink247.xml"/><Relationship Id="rId158" Type="http://schemas.openxmlformats.org/officeDocument/2006/relationships/customXml" Target="../ink/ink268.xml"/><Relationship Id="rId323" Type="http://schemas.openxmlformats.org/officeDocument/2006/relationships/image" Target="../media/image348.png"/><Relationship Id="rId530" Type="http://schemas.openxmlformats.org/officeDocument/2006/relationships/customXml" Target="../ink/ink458.xml"/><Relationship Id="rId20" Type="http://schemas.openxmlformats.org/officeDocument/2006/relationships/customXml" Target="../ink/ink199.xml"/><Relationship Id="rId62" Type="http://schemas.openxmlformats.org/officeDocument/2006/relationships/customXml" Target="../ink/ink220.xml"/><Relationship Id="rId365" Type="http://schemas.openxmlformats.org/officeDocument/2006/relationships/image" Target="../media/image369.png"/><Relationship Id="rId225" Type="http://schemas.openxmlformats.org/officeDocument/2006/relationships/image" Target="../media/image300.png"/><Relationship Id="rId267" Type="http://schemas.openxmlformats.org/officeDocument/2006/relationships/image" Target="../media/image321.png"/><Relationship Id="rId432" Type="http://schemas.openxmlformats.org/officeDocument/2006/relationships/image" Target="../media/image401.png"/><Relationship Id="rId474" Type="http://schemas.openxmlformats.org/officeDocument/2006/relationships/customXml" Target="../ink/ink430.xml"/><Relationship Id="rId127" Type="http://schemas.openxmlformats.org/officeDocument/2006/relationships/image" Target="../media/image252.png"/><Relationship Id="rId31" Type="http://schemas.openxmlformats.org/officeDocument/2006/relationships/image" Target="../media/image204.png"/><Relationship Id="rId73" Type="http://schemas.openxmlformats.org/officeDocument/2006/relationships/image" Target="../media/image225.png"/><Relationship Id="rId169" Type="http://schemas.openxmlformats.org/officeDocument/2006/relationships/image" Target="../media/image273.png"/><Relationship Id="rId334" Type="http://schemas.openxmlformats.org/officeDocument/2006/relationships/customXml" Target="../ink/ink358.xml"/><Relationship Id="rId376" Type="http://schemas.openxmlformats.org/officeDocument/2006/relationships/image" Target="../media/image374.png"/><Relationship Id="rId541" Type="http://schemas.openxmlformats.org/officeDocument/2006/relationships/image" Target="../media/image455.png"/><Relationship Id="rId4" Type="http://schemas.openxmlformats.org/officeDocument/2006/relationships/customXml" Target="../ink/ink191.xml"/><Relationship Id="rId180" Type="http://schemas.openxmlformats.org/officeDocument/2006/relationships/customXml" Target="../ink/ink279.xml"/><Relationship Id="rId236" Type="http://schemas.openxmlformats.org/officeDocument/2006/relationships/customXml" Target="../ink/ink308.xml"/><Relationship Id="rId278" Type="http://schemas.openxmlformats.org/officeDocument/2006/relationships/image" Target="../media/image326.png"/><Relationship Id="rId401" Type="http://schemas.openxmlformats.org/officeDocument/2006/relationships/customXml" Target="../ink/ink392.xml"/><Relationship Id="rId443" Type="http://schemas.openxmlformats.org/officeDocument/2006/relationships/image" Target="../media/image406.png"/><Relationship Id="rId303" Type="http://schemas.openxmlformats.org/officeDocument/2006/relationships/image" Target="../media/image338.png"/><Relationship Id="rId485" Type="http://schemas.openxmlformats.org/officeDocument/2006/relationships/image" Target="../media/image427.png"/><Relationship Id="rId42" Type="http://schemas.openxmlformats.org/officeDocument/2006/relationships/customXml" Target="../ink/ink210.xml"/><Relationship Id="rId84" Type="http://schemas.openxmlformats.org/officeDocument/2006/relationships/customXml" Target="../ink/ink231.xml"/><Relationship Id="rId138" Type="http://schemas.openxmlformats.org/officeDocument/2006/relationships/customXml" Target="../ink/ink258.xml"/><Relationship Id="rId345" Type="http://schemas.openxmlformats.org/officeDocument/2006/relationships/image" Target="../media/image359.png"/><Relationship Id="rId387" Type="http://schemas.openxmlformats.org/officeDocument/2006/relationships/customXml" Target="../ink/ink385.xml"/><Relationship Id="rId510" Type="http://schemas.openxmlformats.org/officeDocument/2006/relationships/customXml" Target="../ink/ink448.xml"/><Relationship Id="rId191" Type="http://schemas.openxmlformats.org/officeDocument/2006/relationships/customXml" Target="../ink/ink285.xml"/><Relationship Id="rId205" Type="http://schemas.openxmlformats.org/officeDocument/2006/relationships/customXml" Target="../ink/ink292.xml"/><Relationship Id="rId247" Type="http://schemas.openxmlformats.org/officeDocument/2006/relationships/image" Target="../media/image311.png"/><Relationship Id="rId412" Type="http://schemas.openxmlformats.org/officeDocument/2006/relationships/image" Target="../media/image392.png"/><Relationship Id="rId107" Type="http://schemas.openxmlformats.org/officeDocument/2006/relationships/image" Target="../media/image242.png"/><Relationship Id="rId289" Type="http://schemas.openxmlformats.org/officeDocument/2006/relationships/image" Target="../media/image331.png"/><Relationship Id="rId454" Type="http://schemas.openxmlformats.org/officeDocument/2006/relationships/customXml" Target="../ink/ink420.xml"/><Relationship Id="rId496" Type="http://schemas.openxmlformats.org/officeDocument/2006/relationships/customXml" Target="../ink/ink441.xml"/><Relationship Id="rId11" Type="http://schemas.openxmlformats.org/officeDocument/2006/relationships/image" Target="../media/image194.png"/><Relationship Id="rId53" Type="http://schemas.openxmlformats.org/officeDocument/2006/relationships/image" Target="../media/image215.png"/><Relationship Id="rId149" Type="http://schemas.openxmlformats.org/officeDocument/2006/relationships/image" Target="../media/image263.png"/><Relationship Id="rId314" Type="http://schemas.openxmlformats.org/officeDocument/2006/relationships/customXml" Target="../ink/ink348.xml"/><Relationship Id="rId356" Type="http://schemas.openxmlformats.org/officeDocument/2006/relationships/customXml" Target="../ink/ink369.xml"/><Relationship Id="rId398" Type="http://schemas.openxmlformats.org/officeDocument/2006/relationships/image" Target="../media/image385.png"/><Relationship Id="rId521" Type="http://schemas.openxmlformats.org/officeDocument/2006/relationships/image" Target="../media/image445.png"/><Relationship Id="rId95" Type="http://schemas.openxmlformats.org/officeDocument/2006/relationships/image" Target="../media/image236.png"/><Relationship Id="rId160" Type="http://schemas.openxmlformats.org/officeDocument/2006/relationships/customXml" Target="../ink/ink269.xml"/><Relationship Id="rId216" Type="http://schemas.openxmlformats.org/officeDocument/2006/relationships/customXml" Target="../ink/ink298.xml"/><Relationship Id="rId423" Type="http://schemas.openxmlformats.org/officeDocument/2006/relationships/customXml" Target="../ink/ink403.xml"/><Relationship Id="rId258" Type="http://schemas.openxmlformats.org/officeDocument/2006/relationships/customXml" Target="../ink/ink319.xml"/><Relationship Id="rId465" Type="http://schemas.openxmlformats.org/officeDocument/2006/relationships/image" Target="../media/image417.png"/><Relationship Id="rId22" Type="http://schemas.openxmlformats.org/officeDocument/2006/relationships/customXml" Target="../ink/ink200.xml"/><Relationship Id="rId64" Type="http://schemas.openxmlformats.org/officeDocument/2006/relationships/customXml" Target="../ink/ink221.xml"/><Relationship Id="rId118" Type="http://schemas.openxmlformats.org/officeDocument/2006/relationships/customXml" Target="../ink/ink248.xml"/><Relationship Id="rId325" Type="http://schemas.openxmlformats.org/officeDocument/2006/relationships/image" Target="../media/image349.png"/><Relationship Id="rId367" Type="http://schemas.openxmlformats.org/officeDocument/2006/relationships/customXml" Target="../ink/ink375.xml"/><Relationship Id="rId532" Type="http://schemas.openxmlformats.org/officeDocument/2006/relationships/customXml" Target="../ink/ink459.xml"/><Relationship Id="rId171" Type="http://schemas.openxmlformats.org/officeDocument/2006/relationships/image" Target="../media/image274.png"/><Relationship Id="rId227" Type="http://schemas.openxmlformats.org/officeDocument/2006/relationships/image" Target="../media/image301.png"/><Relationship Id="rId269" Type="http://schemas.openxmlformats.org/officeDocument/2006/relationships/image" Target="../media/image322.png"/><Relationship Id="rId434" Type="http://schemas.openxmlformats.org/officeDocument/2006/relationships/image" Target="../media/image402.png"/><Relationship Id="rId476" Type="http://schemas.openxmlformats.org/officeDocument/2006/relationships/customXml" Target="../ink/ink431.xml"/><Relationship Id="rId33" Type="http://schemas.openxmlformats.org/officeDocument/2006/relationships/image" Target="../media/image205.png"/><Relationship Id="rId129" Type="http://schemas.openxmlformats.org/officeDocument/2006/relationships/image" Target="../media/image253.png"/><Relationship Id="rId280" Type="http://schemas.openxmlformats.org/officeDocument/2006/relationships/image" Target="../media/image327.png"/><Relationship Id="rId336" Type="http://schemas.openxmlformats.org/officeDocument/2006/relationships/customXml" Target="../ink/ink359.xml"/><Relationship Id="rId501" Type="http://schemas.openxmlformats.org/officeDocument/2006/relationships/image" Target="../media/image435.png"/><Relationship Id="rId543" Type="http://schemas.openxmlformats.org/officeDocument/2006/relationships/image" Target="../media/image456.png"/><Relationship Id="rId75" Type="http://schemas.openxmlformats.org/officeDocument/2006/relationships/image" Target="../media/image226.png"/><Relationship Id="rId140" Type="http://schemas.openxmlformats.org/officeDocument/2006/relationships/customXml" Target="../ink/ink259.xml"/><Relationship Id="rId182" Type="http://schemas.openxmlformats.org/officeDocument/2006/relationships/customXml" Target="../ink/ink280.xml"/><Relationship Id="rId378" Type="http://schemas.openxmlformats.org/officeDocument/2006/relationships/image" Target="../media/image375.png"/><Relationship Id="rId403" Type="http://schemas.openxmlformats.org/officeDocument/2006/relationships/customXml" Target="../ink/ink393.xml"/><Relationship Id="rId6" Type="http://schemas.openxmlformats.org/officeDocument/2006/relationships/customXml" Target="../ink/ink192.xml"/><Relationship Id="rId238" Type="http://schemas.openxmlformats.org/officeDocument/2006/relationships/customXml" Target="../ink/ink309.xml"/><Relationship Id="rId445" Type="http://schemas.openxmlformats.org/officeDocument/2006/relationships/image" Target="../media/image407.png"/><Relationship Id="rId487" Type="http://schemas.openxmlformats.org/officeDocument/2006/relationships/image" Target="../media/image428.png"/><Relationship Id="rId291" Type="http://schemas.openxmlformats.org/officeDocument/2006/relationships/image" Target="../media/image332.png"/><Relationship Id="rId305" Type="http://schemas.openxmlformats.org/officeDocument/2006/relationships/image" Target="../media/image339.png"/><Relationship Id="rId347" Type="http://schemas.openxmlformats.org/officeDocument/2006/relationships/image" Target="../media/image360.png"/><Relationship Id="rId512" Type="http://schemas.openxmlformats.org/officeDocument/2006/relationships/customXml" Target="../ink/ink449.xml"/><Relationship Id="rId44" Type="http://schemas.openxmlformats.org/officeDocument/2006/relationships/customXml" Target="../ink/ink211.xml"/><Relationship Id="rId86" Type="http://schemas.openxmlformats.org/officeDocument/2006/relationships/customXml" Target="../ink/ink232.xml"/><Relationship Id="rId151" Type="http://schemas.openxmlformats.org/officeDocument/2006/relationships/image" Target="../media/image264.png"/><Relationship Id="rId389" Type="http://schemas.openxmlformats.org/officeDocument/2006/relationships/customXml" Target="../ink/ink386.xml"/><Relationship Id="rId193" Type="http://schemas.openxmlformats.org/officeDocument/2006/relationships/customXml" Target="../ink/ink286.xml"/><Relationship Id="rId207" Type="http://schemas.openxmlformats.org/officeDocument/2006/relationships/customXml" Target="../ink/ink293.xml"/><Relationship Id="rId249" Type="http://schemas.openxmlformats.org/officeDocument/2006/relationships/image" Target="../media/image312.png"/><Relationship Id="rId414" Type="http://schemas.openxmlformats.org/officeDocument/2006/relationships/image" Target="../media/image393.png"/><Relationship Id="rId456" Type="http://schemas.openxmlformats.org/officeDocument/2006/relationships/customXml" Target="../ink/ink421.xml"/><Relationship Id="rId498" Type="http://schemas.openxmlformats.org/officeDocument/2006/relationships/customXml" Target="../ink/ink442.xml"/><Relationship Id="rId13" Type="http://schemas.openxmlformats.org/officeDocument/2006/relationships/image" Target="../media/image195.png"/><Relationship Id="rId109" Type="http://schemas.openxmlformats.org/officeDocument/2006/relationships/image" Target="../media/image243.png"/><Relationship Id="rId260" Type="http://schemas.openxmlformats.org/officeDocument/2006/relationships/customXml" Target="../ink/ink320.xml"/><Relationship Id="rId316" Type="http://schemas.openxmlformats.org/officeDocument/2006/relationships/customXml" Target="../ink/ink349.xml"/><Relationship Id="rId523" Type="http://schemas.openxmlformats.org/officeDocument/2006/relationships/image" Target="../media/image446.png"/><Relationship Id="rId55" Type="http://schemas.openxmlformats.org/officeDocument/2006/relationships/image" Target="../media/image216.png"/><Relationship Id="rId97" Type="http://schemas.openxmlformats.org/officeDocument/2006/relationships/image" Target="../media/image237.png"/><Relationship Id="rId120" Type="http://schemas.openxmlformats.org/officeDocument/2006/relationships/customXml" Target="../ink/ink249.xml"/><Relationship Id="rId358" Type="http://schemas.openxmlformats.org/officeDocument/2006/relationships/customXml" Target="../ink/ink370.xml"/><Relationship Id="rId162" Type="http://schemas.openxmlformats.org/officeDocument/2006/relationships/customXml" Target="../ink/ink270.xml"/><Relationship Id="rId218" Type="http://schemas.openxmlformats.org/officeDocument/2006/relationships/customXml" Target="../ink/ink299.xml"/><Relationship Id="rId425" Type="http://schemas.openxmlformats.org/officeDocument/2006/relationships/customXml" Target="../ink/ink404.xml"/><Relationship Id="rId467" Type="http://schemas.openxmlformats.org/officeDocument/2006/relationships/image" Target="../media/image418.png"/><Relationship Id="rId271" Type="http://schemas.openxmlformats.org/officeDocument/2006/relationships/image" Target="../media/image323.png"/><Relationship Id="rId24" Type="http://schemas.openxmlformats.org/officeDocument/2006/relationships/customXml" Target="../ink/ink201.xml"/><Relationship Id="rId66" Type="http://schemas.openxmlformats.org/officeDocument/2006/relationships/customXml" Target="../ink/ink222.xml"/><Relationship Id="rId131" Type="http://schemas.openxmlformats.org/officeDocument/2006/relationships/image" Target="../media/image254.png"/><Relationship Id="rId327" Type="http://schemas.openxmlformats.org/officeDocument/2006/relationships/image" Target="../media/image350.png"/><Relationship Id="rId369" Type="http://schemas.openxmlformats.org/officeDocument/2006/relationships/customXml" Target="../ink/ink376.xml"/><Relationship Id="rId534" Type="http://schemas.openxmlformats.org/officeDocument/2006/relationships/customXml" Target="../ink/ink460.xml"/><Relationship Id="rId173" Type="http://schemas.openxmlformats.org/officeDocument/2006/relationships/image" Target="../media/image275.png"/><Relationship Id="rId229" Type="http://schemas.openxmlformats.org/officeDocument/2006/relationships/image" Target="../media/image302.png"/><Relationship Id="rId380" Type="http://schemas.openxmlformats.org/officeDocument/2006/relationships/image" Target="../media/image376.png"/><Relationship Id="rId436" Type="http://schemas.openxmlformats.org/officeDocument/2006/relationships/customXml" Target="../ink/ink411.xml"/><Relationship Id="rId240" Type="http://schemas.openxmlformats.org/officeDocument/2006/relationships/customXml" Target="../ink/ink310.xml"/><Relationship Id="rId478" Type="http://schemas.openxmlformats.org/officeDocument/2006/relationships/customXml" Target="../ink/ink432.xml"/><Relationship Id="rId35" Type="http://schemas.openxmlformats.org/officeDocument/2006/relationships/image" Target="../media/image206.png"/><Relationship Id="rId77" Type="http://schemas.openxmlformats.org/officeDocument/2006/relationships/image" Target="../media/image227.png"/><Relationship Id="rId100" Type="http://schemas.openxmlformats.org/officeDocument/2006/relationships/customXml" Target="../ink/ink239.xml"/><Relationship Id="rId282" Type="http://schemas.openxmlformats.org/officeDocument/2006/relationships/image" Target="../media/image328.png"/><Relationship Id="rId338" Type="http://schemas.openxmlformats.org/officeDocument/2006/relationships/customXml" Target="../ink/ink360.xml"/><Relationship Id="rId503" Type="http://schemas.openxmlformats.org/officeDocument/2006/relationships/image" Target="../media/image436.png"/><Relationship Id="rId545" Type="http://schemas.openxmlformats.org/officeDocument/2006/relationships/image" Target="../media/image457.png"/><Relationship Id="rId8" Type="http://schemas.openxmlformats.org/officeDocument/2006/relationships/customXml" Target="../ink/ink193.xml"/><Relationship Id="rId142" Type="http://schemas.openxmlformats.org/officeDocument/2006/relationships/customXml" Target="../ink/ink260.xml"/><Relationship Id="rId184" Type="http://schemas.openxmlformats.org/officeDocument/2006/relationships/customXml" Target="../ink/ink281.xml"/><Relationship Id="rId391" Type="http://schemas.openxmlformats.org/officeDocument/2006/relationships/customXml" Target="../ink/ink387.xml"/><Relationship Id="rId405" Type="http://schemas.openxmlformats.org/officeDocument/2006/relationships/customXml" Target="../ink/ink394.xml"/><Relationship Id="rId447" Type="http://schemas.openxmlformats.org/officeDocument/2006/relationships/image" Target="../media/image408.png"/><Relationship Id="rId251" Type="http://schemas.openxmlformats.org/officeDocument/2006/relationships/image" Target="../media/image313.png"/><Relationship Id="rId489" Type="http://schemas.openxmlformats.org/officeDocument/2006/relationships/image" Target="../media/image429.png"/><Relationship Id="rId46" Type="http://schemas.openxmlformats.org/officeDocument/2006/relationships/customXml" Target="../ink/ink212.xml"/><Relationship Id="rId293" Type="http://schemas.openxmlformats.org/officeDocument/2006/relationships/image" Target="../media/image333.png"/><Relationship Id="rId307" Type="http://schemas.openxmlformats.org/officeDocument/2006/relationships/image" Target="../media/image340.png"/><Relationship Id="rId349" Type="http://schemas.openxmlformats.org/officeDocument/2006/relationships/image" Target="../media/image361.png"/><Relationship Id="rId514" Type="http://schemas.openxmlformats.org/officeDocument/2006/relationships/customXml" Target="../ink/ink450.xml"/><Relationship Id="rId88" Type="http://schemas.openxmlformats.org/officeDocument/2006/relationships/customXml" Target="../ink/ink233.xml"/><Relationship Id="rId111" Type="http://schemas.openxmlformats.org/officeDocument/2006/relationships/image" Target="../media/image244.png"/><Relationship Id="rId153" Type="http://schemas.openxmlformats.org/officeDocument/2006/relationships/image" Target="../media/image265.png"/><Relationship Id="rId195" Type="http://schemas.openxmlformats.org/officeDocument/2006/relationships/customXml" Target="../ink/ink287.xml"/><Relationship Id="rId209" Type="http://schemas.openxmlformats.org/officeDocument/2006/relationships/customXml" Target="../ink/ink294.xml"/><Relationship Id="rId360" Type="http://schemas.openxmlformats.org/officeDocument/2006/relationships/customXml" Target="../ink/ink371.xml"/><Relationship Id="rId416" Type="http://schemas.openxmlformats.org/officeDocument/2006/relationships/image" Target="../media/image394.png"/><Relationship Id="rId220" Type="http://schemas.openxmlformats.org/officeDocument/2006/relationships/customXml" Target="../ink/ink300.xml"/><Relationship Id="rId458" Type="http://schemas.openxmlformats.org/officeDocument/2006/relationships/customXml" Target="../ink/ink422.xml"/><Relationship Id="rId15" Type="http://schemas.openxmlformats.org/officeDocument/2006/relationships/image" Target="../media/image196.png"/><Relationship Id="rId57" Type="http://schemas.openxmlformats.org/officeDocument/2006/relationships/image" Target="../media/image217.png"/><Relationship Id="rId262" Type="http://schemas.openxmlformats.org/officeDocument/2006/relationships/customXml" Target="../ink/ink321.xml"/><Relationship Id="rId318" Type="http://schemas.openxmlformats.org/officeDocument/2006/relationships/customXml" Target="../ink/ink350.xml"/><Relationship Id="rId525" Type="http://schemas.openxmlformats.org/officeDocument/2006/relationships/image" Target="../media/image447.png"/><Relationship Id="rId99" Type="http://schemas.openxmlformats.org/officeDocument/2006/relationships/image" Target="../media/image238.png"/><Relationship Id="rId122" Type="http://schemas.openxmlformats.org/officeDocument/2006/relationships/customXml" Target="../ink/ink250.xml"/><Relationship Id="rId164" Type="http://schemas.openxmlformats.org/officeDocument/2006/relationships/customXml" Target="../ink/ink271.xml"/><Relationship Id="rId371" Type="http://schemas.openxmlformats.org/officeDocument/2006/relationships/customXml" Target="../ink/ink377.xml"/><Relationship Id="rId427" Type="http://schemas.openxmlformats.org/officeDocument/2006/relationships/customXml" Target="../ink/ink405.xml"/><Relationship Id="rId469" Type="http://schemas.openxmlformats.org/officeDocument/2006/relationships/image" Target="../media/image419.png"/><Relationship Id="rId26" Type="http://schemas.openxmlformats.org/officeDocument/2006/relationships/customXml" Target="../ink/ink202.xml"/><Relationship Id="rId231" Type="http://schemas.openxmlformats.org/officeDocument/2006/relationships/image" Target="../media/image303.png"/><Relationship Id="rId273" Type="http://schemas.openxmlformats.org/officeDocument/2006/relationships/image" Target="../media/image324.png"/><Relationship Id="rId329" Type="http://schemas.openxmlformats.org/officeDocument/2006/relationships/image" Target="../media/image351.png"/><Relationship Id="rId480" Type="http://schemas.openxmlformats.org/officeDocument/2006/relationships/customXml" Target="../ink/ink433.xml"/><Relationship Id="rId536" Type="http://schemas.openxmlformats.org/officeDocument/2006/relationships/customXml" Target="../ink/ink461.xml"/><Relationship Id="rId68" Type="http://schemas.openxmlformats.org/officeDocument/2006/relationships/customXml" Target="../ink/ink223.xml"/><Relationship Id="rId133" Type="http://schemas.openxmlformats.org/officeDocument/2006/relationships/image" Target="../media/image255.png"/><Relationship Id="rId175" Type="http://schemas.openxmlformats.org/officeDocument/2006/relationships/image" Target="../media/image276.png"/><Relationship Id="rId340" Type="http://schemas.openxmlformats.org/officeDocument/2006/relationships/customXml" Target="../ink/ink361.xml"/><Relationship Id="rId200" Type="http://schemas.openxmlformats.org/officeDocument/2006/relationships/image" Target="../media/image288.png"/><Relationship Id="rId382" Type="http://schemas.openxmlformats.org/officeDocument/2006/relationships/image" Target="../media/image377.png"/><Relationship Id="rId438" Type="http://schemas.openxmlformats.org/officeDocument/2006/relationships/customXml" Target="../ink/ink412.xml"/><Relationship Id="rId242" Type="http://schemas.openxmlformats.org/officeDocument/2006/relationships/customXml" Target="../ink/ink311.xml"/><Relationship Id="rId284" Type="http://schemas.openxmlformats.org/officeDocument/2006/relationships/image" Target="../media/image329.png"/><Relationship Id="rId491" Type="http://schemas.openxmlformats.org/officeDocument/2006/relationships/image" Target="../media/image430.png"/><Relationship Id="rId505" Type="http://schemas.openxmlformats.org/officeDocument/2006/relationships/image" Target="../media/image437.png"/><Relationship Id="rId37" Type="http://schemas.openxmlformats.org/officeDocument/2006/relationships/image" Target="../media/image207.png"/><Relationship Id="rId79" Type="http://schemas.openxmlformats.org/officeDocument/2006/relationships/image" Target="../media/image228.png"/><Relationship Id="rId102" Type="http://schemas.openxmlformats.org/officeDocument/2006/relationships/customXml" Target="../ink/ink240.xml"/><Relationship Id="rId144" Type="http://schemas.openxmlformats.org/officeDocument/2006/relationships/customXml" Target="../ink/ink261.xml"/><Relationship Id="rId547" Type="http://schemas.openxmlformats.org/officeDocument/2006/relationships/image" Target="../media/image458.png"/><Relationship Id="rId90" Type="http://schemas.openxmlformats.org/officeDocument/2006/relationships/customXml" Target="../ink/ink234.xml"/><Relationship Id="rId186" Type="http://schemas.openxmlformats.org/officeDocument/2006/relationships/customXml" Target="../ink/ink282.xml"/><Relationship Id="rId351" Type="http://schemas.openxmlformats.org/officeDocument/2006/relationships/image" Target="../media/image362.png"/><Relationship Id="rId393" Type="http://schemas.openxmlformats.org/officeDocument/2006/relationships/customXml" Target="../ink/ink388.xml"/><Relationship Id="rId407" Type="http://schemas.openxmlformats.org/officeDocument/2006/relationships/customXml" Target="../ink/ink395.xml"/><Relationship Id="rId449" Type="http://schemas.openxmlformats.org/officeDocument/2006/relationships/image" Target="../media/image409.png"/><Relationship Id="rId211" Type="http://schemas.openxmlformats.org/officeDocument/2006/relationships/customXml" Target="../ink/ink295.xml"/><Relationship Id="rId253" Type="http://schemas.openxmlformats.org/officeDocument/2006/relationships/image" Target="../media/image314.png"/><Relationship Id="rId295" Type="http://schemas.openxmlformats.org/officeDocument/2006/relationships/image" Target="../media/image334.png"/><Relationship Id="rId309" Type="http://schemas.openxmlformats.org/officeDocument/2006/relationships/image" Target="../media/image341.png"/><Relationship Id="rId460" Type="http://schemas.openxmlformats.org/officeDocument/2006/relationships/customXml" Target="../ink/ink423.xml"/><Relationship Id="rId516" Type="http://schemas.openxmlformats.org/officeDocument/2006/relationships/customXml" Target="../ink/ink451.xml"/><Relationship Id="rId48" Type="http://schemas.openxmlformats.org/officeDocument/2006/relationships/customXml" Target="../ink/ink213.xml"/><Relationship Id="rId113" Type="http://schemas.openxmlformats.org/officeDocument/2006/relationships/image" Target="../media/image245.png"/><Relationship Id="rId320" Type="http://schemas.openxmlformats.org/officeDocument/2006/relationships/customXml" Target="../ink/ink351.xml"/><Relationship Id="rId155" Type="http://schemas.openxmlformats.org/officeDocument/2006/relationships/image" Target="../media/image266.png"/><Relationship Id="rId197" Type="http://schemas.openxmlformats.org/officeDocument/2006/relationships/customXml" Target="../ink/ink288.xml"/><Relationship Id="rId362" Type="http://schemas.openxmlformats.org/officeDocument/2006/relationships/customXml" Target="../ink/ink372.xml"/><Relationship Id="rId418" Type="http://schemas.openxmlformats.org/officeDocument/2006/relationships/image" Target="../media/image395.png"/><Relationship Id="rId222" Type="http://schemas.openxmlformats.org/officeDocument/2006/relationships/customXml" Target="../ink/ink301.xml"/><Relationship Id="rId264" Type="http://schemas.openxmlformats.org/officeDocument/2006/relationships/customXml" Target="../ink/ink322.xml"/><Relationship Id="rId471" Type="http://schemas.openxmlformats.org/officeDocument/2006/relationships/image" Target="../media/image420.png"/><Relationship Id="rId17" Type="http://schemas.openxmlformats.org/officeDocument/2006/relationships/image" Target="../media/image197.png"/><Relationship Id="rId59" Type="http://schemas.openxmlformats.org/officeDocument/2006/relationships/image" Target="../media/image218.png"/><Relationship Id="rId124" Type="http://schemas.openxmlformats.org/officeDocument/2006/relationships/customXml" Target="../ink/ink251.xml"/><Relationship Id="rId527" Type="http://schemas.openxmlformats.org/officeDocument/2006/relationships/image" Target="../media/image448.png"/><Relationship Id="rId70" Type="http://schemas.openxmlformats.org/officeDocument/2006/relationships/customXml" Target="../ink/ink224.xml"/><Relationship Id="rId166" Type="http://schemas.openxmlformats.org/officeDocument/2006/relationships/customXml" Target="../ink/ink272.xml"/><Relationship Id="rId331" Type="http://schemas.openxmlformats.org/officeDocument/2006/relationships/image" Target="../media/image352.png"/><Relationship Id="rId373" Type="http://schemas.openxmlformats.org/officeDocument/2006/relationships/customXml" Target="../ink/ink378.xml"/><Relationship Id="rId429" Type="http://schemas.openxmlformats.org/officeDocument/2006/relationships/customXml" Target="../ink/ink406.xml"/><Relationship Id="rId1" Type="http://schemas.openxmlformats.org/officeDocument/2006/relationships/slideLayout" Target="../slideLayouts/slideLayout7.xml"/><Relationship Id="rId233" Type="http://schemas.openxmlformats.org/officeDocument/2006/relationships/image" Target="../media/image304.png"/><Relationship Id="rId440" Type="http://schemas.openxmlformats.org/officeDocument/2006/relationships/customXml" Target="../ink/ink413.xml"/><Relationship Id="rId28" Type="http://schemas.openxmlformats.org/officeDocument/2006/relationships/customXml" Target="../ink/ink203.xml"/><Relationship Id="rId275" Type="http://schemas.openxmlformats.org/officeDocument/2006/relationships/image" Target="../media/image325.png"/><Relationship Id="rId300" Type="http://schemas.openxmlformats.org/officeDocument/2006/relationships/customXml" Target="../ink/ink341.xml"/><Relationship Id="rId482" Type="http://schemas.openxmlformats.org/officeDocument/2006/relationships/customXml" Target="../ink/ink434.xml"/><Relationship Id="rId538" Type="http://schemas.openxmlformats.org/officeDocument/2006/relationships/customXml" Target="../ink/ink462.xml"/><Relationship Id="rId81" Type="http://schemas.openxmlformats.org/officeDocument/2006/relationships/image" Target="../media/image229.png"/><Relationship Id="rId135" Type="http://schemas.openxmlformats.org/officeDocument/2006/relationships/image" Target="../media/image256.png"/><Relationship Id="rId177" Type="http://schemas.openxmlformats.org/officeDocument/2006/relationships/image" Target="../media/image277.png"/><Relationship Id="rId342" Type="http://schemas.openxmlformats.org/officeDocument/2006/relationships/customXml" Target="../ink/ink362.xml"/><Relationship Id="rId384" Type="http://schemas.openxmlformats.org/officeDocument/2006/relationships/image" Target="../media/image378.png"/><Relationship Id="rId202" Type="http://schemas.openxmlformats.org/officeDocument/2006/relationships/image" Target="../media/image289.png"/><Relationship Id="rId244" Type="http://schemas.openxmlformats.org/officeDocument/2006/relationships/customXml" Target="../ink/ink312.xml"/><Relationship Id="rId39" Type="http://schemas.openxmlformats.org/officeDocument/2006/relationships/image" Target="../media/image208.png"/><Relationship Id="rId286" Type="http://schemas.openxmlformats.org/officeDocument/2006/relationships/image" Target="../media/image330.png"/><Relationship Id="rId451" Type="http://schemas.openxmlformats.org/officeDocument/2006/relationships/image" Target="../media/image410.png"/><Relationship Id="rId493" Type="http://schemas.openxmlformats.org/officeDocument/2006/relationships/image" Target="../media/image431.png"/><Relationship Id="rId507" Type="http://schemas.openxmlformats.org/officeDocument/2006/relationships/image" Target="../media/image438.png"/><Relationship Id="rId50" Type="http://schemas.openxmlformats.org/officeDocument/2006/relationships/customXml" Target="../ink/ink214.xml"/><Relationship Id="rId104" Type="http://schemas.openxmlformats.org/officeDocument/2006/relationships/customXml" Target="../ink/ink241.xml"/><Relationship Id="rId146" Type="http://schemas.openxmlformats.org/officeDocument/2006/relationships/customXml" Target="../ink/ink262.xml"/><Relationship Id="rId188" Type="http://schemas.openxmlformats.org/officeDocument/2006/relationships/image" Target="../media/image282.png"/><Relationship Id="rId311" Type="http://schemas.openxmlformats.org/officeDocument/2006/relationships/image" Target="../media/image342.png"/><Relationship Id="rId353" Type="http://schemas.openxmlformats.org/officeDocument/2006/relationships/image" Target="../media/image363.png"/><Relationship Id="rId395" Type="http://schemas.openxmlformats.org/officeDocument/2006/relationships/customXml" Target="../ink/ink389.xml"/><Relationship Id="rId409" Type="http://schemas.openxmlformats.org/officeDocument/2006/relationships/customXml" Target="../ink/ink396.xml"/><Relationship Id="rId92" Type="http://schemas.openxmlformats.org/officeDocument/2006/relationships/customXml" Target="../ink/ink235.xml"/><Relationship Id="rId213" Type="http://schemas.openxmlformats.org/officeDocument/2006/relationships/customXml" Target="../ink/ink296.xml"/><Relationship Id="rId420" Type="http://schemas.openxmlformats.org/officeDocument/2006/relationships/image" Target="../media/image396.png"/><Relationship Id="rId255" Type="http://schemas.openxmlformats.org/officeDocument/2006/relationships/image" Target="../media/image315.png"/><Relationship Id="rId297" Type="http://schemas.openxmlformats.org/officeDocument/2006/relationships/image" Target="../media/image335.png"/><Relationship Id="rId462" Type="http://schemas.openxmlformats.org/officeDocument/2006/relationships/customXml" Target="../ink/ink424.xml"/><Relationship Id="rId518" Type="http://schemas.openxmlformats.org/officeDocument/2006/relationships/customXml" Target="../ink/ink452.xml"/><Relationship Id="rId115" Type="http://schemas.openxmlformats.org/officeDocument/2006/relationships/image" Target="../media/image246.png"/><Relationship Id="rId157" Type="http://schemas.openxmlformats.org/officeDocument/2006/relationships/image" Target="../media/image267.png"/><Relationship Id="rId322" Type="http://schemas.openxmlformats.org/officeDocument/2006/relationships/customXml" Target="../ink/ink352.xml"/><Relationship Id="rId364" Type="http://schemas.openxmlformats.org/officeDocument/2006/relationships/customXml" Target="../ink/ink373.xml"/><Relationship Id="rId61" Type="http://schemas.openxmlformats.org/officeDocument/2006/relationships/image" Target="../media/image219.png"/><Relationship Id="rId199" Type="http://schemas.openxmlformats.org/officeDocument/2006/relationships/customXml" Target="../ink/ink289.xml"/><Relationship Id="rId19" Type="http://schemas.openxmlformats.org/officeDocument/2006/relationships/image" Target="../media/image198.png"/><Relationship Id="rId224" Type="http://schemas.openxmlformats.org/officeDocument/2006/relationships/customXml" Target="../ink/ink302.xml"/><Relationship Id="rId266" Type="http://schemas.openxmlformats.org/officeDocument/2006/relationships/customXml" Target="../ink/ink323.xml"/><Relationship Id="rId431" Type="http://schemas.openxmlformats.org/officeDocument/2006/relationships/customXml" Target="../ink/ink408.xml"/><Relationship Id="rId473" Type="http://schemas.openxmlformats.org/officeDocument/2006/relationships/image" Target="../media/image421.png"/><Relationship Id="rId529" Type="http://schemas.openxmlformats.org/officeDocument/2006/relationships/image" Target="../media/image449.png"/><Relationship Id="rId30" Type="http://schemas.openxmlformats.org/officeDocument/2006/relationships/customXml" Target="../ink/ink204.xml"/><Relationship Id="rId126" Type="http://schemas.openxmlformats.org/officeDocument/2006/relationships/customXml" Target="../ink/ink252.xml"/><Relationship Id="rId168" Type="http://schemas.openxmlformats.org/officeDocument/2006/relationships/customXml" Target="../ink/ink273.xml"/><Relationship Id="rId333" Type="http://schemas.openxmlformats.org/officeDocument/2006/relationships/image" Target="../media/image353.png"/><Relationship Id="rId540" Type="http://schemas.openxmlformats.org/officeDocument/2006/relationships/customXml" Target="../ink/ink463.xml"/><Relationship Id="rId72" Type="http://schemas.openxmlformats.org/officeDocument/2006/relationships/customXml" Target="../ink/ink225.xml"/><Relationship Id="rId375" Type="http://schemas.openxmlformats.org/officeDocument/2006/relationships/customXml" Target="../ink/ink379.xml"/><Relationship Id="rId3" Type="http://schemas.openxmlformats.org/officeDocument/2006/relationships/image" Target="../media/image190.png"/><Relationship Id="rId235" Type="http://schemas.openxmlformats.org/officeDocument/2006/relationships/image" Target="../media/image305.png"/><Relationship Id="rId277" Type="http://schemas.openxmlformats.org/officeDocument/2006/relationships/customXml" Target="../ink/ink329.xml"/><Relationship Id="rId400" Type="http://schemas.openxmlformats.org/officeDocument/2006/relationships/image" Target="../media/image386.png"/><Relationship Id="rId442" Type="http://schemas.openxmlformats.org/officeDocument/2006/relationships/customXml" Target="../ink/ink414.xml"/><Relationship Id="rId484" Type="http://schemas.openxmlformats.org/officeDocument/2006/relationships/customXml" Target="../ink/ink435.xml"/><Relationship Id="rId137" Type="http://schemas.openxmlformats.org/officeDocument/2006/relationships/image" Target="../media/image257.png"/><Relationship Id="rId302" Type="http://schemas.openxmlformats.org/officeDocument/2006/relationships/customXml" Target="../ink/ink342.xml"/><Relationship Id="rId344" Type="http://schemas.openxmlformats.org/officeDocument/2006/relationships/customXml" Target="../ink/ink363.xml"/><Relationship Id="rId41" Type="http://schemas.openxmlformats.org/officeDocument/2006/relationships/image" Target="../media/image209.png"/><Relationship Id="rId83" Type="http://schemas.openxmlformats.org/officeDocument/2006/relationships/image" Target="../media/image230.png"/><Relationship Id="rId179" Type="http://schemas.openxmlformats.org/officeDocument/2006/relationships/image" Target="../media/image278.png"/><Relationship Id="rId386" Type="http://schemas.openxmlformats.org/officeDocument/2006/relationships/image" Target="../media/image379.png"/><Relationship Id="rId190" Type="http://schemas.openxmlformats.org/officeDocument/2006/relationships/image" Target="../media/image283.png"/><Relationship Id="rId204" Type="http://schemas.openxmlformats.org/officeDocument/2006/relationships/image" Target="../media/image290.png"/><Relationship Id="rId246" Type="http://schemas.openxmlformats.org/officeDocument/2006/relationships/customXml" Target="../ink/ink313.xml"/><Relationship Id="rId288" Type="http://schemas.openxmlformats.org/officeDocument/2006/relationships/customXml" Target="../ink/ink335.xml"/><Relationship Id="rId411" Type="http://schemas.openxmlformats.org/officeDocument/2006/relationships/customXml" Target="../ink/ink397.xml"/><Relationship Id="rId453" Type="http://schemas.openxmlformats.org/officeDocument/2006/relationships/image" Target="../media/image411.png"/><Relationship Id="rId509" Type="http://schemas.openxmlformats.org/officeDocument/2006/relationships/image" Target="../media/image439.png"/><Relationship Id="rId106" Type="http://schemas.openxmlformats.org/officeDocument/2006/relationships/customXml" Target="../ink/ink242.xml"/><Relationship Id="rId313" Type="http://schemas.openxmlformats.org/officeDocument/2006/relationships/image" Target="../media/image343.png"/><Relationship Id="rId495" Type="http://schemas.openxmlformats.org/officeDocument/2006/relationships/image" Target="../media/image432.png"/><Relationship Id="rId10" Type="http://schemas.openxmlformats.org/officeDocument/2006/relationships/customXml" Target="../ink/ink194.xml"/><Relationship Id="rId52" Type="http://schemas.openxmlformats.org/officeDocument/2006/relationships/customXml" Target="../ink/ink215.xml"/><Relationship Id="rId94" Type="http://schemas.openxmlformats.org/officeDocument/2006/relationships/customXml" Target="../ink/ink236.xml"/><Relationship Id="rId148" Type="http://schemas.openxmlformats.org/officeDocument/2006/relationships/customXml" Target="../ink/ink263.xml"/><Relationship Id="rId355" Type="http://schemas.openxmlformats.org/officeDocument/2006/relationships/image" Target="../media/image364.png"/><Relationship Id="rId397" Type="http://schemas.openxmlformats.org/officeDocument/2006/relationships/customXml" Target="../ink/ink390.xml"/><Relationship Id="rId520" Type="http://schemas.openxmlformats.org/officeDocument/2006/relationships/customXml" Target="../ink/ink453.xml"/><Relationship Id="rId215" Type="http://schemas.openxmlformats.org/officeDocument/2006/relationships/image" Target="../media/image295.png"/><Relationship Id="rId257" Type="http://schemas.openxmlformats.org/officeDocument/2006/relationships/image" Target="../media/image316.png"/><Relationship Id="rId422" Type="http://schemas.openxmlformats.org/officeDocument/2006/relationships/image" Target="../media/image397.png"/><Relationship Id="rId464" Type="http://schemas.openxmlformats.org/officeDocument/2006/relationships/customXml" Target="../ink/ink425.xml"/><Relationship Id="rId299" Type="http://schemas.openxmlformats.org/officeDocument/2006/relationships/image" Target="../media/image336.png"/><Relationship Id="rId63" Type="http://schemas.openxmlformats.org/officeDocument/2006/relationships/image" Target="../media/image220.png"/><Relationship Id="rId159" Type="http://schemas.openxmlformats.org/officeDocument/2006/relationships/image" Target="../media/image268.png"/><Relationship Id="rId366" Type="http://schemas.openxmlformats.org/officeDocument/2006/relationships/customXml" Target="../ink/ink374.xml"/><Relationship Id="rId226" Type="http://schemas.openxmlformats.org/officeDocument/2006/relationships/customXml" Target="../ink/ink303.xml"/><Relationship Id="rId433" Type="http://schemas.openxmlformats.org/officeDocument/2006/relationships/customXml" Target="../ink/ink409.xml"/><Relationship Id="rId74" Type="http://schemas.openxmlformats.org/officeDocument/2006/relationships/customXml" Target="../ink/ink226.xml"/><Relationship Id="rId377" Type="http://schemas.openxmlformats.org/officeDocument/2006/relationships/customXml" Target="../ink/ink380.xml"/><Relationship Id="rId500" Type="http://schemas.openxmlformats.org/officeDocument/2006/relationships/customXml" Target="../ink/ink443.xml"/><Relationship Id="rId5" Type="http://schemas.openxmlformats.org/officeDocument/2006/relationships/image" Target="../media/image191.png"/><Relationship Id="rId237" Type="http://schemas.openxmlformats.org/officeDocument/2006/relationships/image" Target="../media/image306.png"/><Relationship Id="rId444" Type="http://schemas.openxmlformats.org/officeDocument/2006/relationships/customXml" Target="../ink/ink415.xml"/><Relationship Id="rId290" Type="http://schemas.openxmlformats.org/officeDocument/2006/relationships/customXml" Target="../ink/ink336.xml"/><Relationship Id="rId304" Type="http://schemas.openxmlformats.org/officeDocument/2006/relationships/customXml" Target="../ink/ink343.xml"/><Relationship Id="rId388" Type="http://schemas.openxmlformats.org/officeDocument/2006/relationships/image" Target="../media/image380.png"/><Relationship Id="rId511" Type="http://schemas.openxmlformats.org/officeDocument/2006/relationships/image" Target="../media/image440.png"/><Relationship Id="rId85" Type="http://schemas.openxmlformats.org/officeDocument/2006/relationships/image" Target="../media/image231.png"/><Relationship Id="rId150" Type="http://schemas.openxmlformats.org/officeDocument/2006/relationships/customXml" Target="../ink/ink264.xml"/></Relationships>
</file>

<file path=ppt/slides/_rels/slide4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516.png"/><Relationship Id="rId671" Type="http://schemas.openxmlformats.org/officeDocument/2006/relationships/customXml" Target="../ink/ink802.xml"/><Relationship Id="rId21" Type="http://schemas.openxmlformats.org/officeDocument/2006/relationships/image" Target="../media/image468.png"/><Relationship Id="rId324" Type="http://schemas.openxmlformats.org/officeDocument/2006/relationships/image" Target="../media/image618.png"/><Relationship Id="rId531" Type="http://schemas.openxmlformats.org/officeDocument/2006/relationships/customXml" Target="../ink/ink732.xml"/><Relationship Id="rId629" Type="http://schemas.openxmlformats.org/officeDocument/2006/relationships/customXml" Target="../ink/ink781.xml"/><Relationship Id="rId170" Type="http://schemas.openxmlformats.org/officeDocument/2006/relationships/customXml" Target="../ink/ink551.xml"/><Relationship Id="rId268" Type="http://schemas.openxmlformats.org/officeDocument/2006/relationships/customXml" Target="../ink/ink600.xml"/><Relationship Id="rId475" Type="http://schemas.openxmlformats.org/officeDocument/2006/relationships/customXml" Target="../ink/ink704.xml"/><Relationship Id="rId682" Type="http://schemas.openxmlformats.org/officeDocument/2006/relationships/image" Target="../media/image796.png"/><Relationship Id="rId32" Type="http://schemas.openxmlformats.org/officeDocument/2006/relationships/customXml" Target="../ink/ink482.xml"/><Relationship Id="rId128" Type="http://schemas.openxmlformats.org/officeDocument/2006/relationships/customXml" Target="../ink/ink530.xml"/><Relationship Id="rId335" Type="http://schemas.openxmlformats.org/officeDocument/2006/relationships/customXml" Target="../ink/ink634.xml"/><Relationship Id="rId542" Type="http://schemas.openxmlformats.org/officeDocument/2006/relationships/image" Target="../media/image726.png"/><Relationship Id="rId181" Type="http://schemas.openxmlformats.org/officeDocument/2006/relationships/image" Target="../media/image548.png"/><Relationship Id="rId402" Type="http://schemas.openxmlformats.org/officeDocument/2006/relationships/image" Target="../media/image656.png"/><Relationship Id="rId279" Type="http://schemas.openxmlformats.org/officeDocument/2006/relationships/image" Target="../media/image596.png"/><Relationship Id="rId486" Type="http://schemas.openxmlformats.org/officeDocument/2006/relationships/image" Target="../media/image698.png"/><Relationship Id="rId693" Type="http://schemas.openxmlformats.org/officeDocument/2006/relationships/customXml" Target="../ink/ink813.xml"/><Relationship Id="rId707" Type="http://schemas.openxmlformats.org/officeDocument/2006/relationships/image" Target="../media/image807.png"/><Relationship Id="rId43" Type="http://schemas.openxmlformats.org/officeDocument/2006/relationships/image" Target="../media/image479.png"/><Relationship Id="rId139" Type="http://schemas.openxmlformats.org/officeDocument/2006/relationships/image" Target="../media/image527.png"/><Relationship Id="rId346" Type="http://schemas.openxmlformats.org/officeDocument/2006/relationships/image" Target="../media/image628.png"/><Relationship Id="rId553" Type="http://schemas.openxmlformats.org/officeDocument/2006/relationships/customXml" Target="../ink/ink743.xml"/><Relationship Id="rId192" Type="http://schemas.openxmlformats.org/officeDocument/2006/relationships/customXml" Target="../ink/ink562.xml"/><Relationship Id="rId206" Type="http://schemas.openxmlformats.org/officeDocument/2006/relationships/customXml" Target="../ink/ink569.xml"/><Relationship Id="rId413" Type="http://schemas.openxmlformats.org/officeDocument/2006/relationships/customXml" Target="../ink/ink673.xml"/><Relationship Id="rId497" Type="http://schemas.openxmlformats.org/officeDocument/2006/relationships/customXml" Target="../ink/ink715.xml"/><Relationship Id="rId620" Type="http://schemas.openxmlformats.org/officeDocument/2006/relationships/image" Target="../media/image765.png"/><Relationship Id="rId718" Type="http://schemas.openxmlformats.org/officeDocument/2006/relationships/customXml" Target="../ink/ink826.xml"/><Relationship Id="rId357" Type="http://schemas.openxmlformats.org/officeDocument/2006/relationships/customXml" Target="../ink/ink645.xml"/><Relationship Id="rId54" Type="http://schemas.openxmlformats.org/officeDocument/2006/relationships/customXml" Target="../ink/ink493.xml"/><Relationship Id="rId217" Type="http://schemas.openxmlformats.org/officeDocument/2006/relationships/image" Target="../media/image566.png"/><Relationship Id="rId564" Type="http://schemas.openxmlformats.org/officeDocument/2006/relationships/image" Target="../media/image737.png"/><Relationship Id="rId424" Type="http://schemas.openxmlformats.org/officeDocument/2006/relationships/image" Target="../media/image667.png"/><Relationship Id="rId631" Type="http://schemas.openxmlformats.org/officeDocument/2006/relationships/customXml" Target="../ink/ink782.xml"/><Relationship Id="rId270" Type="http://schemas.openxmlformats.org/officeDocument/2006/relationships/customXml" Target="../ink/ink601.xml"/><Relationship Id="rId65" Type="http://schemas.openxmlformats.org/officeDocument/2006/relationships/image" Target="../media/image490.png"/><Relationship Id="rId130" Type="http://schemas.openxmlformats.org/officeDocument/2006/relationships/customXml" Target="../ink/ink531.xml"/><Relationship Id="rId368" Type="http://schemas.openxmlformats.org/officeDocument/2006/relationships/image" Target="../media/image639.png"/><Relationship Id="rId575" Type="http://schemas.openxmlformats.org/officeDocument/2006/relationships/customXml" Target="../ink/ink754.xml"/><Relationship Id="rId228" Type="http://schemas.openxmlformats.org/officeDocument/2006/relationships/customXml" Target="../ink/ink580.xml"/><Relationship Id="rId435" Type="http://schemas.openxmlformats.org/officeDocument/2006/relationships/customXml" Target="../ink/ink684.xml"/><Relationship Id="rId642" Type="http://schemas.openxmlformats.org/officeDocument/2006/relationships/image" Target="../media/image776.png"/><Relationship Id="rId281" Type="http://schemas.openxmlformats.org/officeDocument/2006/relationships/image" Target="../media/image597.png"/><Relationship Id="rId502" Type="http://schemas.openxmlformats.org/officeDocument/2006/relationships/image" Target="../media/image706.png"/><Relationship Id="rId76" Type="http://schemas.openxmlformats.org/officeDocument/2006/relationships/customXml" Target="../ink/ink504.xml"/><Relationship Id="rId141" Type="http://schemas.openxmlformats.org/officeDocument/2006/relationships/image" Target="../media/image528.png"/><Relationship Id="rId379" Type="http://schemas.openxmlformats.org/officeDocument/2006/relationships/customXml" Target="../ink/ink656.xml"/><Relationship Id="rId586" Type="http://schemas.openxmlformats.org/officeDocument/2006/relationships/image" Target="../media/image748.png"/><Relationship Id="rId7" Type="http://schemas.openxmlformats.org/officeDocument/2006/relationships/image" Target="../media/image461.png"/><Relationship Id="rId239" Type="http://schemas.openxmlformats.org/officeDocument/2006/relationships/image" Target="../media/image577.png"/><Relationship Id="rId446" Type="http://schemas.openxmlformats.org/officeDocument/2006/relationships/image" Target="../media/image678.png"/><Relationship Id="rId653" Type="http://schemas.openxmlformats.org/officeDocument/2006/relationships/customXml" Target="../ink/ink793.xml"/><Relationship Id="rId292" Type="http://schemas.openxmlformats.org/officeDocument/2006/relationships/customXml" Target="../ink/ink612.xml"/><Relationship Id="rId306" Type="http://schemas.openxmlformats.org/officeDocument/2006/relationships/customXml" Target="../ink/ink619.xml"/><Relationship Id="rId87" Type="http://schemas.openxmlformats.org/officeDocument/2006/relationships/image" Target="../media/image501.png"/><Relationship Id="rId513" Type="http://schemas.openxmlformats.org/officeDocument/2006/relationships/customXml" Target="../ink/ink723.xml"/><Relationship Id="rId597" Type="http://schemas.openxmlformats.org/officeDocument/2006/relationships/customXml" Target="../ink/ink765.xml"/><Relationship Id="rId152" Type="http://schemas.openxmlformats.org/officeDocument/2006/relationships/customXml" Target="../ink/ink542.xml"/><Relationship Id="rId457" Type="http://schemas.openxmlformats.org/officeDocument/2006/relationships/customXml" Target="../ink/ink695.xml"/><Relationship Id="rId664" Type="http://schemas.openxmlformats.org/officeDocument/2006/relationships/image" Target="../media/image787.png"/><Relationship Id="rId14" Type="http://schemas.openxmlformats.org/officeDocument/2006/relationships/customXml" Target="../ink/ink473.xml"/><Relationship Id="rId317" Type="http://schemas.openxmlformats.org/officeDocument/2006/relationships/customXml" Target="../ink/ink625.xml"/><Relationship Id="rId524" Type="http://schemas.openxmlformats.org/officeDocument/2006/relationships/image" Target="../media/image717.png"/><Relationship Id="rId98" Type="http://schemas.openxmlformats.org/officeDocument/2006/relationships/customXml" Target="../ink/ink515.xml"/><Relationship Id="rId163" Type="http://schemas.openxmlformats.org/officeDocument/2006/relationships/image" Target="../media/image539.png"/><Relationship Id="rId370" Type="http://schemas.openxmlformats.org/officeDocument/2006/relationships/image" Target="../media/image640.png"/><Relationship Id="rId230" Type="http://schemas.openxmlformats.org/officeDocument/2006/relationships/customXml" Target="../ink/ink581.xml"/><Relationship Id="rId468" Type="http://schemas.openxmlformats.org/officeDocument/2006/relationships/image" Target="../media/image689.png"/><Relationship Id="rId675" Type="http://schemas.openxmlformats.org/officeDocument/2006/relationships/customXml" Target="../ink/ink804.xml"/><Relationship Id="rId25" Type="http://schemas.openxmlformats.org/officeDocument/2006/relationships/image" Target="../media/image470.png"/><Relationship Id="rId328" Type="http://schemas.openxmlformats.org/officeDocument/2006/relationships/image" Target="../media/image620.png"/><Relationship Id="rId535" Type="http://schemas.openxmlformats.org/officeDocument/2006/relationships/customXml" Target="../ink/ink734.xml"/><Relationship Id="rId174" Type="http://schemas.openxmlformats.org/officeDocument/2006/relationships/customXml" Target="../ink/ink553.xml"/><Relationship Id="rId381" Type="http://schemas.openxmlformats.org/officeDocument/2006/relationships/customXml" Target="../ink/ink657.xml"/><Relationship Id="rId602" Type="http://schemas.openxmlformats.org/officeDocument/2006/relationships/image" Target="../media/image756.png"/><Relationship Id="rId241" Type="http://schemas.openxmlformats.org/officeDocument/2006/relationships/image" Target="../media/image578.png"/><Relationship Id="rId479" Type="http://schemas.openxmlformats.org/officeDocument/2006/relationships/customXml" Target="../ink/ink706.xml"/><Relationship Id="rId686" Type="http://schemas.openxmlformats.org/officeDocument/2006/relationships/image" Target="../media/image798.png"/><Relationship Id="rId36" Type="http://schemas.openxmlformats.org/officeDocument/2006/relationships/customXml" Target="../ink/ink484.xml"/><Relationship Id="rId339" Type="http://schemas.openxmlformats.org/officeDocument/2006/relationships/customXml" Target="../ink/ink636.xml"/><Relationship Id="rId546" Type="http://schemas.openxmlformats.org/officeDocument/2006/relationships/image" Target="../media/image728.png"/><Relationship Id="rId101" Type="http://schemas.openxmlformats.org/officeDocument/2006/relationships/image" Target="../media/image508.png"/><Relationship Id="rId185" Type="http://schemas.openxmlformats.org/officeDocument/2006/relationships/image" Target="../media/image550.png"/><Relationship Id="rId406" Type="http://schemas.openxmlformats.org/officeDocument/2006/relationships/image" Target="../media/image658.png"/><Relationship Id="rId392" Type="http://schemas.openxmlformats.org/officeDocument/2006/relationships/image" Target="../media/image651.png"/><Relationship Id="rId613" Type="http://schemas.openxmlformats.org/officeDocument/2006/relationships/customXml" Target="../ink/ink773.xml"/><Relationship Id="rId697" Type="http://schemas.openxmlformats.org/officeDocument/2006/relationships/customXml" Target="../ink/ink815.xml"/><Relationship Id="rId252" Type="http://schemas.openxmlformats.org/officeDocument/2006/relationships/customXml" Target="../ink/ink592.xml"/><Relationship Id="rId47" Type="http://schemas.openxmlformats.org/officeDocument/2006/relationships/image" Target="../media/image481.png"/><Relationship Id="rId112" Type="http://schemas.openxmlformats.org/officeDocument/2006/relationships/customXml" Target="../ink/ink522.xml"/><Relationship Id="rId557" Type="http://schemas.openxmlformats.org/officeDocument/2006/relationships/customXml" Target="../ink/ink745.xml"/><Relationship Id="rId196" Type="http://schemas.openxmlformats.org/officeDocument/2006/relationships/customXml" Target="../ink/ink564.xml"/><Relationship Id="rId417" Type="http://schemas.openxmlformats.org/officeDocument/2006/relationships/customXml" Target="../ink/ink675.xml"/><Relationship Id="rId624" Type="http://schemas.openxmlformats.org/officeDocument/2006/relationships/image" Target="../media/image767.png"/><Relationship Id="rId263" Type="http://schemas.openxmlformats.org/officeDocument/2006/relationships/image" Target="../media/image588.png"/><Relationship Id="rId470" Type="http://schemas.openxmlformats.org/officeDocument/2006/relationships/image" Target="../media/image690.png"/><Relationship Id="rId58" Type="http://schemas.openxmlformats.org/officeDocument/2006/relationships/customXml" Target="../ink/ink495.xml"/><Relationship Id="rId123" Type="http://schemas.openxmlformats.org/officeDocument/2006/relationships/image" Target="../media/image519.png"/><Relationship Id="rId330" Type="http://schemas.openxmlformats.org/officeDocument/2006/relationships/image" Target="../media/image621.png"/><Relationship Id="rId568" Type="http://schemas.openxmlformats.org/officeDocument/2006/relationships/image" Target="../media/image739.png"/><Relationship Id="rId428" Type="http://schemas.openxmlformats.org/officeDocument/2006/relationships/image" Target="../media/image669.png"/><Relationship Id="rId635" Type="http://schemas.openxmlformats.org/officeDocument/2006/relationships/customXml" Target="../ink/ink784.xml"/><Relationship Id="rId274" Type="http://schemas.openxmlformats.org/officeDocument/2006/relationships/customXml" Target="../ink/ink603.xml"/><Relationship Id="rId481" Type="http://schemas.openxmlformats.org/officeDocument/2006/relationships/customXml" Target="../ink/ink707.xml"/><Relationship Id="rId702" Type="http://schemas.openxmlformats.org/officeDocument/2006/relationships/image" Target="../media/image806.png"/><Relationship Id="rId69" Type="http://schemas.openxmlformats.org/officeDocument/2006/relationships/image" Target="../media/image492.png"/><Relationship Id="rId134" Type="http://schemas.openxmlformats.org/officeDocument/2006/relationships/customXml" Target="../ink/ink533.xml"/><Relationship Id="rId579" Type="http://schemas.openxmlformats.org/officeDocument/2006/relationships/customXml" Target="../ink/ink756.xml"/><Relationship Id="rId341" Type="http://schemas.openxmlformats.org/officeDocument/2006/relationships/customXml" Target="../ink/ink637.xml"/><Relationship Id="rId439" Type="http://schemas.openxmlformats.org/officeDocument/2006/relationships/customXml" Target="../ink/ink686.xml"/><Relationship Id="rId646" Type="http://schemas.openxmlformats.org/officeDocument/2006/relationships/image" Target="../media/image778.png"/><Relationship Id="rId201" Type="http://schemas.openxmlformats.org/officeDocument/2006/relationships/image" Target="../media/image558.png"/><Relationship Id="rId285" Type="http://schemas.openxmlformats.org/officeDocument/2006/relationships/image" Target="../media/image599.png"/><Relationship Id="rId506" Type="http://schemas.openxmlformats.org/officeDocument/2006/relationships/image" Target="../media/image708.png"/><Relationship Id="rId492" Type="http://schemas.openxmlformats.org/officeDocument/2006/relationships/image" Target="../media/image701.png"/><Relationship Id="rId713" Type="http://schemas.openxmlformats.org/officeDocument/2006/relationships/image" Target="../media/image810.png"/><Relationship Id="rId145" Type="http://schemas.openxmlformats.org/officeDocument/2006/relationships/image" Target="../media/image530.png"/><Relationship Id="rId352" Type="http://schemas.openxmlformats.org/officeDocument/2006/relationships/image" Target="../media/image631.png"/><Relationship Id="rId212" Type="http://schemas.openxmlformats.org/officeDocument/2006/relationships/customXml" Target="../ink/ink572.xml"/><Relationship Id="rId657" Type="http://schemas.openxmlformats.org/officeDocument/2006/relationships/customXml" Target="../ink/ink795.xml"/><Relationship Id="rId296" Type="http://schemas.openxmlformats.org/officeDocument/2006/relationships/customXml" Target="../ink/ink614.xml"/><Relationship Id="rId517" Type="http://schemas.openxmlformats.org/officeDocument/2006/relationships/customXml" Target="../ink/ink725.xml"/><Relationship Id="rId60" Type="http://schemas.openxmlformats.org/officeDocument/2006/relationships/customXml" Target="../ink/ink496.xml"/><Relationship Id="rId156" Type="http://schemas.openxmlformats.org/officeDocument/2006/relationships/customXml" Target="../ink/ink544.xml"/><Relationship Id="rId363" Type="http://schemas.openxmlformats.org/officeDocument/2006/relationships/customXml" Target="../ink/ink648.xml"/><Relationship Id="rId570" Type="http://schemas.openxmlformats.org/officeDocument/2006/relationships/image" Target="../media/image740.png"/><Relationship Id="rId223" Type="http://schemas.openxmlformats.org/officeDocument/2006/relationships/image" Target="../media/image569.png"/><Relationship Id="rId430" Type="http://schemas.openxmlformats.org/officeDocument/2006/relationships/image" Target="../media/image670.png"/><Relationship Id="rId668" Type="http://schemas.openxmlformats.org/officeDocument/2006/relationships/image" Target="../media/image789.png"/><Relationship Id="rId18" Type="http://schemas.openxmlformats.org/officeDocument/2006/relationships/customXml" Target="../ink/ink475.xml"/><Relationship Id="rId528" Type="http://schemas.openxmlformats.org/officeDocument/2006/relationships/image" Target="../media/image719.png"/><Relationship Id="rId167" Type="http://schemas.openxmlformats.org/officeDocument/2006/relationships/image" Target="../media/image541.png"/><Relationship Id="rId374" Type="http://schemas.openxmlformats.org/officeDocument/2006/relationships/image" Target="../media/image642.png"/><Relationship Id="rId581" Type="http://schemas.openxmlformats.org/officeDocument/2006/relationships/customXml" Target="../ink/ink757.xml"/><Relationship Id="rId71" Type="http://schemas.openxmlformats.org/officeDocument/2006/relationships/image" Target="../media/image493.png"/><Relationship Id="rId234" Type="http://schemas.openxmlformats.org/officeDocument/2006/relationships/customXml" Target="../ink/ink583.xml"/><Relationship Id="rId679" Type="http://schemas.openxmlformats.org/officeDocument/2006/relationships/customXml" Target="../ink/ink806.xml"/><Relationship Id="rId2" Type="http://schemas.openxmlformats.org/officeDocument/2006/relationships/customXml" Target="../ink/ink467.xml"/><Relationship Id="rId29" Type="http://schemas.openxmlformats.org/officeDocument/2006/relationships/image" Target="../media/image472.png"/><Relationship Id="rId441" Type="http://schemas.openxmlformats.org/officeDocument/2006/relationships/customXml" Target="../ink/ink687.xml"/><Relationship Id="rId539" Type="http://schemas.openxmlformats.org/officeDocument/2006/relationships/customXml" Target="../ink/ink736.xml"/><Relationship Id="rId40" Type="http://schemas.openxmlformats.org/officeDocument/2006/relationships/customXml" Target="../ink/ink486.xml"/><Relationship Id="rId136" Type="http://schemas.openxmlformats.org/officeDocument/2006/relationships/customXml" Target="../ink/ink534.xml"/><Relationship Id="rId178" Type="http://schemas.openxmlformats.org/officeDocument/2006/relationships/customXml" Target="../ink/ink555.xml"/><Relationship Id="rId301" Type="http://schemas.openxmlformats.org/officeDocument/2006/relationships/image" Target="../media/image607.png"/><Relationship Id="rId343" Type="http://schemas.openxmlformats.org/officeDocument/2006/relationships/customXml" Target="../ink/ink638.xml"/><Relationship Id="rId550" Type="http://schemas.openxmlformats.org/officeDocument/2006/relationships/image" Target="../media/image730.png"/><Relationship Id="rId82" Type="http://schemas.openxmlformats.org/officeDocument/2006/relationships/customXml" Target="../ink/ink507.xml"/><Relationship Id="rId203" Type="http://schemas.openxmlformats.org/officeDocument/2006/relationships/image" Target="../media/image559.png"/><Relationship Id="rId385" Type="http://schemas.openxmlformats.org/officeDocument/2006/relationships/customXml" Target="../ink/ink659.xml"/><Relationship Id="rId592" Type="http://schemas.openxmlformats.org/officeDocument/2006/relationships/image" Target="../media/image751.png"/><Relationship Id="rId606" Type="http://schemas.openxmlformats.org/officeDocument/2006/relationships/image" Target="../media/image758.png"/><Relationship Id="rId648" Type="http://schemas.openxmlformats.org/officeDocument/2006/relationships/image" Target="../media/image779.png"/><Relationship Id="rId245" Type="http://schemas.openxmlformats.org/officeDocument/2006/relationships/image" Target="../media/image580.png"/><Relationship Id="rId287" Type="http://schemas.openxmlformats.org/officeDocument/2006/relationships/image" Target="../media/image600.png"/><Relationship Id="rId410" Type="http://schemas.openxmlformats.org/officeDocument/2006/relationships/image" Target="../media/image660.png"/><Relationship Id="rId452" Type="http://schemas.openxmlformats.org/officeDocument/2006/relationships/image" Target="../media/image681.png"/><Relationship Id="rId494" Type="http://schemas.openxmlformats.org/officeDocument/2006/relationships/image" Target="../media/image702.png"/><Relationship Id="rId508" Type="http://schemas.openxmlformats.org/officeDocument/2006/relationships/image" Target="../media/image709.png"/><Relationship Id="rId715" Type="http://schemas.openxmlformats.org/officeDocument/2006/relationships/image" Target="../media/image811.png"/><Relationship Id="rId105" Type="http://schemas.openxmlformats.org/officeDocument/2006/relationships/image" Target="../media/image510.png"/><Relationship Id="rId147" Type="http://schemas.openxmlformats.org/officeDocument/2006/relationships/image" Target="../media/image531.png"/><Relationship Id="rId312" Type="http://schemas.openxmlformats.org/officeDocument/2006/relationships/image" Target="../media/image612.png"/><Relationship Id="rId354" Type="http://schemas.openxmlformats.org/officeDocument/2006/relationships/image" Target="../media/image632.png"/><Relationship Id="rId51" Type="http://schemas.openxmlformats.org/officeDocument/2006/relationships/image" Target="../media/image483.png"/><Relationship Id="rId93" Type="http://schemas.openxmlformats.org/officeDocument/2006/relationships/image" Target="../media/image504.png"/><Relationship Id="rId189" Type="http://schemas.openxmlformats.org/officeDocument/2006/relationships/image" Target="../media/image552.png"/><Relationship Id="rId396" Type="http://schemas.openxmlformats.org/officeDocument/2006/relationships/image" Target="../media/image653.png"/><Relationship Id="rId561" Type="http://schemas.openxmlformats.org/officeDocument/2006/relationships/customXml" Target="../ink/ink747.xml"/><Relationship Id="rId617" Type="http://schemas.openxmlformats.org/officeDocument/2006/relationships/customXml" Target="../ink/ink775.xml"/><Relationship Id="rId659" Type="http://schemas.openxmlformats.org/officeDocument/2006/relationships/customXml" Target="../ink/ink796.xml"/><Relationship Id="rId214" Type="http://schemas.openxmlformats.org/officeDocument/2006/relationships/customXml" Target="../ink/ink573.xml"/><Relationship Id="rId256" Type="http://schemas.openxmlformats.org/officeDocument/2006/relationships/customXml" Target="../ink/ink594.xml"/><Relationship Id="rId298" Type="http://schemas.openxmlformats.org/officeDocument/2006/relationships/customXml" Target="../ink/ink615.xml"/><Relationship Id="rId421" Type="http://schemas.openxmlformats.org/officeDocument/2006/relationships/customXml" Target="../ink/ink677.xml"/><Relationship Id="rId463" Type="http://schemas.openxmlformats.org/officeDocument/2006/relationships/customXml" Target="../ink/ink698.xml"/><Relationship Id="rId519" Type="http://schemas.openxmlformats.org/officeDocument/2006/relationships/customXml" Target="../ink/ink726.xml"/><Relationship Id="rId670" Type="http://schemas.openxmlformats.org/officeDocument/2006/relationships/image" Target="../media/image790.png"/><Relationship Id="rId116" Type="http://schemas.openxmlformats.org/officeDocument/2006/relationships/customXml" Target="../ink/ink524.xml"/><Relationship Id="rId158" Type="http://schemas.openxmlformats.org/officeDocument/2006/relationships/customXml" Target="../ink/ink545.xml"/><Relationship Id="rId323" Type="http://schemas.openxmlformats.org/officeDocument/2006/relationships/customXml" Target="../ink/ink628.xml"/><Relationship Id="rId530" Type="http://schemas.openxmlformats.org/officeDocument/2006/relationships/image" Target="../media/image720.png"/><Relationship Id="rId20" Type="http://schemas.openxmlformats.org/officeDocument/2006/relationships/customXml" Target="../ink/ink476.xml"/><Relationship Id="rId62" Type="http://schemas.openxmlformats.org/officeDocument/2006/relationships/customXml" Target="../ink/ink497.xml"/><Relationship Id="rId365" Type="http://schemas.openxmlformats.org/officeDocument/2006/relationships/customXml" Target="../ink/ink649.xml"/><Relationship Id="rId572" Type="http://schemas.openxmlformats.org/officeDocument/2006/relationships/image" Target="../media/image741.png"/><Relationship Id="rId628" Type="http://schemas.openxmlformats.org/officeDocument/2006/relationships/image" Target="../media/image769.png"/><Relationship Id="rId225" Type="http://schemas.openxmlformats.org/officeDocument/2006/relationships/image" Target="../media/image570.png"/><Relationship Id="rId267" Type="http://schemas.openxmlformats.org/officeDocument/2006/relationships/image" Target="../media/image590.png"/><Relationship Id="rId432" Type="http://schemas.openxmlformats.org/officeDocument/2006/relationships/image" Target="../media/image671.png"/><Relationship Id="rId474" Type="http://schemas.openxmlformats.org/officeDocument/2006/relationships/image" Target="../media/image692.png"/><Relationship Id="rId127" Type="http://schemas.openxmlformats.org/officeDocument/2006/relationships/image" Target="../media/image521.png"/><Relationship Id="rId681" Type="http://schemas.openxmlformats.org/officeDocument/2006/relationships/customXml" Target="../ink/ink807.xml"/><Relationship Id="rId31" Type="http://schemas.openxmlformats.org/officeDocument/2006/relationships/image" Target="../media/image473.png"/><Relationship Id="rId73" Type="http://schemas.openxmlformats.org/officeDocument/2006/relationships/image" Target="../media/image494.png"/><Relationship Id="rId169" Type="http://schemas.openxmlformats.org/officeDocument/2006/relationships/image" Target="../media/image542.png"/><Relationship Id="rId334" Type="http://schemas.openxmlformats.org/officeDocument/2006/relationships/image" Target="../media/image623.png"/><Relationship Id="rId376" Type="http://schemas.openxmlformats.org/officeDocument/2006/relationships/image" Target="../media/image643.png"/><Relationship Id="rId541" Type="http://schemas.openxmlformats.org/officeDocument/2006/relationships/customXml" Target="../ink/ink737.xml"/><Relationship Id="rId583" Type="http://schemas.openxmlformats.org/officeDocument/2006/relationships/customXml" Target="../ink/ink758.xml"/><Relationship Id="rId639" Type="http://schemas.openxmlformats.org/officeDocument/2006/relationships/customXml" Target="../ink/ink786.xml"/><Relationship Id="rId4" Type="http://schemas.openxmlformats.org/officeDocument/2006/relationships/customXml" Target="../ink/ink468.xml"/><Relationship Id="rId180" Type="http://schemas.openxmlformats.org/officeDocument/2006/relationships/customXml" Target="../ink/ink556.xml"/><Relationship Id="rId236" Type="http://schemas.openxmlformats.org/officeDocument/2006/relationships/customXml" Target="../ink/ink584.xml"/><Relationship Id="rId278" Type="http://schemas.openxmlformats.org/officeDocument/2006/relationships/customXml" Target="../ink/ink605.xml"/><Relationship Id="rId401" Type="http://schemas.openxmlformats.org/officeDocument/2006/relationships/customXml" Target="../ink/ink667.xml"/><Relationship Id="rId443" Type="http://schemas.openxmlformats.org/officeDocument/2006/relationships/customXml" Target="../ink/ink688.xml"/><Relationship Id="rId650" Type="http://schemas.openxmlformats.org/officeDocument/2006/relationships/image" Target="../media/image780.png"/><Relationship Id="rId303" Type="http://schemas.openxmlformats.org/officeDocument/2006/relationships/image" Target="../media/image608.png"/><Relationship Id="rId485" Type="http://schemas.openxmlformats.org/officeDocument/2006/relationships/customXml" Target="../ink/ink709.xml"/><Relationship Id="rId692" Type="http://schemas.openxmlformats.org/officeDocument/2006/relationships/image" Target="../media/image801.png"/><Relationship Id="rId706" Type="http://schemas.openxmlformats.org/officeDocument/2006/relationships/customXml" Target="../ink/ink820.xml"/><Relationship Id="rId42" Type="http://schemas.openxmlformats.org/officeDocument/2006/relationships/customXml" Target="../ink/ink487.xml"/><Relationship Id="rId84" Type="http://schemas.openxmlformats.org/officeDocument/2006/relationships/customXml" Target="../ink/ink508.xml"/><Relationship Id="rId138" Type="http://schemas.openxmlformats.org/officeDocument/2006/relationships/customXml" Target="../ink/ink535.xml"/><Relationship Id="rId345" Type="http://schemas.openxmlformats.org/officeDocument/2006/relationships/customXml" Target="../ink/ink639.xml"/><Relationship Id="rId387" Type="http://schemas.openxmlformats.org/officeDocument/2006/relationships/customXml" Target="../ink/ink660.xml"/><Relationship Id="rId510" Type="http://schemas.openxmlformats.org/officeDocument/2006/relationships/image" Target="../media/image710.png"/><Relationship Id="rId552" Type="http://schemas.openxmlformats.org/officeDocument/2006/relationships/image" Target="../media/image731.png"/><Relationship Id="rId594" Type="http://schemas.openxmlformats.org/officeDocument/2006/relationships/image" Target="../media/image752.png"/><Relationship Id="rId608" Type="http://schemas.openxmlformats.org/officeDocument/2006/relationships/image" Target="../media/image759.png"/><Relationship Id="rId191" Type="http://schemas.openxmlformats.org/officeDocument/2006/relationships/image" Target="../media/image553.png"/><Relationship Id="rId205" Type="http://schemas.openxmlformats.org/officeDocument/2006/relationships/image" Target="../media/image560.png"/><Relationship Id="rId247" Type="http://schemas.openxmlformats.org/officeDocument/2006/relationships/image" Target="../media/image581.png"/><Relationship Id="rId412" Type="http://schemas.openxmlformats.org/officeDocument/2006/relationships/image" Target="../media/image661.png"/><Relationship Id="rId107" Type="http://schemas.openxmlformats.org/officeDocument/2006/relationships/image" Target="../media/image511.png"/><Relationship Id="rId289" Type="http://schemas.openxmlformats.org/officeDocument/2006/relationships/image" Target="../media/image601.png"/><Relationship Id="rId454" Type="http://schemas.openxmlformats.org/officeDocument/2006/relationships/image" Target="../media/image682.png"/><Relationship Id="rId496" Type="http://schemas.openxmlformats.org/officeDocument/2006/relationships/image" Target="../media/image703.png"/><Relationship Id="rId661" Type="http://schemas.openxmlformats.org/officeDocument/2006/relationships/customXml" Target="../ink/ink797.xml"/><Relationship Id="rId717" Type="http://schemas.openxmlformats.org/officeDocument/2006/relationships/image" Target="../media/image812.png"/><Relationship Id="rId11" Type="http://schemas.openxmlformats.org/officeDocument/2006/relationships/image" Target="../media/image463.png"/><Relationship Id="rId53" Type="http://schemas.openxmlformats.org/officeDocument/2006/relationships/image" Target="../media/image484.png"/><Relationship Id="rId149" Type="http://schemas.openxmlformats.org/officeDocument/2006/relationships/image" Target="../media/image532.png"/><Relationship Id="rId314" Type="http://schemas.openxmlformats.org/officeDocument/2006/relationships/image" Target="../media/image613.png"/><Relationship Id="rId356" Type="http://schemas.openxmlformats.org/officeDocument/2006/relationships/image" Target="../media/image633.png"/><Relationship Id="rId398" Type="http://schemas.openxmlformats.org/officeDocument/2006/relationships/image" Target="../media/image654.png"/><Relationship Id="rId521" Type="http://schemas.openxmlformats.org/officeDocument/2006/relationships/customXml" Target="../ink/ink727.xml"/><Relationship Id="rId563" Type="http://schemas.openxmlformats.org/officeDocument/2006/relationships/customXml" Target="../ink/ink748.xml"/><Relationship Id="rId619" Type="http://schemas.openxmlformats.org/officeDocument/2006/relationships/customXml" Target="../ink/ink776.xml"/><Relationship Id="rId95" Type="http://schemas.openxmlformats.org/officeDocument/2006/relationships/image" Target="../media/image505.png"/><Relationship Id="rId160" Type="http://schemas.openxmlformats.org/officeDocument/2006/relationships/customXml" Target="../ink/ink546.xml"/><Relationship Id="rId216" Type="http://schemas.openxmlformats.org/officeDocument/2006/relationships/customXml" Target="../ink/ink574.xml"/><Relationship Id="rId423" Type="http://schemas.openxmlformats.org/officeDocument/2006/relationships/customXml" Target="../ink/ink678.xml"/><Relationship Id="rId258" Type="http://schemas.openxmlformats.org/officeDocument/2006/relationships/customXml" Target="../ink/ink595.xml"/><Relationship Id="rId465" Type="http://schemas.openxmlformats.org/officeDocument/2006/relationships/customXml" Target="../ink/ink699.xml"/><Relationship Id="rId630" Type="http://schemas.openxmlformats.org/officeDocument/2006/relationships/image" Target="../media/image770.png"/><Relationship Id="rId672" Type="http://schemas.openxmlformats.org/officeDocument/2006/relationships/image" Target="../media/image791.png"/><Relationship Id="rId22" Type="http://schemas.openxmlformats.org/officeDocument/2006/relationships/customXml" Target="../ink/ink477.xml"/><Relationship Id="rId64" Type="http://schemas.openxmlformats.org/officeDocument/2006/relationships/customXml" Target="../ink/ink498.xml"/><Relationship Id="rId118" Type="http://schemas.openxmlformats.org/officeDocument/2006/relationships/customXml" Target="../ink/ink525.xml"/><Relationship Id="rId325" Type="http://schemas.openxmlformats.org/officeDocument/2006/relationships/customXml" Target="../ink/ink629.xml"/><Relationship Id="rId367" Type="http://schemas.openxmlformats.org/officeDocument/2006/relationships/customXml" Target="../ink/ink650.xml"/><Relationship Id="rId532" Type="http://schemas.openxmlformats.org/officeDocument/2006/relationships/image" Target="../media/image721.png"/><Relationship Id="rId574" Type="http://schemas.openxmlformats.org/officeDocument/2006/relationships/image" Target="../media/image742.png"/><Relationship Id="rId171" Type="http://schemas.openxmlformats.org/officeDocument/2006/relationships/image" Target="../media/image543.png"/><Relationship Id="rId227" Type="http://schemas.openxmlformats.org/officeDocument/2006/relationships/image" Target="../media/image571.png"/><Relationship Id="rId269" Type="http://schemas.openxmlformats.org/officeDocument/2006/relationships/image" Target="../media/image591.png"/><Relationship Id="rId434" Type="http://schemas.openxmlformats.org/officeDocument/2006/relationships/image" Target="../media/image672.png"/><Relationship Id="rId476" Type="http://schemas.openxmlformats.org/officeDocument/2006/relationships/image" Target="../media/image693.png"/><Relationship Id="rId641" Type="http://schemas.openxmlformats.org/officeDocument/2006/relationships/customXml" Target="../ink/ink787.xml"/><Relationship Id="rId683" Type="http://schemas.openxmlformats.org/officeDocument/2006/relationships/customXml" Target="../ink/ink808.xml"/><Relationship Id="rId33" Type="http://schemas.openxmlformats.org/officeDocument/2006/relationships/image" Target="../media/image474.png"/><Relationship Id="rId129" Type="http://schemas.openxmlformats.org/officeDocument/2006/relationships/image" Target="../media/image522.png"/><Relationship Id="rId280" Type="http://schemas.openxmlformats.org/officeDocument/2006/relationships/customXml" Target="../ink/ink606.xml"/><Relationship Id="rId336" Type="http://schemas.openxmlformats.org/officeDocument/2006/relationships/image" Target="../media/image624.png"/><Relationship Id="rId501" Type="http://schemas.openxmlformats.org/officeDocument/2006/relationships/customXml" Target="../ink/ink717.xml"/><Relationship Id="rId543" Type="http://schemas.openxmlformats.org/officeDocument/2006/relationships/customXml" Target="../ink/ink738.xml"/><Relationship Id="rId75" Type="http://schemas.openxmlformats.org/officeDocument/2006/relationships/image" Target="../media/image495.png"/><Relationship Id="rId140" Type="http://schemas.openxmlformats.org/officeDocument/2006/relationships/customXml" Target="../ink/ink536.xml"/><Relationship Id="rId182" Type="http://schemas.openxmlformats.org/officeDocument/2006/relationships/customXml" Target="../ink/ink557.xml"/><Relationship Id="rId378" Type="http://schemas.openxmlformats.org/officeDocument/2006/relationships/image" Target="../media/image644.png"/><Relationship Id="rId403" Type="http://schemas.openxmlformats.org/officeDocument/2006/relationships/customXml" Target="../ink/ink668.xml"/><Relationship Id="rId585" Type="http://schemas.openxmlformats.org/officeDocument/2006/relationships/customXml" Target="../ink/ink759.xml"/><Relationship Id="rId6" Type="http://schemas.openxmlformats.org/officeDocument/2006/relationships/customXml" Target="../ink/ink469.xml"/><Relationship Id="rId238" Type="http://schemas.openxmlformats.org/officeDocument/2006/relationships/customXml" Target="../ink/ink585.xml"/><Relationship Id="rId445" Type="http://schemas.openxmlformats.org/officeDocument/2006/relationships/customXml" Target="../ink/ink689.xml"/><Relationship Id="rId487" Type="http://schemas.openxmlformats.org/officeDocument/2006/relationships/customXml" Target="../ink/ink710.xml"/><Relationship Id="rId610" Type="http://schemas.openxmlformats.org/officeDocument/2006/relationships/image" Target="../media/image760.png"/><Relationship Id="rId652" Type="http://schemas.openxmlformats.org/officeDocument/2006/relationships/image" Target="../media/image781.png"/><Relationship Id="rId694" Type="http://schemas.openxmlformats.org/officeDocument/2006/relationships/image" Target="../media/image802.png"/><Relationship Id="rId708" Type="http://schemas.openxmlformats.org/officeDocument/2006/relationships/customXml" Target="../ink/ink821.xml"/><Relationship Id="rId291" Type="http://schemas.openxmlformats.org/officeDocument/2006/relationships/image" Target="../media/image602.png"/><Relationship Id="rId305" Type="http://schemas.openxmlformats.org/officeDocument/2006/relationships/image" Target="../media/image609.png"/><Relationship Id="rId347" Type="http://schemas.openxmlformats.org/officeDocument/2006/relationships/customXml" Target="../ink/ink640.xml"/><Relationship Id="rId512" Type="http://schemas.openxmlformats.org/officeDocument/2006/relationships/image" Target="../media/image711.png"/><Relationship Id="rId44" Type="http://schemas.openxmlformats.org/officeDocument/2006/relationships/customXml" Target="../ink/ink488.xml"/><Relationship Id="rId86" Type="http://schemas.openxmlformats.org/officeDocument/2006/relationships/customXml" Target="../ink/ink509.xml"/><Relationship Id="rId151" Type="http://schemas.openxmlformats.org/officeDocument/2006/relationships/image" Target="../media/image533.png"/><Relationship Id="rId389" Type="http://schemas.openxmlformats.org/officeDocument/2006/relationships/customXml" Target="../ink/ink661.xml"/><Relationship Id="rId554" Type="http://schemas.openxmlformats.org/officeDocument/2006/relationships/image" Target="../media/image732.png"/><Relationship Id="rId596" Type="http://schemas.openxmlformats.org/officeDocument/2006/relationships/image" Target="../media/image753.png"/><Relationship Id="rId193" Type="http://schemas.openxmlformats.org/officeDocument/2006/relationships/image" Target="../media/image554.png"/><Relationship Id="rId207" Type="http://schemas.openxmlformats.org/officeDocument/2006/relationships/image" Target="../media/image561.png"/><Relationship Id="rId249" Type="http://schemas.openxmlformats.org/officeDocument/2006/relationships/image" Target="../media/image582.png"/><Relationship Id="rId414" Type="http://schemas.openxmlformats.org/officeDocument/2006/relationships/image" Target="../media/image662.png"/><Relationship Id="rId456" Type="http://schemas.openxmlformats.org/officeDocument/2006/relationships/image" Target="../media/image683.png"/><Relationship Id="rId498" Type="http://schemas.openxmlformats.org/officeDocument/2006/relationships/image" Target="../media/image704.png"/><Relationship Id="rId621" Type="http://schemas.openxmlformats.org/officeDocument/2006/relationships/customXml" Target="../ink/ink777.xml"/><Relationship Id="rId663" Type="http://schemas.openxmlformats.org/officeDocument/2006/relationships/customXml" Target="../ink/ink798.xml"/><Relationship Id="rId13" Type="http://schemas.openxmlformats.org/officeDocument/2006/relationships/image" Target="../media/image464.png"/><Relationship Id="rId109" Type="http://schemas.openxmlformats.org/officeDocument/2006/relationships/image" Target="../media/image512.png"/><Relationship Id="rId260" Type="http://schemas.openxmlformats.org/officeDocument/2006/relationships/customXml" Target="../ink/ink596.xml"/><Relationship Id="rId316" Type="http://schemas.openxmlformats.org/officeDocument/2006/relationships/image" Target="../media/image614.png"/><Relationship Id="rId523" Type="http://schemas.openxmlformats.org/officeDocument/2006/relationships/customXml" Target="../ink/ink728.xml"/><Relationship Id="rId719" Type="http://schemas.openxmlformats.org/officeDocument/2006/relationships/image" Target="../media/image813.png"/><Relationship Id="rId55" Type="http://schemas.openxmlformats.org/officeDocument/2006/relationships/image" Target="../media/image485.png"/><Relationship Id="rId97" Type="http://schemas.openxmlformats.org/officeDocument/2006/relationships/image" Target="../media/image506.png"/><Relationship Id="rId120" Type="http://schemas.openxmlformats.org/officeDocument/2006/relationships/customXml" Target="../ink/ink526.xml"/><Relationship Id="rId358" Type="http://schemas.openxmlformats.org/officeDocument/2006/relationships/image" Target="../media/image634.png"/><Relationship Id="rId565" Type="http://schemas.openxmlformats.org/officeDocument/2006/relationships/customXml" Target="../ink/ink749.xml"/><Relationship Id="rId162" Type="http://schemas.openxmlformats.org/officeDocument/2006/relationships/customXml" Target="../ink/ink547.xml"/><Relationship Id="rId218" Type="http://schemas.openxmlformats.org/officeDocument/2006/relationships/customXml" Target="../ink/ink575.xml"/><Relationship Id="rId425" Type="http://schemas.openxmlformats.org/officeDocument/2006/relationships/customXml" Target="../ink/ink679.xml"/><Relationship Id="rId467" Type="http://schemas.openxmlformats.org/officeDocument/2006/relationships/customXml" Target="../ink/ink700.xml"/><Relationship Id="rId632" Type="http://schemas.openxmlformats.org/officeDocument/2006/relationships/image" Target="../media/image771.png"/><Relationship Id="rId271" Type="http://schemas.openxmlformats.org/officeDocument/2006/relationships/image" Target="../media/image592.png"/><Relationship Id="rId674" Type="http://schemas.openxmlformats.org/officeDocument/2006/relationships/image" Target="../media/image792.png"/><Relationship Id="rId24" Type="http://schemas.openxmlformats.org/officeDocument/2006/relationships/customXml" Target="../ink/ink478.xml"/><Relationship Id="rId66" Type="http://schemas.openxmlformats.org/officeDocument/2006/relationships/customXml" Target="../ink/ink499.xml"/><Relationship Id="rId131" Type="http://schemas.openxmlformats.org/officeDocument/2006/relationships/image" Target="../media/image523.png"/><Relationship Id="rId327" Type="http://schemas.openxmlformats.org/officeDocument/2006/relationships/customXml" Target="../ink/ink630.xml"/><Relationship Id="rId369" Type="http://schemas.openxmlformats.org/officeDocument/2006/relationships/customXml" Target="../ink/ink651.xml"/><Relationship Id="rId534" Type="http://schemas.openxmlformats.org/officeDocument/2006/relationships/image" Target="../media/image722.png"/><Relationship Id="rId576" Type="http://schemas.openxmlformats.org/officeDocument/2006/relationships/image" Target="../media/image743.png"/><Relationship Id="rId173" Type="http://schemas.openxmlformats.org/officeDocument/2006/relationships/image" Target="../media/image544.png"/><Relationship Id="rId229" Type="http://schemas.openxmlformats.org/officeDocument/2006/relationships/image" Target="../media/image572.png"/><Relationship Id="rId380" Type="http://schemas.openxmlformats.org/officeDocument/2006/relationships/image" Target="../media/image645.png"/><Relationship Id="rId436" Type="http://schemas.openxmlformats.org/officeDocument/2006/relationships/image" Target="../media/image673.png"/><Relationship Id="rId601" Type="http://schemas.openxmlformats.org/officeDocument/2006/relationships/customXml" Target="../ink/ink767.xml"/><Relationship Id="rId643" Type="http://schemas.openxmlformats.org/officeDocument/2006/relationships/customXml" Target="../ink/ink788.xml"/><Relationship Id="rId240" Type="http://schemas.openxmlformats.org/officeDocument/2006/relationships/customXml" Target="../ink/ink586.xml"/><Relationship Id="rId478" Type="http://schemas.openxmlformats.org/officeDocument/2006/relationships/image" Target="../media/image694.png"/><Relationship Id="rId685" Type="http://schemas.openxmlformats.org/officeDocument/2006/relationships/customXml" Target="../ink/ink809.xml"/><Relationship Id="rId35" Type="http://schemas.openxmlformats.org/officeDocument/2006/relationships/image" Target="../media/image475.png"/><Relationship Id="rId77" Type="http://schemas.openxmlformats.org/officeDocument/2006/relationships/image" Target="../media/image496.png"/><Relationship Id="rId100" Type="http://schemas.openxmlformats.org/officeDocument/2006/relationships/customXml" Target="../ink/ink516.xml"/><Relationship Id="rId282" Type="http://schemas.openxmlformats.org/officeDocument/2006/relationships/customXml" Target="../ink/ink607.xml"/><Relationship Id="rId338" Type="http://schemas.openxmlformats.org/officeDocument/2006/relationships/image" Target="../media/image625.png"/><Relationship Id="rId503" Type="http://schemas.openxmlformats.org/officeDocument/2006/relationships/customXml" Target="../ink/ink718.xml"/><Relationship Id="rId545" Type="http://schemas.openxmlformats.org/officeDocument/2006/relationships/customXml" Target="../ink/ink739.xml"/><Relationship Id="rId587" Type="http://schemas.openxmlformats.org/officeDocument/2006/relationships/customXml" Target="../ink/ink760.xml"/><Relationship Id="rId710" Type="http://schemas.openxmlformats.org/officeDocument/2006/relationships/customXml" Target="../ink/ink822.xml"/><Relationship Id="rId8" Type="http://schemas.openxmlformats.org/officeDocument/2006/relationships/customXml" Target="../ink/ink470.xml"/><Relationship Id="rId142" Type="http://schemas.openxmlformats.org/officeDocument/2006/relationships/customXml" Target="../ink/ink537.xml"/><Relationship Id="rId184" Type="http://schemas.openxmlformats.org/officeDocument/2006/relationships/customXml" Target="../ink/ink558.xml"/><Relationship Id="rId391" Type="http://schemas.openxmlformats.org/officeDocument/2006/relationships/customXml" Target="../ink/ink662.xml"/><Relationship Id="rId405" Type="http://schemas.openxmlformats.org/officeDocument/2006/relationships/customXml" Target="../ink/ink669.xml"/><Relationship Id="rId447" Type="http://schemas.openxmlformats.org/officeDocument/2006/relationships/customXml" Target="../ink/ink690.xml"/><Relationship Id="rId612" Type="http://schemas.openxmlformats.org/officeDocument/2006/relationships/image" Target="../media/image761.png"/><Relationship Id="rId251" Type="http://schemas.openxmlformats.org/officeDocument/2006/relationships/image" Target="../media/image583.png"/><Relationship Id="rId489" Type="http://schemas.openxmlformats.org/officeDocument/2006/relationships/customXml" Target="../ink/ink711.xml"/><Relationship Id="rId654" Type="http://schemas.openxmlformats.org/officeDocument/2006/relationships/image" Target="../media/image782.png"/><Relationship Id="rId696" Type="http://schemas.openxmlformats.org/officeDocument/2006/relationships/image" Target="../media/image803.png"/><Relationship Id="rId46" Type="http://schemas.openxmlformats.org/officeDocument/2006/relationships/customXml" Target="../ink/ink489.xml"/><Relationship Id="rId293" Type="http://schemas.openxmlformats.org/officeDocument/2006/relationships/image" Target="../media/image603.png"/><Relationship Id="rId307" Type="http://schemas.openxmlformats.org/officeDocument/2006/relationships/image" Target="../media/image610.png"/><Relationship Id="rId349" Type="http://schemas.openxmlformats.org/officeDocument/2006/relationships/customXml" Target="../ink/ink641.xml"/><Relationship Id="rId514" Type="http://schemas.openxmlformats.org/officeDocument/2006/relationships/image" Target="../media/image712.png"/><Relationship Id="rId556" Type="http://schemas.openxmlformats.org/officeDocument/2006/relationships/image" Target="../media/image733.png"/><Relationship Id="rId88" Type="http://schemas.openxmlformats.org/officeDocument/2006/relationships/customXml" Target="../ink/ink510.xml"/><Relationship Id="rId111" Type="http://schemas.openxmlformats.org/officeDocument/2006/relationships/image" Target="../media/image513.png"/><Relationship Id="rId153" Type="http://schemas.openxmlformats.org/officeDocument/2006/relationships/image" Target="../media/image534.png"/><Relationship Id="rId195" Type="http://schemas.openxmlformats.org/officeDocument/2006/relationships/image" Target="../media/image555.png"/><Relationship Id="rId209" Type="http://schemas.openxmlformats.org/officeDocument/2006/relationships/image" Target="../media/image562.png"/><Relationship Id="rId360" Type="http://schemas.openxmlformats.org/officeDocument/2006/relationships/image" Target="../media/image635.png"/><Relationship Id="rId416" Type="http://schemas.openxmlformats.org/officeDocument/2006/relationships/image" Target="../media/image663.png"/><Relationship Id="rId598" Type="http://schemas.openxmlformats.org/officeDocument/2006/relationships/image" Target="../media/image754.png"/><Relationship Id="rId220" Type="http://schemas.openxmlformats.org/officeDocument/2006/relationships/customXml" Target="../ink/ink576.xml"/><Relationship Id="rId458" Type="http://schemas.openxmlformats.org/officeDocument/2006/relationships/image" Target="../media/image684.png"/><Relationship Id="rId623" Type="http://schemas.openxmlformats.org/officeDocument/2006/relationships/customXml" Target="../ink/ink778.xml"/><Relationship Id="rId665" Type="http://schemas.openxmlformats.org/officeDocument/2006/relationships/customXml" Target="../ink/ink799.xml"/><Relationship Id="rId15" Type="http://schemas.openxmlformats.org/officeDocument/2006/relationships/image" Target="../media/image465.png"/><Relationship Id="rId57" Type="http://schemas.openxmlformats.org/officeDocument/2006/relationships/image" Target="../media/image486.png"/><Relationship Id="rId262" Type="http://schemas.openxmlformats.org/officeDocument/2006/relationships/customXml" Target="../ink/ink597.xml"/><Relationship Id="rId318" Type="http://schemas.openxmlformats.org/officeDocument/2006/relationships/image" Target="../media/image615.png"/><Relationship Id="rId525" Type="http://schemas.openxmlformats.org/officeDocument/2006/relationships/customXml" Target="../ink/ink729.xml"/><Relationship Id="rId567" Type="http://schemas.openxmlformats.org/officeDocument/2006/relationships/customXml" Target="../ink/ink750.xml"/><Relationship Id="rId99" Type="http://schemas.openxmlformats.org/officeDocument/2006/relationships/image" Target="../media/image507.png"/><Relationship Id="rId122" Type="http://schemas.openxmlformats.org/officeDocument/2006/relationships/customXml" Target="../ink/ink527.xml"/><Relationship Id="rId164" Type="http://schemas.openxmlformats.org/officeDocument/2006/relationships/customXml" Target="../ink/ink548.xml"/><Relationship Id="rId371" Type="http://schemas.openxmlformats.org/officeDocument/2006/relationships/customXml" Target="../ink/ink652.xml"/><Relationship Id="rId427" Type="http://schemas.openxmlformats.org/officeDocument/2006/relationships/customXml" Target="../ink/ink680.xml"/><Relationship Id="rId469" Type="http://schemas.openxmlformats.org/officeDocument/2006/relationships/customXml" Target="../ink/ink701.xml"/><Relationship Id="rId634" Type="http://schemas.openxmlformats.org/officeDocument/2006/relationships/image" Target="../media/image772.png"/><Relationship Id="rId676" Type="http://schemas.openxmlformats.org/officeDocument/2006/relationships/image" Target="../media/image793.png"/><Relationship Id="rId26" Type="http://schemas.openxmlformats.org/officeDocument/2006/relationships/customXml" Target="../ink/ink479.xml"/><Relationship Id="rId231" Type="http://schemas.openxmlformats.org/officeDocument/2006/relationships/image" Target="../media/image573.png"/><Relationship Id="rId273" Type="http://schemas.openxmlformats.org/officeDocument/2006/relationships/image" Target="../media/image593.png"/><Relationship Id="rId329" Type="http://schemas.openxmlformats.org/officeDocument/2006/relationships/customXml" Target="../ink/ink631.xml"/><Relationship Id="rId480" Type="http://schemas.openxmlformats.org/officeDocument/2006/relationships/image" Target="../media/image695.png"/><Relationship Id="rId536" Type="http://schemas.openxmlformats.org/officeDocument/2006/relationships/image" Target="../media/image723.png"/><Relationship Id="rId701" Type="http://schemas.openxmlformats.org/officeDocument/2006/relationships/customXml" Target="../ink/ink817.xml"/><Relationship Id="rId68" Type="http://schemas.openxmlformats.org/officeDocument/2006/relationships/customXml" Target="../ink/ink500.xml"/><Relationship Id="rId133" Type="http://schemas.openxmlformats.org/officeDocument/2006/relationships/image" Target="../media/image524.png"/><Relationship Id="rId175" Type="http://schemas.openxmlformats.org/officeDocument/2006/relationships/image" Target="../media/image545.png"/><Relationship Id="rId340" Type="http://schemas.openxmlformats.org/officeDocument/2006/relationships/image" Target="../media/image626.png"/><Relationship Id="rId578" Type="http://schemas.openxmlformats.org/officeDocument/2006/relationships/image" Target="../media/image744.png"/><Relationship Id="rId200" Type="http://schemas.openxmlformats.org/officeDocument/2006/relationships/customXml" Target="../ink/ink566.xml"/><Relationship Id="rId382" Type="http://schemas.openxmlformats.org/officeDocument/2006/relationships/image" Target="../media/image646.png"/><Relationship Id="rId438" Type="http://schemas.openxmlformats.org/officeDocument/2006/relationships/image" Target="../media/image674.png"/><Relationship Id="rId603" Type="http://schemas.openxmlformats.org/officeDocument/2006/relationships/customXml" Target="../ink/ink768.xml"/><Relationship Id="rId645" Type="http://schemas.openxmlformats.org/officeDocument/2006/relationships/customXml" Target="../ink/ink789.xml"/><Relationship Id="rId687" Type="http://schemas.openxmlformats.org/officeDocument/2006/relationships/customXml" Target="../ink/ink810.xml"/><Relationship Id="rId242" Type="http://schemas.openxmlformats.org/officeDocument/2006/relationships/customXml" Target="../ink/ink587.xml"/><Relationship Id="rId284" Type="http://schemas.openxmlformats.org/officeDocument/2006/relationships/customXml" Target="../ink/ink608.xml"/><Relationship Id="rId491" Type="http://schemas.openxmlformats.org/officeDocument/2006/relationships/customXml" Target="../ink/ink712.xml"/><Relationship Id="rId505" Type="http://schemas.openxmlformats.org/officeDocument/2006/relationships/customXml" Target="../ink/ink719.xml"/><Relationship Id="rId712" Type="http://schemas.openxmlformats.org/officeDocument/2006/relationships/customXml" Target="../ink/ink823.xml"/><Relationship Id="rId37" Type="http://schemas.openxmlformats.org/officeDocument/2006/relationships/image" Target="../media/image476.png"/><Relationship Id="rId79" Type="http://schemas.openxmlformats.org/officeDocument/2006/relationships/image" Target="../media/image497.png"/><Relationship Id="rId102" Type="http://schemas.openxmlformats.org/officeDocument/2006/relationships/customXml" Target="../ink/ink517.xml"/><Relationship Id="rId144" Type="http://schemas.openxmlformats.org/officeDocument/2006/relationships/customXml" Target="../ink/ink538.xml"/><Relationship Id="rId547" Type="http://schemas.openxmlformats.org/officeDocument/2006/relationships/customXml" Target="../ink/ink740.xml"/><Relationship Id="rId589" Type="http://schemas.openxmlformats.org/officeDocument/2006/relationships/customXml" Target="../ink/ink761.xml"/><Relationship Id="rId90" Type="http://schemas.openxmlformats.org/officeDocument/2006/relationships/customXml" Target="../ink/ink511.xml"/><Relationship Id="rId186" Type="http://schemas.openxmlformats.org/officeDocument/2006/relationships/customXml" Target="../ink/ink559.xml"/><Relationship Id="rId351" Type="http://schemas.openxmlformats.org/officeDocument/2006/relationships/customXml" Target="../ink/ink642.xml"/><Relationship Id="rId393" Type="http://schemas.openxmlformats.org/officeDocument/2006/relationships/customXml" Target="../ink/ink663.xml"/><Relationship Id="rId407" Type="http://schemas.openxmlformats.org/officeDocument/2006/relationships/customXml" Target="../ink/ink670.xml"/><Relationship Id="rId449" Type="http://schemas.openxmlformats.org/officeDocument/2006/relationships/customXml" Target="../ink/ink691.xml"/><Relationship Id="rId614" Type="http://schemas.openxmlformats.org/officeDocument/2006/relationships/image" Target="../media/image762.png"/><Relationship Id="rId656" Type="http://schemas.openxmlformats.org/officeDocument/2006/relationships/image" Target="../media/image783.png"/><Relationship Id="rId211" Type="http://schemas.openxmlformats.org/officeDocument/2006/relationships/image" Target="../media/image563.png"/><Relationship Id="rId253" Type="http://schemas.openxmlformats.org/officeDocument/2006/relationships/image" Target="../media/image584.png"/><Relationship Id="rId295" Type="http://schemas.openxmlformats.org/officeDocument/2006/relationships/image" Target="../media/image604.png"/><Relationship Id="rId309" Type="http://schemas.openxmlformats.org/officeDocument/2006/relationships/customXml" Target="../ink/ink621.xml"/><Relationship Id="rId460" Type="http://schemas.openxmlformats.org/officeDocument/2006/relationships/image" Target="../media/image685.png"/><Relationship Id="rId516" Type="http://schemas.openxmlformats.org/officeDocument/2006/relationships/image" Target="../media/image713.png"/><Relationship Id="rId698" Type="http://schemas.openxmlformats.org/officeDocument/2006/relationships/image" Target="../media/image804.png"/><Relationship Id="rId48" Type="http://schemas.openxmlformats.org/officeDocument/2006/relationships/customXml" Target="../ink/ink490.xml"/><Relationship Id="rId113" Type="http://schemas.openxmlformats.org/officeDocument/2006/relationships/image" Target="../media/image514.png"/><Relationship Id="rId320" Type="http://schemas.openxmlformats.org/officeDocument/2006/relationships/image" Target="../media/image616.png"/><Relationship Id="rId558" Type="http://schemas.openxmlformats.org/officeDocument/2006/relationships/image" Target="../media/image734.png"/><Relationship Id="rId155" Type="http://schemas.openxmlformats.org/officeDocument/2006/relationships/image" Target="../media/image535.png"/><Relationship Id="rId197" Type="http://schemas.openxmlformats.org/officeDocument/2006/relationships/image" Target="../media/image556.png"/><Relationship Id="rId362" Type="http://schemas.openxmlformats.org/officeDocument/2006/relationships/image" Target="../media/image636.png"/><Relationship Id="rId418" Type="http://schemas.openxmlformats.org/officeDocument/2006/relationships/image" Target="../media/image664.png"/><Relationship Id="rId625" Type="http://schemas.openxmlformats.org/officeDocument/2006/relationships/customXml" Target="../ink/ink779.xml"/><Relationship Id="rId222" Type="http://schemas.openxmlformats.org/officeDocument/2006/relationships/customXml" Target="../ink/ink577.xml"/><Relationship Id="rId264" Type="http://schemas.openxmlformats.org/officeDocument/2006/relationships/customXml" Target="../ink/ink598.xml"/><Relationship Id="rId471" Type="http://schemas.openxmlformats.org/officeDocument/2006/relationships/customXml" Target="../ink/ink702.xml"/><Relationship Id="rId667" Type="http://schemas.openxmlformats.org/officeDocument/2006/relationships/customXml" Target="../ink/ink800.xml"/><Relationship Id="rId17" Type="http://schemas.openxmlformats.org/officeDocument/2006/relationships/image" Target="../media/image466.png"/><Relationship Id="rId59" Type="http://schemas.openxmlformats.org/officeDocument/2006/relationships/image" Target="../media/image487.png"/><Relationship Id="rId124" Type="http://schemas.openxmlformats.org/officeDocument/2006/relationships/customXml" Target="../ink/ink528.xml"/><Relationship Id="rId527" Type="http://schemas.openxmlformats.org/officeDocument/2006/relationships/customXml" Target="../ink/ink730.xml"/><Relationship Id="rId569" Type="http://schemas.openxmlformats.org/officeDocument/2006/relationships/customXml" Target="../ink/ink751.xml"/><Relationship Id="rId70" Type="http://schemas.openxmlformats.org/officeDocument/2006/relationships/customXml" Target="../ink/ink501.xml"/><Relationship Id="rId166" Type="http://schemas.openxmlformats.org/officeDocument/2006/relationships/customXml" Target="../ink/ink549.xml"/><Relationship Id="rId331" Type="http://schemas.openxmlformats.org/officeDocument/2006/relationships/customXml" Target="../ink/ink632.xml"/><Relationship Id="rId373" Type="http://schemas.openxmlformats.org/officeDocument/2006/relationships/customXml" Target="../ink/ink653.xml"/><Relationship Id="rId429" Type="http://schemas.openxmlformats.org/officeDocument/2006/relationships/customXml" Target="../ink/ink681.xml"/><Relationship Id="rId580" Type="http://schemas.openxmlformats.org/officeDocument/2006/relationships/image" Target="../media/image745.png"/><Relationship Id="rId636" Type="http://schemas.openxmlformats.org/officeDocument/2006/relationships/image" Target="../media/image773.png"/><Relationship Id="rId1" Type="http://schemas.openxmlformats.org/officeDocument/2006/relationships/slideLayout" Target="../slideLayouts/slideLayout7.xml"/><Relationship Id="rId233" Type="http://schemas.openxmlformats.org/officeDocument/2006/relationships/image" Target="../media/image574.png"/><Relationship Id="rId440" Type="http://schemas.openxmlformats.org/officeDocument/2006/relationships/image" Target="../media/image675.png"/><Relationship Id="rId678" Type="http://schemas.openxmlformats.org/officeDocument/2006/relationships/image" Target="../media/image794.png"/><Relationship Id="rId28" Type="http://schemas.openxmlformats.org/officeDocument/2006/relationships/customXml" Target="../ink/ink480.xml"/><Relationship Id="rId275" Type="http://schemas.openxmlformats.org/officeDocument/2006/relationships/image" Target="../media/image594.png"/><Relationship Id="rId300" Type="http://schemas.openxmlformats.org/officeDocument/2006/relationships/customXml" Target="../ink/ink616.xml"/><Relationship Id="rId482" Type="http://schemas.openxmlformats.org/officeDocument/2006/relationships/image" Target="../media/image696.png"/><Relationship Id="rId538" Type="http://schemas.openxmlformats.org/officeDocument/2006/relationships/image" Target="../media/image724.png"/><Relationship Id="rId703" Type="http://schemas.openxmlformats.org/officeDocument/2006/relationships/customXml" Target="../ink/ink818.xml"/><Relationship Id="rId81" Type="http://schemas.openxmlformats.org/officeDocument/2006/relationships/image" Target="../media/image498.png"/><Relationship Id="rId135" Type="http://schemas.openxmlformats.org/officeDocument/2006/relationships/image" Target="../media/image525.png"/><Relationship Id="rId177" Type="http://schemas.openxmlformats.org/officeDocument/2006/relationships/image" Target="../media/image546.png"/><Relationship Id="rId342" Type="http://schemas.openxmlformats.org/officeDocument/2006/relationships/image" Target="../media/image322.png"/><Relationship Id="rId384" Type="http://schemas.openxmlformats.org/officeDocument/2006/relationships/image" Target="../media/image647.png"/><Relationship Id="rId591" Type="http://schemas.openxmlformats.org/officeDocument/2006/relationships/customXml" Target="../ink/ink762.xml"/><Relationship Id="rId605" Type="http://schemas.openxmlformats.org/officeDocument/2006/relationships/customXml" Target="../ink/ink769.xml"/><Relationship Id="rId202" Type="http://schemas.openxmlformats.org/officeDocument/2006/relationships/customXml" Target="../ink/ink567.xml"/><Relationship Id="rId244" Type="http://schemas.openxmlformats.org/officeDocument/2006/relationships/customXml" Target="../ink/ink588.xml"/><Relationship Id="rId647" Type="http://schemas.openxmlformats.org/officeDocument/2006/relationships/customXml" Target="../ink/ink790.xml"/><Relationship Id="rId689" Type="http://schemas.openxmlformats.org/officeDocument/2006/relationships/customXml" Target="../ink/ink811.xml"/><Relationship Id="rId39" Type="http://schemas.openxmlformats.org/officeDocument/2006/relationships/image" Target="../media/image477.png"/><Relationship Id="rId286" Type="http://schemas.openxmlformats.org/officeDocument/2006/relationships/customXml" Target="../ink/ink609.xml"/><Relationship Id="rId451" Type="http://schemas.openxmlformats.org/officeDocument/2006/relationships/customXml" Target="../ink/ink692.xml"/><Relationship Id="rId493" Type="http://schemas.openxmlformats.org/officeDocument/2006/relationships/customXml" Target="../ink/ink713.xml"/><Relationship Id="rId507" Type="http://schemas.openxmlformats.org/officeDocument/2006/relationships/customXml" Target="../ink/ink720.xml"/><Relationship Id="rId549" Type="http://schemas.openxmlformats.org/officeDocument/2006/relationships/customXml" Target="../ink/ink741.xml"/><Relationship Id="rId714" Type="http://schemas.openxmlformats.org/officeDocument/2006/relationships/customXml" Target="../ink/ink824.xml"/><Relationship Id="rId50" Type="http://schemas.openxmlformats.org/officeDocument/2006/relationships/customXml" Target="../ink/ink491.xml"/><Relationship Id="rId104" Type="http://schemas.openxmlformats.org/officeDocument/2006/relationships/customXml" Target="../ink/ink518.xml"/><Relationship Id="rId146" Type="http://schemas.openxmlformats.org/officeDocument/2006/relationships/customXml" Target="../ink/ink539.xml"/><Relationship Id="rId188" Type="http://schemas.openxmlformats.org/officeDocument/2006/relationships/customXml" Target="../ink/ink560.xml"/><Relationship Id="rId311" Type="http://schemas.openxmlformats.org/officeDocument/2006/relationships/customXml" Target="../ink/ink622.xml"/><Relationship Id="rId353" Type="http://schemas.openxmlformats.org/officeDocument/2006/relationships/customXml" Target="../ink/ink643.xml"/><Relationship Id="rId395" Type="http://schemas.openxmlformats.org/officeDocument/2006/relationships/customXml" Target="../ink/ink664.xml"/><Relationship Id="rId409" Type="http://schemas.openxmlformats.org/officeDocument/2006/relationships/customXml" Target="../ink/ink671.xml"/><Relationship Id="rId560" Type="http://schemas.openxmlformats.org/officeDocument/2006/relationships/image" Target="../media/image735.png"/><Relationship Id="rId92" Type="http://schemas.openxmlformats.org/officeDocument/2006/relationships/customXml" Target="../ink/ink512.xml"/><Relationship Id="rId213" Type="http://schemas.openxmlformats.org/officeDocument/2006/relationships/image" Target="../media/image564.png"/><Relationship Id="rId420" Type="http://schemas.openxmlformats.org/officeDocument/2006/relationships/image" Target="../media/image665.png"/><Relationship Id="rId616" Type="http://schemas.openxmlformats.org/officeDocument/2006/relationships/image" Target="../media/image763.png"/><Relationship Id="rId658" Type="http://schemas.openxmlformats.org/officeDocument/2006/relationships/image" Target="../media/image784.png"/><Relationship Id="rId255" Type="http://schemas.openxmlformats.org/officeDocument/2006/relationships/image" Target="../media/image281.png"/><Relationship Id="rId297" Type="http://schemas.openxmlformats.org/officeDocument/2006/relationships/image" Target="../media/image605.png"/><Relationship Id="rId462" Type="http://schemas.openxmlformats.org/officeDocument/2006/relationships/image" Target="../media/image686.png"/><Relationship Id="rId518" Type="http://schemas.openxmlformats.org/officeDocument/2006/relationships/image" Target="../media/image714.png"/><Relationship Id="rId115" Type="http://schemas.openxmlformats.org/officeDocument/2006/relationships/image" Target="../media/image515.png"/><Relationship Id="rId157" Type="http://schemas.openxmlformats.org/officeDocument/2006/relationships/image" Target="../media/image536.png"/><Relationship Id="rId322" Type="http://schemas.openxmlformats.org/officeDocument/2006/relationships/image" Target="../media/image617.png"/><Relationship Id="rId364" Type="http://schemas.openxmlformats.org/officeDocument/2006/relationships/image" Target="../media/image637.png"/><Relationship Id="rId61" Type="http://schemas.openxmlformats.org/officeDocument/2006/relationships/image" Target="../media/image488.png"/><Relationship Id="rId199" Type="http://schemas.openxmlformats.org/officeDocument/2006/relationships/image" Target="../media/image557.png"/><Relationship Id="rId571" Type="http://schemas.openxmlformats.org/officeDocument/2006/relationships/customXml" Target="../ink/ink752.xml"/><Relationship Id="rId627" Type="http://schemas.openxmlformats.org/officeDocument/2006/relationships/customXml" Target="../ink/ink780.xml"/><Relationship Id="rId669" Type="http://schemas.openxmlformats.org/officeDocument/2006/relationships/customXml" Target="../ink/ink801.xml"/><Relationship Id="rId19" Type="http://schemas.openxmlformats.org/officeDocument/2006/relationships/image" Target="../media/image467.png"/><Relationship Id="rId224" Type="http://schemas.openxmlformats.org/officeDocument/2006/relationships/customXml" Target="../ink/ink578.xml"/><Relationship Id="rId266" Type="http://schemas.openxmlformats.org/officeDocument/2006/relationships/customXml" Target="../ink/ink599.xml"/><Relationship Id="rId431" Type="http://schemas.openxmlformats.org/officeDocument/2006/relationships/customXml" Target="../ink/ink682.xml"/><Relationship Id="rId473" Type="http://schemas.openxmlformats.org/officeDocument/2006/relationships/customXml" Target="../ink/ink703.xml"/><Relationship Id="rId529" Type="http://schemas.openxmlformats.org/officeDocument/2006/relationships/customXml" Target="../ink/ink731.xml"/><Relationship Id="rId680" Type="http://schemas.openxmlformats.org/officeDocument/2006/relationships/image" Target="../media/image795.png"/><Relationship Id="rId30" Type="http://schemas.openxmlformats.org/officeDocument/2006/relationships/customXml" Target="../ink/ink481.xml"/><Relationship Id="rId126" Type="http://schemas.openxmlformats.org/officeDocument/2006/relationships/customXml" Target="../ink/ink529.xml"/><Relationship Id="rId168" Type="http://schemas.openxmlformats.org/officeDocument/2006/relationships/customXml" Target="../ink/ink550.xml"/><Relationship Id="rId333" Type="http://schemas.openxmlformats.org/officeDocument/2006/relationships/customXml" Target="../ink/ink633.xml"/><Relationship Id="rId540" Type="http://schemas.openxmlformats.org/officeDocument/2006/relationships/image" Target="../media/image725.png"/><Relationship Id="rId72" Type="http://schemas.openxmlformats.org/officeDocument/2006/relationships/customXml" Target="../ink/ink502.xml"/><Relationship Id="rId375" Type="http://schemas.openxmlformats.org/officeDocument/2006/relationships/customXml" Target="../ink/ink654.xml"/><Relationship Id="rId582" Type="http://schemas.openxmlformats.org/officeDocument/2006/relationships/image" Target="../media/image746.png"/><Relationship Id="rId638" Type="http://schemas.openxmlformats.org/officeDocument/2006/relationships/image" Target="../media/image774.png"/><Relationship Id="rId3" Type="http://schemas.openxmlformats.org/officeDocument/2006/relationships/image" Target="../media/image459.png"/><Relationship Id="rId235" Type="http://schemas.openxmlformats.org/officeDocument/2006/relationships/image" Target="../media/image575.png"/><Relationship Id="rId277" Type="http://schemas.openxmlformats.org/officeDocument/2006/relationships/image" Target="../media/image595.png"/><Relationship Id="rId400" Type="http://schemas.openxmlformats.org/officeDocument/2006/relationships/image" Target="../media/image655.png"/><Relationship Id="rId442" Type="http://schemas.openxmlformats.org/officeDocument/2006/relationships/image" Target="../media/image676.png"/><Relationship Id="rId484" Type="http://schemas.openxmlformats.org/officeDocument/2006/relationships/image" Target="../media/image697.png"/><Relationship Id="rId705" Type="http://schemas.openxmlformats.org/officeDocument/2006/relationships/image" Target="../media/image317.png"/><Relationship Id="rId137" Type="http://schemas.openxmlformats.org/officeDocument/2006/relationships/image" Target="../media/image526.png"/><Relationship Id="rId302" Type="http://schemas.openxmlformats.org/officeDocument/2006/relationships/customXml" Target="../ink/ink617.xml"/><Relationship Id="rId344" Type="http://schemas.openxmlformats.org/officeDocument/2006/relationships/image" Target="../media/image627.png"/><Relationship Id="rId691" Type="http://schemas.openxmlformats.org/officeDocument/2006/relationships/customXml" Target="../ink/ink812.xml"/><Relationship Id="rId41" Type="http://schemas.openxmlformats.org/officeDocument/2006/relationships/image" Target="../media/image478.png"/><Relationship Id="rId83" Type="http://schemas.openxmlformats.org/officeDocument/2006/relationships/image" Target="../media/image499.png"/><Relationship Id="rId179" Type="http://schemas.openxmlformats.org/officeDocument/2006/relationships/image" Target="../media/image547.png"/><Relationship Id="rId386" Type="http://schemas.openxmlformats.org/officeDocument/2006/relationships/image" Target="../media/image648.png"/><Relationship Id="rId551" Type="http://schemas.openxmlformats.org/officeDocument/2006/relationships/customXml" Target="../ink/ink742.xml"/><Relationship Id="rId593" Type="http://schemas.openxmlformats.org/officeDocument/2006/relationships/customXml" Target="../ink/ink763.xml"/><Relationship Id="rId607" Type="http://schemas.openxmlformats.org/officeDocument/2006/relationships/customXml" Target="../ink/ink770.xml"/><Relationship Id="rId649" Type="http://schemas.openxmlformats.org/officeDocument/2006/relationships/customXml" Target="../ink/ink791.xml"/><Relationship Id="rId190" Type="http://schemas.openxmlformats.org/officeDocument/2006/relationships/customXml" Target="../ink/ink561.xml"/><Relationship Id="rId204" Type="http://schemas.openxmlformats.org/officeDocument/2006/relationships/customXml" Target="../ink/ink568.xml"/><Relationship Id="rId246" Type="http://schemas.openxmlformats.org/officeDocument/2006/relationships/customXml" Target="../ink/ink589.xml"/><Relationship Id="rId288" Type="http://schemas.openxmlformats.org/officeDocument/2006/relationships/customXml" Target="../ink/ink610.xml"/><Relationship Id="rId411" Type="http://schemas.openxmlformats.org/officeDocument/2006/relationships/customXml" Target="../ink/ink672.xml"/><Relationship Id="rId453" Type="http://schemas.openxmlformats.org/officeDocument/2006/relationships/customXml" Target="../ink/ink693.xml"/><Relationship Id="rId509" Type="http://schemas.openxmlformats.org/officeDocument/2006/relationships/customXml" Target="../ink/ink721.xml"/><Relationship Id="rId660" Type="http://schemas.openxmlformats.org/officeDocument/2006/relationships/image" Target="../media/image785.png"/><Relationship Id="rId106" Type="http://schemas.openxmlformats.org/officeDocument/2006/relationships/customXml" Target="../ink/ink519.xml"/><Relationship Id="rId313" Type="http://schemas.openxmlformats.org/officeDocument/2006/relationships/customXml" Target="../ink/ink623.xml"/><Relationship Id="rId495" Type="http://schemas.openxmlformats.org/officeDocument/2006/relationships/customXml" Target="../ink/ink714.xml"/><Relationship Id="rId716" Type="http://schemas.openxmlformats.org/officeDocument/2006/relationships/customXml" Target="../ink/ink825.xml"/><Relationship Id="rId10" Type="http://schemas.openxmlformats.org/officeDocument/2006/relationships/customXml" Target="../ink/ink471.xml"/><Relationship Id="rId52" Type="http://schemas.openxmlformats.org/officeDocument/2006/relationships/customXml" Target="../ink/ink492.xml"/><Relationship Id="rId94" Type="http://schemas.openxmlformats.org/officeDocument/2006/relationships/customXml" Target="../ink/ink513.xml"/><Relationship Id="rId148" Type="http://schemas.openxmlformats.org/officeDocument/2006/relationships/customXml" Target="../ink/ink540.xml"/><Relationship Id="rId355" Type="http://schemas.openxmlformats.org/officeDocument/2006/relationships/customXml" Target="../ink/ink644.xml"/><Relationship Id="rId397" Type="http://schemas.openxmlformats.org/officeDocument/2006/relationships/customXml" Target="../ink/ink665.xml"/><Relationship Id="rId520" Type="http://schemas.openxmlformats.org/officeDocument/2006/relationships/image" Target="../media/image715.png"/><Relationship Id="rId562" Type="http://schemas.openxmlformats.org/officeDocument/2006/relationships/image" Target="../media/image736.png"/><Relationship Id="rId618" Type="http://schemas.openxmlformats.org/officeDocument/2006/relationships/image" Target="../media/image764.png"/><Relationship Id="rId215" Type="http://schemas.openxmlformats.org/officeDocument/2006/relationships/image" Target="../media/image565.png"/><Relationship Id="rId257" Type="http://schemas.openxmlformats.org/officeDocument/2006/relationships/image" Target="../media/image585.png"/><Relationship Id="rId422" Type="http://schemas.openxmlformats.org/officeDocument/2006/relationships/image" Target="../media/image666.png"/><Relationship Id="rId464" Type="http://schemas.openxmlformats.org/officeDocument/2006/relationships/image" Target="../media/image687.png"/><Relationship Id="rId299" Type="http://schemas.openxmlformats.org/officeDocument/2006/relationships/image" Target="../media/image606.png"/><Relationship Id="rId63" Type="http://schemas.openxmlformats.org/officeDocument/2006/relationships/image" Target="../media/image489.png"/><Relationship Id="rId159" Type="http://schemas.openxmlformats.org/officeDocument/2006/relationships/image" Target="../media/image537.png"/><Relationship Id="rId366" Type="http://schemas.openxmlformats.org/officeDocument/2006/relationships/image" Target="../media/image638.png"/><Relationship Id="rId573" Type="http://schemas.openxmlformats.org/officeDocument/2006/relationships/customXml" Target="../ink/ink753.xml"/><Relationship Id="rId226" Type="http://schemas.openxmlformats.org/officeDocument/2006/relationships/customXml" Target="../ink/ink579.xml"/><Relationship Id="rId433" Type="http://schemas.openxmlformats.org/officeDocument/2006/relationships/customXml" Target="../ink/ink683.xml"/><Relationship Id="rId640" Type="http://schemas.openxmlformats.org/officeDocument/2006/relationships/image" Target="../media/image775.png"/><Relationship Id="rId74" Type="http://schemas.openxmlformats.org/officeDocument/2006/relationships/customXml" Target="../ink/ink503.xml"/><Relationship Id="rId377" Type="http://schemas.openxmlformats.org/officeDocument/2006/relationships/customXml" Target="../ink/ink655.xml"/><Relationship Id="rId500" Type="http://schemas.openxmlformats.org/officeDocument/2006/relationships/image" Target="../media/image705.png"/><Relationship Id="rId584" Type="http://schemas.openxmlformats.org/officeDocument/2006/relationships/image" Target="../media/image747.png"/><Relationship Id="rId5" Type="http://schemas.openxmlformats.org/officeDocument/2006/relationships/image" Target="../media/image460.png"/><Relationship Id="rId237" Type="http://schemas.openxmlformats.org/officeDocument/2006/relationships/image" Target="../media/image576.png"/><Relationship Id="rId444" Type="http://schemas.openxmlformats.org/officeDocument/2006/relationships/image" Target="../media/image677.png"/><Relationship Id="rId651" Type="http://schemas.openxmlformats.org/officeDocument/2006/relationships/customXml" Target="../ink/ink792.xml"/><Relationship Id="rId290" Type="http://schemas.openxmlformats.org/officeDocument/2006/relationships/customXml" Target="../ink/ink611.xml"/><Relationship Id="rId304" Type="http://schemas.openxmlformats.org/officeDocument/2006/relationships/customXml" Target="../ink/ink618.xml"/><Relationship Id="rId388" Type="http://schemas.openxmlformats.org/officeDocument/2006/relationships/image" Target="../media/image649.png"/><Relationship Id="rId511" Type="http://schemas.openxmlformats.org/officeDocument/2006/relationships/customXml" Target="../ink/ink722.xml"/><Relationship Id="rId609" Type="http://schemas.openxmlformats.org/officeDocument/2006/relationships/customXml" Target="../ink/ink771.xml"/><Relationship Id="rId85" Type="http://schemas.openxmlformats.org/officeDocument/2006/relationships/image" Target="../media/image500.png"/><Relationship Id="rId150" Type="http://schemas.openxmlformats.org/officeDocument/2006/relationships/customXml" Target="../ink/ink541.xml"/><Relationship Id="rId595" Type="http://schemas.openxmlformats.org/officeDocument/2006/relationships/customXml" Target="../ink/ink764.xml"/><Relationship Id="rId248" Type="http://schemas.openxmlformats.org/officeDocument/2006/relationships/customXml" Target="../ink/ink590.xml"/><Relationship Id="rId455" Type="http://schemas.openxmlformats.org/officeDocument/2006/relationships/customXml" Target="../ink/ink694.xml"/><Relationship Id="rId662" Type="http://schemas.openxmlformats.org/officeDocument/2006/relationships/image" Target="../media/image786.png"/><Relationship Id="rId12" Type="http://schemas.openxmlformats.org/officeDocument/2006/relationships/customXml" Target="../ink/ink472.xml"/><Relationship Id="rId108" Type="http://schemas.openxmlformats.org/officeDocument/2006/relationships/customXml" Target="../ink/ink520.xml"/><Relationship Id="rId315" Type="http://schemas.openxmlformats.org/officeDocument/2006/relationships/customXml" Target="../ink/ink624.xml"/><Relationship Id="rId522" Type="http://schemas.openxmlformats.org/officeDocument/2006/relationships/image" Target="../media/image716.png"/><Relationship Id="rId96" Type="http://schemas.openxmlformats.org/officeDocument/2006/relationships/customXml" Target="../ink/ink514.xml"/><Relationship Id="rId161" Type="http://schemas.openxmlformats.org/officeDocument/2006/relationships/image" Target="../media/image538.png"/><Relationship Id="rId399" Type="http://schemas.openxmlformats.org/officeDocument/2006/relationships/customXml" Target="../ink/ink666.xml"/><Relationship Id="rId259" Type="http://schemas.openxmlformats.org/officeDocument/2006/relationships/image" Target="../media/image586.png"/><Relationship Id="rId466" Type="http://schemas.openxmlformats.org/officeDocument/2006/relationships/image" Target="../media/image688.png"/><Relationship Id="rId673" Type="http://schemas.openxmlformats.org/officeDocument/2006/relationships/customXml" Target="../ink/ink803.xml"/><Relationship Id="rId23" Type="http://schemas.openxmlformats.org/officeDocument/2006/relationships/image" Target="../media/image469.png"/><Relationship Id="rId119" Type="http://schemas.openxmlformats.org/officeDocument/2006/relationships/image" Target="../media/image517.png"/><Relationship Id="rId326" Type="http://schemas.openxmlformats.org/officeDocument/2006/relationships/image" Target="../media/image619.png"/><Relationship Id="rId533" Type="http://schemas.openxmlformats.org/officeDocument/2006/relationships/customXml" Target="../ink/ink733.xml"/><Relationship Id="rId172" Type="http://schemas.openxmlformats.org/officeDocument/2006/relationships/customXml" Target="../ink/ink552.xml"/><Relationship Id="rId477" Type="http://schemas.openxmlformats.org/officeDocument/2006/relationships/customXml" Target="../ink/ink705.xml"/><Relationship Id="rId600" Type="http://schemas.openxmlformats.org/officeDocument/2006/relationships/image" Target="../media/image755.png"/><Relationship Id="rId684" Type="http://schemas.openxmlformats.org/officeDocument/2006/relationships/image" Target="../media/image797.png"/><Relationship Id="rId337" Type="http://schemas.openxmlformats.org/officeDocument/2006/relationships/customXml" Target="../ink/ink635.xml"/><Relationship Id="rId34" Type="http://schemas.openxmlformats.org/officeDocument/2006/relationships/customXml" Target="../ink/ink483.xml"/><Relationship Id="rId544" Type="http://schemas.openxmlformats.org/officeDocument/2006/relationships/image" Target="../media/image727.png"/><Relationship Id="rId183" Type="http://schemas.openxmlformats.org/officeDocument/2006/relationships/image" Target="../media/image549.png"/><Relationship Id="rId390" Type="http://schemas.openxmlformats.org/officeDocument/2006/relationships/image" Target="../media/image650.png"/><Relationship Id="rId404" Type="http://schemas.openxmlformats.org/officeDocument/2006/relationships/image" Target="../media/image657.png"/><Relationship Id="rId611" Type="http://schemas.openxmlformats.org/officeDocument/2006/relationships/customXml" Target="../ink/ink772.xml"/><Relationship Id="rId250" Type="http://schemas.openxmlformats.org/officeDocument/2006/relationships/customXml" Target="../ink/ink591.xml"/><Relationship Id="rId488" Type="http://schemas.openxmlformats.org/officeDocument/2006/relationships/image" Target="../media/image699.png"/><Relationship Id="rId695" Type="http://schemas.openxmlformats.org/officeDocument/2006/relationships/customXml" Target="../ink/ink814.xml"/><Relationship Id="rId709" Type="http://schemas.openxmlformats.org/officeDocument/2006/relationships/image" Target="../media/image808.png"/><Relationship Id="rId45" Type="http://schemas.openxmlformats.org/officeDocument/2006/relationships/image" Target="../media/image480.png"/><Relationship Id="rId110" Type="http://schemas.openxmlformats.org/officeDocument/2006/relationships/customXml" Target="../ink/ink521.xml"/><Relationship Id="rId348" Type="http://schemas.openxmlformats.org/officeDocument/2006/relationships/image" Target="../media/image629.png"/><Relationship Id="rId555" Type="http://schemas.openxmlformats.org/officeDocument/2006/relationships/customXml" Target="../ink/ink744.xml"/><Relationship Id="rId194" Type="http://schemas.openxmlformats.org/officeDocument/2006/relationships/customXml" Target="../ink/ink563.xml"/><Relationship Id="rId208" Type="http://schemas.openxmlformats.org/officeDocument/2006/relationships/customXml" Target="../ink/ink570.xml"/><Relationship Id="rId415" Type="http://schemas.openxmlformats.org/officeDocument/2006/relationships/customXml" Target="../ink/ink674.xml"/><Relationship Id="rId622" Type="http://schemas.openxmlformats.org/officeDocument/2006/relationships/image" Target="../media/image766.png"/><Relationship Id="rId261" Type="http://schemas.openxmlformats.org/officeDocument/2006/relationships/image" Target="../media/image587.png"/><Relationship Id="rId499" Type="http://schemas.openxmlformats.org/officeDocument/2006/relationships/customXml" Target="../ink/ink716.xml"/><Relationship Id="rId56" Type="http://schemas.openxmlformats.org/officeDocument/2006/relationships/customXml" Target="../ink/ink494.xml"/><Relationship Id="rId359" Type="http://schemas.openxmlformats.org/officeDocument/2006/relationships/customXml" Target="../ink/ink646.xml"/><Relationship Id="rId566" Type="http://schemas.openxmlformats.org/officeDocument/2006/relationships/image" Target="../media/image738.png"/><Relationship Id="rId121" Type="http://schemas.openxmlformats.org/officeDocument/2006/relationships/image" Target="../media/image518.png"/><Relationship Id="rId219" Type="http://schemas.openxmlformats.org/officeDocument/2006/relationships/image" Target="../media/image567.png"/><Relationship Id="rId426" Type="http://schemas.openxmlformats.org/officeDocument/2006/relationships/image" Target="../media/image668.png"/><Relationship Id="rId633" Type="http://schemas.openxmlformats.org/officeDocument/2006/relationships/customXml" Target="../ink/ink783.xml"/><Relationship Id="rId67" Type="http://schemas.openxmlformats.org/officeDocument/2006/relationships/image" Target="../media/image491.png"/><Relationship Id="rId272" Type="http://schemas.openxmlformats.org/officeDocument/2006/relationships/customXml" Target="../ink/ink602.xml"/><Relationship Id="rId577" Type="http://schemas.openxmlformats.org/officeDocument/2006/relationships/customXml" Target="../ink/ink755.xml"/><Relationship Id="rId700" Type="http://schemas.openxmlformats.org/officeDocument/2006/relationships/image" Target="../media/image805.png"/><Relationship Id="rId132" Type="http://schemas.openxmlformats.org/officeDocument/2006/relationships/customXml" Target="../ink/ink532.xml"/><Relationship Id="rId437" Type="http://schemas.openxmlformats.org/officeDocument/2006/relationships/customXml" Target="../ink/ink685.xml"/><Relationship Id="rId644" Type="http://schemas.openxmlformats.org/officeDocument/2006/relationships/image" Target="../media/image777.png"/><Relationship Id="rId283" Type="http://schemas.openxmlformats.org/officeDocument/2006/relationships/image" Target="../media/image598.png"/><Relationship Id="rId490" Type="http://schemas.openxmlformats.org/officeDocument/2006/relationships/image" Target="../media/image700.png"/><Relationship Id="rId504" Type="http://schemas.openxmlformats.org/officeDocument/2006/relationships/image" Target="../media/image707.png"/><Relationship Id="rId711" Type="http://schemas.openxmlformats.org/officeDocument/2006/relationships/image" Target="../media/image809.png"/><Relationship Id="rId78" Type="http://schemas.openxmlformats.org/officeDocument/2006/relationships/customXml" Target="../ink/ink505.xml"/><Relationship Id="rId143" Type="http://schemas.openxmlformats.org/officeDocument/2006/relationships/image" Target="../media/image529.png"/><Relationship Id="rId350" Type="http://schemas.openxmlformats.org/officeDocument/2006/relationships/image" Target="../media/image630.png"/><Relationship Id="rId588" Type="http://schemas.openxmlformats.org/officeDocument/2006/relationships/image" Target="../media/image749.png"/><Relationship Id="rId9" Type="http://schemas.openxmlformats.org/officeDocument/2006/relationships/image" Target="../media/image462.png"/><Relationship Id="rId210" Type="http://schemas.openxmlformats.org/officeDocument/2006/relationships/customXml" Target="../ink/ink571.xml"/><Relationship Id="rId448" Type="http://schemas.openxmlformats.org/officeDocument/2006/relationships/image" Target="../media/image679.png"/><Relationship Id="rId655" Type="http://schemas.openxmlformats.org/officeDocument/2006/relationships/customXml" Target="../ink/ink794.xml"/><Relationship Id="rId294" Type="http://schemas.openxmlformats.org/officeDocument/2006/relationships/customXml" Target="../ink/ink613.xml"/><Relationship Id="rId308" Type="http://schemas.openxmlformats.org/officeDocument/2006/relationships/customXml" Target="../ink/ink620.xml"/><Relationship Id="rId515" Type="http://schemas.openxmlformats.org/officeDocument/2006/relationships/customXml" Target="../ink/ink724.xml"/><Relationship Id="rId89" Type="http://schemas.openxmlformats.org/officeDocument/2006/relationships/image" Target="../media/image502.png"/><Relationship Id="rId154" Type="http://schemas.openxmlformats.org/officeDocument/2006/relationships/customXml" Target="../ink/ink543.xml"/><Relationship Id="rId361" Type="http://schemas.openxmlformats.org/officeDocument/2006/relationships/customXml" Target="../ink/ink647.xml"/><Relationship Id="rId599" Type="http://schemas.openxmlformats.org/officeDocument/2006/relationships/customXml" Target="../ink/ink766.xml"/><Relationship Id="rId459" Type="http://schemas.openxmlformats.org/officeDocument/2006/relationships/customXml" Target="../ink/ink696.xml"/><Relationship Id="rId666" Type="http://schemas.openxmlformats.org/officeDocument/2006/relationships/image" Target="../media/image788.png"/><Relationship Id="rId16" Type="http://schemas.openxmlformats.org/officeDocument/2006/relationships/customXml" Target="../ink/ink474.xml"/><Relationship Id="rId221" Type="http://schemas.openxmlformats.org/officeDocument/2006/relationships/image" Target="../media/image568.png"/><Relationship Id="rId319" Type="http://schemas.openxmlformats.org/officeDocument/2006/relationships/customXml" Target="../ink/ink626.xml"/><Relationship Id="rId526" Type="http://schemas.openxmlformats.org/officeDocument/2006/relationships/image" Target="../media/image718.png"/><Relationship Id="rId165" Type="http://schemas.openxmlformats.org/officeDocument/2006/relationships/image" Target="../media/image540.png"/><Relationship Id="rId372" Type="http://schemas.openxmlformats.org/officeDocument/2006/relationships/image" Target="../media/image641.png"/><Relationship Id="rId677" Type="http://schemas.openxmlformats.org/officeDocument/2006/relationships/customXml" Target="../ink/ink805.xml"/><Relationship Id="rId232" Type="http://schemas.openxmlformats.org/officeDocument/2006/relationships/customXml" Target="../ink/ink582.xml"/><Relationship Id="rId27" Type="http://schemas.openxmlformats.org/officeDocument/2006/relationships/image" Target="../media/image471.png"/><Relationship Id="rId537" Type="http://schemas.openxmlformats.org/officeDocument/2006/relationships/customXml" Target="../ink/ink735.xml"/><Relationship Id="rId80" Type="http://schemas.openxmlformats.org/officeDocument/2006/relationships/customXml" Target="../ink/ink506.xml"/><Relationship Id="rId176" Type="http://schemas.openxmlformats.org/officeDocument/2006/relationships/customXml" Target="../ink/ink554.xml"/><Relationship Id="rId383" Type="http://schemas.openxmlformats.org/officeDocument/2006/relationships/customXml" Target="../ink/ink658.xml"/><Relationship Id="rId590" Type="http://schemas.openxmlformats.org/officeDocument/2006/relationships/image" Target="../media/image750.png"/><Relationship Id="rId604" Type="http://schemas.openxmlformats.org/officeDocument/2006/relationships/image" Target="../media/image757.png"/><Relationship Id="rId243" Type="http://schemas.openxmlformats.org/officeDocument/2006/relationships/image" Target="../media/image579.png"/><Relationship Id="rId450" Type="http://schemas.openxmlformats.org/officeDocument/2006/relationships/image" Target="../media/image680.png"/><Relationship Id="rId688" Type="http://schemas.openxmlformats.org/officeDocument/2006/relationships/image" Target="../media/image799.png"/><Relationship Id="rId38" Type="http://schemas.openxmlformats.org/officeDocument/2006/relationships/customXml" Target="../ink/ink485.xml"/><Relationship Id="rId103" Type="http://schemas.openxmlformats.org/officeDocument/2006/relationships/image" Target="../media/image509.png"/><Relationship Id="rId310" Type="http://schemas.openxmlformats.org/officeDocument/2006/relationships/image" Target="../media/image611.png"/><Relationship Id="rId548" Type="http://schemas.openxmlformats.org/officeDocument/2006/relationships/image" Target="../media/image729.png"/><Relationship Id="rId91" Type="http://schemas.openxmlformats.org/officeDocument/2006/relationships/image" Target="../media/image503.png"/><Relationship Id="rId187" Type="http://schemas.openxmlformats.org/officeDocument/2006/relationships/image" Target="../media/image551.png"/><Relationship Id="rId394" Type="http://schemas.openxmlformats.org/officeDocument/2006/relationships/image" Target="../media/image652.png"/><Relationship Id="rId408" Type="http://schemas.openxmlformats.org/officeDocument/2006/relationships/image" Target="../media/image659.png"/><Relationship Id="rId615" Type="http://schemas.openxmlformats.org/officeDocument/2006/relationships/customXml" Target="../ink/ink774.xml"/><Relationship Id="rId254" Type="http://schemas.openxmlformats.org/officeDocument/2006/relationships/customXml" Target="../ink/ink593.xml"/><Relationship Id="rId699" Type="http://schemas.openxmlformats.org/officeDocument/2006/relationships/customXml" Target="../ink/ink816.xml"/><Relationship Id="rId49" Type="http://schemas.openxmlformats.org/officeDocument/2006/relationships/image" Target="../media/image482.png"/><Relationship Id="rId114" Type="http://schemas.openxmlformats.org/officeDocument/2006/relationships/customXml" Target="../ink/ink523.xml"/><Relationship Id="rId461" Type="http://schemas.openxmlformats.org/officeDocument/2006/relationships/customXml" Target="../ink/ink697.xml"/><Relationship Id="rId559" Type="http://schemas.openxmlformats.org/officeDocument/2006/relationships/customXml" Target="../ink/ink746.xml"/><Relationship Id="rId198" Type="http://schemas.openxmlformats.org/officeDocument/2006/relationships/customXml" Target="../ink/ink565.xml"/><Relationship Id="rId321" Type="http://schemas.openxmlformats.org/officeDocument/2006/relationships/customXml" Target="../ink/ink627.xml"/><Relationship Id="rId419" Type="http://schemas.openxmlformats.org/officeDocument/2006/relationships/customXml" Target="../ink/ink676.xml"/><Relationship Id="rId626" Type="http://schemas.openxmlformats.org/officeDocument/2006/relationships/image" Target="../media/image768.png"/><Relationship Id="rId265" Type="http://schemas.openxmlformats.org/officeDocument/2006/relationships/image" Target="../media/image589.png"/><Relationship Id="rId472" Type="http://schemas.openxmlformats.org/officeDocument/2006/relationships/image" Target="../media/image691.png"/><Relationship Id="rId125" Type="http://schemas.openxmlformats.org/officeDocument/2006/relationships/image" Target="../media/image520.png"/><Relationship Id="rId332" Type="http://schemas.openxmlformats.org/officeDocument/2006/relationships/image" Target="../media/image622.png"/><Relationship Id="rId637" Type="http://schemas.openxmlformats.org/officeDocument/2006/relationships/customXml" Target="../ink/ink785.xml"/><Relationship Id="rId276" Type="http://schemas.openxmlformats.org/officeDocument/2006/relationships/customXml" Target="../ink/ink604.xml"/><Relationship Id="rId483" Type="http://schemas.openxmlformats.org/officeDocument/2006/relationships/customXml" Target="../ink/ink708.xml"/><Relationship Id="rId690" Type="http://schemas.openxmlformats.org/officeDocument/2006/relationships/image" Target="../media/image800.png"/><Relationship Id="rId704" Type="http://schemas.openxmlformats.org/officeDocument/2006/relationships/customXml" Target="../ink/ink819.xml"/></Relationships>
</file>

<file path=ppt/slides/_rels/slide5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871.png"/><Relationship Id="rId21" Type="http://schemas.openxmlformats.org/officeDocument/2006/relationships/image" Target="../media/image823.png"/><Relationship Id="rId42" Type="http://schemas.openxmlformats.org/officeDocument/2006/relationships/customXml" Target="../ink/ink847.xml"/><Relationship Id="rId63" Type="http://schemas.openxmlformats.org/officeDocument/2006/relationships/image" Target="../media/image844.png"/><Relationship Id="rId84" Type="http://schemas.openxmlformats.org/officeDocument/2006/relationships/customXml" Target="../ink/ink868.xml"/><Relationship Id="rId16" Type="http://schemas.openxmlformats.org/officeDocument/2006/relationships/customXml" Target="../ink/ink834.xml"/><Relationship Id="rId107" Type="http://schemas.openxmlformats.org/officeDocument/2006/relationships/image" Target="../media/image866.png"/><Relationship Id="rId11" Type="http://schemas.openxmlformats.org/officeDocument/2006/relationships/image" Target="../media/image818.png"/><Relationship Id="rId32" Type="http://schemas.openxmlformats.org/officeDocument/2006/relationships/customXml" Target="../ink/ink842.xml"/><Relationship Id="rId37" Type="http://schemas.openxmlformats.org/officeDocument/2006/relationships/image" Target="../media/image831.png"/><Relationship Id="rId53" Type="http://schemas.openxmlformats.org/officeDocument/2006/relationships/image" Target="../media/image839.png"/><Relationship Id="rId58" Type="http://schemas.openxmlformats.org/officeDocument/2006/relationships/customXml" Target="../ink/ink855.xml"/><Relationship Id="rId74" Type="http://schemas.openxmlformats.org/officeDocument/2006/relationships/customXml" Target="../ink/ink863.xml"/><Relationship Id="rId79" Type="http://schemas.openxmlformats.org/officeDocument/2006/relationships/image" Target="../media/image852.png"/><Relationship Id="rId102" Type="http://schemas.openxmlformats.org/officeDocument/2006/relationships/customXml" Target="../ink/ink877.xml"/><Relationship Id="rId123" Type="http://schemas.openxmlformats.org/officeDocument/2006/relationships/image" Target="../media/image874.png"/><Relationship Id="rId128" Type="http://schemas.openxmlformats.org/officeDocument/2006/relationships/customXml" Target="../ink/ink890.xml"/><Relationship Id="rId5" Type="http://schemas.openxmlformats.org/officeDocument/2006/relationships/image" Target="../media/image815.png"/><Relationship Id="rId90" Type="http://schemas.openxmlformats.org/officeDocument/2006/relationships/customXml" Target="../ink/ink871.xml"/><Relationship Id="rId95" Type="http://schemas.openxmlformats.org/officeDocument/2006/relationships/image" Target="../media/image860.png"/><Relationship Id="rId22" Type="http://schemas.openxmlformats.org/officeDocument/2006/relationships/customXml" Target="../ink/ink837.xml"/><Relationship Id="rId27" Type="http://schemas.openxmlformats.org/officeDocument/2006/relationships/image" Target="../media/image826.png"/><Relationship Id="rId43" Type="http://schemas.openxmlformats.org/officeDocument/2006/relationships/image" Target="../media/image834.png"/><Relationship Id="rId48" Type="http://schemas.openxmlformats.org/officeDocument/2006/relationships/customXml" Target="../ink/ink850.xml"/><Relationship Id="rId64" Type="http://schemas.openxmlformats.org/officeDocument/2006/relationships/customXml" Target="../ink/ink858.xml"/><Relationship Id="rId69" Type="http://schemas.openxmlformats.org/officeDocument/2006/relationships/image" Target="../media/image847.png"/><Relationship Id="rId113" Type="http://schemas.openxmlformats.org/officeDocument/2006/relationships/image" Target="../media/image869.png"/><Relationship Id="rId118" Type="http://schemas.openxmlformats.org/officeDocument/2006/relationships/customXml" Target="../ink/ink885.xml"/><Relationship Id="rId80" Type="http://schemas.openxmlformats.org/officeDocument/2006/relationships/customXml" Target="../ink/ink866.xml"/><Relationship Id="rId85" Type="http://schemas.openxmlformats.org/officeDocument/2006/relationships/image" Target="../media/image855.png"/><Relationship Id="rId12" Type="http://schemas.openxmlformats.org/officeDocument/2006/relationships/customXml" Target="../ink/ink832.xml"/><Relationship Id="rId17" Type="http://schemas.openxmlformats.org/officeDocument/2006/relationships/image" Target="../media/image821.png"/><Relationship Id="rId33" Type="http://schemas.openxmlformats.org/officeDocument/2006/relationships/image" Target="../media/image829.png"/><Relationship Id="rId38" Type="http://schemas.openxmlformats.org/officeDocument/2006/relationships/customXml" Target="../ink/ink845.xml"/><Relationship Id="rId59" Type="http://schemas.openxmlformats.org/officeDocument/2006/relationships/image" Target="../media/image842.png"/><Relationship Id="rId103" Type="http://schemas.openxmlformats.org/officeDocument/2006/relationships/image" Target="../media/image864.png"/><Relationship Id="rId108" Type="http://schemas.openxmlformats.org/officeDocument/2006/relationships/customXml" Target="../ink/ink880.xml"/><Relationship Id="rId124" Type="http://schemas.openxmlformats.org/officeDocument/2006/relationships/customXml" Target="../ink/ink888.xml"/><Relationship Id="rId129" Type="http://schemas.openxmlformats.org/officeDocument/2006/relationships/image" Target="../media/image877.png"/><Relationship Id="rId54" Type="http://schemas.openxmlformats.org/officeDocument/2006/relationships/customXml" Target="../ink/ink853.xml"/><Relationship Id="rId70" Type="http://schemas.openxmlformats.org/officeDocument/2006/relationships/customXml" Target="../ink/ink861.xml"/><Relationship Id="rId75" Type="http://schemas.openxmlformats.org/officeDocument/2006/relationships/image" Target="../media/image850.png"/><Relationship Id="rId91" Type="http://schemas.openxmlformats.org/officeDocument/2006/relationships/image" Target="../media/image858.png"/><Relationship Id="rId96" Type="http://schemas.openxmlformats.org/officeDocument/2006/relationships/customXml" Target="../ink/ink874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829.xml"/><Relationship Id="rId23" Type="http://schemas.openxmlformats.org/officeDocument/2006/relationships/image" Target="../media/image824.png"/><Relationship Id="rId28" Type="http://schemas.openxmlformats.org/officeDocument/2006/relationships/customXml" Target="../ink/ink840.xml"/><Relationship Id="rId49" Type="http://schemas.openxmlformats.org/officeDocument/2006/relationships/image" Target="../media/image837.png"/><Relationship Id="rId114" Type="http://schemas.openxmlformats.org/officeDocument/2006/relationships/customXml" Target="../ink/ink883.xml"/><Relationship Id="rId119" Type="http://schemas.openxmlformats.org/officeDocument/2006/relationships/image" Target="../media/image872.png"/><Relationship Id="rId44" Type="http://schemas.openxmlformats.org/officeDocument/2006/relationships/customXml" Target="../ink/ink848.xml"/><Relationship Id="rId60" Type="http://schemas.openxmlformats.org/officeDocument/2006/relationships/customXml" Target="../ink/ink856.xml"/><Relationship Id="rId65" Type="http://schemas.openxmlformats.org/officeDocument/2006/relationships/image" Target="../media/image845.png"/><Relationship Id="rId81" Type="http://schemas.openxmlformats.org/officeDocument/2006/relationships/image" Target="../media/image853.png"/><Relationship Id="rId86" Type="http://schemas.openxmlformats.org/officeDocument/2006/relationships/customXml" Target="../ink/ink869.xml"/><Relationship Id="rId130" Type="http://schemas.openxmlformats.org/officeDocument/2006/relationships/customXml" Target="../ink/ink891.xml"/><Relationship Id="rId13" Type="http://schemas.openxmlformats.org/officeDocument/2006/relationships/image" Target="../media/image819.png"/><Relationship Id="rId18" Type="http://schemas.openxmlformats.org/officeDocument/2006/relationships/customXml" Target="../ink/ink835.xml"/><Relationship Id="rId39" Type="http://schemas.openxmlformats.org/officeDocument/2006/relationships/image" Target="../media/image832.png"/><Relationship Id="rId109" Type="http://schemas.openxmlformats.org/officeDocument/2006/relationships/image" Target="../media/image867.png"/><Relationship Id="rId34" Type="http://schemas.openxmlformats.org/officeDocument/2006/relationships/customXml" Target="../ink/ink843.xml"/><Relationship Id="rId50" Type="http://schemas.openxmlformats.org/officeDocument/2006/relationships/customXml" Target="../ink/ink851.xml"/><Relationship Id="rId55" Type="http://schemas.openxmlformats.org/officeDocument/2006/relationships/image" Target="../media/image840.png"/><Relationship Id="rId76" Type="http://schemas.openxmlformats.org/officeDocument/2006/relationships/customXml" Target="../ink/ink864.xml"/><Relationship Id="rId97" Type="http://schemas.openxmlformats.org/officeDocument/2006/relationships/image" Target="../media/image861.png"/><Relationship Id="rId104" Type="http://schemas.openxmlformats.org/officeDocument/2006/relationships/customXml" Target="../ink/ink878.xml"/><Relationship Id="rId120" Type="http://schemas.openxmlformats.org/officeDocument/2006/relationships/customXml" Target="../ink/ink886.xml"/><Relationship Id="rId125" Type="http://schemas.openxmlformats.org/officeDocument/2006/relationships/image" Target="../media/image875.png"/><Relationship Id="rId7" Type="http://schemas.openxmlformats.org/officeDocument/2006/relationships/image" Target="../media/image816.png"/><Relationship Id="rId71" Type="http://schemas.openxmlformats.org/officeDocument/2006/relationships/image" Target="../media/image848.png"/><Relationship Id="rId92" Type="http://schemas.openxmlformats.org/officeDocument/2006/relationships/customXml" Target="../ink/ink872.xml"/><Relationship Id="rId2" Type="http://schemas.openxmlformats.org/officeDocument/2006/relationships/customXml" Target="../ink/ink827.xml"/><Relationship Id="rId29" Type="http://schemas.openxmlformats.org/officeDocument/2006/relationships/image" Target="../media/image827.png"/><Relationship Id="rId24" Type="http://schemas.openxmlformats.org/officeDocument/2006/relationships/customXml" Target="../ink/ink838.xml"/><Relationship Id="rId40" Type="http://schemas.openxmlformats.org/officeDocument/2006/relationships/customXml" Target="../ink/ink846.xml"/><Relationship Id="rId45" Type="http://schemas.openxmlformats.org/officeDocument/2006/relationships/image" Target="../media/image835.png"/><Relationship Id="rId66" Type="http://schemas.openxmlformats.org/officeDocument/2006/relationships/customXml" Target="../ink/ink859.xml"/><Relationship Id="rId87" Type="http://schemas.openxmlformats.org/officeDocument/2006/relationships/image" Target="../media/image856.png"/><Relationship Id="rId110" Type="http://schemas.openxmlformats.org/officeDocument/2006/relationships/customXml" Target="../ink/ink881.xml"/><Relationship Id="rId115" Type="http://schemas.openxmlformats.org/officeDocument/2006/relationships/image" Target="../media/image870.png"/><Relationship Id="rId131" Type="http://schemas.openxmlformats.org/officeDocument/2006/relationships/image" Target="../media/image878.png"/><Relationship Id="rId61" Type="http://schemas.openxmlformats.org/officeDocument/2006/relationships/image" Target="../media/image843.png"/><Relationship Id="rId82" Type="http://schemas.openxmlformats.org/officeDocument/2006/relationships/customXml" Target="../ink/ink867.xml"/><Relationship Id="rId19" Type="http://schemas.openxmlformats.org/officeDocument/2006/relationships/image" Target="../media/image822.png"/><Relationship Id="rId14" Type="http://schemas.openxmlformats.org/officeDocument/2006/relationships/customXml" Target="../ink/ink833.xml"/><Relationship Id="rId30" Type="http://schemas.openxmlformats.org/officeDocument/2006/relationships/customXml" Target="../ink/ink841.xml"/><Relationship Id="rId35" Type="http://schemas.openxmlformats.org/officeDocument/2006/relationships/image" Target="../media/image830.png"/><Relationship Id="rId56" Type="http://schemas.openxmlformats.org/officeDocument/2006/relationships/customXml" Target="../ink/ink854.xml"/><Relationship Id="rId77" Type="http://schemas.openxmlformats.org/officeDocument/2006/relationships/image" Target="../media/image851.png"/><Relationship Id="rId100" Type="http://schemas.openxmlformats.org/officeDocument/2006/relationships/customXml" Target="../ink/ink876.xml"/><Relationship Id="rId105" Type="http://schemas.openxmlformats.org/officeDocument/2006/relationships/image" Target="../media/image865.png"/><Relationship Id="rId126" Type="http://schemas.openxmlformats.org/officeDocument/2006/relationships/customXml" Target="../ink/ink889.xml"/><Relationship Id="rId8" Type="http://schemas.openxmlformats.org/officeDocument/2006/relationships/customXml" Target="../ink/ink830.xml"/><Relationship Id="rId51" Type="http://schemas.openxmlformats.org/officeDocument/2006/relationships/image" Target="../media/image838.png"/><Relationship Id="rId72" Type="http://schemas.openxmlformats.org/officeDocument/2006/relationships/customXml" Target="../ink/ink862.xml"/><Relationship Id="rId93" Type="http://schemas.openxmlformats.org/officeDocument/2006/relationships/image" Target="../media/image859.png"/><Relationship Id="rId98" Type="http://schemas.openxmlformats.org/officeDocument/2006/relationships/customXml" Target="../ink/ink875.xml"/><Relationship Id="rId121" Type="http://schemas.openxmlformats.org/officeDocument/2006/relationships/image" Target="../media/image873.png"/><Relationship Id="rId3" Type="http://schemas.openxmlformats.org/officeDocument/2006/relationships/image" Target="../media/image814.png"/><Relationship Id="rId25" Type="http://schemas.openxmlformats.org/officeDocument/2006/relationships/image" Target="../media/image825.png"/><Relationship Id="rId46" Type="http://schemas.openxmlformats.org/officeDocument/2006/relationships/customXml" Target="../ink/ink849.xml"/><Relationship Id="rId67" Type="http://schemas.openxmlformats.org/officeDocument/2006/relationships/image" Target="../media/image846.png"/><Relationship Id="rId116" Type="http://schemas.openxmlformats.org/officeDocument/2006/relationships/customXml" Target="../ink/ink884.xml"/><Relationship Id="rId20" Type="http://schemas.openxmlformats.org/officeDocument/2006/relationships/customXml" Target="../ink/ink836.xml"/><Relationship Id="rId41" Type="http://schemas.openxmlformats.org/officeDocument/2006/relationships/image" Target="../media/image833.png"/><Relationship Id="rId62" Type="http://schemas.openxmlformats.org/officeDocument/2006/relationships/customXml" Target="../ink/ink857.xml"/><Relationship Id="rId83" Type="http://schemas.openxmlformats.org/officeDocument/2006/relationships/image" Target="../media/image854.png"/><Relationship Id="rId88" Type="http://schemas.openxmlformats.org/officeDocument/2006/relationships/customXml" Target="../ink/ink870.xml"/><Relationship Id="rId111" Type="http://schemas.openxmlformats.org/officeDocument/2006/relationships/image" Target="../media/image868.png"/><Relationship Id="rId132" Type="http://schemas.openxmlformats.org/officeDocument/2006/relationships/customXml" Target="../ink/ink892.xml"/><Relationship Id="rId15" Type="http://schemas.openxmlformats.org/officeDocument/2006/relationships/image" Target="../media/image820.png"/><Relationship Id="rId36" Type="http://schemas.openxmlformats.org/officeDocument/2006/relationships/customXml" Target="../ink/ink844.xml"/><Relationship Id="rId57" Type="http://schemas.openxmlformats.org/officeDocument/2006/relationships/image" Target="../media/image841.png"/><Relationship Id="rId106" Type="http://schemas.openxmlformats.org/officeDocument/2006/relationships/customXml" Target="../ink/ink879.xml"/><Relationship Id="rId127" Type="http://schemas.openxmlformats.org/officeDocument/2006/relationships/image" Target="../media/image876.png"/><Relationship Id="rId10" Type="http://schemas.openxmlformats.org/officeDocument/2006/relationships/customXml" Target="../ink/ink831.xml"/><Relationship Id="rId31" Type="http://schemas.openxmlformats.org/officeDocument/2006/relationships/image" Target="../media/image828.png"/><Relationship Id="rId52" Type="http://schemas.openxmlformats.org/officeDocument/2006/relationships/customXml" Target="../ink/ink852.xml"/><Relationship Id="rId73" Type="http://schemas.openxmlformats.org/officeDocument/2006/relationships/image" Target="../media/image849.png"/><Relationship Id="rId78" Type="http://schemas.openxmlformats.org/officeDocument/2006/relationships/customXml" Target="../ink/ink865.xml"/><Relationship Id="rId94" Type="http://schemas.openxmlformats.org/officeDocument/2006/relationships/customXml" Target="../ink/ink873.xml"/><Relationship Id="rId99" Type="http://schemas.openxmlformats.org/officeDocument/2006/relationships/image" Target="../media/image862.png"/><Relationship Id="rId101" Type="http://schemas.openxmlformats.org/officeDocument/2006/relationships/image" Target="../media/image863.png"/><Relationship Id="rId122" Type="http://schemas.openxmlformats.org/officeDocument/2006/relationships/customXml" Target="../ink/ink887.xml"/><Relationship Id="rId4" Type="http://schemas.openxmlformats.org/officeDocument/2006/relationships/customXml" Target="../ink/ink828.xml"/><Relationship Id="rId9" Type="http://schemas.openxmlformats.org/officeDocument/2006/relationships/image" Target="../media/image817.png"/><Relationship Id="rId26" Type="http://schemas.openxmlformats.org/officeDocument/2006/relationships/customXml" Target="../ink/ink839.xml"/><Relationship Id="rId47" Type="http://schemas.openxmlformats.org/officeDocument/2006/relationships/image" Target="../media/image836.png"/><Relationship Id="rId68" Type="http://schemas.openxmlformats.org/officeDocument/2006/relationships/customXml" Target="../ink/ink860.xml"/><Relationship Id="rId89" Type="http://schemas.openxmlformats.org/officeDocument/2006/relationships/image" Target="../media/image857.png"/><Relationship Id="rId112" Type="http://schemas.openxmlformats.org/officeDocument/2006/relationships/customXml" Target="../ink/ink882.xml"/><Relationship Id="rId133" Type="http://schemas.openxmlformats.org/officeDocument/2006/relationships/image" Target="../media/image879.png"/></Relationships>
</file>

<file path=ppt/slides/_rels/slide6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937.png"/><Relationship Id="rId671" Type="http://schemas.openxmlformats.org/officeDocument/2006/relationships/image" Target="../media/image1209.png"/><Relationship Id="rId21" Type="http://schemas.openxmlformats.org/officeDocument/2006/relationships/image" Target="../media/image889.png"/><Relationship Id="rId324" Type="http://schemas.openxmlformats.org/officeDocument/2006/relationships/image" Target="../media/image1036.png"/><Relationship Id="rId531" Type="http://schemas.openxmlformats.org/officeDocument/2006/relationships/customXml" Target="../ink/ink1158.xml"/><Relationship Id="rId629" Type="http://schemas.openxmlformats.org/officeDocument/2006/relationships/customXml" Target="../ink/ink1207.xml"/><Relationship Id="rId170" Type="http://schemas.openxmlformats.org/officeDocument/2006/relationships/customXml" Target="../ink/ink977.xml"/><Relationship Id="rId268" Type="http://schemas.openxmlformats.org/officeDocument/2006/relationships/customXml" Target="../ink/ink1026.xml"/><Relationship Id="rId475" Type="http://schemas.openxmlformats.org/officeDocument/2006/relationships/customXml" Target="../ink/ink1130.xml"/><Relationship Id="rId682" Type="http://schemas.openxmlformats.org/officeDocument/2006/relationships/customXml" Target="../ink/ink1234.xml"/><Relationship Id="rId32" Type="http://schemas.openxmlformats.org/officeDocument/2006/relationships/customXml" Target="../ink/ink908.xml"/><Relationship Id="rId128" Type="http://schemas.openxmlformats.org/officeDocument/2006/relationships/customXml" Target="../ink/ink956.xml"/><Relationship Id="rId335" Type="http://schemas.openxmlformats.org/officeDocument/2006/relationships/customXml" Target="../ink/ink1060.xml"/><Relationship Id="rId542" Type="http://schemas.openxmlformats.org/officeDocument/2006/relationships/image" Target="../media/image1145.png"/><Relationship Id="rId181" Type="http://schemas.openxmlformats.org/officeDocument/2006/relationships/image" Target="../media/image969.png"/><Relationship Id="rId402" Type="http://schemas.openxmlformats.org/officeDocument/2006/relationships/image" Target="../media/image1075.png"/><Relationship Id="rId279" Type="http://schemas.openxmlformats.org/officeDocument/2006/relationships/image" Target="../media/image281.png"/><Relationship Id="rId486" Type="http://schemas.openxmlformats.org/officeDocument/2006/relationships/image" Target="../media/image1117.png"/><Relationship Id="rId693" Type="http://schemas.openxmlformats.org/officeDocument/2006/relationships/image" Target="../media/image1220.png"/><Relationship Id="rId707" Type="http://schemas.openxmlformats.org/officeDocument/2006/relationships/image" Target="../media/image1227.png"/><Relationship Id="rId43" Type="http://schemas.openxmlformats.org/officeDocument/2006/relationships/image" Target="../media/image900.png"/><Relationship Id="rId139" Type="http://schemas.openxmlformats.org/officeDocument/2006/relationships/image" Target="../media/image948.png"/><Relationship Id="rId346" Type="http://schemas.openxmlformats.org/officeDocument/2006/relationships/image" Target="../media/image1047.png"/><Relationship Id="rId553" Type="http://schemas.openxmlformats.org/officeDocument/2006/relationships/customXml" Target="../ink/ink1169.xml"/><Relationship Id="rId760" Type="http://schemas.openxmlformats.org/officeDocument/2006/relationships/customXml" Target="../ink/ink1273.xml"/><Relationship Id="rId192" Type="http://schemas.openxmlformats.org/officeDocument/2006/relationships/customXml" Target="../ink/ink988.xml"/><Relationship Id="rId206" Type="http://schemas.openxmlformats.org/officeDocument/2006/relationships/customXml" Target="../ink/ink995.xml"/><Relationship Id="rId413" Type="http://schemas.openxmlformats.org/officeDocument/2006/relationships/customXml" Target="../ink/ink1099.xml"/><Relationship Id="rId497" Type="http://schemas.openxmlformats.org/officeDocument/2006/relationships/customXml" Target="../ink/ink1141.xml"/><Relationship Id="rId620" Type="http://schemas.openxmlformats.org/officeDocument/2006/relationships/image" Target="../media/image1184.png"/><Relationship Id="rId718" Type="http://schemas.openxmlformats.org/officeDocument/2006/relationships/customXml" Target="../ink/ink1252.xml"/><Relationship Id="rId357" Type="http://schemas.openxmlformats.org/officeDocument/2006/relationships/customXml" Target="../ink/ink1071.xml"/><Relationship Id="rId54" Type="http://schemas.openxmlformats.org/officeDocument/2006/relationships/customXml" Target="../ink/ink919.xml"/><Relationship Id="rId217" Type="http://schemas.openxmlformats.org/officeDocument/2006/relationships/image" Target="../media/image987.png"/><Relationship Id="rId564" Type="http://schemas.openxmlformats.org/officeDocument/2006/relationships/image" Target="../media/image1156.png"/><Relationship Id="rId424" Type="http://schemas.openxmlformats.org/officeDocument/2006/relationships/image" Target="../media/image1086.png"/><Relationship Id="rId631" Type="http://schemas.openxmlformats.org/officeDocument/2006/relationships/customXml" Target="../ink/ink1208.xml"/><Relationship Id="rId729" Type="http://schemas.openxmlformats.org/officeDocument/2006/relationships/image" Target="../media/image1238.png"/><Relationship Id="rId270" Type="http://schemas.openxmlformats.org/officeDocument/2006/relationships/customXml" Target="../ink/ink1027.xml"/><Relationship Id="rId65" Type="http://schemas.openxmlformats.org/officeDocument/2006/relationships/image" Target="../media/image911.png"/><Relationship Id="rId130" Type="http://schemas.openxmlformats.org/officeDocument/2006/relationships/customXml" Target="../ink/ink957.xml"/><Relationship Id="rId368" Type="http://schemas.openxmlformats.org/officeDocument/2006/relationships/image" Target="../media/image1058.png"/><Relationship Id="rId575" Type="http://schemas.openxmlformats.org/officeDocument/2006/relationships/customXml" Target="../ink/ink1180.xml"/><Relationship Id="rId228" Type="http://schemas.openxmlformats.org/officeDocument/2006/relationships/customXml" Target="../ink/ink1006.xml"/><Relationship Id="rId435" Type="http://schemas.openxmlformats.org/officeDocument/2006/relationships/customXml" Target="../ink/ink1110.xml"/><Relationship Id="rId642" Type="http://schemas.openxmlformats.org/officeDocument/2006/relationships/image" Target="../media/image1195.png"/><Relationship Id="rId281" Type="http://schemas.openxmlformats.org/officeDocument/2006/relationships/image" Target="../media/image1016.png"/><Relationship Id="rId502" Type="http://schemas.openxmlformats.org/officeDocument/2006/relationships/image" Target="../media/image1125.png"/><Relationship Id="rId76" Type="http://schemas.openxmlformats.org/officeDocument/2006/relationships/customXml" Target="../ink/ink930.xml"/><Relationship Id="rId141" Type="http://schemas.openxmlformats.org/officeDocument/2006/relationships/image" Target="../media/image949.png"/><Relationship Id="rId379" Type="http://schemas.openxmlformats.org/officeDocument/2006/relationships/customXml" Target="../ink/ink1082.xml"/><Relationship Id="rId586" Type="http://schemas.openxmlformats.org/officeDocument/2006/relationships/image" Target="../media/image1167.png"/><Relationship Id="rId7" Type="http://schemas.openxmlformats.org/officeDocument/2006/relationships/image" Target="../media/image882.png"/><Relationship Id="rId239" Type="http://schemas.openxmlformats.org/officeDocument/2006/relationships/image" Target="../media/image998.png"/><Relationship Id="rId446" Type="http://schemas.openxmlformats.org/officeDocument/2006/relationships/image" Target="../media/image1097.png"/><Relationship Id="rId653" Type="http://schemas.openxmlformats.org/officeDocument/2006/relationships/customXml" Target="../ink/ink1219.xml"/><Relationship Id="rId292" Type="http://schemas.openxmlformats.org/officeDocument/2006/relationships/customXml" Target="../ink/ink1038.xml"/><Relationship Id="rId306" Type="http://schemas.openxmlformats.org/officeDocument/2006/relationships/image" Target="../media/image1027.png"/><Relationship Id="rId87" Type="http://schemas.openxmlformats.org/officeDocument/2006/relationships/image" Target="../media/image922.png"/><Relationship Id="rId513" Type="http://schemas.openxmlformats.org/officeDocument/2006/relationships/customXml" Target="../ink/ink1149.xml"/><Relationship Id="rId597" Type="http://schemas.openxmlformats.org/officeDocument/2006/relationships/customXml" Target="../ink/ink1191.xml"/><Relationship Id="rId720" Type="http://schemas.openxmlformats.org/officeDocument/2006/relationships/customXml" Target="../ink/ink1253.xml"/><Relationship Id="rId152" Type="http://schemas.openxmlformats.org/officeDocument/2006/relationships/customXml" Target="../ink/ink968.xml"/><Relationship Id="rId457" Type="http://schemas.openxmlformats.org/officeDocument/2006/relationships/customXml" Target="../ink/ink1121.xml"/><Relationship Id="rId664" Type="http://schemas.openxmlformats.org/officeDocument/2006/relationships/image" Target="../media/image1206.png"/><Relationship Id="rId14" Type="http://schemas.openxmlformats.org/officeDocument/2006/relationships/customXml" Target="../ink/ink899.xml"/><Relationship Id="rId317" Type="http://schemas.openxmlformats.org/officeDocument/2006/relationships/customXml" Target="../ink/ink1051.xml"/><Relationship Id="rId524" Type="http://schemas.openxmlformats.org/officeDocument/2006/relationships/image" Target="../media/image1136.png"/><Relationship Id="rId731" Type="http://schemas.openxmlformats.org/officeDocument/2006/relationships/image" Target="../media/image1239.png"/><Relationship Id="rId98" Type="http://schemas.openxmlformats.org/officeDocument/2006/relationships/customXml" Target="../ink/ink941.xml"/><Relationship Id="rId163" Type="http://schemas.openxmlformats.org/officeDocument/2006/relationships/image" Target="../media/image960.png"/><Relationship Id="rId370" Type="http://schemas.openxmlformats.org/officeDocument/2006/relationships/image" Target="../media/image1059.png"/><Relationship Id="rId230" Type="http://schemas.openxmlformats.org/officeDocument/2006/relationships/customXml" Target="../ink/ink1007.xml"/><Relationship Id="rId468" Type="http://schemas.openxmlformats.org/officeDocument/2006/relationships/image" Target="../media/image1108.png"/><Relationship Id="rId675" Type="http://schemas.openxmlformats.org/officeDocument/2006/relationships/image" Target="../media/image1211.png"/><Relationship Id="rId25" Type="http://schemas.openxmlformats.org/officeDocument/2006/relationships/image" Target="../media/image891.png"/><Relationship Id="rId328" Type="http://schemas.openxmlformats.org/officeDocument/2006/relationships/image" Target="../media/image1038.png"/><Relationship Id="rId535" Type="http://schemas.openxmlformats.org/officeDocument/2006/relationships/customXml" Target="../ink/ink1160.xml"/><Relationship Id="rId742" Type="http://schemas.openxmlformats.org/officeDocument/2006/relationships/customXml" Target="../ink/ink1264.xml"/><Relationship Id="rId174" Type="http://schemas.openxmlformats.org/officeDocument/2006/relationships/customXml" Target="../ink/ink979.xml"/><Relationship Id="rId381" Type="http://schemas.openxmlformats.org/officeDocument/2006/relationships/customXml" Target="../ink/ink1083.xml"/><Relationship Id="rId602" Type="http://schemas.openxmlformats.org/officeDocument/2006/relationships/image" Target="../media/image1175.png"/><Relationship Id="rId241" Type="http://schemas.openxmlformats.org/officeDocument/2006/relationships/image" Target="../media/image999.png"/><Relationship Id="rId479" Type="http://schemas.openxmlformats.org/officeDocument/2006/relationships/customXml" Target="../ink/ink1132.xml"/><Relationship Id="rId686" Type="http://schemas.openxmlformats.org/officeDocument/2006/relationships/customXml" Target="../ink/ink1236.xml"/><Relationship Id="rId36" Type="http://schemas.openxmlformats.org/officeDocument/2006/relationships/customXml" Target="../ink/ink910.xml"/><Relationship Id="rId339" Type="http://schemas.openxmlformats.org/officeDocument/2006/relationships/customXml" Target="../ink/ink1062.xml"/><Relationship Id="rId546" Type="http://schemas.openxmlformats.org/officeDocument/2006/relationships/image" Target="../media/image1147.png"/><Relationship Id="rId753" Type="http://schemas.openxmlformats.org/officeDocument/2006/relationships/image" Target="../media/image1250.png"/><Relationship Id="rId101" Type="http://schemas.openxmlformats.org/officeDocument/2006/relationships/image" Target="../media/image929.png"/><Relationship Id="rId185" Type="http://schemas.openxmlformats.org/officeDocument/2006/relationships/image" Target="../media/image971.png"/><Relationship Id="rId406" Type="http://schemas.openxmlformats.org/officeDocument/2006/relationships/image" Target="../media/image1077.png"/><Relationship Id="rId392" Type="http://schemas.openxmlformats.org/officeDocument/2006/relationships/image" Target="../media/image1070.png"/><Relationship Id="rId613" Type="http://schemas.openxmlformats.org/officeDocument/2006/relationships/customXml" Target="../ink/ink1199.xml"/><Relationship Id="rId697" Type="http://schemas.openxmlformats.org/officeDocument/2006/relationships/image" Target="../media/image1222.png"/><Relationship Id="rId252" Type="http://schemas.openxmlformats.org/officeDocument/2006/relationships/customXml" Target="../ink/ink1018.xml"/><Relationship Id="rId47" Type="http://schemas.openxmlformats.org/officeDocument/2006/relationships/image" Target="../media/image902.png"/><Relationship Id="rId112" Type="http://schemas.openxmlformats.org/officeDocument/2006/relationships/customXml" Target="../ink/ink948.xml"/><Relationship Id="rId557" Type="http://schemas.openxmlformats.org/officeDocument/2006/relationships/customXml" Target="../ink/ink1171.xml"/><Relationship Id="rId764" Type="http://schemas.openxmlformats.org/officeDocument/2006/relationships/customXml" Target="../ink/ink1275.xml"/><Relationship Id="rId196" Type="http://schemas.openxmlformats.org/officeDocument/2006/relationships/customXml" Target="../ink/ink990.xml"/><Relationship Id="rId417" Type="http://schemas.openxmlformats.org/officeDocument/2006/relationships/customXml" Target="../ink/ink1101.xml"/><Relationship Id="rId624" Type="http://schemas.openxmlformats.org/officeDocument/2006/relationships/image" Target="../media/image1186.png"/><Relationship Id="rId263" Type="http://schemas.openxmlformats.org/officeDocument/2006/relationships/image" Target="../media/image1010.png"/><Relationship Id="rId470" Type="http://schemas.openxmlformats.org/officeDocument/2006/relationships/image" Target="../media/image1109.png"/><Relationship Id="rId58" Type="http://schemas.openxmlformats.org/officeDocument/2006/relationships/customXml" Target="../ink/ink921.xml"/><Relationship Id="rId123" Type="http://schemas.openxmlformats.org/officeDocument/2006/relationships/image" Target="../media/image940.png"/><Relationship Id="rId330" Type="http://schemas.openxmlformats.org/officeDocument/2006/relationships/image" Target="../media/image1039.png"/><Relationship Id="rId568" Type="http://schemas.openxmlformats.org/officeDocument/2006/relationships/image" Target="../media/image1158.png"/><Relationship Id="rId428" Type="http://schemas.openxmlformats.org/officeDocument/2006/relationships/image" Target="../media/image1088.png"/><Relationship Id="rId635" Type="http://schemas.openxmlformats.org/officeDocument/2006/relationships/customXml" Target="../ink/ink1210.xml"/><Relationship Id="rId274" Type="http://schemas.openxmlformats.org/officeDocument/2006/relationships/customXml" Target="../ink/ink1029.xml"/><Relationship Id="rId481" Type="http://schemas.openxmlformats.org/officeDocument/2006/relationships/customXml" Target="../ink/ink1133.xml"/><Relationship Id="rId702" Type="http://schemas.openxmlformats.org/officeDocument/2006/relationships/customXml" Target="../ink/ink1244.xml"/><Relationship Id="rId69" Type="http://schemas.openxmlformats.org/officeDocument/2006/relationships/image" Target="../media/image913.png"/><Relationship Id="rId134" Type="http://schemas.openxmlformats.org/officeDocument/2006/relationships/customXml" Target="../ink/ink959.xml"/><Relationship Id="rId579" Type="http://schemas.openxmlformats.org/officeDocument/2006/relationships/customXml" Target="../ink/ink1182.xml"/><Relationship Id="rId341" Type="http://schemas.openxmlformats.org/officeDocument/2006/relationships/customXml" Target="../ink/ink1063.xml"/><Relationship Id="rId439" Type="http://schemas.openxmlformats.org/officeDocument/2006/relationships/customXml" Target="../ink/ink1112.xml"/><Relationship Id="rId646" Type="http://schemas.openxmlformats.org/officeDocument/2006/relationships/image" Target="../media/image1197.png"/><Relationship Id="rId201" Type="http://schemas.openxmlformats.org/officeDocument/2006/relationships/image" Target="../media/image979.png"/><Relationship Id="rId285" Type="http://schemas.openxmlformats.org/officeDocument/2006/relationships/image" Target="../media/image1018.png"/><Relationship Id="rId506" Type="http://schemas.openxmlformats.org/officeDocument/2006/relationships/image" Target="../media/image1127.png"/><Relationship Id="rId492" Type="http://schemas.openxmlformats.org/officeDocument/2006/relationships/image" Target="../media/image1120.png"/><Relationship Id="rId713" Type="http://schemas.openxmlformats.org/officeDocument/2006/relationships/image" Target="../media/image1230.png"/><Relationship Id="rId145" Type="http://schemas.openxmlformats.org/officeDocument/2006/relationships/image" Target="../media/image951.png"/><Relationship Id="rId352" Type="http://schemas.openxmlformats.org/officeDocument/2006/relationships/image" Target="../media/image1050.png"/><Relationship Id="rId212" Type="http://schemas.openxmlformats.org/officeDocument/2006/relationships/customXml" Target="../ink/ink998.xml"/><Relationship Id="rId657" Type="http://schemas.openxmlformats.org/officeDocument/2006/relationships/customXml" Target="../ink/ink1221.xml"/><Relationship Id="rId296" Type="http://schemas.openxmlformats.org/officeDocument/2006/relationships/customXml" Target="../ink/ink1040.xml"/><Relationship Id="rId517" Type="http://schemas.openxmlformats.org/officeDocument/2006/relationships/customXml" Target="../ink/ink1151.xml"/><Relationship Id="rId724" Type="http://schemas.openxmlformats.org/officeDocument/2006/relationships/customXml" Target="../ink/ink1255.xml"/><Relationship Id="rId60" Type="http://schemas.openxmlformats.org/officeDocument/2006/relationships/customXml" Target="../ink/ink922.xml"/><Relationship Id="rId156" Type="http://schemas.openxmlformats.org/officeDocument/2006/relationships/customXml" Target="../ink/ink970.xml"/><Relationship Id="rId363" Type="http://schemas.openxmlformats.org/officeDocument/2006/relationships/customXml" Target="../ink/ink1074.xml"/><Relationship Id="rId570" Type="http://schemas.openxmlformats.org/officeDocument/2006/relationships/image" Target="../media/image1159.png"/><Relationship Id="rId223" Type="http://schemas.openxmlformats.org/officeDocument/2006/relationships/image" Target="../media/image990.png"/><Relationship Id="rId430" Type="http://schemas.openxmlformats.org/officeDocument/2006/relationships/image" Target="../media/image1089.png"/><Relationship Id="rId668" Type="http://schemas.openxmlformats.org/officeDocument/2006/relationships/customXml" Target="../ink/ink1227.xml"/><Relationship Id="rId18" Type="http://schemas.openxmlformats.org/officeDocument/2006/relationships/customXml" Target="../ink/ink901.xml"/><Relationship Id="rId528" Type="http://schemas.openxmlformats.org/officeDocument/2006/relationships/image" Target="../media/image1138.png"/><Relationship Id="rId735" Type="http://schemas.openxmlformats.org/officeDocument/2006/relationships/image" Target="../media/image1241.png"/><Relationship Id="rId167" Type="http://schemas.openxmlformats.org/officeDocument/2006/relationships/image" Target="../media/image962.png"/><Relationship Id="rId374" Type="http://schemas.openxmlformats.org/officeDocument/2006/relationships/image" Target="../media/image1061.png"/><Relationship Id="rId581" Type="http://schemas.openxmlformats.org/officeDocument/2006/relationships/customXml" Target="../ink/ink1183.xml"/><Relationship Id="rId71" Type="http://schemas.openxmlformats.org/officeDocument/2006/relationships/image" Target="../media/image914.png"/><Relationship Id="rId234" Type="http://schemas.openxmlformats.org/officeDocument/2006/relationships/customXml" Target="../ink/ink1009.xml"/><Relationship Id="rId679" Type="http://schemas.openxmlformats.org/officeDocument/2006/relationships/image" Target="../media/image1213.png"/><Relationship Id="rId2" Type="http://schemas.openxmlformats.org/officeDocument/2006/relationships/customXml" Target="../ink/ink893.xml"/><Relationship Id="rId29" Type="http://schemas.openxmlformats.org/officeDocument/2006/relationships/image" Target="../media/image893.png"/><Relationship Id="rId441" Type="http://schemas.openxmlformats.org/officeDocument/2006/relationships/customXml" Target="../ink/ink1113.xml"/><Relationship Id="rId539" Type="http://schemas.openxmlformats.org/officeDocument/2006/relationships/customXml" Target="../ink/ink1162.xml"/><Relationship Id="rId746" Type="http://schemas.openxmlformats.org/officeDocument/2006/relationships/customXml" Target="../ink/ink1266.xml"/><Relationship Id="rId178" Type="http://schemas.openxmlformats.org/officeDocument/2006/relationships/customXml" Target="../ink/ink981.xml"/><Relationship Id="rId301" Type="http://schemas.openxmlformats.org/officeDocument/2006/relationships/image" Target="../media/image1025.png"/><Relationship Id="rId82" Type="http://schemas.openxmlformats.org/officeDocument/2006/relationships/customXml" Target="../ink/ink933.xml"/><Relationship Id="rId385" Type="http://schemas.openxmlformats.org/officeDocument/2006/relationships/customXml" Target="../ink/ink1085.xml"/><Relationship Id="rId592" Type="http://schemas.openxmlformats.org/officeDocument/2006/relationships/image" Target="../media/image1170.png"/><Relationship Id="rId606" Type="http://schemas.openxmlformats.org/officeDocument/2006/relationships/image" Target="../media/image1177.png"/><Relationship Id="rId245" Type="http://schemas.openxmlformats.org/officeDocument/2006/relationships/image" Target="../media/image1001.png"/><Relationship Id="rId452" Type="http://schemas.openxmlformats.org/officeDocument/2006/relationships/image" Target="../media/image1100.png"/><Relationship Id="rId105" Type="http://schemas.openxmlformats.org/officeDocument/2006/relationships/image" Target="../media/image931.png"/><Relationship Id="rId312" Type="http://schemas.openxmlformats.org/officeDocument/2006/relationships/image" Target="../media/image1030.png"/><Relationship Id="rId757" Type="http://schemas.openxmlformats.org/officeDocument/2006/relationships/image" Target="../media/image1252.png"/><Relationship Id="rId93" Type="http://schemas.openxmlformats.org/officeDocument/2006/relationships/image" Target="../media/image925.png"/><Relationship Id="rId189" Type="http://schemas.openxmlformats.org/officeDocument/2006/relationships/image" Target="../media/image973.png"/><Relationship Id="rId396" Type="http://schemas.openxmlformats.org/officeDocument/2006/relationships/image" Target="../media/image1072.png"/><Relationship Id="rId617" Type="http://schemas.openxmlformats.org/officeDocument/2006/relationships/customXml" Target="../ink/ink1201.xml"/><Relationship Id="rId256" Type="http://schemas.openxmlformats.org/officeDocument/2006/relationships/customXml" Target="../ink/ink1020.xml"/><Relationship Id="rId463" Type="http://schemas.openxmlformats.org/officeDocument/2006/relationships/customXml" Target="../ink/ink1124.xml"/><Relationship Id="rId670" Type="http://schemas.openxmlformats.org/officeDocument/2006/relationships/customXml" Target="../ink/ink1228.xml"/><Relationship Id="rId116" Type="http://schemas.openxmlformats.org/officeDocument/2006/relationships/customXml" Target="../ink/ink950.xml"/><Relationship Id="rId323" Type="http://schemas.openxmlformats.org/officeDocument/2006/relationships/customXml" Target="../ink/ink1054.xml"/><Relationship Id="rId530" Type="http://schemas.openxmlformats.org/officeDocument/2006/relationships/image" Target="../media/image1139.png"/><Relationship Id="rId20" Type="http://schemas.openxmlformats.org/officeDocument/2006/relationships/customXml" Target="../ink/ink902.xml"/><Relationship Id="rId628" Type="http://schemas.openxmlformats.org/officeDocument/2006/relationships/image" Target="../media/image1188.png"/><Relationship Id="rId267" Type="http://schemas.openxmlformats.org/officeDocument/2006/relationships/image" Target="../media/image1012.png"/><Relationship Id="rId474" Type="http://schemas.openxmlformats.org/officeDocument/2006/relationships/image" Target="../media/image1111.png"/><Relationship Id="rId127" Type="http://schemas.openxmlformats.org/officeDocument/2006/relationships/image" Target="../media/image942.png"/><Relationship Id="rId681" Type="http://schemas.openxmlformats.org/officeDocument/2006/relationships/image" Target="../media/image1214.png"/><Relationship Id="rId31" Type="http://schemas.openxmlformats.org/officeDocument/2006/relationships/image" Target="../media/image894.png"/><Relationship Id="rId334" Type="http://schemas.openxmlformats.org/officeDocument/2006/relationships/image" Target="../media/image1041.png"/><Relationship Id="rId541" Type="http://schemas.openxmlformats.org/officeDocument/2006/relationships/customXml" Target="../ink/ink1163.xml"/><Relationship Id="rId639" Type="http://schemas.openxmlformats.org/officeDocument/2006/relationships/customXml" Target="../ink/ink1212.xml"/><Relationship Id="rId180" Type="http://schemas.openxmlformats.org/officeDocument/2006/relationships/customXml" Target="../ink/ink982.xml"/><Relationship Id="rId278" Type="http://schemas.openxmlformats.org/officeDocument/2006/relationships/customXml" Target="../ink/ink1031.xml"/><Relationship Id="rId401" Type="http://schemas.openxmlformats.org/officeDocument/2006/relationships/customXml" Target="../ink/ink1093.xml"/><Relationship Id="rId303" Type="http://schemas.openxmlformats.org/officeDocument/2006/relationships/image" Target="../media/image1026.png"/><Relationship Id="rId485" Type="http://schemas.openxmlformats.org/officeDocument/2006/relationships/customXml" Target="../ink/ink1135.xml"/><Relationship Id="rId692" Type="http://schemas.openxmlformats.org/officeDocument/2006/relationships/customXml" Target="../ink/ink1239.xml"/><Relationship Id="rId706" Type="http://schemas.openxmlformats.org/officeDocument/2006/relationships/customXml" Target="../ink/ink1246.xml"/><Relationship Id="rId748" Type="http://schemas.openxmlformats.org/officeDocument/2006/relationships/customXml" Target="../ink/ink1267.xml"/><Relationship Id="rId42" Type="http://schemas.openxmlformats.org/officeDocument/2006/relationships/customXml" Target="../ink/ink913.xml"/><Relationship Id="rId84" Type="http://schemas.openxmlformats.org/officeDocument/2006/relationships/customXml" Target="../ink/ink934.xml"/><Relationship Id="rId138" Type="http://schemas.openxmlformats.org/officeDocument/2006/relationships/customXml" Target="../ink/ink961.xml"/><Relationship Id="rId345" Type="http://schemas.openxmlformats.org/officeDocument/2006/relationships/customXml" Target="../ink/ink1065.xml"/><Relationship Id="rId387" Type="http://schemas.openxmlformats.org/officeDocument/2006/relationships/customXml" Target="../ink/ink1086.xml"/><Relationship Id="rId510" Type="http://schemas.openxmlformats.org/officeDocument/2006/relationships/image" Target="../media/image1129.png"/><Relationship Id="rId552" Type="http://schemas.openxmlformats.org/officeDocument/2006/relationships/image" Target="../media/image1150.png"/><Relationship Id="rId594" Type="http://schemas.openxmlformats.org/officeDocument/2006/relationships/image" Target="../media/image1171.png"/><Relationship Id="rId608" Type="http://schemas.openxmlformats.org/officeDocument/2006/relationships/image" Target="../media/image1178.png"/><Relationship Id="rId191" Type="http://schemas.openxmlformats.org/officeDocument/2006/relationships/image" Target="../media/image974.png"/><Relationship Id="rId205" Type="http://schemas.openxmlformats.org/officeDocument/2006/relationships/image" Target="../media/image981.png"/><Relationship Id="rId247" Type="http://schemas.openxmlformats.org/officeDocument/2006/relationships/image" Target="../media/image1002.png"/><Relationship Id="rId412" Type="http://schemas.openxmlformats.org/officeDocument/2006/relationships/image" Target="../media/image1080.png"/><Relationship Id="rId107" Type="http://schemas.openxmlformats.org/officeDocument/2006/relationships/image" Target="../media/image932.png"/><Relationship Id="rId289" Type="http://schemas.openxmlformats.org/officeDocument/2006/relationships/image" Target="../media/image1020.png"/><Relationship Id="rId454" Type="http://schemas.openxmlformats.org/officeDocument/2006/relationships/image" Target="../media/image1101.png"/><Relationship Id="rId496" Type="http://schemas.openxmlformats.org/officeDocument/2006/relationships/image" Target="../media/image1122.png"/><Relationship Id="rId661" Type="http://schemas.openxmlformats.org/officeDocument/2006/relationships/customXml" Target="../ink/ink1223.xml"/><Relationship Id="rId717" Type="http://schemas.openxmlformats.org/officeDocument/2006/relationships/image" Target="../media/image1232.png"/><Relationship Id="rId759" Type="http://schemas.openxmlformats.org/officeDocument/2006/relationships/image" Target="../media/image1253.png"/><Relationship Id="rId11" Type="http://schemas.openxmlformats.org/officeDocument/2006/relationships/image" Target="../media/image884.png"/><Relationship Id="rId53" Type="http://schemas.openxmlformats.org/officeDocument/2006/relationships/image" Target="../media/image905.png"/><Relationship Id="rId149" Type="http://schemas.openxmlformats.org/officeDocument/2006/relationships/image" Target="../media/image953.png"/><Relationship Id="rId314" Type="http://schemas.openxmlformats.org/officeDocument/2006/relationships/image" Target="../media/image1031.png"/><Relationship Id="rId356" Type="http://schemas.openxmlformats.org/officeDocument/2006/relationships/image" Target="../media/image1052.png"/><Relationship Id="rId398" Type="http://schemas.openxmlformats.org/officeDocument/2006/relationships/image" Target="../media/image1073.png"/><Relationship Id="rId521" Type="http://schemas.openxmlformats.org/officeDocument/2006/relationships/customXml" Target="../ink/ink1153.xml"/><Relationship Id="rId563" Type="http://schemas.openxmlformats.org/officeDocument/2006/relationships/customXml" Target="../ink/ink1174.xml"/><Relationship Id="rId619" Type="http://schemas.openxmlformats.org/officeDocument/2006/relationships/customXml" Target="../ink/ink1202.xml"/><Relationship Id="rId95" Type="http://schemas.openxmlformats.org/officeDocument/2006/relationships/image" Target="../media/image926.png"/><Relationship Id="rId160" Type="http://schemas.openxmlformats.org/officeDocument/2006/relationships/customXml" Target="../ink/ink972.xml"/><Relationship Id="rId216" Type="http://schemas.openxmlformats.org/officeDocument/2006/relationships/customXml" Target="../ink/ink1000.xml"/><Relationship Id="rId423" Type="http://schemas.openxmlformats.org/officeDocument/2006/relationships/customXml" Target="../ink/ink1104.xml"/><Relationship Id="rId258" Type="http://schemas.openxmlformats.org/officeDocument/2006/relationships/customXml" Target="../ink/ink1021.xml"/><Relationship Id="rId465" Type="http://schemas.openxmlformats.org/officeDocument/2006/relationships/customXml" Target="../ink/ink1125.xml"/><Relationship Id="rId630" Type="http://schemas.openxmlformats.org/officeDocument/2006/relationships/image" Target="../media/image1189.png"/><Relationship Id="rId672" Type="http://schemas.openxmlformats.org/officeDocument/2006/relationships/customXml" Target="../ink/ink1229.xml"/><Relationship Id="rId728" Type="http://schemas.openxmlformats.org/officeDocument/2006/relationships/customXml" Target="../ink/ink1257.xml"/><Relationship Id="rId22" Type="http://schemas.openxmlformats.org/officeDocument/2006/relationships/customXml" Target="../ink/ink903.xml"/><Relationship Id="rId64" Type="http://schemas.openxmlformats.org/officeDocument/2006/relationships/customXml" Target="../ink/ink924.xml"/><Relationship Id="rId118" Type="http://schemas.openxmlformats.org/officeDocument/2006/relationships/customXml" Target="../ink/ink951.xml"/><Relationship Id="rId325" Type="http://schemas.openxmlformats.org/officeDocument/2006/relationships/customXml" Target="../ink/ink1055.xml"/><Relationship Id="rId367" Type="http://schemas.openxmlformats.org/officeDocument/2006/relationships/customXml" Target="../ink/ink1076.xml"/><Relationship Id="rId532" Type="http://schemas.openxmlformats.org/officeDocument/2006/relationships/image" Target="../media/image1140.png"/><Relationship Id="rId574" Type="http://schemas.openxmlformats.org/officeDocument/2006/relationships/image" Target="../media/image1161.png"/><Relationship Id="rId171" Type="http://schemas.openxmlformats.org/officeDocument/2006/relationships/image" Target="../media/image964.png"/><Relationship Id="rId227" Type="http://schemas.openxmlformats.org/officeDocument/2006/relationships/image" Target="../media/image992.png"/><Relationship Id="rId269" Type="http://schemas.openxmlformats.org/officeDocument/2006/relationships/image" Target="../media/image1013.png"/><Relationship Id="rId434" Type="http://schemas.openxmlformats.org/officeDocument/2006/relationships/image" Target="../media/image1091.png"/><Relationship Id="rId476" Type="http://schemas.openxmlformats.org/officeDocument/2006/relationships/image" Target="../media/image1112.png"/><Relationship Id="rId641" Type="http://schemas.openxmlformats.org/officeDocument/2006/relationships/customXml" Target="../ink/ink1213.xml"/><Relationship Id="rId683" Type="http://schemas.openxmlformats.org/officeDocument/2006/relationships/image" Target="../media/image1215.png"/><Relationship Id="rId739" Type="http://schemas.openxmlformats.org/officeDocument/2006/relationships/image" Target="../media/image1243.png"/><Relationship Id="rId33" Type="http://schemas.openxmlformats.org/officeDocument/2006/relationships/image" Target="../media/image895.png"/><Relationship Id="rId129" Type="http://schemas.openxmlformats.org/officeDocument/2006/relationships/image" Target="../media/image943.png"/><Relationship Id="rId280" Type="http://schemas.openxmlformats.org/officeDocument/2006/relationships/customXml" Target="../ink/ink1032.xml"/><Relationship Id="rId336" Type="http://schemas.openxmlformats.org/officeDocument/2006/relationships/image" Target="../media/image1042.png"/><Relationship Id="rId501" Type="http://schemas.openxmlformats.org/officeDocument/2006/relationships/customXml" Target="../ink/ink1143.xml"/><Relationship Id="rId543" Type="http://schemas.openxmlformats.org/officeDocument/2006/relationships/customXml" Target="../ink/ink1164.xml"/><Relationship Id="rId75" Type="http://schemas.openxmlformats.org/officeDocument/2006/relationships/image" Target="../media/image916.png"/><Relationship Id="rId140" Type="http://schemas.openxmlformats.org/officeDocument/2006/relationships/customXml" Target="../ink/ink962.xml"/><Relationship Id="rId182" Type="http://schemas.openxmlformats.org/officeDocument/2006/relationships/customXml" Target="../ink/ink983.xml"/><Relationship Id="rId378" Type="http://schemas.openxmlformats.org/officeDocument/2006/relationships/image" Target="../media/image1063.png"/><Relationship Id="rId403" Type="http://schemas.openxmlformats.org/officeDocument/2006/relationships/customXml" Target="../ink/ink1094.xml"/><Relationship Id="rId585" Type="http://schemas.openxmlformats.org/officeDocument/2006/relationships/customXml" Target="../ink/ink1185.xml"/><Relationship Id="rId750" Type="http://schemas.openxmlformats.org/officeDocument/2006/relationships/customXml" Target="../ink/ink1268.xml"/><Relationship Id="rId6" Type="http://schemas.openxmlformats.org/officeDocument/2006/relationships/customXml" Target="../ink/ink895.xml"/><Relationship Id="rId238" Type="http://schemas.openxmlformats.org/officeDocument/2006/relationships/customXml" Target="../ink/ink1011.xml"/><Relationship Id="rId445" Type="http://schemas.openxmlformats.org/officeDocument/2006/relationships/customXml" Target="../ink/ink1115.xml"/><Relationship Id="rId487" Type="http://schemas.openxmlformats.org/officeDocument/2006/relationships/customXml" Target="../ink/ink1136.xml"/><Relationship Id="rId610" Type="http://schemas.openxmlformats.org/officeDocument/2006/relationships/image" Target="../media/image1179.png"/><Relationship Id="rId652" Type="http://schemas.openxmlformats.org/officeDocument/2006/relationships/image" Target="../media/image1200.png"/><Relationship Id="rId694" Type="http://schemas.openxmlformats.org/officeDocument/2006/relationships/customXml" Target="../ink/ink1240.xml"/><Relationship Id="rId708" Type="http://schemas.openxmlformats.org/officeDocument/2006/relationships/customXml" Target="../ink/ink1247.xml"/><Relationship Id="rId291" Type="http://schemas.openxmlformats.org/officeDocument/2006/relationships/image" Target="../media/image1021.png"/><Relationship Id="rId305" Type="http://schemas.openxmlformats.org/officeDocument/2006/relationships/customXml" Target="../ink/ink1045.xml"/><Relationship Id="rId347" Type="http://schemas.openxmlformats.org/officeDocument/2006/relationships/customXml" Target="../ink/ink1066.xml"/><Relationship Id="rId512" Type="http://schemas.openxmlformats.org/officeDocument/2006/relationships/image" Target="../media/image1130.png"/><Relationship Id="rId44" Type="http://schemas.openxmlformats.org/officeDocument/2006/relationships/customXml" Target="../ink/ink914.xml"/><Relationship Id="rId86" Type="http://schemas.openxmlformats.org/officeDocument/2006/relationships/customXml" Target="../ink/ink935.xml"/><Relationship Id="rId151" Type="http://schemas.openxmlformats.org/officeDocument/2006/relationships/image" Target="../media/image954.png"/><Relationship Id="rId389" Type="http://schemas.openxmlformats.org/officeDocument/2006/relationships/customXml" Target="../ink/ink1087.xml"/><Relationship Id="rId554" Type="http://schemas.openxmlformats.org/officeDocument/2006/relationships/image" Target="../media/image1151.png"/><Relationship Id="rId596" Type="http://schemas.openxmlformats.org/officeDocument/2006/relationships/image" Target="../media/image1172.png"/><Relationship Id="rId761" Type="http://schemas.openxmlformats.org/officeDocument/2006/relationships/image" Target="../media/image1254.png"/><Relationship Id="rId193" Type="http://schemas.openxmlformats.org/officeDocument/2006/relationships/image" Target="../media/image975.png"/><Relationship Id="rId207" Type="http://schemas.openxmlformats.org/officeDocument/2006/relationships/image" Target="../media/image982.png"/><Relationship Id="rId249" Type="http://schemas.openxmlformats.org/officeDocument/2006/relationships/image" Target="../media/image1003.png"/><Relationship Id="rId414" Type="http://schemas.openxmlformats.org/officeDocument/2006/relationships/image" Target="../media/image1081.png"/><Relationship Id="rId456" Type="http://schemas.openxmlformats.org/officeDocument/2006/relationships/image" Target="../media/image1102.png"/><Relationship Id="rId498" Type="http://schemas.openxmlformats.org/officeDocument/2006/relationships/image" Target="../media/image1123.png"/><Relationship Id="rId621" Type="http://schemas.openxmlformats.org/officeDocument/2006/relationships/customXml" Target="../ink/ink1203.xml"/><Relationship Id="rId663" Type="http://schemas.openxmlformats.org/officeDocument/2006/relationships/customXml" Target="../ink/ink1224.xml"/><Relationship Id="rId13" Type="http://schemas.openxmlformats.org/officeDocument/2006/relationships/image" Target="../media/image885.png"/><Relationship Id="rId109" Type="http://schemas.openxmlformats.org/officeDocument/2006/relationships/image" Target="../media/image933.png"/><Relationship Id="rId260" Type="http://schemas.openxmlformats.org/officeDocument/2006/relationships/customXml" Target="../ink/ink1022.xml"/><Relationship Id="rId316" Type="http://schemas.openxmlformats.org/officeDocument/2006/relationships/image" Target="../media/image1032.png"/><Relationship Id="rId523" Type="http://schemas.openxmlformats.org/officeDocument/2006/relationships/customXml" Target="../ink/ink1154.xml"/><Relationship Id="rId719" Type="http://schemas.openxmlformats.org/officeDocument/2006/relationships/image" Target="../media/image1233.png"/><Relationship Id="rId55" Type="http://schemas.openxmlformats.org/officeDocument/2006/relationships/image" Target="../media/image906.png"/><Relationship Id="rId97" Type="http://schemas.openxmlformats.org/officeDocument/2006/relationships/image" Target="../media/image927.png"/><Relationship Id="rId120" Type="http://schemas.openxmlformats.org/officeDocument/2006/relationships/customXml" Target="../ink/ink952.xml"/><Relationship Id="rId358" Type="http://schemas.openxmlformats.org/officeDocument/2006/relationships/image" Target="../media/image1053.png"/><Relationship Id="rId565" Type="http://schemas.openxmlformats.org/officeDocument/2006/relationships/customXml" Target="../ink/ink1175.xml"/><Relationship Id="rId730" Type="http://schemas.openxmlformats.org/officeDocument/2006/relationships/customXml" Target="../ink/ink1258.xml"/><Relationship Id="rId162" Type="http://schemas.openxmlformats.org/officeDocument/2006/relationships/customXml" Target="../ink/ink973.xml"/><Relationship Id="rId218" Type="http://schemas.openxmlformats.org/officeDocument/2006/relationships/customXml" Target="../ink/ink1001.xml"/><Relationship Id="rId425" Type="http://schemas.openxmlformats.org/officeDocument/2006/relationships/customXml" Target="../ink/ink1105.xml"/><Relationship Id="rId467" Type="http://schemas.openxmlformats.org/officeDocument/2006/relationships/customXml" Target="../ink/ink1126.xml"/><Relationship Id="rId632" Type="http://schemas.openxmlformats.org/officeDocument/2006/relationships/image" Target="../media/image1190.png"/><Relationship Id="rId271" Type="http://schemas.openxmlformats.org/officeDocument/2006/relationships/image" Target="../media/image1014.png"/><Relationship Id="rId674" Type="http://schemas.openxmlformats.org/officeDocument/2006/relationships/customXml" Target="../ink/ink1230.xml"/><Relationship Id="rId24" Type="http://schemas.openxmlformats.org/officeDocument/2006/relationships/customXml" Target="../ink/ink904.xml"/><Relationship Id="rId66" Type="http://schemas.openxmlformats.org/officeDocument/2006/relationships/customXml" Target="../ink/ink925.xml"/><Relationship Id="rId131" Type="http://schemas.openxmlformats.org/officeDocument/2006/relationships/image" Target="../media/image944.png"/><Relationship Id="rId327" Type="http://schemas.openxmlformats.org/officeDocument/2006/relationships/customXml" Target="../ink/ink1056.xml"/><Relationship Id="rId369" Type="http://schemas.openxmlformats.org/officeDocument/2006/relationships/customXml" Target="../ink/ink1077.xml"/><Relationship Id="rId534" Type="http://schemas.openxmlformats.org/officeDocument/2006/relationships/image" Target="../media/image1141.png"/><Relationship Id="rId576" Type="http://schemas.openxmlformats.org/officeDocument/2006/relationships/image" Target="../media/image1162.png"/><Relationship Id="rId741" Type="http://schemas.openxmlformats.org/officeDocument/2006/relationships/image" Target="../media/image1244.png"/><Relationship Id="rId173" Type="http://schemas.openxmlformats.org/officeDocument/2006/relationships/image" Target="../media/image965.png"/><Relationship Id="rId229" Type="http://schemas.openxmlformats.org/officeDocument/2006/relationships/image" Target="../media/image993.png"/><Relationship Id="rId380" Type="http://schemas.openxmlformats.org/officeDocument/2006/relationships/image" Target="../media/image1064.png"/><Relationship Id="rId436" Type="http://schemas.openxmlformats.org/officeDocument/2006/relationships/image" Target="../media/image1092.png"/><Relationship Id="rId601" Type="http://schemas.openxmlformats.org/officeDocument/2006/relationships/customXml" Target="../ink/ink1193.xml"/><Relationship Id="rId643" Type="http://schemas.openxmlformats.org/officeDocument/2006/relationships/customXml" Target="../ink/ink1214.xml"/><Relationship Id="rId240" Type="http://schemas.openxmlformats.org/officeDocument/2006/relationships/customXml" Target="../ink/ink1012.xml"/><Relationship Id="rId478" Type="http://schemas.openxmlformats.org/officeDocument/2006/relationships/image" Target="../media/image1113.png"/><Relationship Id="rId685" Type="http://schemas.openxmlformats.org/officeDocument/2006/relationships/image" Target="../media/image1216.png"/><Relationship Id="rId35" Type="http://schemas.openxmlformats.org/officeDocument/2006/relationships/image" Target="../media/image896.png"/><Relationship Id="rId77" Type="http://schemas.openxmlformats.org/officeDocument/2006/relationships/image" Target="../media/image917.png"/><Relationship Id="rId100" Type="http://schemas.openxmlformats.org/officeDocument/2006/relationships/customXml" Target="../ink/ink942.xml"/><Relationship Id="rId282" Type="http://schemas.openxmlformats.org/officeDocument/2006/relationships/customXml" Target="../ink/ink1033.xml"/><Relationship Id="rId338" Type="http://schemas.openxmlformats.org/officeDocument/2006/relationships/image" Target="../media/image1043.png"/><Relationship Id="rId503" Type="http://schemas.openxmlformats.org/officeDocument/2006/relationships/customXml" Target="../ink/ink1144.xml"/><Relationship Id="rId545" Type="http://schemas.openxmlformats.org/officeDocument/2006/relationships/customXml" Target="../ink/ink1165.xml"/><Relationship Id="rId587" Type="http://schemas.openxmlformats.org/officeDocument/2006/relationships/customXml" Target="../ink/ink1186.xml"/><Relationship Id="rId710" Type="http://schemas.openxmlformats.org/officeDocument/2006/relationships/customXml" Target="../ink/ink1248.xml"/><Relationship Id="rId752" Type="http://schemas.openxmlformats.org/officeDocument/2006/relationships/customXml" Target="../ink/ink1269.xml"/><Relationship Id="rId8" Type="http://schemas.openxmlformats.org/officeDocument/2006/relationships/customXml" Target="../ink/ink896.xml"/><Relationship Id="rId142" Type="http://schemas.openxmlformats.org/officeDocument/2006/relationships/customXml" Target="../ink/ink963.xml"/><Relationship Id="rId184" Type="http://schemas.openxmlformats.org/officeDocument/2006/relationships/customXml" Target="../ink/ink984.xml"/><Relationship Id="rId391" Type="http://schemas.openxmlformats.org/officeDocument/2006/relationships/customXml" Target="../ink/ink1088.xml"/><Relationship Id="rId405" Type="http://schemas.openxmlformats.org/officeDocument/2006/relationships/customXml" Target="../ink/ink1095.xml"/><Relationship Id="rId447" Type="http://schemas.openxmlformats.org/officeDocument/2006/relationships/customXml" Target="../ink/ink1116.xml"/><Relationship Id="rId612" Type="http://schemas.openxmlformats.org/officeDocument/2006/relationships/image" Target="../media/image1180.png"/><Relationship Id="rId251" Type="http://schemas.openxmlformats.org/officeDocument/2006/relationships/image" Target="../media/image1004.png"/><Relationship Id="rId489" Type="http://schemas.openxmlformats.org/officeDocument/2006/relationships/customXml" Target="../ink/ink1137.xml"/><Relationship Id="rId654" Type="http://schemas.openxmlformats.org/officeDocument/2006/relationships/image" Target="../media/image1201.png"/><Relationship Id="rId696" Type="http://schemas.openxmlformats.org/officeDocument/2006/relationships/customXml" Target="../ink/ink1241.xml"/><Relationship Id="rId46" Type="http://schemas.openxmlformats.org/officeDocument/2006/relationships/customXml" Target="../ink/ink915.xml"/><Relationship Id="rId293" Type="http://schemas.openxmlformats.org/officeDocument/2006/relationships/image" Target="../media/image1022.png"/><Relationship Id="rId307" Type="http://schemas.openxmlformats.org/officeDocument/2006/relationships/customXml" Target="../ink/ink1046.xml"/><Relationship Id="rId349" Type="http://schemas.openxmlformats.org/officeDocument/2006/relationships/customXml" Target="../ink/ink1067.xml"/><Relationship Id="rId514" Type="http://schemas.openxmlformats.org/officeDocument/2006/relationships/image" Target="../media/image1131.png"/><Relationship Id="rId556" Type="http://schemas.openxmlformats.org/officeDocument/2006/relationships/image" Target="../media/image1152.png"/><Relationship Id="rId721" Type="http://schemas.openxmlformats.org/officeDocument/2006/relationships/image" Target="../media/image1234.png"/><Relationship Id="rId763" Type="http://schemas.openxmlformats.org/officeDocument/2006/relationships/image" Target="../media/image628.png"/><Relationship Id="rId88" Type="http://schemas.openxmlformats.org/officeDocument/2006/relationships/customXml" Target="../ink/ink936.xml"/><Relationship Id="rId111" Type="http://schemas.openxmlformats.org/officeDocument/2006/relationships/image" Target="../media/image934.png"/><Relationship Id="rId153" Type="http://schemas.openxmlformats.org/officeDocument/2006/relationships/image" Target="../media/image955.png"/><Relationship Id="rId195" Type="http://schemas.openxmlformats.org/officeDocument/2006/relationships/image" Target="../media/image976.png"/><Relationship Id="rId209" Type="http://schemas.openxmlformats.org/officeDocument/2006/relationships/image" Target="../media/image983.png"/><Relationship Id="rId360" Type="http://schemas.openxmlformats.org/officeDocument/2006/relationships/image" Target="../media/image1054.png"/><Relationship Id="rId416" Type="http://schemas.openxmlformats.org/officeDocument/2006/relationships/image" Target="../media/image1082.png"/><Relationship Id="rId598" Type="http://schemas.openxmlformats.org/officeDocument/2006/relationships/image" Target="../media/image1173.png"/><Relationship Id="rId220" Type="http://schemas.openxmlformats.org/officeDocument/2006/relationships/customXml" Target="../ink/ink1002.xml"/><Relationship Id="rId458" Type="http://schemas.openxmlformats.org/officeDocument/2006/relationships/image" Target="../media/image1103.png"/><Relationship Id="rId623" Type="http://schemas.openxmlformats.org/officeDocument/2006/relationships/customXml" Target="../ink/ink1204.xml"/><Relationship Id="rId665" Type="http://schemas.openxmlformats.org/officeDocument/2006/relationships/customXml" Target="../ink/ink1225.xml"/><Relationship Id="rId15" Type="http://schemas.openxmlformats.org/officeDocument/2006/relationships/image" Target="../media/image886.png"/><Relationship Id="rId57" Type="http://schemas.openxmlformats.org/officeDocument/2006/relationships/image" Target="../media/image907.png"/><Relationship Id="rId262" Type="http://schemas.openxmlformats.org/officeDocument/2006/relationships/customXml" Target="../ink/ink1023.xml"/><Relationship Id="rId318" Type="http://schemas.openxmlformats.org/officeDocument/2006/relationships/image" Target="../media/image1033.png"/><Relationship Id="rId525" Type="http://schemas.openxmlformats.org/officeDocument/2006/relationships/customXml" Target="../ink/ink1155.xml"/><Relationship Id="rId567" Type="http://schemas.openxmlformats.org/officeDocument/2006/relationships/customXml" Target="../ink/ink1176.xml"/><Relationship Id="rId732" Type="http://schemas.openxmlformats.org/officeDocument/2006/relationships/customXml" Target="../ink/ink1259.xml"/><Relationship Id="rId99" Type="http://schemas.openxmlformats.org/officeDocument/2006/relationships/image" Target="../media/image928.png"/><Relationship Id="rId122" Type="http://schemas.openxmlformats.org/officeDocument/2006/relationships/customXml" Target="../ink/ink953.xml"/><Relationship Id="rId164" Type="http://schemas.openxmlformats.org/officeDocument/2006/relationships/customXml" Target="../ink/ink974.xml"/><Relationship Id="rId371" Type="http://schemas.openxmlformats.org/officeDocument/2006/relationships/customXml" Target="../ink/ink1078.xml"/><Relationship Id="rId427" Type="http://schemas.openxmlformats.org/officeDocument/2006/relationships/customXml" Target="../ink/ink1106.xml"/><Relationship Id="rId469" Type="http://schemas.openxmlformats.org/officeDocument/2006/relationships/customXml" Target="../ink/ink1127.xml"/><Relationship Id="rId634" Type="http://schemas.openxmlformats.org/officeDocument/2006/relationships/image" Target="../media/image1191.png"/><Relationship Id="rId676" Type="http://schemas.openxmlformats.org/officeDocument/2006/relationships/customXml" Target="../ink/ink1231.xml"/><Relationship Id="rId26" Type="http://schemas.openxmlformats.org/officeDocument/2006/relationships/customXml" Target="../ink/ink905.xml"/><Relationship Id="rId231" Type="http://schemas.openxmlformats.org/officeDocument/2006/relationships/image" Target="../media/image994.png"/><Relationship Id="rId273" Type="http://schemas.openxmlformats.org/officeDocument/2006/relationships/image" Target="../media/image1015.png"/><Relationship Id="rId329" Type="http://schemas.openxmlformats.org/officeDocument/2006/relationships/customXml" Target="../ink/ink1057.xml"/><Relationship Id="rId480" Type="http://schemas.openxmlformats.org/officeDocument/2006/relationships/image" Target="../media/image1114.png"/><Relationship Id="rId536" Type="http://schemas.openxmlformats.org/officeDocument/2006/relationships/image" Target="../media/image1142.png"/><Relationship Id="rId701" Type="http://schemas.openxmlformats.org/officeDocument/2006/relationships/image" Target="../media/image1224.png"/><Relationship Id="rId68" Type="http://schemas.openxmlformats.org/officeDocument/2006/relationships/customXml" Target="../ink/ink926.xml"/><Relationship Id="rId133" Type="http://schemas.openxmlformats.org/officeDocument/2006/relationships/image" Target="../media/image945.png"/><Relationship Id="rId175" Type="http://schemas.openxmlformats.org/officeDocument/2006/relationships/image" Target="../media/image966.png"/><Relationship Id="rId340" Type="http://schemas.openxmlformats.org/officeDocument/2006/relationships/image" Target="../media/image1044.png"/><Relationship Id="rId578" Type="http://schemas.openxmlformats.org/officeDocument/2006/relationships/image" Target="../media/image1163.png"/><Relationship Id="rId743" Type="http://schemas.openxmlformats.org/officeDocument/2006/relationships/image" Target="../media/image1245.png"/><Relationship Id="rId200" Type="http://schemas.openxmlformats.org/officeDocument/2006/relationships/customXml" Target="../ink/ink992.xml"/><Relationship Id="rId382" Type="http://schemas.openxmlformats.org/officeDocument/2006/relationships/image" Target="../media/image1065.png"/><Relationship Id="rId438" Type="http://schemas.openxmlformats.org/officeDocument/2006/relationships/image" Target="../media/image1093.png"/><Relationship Id="rId603" Type="http://schemas.openxmlformats.org/officeDocument/2006/relationships/customXml" Target="../ink/ink1194.xml"/><Relationship Id="rId645" Type="http://schemas.openxmlformats.org/officeDocument/2006/relationships/customXml" Target="../ink/ink1215.xml"/><Relationship Id="rId687" Type="http://schemas.openxmlformats.org/officeDocument/2006/relationships/image" Target="../media/image1217.png"/><Relationship Id="rId242" Type="http://schemas.openxmlformats.org/officeDocument/2006/relationships/customXml" Target="../ink/ink1013.xml"/><Relationship Id="rId284" Type="http://schemas.openxmlformats.org/officeDocument/2006/relationships/customXml" Target="../ink/ink1034.xml"/><Relationship Id="rId491" Type="http://schemas.openxmlformats.org/officeDocument/2006/relationships/customXml" Target="../ink/ink1138.xml"/><Relationship Id="rId505" Type="http://schemas.openxmlformats.org/officeDocument/2006/relationships/customXml" Target="../ink/ink1145.xml"/><Relationship Id="rId712" Type="http://schemas.openxmlformats.org/officeDocument/2006/relationships/customXml" Target="../ink/ink1249.xml"/><Relationship Id="rId37" Type="http://schemas.openxmlformats.org/officeDocument/2006/relationships/image" Target="../media/image897.png"/><Relationship Id="rId79" Type="http://schemas.openxmlformats.org/officeDocument/2006/relationships/image" Target="../media/image918.png"/><Relationship Id="rId102" Type="http://schemas.openxmlformats.org/officeDocument/2006/relationships/customXml" Target="../ink/ink943.xml"/><Relationship Id="rId144" Type="http://schemas.openxmlformats.org/officeDocument/2006/relationships/customXml" Target="../ink/ink964.xml"/><Relationship Id="rId547" Type="http://schemas.openxmlformats.org/officeDocument/2006/relationships/customXml" Target="../ink/ink1166.xml"/><Relationship Id="rId589" Type="http://schemas.openxmlformats.org/officeDocument/2006/relationships/customXml" Target="../ink/ink1187.xml"/><Relationship Id="rId754" Type="http://schemas.openxmlformats.org/officeDocument/2006/relationships/customXml" Target="../ink/ink1270.xml"/><Relationship Id="rId90" Type="http://schemas.openxmlformats.org/officeDocument/2006/relationships/customXml" Target="../ink/ink937.xml"/><Relationship Id="rId186" Type="http://schemas.openxmlformats.org/officeDocument/2006/relationships/customXml" Target="../ink/ink985.xml"/><Relationship Id="rId351" Type="http://schemas.openxmlformats.org/officeDocument/2006/relationships/customXml" Target="../ink/ink1068.xml"/><Relationship Id="rId393" Type="http://schemas.openxmlformats.org/officeDocument/2006/relationships/customXml" Target="../ink/ink1089.xml"/><Relationship Id="rId407" Type="http://schemas.openxmlformats.org/officeDocument/2006/relationships/customXml" Target="../ink/ink1096.xml"/><Relationship Id="rId449" Type="http://schemas.openxmlformats.org/officeDocument/2006/relationships/customXml" Target="../ink/ink1117.xml"/><Relationship Id="rId614" Type="http://schemas.openxmlformats.org/officeDocument/2006/relationships/image" Target="../media/image1181.png"/><Relationship Id="rId656" Type="http://schemas.openxmlformats.org/officeDocument/2006/relationships/image" Target="../media/image1202.png"/><Relationship Id="rId211" Type="http://schemas.openxmlformats.org/officeDocument/2006/relationships/image" Target="../media/image984.png"/><Relationship Id="rId253" Type="http://schemas.openxmlformats.org/officeDocument/2006/relationships/image" Target="../media/image1005.png"/><Relationship Id="rId295" Type="http://schemas.openxmlformats.org/officeDocument/2006/relationships/image" Target="../media/image532.png"/><Relationship Id="rId309" Type="http://schemas.openxmlformats.org/officeDocument/2006/relationships/customXml" Target="../ink/ink1047.xml"/><Relationship Id="rId460" Type="http://schemas.openxmlformats.org/officeDocument/2006/relationships/image" Target="../media/image1104.png"/><Relationship Id="rId516" Type="http://schemas.openxmlformats.org/officeDocument/2006/relationships/image" Target="../media/image1132.png"/><Relationship Id="rId698" Type="http://schemas.openxmlformats.org/officeDocument/2006/relationships/customXml" Target="../ink/ink1242.xml"/><Relationship Id="rId48" Type="http://schemas.openxmlformats.org/officeDocument/2006/relationships/customXml" Target="../ink/ink916.xml"/><Relationship Id="rId113" Type="http://schemas.openxmlformats.org/officeDocument/2006/relationships/image" Target="../media/image935.png"/><Relationship Id="rId320" Type="http://schemas.openxmlformats.org/officeDocument/2006/relationships/image" Target="../media/image1034.png"/><Relationship Id="rId558" Type="http://schemas.openxmlformats.org/officeDocument/2006/relationships/image" Target="../media/image1153.png"/><Relationship Id="rId723" Type="http://schemas.openxmlformats.org/officeDocument/2006/relationships/image" Target="../media/image1235.png"/><Relationship Id="rId765" Type="http://schemas.openxmlformats.org/officeDocument/2006/relationships/customXml" Target="../ink/ink1276.xml"/><Relationship Id="rId155" Type="http://schemas.openxmlformats.org/officeDocument/2006/relationships/image" Target="../media/image956.png"/><Relationship Id="rId197" Type="http://schemas.openxmlformats.org/officeDocument/2006/relationships/image" Target="../media/image977.png"/><Relationship Id="rId362" Type="http://schemas.openxmlformats.org/officeDocument/2006/relationships/image" Target="../media/image1055.png"/><Relationship Id="rId418" Type="http://schemas.openxmlformats.org/officeDocument/2006/relationships/image" Target="../media/image1083.png"/><Relationship Id="rId625" Type="http://schemas.openxmlformats.org/officeDocument/2006/relationships/customXml" Target="../ink/ink1205.xml"/><Relationship Id="rId222" Type="http://schemas.openxmlformats.org/officeDocument/2006/relationships/customXml" Target="../ink/ink1003.xml"/><Relationship Id="rId264" Type="http://schemas.openxmlformats.org/officeDocument/2006/relationships/customXml" Target="../ink/ink1024.xml"/><Relationship Id="rId471" Type="http://schemas.openxmlformats.org/officeDocument/2006/relationships/customXml" Target="../ink/ink1128.xml"/><Relationship Id="rId667" Type="http://schemas.openxmlformats.org/officeDocument/2006/relationships/image" Target="../media/image1207.png"/><Relationship Id="rId17" Type="http://schemas.openxmlformats.org/officeDocument/2006/relationships/image" Target="../media/image887.png"/><Relationship Id="rId59" Type="http://schemas.openxmlformats.org/officeDocument/2006/relationships/image" Target="../media/image908.png"/><Relationship Id="rId124" Type="http://schemas.openxmlformats.org/officeDocument/2006/relationships/customXml" Target="../ink/ink954.xml"/><Relationship Id="rId527" Type="http://schemas.openxmlformats.org/officeDocument/2006/relationships/customXml" Target="../ink/ink1156.xml"/><Relationship Id="rId569" Type="http://schemas.openxmlformats.org/officeDocument/2006/relationships/customXml" Target="../ink/ink1177.xml"/><Relationship Id="rId734" Type="http://schemas.openxmlformats.org/officeDocument/2006/relationships/customXml" Target="../ink/ink1260.xml"/><Relationship Id="rId70" Type="http://schemas.openxmlformats.org/officeDocument/2006/relationships/customXml" Target="../ink/ink927.xml"/><Relationship Id="rId166" Type="http://schemas.openxmlformats.org/officeDocument/2006/relationships/customXml" Target="../ink/ink975.xml"/><Relationship Id="rId331" Type="http://schemas.openxmlformats.org/officeDocument/2006/relationships/customXml" Target="../ink/ink1058.xml"/><Relationship Id="rId373" Type="http://schemas.openxmlformats.org/officeDocument/2006/relationships/customXml" Target="../ink/ink1079.xml"/><Relationship Id="rId429" Type="http://schemas.openxmlformats.org/officeDocument/2006/relationships/customXml" Target="../ink/ink1107.xml"/><Relationship Id="rId580" Type="http://schemas.openxmlformats.org/officeDocument/2006/relationships/image" Target="../media/image1164.png"/><Relationship Id="rId636" Type="http://schemas.openxmlformats.org/officeDocument/2006/relationships/image" Target="../media/image1192.png"/><Relationship Id="rId1" Type="http://schemas.openxmlformats.org/officeDocument/2006/relationships/slideLayout" Target="../slideLayouts/slideLayout7.xml"/><Relationship Id="rId233" Type="http://schemas.openxmlformats.org/officeDocument/2006/relationships/image" Target="../media/image995.png"/><Relationship Id="rId440" Type="http://schemas.openxmlformats.org/officeDocument/2006/relationships/image" Target="../media/image1094.png"/><Relationship Id="rId678" Type="http://schemas.openxmlformats.org/officeDocument/2006/relationships/customXml" Target="../ink/ink1232.xml"/><Relationship Id="rId28" Type="http://schemas.openxmlformats.org/officeDocument/2006/relationships/customXml" Target="../ink/ink906.xml"/><Relationship Id="rId275" Type="http://schemas.openxmlformats.org/officeDocument/2006/relationships/image" Target="../media/image633.png"/><Relationship Id="rId300" Type="http://schemas.openxmlformats.org/officeDocument/2006/relationships/customXml" Target="../ink/ink1042.xml"/><Relationship Id="rId482" Type="http://schemas.openxmlformats.org/officeDocument/2006/relationships/image" Target="../media/image1115.png"/><Relationship Id="rId538" Type="http://schemas.openxmlformats.org/officeDocument/2006/relationships/image" Target="../media/image1143.png"/><Relationship Id="rId703" Type="http://schemas.openxmlformats.org/officeDocument/2006/relationships/image" Target="../media/image1225.png"/><Relationship Id="rId745" Type="http://schemas.openxmlformats.org/officeDocument/2006/relationships/image" Target="../media/image1246.png"/><Relationship Id="rId81" Type="http://schemas.openxmlformats.org/officeDocument/2006/relationships/image" Target="../media/image919.png"/><Relationship Id="rId135" Type="http://schemas.openxmlformats.org/officeDocument/2006/relationships/image" Target="../media/image946.png"/><Relationship Id="rId177" Type="http://schemas.openxmlformats.org/officeDocument/2006/relationships/image" Target="../media/image967.png"/><Relationship Id="rId342" Type="http://schemas.openxmlformats.org/officeDocument/2006/relationships/image" Target="../media/image1045.png"/><Relationship Id="rId384" Type="http://schemas.openxmlformats.org/officeDocument/2006/relationships/image" Target="../media/image1066.png"/><Relationship Id="rId591" Type="http://schemas.openxmlformats.org/officeDocument/2006/relationships/customXml" Target="../ink/ink1188.xml"/><Relationship Id="rId605" Type="http://schemas.openxmlformats.org/officeDocument/2006/relationships/customXml" Target="../ink/ink1195.xml"/><Relationship Id="rId202" Type="http://schemas.openxmlformats.org/officeDocument/2006/relationships/customXml" Target="../ink/ink993.xml"/><Relationship Id="rId244" Type="http://schemas.openxmlformats.org/officeDocument/2006/relationships/customXml" Target="../ink/ink1014.xml"/><Relationship Id="rId647" Type="http://schemas.openxmlformats.org/officeDocument/2006/relationships/customXml" Target="../ink/ink1216.xml"/><Relationship Id="rId689" Type="http://schemas.openxmlformats.org/officeDocument/2006/relationships/image" Target="../media/image1218.png"/><Relationship Id="rId39" Type="http://schemas.openxmlformats.org/officeDocument/2006/relationships/image" Target="../media/image898.png"/><Relationship Id="rId286" Type="http://schemas.openxmlformats.org/officeDocument/2006/relationships/customXml" Target="../ink/ink1035.xml"/><Relationship Id="rId451" Type="http://schemas.openxmlformats.org/officeDocument/2006/relationships/customXml" Target="../ink/ink1118.xml"/><Relationship Id="rId493" Type="http://schemas.openxmlformats.org/officeDocument/2006/relationships/customXml" Target="../ink/ink1139.xml"/><Relationship Id="rId507" Type="http://schemas.openxmlformats.org/officeDocument/2006/relationships/customXml" Target="../ink/ink1146.xml"/><Relationship Id="rId549" Type="http://schemas.openxmlformats.org/officeDocument/2006/relationships/customXml" Target="../ink/ink1167.xml"/><Relationship Id="rId714" Type="http://schemas.openxmlformats.org/officeDocument/2006/relationships/customXml" Target="../ink/ink1250.xml"/><Relationship Id="rId756" Type="http://schemas.openxmlformats.org/officeDocument/2006/relationships/customXml" Target="../ink/ink1271.xml"/><Relationship Id="rId50" Type="http://schemas.openxmlformats.org/officeDocument/2006/relationships/customXml" Target="../ink/ink917.xml"/><Relationship Id="rId104" Type="http://schemas.openxmlformats.org/officeDocument/2006/relationships/customXml" Target="../ink/ink944.xml"/><Relationship Id="rId146" Type="http://schemas.openxmlformats.org/officeDocument/2006/relationships/customXml" Target="../ink/ink965.xml"/><Relationship Id="rId188" Type="http://schemas.openxmlformats.org/officeDocument/2006/relationships/customXml" Target="../ink/ink986.xml"/><Relationship Id="rId311" Type="http://schemas.openxmlformats.org/officeDocument/2006/relationships/customXml" Target="../ink/ink1048.xml"/><Relationship Id="rId353" Type="http://schemas.openxmlformats.org/officeDocument/2006/relationships/customXml" Target="../ink/ink1069.xml"/><Relationship Id="rId395" Type="http://schemas.openxmlformats.org/officeDocument/2006/relationships/customXml" Target="../ink/ink1090.xml"/><Relationship Id="rId409" Type="http://schemas.openxmlformats.org/officeDocument/2006/relationships/customXml" Target="../ink/ink1097.xml"/><Relationship Id="rId560" Type="http://schemas.openxmlformats.org/officeDocument/2006/relationships/image" Target="../media/image1154.png"/><Relationship Id="rId92" Type="http://schemas.openxmlformats.org/officeDocument/2006/relationships/customXml" Target="../ink/ink938.xml"/><Relationship Id="rId213" Type="http://schemas.openxmlformats.org/officeDocument/2006/relationships/image" Target="../media/image985.png"/><Relationship Id="rId420" Type="http://schemas.openxmlformats.org/officeDocument/2006/relationships/image" Target="../media/image1084.png"/><Relationship Id="rId616" Type="http://schemas.openxmlformats.org/officeDocument/2006/relationships/image" Target="../media/image1182.png"/><Relationship Id="rId658" Type="http://schemas.openxmlformats.org/officeDocument/2006/relationships/image" Target="../media/image1203.png"/><Relationship Id="rId255" Type="http://schemas.openxmlformats.org/officeDocument/2006/relationships/image" Target="../media/image1006.png"/><Relationship Id="rId297" Type="http://schemas.openxmlformats.org/officeDocument/2006/relationships/image" Target="../media/image1023.png"/><Relationship Id="rId462" Type="http://schemas.openxmlformats.org/officeDocument/2006/relationships/image" Target="../media/image1105.png"/><Relationship Id="rId518" Type="http://schemas.openxmlformats.org/officeDocument/2006/relationships/image" Target="../media/image1133.png"/><Relationship Id="rId725" Type="http://schemas.openxmlformats.org/officeDocument/2006/relationships/image" Target="../media/image1236.png"/><Relationship Id="rId115" Type="http://schemas.openxmlformats.org/officeDocument/2006/relationships/image" Target="../media/image936.png"/><Relationship Id="rId157" Type="http://schemas.openxmlformats.org/officeDocument/2006/relationships/image" Target="../media/image957.png"/><Relationship Id="rId322" Type="http://schemas.openxmlformats.org/officeDocument/2006/relationships/image" Target="../media/image1035.png"/><Relationship Id="rId364" Type="http://schemas.openxmlformats.org/officeDocument/2006/relationships/image" Target="../media/image1056.png"/><Relationship Id="rId61" Type="http://schemas.openxmlformats.org/officeDocument/2006/relationships/image" Target="../media/image909.png"/><Relationship Id="rId199" Type="http://schemas.openxmlformats.org/officeDocument/2006/relationships/image" Target="../media/image978.png"/><Relationship Id="rId571" Type="http://schemas.openxmlformats.org/officeDocument/2006/relationships/customXml" Target="../ink/ink1178.xml"/><Relationship Id="rId627" Type="http://schemas.openxmlformats.org/officeDocument/2006/relationships/customXml" Target="../ink/ink1206.xml"/><Relationship Id="rId669" Type="http://schemas.openxmlformats.org/officeDocument/2006/relationships/image" Target="../media/image1208.png"/><Relationship Id="rId19" Type="http://schemas.openxmlformats.org/officeDocument/2006/relationships/image" Target="../media/image888.png"/><Relationship Id="rId224" Type="http://schemas.openxmlformats.org/officeDocument/2006/relationships/customXml" Target="../ink/ink1004.xml"/><Relationship Id="rId266" Type="http://schemas.openxmlformats.org/officeDocument/2006/relationships/customXml" Target="../ink/ink1025.xml"/><Relationship Id="rId431" Type="http://schemas.openxmlformats.org/officeDocument/2006/relationships/customXml" Target="../ink/ink1108.xml"/><Relationship Id="rId473" Type="http://schemas.openxmlformats.org/officeDocument/2006/relationships/customXml" Target="../ink/ink1129.xml"/><Relationship Id="rId529" Type="http://schemas.openxmlformats.org/officeDocument/2006/relationships/customXml" Target="../ink/ink1157.xml"/><Relationship Id="rId680" Type="http://schemas.openxmlformats.org/officeDocument/2006/relationships/customXml" Target="../ink/ink1233.xml"/><Relationship Id="rId736" Type="http://schemas.openxmlformats.org/officeDocument/2006/relationships/customXml" Target="../ink/ink1261.xml"/><Relationship Id="rId30" Type="http://schemas.openxmlformats.org/officeDocument/2006/relationships/customXml" Target="../ink/ink907.xml"/><Relationship Id="rId126" Type="http://schemas.openxmlformats.org/officeDocument/2006/relationships/customXml" Target="../ink/ink955.xml"/><Relationship Id="rId168" Type="http://schemas.openxmlformats.org/officeDocument/2006/relationships/customXml" Target="../ink/ink976.xml"/><Relationship Id="rId333" Type="http://schemas.openxmlformats.org/officeDocument/2006/relationships/customXml" Target="../ink/ink1059.xml"/><Relationship Id="rId540" Type="http://schemas.openxmlformats.org/officeDocument/2006/relationships/image" Target="../media/image1144.png"/><Relationship Id="rId72" Type="http://schemas.openxmlformats.org/officeDocument/2006/relationships/customXml" Target="../ink/ink928.xml"/><Relationship Id="rId375" Type="http://schemas.openxmlformats.org/officeDocument/2006/relationships/customXml" Target="../ink/ink1080.xml"/><Relationship Id="rId582" Type="http://schemas.openxmlformats.org/officeDocument/2006/relationships/image" Target="../media/image1165.png"/><Relationship Id="rId638" Type="http://schemas.openxmlformats.org/officeDocument/2006/relationships/image" Target="../media/image1193.png"/><Relationship Id="rId3" Type="http://schemas.openxmlformats.org/officeDocument/2006/relationships/image" Target="../media/image880.png"/><Relationship Id="rId235" Type="http://schemas.openxmlformats.org/officeDocument/2006/relationships/image" Target="../media/image996.png"/><Relationship Id="rId277" Type="http://schemas.openxmlformats.org/officeDocument/2006/relationships/image" Target="../media/image377.png"/><Relationship Id="rId400" Type="http://schemas.openxmlformats.org/officeDocument/2006/relationships/image" Target="../media/image1074.png"/><Relationship Id="rId442" Type="http://schemas.openxmlformats.org/officeDocument/2006/relationships/image" Target="../media/image1095.png"/><Relationship Id="rId484" Type="http://schemas.openxmlformats.org/officeDocument/2006/relationships/image" Target="../media/image1116.png"/><Relationship Id="rId705" Type="http://schemas.openxmlformats.org/officeDocument/2006/relationships/image" Target="../media/image1226.png"/><Relationship Id="rId137" Type="http://schemas.openxmlformats.org/officeDocument/2006/relationships/image" Target="../media/image947.png"/><Relationship Id="rId302" Type="http://schemas.openxmlformats.org/officeDocument/2006/relationships/customXml" Target="../ink/ink1043.xml"/><Relationship Id="rId344" Type="http://schemas.openxmlformats.org/officeDocument/2006/relationships/image" Target="../media/image1046.png"/><Relationship Id="rId691" Type="http://schemas.openxmlformats.org/officeDocument/2006/relationships/image" Target="../media/image1219.png"/><Relationship Id="rId747" Type="http://schemas.openxmlformats.org/officeDocument/2006/relationships/image" Target="../media/image1247.png"/><Relationship Id="rId41" Type="http://schemas.openxmlformats.org/officeDocument/2006/relationships/image" Target="../media/image899.png"/><Relationship Id="rId83" Type="http://schemas.openxmlformats.org/officeDocument/2006/relationships/image" Target="../media/image920.png"/><Relationship Id="rId179" Type="http://schemas.openxmlformats.org/officeDocument/2006/relationships/image" Target="../media/image968.png"/><Relationship Id="rId386" Type="http://schemas.openxmlformats.org/officeDocument/2006/relationships/image" Target="../media/image1067.png"/><Relationship Id="rId551" Type="http://schemas.openxmlformats.org/officeDocument/2006/relationships/customXml" Target="../ink/ink1168.xml"/><Relationship Id="rId593" Type="http://schemas.openxmlformats.org/officeDocument/2006/relationships/customXml" Target="../ink/ink1189.xml"/><Relationship Id="rId607" Type="http://schemas.openxmlformats.org/officeDocument/2006/relationships/customXml" Target="../ink/ink1196.xml"/><Relationship Id="rId649" Type="http://schemas.openxmlformats.org/officeDocument/2006/relationships/customXml" Target="../ink/ink1217.xml"/><Relationship Id="rId190" Type="http://schemas.openxmlformats.org/officeDocument/2006/relationships/customXml" Target="../ink/ink987.xml"/><Relationship Id="rId204" Type="http://schemas.openxmlformats.org/officeDocument/2006/relationships/customXml" Target="../ink/ink994.xml"/><Relationship Id="rId246" Type="http://schemas.openxmlformats.org/officeDocument/2006/relationships/customXml" Target="../ink/ink1015.xml"/><Relationship Id="rId288" Type="http://schemas.openxmlformats.org/officeDocument/2006/relationships/customXml" Target="../ink/ink1036.xml"/><Relationship Id="rId411" Type="http://schemas.openxmlformats.org/officeDocument/2006/relationships/customXml" Target="../ink/ink1098.xml"/><Relationship Id="rId453" Type="http://schemas.openxmlformats.org/officeDocument/2006/relationships/customXml" Target="../ink/ink1119.xml"/><Relationship Id="rId509" Type="http://schemas.openxmlformats.org/officeDocument/2006/relationships/customXml" Target="../ink/ink1147.xml"/><Relationship Id="rId660" Type="http://schemas.openxmlformats.org/officeDocument/2006/relationships/image" Target="../media/image1204.png"/><Relationship Id="rId106" Type="http://schemas.openxmlformats.org/officeDocument/2006/relationships/customXml" Target="../ink/ink945.xml"/><Relationship Id="rId313" Type="http://schemas.openxmlformats.org/officeDocument/2006/relationships/customXml" Target="../ink/ink1049.xml"/><Relationship Id="rId495" Type="http://schemas.openxmlformats.org/officeDocument/2006/relationships/customXml" Target="../ink/ink1140.xml"/><Relationship Id="rId716" Type="http://schemas.openxmlformats.org/officeDocument/2006/relationships/customXml" Target="../ink/ink1251.xml"/><Relationship Id="rId758" Type="http://schemas.openxmlformats.org/officeDocument/2006/relationships/customXml" Target="../ink/ink1272.xml"/><Relationship Id="rId10" Type="http://schemas.openxmlformats.org/officeDocument/2006/relationships/customXml" Target="../ink/ink897.xml"/><Relationship Id="rId52" Type="http://schemas.openxmlformats.org/officeDocument/2006/relationships/customXml" Target="../ink/ink918.xml"/><Relationship Id="rId94" Type="http://schemas.openxmlformats.org/officeDocument/2006/relationships/customXml" Target="../ink/ink939.xml"/><Relationship Id="rId148" Type="http://schemas.openxmlformats.org/officeDocument/2006/relationships/customXml" Target="../ink/ink966.xml"/><Relationship Id="rId355" Type="http://schemas.openxmlformats.org/officeDocument/2006/relationships/customXml" Target="../ink/ink1070.xml"/><Relationship Id="rId397" Type="http://schemas.openxmlformats.org/officeDocument/2006/relationships/customXml" Target="../ink/ink1091.xml"/><Relationship Id="rId520" Type="http://schemas.openxmlformats.org/officeDocument/2006/relationships/image" Target="../media/image1134.png"/><Relationship Id="rId562" Type="http://schemas.openxmlformats.org/officeDocument/2006/relationships/image" Target="../media/image1155.png"/><Relationship Id="rId618" Type="http://schemas.openxmlformats.org/officeDocument/2006/relationships/image" Target="../media/image1183.png"/><Relationship Id="rId215" Type="http://schemas.openxmlformats.org/officeDocument/2006/relationships/image" Target="../media/image986.png"/><Relationship Id="rId257" Type="http://schemas.openxmlformats.org/officeDocument/2006/relationships/image" Target="../media/image1007.png"/><Relationship Id="rId422" Type="http://schemas.openxmlformats.org/officeDocument/2006/relationships/image" Target="../media/image1085.png"/><Relationship Id="rId464" Type="http://schemas.openxmlformats.org/officeDocument/2006/relationships/image" Target="../media/image1106.png"/><Relationship Id="rId299" Type="http://schemas.openxmlformats.org/officeDocument/2006/relationships/image" Target="../media/image1024.png"/><Relationship Id="rId727" Type="http://schemas.openxmlformats.org/officeDocument/2006/relationships/image" Target="../media/image1237.png"/><Relationship Id="rId63" Type="http://schemas.openxmlformats.org/officeDocument/2006/relationships/image" Target="../media/image910.png"/><Relationship Id="rId159" Type="http://schemas.openxmlformats.org/officeDocument/2006/relationships/image" Target="../media/image958.png"/><Relationship Id="rId366" Type="http://schemas.openxmlformats.org/officeDocument/2006/relationships/image" Target="../media/image1057.png"/><Relationship Id="rId573" Type="http://schemas.openxmlformats.org/officeDocument/2006/relationships/customXml" Target="../ink/ink1179.xml"/><Relationship Id="rId226" Type="http://schemas.openxmlformats.org/officeDocument/2006/relationships/customXml" Target="../ink/ink1005.xml"/><Relationship Id="rId433" Type="http://schemas.openxmlformats.org/officeDocument/2006/relationships/customXml" Target="../ink/ink1109.xml"/><Relationship Id="rId640" Type="http://schemas.openxmlformats.org/officeDocument/2006/relationships/image" Target="../media/image1194.png"/><Relationship Id="rId738" Type="http://schemas.openxmlformats.org/officeDocument/2006/relationships/customXml" Target="../ink/ink1262.xml"/><Relationship Id="rId74" Type="http://schemas.openxmlformats.org/officeDocument/2006/relationships/customXml" Target="../ink/ink929.xml"/><Relationship Id="rId377" Type="http://schemas.openxmlformats.org/officeDocument/2006/relationships/customXml" Target="../ink/ink1081.xml"/><Relationship Id="rId500" Type="http://schemas.openxmlformats.org/officeDocument/2006/relationships/image" Target="../media/image1124.png"/><Relationship Id="rId584" Type="http://schemas.openxmlformats.org/officeDocument/2006/relationships/image" Target="../media/image1166.png"/><Relationship Id="rId5" Type="http://schemas.openxmlformats.org/officeDocument/2006/relationships/image" Target="../media/image881.png"/><Relationship Id="rId237" Type="http://schemas.openxmlformats.org/officeDocument/2006/relationships/image" Target="../media/image997.png"/><Relationship Id="rId444" Type="http://schemas.openxmlformats.org/officeDocument/2006/relationships/image" Target="../media/image1096.png"/><Relationship Id="rId651" Type="http://schemas.openxmlformats.org/officeDocument/2006/relationships/customXml" Target="../ink/ink1218.xml"/><Relationship Id="rId749" Type="http://schemas.openxmlformats.org/officeDocument/2006/relationships/image" Target="../media/image1248.png"/><Relationship Id="rId290" Type="http://schemas.openxmlformats.org/officeDocument/2006/relationships/customXml" Target="../ink/ink1037.xml"/><Relationship Id="rId304" Type="http://schemas.openxmlformats.org/officeDocument/2006/relationships/customXml" Target="../ink/ink1044.xml"/><Relationship Id="rId388" Type="http://schemas.openxmlformats.org/officeDocument/2006/relationships/image" Target="../media/image1068.png"/><Relationship Id="rId511" Type="http://schemas.openxmlformats.org/officeDocument/2006/relationships/customXml" Target="../ink/ink1148.xml"/><Relationship Id="rId609" Type="http://schemas.openxmlformats.org/officeDocument/2006/relationships/customXml" Target="../ink/ink1197.xml"/><Relationship Id="rId85" Type="http://schemas.openxmlformats.org/officeDocument/2006/relationships/image" Target="../media/image921.png"/><Relationship Id="rId150" Type="http://schemas.openxmlformats.org/officeDocument/2006/relationships/customXml" Target="../ink/ink967.xml"/><Relationship Id="rId595" Type="http://schemas.openxmlformats.org/officeDocument/2006/relationships/customXml" Target="../ink/ink1190.xml"/><Relationship Id="rId248" Type="http://schemas.openxmlformats.org/officeDocument/2006/relationships/customXml" Target="../ink/ink1016.xml"/><Relationship Id="rId455" Type="http://schemas.openxmlformats.org/officeDocument/2006/relationships/customXml" Target="../ink/ink1120.xml"/><Relationship Id="rId662" Type="http://schemas.openxmlformats.org/officeDocument/2006/relationships/image" Target="../media/image1205.png"/><Relationship Id="rId12" Type="http://schemas.openxmlformats.org/officeDocument/2006/relationships/customXml" Target="../ink/ink898.xml"/><Relationship Id="rId108" Type="http://schemas.openxmlformats.org/officeDocument/2006/relationships/customXml" Target="../ink/ink946.xml"/><Relationship Id="rId315" Type="http://schemas.openxmlformats.org/officeDocument/2006/relationships/customXml" Target="../ink/ink1050.xml"/><Relationship Id="rId522" Type="http://schemas.openxmlformats.org/officeDocument/2006/relationships/image" Target="../media/image1135.png"/><Relationship Id="rId96" Type="http://schemas.openxmlformats.org/officeDocument/2006/relationships/customXml" Target="../ink/ink940.xml"/><Relationship Id="rId161" Type="http://schemas.openxmlformats.org/officeDocument/2006/relationships/image" Target="../media/image959.png"/><Relationship Id="rId399" Type="http://schemas.openxmlformats.org/officeDocument/2006/relationships/customXml" Target="../ink/ink1092.xml"/><Relationship Id="rId259" Type="http://schemas.openxmlformats.org/officeDocument/2006/relationships/image" Target="../media/image1008.png"/><Relationship Id="rId466" Type="http://schemas.openxmlformats.org/officeDocument/2006/relationships/image" Target="../media/image1107.png"/><Relationship Id="rId673" Type="http://schemas.openxmlformats.org/officeDocument/2006/relationships/image" Target="../media/image1210.png"/><Relationship Id="rId23" Type="http://schemas.openxmlformats.org/officeDocument/2006/relationships/image" Target="../media/image890.png"/><Relationship Id="rId119" Type="http://schemas.openxmlformats.org/officeDocument/2006/relationships/image" Target="../media/image938.png"/><Relationship Id="rId326" Type="http://schemas.openxmlformats.org/officeDocument/2006/relationships/image" Target="../media/image1037.png"/><Relationship Id="rId533" Type="http://schemas.openxmlformats.org/officeDocument/2006/relationships/customXml" Target="../ink/ink1159.xml"/><Relationship Id="rId740" Type="http://schemas.openxmlformats.org/officeDocument/2006/relationships/customXml" Target="../ink/ink1263.xml"/><Relationship Id="rId172" Type="http://schemas.openxmlformats.org/officeDocument/2006/relationships/customXml" Target="../ink/ink978.xml"/><Relationship Id="rId477" Type="http://schemas.openxmlformats.org/officeDocument/2006/relationships/customXml" Target="../ink/ink1131.xml"/><Relationship Id="rId600" Type="http://schemas.openxmlformats.org/officeDocument/2006/relationships/image" Target="../media/image1174.png"/><Relationship Id="rId684" Type="http://schemas.openxmlformats.org/officeDocument/2006/relationships/customXml" Target="../ink/ink1235.xml"/><Relationship Id="rId337" Type="http://schemas.openxmlformats.org/officeDocument/2006/relationships/customXml" Target="../ink/ink1061.xml"/><Relationship Id="rId34" Type="http://schemas.openxmlformats.org/officeDocument/2006/relationships/customXml" Target="../ink/ink909.xml"/><Relationship Id="rId544" Type="http://schemas.openxmlformats.org/officeDocument/2006/relationships/image" Target="../media/image1146.png"/><Relationship Id="rId751" Type="http://schemas.openxmlformats.org/officeDocument/2006/relationships/image" Target="../media/image1249.png"/><Relationship Id="rId183" Type="http://schemas.openxmlformats.org/officeDocument/2006/relationships/image" Target="../media/image970.png"/><Relationship Id="rId390" Type="http://schemas.openxmlformats.org/officeDocument/2006/relationships/image" Target="../media/image1069.png"/><Relationship Id="rId404" Type="http://schemas.openxmlformats.org/officeDocument/2006/relationships/image" Target="../media/image1076.png"/><Relationship Id="rId611" Type="http://schemas.openxmlformats.org/officeDocument/2006/relationships/customXml" Target="../ink/ink1198.xml"/><Relationship Id="rId250" Type="http://schemas.openxmlformats.org/officeDocument/2006/relationships/customXml" Target="../ink/ink1017.xml"/><Relationship Id="rId488" Type="http://schemas.openxmlformats.org/officeDocument/2006/relationships/image" Target="../media/image1118.png"/><Relationship Id="rId695" Type="http://schemas.openxmlformats.org/officeDocument/2006/relationships/image" Target="../media/image1221.png"/><Relationship Id="rId709" Type="http://schemas.openxmlformats.org/officeDocument/2006/relationships/image" Target="../media/image1228.png"/><Relationship Id="rId45" Type="http://schemas.openxmlformats.org/officeDocument/2006/relationships/image" Target="../media/image901.png"/><Relationship Id="rId110" Type="http://schemas.openxmlformats.org/officeDocument/2006/relationships/customXml" Target="../ink/ink947.xml"/><Relationship Id="rId348" Type="http://schemas.openxmlformats.org/officeDocument/2006/relationships/image" Target="../media/image1048.png"/><Relationship Id="rId555" Type="http://schemas.openxmlformats.org/officeDocument/2006/relationships/customXml" Target="../ink/ink1170.xml"/><Relationship Id="rId762" Type="http://schemas.openxmlformats.org/officeDocument/2006/relationships/customXml" Target="../ink/ink1274.xml"/><Relationship Id="rId194" Type="http://schemas.openxmlformats.org/officeDocument/2006/relationships/customXml" Target="../ink/ink989.xml"/><Relationship Id="rId208" Type="http://schemas.openxmlformats.org/officeDocument/2006/relationships/customXml" Target="../ink/ink996.xml"/><Relationship Id="rId415" Type="http://schemas.openxmlformats.org/officeDocument/2006/relationships/customXml" Target="../ink/ink1100.xml"/><Relationship Id="rId622" Type="http://schemas.openxmlformats.org/officeDocument/2006/relationships/image" Target="../media/image1185.png"/><Relationship Id="rId261" Type="http://schemas.openxmlformats.org/officeDocument/2006/relationships/image" Target="../media/image1009.png"/><Relationship Id="rId499" Type="http://schemas.openxmlformats.org/officeDocument/2006/relationships/customXml" Target="../ink/ink1142.xml"/><Relationship Id="rId56" Type="http://schemas.openxmlformats.org/officeDocument/2006/relationships/customXml" Target="../ink/ink920.xml"/><Relationship Id="rId359" Type="http://schemas.openxmlformats.org/officeDocument/2006/relationships/customXml" Target="../ink/ink1072.xml"/><Relationship Id="rId566" Type="http://schemas.openxmlformats.org/officeDocument/2006/relationships/image" Target="../media/image1157.png"/><Relationship Id="rId121" Type="http://schemas.openxmlformats.org/officeDocument/2006/relationships/image" Target="../media/image939.png"/><Relationship Id="rId219" Type="http://schemas.openxmlformats.org/officeDocument/2006/relationships/image" Target="../media/image988.png"/><Relationship Id="rId426" Type="http://schemas.openxmlformats.org/officeDocument/2006/relationships/image" Target="../media/image1087.png"/><Relationship Id="rId633" Type="http://schemas.openxmlformats.org/officeDocument/2006/relationships/customXml" Target="../ink/ink1209.xml"/><Relationship Id="rId67" Type="http://schemas.openxmlformats.org/officeDocument/2006/relationships/image" Target="../media/image912.png"/><Relationship Id="rId272" Type="http://schemas.openxmlformats.org/officeDocument/2006/relationships/customXml" Target="../ink/ink1028.xml"/><Relationship Id="rId577" Type="http://schemas.openxmlformats.org/officeDocument/2006/relationships/customXml" Target="../ink/ink1181.xml"/><Relationship Id="rId700" Type="http://schemas.openxmlformats.org/officeDocument/2006/relationships/customXml" Target="../ink/ink1243.xml"/><Relationship Id="rId132" Type="http://schemas.openxmlformats.org/officeDocument/2006/relationships/customXml" Target="../ink/ink958.xml"/><Relationship Id="rId437" Type="http://schemas.openxmlformats.org/officeDocument/2006/relationships/customXml" Target="../ink/ink1111.xml"/><Relationship Id="rId644" Type="http://schemas.openxmlformats.org/officeDocument/2006/relationships/image" Target="../media/image1196.png"/><Relationship Id="rId283" Type="http://schemas.openxmlformats.org/officeDocument/2006/relationships/image" Target="../media/image1017.png"/><Relationship Id="rId490" Type="http://schemas.openxmlformats.org/officeDocument/2006/relationships/image" Target="../media/image1119.png"/><Relationship Id="rId504" Type="http://schemas.openxmlformats.org/officeDocument/2006/relationships/image" Target="../media/image1126.png"/><Relationship Id="rId711" Type="http://schemas.openxmlformats.org/officeDocument/2006/relationships/image" Target="../media/image1229.png"/><Relationship Id="rId78" Type="http://schemas.openxmlformats.org/officeDocument/2006/relationships/customXml" Target="../ink/ink931.xml"/><Relationship Id="rId143" Type="http://schemas.openxmlformats.org/officeDocument/2006/relationships/image" Target="../media/image950.png"/><Relationship Id="rId350" Type="http://schemas.openxmlformats.org/officeDocument/2006/relationships/image" Target="../media/image1049.png"/><Relationship Id="rId588" Type="http://schemas.openxmlformats.org/officeDocument/2006/relationships/image" Target="../media/image1168.png"/><Relationship Id="rId9" Type="http://schemas.openxmlformats.org/officeDocument/2006/relationships/image" Target="../media/image883.png"/><Relationship Id="rId210" Type="http://schemas.openxmlformats.org/officeDocument/2006/relationships/customXml" Target="../ink/ink997.xml"/><Relationship Id="rId448" Type="http://schemas.openxmlformats.org/officeDocument/2006/relationships/image" Target="../media/image1098.png"/><Relationship Id="rId655" Type="http://schemas.openxmlformats.org/officeDocument/2006/relationships/customXml" Target="../ink/ink1220.xml"/><Relationship Id="rId294" Type="http://schemas.openxmlformats.org/officeDocument/2006/relationships/customXml" Target="../ink/ink1039.xml"/><Relationship Id="rId308" Type="http://schemas.openxmlformats.org/officeDocument/2006/relationships/image" Target="../media/image1028.png"/><Relationship Id="rId515" Type="http://schemas.openxmlformats.org/officeDocument/2006/relationships/customXml" Target="../ink/ink1150.xml"/><Relationship Id="rId722" Type="http://schemas.openxmlformats.org/officeDocument/2006/relationships/customXml" Target="../ink/ink1254.xml"/><Relationship Id="rId89" Type="http://schemas.openxmlformats.org/officeDocument/2006/relationships/image" Target="../media/image923.png"/><Relationship Id="rId154" Type="http://schemas.openxmlformats.org/officeDocument/2006/relationships/customXml" Target="../ink/ink969.xml"/><Relationship Id="rId361" Type="http://schemas.openxmlformats.org/officeDocument/2006/relationships/customXml" Target="../ink/ink1073.xml"/><Relationship Id="rId599" Type="http://schemas.openxmlformats.org/officeDocument/2006/relationships/customXml" Target="../ink/ink1192.xml"/><Relationship Id="rId459" Type="http://schemas.openxmlformats.org/officeDocument/2006/relationships/customXml" Target="../ink/ink1122.xml"/><Relationship Id="rId666" Type="http://schemas.openxmlformats.org/officeDocument/2006/relationships/customXml" Target="../ink/ink1226.xml"/><Relationship Id="rId16" Type="http://schemas.openxmlformats.org/officeDocument/2006/relationships/customXml" Target="../ink/ink900.xml"/><Relationship Id="rId221" Type="http://schemas.openxmlformats.org/officeDocument/2006/relationships/image" Target="../media/image989.png"/><Relationship Id="rId319" Type="http://schemas.openxmlformats.org/officeDocument/2006/relationships/customXml" Target="../ink/ink1052.xml"/><Relationship Id="rId526" Type="http://schemas.openxmlformats.org/officeDocument/2006/relationships/image" Target="../media/image1137.png"/><Relationship Id="rId733" Type="http://schemas.openxmlformats.org/officeDocument/2006/relationships/image" Target="../media/image1240.png"/><Relationship Id="rId165" Type="http://schemas.openxmlformats.org/officeDocument/2006/relationships/image" Target="../media/image961.png"/><Relationship Id="rId372" Type="http://schemas.openxmlformats.org/officeDocument/2006/relationships/image" Target="../media/image1060.png"/><Relationship Id="rId677" Type="http://schemas.openxmlformats.org/officeDocument/2006/relationships/image" Target="../media/image1212.png"/><Relationship Id="rId232" Type="http://schemas.openxmlformats.org/officeDocument/2006/relationships/customXml" Target="../ink/ink1008.xml"/><Relationship Id="rId27" Type="http://schemas.openxmlformats.org/officeDocument/2006/relationships/image" Target="../media/image892.png"/><Relationship Id="rId537" Type="http://schemas.openxmlformats.org/officeDocument/2006/relationships/customXml" Target="../ink/ink1161.xml"/><Relationship Id="rId744" Type="http://schemas.openxmlformats.org/officeDocument/2006/relationships/customXml" Target="../ink/ink1265.xml"/><Relationship Id="rId80" Type="http://schemas.openxmlformats.org/officeDocument/2006/relationships/customXml" Target="../ink/ink932.xml"/><Relationship Id="rId176" Type="http://schemas.openxmlformats.org/officeDocument/2006/relationships/customXml" Target="../ink/ink980.xml"/><Relationship Id="rId383" Type="http://schemas.openxmlformats.org/officeDocument/2006/relationships/customXml" Target="../ink/ink1084.xml"/><Relationship Id="rId590" Type="http://schemas.openxmlformats.org/officeDocument/2006/relationships/image" Target="../media/image1169.png"/><Relationship Id="rId604" Type="http://schemas.openxmlformats.org/officeDocument/2006/relationships/image" Target="../media/image1176.png"/><Relationship Id="rId243" Type="http://schemas.openxmlformats.org/officeDocument/2006/relationships/image" Target="../media/image1000.png"/><Relationship Id="rId450" Type="http://schemas.openxmlformats.org/officeDocument/2006/relationships/image" Target="../media/image1099.png"/><Relationship Id="rId688" Type="http://schemas.openxmlformats.org/officeDocument/2006/relationships/customXml" Target="../ink/ink1237.xml"/><Relationship Id="rId38" Type="http://schemas.openxmlformats.org/officeDocument/2006/relationships/customXml" Target="../ink/ink911.xml"/><Relationship Id="rId103" Type="http://schemas.openxmlformats.org/officeDocument/2006/relationships/image" Target="../media/image930.png"/><Relationship Id="rId310" Type="http://schemas.openxmlformats.org/officeDocument/2006/relationships/image" Target="../media/image1029.png"/><Relationship Id="rId548" Type="http://schemas.openxmlformats.org/officeDocument/2006/relationships/image" Target="../media/image1148.png"/><Relationship Id="rId755" Type="http://schemas.openxmlformats.org/officeDocument/2006/relationships/image" Target="../media/image1251.png"/><Relationship Id="rId91" Type="http://schemas.openxmlformats.org/officeDocument/2006/relationships/image" Target="../media/image924.png"/><Relationship Id="rId187" Type="http://schemas.openxmlformats.org/officeDocument/2006/relationships/image" Target="../media/image972.png"/><Relationship Id="rId394" Type="http://schemas.openxmlformats.org/officeDocument/2006/relationships/image" Target="../media/image1071.png"/><Relationship Id="rId408" Type="http://schemas.openxmlformats.org/officeDocument/2006/relationships/image" Target="../media/image1078.png"/><Relationship Id="rId615" Type="http://schemas.openxmlformats.org/officeDocument/2006/relationships/customXml" Target="../ink/ink1200.xml"/><Relationship Id="rId254" Type="http://schemas.openxmlformats.org/officeDocument/2006/relationships/customXml" Target="../ink/ink1019.xml"/><Relationship Id="rId699" Type="http://schemas.openxmlformats.org/officeDocument/2006/relationships/image" Target="../media/image1223.png"/><Relationship Id="rId49" Type="http://schemas.openxmlformats.org/officeDocument/2006/relationships/image" Target="../media/image903.png"/><Relationship Id="rId114" Type="http://schemas.openxmlformats.org/officeDocument/2006/relationships/customXml" Target="../ink/ink949.xml"/><Relationship Id="rId461" Type="http://schemas.openxmlformats.org/officeDocument/2006/relationships/customXml" Target="../ink/ink1123.xml"/><Relationship Id="rId559" Type="http://schemas.openxmlformats.org/officeDocument/2006/relationships/customXml" Target="../ink/ink1172.xml"/><Relationship Id="rId766" Type="http://schemas.openxmlformats.org/officeDocument/2006/relationships/image" Target="../media/image1255.png"/><Relationship Id="rId198" Type="http://schemas.openxmlformats.org/officeDocument/2006/relationships/customXml" Target="../ink/ink991.xml"/><Relationship Id="rId321" Type="http://schemas.openxmlformats.org/officeDocument/2006/relationships/customXml" Target="../ink/ink1053.xml"/><Relationship Id="rId419" Type="http://schemas.openxmlformats.org/officeDocument/2006/relationships/customXml" Target="../ink/ink1102.xml"/><Relationship Id="rId626" Type="http://schemas.openxmlformats.org/officeDocument/2006/relationships/image" Target="../media/image1187.png"/><Relationship Id="rId265" Type="http://schemas.openxmlformats.org/officeDocument/2006/relationships/image" Target="../media/image1011.png"/><Relationship Id="rId472" Type="http://schemas.openxmlformats.org/officeDocument/2006/relationships/image" Target="../media/image1110.png"/><Relationship Id="rId125" Type="http://schemas.openxmlformats.org/officeDocument/2006/relationships/image" Target="../media/image941.png"/><Relationship Id="rId332" Type="http://schemas.openxmlformats.org/officeDocument/2006/relationships/image" Target="../media/image1040.png"/><Relationship Id="rId637" Type="http://schemas.openxmlformats.org/officeDocument/2006/relationships/customXml" Target="../ink/ink1211.xml"/><Relationship Id="rId276" Type="http://schemas.openxmlformats.org/officeDocument/2006/relationships/customXml" Target="../ink/ink1030.xml"/><Relationship Id="rId483" Type="http://schemas.openxmlformats.org/officeDocument/2006/relationships/customXml" Target="../ink/ink1134.xml"/><Relationship Id="rId690" Type="http://schemas.openxmlformats.org/officeDocument/2006/relationships/customXml" Target="../ink/ink1238.xml"/><Relationship Id="rId704" Type="http://schemas.openxmlformats.org/officeDocument/2006/relationships/customXml" Target="../ink/ink1245.xml"/><Relationship Id="rId40" Type="http://schemas.openxmlformats.org/officeDocument/2006/relationships/customXml" Target="../ink/ink912.xml"/><Relationship Id="rId136" Type="http://schemas.openxmlformats.org/officeDocument/2006/relationships/customXml" Target="../ink/ink960.xml"/><Relationship Id="rId343" Type="http://schemas.openxmlformats.org/officeDocument/2006/relationships/customXml" Target="../ink/ink1064.xml"/><Relationship Id="rId550" Type="http://schemas.openxmlformats.org/officeDocument/2006/relationships/image" Target="../media/image1149.png"/><Relationship Id="rId203" Type="http://schemas.openxmlformats.org/officeDocument/2006/relationships/image" Target="../media/image980.png"/><Relationship Id="rId648" Type="http://schemas.openxmlformats.org/officeDocument/2006/relationships/image" Target="../media/image1198.png"/><Relationship Id="rId287" Type="http://schemas.openxmlformats.org/officeDocument/2006/relationships/image" Target="../media/image1019.png"/><Relationship Id="rId410" Type="http://schemas.openxmlformats.org/officeDocument/2006/relationships/image" Target="../media/image1079.png"/><Relationship Id="rId494" Type="http://schemas.openxmlformats.org/officeDocument/2006/relationships/image" Target="../media/image1121.png"/><Relationship Id="rId508" Type="http://schemas.openxmlformats.org/officeDocument/2006/relationships/image" Target="../media/image1128.png"/><Relationship Id="rId715" Type="http://schemas.openxmlformats.org/officeDocument/2006/relationships/image" Target="../media/image1231.png"/><Relationship Id="rId147" Type="http://schemas.openxmlformats.org/officeDocument/2006/relationships/image" Target="../media/image952.png"/><Relationship Id="rId354" Type="http://schemas.openxmlformats.org/officeDocument/2006/relationships/image" Target="../media/image1051.png"/><Relationship Id="rId51" Type="http://schemas.openxmlformats.org/officeDocument/2006/relationships/image" Target="../media/image904.png"/><Relationship Id="rId561" Type="http://schemas.openxmlformats.org/officeDocument/2006/relationships/customXml" Target="../ink/ink1173.xml"/><Relationship Id="rId659" Type="http://schemas.openxmlformats.org/officeDocument/2006/relationships/customXml" Target="../ink/ink1222.xml"/><Relationship Id="rId214" Type="http://schemas.openxmlformats.org/officeDocument/2006/relationships/customXml" Target="../ink/ink999.xml"/><Relationship Id="rId298" Type="http://schemas.openxmlformats.org/officeDocument/2006/relationships/customXml" Target="../ink/ink1041.xml"/><Relationship Id="rId421" Type="http://schemas.openxmlformats.org/officeDocument/2006/relationships/customXml" Target="../ink/ink1103.xml"/><Relationship Id="rId519" Type="http://schemas.openxmlformats.org/officeDocument/2006/relationships/customXml" Target="../ink/ink1152.xml"/><Relationship Id="rId158" Type="http://schemas.openxmlformats.org/officeDocument/2006/relationships/customXml" Target="../ink/ink971.xml"/><Relationship Id="rId726" Type="http://schemas.openxmlformats.org/officeDocument/2006/relationships/customXml" Target="../ink/ink1256.xml"/><Relationship Id="rId62" Type="http://schemas.openxmlformats.org/officeDocument/2006/relationships/customXml" Target="../ink/ink923.xml"/><Relationship Id="rId365" Type="http://schemas.openxmlformats.org/officeDocument/2006/relationships/customXml" Target="../ink/ink1075.xml"/><Relationship Id="rId572" Type="http://schemas.openxmlformats.org/officeDocument/2006/relationships/image" Target="../media/image1160.png"/><Relationship Id="rId225" Type="http://schemas.openxmlformats.org/officeDocument/2006/relationships/image" Target="../media/image991.png"/><Relationship Id="rId432" Type="http://schemas.openxmlformats.org/officeDocument/2006/relationships/image" Target="../media/image1090.png"/><Relationship Id="rId737" Type="http://schemas.openxmlformats.org/officeDocument/2006/relationships/image" Target="../media/image1242.png"/><Relationship Id="rId73" Type="http://schemas.openxmlformats.org/officeDocument/2006/relationships/image" Target="../media/image915.png"/><Relationship Id="rId169" Type="http://schemas.openxmlformats.org/officeDocument/2006/relationships/image" Target="../media/image963.png"/><Relationship Id="rId376" Type="http://schemas.openxmlformats.org/officeDocument/2006/relationships/image" Target="../media/image1062.png"/><Relationship Id="rId583" Type="http://schemas.openxmlformats.org/officeDocument/2006/relationships/customXml" Target="../ink/ink1184.xml"/><Relationship Id="rId4" Type="http://schemas.openxmlformats.org/officeDocument/2006/relationships/customXml" Target="../ink/ink894.xml"/><Relationship Id="rId236" Type="http://schemas.openxmlformats.org/officeDocument/2006/relationships/customXml" Target="../ink/ink1010.xml"/><Relationship Id="rId443" Type="http://schemas.openxmlformats.org/officeDocument/2006/relationships/customXml" Target="../ink/ink1114.xml"/><Relationship Id="rId650" Type="http://schemas.openxmlformats.org/officeDocument/2006/relationships/image" Target="../media/image1199.png"/></Relationships>
</file>

<file path=ppt/slides/_rels/slide7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312.png"/><Relationship Id="rId299" Type="http://schemas.openxmlformats.org/officeDocument/2006/relationships/image" Target="../media/image1403.png"/><Relationship Id="rId21" Type="http://schemas.openxmlformats.org/officeDocument/2006/relationships/image" Target="../media/image1265.png"/><Relationship Id="rId63" Type="http://schemas.openxmlformats.org/officeDocument/2006/relationships/image" Target="../media/image1285.png"/><Relationship Id="rId159" Type="http://schemas.openxmlformats.org/officeDocument/2006/relationships/image" Target="../media/image1333.png"/><Relationship Id="rId324" Type="http://schemas.openxmlformats.org/officeDocument/2006/relationships/customXml" Target="../ink/ink1438.xml"/><Relationship Id="rId366" Type="http://schemas.openxmlformats.org/officeDocument/2006/relationships/customXml" Target="../ink/ink1459.xml"/><Relationship Id="rId170" Type="http://schemas.openxmlformats.org/officeDocument/2006/relationships/customXml" Target="../ink/ink1361.xml"/><Relationship Id="rId226" Type="http://schemas.openxmlformats.org/officeDocument/2006/relationships/customXml" Target="../ink/ink1389.xml"/><Relationship Id="rId433" Type="http://schemas.openxmlformats.org/officeDocument/2006/relationships/image" Target="../media/image1470.png"/><Relationship Id="rId268" Type="http://schemas.openxmlformats.org/officeDocument/2006/relationships/customXml" Target="../ink/ink1410.xml"/><Relationship Id="rId475" Type="http://schemas.openxmlformats.org/officeDocument/2006/relationships/customXml" Target="../ink/ink1514.xml"/><Relationship Id="rId32" Type="http://schemas.openxmlformats.org/officeDocument/2006/relationships/customXml" Target="../ink/ink1292.xml"/><Relationship Id="rId74" Type="http://schemas.openxmlformats.org/officeDocument/2006/relationships/customXml" Target="../ink/ink1313.xml"/><Relationship Id="rId128" Type="http://schemas.openxmlformats.org/officeDocument/2006/relationships/customXml" Target="../ink/ink1340.xml"/><Relationship Id="rId335" Type="http://schemas.openxmlformats.org/officeDocument/2006/relationships/image" Target="../media/image1421.png"/><Relationship Id="rId377" Type="http://schemas.openxmlformats.org/officeDocument/2006/relationships/image" Target="../media/image1442.png"/><Relationship Id="rId5" Type="http://schemas.openxmlformats.org/officeDocument/2006/relationships/image" Target="../media/image1257.png"/><Relationship Id="rId181" Type="http://schemas.openxmlformats.org/officeDocument/2006/relationships/image" Target="../media/image1344.png"/><Relationship Id="rId237" Type="http://schemas.openxmlformats.org/officeDocument/2006/relationships/image" Target="../media/image1372.png"/><Relationship Id="rId402" Type="http://schemas.openxmlformats.org/officeDocument/2006/relationships/customXml" Target="../ink/ink1477.xml"/><Relationship Id="rId279" Type="http://schemas.openxmlformats.org/officeDocument/2006/relationships/image" Target="../media/image1393.png"/><Relationship Id="rId444" Type="http://schemas.openxmlformats.org/officeDocument/2006/relationships/customXml" Target="../ink/ink1498.xml"/><Relationship Id="rId486" Type="http://schemas.openxmlformats.org/officeDocument/2006/relationships/image" Target="../media/image1496.png"/><Relationship Id="rId43" Type="http://schemas.openxmlformats.org/officeDocument/2006/relationships/image" Target="../media/image1276.png"/><Relationship Id="rId139" Type="http://schemas.openxmlformats.org/officeDocument/2006/relationships/image" Target="../media/image1323.png"/><Relationship Id="rId290" Type="http://schemas.openxmlformats.org/officeDocument/2006/relationships/customXml" Target="../ink/ink1421.xml"/><Relationship Id="rId304" Type="http://schemas.openxmlformats.org/officeDocument/2006/relationships/customXml" Target="../ink/ink1428.xml"/><Relationship Id="rId346" Type="http://schemas.openxmlformats.org/officeDocument/2006/relationships/customXml" Target="../ink/ink1449.xml"/><Relationship Id="rId388" Type="http://schemas.openxmlformats.org/officeDocument/2006/relationships/customXml" Target="../ink/ink1470.xml"/><Relationship Id="rId85" Type="http://schemas.openxmlformats.org/officeDocument/2006/relationships/image" Target="../media/image1296.png"/><Relationship Id="rId150" Type="http://schemas.openxmlformats.org/officeDocument/2006/relationships/customXml" Target="../ink/ink1351.xml"/><Relationship Id="rId192" Type="http://schemas.openxmlformats.org/officeDocument/2006/relationships/customXml" Target="../ink/ink1372.xml"/><Relationship Id="rId206" Type="http://schemas.openxmlformats.org/officeDocument/2006/relationships/customXml" Target="../ink/ink1379.xml"/><Relationship Id="rId413" Type="http://schemas.openxmlformats.org/officeDocument/2006/relationships/image" Target="../media/image1460.png"/><Relationship Id="rId248" Type="http://schemas.openxmlformats.org/officeDocument/2006/relationships/customXml" Target="../ink/ink1400.xml"/><Relationship Id="rId455" Type="http://schemas.openxmlformats.org/officeDocument/2006/relationships/customXml" Target="../ink/ink1504.xml"/><Relationship Id="rId12" Type="http://schemas.openxmlformats.org/officeDocument/2006/relationships/customXml" Target="../ink/ink1282.xml"/><Relationship Id="rId108" Type="http://schemas.openxmlformats.org/officeDocument/2006/relationships/customXml" Target="../ink/ink1330.xml"/><Relationship Id="rId315" Type="http://schemas.openxmlformats.org/officeDocument/2006/relationships/image" Target="../media/image1411.png"/><Relationship Id="rId357" Type="http://schemas.openxmlformats.org/officeDocument/2006/relationships/image" Target="../media/image1432.png"/><Relationship Id="rId54" Type="http://schemas.openxmlformats.org/officeDocument/2006/relationships/customXml" Target="../ink/ink1303.xml"/><Relationship Id="rId96" Type="http://schemas.openxmlformats.org/officeDocument/2006/relationships/customXml" Target="../ink/ink1324.xml"/><Relationship Id="rId161" Type="http://schemas.openxmlformats.org/officeDocument/2006/relationships/image" Target="../media/image1334.png"/><Relationship Id="rId217" Type="http://schemas.openxmlformats.org/officeDocument/2006/relationships/image" Target="../media/image1362.png"/><Relationship Id="rId399" Type="http://schemas.openxmlformats.org/officeDocument/2006/relationships/image" Target="../media/image1453.png"/><Relationship Id="rId259" Type="http://schemas.openxmlformats.org/officeDocument/2006/relationships/image" Target="../media/image1383.png"/><Relationship Id="rId424" Type="http://schemas.openxmlformats.org/officeDocument/2006/relationships/customXml" Target="../ink/ink1488.xml"/><Relationship Id="rId466" Type="http://schemas.openxmlformats.org/officeDocument/2006/relationships/image" Target="../media/image1486.png"/><Relationship Id="rId23" Type="http://schemas.openxmlformats.org/officeDocument/2006/relationships/image" Target="../media/image1266.png"/><Relationship Id="rId119" Type="http://schemas.openxmlformats.org/officeDocument/2006/relationships/image" Target="../media/image1313.png"/><Relationship Id="rId270" Type="http://schemas.openxmlformats.org/officeDocument/2006/relationships/customXml" Target="../ink/ink1411.xml"/><Relationship Id="rId326" Type="http://schemas.openxmlformats.org/officeDocument/2006/relationships/customXml" Target="../ink/ink1439.xml"/><Relationship Id="rId65" Type="http://schemas.openxmlformats.org/officeDocument/2006/relationships/image" Target="../media/image1286.png"/><Relationship Id="rId130" Type="http://schemas.openxmlformats.org/officeDocument/2006/relationships/customXml" Target="../ink/ink1341.xml"/><Relationship Id="rId368" Type="http://schemas.openxmlformats.org/officeDocument/2006/relationships/customXml" Target="../ink/ink1460.xml"/><Relationship Id="rId172" Type="http://schemas.openxmlformats.org/officeDocument/2006/relationships/customXml" Target="../ink/ink1362.xml"/><Relationship Id="rId228" Type="http://schemas.openxmlformats.org/officeDocument/2006/relationships/customXml" Target="../ink/ink1390.xml"/><Relationship Id="rId435" Type="http://schemas.openxmlformats.org/officeDocument/2006/relationships/image" Target="../media/image1471.png"/><Relationship Id="rId477" Type="http://schemas.openxmlformats.org/officeDocument/2006/relationships/customXml" Target="../ink/ink1515.xml"/><Relationship Id="rId281" Type="http://schemas.openxmlformats.org/officeDocument/2006/relationships/image" Target="../media/image1394.png"/><Relationship Id="rId337" Type="http://schemas.openxmlformats.org/officeDocument/2006/relationships/image" Target="../media/image1422.png"/><Relationship Id="rId34" Type="http://schemas.openxmlformats.org/officeDocument/2006/relationships/customXml" Target="../ink/ink1293.xml"/><Relationship Id="rId76" Type="http://schemas.openxmlformats.org/officeDocument/2006/relationships/customXml" Target="../ink/ink1314.xml"/><Relationship Id="rId141" Type="http://schemas.openxmlformats.org/officeDocument/2006/relationships/image" Target="../media/image1324.png"/><Relationship Id="rId379" Type="http://schemas.openxmlformats.org/officeDocument/2006/relationships/image" Target="../media/image1443.png"/><Relationship Id="rId7" Type="http://schemas.openxmlformats.org/officeDocument/2006/relationships/image" Target="../media/image1258.png"/><Relationship Id="rId183" Type="http://schemas.openxmlformats.org/officeDocument/2006/relationships/image" Target="../media/image1345.png"/><Relationship Id="rId239" Type="http://schemas.openxmlformats.org/officeDocument/2006/relationships/image" Target="../media/image1373.png"/><Relationship Id="rId390" Type="http://schemas.openxmlformats.org/officeDocument/2006/relationships/customXml" Target="../ink/ink1471.xml"/><Relationship Id="rId404" Type="http://schemas.openxmlformats.org/officeDocument/2006/relationships/customXml" Target="../ink/ink1478.xml"/><Relationship Id="rId446" Type="http://schemas.openxmlformats.org/officeDocument/2006/relationships/customXml" Target="../ink/ink1499.xml"/><Relationship Id="rId250" Type="http://schemas.openxmlformats.org/officeDocument/2006/relationships/customXml" Target="../ink/ink1401.xml"/><Relationship Id="rId292" Type="http://schemas.openxmlformats.org/officeDocument/2006/relationships/customXml" Target="../ink/ink1422.xml"/><Relationship Id="rId306" Type="http://schemas.openxmlformats.org/officeDocument/2006/relationships/customXml" Target="../ink/ink1429.xml"/><Relationship Id="rId488" Type="http://schemas.openxmlformats.org/officeDocument/2006/relationships/image" Target="../media/image1497.png"/><Relationship Id="rId45" Type="http://schemas.openxmlformats.org/officeDocument/2006/relationships/image" Target="../media/image1089.png"/><Relationship Id="rId87" Type="http://schemas.openxmlformats.org/officeDocument/2006/relationships/image" Target="../media/image1297.png"/><Relationship Id="rId110" Type="http://schemas.openxmlformats.org/officeDocument/2006/relationships/customXml" Target="../ink/ink1331.xml"/><Relationship Id="rId348" Type="http://schemas.openxmlformats.org/officeDocument/2006/relationships/customXml" Target="../ink/ink1450.xml"/><Relationship Id="rId152" Type="http://schemas.openxmlformats.org/officeDocument/2006/relationships/customXml" Target="../ink/ink1352.xml"/><Relationship Id="rId194" Type="http://schemas.openxmlformats.org/officeDocument/2006/relationships/customXml" Target="../ink/ink1373.xml"/><Relationship Id="rId208" Type="http://schemas.openxmlformats.org/officeDocument/2006/relationships/customXml" Target="../ink/ink1380.xml"/><Relationship Id="rId415" Type="http://schemas.openxmlformats.org/officeDocument/2006/relationships/image" Target="../media/image1461.png"/><Relationship Id="rId457" Type="http://schemas.openxmlformats.org/officeDocument/2006/relationships/customXml" Target="../ink/ink1505.xml"/><Relationship Id="rId261" Type="http://schemas.openxmlformats.org/officeDocument/2006/relationships/image" Target="../media/image1384.png"/><Relationship Id="rId14" Type="http://schemas.openxmlformats.org/officeDocument/2006/relationships/customXml" Target="../ink/ink1283.xml"/><Relationship Id="rId56" Type="http://schemas.openxmlformats.org/officeDocument/2006/relationships/customXml" Target="../ink/ink1304.xml"/><Relationship Id="rId317" Type="http://schemas.openxmlformats.org/officeDocument/2006/relationships/image" Target="../media/image1412.png"/><Relationship Id="rId359" Type="http://schemas.openxmlformats.org/officeDocument/2006/relationships/image" Target="../media/image1433.png"/><Relationship Id="rId98" Type="http://schemas.openxmlformats.org/officeDocument/2006/relationships/customXml" Target="../ink/ink1325.xml"/><Relationship Id="rId121" Type="http://schemas.openxmlformats.org/officeDocument/2006/relationships/image" Target="../media/image1314.png"/><Relationship Id="rId163" Type="http://schemas.openxmlformats.org/officeDocument/2006/relationships/image" Target="../media/image1335.png"/><Relationship Id="rId219" Type="http://schemas.openxmlformats.org/officeDocument/2006/relationships/image" Target="../media/image1363.png"/><Relationship Id="rId370" Type="http://schemas.openxmlformats.org/officeDocument/2006/relationships/customXml" Target="../ink/ink1461.xml"/><Relationship Id="rId426" Type="http://schemas.openxmlformats.org/officeDocument/2006/relationships/customXml" Target="../ink/ink1489.xml"/><Relationship Id="rId230" Type="http://schemas.openxmlformats.org/officeDocument/2006/relationships/customXml" Target="../ink/ink1391.xml"/><Relationship Id="rId468" Type="http://schemas.openxmlformats.org/officeDocument/2006/relationships/image" Target="../media/image1487.png"/><Relationship Id="rId25" Type="http://schemas.openxmlformats.org/officeDocument/2006/relationships/image" Target="../media/image1267.png"/><Relationship Id="rId67" Type="http://schemas.openxmlformats.org/officeDocument/2006/relationships/image" Target="../media/image1287.png"/><Relationship Id="rId272" Type="http://schemas.openxmlformats.org/officeDocument/2006/relationships/customXml" Target="../ink/ink1412.xml"/><Relationship Id="rId328" Type="http://schemas.openxmlformats.org/officeDocument/2006/relationships/customXml" Target="../ink/ink1440.xml"/><Relationship Id="rId132" Type="http://schemas.openxmlformats.org/officeDocument/2006/relationships/customXml" Target="../ink/ink1342.xml"/><Relationship Id="rId174" Type="http://schemas.openxmlformats.org/officeDocument/2006/relationships/customXml" Target="../ink/ink1363.xml"/><Relationship Id="rId381" Type="http://schemas.openxmlformats.org/officeDocument/2006/relationships/image" Target="../media/image1444.png"/><Relationship Id="rId241" Type="http://schemas.openxmlformats.org/officeDocument/2006/relationships/image" Target="../media/image1374.png"/><Relationship Id="rId437" Type="http://schemas.openxmlformats.org/officeDocument/2006/relationships/image" Target="../media/image1472.png"/><Relationship Id="rId479" Type="http://schemas.openxmlformats.org/officeDocument/2006/relationships/customXml" Target="../ink/ink1516.xml"/><Relationship Id="rId36" Type="http://schemas.openxmlformats.org/officeDocument/2006/relationships/customXml" Target="../ink/ink1294.xml"/><Relationship Id="rId283" Type="http://schemas.openxmlformats.org/officeDocument/2006/relationships/image" Target="../media/image1395.png"/><Relationship Id="rId339" Type="http://schemas.openxmlformats.org/officeDocument/2006/relationships/image" Target="../media/image1423.png"/><Relationship Id="rId78" Type="http://schemas.openxmlformats.org/officeDocument/2006/relationships/customXml" Target="../ink/ink1315.xml"/><Relationship Id="rId101" Type="http://schemas.openxmlformats.org/officeDocument/2006/relationships/image" Target="../media/image1304.png"/><Relationship Id="rId143" Type="http://schemas.openxmlformats.org/officeDocument/2006/relationships/image" Target="../media/image1325.png"/><Relationship Id="rId185" Type="http://schemas.openxmlformats.org/officeDocument/2006/relationships/image" Target="../media/image1346.png"/><Relationship Id="rId350" Type="http://schemas.openxmlformats.org/officeDocument/2006/relationships/customXml" Target="../ink/ink1451.xml"/><Relationship Id="rId406" Type="http://schemas.openxmlformats.org/officeDocument/2006/relationships/customXml" Target="../ink/ink1479.xml"/><Relationship Id="rId9" Type="http://schemas.openxmlformats.org/officeDocument/2006/relationships/image" Target="../media/image1259.png"/><Relationship Id="rId210" Type="http://schemas.openxmlformats.org/officeDocument/2006/relationships/customXml" Target="../ink/ink1381.xml"/><Relationship Id="rId392" Type="http://schemas.openxmlformats.org/officeDocument/2006/relationships/customXml" Target="../ink/ink1472.xml"/><Relationship Id="rId448" Type="http://schemas.openxmlformats.org/officeDocument/2006/relationships/image" Target="../media/image1477.png"/><Relationship Id="rId252" Type="http://schemas.openxmlformats.org/officeDocument/2006/relationships/customXml" Target="../ink/ink1402.xml"/><Relationship Id="rId294" Type="http://schemas.openxmlformats.org/officeDocument/2006/relationships/customXml" Target="../ink/ink1423.xml"/><Relationship Id="rId308" Type="http://schemas.openxmlformats.org/officeDocument/2006/relationships/customXml" Target="../ink/ink1430.xml"/><Relationship Id="rId47" Type="http://schemas.openxmlformats.org/officeDocument/2006/relationships/image" Target="../media/image1277.png"/><Relationship Id="rId89" Type="http://schemas.openxmlformats.org/officeDocument/2006/relationships/image" Target="../media/image1298.png"/><Relationship Id="rId112" Type="http://schemas.openxmlformats.org/officeDocument/2006/relationships/customXml" Target="../ink/ink1332.xml"/><Relationship Id="rId154" Type="http://schemas.openxmlformats.org/officeDocument/2006/relationships/customXml" Target="../ink/ink1353.xml"/><Relationship Id="rId361" Type="http://schemas.openxmlformats.org/officeDocument/2006/relationships/image" Target="../media/image1434.png"/><Relationship Id="rId196" Type="http://schemas.openxmlformats.org/officeDocument/2006/relationships/customXml" Target="../ink/ink1374.xml"/><Relationship Id="rId417" Type="http://schemas.openxmlformats.org/officeDocument/2006/relationships/image" Target="../media/image1462.png"/><Relationship Id="rId459" Type="http://schemas.openxmlformats.org/officeDocument/2006/relationships/customXml" Target="../ink/ink1506.xml"/><Relationship Id="rId16" Type="http://schemas.openxmlformats.org/officeDocument/2006/relationships/customXml" Target="../ink/ink1284.xml"/><Relationship Id="rId221" Type="http://schemas.openxmlformats.org/officeDocument/2006/relationships/image" Target="../media/image1364.png"/><Relationship Id="rId263" Type="http://schemas.openxmlformats.org/officeDocument/2006/relationships/image" Target="../media/image1385.png"/><Relationship Id="rId319" Type="http://schemas.openxmlformats.org/officeDocument/2006/relationships/image" Target="../media/image1413.png"/><Relationship Id="rId470" Type="http://schemas.openxmlformats.org/officeDocument/2006/relationships/image" Target="../media/image1488.png"/><Relationship Id="rId58" Type="http://schemas.openxmlformats.org/officeDocument/2006/relationships/customXml" Target="../ink/ink1305.xml"/><Relationship Id="rId123" Type="http://schemas.openxmlformats.org/officeDocument/2006/relationships/image" Target="../media/image1315.png"/><Relationship Id="rId330" Type="http://schemas.openxmlformats.org/officeDocument/2006/relationships/customXml" Target="../ink/ink1441.xml"/><Relationship Id="rId165" Type="http://schemas.openxmlformats.org/officeDocument/2006/relationships/image" Target="../media/image1336.png"/><Relationship Id="rId372" Type="http://schemas.openxmlformats.org/officeDocument/2006/relationships/customXml" Target="../ink/ink1462.xml"/><Relationship Id="rId428" Type="http://schemas.openxmlformats.org/officeDocument/2006/relationships/customXml" Target="../ink/ink1490.xml"/><Relationship Id="rId232" Type="http://schemas.openxmlformats.org/officeDocument/2006/relationships/customXml" Target="../ink/ink1392.xml"/><Relationship Id="rId274" Type="http://schemas.openxmlformats.org/officeDocument/2006/relationships/customXml" Target="../ink/ink1413.xml"/><Relationship Id="rId481" Type="http://schemas.openxmlformats.org/officeDocument/2006/relationships/customXml" Target="../ink/ink1517.xml"/><Relationship Id="rId27" Type="http://schemas.openxmlformats.org/officeDocument/2006/relationships/image" Target="../media/image1268.png"/><Relationship Id="rId69" Type="http://schemas.openxmlformats.org/officeDocument/2006/relationships/image" Target="../media/image1288.png"/><Relationship Id="rId134" Type="http://schemas.openxmlformats.org/officeDocument/2006/relationships/customXml" Target="../ink/ink1343.xml"/><Relationship Id="rId80" Type="http://schemas.openxmlformats.org/officeDocument/2006/relationships/customXml" Target="../ink/ink1316.xml"/><Relationship Id="rId176" Type="http://schemas.openxmlformats.org/officeDocument/2006/relationships/customXml" Target="../ink/ink1364.xml"/><Relationship Id="rId341" Type="http://schemas.openxmlformats.org/officeDocument/2006/relationships/image" Target="../media/image1424.png"/><Relationship Id="rId383" Type="http://schemas.openxmlformats.org/officeDocument/2006/relationships/image" Target="../media/image1445.png"/><Relationship Id="rId439" Type="http://schemas.openxmlformats.org/officeDocument/2006/relationships/image" Target="../media/image1473.png"/><Relationship Id="rId201" Type="http://schemas.openxmlformats.org/officeDocument/2006/relationships/image" Target="../media/image1354.png"/><Relationship Id="rId243" Type="http://schemas.openxmlformats.org/officeDocument/2006/relationships/image" Target="../media/image1375.png"/><Relationship Id="rId285" Type="http://schemas.openxmlformats.org/officeDocument/2006/relationships/image" Target="../media/image1396.png"/><Relationship Id="rId450" Type="http://schemas.openxmlformats.org/officeDocument/2006/relationships/image" Target="../media/image1478.png"/><Relationship Id="rId38" Type="http://schemas.openxmlformats.org/officeDocument/2006/relationships/customXml" Target="../ink/ink1295.xml"/><Relationship Id="rId103" Type="http://schemas.openxmlformats.org/officeDocument/2006/relationships/image" Target="../media/image1305.png"/><Relationship Id="rId310" Type="http://schemas.openxmlformats.org/officeDocument/2006/relationships/customXml" Target="../ink/ink1431.xml"/><Relationship Id="rId91" Type="http://schemas.openxmlformats.org/officeDocument/2006/relationships/image" Target="../media/image1299.png"/><Relationship Id="rId145" Type="http://schemas.openxmlformats.org/officeDocument/2006/relationships/image" Target="../media/image1326.png"/><Relationship Id="rId187" Type="http://schemas.openxmlformats.org/officeDocument/2006/relationships/image" Target="../media/image1347.png"/><Relationship Id="rId352" Type="http://schemas.openxmlformats.org/officeDocument/2006/relationships/customXml" Target="../ink/ink1452.xml"/><Relationship Id="rId394" Type="http://schemas.openxmlformats.org/officeDocument/2006/relationships/customXml" Target="../ink/ink1473.xml"/><Relationship Id="rId408" Type="http://schemas.openxmlformats.org/officeDocument/2006/relationships/customXml" Target="../ink/ink1480.xml"/><Relationship Id="rId212" Type="http://schemas.openxmlformats.org/officeDocument/2006/relationships/customXml" Target="../ink/ink1382.xml"/><Relationship Id="rId254" Type="http://schemas.openxmlformats.org/officeDocument/2006/relationships/customXml" Target="../ink/ink1403.xml"/><Relationship Id="rId49" Type="http://schemas.openxmlformats.org/officeDocument/2006/relationships/image" Target="../media/image1278.png"/><Relationship Id="rId114" Type="http://schemas.openxmlformats.org/officeDocument/2006/relationships/customXml" Target="../ink/ink1333.xml"/><Relationship Id="rId296" Type="http://schemas.openxmlformats.org/officeDocument/2006/relationships/customXml" Target="../ink/ink1424.xml"/><Relationship Id="rId461" Type="http://schemas.openxmlformats.org/officeDocument/2006/relationships/customXml" Target="../ink/ink1507.xml"/><Relationship Id="rId60" Type="http://schemas.openxmlformats.org/officeDocument/2006/relationships/customXml" Target="../ink/ink1306.xml"/><Relationship Id="rId156" Type="http://schemas.openxmlformats.org/officeDocument/2006/relationships/customXml" Target="../ink/ink1354.xml"/><Relationship Id="rId198" Type="http://schemas.openxmlformats.org/officeDocument/2006/relationships/customXml" Target="../ink/ink1375.xml"/><Relationship Id="rId321" Type="http://schemas.openxmlformats.org/officeDocument/2006/relationships/image" Target="../media/image1414.png"/><Relationship Id="rId363" Type="http://schemas.openxmlformats.org/officeDocument/2006/relationships/image" Target="../media/image1435.png"/><Relationship Id="rId419" Type="http://schemas.openxmlformats.org/officeDocument/2006/relationships/image" Target="../media/image1463.png"/><Relationship Id="rId223" Type="http://schemas.openxmlformats.org/officeDocument/2006/relationships/image" Target="../media/image1365.png"/><Relationship Id="rId430" Type="http://schemas.openxmlformats.org/officeDocument/2006/relationships/customXml" Target="../ink/ink1491.xml"/><Relationship Id="rId18" Type="http://schemas.openxmlformats.org/officeDocument/2006/relationships/customXml" Target="../ink/ink1285.xml"/><Relationship Id="rId265" Type="http://schemas.openxmlformats.org/officeDocument/2006/relationships/image" Target="../media/image1386.png"/><Relationship Id="rId472" Type="http://schemas.openxmlformats.org/officeDocument/2006/relationships/image" Target="../media/image1489.png"/><Relationship Id="rId125" Type="http://schemas.openxmlformats.org/officeDocument/2006/relationships/image" Target="../media/image1316.png"/><Relationship Id="rId167" Type="http://schemas.openxmlformats.org/officeDocument/2006/relationships/image" Target="../media/image1337.png"/><Relationship Id="rId332" Type="http://schemas.openxmlformats.org/officeDocument/2006/relationships/customXml" Target="../ink/ink1442.xml"/><Relationship Id="rId374" Type="http://schemas.openxmlformats.org/officeDocument/2006/relationships/customXml" Target="../ink/ink1463.xml"/><Relationship Id="rId71" Type="http://schemas.openxmlformats.org/officeDocument/2006/relationships/image" Target="../media/image1289.png"/><Relationship Id="rId234" Type="http://schemas.openxmlformats.org/officeDocument/2006/relationships/customXml" Target="../ink/ink1393.xml"/><Relationship Id="rId2" Type="http://schemas.openxmlformats.org/officeDocument/2006/relationships/customXml" Target="../ink/ink1277.xml"/><Relationship Id="rId29" Type="http://schemas.openxmlformats.org/officeDocument/2006/relationships/image" Target="../media/image1269.png"/><Relationship Id="rId276" Type="http://schemas.openxmlformats.org/officeDocument/2006/relationships/customXml" Target="../ink/ink1414.xml"/><Relationship Id="rId441" Type="http://schemas.openxmlformats.org/officeDocument/2006/relationships/image" Target="../media/image1474.png"/><Relationship Id="rId483" Type="http://schemas.openxmlformats.org/officeDocument/2006/relationships/customXml" Target="../ink/ink1518.xml"/><Relationship Id="rId40" Type="http://schemas.openxmlformats.org/officeDocument/2006/relationships/customXml" Target="../ink/ink1296.xml"/><Relationship Id="rId136" Type="http://schemas.openxmlformats.org/officeDocument/2006/relationships/customXml" Target="../ink/ink1344.xml"/><Relationship Id="rId178" Type="http://schemas.openxmlformats.org/officeDocument/2006/relationships/customXml" Target="../ink/ink1365.xml"/><Relationship Id="rId301" Type="http://schemas.openxmlformats.org/officeDocument/2006/relationships/image" Target="../media/image1404.png"/><Relationship Id="rId343" Type="http://schemas.openxmlformats.org/officeDocument/2006/relationships/image" Target="../media/image1425.png"/><Relationship Id="rId82" Type="http://schemas.openxmlformats.org/officeDocument/2006/relationships/customXml" Target="../ink/ink1317.xml"/><Relationship Id="rId203" Type="http://schemas.openxmlformats.org/officeDocument/2006/relationships/image" Target="../media/image1355.png"/><Relationship Id="rId385" Type="http://schemas.openxmlformats.org/officeDocument/2006/relationships/image" Target="../media/image1446.png"/><Relationship Id="rId245" Type="http://schemas.openxmlformats.org/officeDocument/2006/relationships/image" Target="../media/image1376.png"/><Relationship Id="rId287" Type="http://schemas.openxmlformats.org/officeDocument/2006/relationships/image" Target="../media/image1397.png"/><Relationship Id="rId410" Type="http://schemas.openxmlformats.org/officeDocument/2006/relationships/customXml" Target="../ink/ink1481.xml"/><Relationship Id="rId452" Type="http://schemas.openxmlformats.org/officeDocument/2006/relationships/image" Target="../media/image1479.png"/><Relationship Id="rId105" Type="http://schemas.openxmlformats.org/officeDocument/2006/relationships/image" Target="../media/image1306.png"/><Relationship Id="rId147" Type="http://schemas.openxmlformats.org/officeDocument/2006/relationships/image" Target="../media/image1327.png"/><Relationship Id="rId312" Type="http://schemas.openxmlformats.org/officeDocument/2006/relationships/customXml" Target="../ink/ink1432.xml"/><Relationship Id="rId354" Type="http://schemas.openxmlformats.org/officeDocument/2006/relationships/customXml" Target="../ink/ink1453.xml"/><Relationship Id="rId51" Type="http://schemas.openxmlformats.org/officeDocument/2006/relationships/image" Target="../media/image1279.png"/><Relationship Id="rId93" Type="http://schemas.openxmlformats.org/officeDocument/2006/relationships/image" Target="../media/image1300.png"/><Relationship Id="rId189" Type="http://schemas.openxmlformats.org/officeDocument/2006/relationships/image" Target="../media/image1348.png"/><Relationship Id="rId396" Type="http://schemas.openxmlformats.org/officeDocument/2006/relationships/customXml" Target="../ink/ink1474.xml"/><Relationship Id="rId214" Type="http://schemas.openxmlformats.org/officeDocument/2006/relationships/customXml" Target="../ink/ink1383.xml"/><Relationship Id="rId256" Type="http://schemas.openxmlformats.org/officeDocument/2006/relationships/customXml" Target="../ink/ink1404.xml"/><Relationship Id="rId298" Type="http://schemas.openxmlformats.org/officeDocument/2006/relationships/customXml" Target="../ink/ink1425.xml"/><Relationship Id="rId421" Type="http://schemas.openxmlformats.org/officeDocument/2006/relationships/image" Target="../media/image1464.png"/><Relationship Id="rId463" Type="http://schemas.openxmlformats.org/officeDocument/2006/relationships/customXml" Target="../ink/ink1508.xml"/><Relationship Id="rId116" Type="http://schemas.openxmlformats.org/officeDocument/2006/relationships/customXml" Target="../ink/ink1334.xml"/><Relationship Id="rId137" Type="http://schemas.openxmlformats.org/officeDocument/2006/relationships/image" Target="../media/image1322.png"/><Relationship Id="rId158" Type="http://schemas.openxmlformats.org/officeDocument/2006/relationships/customXml" Target="../ink/ink1355.xml"/><Relationship Id="rId302" Type="http://schemas.openxmlformats.org/officeDocument/2006/relationships/customXml" Target="../ink/ink1427.xml"/><Relationship Id="rId323" Type="http://schemas.openxmlformats.org/officeDocument/2006/relationships/image" Target="../media/image1415.png"/><Relationship Id="rId344" Type="http://schemas.openxmlformats.org/officeDocument/2006/relationships/customXml" Target="../ink/ink1448.xml"/><Relationship Id="rId20" Type="http://schemas.openxmlformats.org/officeDocument/2006/relationships/customXml" Target="../ink/ink1286.xml"/><Relationship Id="rId41" Type="http://schemas.openxmlformats.org/officeDocument/2006/relationships/image" Target="../media/image1275.png"/><Relationship Id="rId62" Type="http://schemas.openxmlformats.org/officeDocument/2006/relationships/customXml" Target="../ink/ink1307.xml"/><Relationship Id="rId83" Type="http://schemas.openxmlformats.org/officeDocument/2006/relationships/image" Target="../media/image1295.png"/><Relationship Id="rId179" Type="http://schemas.openxmlformats.org/officeDocument/2006/relationships/image" Target="../media/image1343.png"/><Relationship Id="rId365" Type="http://schemas.openxmlformats.org/officeDocument/2006/relationships/image" Target="../media/image1436.png"/><Relationship Id="rId386" Type="http://schemas.openxmlformats.org/officeDocument/2006/relationships/customXml" Target="../ink/ink1469.xml"/><Relationship Id="rId190" Type="http://schemas.openxmlformats.org/officeDocument/2006/relationships/customXml" Target="../ink/ink1371.xml"/><Relationship Id="rId204" Type="http://schemas.openxmlformats.org/officeDocument/2006/relationships/customXml" Target="../ink/ink1378.xml"/><Relationship Id="rId225" Type="http://schemas.openxmlformats.org/officeDocument/2006/relationships/image" Target="../media/image1366.png"/><Relationship Id="rId246" Type="http://schemas.openxmlformats.org/officeDocument/2006/relationships/customXml" Target="../ink/ink1399.xml"/><Relationship Id="rId267" Type="http://schemas.openxmlformats.org/officeDocument/2006/relationships/image" Target="../media/image1387.png"/><Relationship Id="rId288" Type="http://schemas.openxmlformats.org/officeDocument/2006/relationships/customXml" Target="../ink/ink1420.xml"/><Relationship Id="rId411" Type="http://schemas.openxmlformats.org/officeDocument/2006/relationships/image" Target="../media/image1459.png"/><Relationship Id="rId432" Type="http://schemas.openxmlformats.org/officeDocument/2006/relationships/customXml" Target="../ink/ink1492.xml"/><Relationship Id="rId453" Type="http://schemas.openxmlformats.org/officeDocument/2006/relationships/customXml" Target="../ink/ink1503.xml"/><Relationship Id="rId474" Type="http://schemas.openxmlformats.org/officeDocument/2006/relationships/image" Target="../media/image1490.png"/><Relationship Id="rId106" Type="http://schemas.openxmlformats.org/officeDocument/2006/relationships/customXml" Target="../ink/ink1329.xml"/><Relationship Id="rId127" Type="http://schemas.openxmlformats.org/officeDocument/2006/relationships/image" Target="../media/image1317.png"/><Relationship Id="rId313" Type="http://schemas.openxmlformats.org/officeDocument/2006/relationships/image" Target="../media/image1410.png"/><Relationship Id="rId10" Type="http://schemas.openxmlformats.org/officeDocument/2006/relationships/customXml" Target="../ink/ink1281.xml"/><Relationship Id="rId31" Type="http://schemas.openxmlformats.org/officeDocument/2006/relationships/image" Target="../media/image1270.png"/><Relationship Id="rId52" Type="http://schemas.openxmlformats.org/officeDocument/2006/relationships/customXml" Target="../ink/ink1302.xml"/><Relationship Id="rId73" Type="http://schemas.openxmlformats.org/officeDocument/2006/relationships/image" Target="../media/image1290.png"/><Relationship Id="rId94" Type="http://schemas.openxmlformats.org/officeDocument/2006/relationships/customXml" Target="../ink/ink1323.xml"/><Relationship Id="rId148" Type="http://schemas.openxmlformats.org/officeDocument/2006/relationships/customXml" Target="../ink/ink1350.xml"/><Relationship Id="rId169" Type="http://schemas.openxmlformats.org/officeDocument/2006/relationships/image" Target="../media/image1338.png"/><Relationship Id="rId334" Type="http://schemas.openxmlformats.org/officeDocument/2006/relationships/customXml" Target="../ink/ink1443.xml"/><Relationship Id="rId355" Type="http://schemas.openxmlformats.org/officeDocument/2006/relationships/image" Target="../media/image1431.png"/><Relationship Id="rId376" Type="http://schemas.openxmlformats.org/officeDocument/2006/relationships/customXml" Target="../ink/ink1464.xml"/><Relationship Id="rId397" Type="http://schemas.openxmlformats.org/officeDocument/2006/relationships/image" Target="../media/image1452.png"/><Relationship Id="rId4" Type="http://schemas.openxmlformats.org/officeDocument/2006/relationships/customXml" Target="../ink/ink1278.xml"/><Relationship Id="rId180" Type="http://schemas.openxmlformats.org/officeDocument/2006/relationships/customXml" Target="../ink/ink1366.xml"/><Relationship Id="rId215" Type="http://schemas.openxmlformats.org/officeDocument/2006/relationships/image" Target="../media/image1361.png"/><Relationship Id="rId236" Type="http://schemas.openxmlformats.org/officeDocument/2006/relationships/customXml" Target="../ink/ink1394.xml"/><Relationship Id="rId257" Type="http://schemas.openxmlformats.org/officeDocument/2006/relationships/image" Target="../media/image1382.png"/><Relationship Id="rId278" Type="http://schemas.openxmlformats.org/officeDocument/2006/relationships/customXml" Target="../ink/ink1415.xml"/><Relationship Id="rId401" Type="http://schemas.openxmlformats.org/officeDocument/2006/relationships/image" Target="../media/image1454.png"/><Relationship Id="rId422" Type="http://schemas.openxmlformats.org/officeDocument/2006/relationships/customXml" Target="../ink/ink1487.xml"/><Relationship Id="rId443" Type="http://schemas.openxmlformats.org/officeDocument/2006/relationships/image" Target="../media/image1475.png"/><Relationship Id="rId464" Type="http://schemas.openxmlformats.org/officeDocument/2006/relationships/image" Target="../media/image1485.png"/><Relationship Id="rId303" Type="http://schemas.openxmlformats.org/officeDocument/2006/relationships/image" Target="../media/image1405.png"/><Relationship Id="rId485" Type="http://schemas.openxmlformats.org/officeDocument/2006/relationships/customXml" Target="../ink/ink1519.xml"/><Relationship Id="rId42" Type="http://schemas.openxmlformats.org/officeDocument/2006/relationships/customXml" Target="../ink/ink1297.xml"/><Relationship Id="rId84" Type="http://schemas.openxmlformats.org/officeDocument/2006/relationships/customXml" Target="../ink/ink1318.xml"/><Relationship Id="rId138" Type="http://schemas.openxmlformats.org/officeDocument/2006/relationships/customXml" Target="../ink/ink1345.xml"/><Relationship Id="rId345" Type="http://schemas.openxmlformats.org/officeDocument/2006/relationships/image" Target="../media/image1426.png"/><Relationship Id="rId387" Type="http://schemas.openxmlformats.org/officeDocument/2006/relationships/image" Target="../media/image1447.png"/><Relationship Id="rId191" Type="http://schemas.openxmlformats.org/officeDocument/2006/relationships/image" Target="../media/image1349.png"/><Relationship Id="rId205" Type="http://schemas.openxmlformats.org/officeDocument/2006/relationships/image" Target="../media/image1356.png"/><Relationship Id="rId247" Type="http://schemas.openxmlformats.org/officeDocument/2006/relationships/image" Target="../media/image1377.png"/><Relationship Id="rId412" Type="http://schemas.openxmlformats.org/officeDocument/2006/relationships/customXml" Target="../ink/ink1482.xml"/><Relationship Id="rId107" Type="http://schemas.openxmlformats.org/officeDocument/2006/relationships/image" Target="../media/image1307.png"/><Relationship Id="rId289" Type="http://schemas.openxmlformats.org/officeDocument/2006/relationships/image" Target="../media/image1398.png"/><Relationship Id="rId454" Type="http://schemas.openxmlformats.org/officeDocument/2006/relationships/image" Target="../media/image1480.png"/><Relationship Id="rId11" Type="http://schemas.openxmlformats.org/officeDocument/2006/relationships/image" Target="../media/image1260.png"/><Relationship Id="rId53" Type="http://schemas.openxmlformats.org/officeDocument/2006/relationships/image" Target="../media/image1280.png"/><Relationship Id="rId149" Type="http://schemas.openxmlformats.org/officeDocument/2006/relationships/image" Target="../media/image1328.png"/><Relationship Id="rId314" Type="http://schemas.openxmlformats.org/officeDocument/2006/relationships/customXml" Target="../ink/ink1433.xml"/><Relationship Id="rId356" Type="http://schemas.openxmlformats.org/officeDocument/2006/relationships/customXml" Target="../ink/ink1454.xml"/><Relationship Id="rId398" Type="http://schemas.openxmlformats.org/officeDocument/2006/relationships/customXml" Target="../ink/ink1475.xml"/><Relationship Id="rId95" Type="http://schemas.openxmlformats.org/officeDocument/2006/relationships/image" Target="../media/image1301.png"/><Relationship Id="rId160" Type="http://schemas.openxmlformats.org/officeDocument/2006/relationships/customXml" Target="../ink/ink1356.xml"/><Relationship Id="rId216" Type="http://schemas.openxmlformats.org/officeDocument/2006/relationships/customXml" Target="../ink/ink1384.xml"/><Relationship Id="rId423" Type="http://schemas.openxmlformats.org/officeDocument/2006/relationships/image" Target="../media/image1465.png"/><Relationship Id="rId258" Type="http://schemas.openxmlformats.org/officeDocument/2006/relationships/customXml" Target="../ink/ink1405.xml"/><Relationship Id="rId465" Type="http://schemas.openxmlformats.org/officeDocument/2006/relationships/customXml" Target="../ink/ink1509.xml"/><Relationship Id="rId22" Type="http://schemas.openxmlformats.org/officeDocument/2006/relationships/customXml" Target="../ink/ink1287.xml"/><Relationship Id="rId64" Type="http://schemas.openxmlformats.org/officeDocument/2006/relationships/customXml" Target="../ink/ink1308.xml"/><Relationship Id="rId118" Type="http://schemas.openxmlformats.org/officeDocument/2006/relationships/customXml" Target="../ink/ink1335.xml"/><Relationship Id="rId325" Type="http://schemas.openxmlformats.org/officeDocument/2006/relationships/image" Target="../media/image1416.png"/><Relationship Id="rId367" Type="http://schemas.openxmlformats.org/officeDocument/2006/relationships/image" Target="../media/image1437.png"/><Relationship Id="rId171" Type="http://schemas.openxmlformats.org/officeDocument/2006/relationships/image" Target="../media/image1339.png"/><Relationship Id="rId227" Type="http://schemas.openxmlformats.org/officeDocument/2006/relationships/image" Target="../media/image1367.png"/><Relationship Id="rId269" Type="http://schemas.openxmlformats.org/officeDocument/2006/relationships/image" Target="../media/image1388.png"/><Relationship Id="rId434" Type="http://schemas.openxmlformats.org/officeDocument/2006/relationships/customXml" Target="../ink/ink1493.xml"/><Relationship Id="rId476" Type="http://schemas.openxmlformats.org/officeDocument/2006/relationships/image" Target="../media/image1491.png"/><Relationship Id="rId33" Type="http://schemas.openxmlformats.org/officeDocument/2006/relationships/image" Target="../media/image1271.png"/><Relationship Id="rId129" Type="http://schemas.openxmlformats.org/officeDocument/2006/relationships/image" Target="../media/image1318.png"/><Relationship Id="rId280" Type="http://schemas.openxmlformats.org/officeDocument/2006/relationships/customXml" Target="../ink/ink1416.xml"/><Relationship Id="rId336" Type="http://schemas.openxmlformats.org/officeDocument/2006/relationships/customXml" Target="../ink/ink1444.xml"/><Relationship Id="rId75" Type="http://schemas.openxmlformats.org/officeDocument/2006/relationships/image" Target="../media/image1291.png"/><Relationship Id="rId140" Type="http://schemas.openxmlformats.org/officeDocument/2006/relationships/customXml" Target="../ink/ink1346.xml"/><Relationship Id="rId182" Type="http://schemas.openxmlformats.org/officeDocument/2006/relationships/customXml" Target="../ink/ink1367.xml"/><Relationship Id="rId378" Type="http://schemas.openxmlformats.org/officeDocument/2006/relationships/customXml" Target="../ink/ink1465.xml"/><Relationship Id="rId403" Type="http://schemas.openxmlformats.org/officeDocument/2006/relationships/image" Target="../media/image1455.png"/><Relationship Id="rId6" Type="http://schemas.openxmlformats.org/officeDocument/2006/relationships/customXml" Target="../ink/ink1279.xml"/><Relationship Id="rId238" Type="http://schemas.openxmlformats.org/officeDocument/2006/relationships/customXml" Target="../ink/ink1395.xml"/><Relationship Id="rId445" Type="http://schemas.openxmlformats.org/officeDocument/2006/relationships/image" Target="../media/image1476.png"/><Relationship Id="rId487" Type="http://schemas.openxmlformats.org/officeDocument/2006/relationships/customXml" Target="../ink/ink1520.xml"/><Relationship Id="rId291" Type="http://schemas.openxmlformats.org/officeDocument/2006/relationships/image" Target="../media/image1399.png"/><Relationship Id="rId305" Type="http://schemas.openxmlformats.org/officeDocument/2006/relationships/image" Target="../media/image1406.png"/><Relationship Id="rId347" Type="http://schemas.openxmlformats.org/officeDocument/2006/relationships/image" Target="../media/image1427.png"/><Relationship Id="rId44" Type="http://schemas.openxmlformats.org/officeDocument/2006/relationships/customXml" Target="../ink/ink1298.xml"/><Relationship Id="rId86" Type="http://schemas.openxmlformats.org/officeDocument/2006/relationships/customXml" Target="../ink/ink1319.xml"/><Relationship Id="rId151" Type="http://schemas.openxmlformats.org/officeDocument/2006/relationships/image" Target="../media/image1329.png"/><Relationship Id="rId389" Type="http://schemas.openxmlformats.org/officeDocument/2006/relationships/image" Target="../media/image1448.png"/><Relationship Id="rId193" Type="http://schemas.openxmlformats.org/officeDocument/2006/relationships/image" Target="../media/image1350.png"/><Relationship Id="rId207" Type="http://schemas.openxmlformats.org/officeDocument/2006/relationships/image" Target="../media/image1357.png"/><Relationship Id="rId249" Type="http://schemas.openxmlformats.org/officeDocument/2006/relationships/image" Target="../media/image1378.png"/><Relationship Id="rId414" Type="http://schemas.openxmlformats.org/officeDocument/2006/relationships/customXml" Target="../ink/ink1483.xml"/><Relationship Id="rId456" Type="http://schemas.openxmlformats.org/officeDocument/2006/relationships/image" Target="../media/image1481.png"/><Relationship Id="rId13" Type="http://schemas.openxmlformats.org/officeDocument/2006/relationships/image" Target="../media/image1261.png"/><Relationship Id="rId109" Type="http://schemas.openxmlformats.org/officeDocument/2006/relationships/image" Target="../media/image1308.png"/><Relationship Id="rId260" Type="http://schemas.openxmlformats.org/officeDocument/2006/relationships/customXml" Target="../ink/ink1406.xml"/><Relationship Id="rId316" Type="http://schemas.openxmlformats.org/officeDocument/2006/relationships/customXml" Target="../ink/ink1434.xml"/><Relationship Id="rId55" Type="http://schemas.openxmlformats.org/officeDocument/2006/relationships/image" Target="../media/image1281.png"/><Relationship Id="rId97" Type="http://schemas.openxmlformats.org/officeDocument/2006/relationships/image" Target="../media/image1302.png"/><Relationship Id="rId120" Type="http://schemas.openxmlformats.org/officeDocument/2006/relationships/customXml" Target="../ink/ink1336.xml"/><Relationship Id="rId358" Type="http://schemas.openxmlformats.org/officeDocument/2006/relationships/customXml" Target="../ink/ink1455.xml"/><Relationship Id="rId162" Type="http://schemas.openxmlformats.org/officeDocument/2006/relationships/customXml" Target="../ink/ink1357.xml"/><Relationship Id="rId218" Type="http://schemas.openxmlformats.org/officeDocument/2006/relationships/customXml" Target="../ink/ink1385.xml"/><Relationship Id="rId425" Type="http://schemas.openxmlformats.org/officeDocument/2006/relationships/image" Target="../media/image1466.png"/><Relationship Id="rId467" Type="http://schemas.openxmlformats.org/officeDocument/2006/relationships/customXml" Target="../ink/ink1510.xml"/><Relationship Id="rId271" Type="http://schemas.openxmlformats.org/officeDocument/2006/relationships/image" Target="../media/image1389.png"/><Relationship Id="rId24" Type="http://schemas.openxmlformats.org/officeDocument/2006/relationships/customXml" Target="../ink/ink1288.xml"/><Relationship Id="rId66" Type="http://schemas.openxmlformats.org/officeDocument/2006/relationships/customXml" Target="../ink/ink1309.xml"/><Relationship Id="rId131" Type="http://schemas.openxmlformats.org/officeDocument/2006/relationships/image" Target="../media/image1319.png"/><Relationship Id="rId327" Type="http://schemas.openxmlformats.org/officeDocument/2006/relationships/image" Target="../media/image1417.png"/><Relationship Id="rId369" Type="http://schemas.openxmlformats.org/officeDocument/2006/relationships/image" Target="../media/image1438.png"/><Relationship Id="rId173" Type="http://schemas.openxmlformats.org/officeDocument/2006/relationships/image" Target="../media/image1340.png"/><Relationship Id="rId229" Type="http://schemas.openxmlformats.org/officeDocument/2006/relationships/image" Target="../media/image1368.png"/><Relationship Id="rId380" Type="http://schemas.openxmlformats.org/officeDocument/2006/relationships/customXml" Target="../ink/ink1466.xml"/><Relationship Id="rId436" Type="http://schemas.openxmlformats.org/officeDocument/2006/relationships/customXml" Target="../ink/ink1494.xml"/><Relationship Id="rId240" Type="http://schemas.openxmlformats.org/officeDocument/2006/relationships/customXml" Target="../ink/ink1396.xml"/><Relationship Id="rId478" Type="http://schemas.openxmlformats.org/officeDocument/2006/relationships/image" Target="../media/image1492.png"/><Relationship Id="rId35" Type="http://schemas.openxmlformats.org/officeDocument/2006/relationships/image" Target="../media/image1272.png"/><Relationship Id="rId77" Type="http://schemas.openxmlformats.org/officeDocument/2006/relationships/image" Target="../media/image1292.png"/><Relationship Id="rId100" Type="http://schemas.openxmlformats.org/officeDocument/2006/relationships/customXml" Target="../ink/ink1326.xml"/><Relationship Id="rId282" Type="http://schemas.openxmlformats.org/officeDocument/2006/relationships/customXml" Target="../ink/ink1417.xml"/><Relationship Id="rId338" Type="http://schemas.openxmlformats.org/officeDocument/2006/relationships/customXml" Target="../ink/ink1445.xml"/><Relationship Id="rId8" Type="http://schemas.openxmlformats.org/officeDocument/2006/relationships/customXml" Target="../ink/ink1280.xml"/><Relationship Id="rId142" Type="http://schemas.openxmlformats.org/officeDocument/2006/relationships/customXml" Target="../ink/ink1347.xml"/><Relationship Id="rId184" Type="http://schemas.openxmlformats.org/officeDocument/2006/relationships/customXml" Target="../ink/ink1368.xml"/><Relationship Id="rId391" Type="http://schemas.openxmlformats.org/officeDocument/2006/relationships/image" Target="../media/image1449.png"/><Relationship Id="rId405" Type="http://schemas.openxmlformats.org/officeDocument/2006/relationships/image" Target="../media/image1456.png"/><Relationship Id="rId447" Type="http://schemas.openxmlformats.org/officeDocument/2006/relationships/customXml" Target="../ink/ink1500.xml"/><Relationship Id="rId251" Type="http://schemas.openxmlformats.org/officeDocument/2006/relationships/image" Target="../media/image1379.png"/><Relationship Id="rId46" Type="http://schemas.openxmlformats.org/officeDocument/2006/relationships/customXml" Target="../ink/ink1299.xml"/><Relationship Id="rId293" Type="http://schemas.openxmlformats.org/officeDocument/2006/relationships/image" Target="../media/image1400.png"/><Relationship Id="rId307" Type="http://schemas.openxmlformats.org/officeDocument/2006/relationships/image" Target="../media/image1407.png"/><Relationship Id="rId349" Type="http://schemas.openxmlformats.org/officeDocument/2006/relationships/image" Target="../media/image1428.png"/><Relationship Id="rId88" Type="http://schemas.openxmlformats.org/officeDocument/2006/relationships/customXml" Target="../ink/ink1320.xml"/><Relationship Id="rId111" Type="http://schemas.openxmlformats.org/officeDocument/2006/relationships/image" Target="../media/image1309.png"/><Relationship Id="rId153" Type="http://schemas.openxmlformats.org/officeDocument/2006/relationships/image" Target="../media/image1330.png"/><Relationship Id="rId195" Type="http://schemas.openxmlformats.org/officeDocument/2006/relationships/image" Target="../media/image1351.png"/><Relationship Id="rId209" Type="http://schemas.openxmlformats.org/officeDocument/2006/relationships/image" Target="../media/image1358.png"/><Relationship Id="rId360" Type="http://schemas.openxmlformats.org/officeDocument/2006/relationships/customXml" Target="../ink/ink1456.xml"/><Relationship Id="rId416" Type="http://schemas.openxmlformats.org/officeDocument/2006/relationships/customXml" Target="../ink/ink1484.xml"/><Relationship Id="rId220" Type="http://schemas.openxmlformats.org/officeDocument/2006/relationships/customXml" Target="../ink/ink1386.xml"/><Relationship Id="rId458" Type="http://schemas.openxmlformats.org/officeDocument/2006/relationships/image" Target="../media/image1482.png"/><Relationship Id="rId15" Type="http://schemas.openxmlformats.org/officeDocument/2006/relationships/image" Target="../media/image1262.png"/><Relationship Id="rId57" Type="http://schemas.openxmlformats.org/officeDocument/2006/relationships/image" Target="../media/image1282.png"/><Relationship Id="rId262" Type="http://schemas.openxmlformats.org/officeDocument/2006/relationships/customXml" Target="../ink/ink1407.xml"/><Relationship Id="rId318" Type="http://schemas.openxmlformats.org/officeDocument/2006/relationships/customXml" Target="../ink/ink1435.xml"/><Relationship Id="rId99" Type="http://schemas.openxmlformats.org/officeDocument/2006/relationships/image" Target="../media/image1303.png"/><Relationship Id="rId122" Type="http://schemas.openxmlformats.org/officeDocument/2006/relationships/customXml" Target="../ink/ink1337.xml"/><Relationship Id="rId164" Type="http://schemas.openxmlformats.org/officeDocument/2006/relationships/customXml" Target="../ink/ink1358.xml"/><Relationship Id="rId371" Type="http://schemas.openxmlformats.org/officeDocument/2006/relationships/image" Target="../media/image1439.png"/><Relationship Id="rId427" Type="http://schemas.openxmlformats.org/officeDocument/2006/relationships/image" Target="../media/image1467.png"/><Relationship Id="rId469" Type="http://schemas.openxmlformats.org/officeDocument/2006/relationships/customXml" Target="../ink/ink1511.xml"/><Relationship Id="rId26" Type="http://schemas.openxmlformats.org/officeDocument/2006/relationships/customXml" Target="../ink/ink1289.xml"/><Relationship Id="rId231" Type="http://schemas.openxmlformats.org/officeDocument/2006/relationships/image" Target="../media/image1369.png"/><Relationship Id="rId273" Type="http://schemas.openxmlformats.org/officeDocument/2006/relationships/image" Target="../media/image1390.png"/><Relationship Id="rId329" Type="http://schemas.openxmlformats.org/officeDocument/2006/relationships/image" Target="../media/image1418.png"/><Relationship Id="rId480" Type="http://schemas.openxmlformats.org/officeDocument/2006/relationships/image" Target="../media/image1493.png"/><Relationship Id="rId68" Type="http://schemas.openxmlformats.org/officeDocument/2006/relationships/customXml" Target="../ink/ink1310.xml"/><Relationship Id="rId133" Type="http://schemas.openxmlformats.org/officeDocument/2006/relationships/image" Target="../media/image1320.png"/><Relationship Id="rId175" Type="http://schemas.openxmlformats.org/officeDocument/2006/relationships/image" Target="../media/image1341.png"/><Relationship Id="rId340" Type="http://schemas.openxmlformats.org/officeDocument/2006/relationships/customXml" Target="../ink/ink1446.xml"/><Relationship Id="rId200" Type="http://schemas.openxmlformats.org/officeDocument/2006/relationships/customXml" Target="../ink/ink1376.xml"/><Relationship Id="rId382" Type="http://schemas.openxmlformats.org/officeDocument/2006/relationships/customXml" Target="../ink/ink1467.xml"/><Relationship Id="rId438" Type="http://schemas.openxmlformats.org/officeDocument/2006/relationships/customXml" Target="../ink/ink1495.xml"/><Relationship Id="rId242" Type="http://schemas.openxmlformats.org/officeDocument/2006/relationships/customXml" Target="../ink/ink1397.xml"/><Relationship Id="rId284" Type="http://schemas.openxmlformats.org/officeDocument/2006/relationships/customXml" Target="../ink/ink1418.xml"/><Relationship Id="rId37" Type="http://schemas.openxmlformats.org/officeDocument/2006/relationships/image" Target="../media/image1273.png"/><Relationship Id="rId79" Type="http://schemas.openxmlformats.org/officeDocument/2006/relationships/image" Target="../media/image1293.png"/><Relationship Id="rId102" Type="http://schemas.openxmlformats.org/officeDocument/2006/relationships/customXml" Target="../ink/ink1327.xml"/><Relationship Id="rId144" Type="http://schemas.openxmlformats.org/officeDocument/2006/relationships/customXml" Target="../ink/ink1348.xml"/><Relationship Id="rId90" Type="http://schemas.openxmlformats.org/officeDocument/2006/relationships/customXml" Target="../ink/ink1321.xml"/><Relationship Id="rId186" Type="http://schemas.openxmlformats.org/officeDocument/2006/relationships/customXml" Target="../ink/ink1369.xml"/><Relationship Id="rId351" Type="http://schemas.openxmlformats.org/officeDocument/2006/relationships/image" Target="../media/image1429.png"/><Relationship Id="rId393" Type="http://schemas.openxmlformats.org/officeDocument/2006/relationships/image" Target="../media/image1450.png"/><Relationship Id="rId407" Type="http://schemas.openxmlformats.org/officeDocument/2006/relationships/image" Target="../media/image1457.png"/><Relationship Id="rId449" Type="http://schemas.openxmlformats.org/officeDocument/2006/relationships/customXml" Target="../ink/ink1501.xml"/><Relationship Id="rId211" Type="http://schemas.openxmlformats.org/officeDocument/2006/relationships/image" Target="../media/image1359.png"/><Relationship Id="rId253" Type="http://schemas.openxmlformats.org/officeDocument/2006/relationships/image" Target="../media/image1380.png"/><Relationship Id="rId295" Type="http://schemas.openxmlformats.org/officeDocument/2006/relationships/image" Target="../media/image1401.png"/><Relationship Id="rId309" Type="http://schemas.openxmlformats.org/officeDocument/2006/relationships/image" Target="../media/image1408.png"/><Relationship Id="rId460" Type="http://schemas.openxmlformats.org/officeDocument/2006/relationships/image" Target="../media/image1483.png"/><Relationship Id="rId48" Type="http://schemas.openxmlformats.org/officeDocument/2006/relationships/customXml" Target="../ink/ink1300.xml"/><Relationship Id="rId113" Type="http://schemas.openxmlformats.org/officeDocument/2006/relationships/image" Target="../media/image1310.png"/><Relationship Id="rId320" Type="http://schemas.openxmlformats.org/officeDocument/2006/relationships/customXml" Target="../ink/ink1436.xml"/><Relationship Id="rId155" Type="http://schemas.openxmlformats.org/officeDocument/2006/relationships/image" Target="../media/image1331.png"/><Relationship Id="rId197" Type="http://schemas.openxmlformats.org/officeDocument/2006/relationships/image" Target="../media/image1352.png"/><Relationship Id="rId362" Type="http://schemas.openxmlformats.org/officeDocument/2006/relationships/customXml" Target="../ink/ink1457.xml"/><Relationship Id="rId418" Type="http://schemas.openxmlformats.org/officeDocument/2006/relationships/customXml" Target="../ink/ink1485.xml"/><Relationship Id="rId222" Type="http://schemas.openxmlformats.org/officeDocument/2006/relationships/customXml" Target="../ink/ink1387.xml"/><Relationship Id="rId264" Type="http://schemas.openxmlformats.org/officeDocument/2006/relationships/customXml" Target="../ink/ink1408.xml"/><Relationship Id="rId471" Type="http://schemas.openxmlformats.org/officeDocument/2006/relationships/customXml" Target="../ink/ink1512.xml"/><Relationship Id="rId17" Type="http://schemas.openxmlformats.org/officeDocument/2006/relationships/image" Target="../media/image1263.png"/><Relationship Id="rId59" Type="http://schemas.openxmlformats.org/officeDocument/2006/relationships/image" Target="../media/image1283.png"/><Relationship Id="rId124" Type="http://schemas.openxmlformats.org/officeDocument/2006/relationships/customXml" Target="../ink/ink1338.xml"/><Relationship Id="rId70" Type="http://schemas.openxmlformats.org/officeDocument/2006/relationships/customXml" Target="../ink/ink1311.xml"/><Relationship Id="rId166" Type="http://schemas.openxmlformats.org/officeDocument/2006/relationships/customXml" Target="../ink/ink1359.xml"/><Relationship Id="rId331" Type="http://schemas.openxmlformats.org/officeDocument/2006/relationships/image" Target="../media/image1419.png"/><Relationship Id="rId373" Type="http://schemas.openxmlformats.org/officeDocument/2006/relationships/image" Target="../media/image1440.png"/><Relationship Id="rId429" Type="http://schemas.openxmlformats.org/officeDocument/2006/relationships/image" Target="../media/image1468.png"/><Relationship Id="rId1" Type="http://schemas.openxmlformats.org/officeDocument/2006/relationships/slideLayout" Target="../slideLayouts/slideLayout7.xml"/><Relationship Id="rId233" Type="http://schemas.openxmlformats.org/officeDocument/2006/relationships/image" Target="../media/image1370.png"/><Relationship Id="rId440" Type="http://schemas.openxmlformats.org/officeDocument/2006/relationships/customXml" Target="../ink/ink1496.xml"/><Relationship Id="rId28" Type="http://schemas.openxmlformats.org/officeDocument/2006/relationships/customXml" Target="../ink/ink1290.xml"/><Relationship Id="rId275" Type="http://schemas.openxmlformats.org/officeDocument/2006/relationships/image" Target="../media/image1391.png"/><Relationship Id="rId300" Type="http://schemas.openxmlformats.org/officeDocument/2006/relationships/customXml" Target="../ink/ink1426.xml"/><Relationship Id="rId482" Type="http://schemas.openxmlformats.org/officeDocument/2006/relationships/image" Target="../media/image1494.png"/><Relationship Id="rId81" Type="http://schemas.openxmlformats.org/officeDocument/2006/relationships/image" Target="../media/image1294.png"/><Relationship Id="rId135" Type="http://schemas.openxmlformats.org/officeDocument/2006/relationships/image" Target="../media/image1321.png"/><Relationship Id="rId177" Type="http://schemas.openxmlformats.org/officeDocument/2006/relationships/image" Target="../media/image1342.png"/><Relationship Id="rId342" Type="http://schemas.openxmlformats.org/officeDocument/2006/relationships/customXml" Target="../ink/ink1447.xml"/><Relationship Id="rId384" Type="http://schemas.openxmlformats.org/officeDocument/2006/relationships/customXml" Target="../ink/ink1468.xml"/><Relationship Id="rId202" Type="http://schemas.openxmlformats.org/officeDocument/2006/relationships/customXml" Target="../ink/ink1377.xml"/><Relationship Id="rId244" Type="http://schemas.openxmlformats.org/officeDocument/2006/relationships/customXml" Target="../ink/ink1398.xml"/><Relationship Id="rId39" Type="http://schemas.openxmlformats.org/officeDocument/2006/relationships/image" Target="../media/image1274.png"/><Relationship Id="rId286" Type="http://schemas.openxmlformats.org/officeDocument/2006/relationships/customXml" Target="../ink/ink1419.xml"/><Relationship Id="rId451" Type="http://schemas.openxmlformats.org/officeDocument/2006/relationships/customXml" Target="../ink/ink1502.xml"/><Relationship Id="rId50" Type="http://schemas.openxmlformats.org/officeDocument/2006/relationships/customXml" Target="../ink/ink1301.xml"/><Relationship Id="rId104" Type="http://schemas.openxmlformats.org/officeDocument/2006/relationships/customXml" Target="../ink/ink1328.xml"/><Relationship Id="rId146" Type="http://schemas.openxmlformats.org/officeDocument/2006/relationships/customXml" Target="../ink/ink1349.xml"/><Relationship Id="rId188" Type="http://schemas.openxmlformats.org/officeDocument/2006/relationships/customXml" Target="../ink/ink1370.xml"/><Relationship Id="rId311" Type="http://schemas.openxmlformats.org/officeDocument/2006/relationships/image" Target="../media/image1409.png"/><Relationship Id="rId353" Type="http://schemas.openxmlformats.org/officeDocument/2006/relationships/image" Target="../media/image1430.png"/><Relationship Id="rId395" Type="http://schemas.openxmlformats.org/officeDocument/2006/relationships/image" Target="../media/image1451.png"/><Relationship Id="rId409" Type="http://schemas.openxmlformats.org/officeDocument/2006/relationships/image" Target="../media/image1458.png"/><Relationship Id="rId92" Type="http://schemas.openxmlformats.org/officeDocument/2006/relationships/customXml" Target="../ink/ink1322.xml"/><Relationship Id="rId213" Type="http://schemas.openxmlformats.org/officeDocument/2006/relationships/image" Target="../media/image1360.png"/><Relationship Id="rId420" Type="http://schemas.openxmlformats.org/officeDocument/2006/relationships/customXml" Target="../ink/ink1486.xml"/><Relationship Id="rId255" Type="http://schemas.openxmlformats.org/officeDocument/2006/relationships/image" Target="../media/image1381.png"/><Relationship Id="rId297" Type="http://schemas.openxmlformats.org/officeDocument/2006/relationships/image" Target="../media/image1402.png"/><Relationship Id="rId462" Type="http://schemas.openxmlformats.org/officeDocument/2006/relationships/image" Target="../media/image1484.png"/><Relationship Id="rId115" Type="http://schemas.openxmlformats.org/officeDocument/2006/relationships/image" Target="../media/image1311.png"/><Relationship Id="rId157" Type="http://schemas.openxmlformats.org/officeDocument/2006/relationships/image" Target="../media/image1332.png"/><Relationship Id="rId322" Type="http://schemas.openxmlformats.org/officeDocument/2006/relationships/customXml" Target="../ink/ink1437.xml"/><Relationship Id="rId364" Type="http://schemas.openxmlformats.org/officeDocument/2006/relationships/customXml" Target="../ink/ink1458.xml"/><Relationship Id="rId61" Type="http://schemas.openxmlformats.org/officeDocument/2006/relationships/image" Target="../media/image1284.png"/><Relationship Id="rId199" Type="http://schemas.openxmlformats.org/officeDocument/2006/relationships/image" Target="../media/image1353.png"/><Relationship Id="rId19" Type="http://schemas.openxmlformats.org/officeDocument/2006/relationships/image" Target="../media/image1264.png"/><Relationship Id="rId224" Type="http://schemas.openxmlformats.org/officeDocument/2006/relationships/customXml" Target="../ink/ink1388.xml"/><Relationship Id="rId266" Type="http://schemas.openxmlformats.org/officeDocument/2006/relationships/customXml" Target="../ink/ink1409.xml"/><Relationship Id="rId431" Type="http://schemas.openxmlformats.org/officeDocument/2006/relationships/image" Target="../media/image1469.png"/><Relationship Id="rId473" Type="http://schemas.openxmlformats.org/officeDocument/2006/relationships/customXml" Target="../ink/ink1513.xml"/><Relationship Id="rId30" Type="http://schemas.openxmlformats.org/officeDocument/2006/relationships/customXml" Target="../ink/ink1291.xml"/><Relationship Id="rId126" Type="http://schemas.openxmlformats.org/officeDocument/2006/relationships/customXml" Target="../ink/ink1339.xml"/><Relationship Id="rId168" Type="http://schemas.openxmlformats.org/officeDocument/2006/relationships/customXml" Target="../ink/ink1360.xml"/><Relationship Id="rId333" Type="http://schemas.openxmlformats.org/officeDocument/2006/relationships/image" Target="../media/image1420.png"/><Relationship Id="rId72" Type="http://schemas.openxmlformats.org/officeDocument/2006/relationships/customXml" Target="../ink/ink1312.xml"/><Relationship Id="rId375" Type="http://schemas.openxmlformats.org/officeDocument/2006/relationships/image" Target="../media/image1441.png"/><Relationship Id="rId3" Type="http://schemas.openxmlformats.org/officeDocument/2006/relationships/image" Target="../media/image1256.png"/><Relationship Id="rId235" Type="http://schemas.openxmlformats.org/officeDocument/2006/relationships/image" Target="../media/image1371.png"/><Relationship Id="rId277" Type="http://schemas.openxmlformats.org/officeDocument/2006/relationships/image" Target="../media/image1392.png"/><Relationship Id="rId400" Type="http://schemas.openxmlformats.org/officeDocument/2006/relationships/customXml" Target="../ink/ink1476.xml"/><Relationship Id="rId442" Type="http://schemas.openxmlformats.org/officeDocument/2006/relationships/customXml" Target="../ink/ink1497.xml"/><Relationship Id="rId484" Type="http://schemas.openxmlformats.org/officeDocument/2006/relationships/image" Target="../media/image1495.png"/></Relationships>
</file>

<file path=ppt/slides/_rels/slide8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555.png"/><Relationship Id="rId21" Type="http://schemas.openxmlformats.org/officeDocument/2006/relationships/image" Target="../media/image1507.png"/><Relationship Id="rId42" Type="http://schemas.openxmlformats.org/officeDocument/2006/relationships/customXml" Target="../ink/ink1541.xml"/><Relationship Id="rId63" Type="http://schemas.openxmlformats.org/officeDocument/2006/relationships/image" Target="../media/image1528.png"/><Relationship Id="rId84" Type="http://schemas.openxmlformats.org/officeDocument/2006/relationships/customXml" Target="../ink/ink1562.xml"/><Relationship Id="rId138" Type="http://schemas.openxmlformats.org/officeDocument/2006/relationships/customXml" Target="../ink/ink1589.xml"/><Relationship Id="rId159" Type="http://schemas.openxmlformats.org/officeDocument/2006/relationships/image" Target="../media/image1576.png"/><Relationship Id="rId107" Type="http://schemas.openxmlformats.org/officeDocument/2006/relationships/image" Target="../media/image1550.png"/><Relationship Id="rId11" Type="http://schemas.openxmlformats.org/officeDocument/2006/relationships/image" Target="../media/image1502.png"/><Relationship Id="rId32" Type="http://schemas.openxmlformats.org/officeDocument/2006/relationships/customXml" Target="../ink/ink1536.xml"/><Relationship Id="rId53" Type="http://schemas.openxmlformats.org/officeDocument/2006/relationships/image" Target="../media/image1523.png"/><Relationship Id="rId74" Type="http://schemas.openxmlformats.org/officeDocument/2006/relationships/customXml" Target="../ink/ink1557.xml"/><Relationship Id="rId128" Type="http://schemas.openxmlformats.org/officeDocument/2006/relationships/customXml" Target="../ink/ink1584.xml"/><Relationship Id="rId149" Type="http://schemas.openxmlformats.org/officeDocument/2006/relationships/image" Target="../media/image1571.png"/><Relationship Id="rId5" Type="http://schemas.openxmlformats.org/officeDocument/2006/relationships/image" Target="../media/image1499.png"/><Relationship Id="rId95" Type="http://schemas.openxmlformats.org/officeDocument/2006/relationships/image" Target="../media/image1544.png"/><Relationship Id="rId160" Type="http://schemas.openxmlformats.org/officeDocument/2006/relationships/customXml" Target="../ink/ink1600.xml"/><Relationship Id="rId22" Type="http://schemas.openxmlformats.org/officeDocument/2006/relationships/customXml" Target="../ink/ink1531.xml"/><Relationship Id="rId43" Type="http://schemas.openxmlformats.org/officeDocument/2006/relationships/image" Target="../media/image1518.png"/><Relationship Id="rId64" Type="http://schemas.openxmlformats.org/officeDocument/2006/relationships/customXml" Target="../ink/ink1552.xml"/><Relationship Id="rId118" Type="http://schemas.openxmlformats.org/officeDocument/2006/relationships/customXml" Target="../ink/ink1579.xml"/><Relationship Id="rId139" Type="http://schemas.openxmlformats.org/officeDocument/2006/relationships/image" Target="../media/image1566.png"/><Relationship Id="rId85" Type="http://schemas.openxmlformats.org/officeDocument/2006/relationships/image" Target="../media/image1539.png"/><Relationship Id="rId150" Type="http://schemas.openxmlformats.org/officeDocument/2006/relationships/customXml" Target="../ink/ink1595.xml"/><Relationship Id="rId12" Type="http://schemas.openxmlformats.org/officeDocument/2006/relationships/customXml" Target="../ink/ink1526.xml"/><Relationship Id="rId17" Type="http://schemas.openxmlformats.org/officeDocument/2006/relationships/image" Target="../media/image1505.png"/><Relationship Id="rId33" Type="http://schemas.openxmlformats.org/officeDocument/2006/relationships/image" Target="../media/image1513.png"/><Relationship Id="rId38" Type="http://schemas.openxmlformats.org/officeDocument/2006/relationships/customXml" Target="../ink/ink1539.xml"/><Relationship Id="rId59" Type="http://schemas.openxmlformats.org/officeDocument/2006/relationships/image" Target="../media/image1526.png"/><Relationship Id="rId103" Type="http://schemas.openxmlformats.org/officeDocument/2006/relationships/image" Target="../media/image1548.png"/><Relationship Id="rId108" Type="http://schemas.openxmlformats.org/officeDocument/2006/relationships/customXml" Target="../ink/ink1574.xml"/><Relationship Id="rId124" Type="http://schemas.openxmlformats.org/officeDocument/2006/relationships/customXml" Target="../ink/ink1582.xml"/><Relationship Id="rId129" Type="http://schemas.openxmlformats.org/officeDocument/2006/relationships/image" Target="../media/image1561.png"/><Relationship Id="rId54" Type="http://schemas.openxmlformats.org/officeDocument/2006/relationships/customXml" Target="../ink/ink1547.xml"/><Relationship Id="rId70" Type="http://schemas.openxmlformats.org/officeDocument/2006/relationships/customXml" Target="../ink/ink1555.xml"/><Relationship Id="rId75" Type="http://schemas.openxmlformats.org/officeDocument/2006/relationships/image" Target="../media/image1534.png"/><Relationship Id="rId91" Type="http://schemas.openxmlformats.org/officeDocument/2006/relationships/image" Target="../media/image1542.png"/><Relationship Id="rId96" Type="http://schemas.openxmlformats.org/officeDocument/2006/relationships/customXml" Target="../ink/ink1568.xml"/><Relationship Id="rId140" Type="http://schemas.openxmlformats.org/officeDocument/2006/relationships/customXml" Target="../ink/ink1590.xml"/><Relationship Id="rId145" Type="http://schemas.openxmlformats.org/officeDocument/2006/relationships/image" Target="../media/image1569.png"/><Relationship Id="rId161" Type="http://schemas.openxmlformats.org/officeDocument/2006/relationships/image" Target="../media/image1577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523.xml"/><Relationship Id="rId23" Type="http://schemas.openxmlformats.org/officeDocument/2006/relationships/image" Target="../media/image1508.png"/><Relationship Id="rId28" Type="http://schemas.openxmlformats.org/officeDocument/2006/relationships/customXml" Target="../ink/ink1534.xml"/><Relationship Id="rId49" Type="http://schemas.openxmlformats.org/officeDocument/2006/relationships/image" Target="../media/image1521.png"/><Relationship Id="rId114" Type="http://schemas.openxmlformats.org/officeDocument/2006/relationships/customXml" Target="../ink/ink1577.xml"/><Relationship Id="rId119" Type="http://schemas.openxmlformats.org/officeDocument/2006/relationships/image" Target="../media/image1556.png"/><Relationship Id="rId44" Type="http://schemas.openxmlformats.org/officeDocument/2006/relationships/customXml" Target="../ink/ink1542.xml"/><Relationship Id="rId60" Type="http://schemas.openxmlformats.org/officeDocument/2006/relationships/customXml" Target="../ink/ink1550.xml"/><Relationship Id="rId65" Type="http://schemas.openxmlformats.org/officeDocument/2006/relationships/image" Target="../media/image1529.png"/><Relationship Id="rId81" Type="http://schemas.openxmlformats.org/officeDocument/2006/relationships/image" Target="../media/image1537.png"/><Relationship Id="rId86" Type="http://schemas.openxmlformats.org/officeDocument/2006/relationships/customXml" Target="../ink/ink1563.xml"/><Relationship Id="rId130" Type="http://schemas.openxmlformats.org/officeDocument/2006/relationships/customXml" Target="../ink/ink1585.xml"/><Relationship Id="rId135" Type="http://schemas.openxmlformats.org/officeDocument/2006/relationships/image" Target="../media/image1564.png"/><Relationship Id="rId151" Type="http://schemas.openxmlformats.org/officeDocument/2006/relationships/image" Target="../media/image1572.png"/><Relationship Id="rId156" Type="http://schemas.openxmlformats.org/officeDocument/2006/relationships/customXml" Target="../ink/ink1598.xml"/><Relationship Id="rId13" Type="http://schemas.openxmlformats.org/officeDocument/2006/relationships/image" Target="../media/image1503.png"/><Relationship Id="rId18" Type="http://schemas.openxmlformats.org/officeDocument/2006/relationships/customXml" Target="../ink/ink1529.xml"/><Relationship Id="rId39" Type="http://schemas.openxmlformats.org/officeDocument/2006/relationships/image" Target="../media/image1516.png"/><Relationship Id="rId109" Type="http://schemas.openxmlformats.org/officeDocument/2006/relationships/image" Target="../media/image1551.png"/><Relationship Id="rId34" Type="http://schemas.openxmlformats.org/officeDocument/2006/relationships/customXml" Target="../ink/ink1537.xml"/><Relationship Id="rId50" Type="http://schemas.openxmlformats.org/officeDocument/2006/relationships/customXml" Target="../ink/ink1545.xml"/><Relationship Id="rId55" Type="http://schemas.openxmlformats.org/officeDocument/2006/relationships/image" Target="../media/image1524.png"/><Relationship Id="rId76" Type="http://schemas.openxmlformats.org/officeDocument/2006/relationships/customXml" Target="../ink/ink1558.xml"/><Relationship Id="rId97" Type="http://schemas.openxmlformats.org/officeDocument/2006/relationships/image" Target="../media/image1545.png"/><Relationship Id="rId104" Type="http://schemas.openxmlformats.org/officeDocument/2006/relationships/customXml" Target="../ink/ink1572.xml"/><Relationship Id="rId120" Type="http://schemas.openxmlformats.org/officeDocument/2006/relationships/customXml" Target="../ink/ink1580.xml"/><Relationship Id="rId125" Type="http://schemas.openxmlformats.org/officeDocument/2006/relationships/image" Target="../media/image1559.png"/><Relationship Id="rId141" Type="http://schemas.openxmlformats.org/officeDocument/2006/relationships/image" Target="../media/image1567.png"/><Relationship Id="rId146" Type="http://schemas.openxmlformats.org/officeDocument/2006/relationships/customXml" Target="../ink/ink1593.xml"/><Relationship Id="rId7" Type="http://schemas.openxmlformats.org/officeDocument/2006/relationships/image" Target="../media/image1500.png"/><Relationship Id="rId71" Type="http://schemas.openxmlformats.org/officeDocument/2006/relationships/image" Target="../media/image1532.png"/><Relationship Id="rId92" Type="http://schemas.openxmlformats.org/officeDocument/2006/relationships/customXml" Target="../ink/ink1566.xml"/><Relationship Id="rId2" Type="http://schemas.openxmlformats.org/officeDocument/2006/relationships/customXml" Target="../ink/ink1521.xml"/><Relationship Id="rId29" Type="http://schemas.openxmlformats.org/officeDocument/2006/relationships/image" Target="../media/image1511.png"/><Relationship Id="rId24" Type="http://schemas.openxmlformats.org/officeDocument/2006/relationships/customXml" Target="../ink/ink1532.xml"/><Relationship Id="rId40" Type="http://schemas.openxmlformats.org/officeDocument/2006/relationships/customXml" Target="../ink/ink1540.xml"/><Relationship Id="rId45" Type="http://schemas.openxmlformats.org/officeDocument/2006/relationships/image" Target="../media/image1519.png"/><Relationship Id="rId66" Type="http://schemas.openxmlformats.org/officeDocument/2006/relationships/customXml" Target="../ink/ink1553.xml"/><Relationship Id="rId87" Type="http://schemas.openxmlformats.org/officeDocument/2006/relationships/image" Target="../media/image1540.png"/><Relationship Id="rId110" Type="http://schemas.openxmlformats.org/officeDocument/2006/relationships/customXml" Target="../ink/ink1575.xml"/><Relationship Id="rId115" Type="http://schemas.openxmlformats.org/officeDocument/2006/relationships/image" Target="../media/image1554.png"/><Relationship Id="rId131" Type="http://schemas.openxmlformats.org/officeDocument/2006/relationships/image" Target="../media/image1562.png"/><Relationship Id="rId136" Type="http://schemas.openxmlformats.org/officeDocument/2006/relationships/customXml" Target="../ink/ink1588.xml"/><Relationship Id="rId157" Type="http://schemas.openxmlformats.org/officeDocument/2006/relationships/image" Target="../media/image1575.png"/><Relationship Id="rId61" Type="http://schemas.openxmlformats.org/officeDocument/2006/relationships/image" Target="../media/image1527.png"/><Relationship Id="rId82" Type="http://schemas.openxmlformats.org/officeDocument/2006/relationships/customXml" Target="../ink/ink1561.xml"/><Relationship Id="rId152" Type="http://schemas.openxmlformats.org/officeDocument/2006/relationships/customXml" Target="../ink/ink1596.xml"/><Relationship Id="rId19" Type="http://schemas.openxmlformats.org/officeDocument/2006/relationships/image" Target="../media/image1506.png"/><Relationship Id="rId14" Type="http://schemas.openxmlformats.org/officeDocument/2006/relationships/customXml" Target="../ink/ink1527.xml"/><Relationship Id="rId30" Type="http://schemas.openxmlformats.org/officeDocument/2006/relationships/customXml" Target="../ink/ink1535.xml"/><Relationship Id="rId35" Type="http://schemas.openxmlformats.org/officeDocument/2006/relationships/image" Target="../media/image1514.png"/><Relationship Id="rId56" Type="http://schemas.openxmlformats.org/officeDocument/2006/relationships/customXml" Target="../ink/ink1548.xml"/><Relationship Id="rId77" Type="http://schemas.openxmlformats.org/officeDocument/2006/relationships/image" Target="../media/image1535.png"/><Relationship Id="rId100" Type="http://schemas.openxmlformats.org/officeDocument/2006/relationships/customXml" Target="../ink/ink1570.xml"/><Relationship Id="rId105" Type="http://schemas.openxmlformats.org/officeDocument/2006/relationships/image" Target="../media/image1549.png"/><Relationship Id="rId126" Type="http://schemas.openxmlformats.org/officeDocument/2006/relationships/customXml" Target="../ink/ink1583.xml"/><Relationship Id="rId147" Type="http://schemas.openxmlformats.org/officeDocument/2006/relationships/image" Target="../media/image1570.png"/><Relationship Id="rId8" Type="http://schemas.openxmlformats.org/officeDocument/2006/relationships/customXml" Target="../ink/ink1524.xml"/><Relationship Id="rId51" Type="http://schemas.openxmlformats.org/officeDocument/2006/relationships/image" Target="../media/image1522.png"/><Relationship Id="rId72" Type="http://schemas.openxmlformats.org/officeDocument/2006/relationships/customXml" Target="../ink/ink1556.xml"/><Relationship Id="rId93" Type="http://schemas.openxmlformats.org/officeDocument/2006/relationships/image" Target="../media/image1543.png"/><Relationship Id="rId98" Type="http://schemas.openxmlformats.org/officeDocument/2006/relationships/customXml" Target="../ink/ink1569.xml"/><Relationship Id="rId121" Type="http://schemas.openxmlformats.org/officeDocument/2006/relationships/image" Target="../media/image1557.png"/><Relationship Id="rId142" Type="http://schemas.openxmlformats.org/officeDocument/2006/relationships/customXml" Target="../ink/ink1591.xml"/><Relationship Id="rId3" Type="http://schemas.openxmlformats.org/officeDocument/2006/relationships/image" Target="../media/image1498.png"/><Relationship Id="rId25" Type="http://schemas.openxmlformats.org/officeDocument/2006/relationships/image" Target="../media/image1509.png"/><Relationship Id="rId46" Type="http://schemas.openxmlformats.org/officeDocument/2006/relationships/customXml" Target="../ink/ink1543.xml"/><Relationship Id="rId67" Type="http://schemas.openxmlformats.org/officeDocument/2006/relationships/image" Target="../media/image1530.png"/><Relationship Id="rId116" Type="http://schemas.openxmlformats.org/officeDocument/2006/relationships/customXml" Target="../ink/ink1578.xml"/><Relationship Id="rId137" Type="http://schemas.openxmlformats.org/officeDocument/2006/relationships/image" Target="../media/image1565.png"/><Relationship Id="rId158" Type="http://schemas.openxmlformats.org/officeDocument/2006/relationships/customXml" Target="../ink/ink1599.xml"/><Relationship Id="rId20" Type="http://schemas.openxmlformats.org/officeDocument/2006/relationships/customXml" Target="../ink/ink1530.xml"/><Relationship Id="rId41" Type="http://schemas.openxmlformats.org/officeDocument/2006/relationships/image" Target="../media/image1517.png"/><Relationship Id="rId62" Type="http://schemas.openxmlformats.org/officeDocument/2006/relationships/customXml" Target="../ink/ink1551.xml"/><Relationship Id="rId83" Type="http://schemas.openxmlformats.org/officeDocument/2006/relationships/image" Target="../media/image1538.png"/><Relationship Id="rId88" Type="http://schemas.openxmlformats.org/officeDocument/2006/relationships/customXml" Target="../ink/ink1564.xml"/><Relationship Id="rId111" Type="http://schemas.openxmlformats.org/officeDocument/2006/relationships/image" Target="../media/image1552.png"/><Relationship Id="rId132" Type="http://schemas.openxmlformats.org/officeDocument/2006/relationships/customXml" Target="../ink/ink1586.xml"/><Relationship Id="rId153" Type="http://schemas.openxmlformats.org/officeDocument/2006/relationships/image" Target="../media/image1573.png"/><Relationship Id="rId15" Type="http://schemas.openxmlformats.org/officeDocument/2006/relationships/image" Target="../media/image1504.png"/><Relationship Id="rId36" Type="http://schemas.openxmlformats.org/officeDocument/2006/relationships/customXml" Target="../ink/ink1538.xml"/><Relationship Id="rId57" Type="http://schemas.openxmlformats.org/officeDocument/2006/relationships/image" Target="../media/image1525.png"/><Relationship Id="rId106" Type="http://schemas.openxmlformats.org/officeDocument/2006/relationships/customXml" Target="../ink/ink1573.xml"/><Relationship Id="rId127" Type="http://schemas.openxmlformats.org/officeDocument/2006/relationships/image" Target="../media/image1560.png"/><Relationship Id="rId10" Type="http://schemas.openxmlformats.org/officeDocument/2006/relationships/customXml" Target="../ink/ink1525.xml"/><Relationship Id="rId31" Type="http://schemas.openxmlformats.org/officeDocument/2006/relationships/image" Target="../media/image1512.png"/><Relationship Id="rId52" Type="http://schemas.openxmlformats.org/officeDocument/2006/relationships/customXml" Target="../ink/ink1546.xml"/><Relationship Id="rId73" Type="http://schemas.openxmlformats.org/officeDocument/2006/relationships/image" Target="../media/image1533.png"/><Relationship Id="rId78" Type="http://schemas.openxmlformats.org/officeDocument/2006/relationships/customXml" Target="../ink/ink1559.xml"/><Relationship Id="rId94" Type="http://schemas.openxmlformats.org/officeDocument/2006/relationships/customXml" Target="../ink/ink1567.xml"/><Relationship Id="rId99" Type="http://schemas.openxmlformats.org/officeDocument/2006/relationships/image" Target="../media/image1546.png"/><Relationship Id="rId101" Type="http://schemas.openxmlformats.org/officeDocument/2006/relationships/image" Target="../media/image1547.png"/><Relationship Id="rId122" Type="http://schemas.openxmlformats.org/officeDocument/2006/relationships/customXml" Target="../ink/ink1581.xml"/><Relationship Id="rId143" Type="http://schemas.openxmlformats.org/officeDocument/2006/relationships/image" Target="../media/image1568.png"/><Relationship Id="rId148" Type="http://schemas.openxmlformats.org/officeDocument/2006/relationships/customXml" Target="../ink/ink1594.xml"/><Relationship Id="rId4" Type="http://schemas.openxmlformats.org/officeDocument/2006/relationships/customXml" Target="../ink/ink1522.xml"/><Relationship Id="rId9" Type="http://schemas.openxmlformats.org/officeDocument/2006/relationships/image" Target="../media/image1501.png"/><Relationship Id="rId26" Type="http://schemas.openxmlformats.org/officeDocument/2006/relationships/customXml" Target="../ink/ink1533.xml"/><Relationship Id="rId47" Type="http://schemas.openxmlformats.org/officeDocument/2006/relationships/image" Target="../media/image1520.png"/><Relationship Id="rId68" Type="http://schemas.openxmlformats.org/officeDocument/2006/relationships/customXml" Target="../ink/ink1554.xml"/><Relationship Id="rId89" Type="http://schemas.openxmlformats.org/officeDocument/2006/relationships/image" Target="../media/image1541.png"/><Relationship Id="rId112" Type="http://schemas.openxmlformats.org/officeDocument/2006/relationships/customXml" Target="../ink/ink1576.xml"/><Relationship Id="rId133" Type="http://schemas.openxmlformats.org/officeDocument/2006/relationships/image" Target="../media/image1563.png"/><Relationship Id="rId154" Type="http://schemas.openxmlformats.org/officeDocument/2006/relationships/customXml" Target="../ink/ink1597.xml"/><Relationship Id="rId16" Type="http://schemas.openxmlformats.org/officeDocument/2006/relationships/customXml" Target="../ink/ink1528.xml"/><Relationship Id="rId37" Type="http://schemas.openxmlformats.org/officeDocument/2006/relationships/image" Target="../media/image1515.png"/><Relationship Id="rId58" Type="http://schemas.openxmlformats.org/officeDocument/2006/relationships/customXml" Target="../ink/ink1549.xml"/><Relationship Id="rId79" Type="http://schemas.openxmlformats.org/officeDocument/2006/relationships/image" Target="../media/image1536.png"/><Relationship Id="rId102" Type="http://schemas.openxmlformats.org/officeDocument/2006/relationships/customXml" Target="../ink/ink1571.xml"/><Relationship Id="rId123" Type="http://schemas.openxmlformats.org/officeDocument/2006/relationships/image" Target="../media/image1558.png"/><Relationship Id="rId144" Type="http://schemas.openxmlformats.org/officeDocument/2006/relationships/customXml" Target="../ink/ink1592.xml"/><Relationship Id="rId90" Type="http://schemas.openxmlformats.org/officeDocument/2006/relationships/customXml" Target="../ink/ink1565.xml"/><Relationship Id="rId27" Type="http://schemas.openxmlformats.org/officeDocument/2006/relationships/image" Target="../media/image1510.png"/><Relationship Id="rId48" Type="http://schemas.openxmlformats.org/officeDocument/2006/relationships/customXml" Target="../ink/ink1544.xml"/><Relationship Id="rId69" Type="http://schemas.openxmlformats.org/officeDocument/2006/relationships/image" Target="../media/image1531.png"/><Relationship Id="rId113" Type="http://schemas.openxmlformats.org/officeDocument/2006/relationships/image" Target="../media/image1553.png"/><Relationship Id="rId134" Type="http://schemas.openxmlformats.org/officeDocument/2006/relationships/customXml" Target="../ink/ink1587.xml"/><Relationship Id="rId80" Type="http://schemas.openxmlformats.org/officeDocument/2006/relationships/customXml" Target="../ink/ink1560.xml"/><Relationship Id="rId155" Type="http://schemas.openxmlformats.org/officeDocument/2006/relationships/image" Target="../media/image1574.png"/></Relationships>
</file>

<file path=ppt/slides/_rels/slide9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628.png"/><Relationship Id="rId299" Type="http://schemas.openxmlformats.org/officeDocument/2006/relationships/image" Target="../media/image1716.png"/><Relationship Id="rId21" Type="http://schemas.openxmlformats.org/officeDocument/2006/relationships/image" Target="../media/image1587.png"/><Relationship Id="rId63" Type="http://schemas.openxmlformats.org/officeDocument/2006/relationships/image" Target="../media/image1608.png"/><Relationship Id="rId159" Type="http://schemas.openxmlformats.org/officeDocument/2006/relationships/customXml" Target="../ink/ink1680.xml"/><Relationship Id="rId324" Type="http://schemas.openxmlformats.org/officeDocument/2006/relationships/customXml" Target="../ink/ink1763.xml"/><Relationship Id="rId170" Type="http://schemas.openxmlformats.org/officeDocument/2006/relationships/image" Target="../media/image1655.png"/><Relationship Id="rId226" Type="http://schemas.openxmlformats.org/officeDocument/2006/relationships/image" Target="../media/image1681.png"/><Relationship Id="rId268" Type="http://schemas.openxmlformats.org/officeDocument/2006/relationships/customXml" Target="../ink/ink1735.xml"/><Relationship Id="rId32" Type="http://schemas.openxmlformats.org/officeDocument/2006/relationships/customXml" Target="../ink/ink1616.xml"/><Relationship Id="rId74" Type="http://schemas.openxmlformats.org/officeDocument/2006/relationships/customXml" Target="../ink/ink1637.xml"/><Relationship Id="rId128" Type="http://schemas.openxmlformats.org/officeDocument/2006/relationships/image" Target="../media/image1636.png"/><Relationship Id="rId5" Type="http://schemas.openxmlformats.org/officeDocument/2006/relationships/image" Target="../media/image1579.png"/><Relationship Id="rId181" Type="http://schemas.openxmlformats.org/officeDocument/2006/relationships/customXml" Target="../ink/ink1691.xml"/><Relationship Id="rId237" Type="http://schemas.openxmlformats.org/officeDocument/2006/relationships/customXml" Target="../ink/ink1719.xml"/><Relationship Id="rId279" Type="http://schemas.openxmlformats.org/officeDocument/2006/relationships/image" Target="../media/image1706.png"/><Relationship Id="rId43" Type="http://schemas.openxmlformats.org/officeDocument/2006/relationships/image" Target="../media/image1598.png"/><Relationship Id="rId139" Type="http://schemas.openxmlformats.org/officeDocument/2006/relationships/customXml" Target="../ink/ink1670.xml"/><Relationship Id="rId290" Type="http://schemas.openxmlformats.org/officeDocument/2006/relationships/customXml" Target="../ink/ink1746.xml"/><Relationship Id="rId304" Type="http://schemas.openxmlformats.org/officeDocument/2006/relationships/customXml" Target="../ink/ink1753.xml"/><Relationship Id="rId85" Type="http://schemas.openxmlformats.org/officeDocument/2006/relationships/image" Target="../media/image1619.png"/><Relationship Id="rId150" Type="http://schemas.openxmlformats.org/officeDocument/2006/relationships/image" Target="../media/image1646.png"/><Relationship Id="rId192" Type="http://schemas.openxmlformats.org/officeDocument/2006/relationships/image" Target="../media/image1666.png"/><Relationship Id="rId206" Type="http://schemas.openxmlformats.org/officeDocument/2006/relationships/image" Target="../media/image1673.png"/><Relationship Id="rId248" Type="http://schemas.openxmlformats.org/officeDocument/2006/relationships/image" Target="../media/image1692.png"/><Relationship Id="rId12" Type="http://schemas.openxmlformats.org/officeDocument/2006/relationships/customXml" Target="../ink/ink1606.xml"/><Relationship Id="rId108" Type="http://schemas.openxmlformats.org/officeDocument/2006/relationships/customXml" Target="../ink/ink1654.xml"/><Relationship Id="rId315" Type="http://schemas.openxmlformats.org/officeDocument/2006/relationships/image" Target="../media/image1723.png"/><Relationship Id="rId54" Type="http://schemas.openxmlformats.org/officeDocument/2006/relationships/customXml" Target="../ink/ink1627.xml"/><Relationship Id="rId96" Type="http://schemas.openxmlformats.org/officeDocument/2006/relationships/customXml" Target="../ink/ink1648.xml"/><Relationship Id="rId161" Type="http://schemas.openxmlformats.org/officeDocument/2006/relationships/customXml" Target="../ink/ink1681.xml"/><Relationship Id="rId217" Type="http://schemas.openxmlformats.org/officeDocument/2006/relationships/customXml" Target="../ink/ink1709.xml"/><Relationship Id="rId259" Type="http://schemas.openxmlformats.org/officeDocument/2006/relationships/image" Target="../media/image1696.png"/><Relationship Id="rId23" Type="http://schemas.openxmlformats.org/officeDocument/2006/relationships/image" Target="../media/image1588.png"/><Relationship Id="rId119" Type="http://schemas.openxmlformats.org/officeDocument/2006/relationships/image" Target="../media/image281.png"/><Relationship Id="rId270" Type="http://schemas.openxmlformats.org/officeDocument/2006/relationships/customXml" Target="../ink/ink1736.xml"/><Relationship Id="rId326" Type="http://schemas.openxmlformats.org/officeDocument/2006/relationships/customXml" Target="../ink/ink1764.xml"/><Relationship Id="rId65" Type="http://schemas.openxmlformats.org/officeDocument/2006/relationships/image" Target="../media/image1609.png"/><Relationship Id="rId130" Type="http://schemas.openxmlformats.org/officeDocument/2006/relationships/image" Target="../media/image1637.png"/><Relationship Id="rId172" Type="http://schemas.openxmlformats.org/officeDocument/2006/relationships/image" Target="../media/image1656.png"/><Relationship Id="rId228" Type="http://schemas.openxmlformats.org/officeDocument/2006/relationships/image" Target="../media/image1682.png"/><Relationship Id="rId281" Type="http://schemas.openxmlformats.org/officeDocument/2006/relationships/image" Target="../media/image1707.png"/><Relationship Id="rId34" Type="http://schemas.openxmlformats.org/officeDocument/2006/relationships/customXml" Target="../ink/ink1617.xml"/><Relationship Id="rId76" Type="http://schemas.openxmlformats.org/officeDocument/2006/relationships/customXml" Target="../ink/ink1638.xml"/><Relationship Id="rId141" Type="http://schemas.openxmlformats.org/officeDocument/2006/relationships/customXml" Target="../ink/ink1671.xml"/><Relationship Id="rId7" Type="http://schemas.openxmlformats.org/officeDocument/2006/relationships/image" Target="../media/image1580.png"/><Relationship Id="rId183" Type="http://schemas.openxmlformats.org/officeDocument/2006/relationships/customXml" Target="../ink/ink1692.xml"/><Relationship Id="rId239" Type="http://schemas.openxmlformats.org/officeDocument/2006/relationships/customXml" Target="../ink/ink1720.xml"/><Relationship Id="rId250" Type="http://schemas.openxmlformats.org/officeDocument/2006/relationships/image" Target="../media/image1693.png"/><Relationship Id="rId292" Type="http://schemas.openxmlformats.org/officeDocument/2006/relationships/customXml" Target="../ink/ink1747.xml"/><Relationship Id="rId306" Type="http://schemas.openxmlformats.org/officeDocument/2006/relationships/customXml" Target="../ink/ink1754.xml"/><Relationship Id="rId24" Type="http://schemas.openxmlformats.org/officeDocument/2006/relationships/customXml" Target="../ink/ink1612.xml"/><Relationship Id="rId45" Type="http://schemas.openxmlformats.org/officeDocument/2006/relationships/image" Target="../media/image1599.png"/><Relationship Id="rId66" Type="http://schemas.openxmlformats.org/officeDocument/2006/relationships/customXml" Target="../ink/ink1633.xml"/><Relationship Id="rId87" Type="http://schemas.openxmlformats.org/officeDocument/2006/relationships/image" Target="../media/image1620.png"/><Relationship Id="rId110" Type="http://schemas.openxmlformats.org/officeDocument/2006/relationships/customXml" Target="../ink/ink1655.xml"/><Relationship Id="rId131" Type="http://schemas.openxmlformats.org/officeDocument/2006/relationships/customXml" Target="../ink/ink1666.xml"/><Relationship Id="rId327" Type="http://schemas.openxmlformats.org/officeDocument/2006/relationships/image" Target="../media/image1729.png"/><Relationship Id="rId152" Type="http://schemas.openxmlformats.org/officeDocument/2006/relationships/image" Target="../media/image1647.png"/><Relationship Id="rId173" Type="http://schemas.openxmlformats.org/officeDocument/2006/relationships/customXml" Target="../ink/ink1687.xml"/><Relationship Id="rId194" Type="http://schemas.openxmlformats.org/officeDocument/2006/relationships/image" Target="../media/image1667.png"/><Relationship Id="rId208" Type="http://schemas.openxmlformats.org/officeDocument/2006/relationships/image" Target="../media/image224.png"/><Relationship Id="rId229" Type="http://schemas.openxmlformats.org/officeDocument/2006/relationships/customXml" Target="../ink/ink1715.xml"/><Relationship Id="rId240" Type="http://schemas.openxmlformats.org/officeDocument/2006/relationships/image" Target="../media/image1688.png"/><Relationship Id="rId261" Type="http://schemas.openxmlformats.org/officeDocument/2006/relationships/image" Target="../media/image1697.png"/><Relationship Id="rId14" Type="http://schemas.openxmlformats.org/officeDocument/2006/relationships/customXml" Target="../ink/ink1607.xml"/><Relationship Id="rId35" Type="http://schemas.openxmlformats.org/officeDocument/2006/relationships/image" Target="../media/image1594.png"/><Relationship Id="rId56" Type="http://schemas.openxmlformats.org/officeDocument/2006/relationships/customXml" Target="../ink/ink1628.xml"/><Relationship Id="rId77" Type="http://schemas.openxmlformats.org/officeDocument/2006/relationships/image" Target="../media/image1615.png"/><Relationship Id="rId100" Type="http://schemas.openxmlformats.org/officeDocument/2006/relationships/customXml" Target="../ink/ink1650.xml"/><Relationship Id="rId282" Type="http://schemas.openxmlformats.org/officeDocument/2006/relationships/customXml" Target="../ink/ink1742.xml"/><Relationship Id="rId317" Type="http://schemas.openxmlformats.org/officeDocument/2006/relationships/image" Target="../media/image1724.png"/><Relationship Id="rId8" Type="http://schemas.openxmlformats.org/officeDocument/2006/relationships/customXml" Target="../ink/ink1604.xml"/><Relationship Id="rId98" Type="http://schemas.openxmlformats.org/officeDocument/2006/relationships/customXml" Target="../ink/ink1649.xml"/><Relationship Id="rId121" Type="http://schemas.openxmlformats.org/officeDocument/2006/relationships/customXml" Target="../ink/ink1661.xml"/><Relationship Id="rId142" Type="http://schemas.openxmlformats.org/officeDocument/2006/relationships/image" Target="../media/image1642.png"/><Relationship Id="rId163" Type="http://schemas.openxmlformats.org/officeDocument/2006/relationships/customXml" Target="../ink/ink1682.xml"/><Relationship Id="rId184" Type="http://schemas.openxmlformats.org/officeDocument/2006/relationships/image" Target="../media/image1662.png"/><Relationship Id="rId219" Type="http://schemas.openxmlformats.org/officeDocument/2006/relationships/customXml" Target="../ink/ink1710.xml"/><Relationship Id="rId230" Type="http://schemas.openxmlformats.org/officeDocument/2006/relationships/image" Target="../media/image1683.png"/><Relationship Id="rId251" Type="http://schemas.openxmlformats.org/officeDocument/2006/relationships/customXml" Target="../ink/ink1726.xml"/><Relationship Id="rId25" Type="http://schemas.openxmlformats.org/officeDocument/2006/relationships/image" Target="../media/image1589.png"/><Relationship Id="rId46" Type="http://schemas.openxmlformats.org/officeDocument/2006/relationships/customXml" Target="../ink/ink1623.xml"/><Relationship Id="rId67" Type="http://schemas.openxmlformats.org/officeDocument/2006/relationships/image" Target="../media/image1610.png"/><Relationship Id="rId272" Type="http://schemas.openxmlformats.org/officeDocument/2006/relationships/customXml" Target="../ink/ink1737.xml"/><Relationship Id="rId293" Type="http://schemas.openxmlformats.org/officeDocument/2006/relationships/image" Target="../media/image1713.png"/><Relationship Id="rId307" Type="http://schemas.openxmlformats.org/officeDocument/2006/relationships/image" Target="../media/image1719.png"/><Relationship Id="rId328" Type="http://schemas.openxmlformats.org/officeDocument/2006/relationships/customXml" Target="../ink/ink1765.xml"/><Relationship Id="rId88" Type="http://schemas.openxmlformats.org/officeDocument/2006/relationships/customXml" Target="../ink/ink1644.xml"/><Relationship Id="rId111" Type="http://schemas.openxmlformats.org/officeDocument/2006/relationships/image" Target="../media/image1631.png"/><Relationship Id="rId132" Type="http://schemas.openxmlformats.org/officeDocument/2006/relationships/image" Target="../media/image1638.png"/><Relationship Id="rId153" Type="http://schemas.openxmlformats.org/officeDocument/2006/relationships/customXml" Target="../ink/ink1677.xml"/><Relationship Id="rId174" Type="http://schemas.openxmlformats.org/officeDocument/2006/relationships/image" Target="../media/image1657.png"/><Relationship Id="rId195" Type="http://schemas.openxmlformats.org/officeDocument/2006/relationships/customXml" Target="../ink/ink1698.xml"/><Relationship Id="rId209" Type="http://schemas.openxmlformats.org/officeDocument/2006/relationships/customXml" Target="../ink/ink1705.xml"/><Relationship Id="rId220" Type="http://schemas.openxmlformats.org/officeDocument/2006/relationships/image" Target="../media/image1679.png"/><Relationship Id="rId241" Type="http://schemas.openxmlformats.org/officeDocument/2006/relationships/customXml" Target="../ink/ink1721.xml"/><Relationship Id="rId15" Type="http://schemas.openxmlformats.org/officeDocument/2006/relationships/image" Target="../media/image1584.png"/><Relationship Id="rId36" Type="http://schemas.openxmlformats.org/officeDocument/2006/relationships/customXml" Target="../ink/ink1618.xml"/><Relationship Id="rId57" Type="http://schemas.openxmlformats.org/officeDocument/2006/relationships/image" Target="../media/image1605.png"/><Relationship Id="rId262" Type="http://schemas.openxmlformats.org/officeDocument/2006/relationships/customXml" Target="../ink/ink1732.xml"/><Relationship Id="rId283" Type="http://schemas.openxmlformats.org/officeDocument/2006/relationships/image" Target="../media/image1708.png"/><Relationship Id="rId318" Type="http://schemas.openxmlformats.org/officeDocument/2006/relationships/customXml" Target="../ink/ink1760.xml"/><Relationship Id="rId78" Type="http://schemas.openxmlformats.org/officeDocument/2006/relationships/customXml" Target="../ink/ink1639.xml"/><Relationship Id="rId99" Type="http://schemas.openxmlformats.org/officeDocument/2006/relationships/image" Target="../media/image1626.png"/><Relationship Id="rId101" Type="http://schemas.openxmlformats.org/officeDocument/2006/relationships/image" Target="../media/image532.png"/><Relationship Id="rId122" Type="http://schemas.openxmlformats.org/officeDocument/2006/relationships/image" Target="../media/image1633.png"/><Relationship Id="rId143" Type="http://schemas.openxmlformats.org/officeDocument/2006/relationships/customXml" Target="../ink/ink1672.xml"/><Relationship Id="rId164" Type="http://schemas.openxmlformats.org/officeDocument/2006/relationships/image" Target="../media/image1653.png"/><Relationship Id="rId185" Type="http://schemas.openxmlformats.org/officeDocument/2006/relationships/customXml" Target="../ink/ink1693.xml"/><Relationship Id="rId9" Type="http://schemas.openxmlformats.org/officeDocument/2006/relationships/image" Target="../media/image1581.png"/><Relationship Id="rId210" Type="http://schemas.openxmlformats.org/officeDocument/2006/relationships/image" Target="../media/image1674.png"/><Relationship Id="rId26" Type="http://schemas.openxmlformats.org/officeDocument/2006/relationships/customXml" Target="../ink/ink1613.xml"/><Relationship Id="rId231" Type="http://schemas.openxmlformats.org/officeDocument/2006/relationships/customXml" Target="../ink/ink1716.xml"/><Relationship Id="rId252" Type="http://schemas.openxmlformats.org/officeDocument/2006/relationships/image" Target="../media/image490.png"/><Relationship Id="rId273" Type="http://schemas.openxmlformats.org/officeDocument/2006/relationships/image" Target="../media/image1703.png"/><Relationship Id="rId294" Type="http://schemas.openxmlformats.org/officeDocument/2006/relationships/customXml" Target="../ink/ink1748.xml"/><Relationship Id="rId308" Type="http://schemas.openxmlformats.org/officeDocument/2006/relationships/customXml" Target="../ink/ink1755.xml"/><Relationship Id="rId329" Type="http://schemas.openxmlformats.org/officeDocument/2006/relationships/image" Target="../media/image1730.png"/><Relationship Id="rId47" Type="http://schemas.openxmlformats.org/officeDocument/2006/relationships/image" Target="../media/image1600.png"/><Relationship Id="rId68" Type="http://schemas.openxmlformats.org/officeDocument/2006/relationships/customXml" Target="../ink/ink1634.xml"/><Relationship Id="rId89" Type="http://schemas.openxmlformats.org/officeDocument/2006/relationships/image" Target="../media/image1621.png"/><Relationship Id="rId112" Type="http://schemas.openxmlformats.org/officeDocument/2006/relationships/customXml" Target="../ink/ink1656.xml"/><Relationship Id="rId133" Type="http://schemas.openxmlformats.org/officeDocument/2006/relationships/customXml" Target="../ink/ink1667.xml"/><Relationship Id="rId154" Type="http://schemas.openxmlformats.org/officeDocument/2006/relationships/image" Target="../media/image1648.png"/><Relationship Id="rId175" Type="http://schemas.openxmlformats.org/officeDocument/2006/relationships/customXml" Target="../ink/ink1688.xml"/><Relationship Id="rId196" Type="http://schemas.openxmlformats.org/officeDocument/2006/relationships/image" Target="../media/image1668.png"/><Relationship Id="rId200" Type="http://schemas.openxmlformats.org/officeDocument/2006/relationships/image" Target="../media/image1670.png"/><Relationship Id="rId16" Type="http://schemas.openxmlformats.org/officeDocument/2006/relationships/customXml" Target="../ink/ink1608.xml"/><Relationship Id="rId221" Type="http://schemas.openxmlformats.org/officeDocument/2006/relationships/customXml" Target="../ink/ink1711.xml"/><Relationship Id="rId242" Type="http://schemas.openxmlformats.org/officeDocument/2006/relationships/image" Target="../media/image1689.png"/><Relationship Id="rId263" Type="http://schemas.openxmlformats.org/officeDocument/2006/relationships/image" Target="../media/image1698.png"/><Relationship Id="rId284" Type="http://schemas.openxmlformats.org/officeDocument/2006/relationships/customXml" Target="../ink/ink1743.xml"/><Relationship Id="rId319" Type="http://schemas.openxmlformats.org/officeDocument/2006/relationships/image" Target="../media/image1725.png"/><Relationship Id="rId37" Type="http://schemas.openxmlformats.org/officeDocument/2006/relationships/image" Target="../media/image1595.png"/><Relationship Id="rId58" Type="http://schemas.openxmlformats.org/officeDocument/2006/relationships/customXml" Target="../ink/ink1629.xml"/><Relationship Id="rId79" Type="http://schemas.openxmlformats.org/officeDocument/2006/relationships/image" Target="../media/image1616.png"/><Relationship Id="rId102" Type="http://schemas.openxmlformats.org/officeDocument/2006/relationships/customXml" Target="../ink/ink1651.xml"/><Relationship Id="rId123" Type="http://schemas.openxmlformats.org/officeDocument/2006/relationships/customXml" Target="../ink/ink1662.xml"/><Relationship Id="rId144" Type="http://schemas.openxmlformats.org/officeDocument/2006/relationships/image" Target="../media/image1643.png"/><Relationship Id="rId330" Type="http://schemas.openxmlformats.org/officeDocument/2006/relationships/customXml" Target="../ink/ink1766.xml"/><Relationship Id="rId90" Type="http://schemas.openxmlformats.org/officeDocument/2006/relationships/customXml" Target="../ink/ink1645.xml"/><Relationship Id="rId165" Type="http://schemas.openxmlformats.org/officeDocument/2006/relationships/customXml" Target="../ink/ink1683.xml"/><Relationship Id="rId186" Type="http://schemas.openxmlformats.org/officeDocument/2006/relationships/image" Target="../media/image1663.png"/><Relationship Id="rId211" Type="http://schemas.openxmlformats.org/officeDocument/2006/relationships/customXml" Target="../ink/ink1706.xml"/><Relationship Id="rId232" Type="http://schemas.openxmlformats.org/officeDocument/2006/relationships/image" Target="../media/image1684.png"/><Relationship Id="rId253" Type="http://schemas.openxmlformats.org/officeDocument/2006/relationships/customXml" Target="../ink/ink1727.xml"/><Relationship Id="rId274" Type="http://schemas.openxmlformats.org/officeDocument/2006/relationships/customXml" Target="../ink/ink1738.xml"/><Relationship Id="rId295" Type="http://schemas.openxmlformats.org/officeDocument/2006/relationships/image" Target="../media/image1714.png"/><Relationship Id="rId309" Type="http://schemas.openxmlformats.org/officeDocument/2006/relationships/image" Target="../media/image1720.png"/><Relationship Id="rId27" Type="http://schemas.openxmlformats.org/officeDocument/2006/relationships/image" Target="../media/image1590.png"/><Relationship Id="rId48" Type="http://schemas.openxmlformats.org/officeDocument/2006/relationships/customXml" Target="../ink/ink1624.xml"/><Relationship Id="rId69" Type="http://schemas.openxmlformats.org/officeDocument/2006/relationships/image" Target="../media/image1611.png"/><Relationship Id="rId113" Type="http://schemas.openxmlformats.org/officeDocument/2006/relationships/image" Target="../media/image946.png"/><Relationship Id="rId134" Type="http://schemas.openxmlformats.org/officeDocument/2006/relationships/image" Target="../media/image322.png"/><Relationship Id="rId320" Type="http://schemas.openxmlformats.org/officeDocument/2006/relationships/customXml" Target="../ink/ink1761.xml"/><Relationship Id="rId80" Type="http://schemas.openxmlformats.org/officeDocument/2006/relationships/customXml" Target="../ink/ink1640.xml"/><Relationship Id="rId155" Type="http://schemas.openxmlformats.org/officeDocument/2006/relationships/customXml" Target="../ink/ink1678.xml"/><Relationship Id="rId176" Type="http://schemas.openxmlformats.org/officeDocument/2006/relationships/image" Target="../media/image1658.png"/><Relationship Id="rId197" Type="http://schemas.openxmlformats.org/officeDocument/2006/relationships/customXml" Target="../ink/ink1699.xml"/><Relationship Id="rId201" Type="http://schemas.openxmlformats.org/officeDocument/2006/relationships/customXml" Target="../ink/ink1701.xml"/><Relationship Id="rId222" Type="http://schemas.openxmlformats.org/officeDocument/2006/relationships/image" Target="../media/image1255.png"/><Relationship Id="rId243" Type="http://schemas.openxmlformats.org/officeDocument/2006/relationships/customXml" Target="../ink/ink1722.xml"/><Relationship Id="rId264" Type="http://schemas.openxmlformats.org/officeDocument/2006/relationships/customXml" Target="../ink/ink1733.xml"/><Relationship Id="rId285" Type="http://schemas.openxmlformats.org/officeDocument/2006/relationships/image" Target="../media/image1709.png"/><Relationship Id="rId17" Type="http://schemas.openxmlformats.org/officeDocument/2006/relationships/image" Target="../media/image1585.png"/><Relationship Id="rId38" Type="http://schemas.openxmlformats.org/officeDocument/2006/relationships/customXml" Target="../ink/ink1619.xml"/><Relationship Id="rId59" Type="http://schemas.openxmlformats.org/officeDocument/2006/relationships/image" Target="../media/image1606.png"/><Relationship Id="rId103" Type="http://schemas.openxmlformats.org/officeDocument/2006/relationships/image" Target="../media/image1627.png"/><Relationship Id="rId124" Type="http://schemas.openxmlformats.org/officeDocument/2006/relationships/image" Target="../media/image1634.png"/><Relationship Id="rId310" Type="http://schemas.openxmlformats.org/officeDocument/2006/relationships/customXml" Target="../ink/ink1756.xml"/><Relationship Id="rId70" Type="http://schemas.openxmlformats.org/officeDocument/2006/relationships/customXml" Target="../ink/ink1635.xml"/><Relationship Id="rId91" Type="http://schemas.openxmlformats.org/officeDocument/2006/relationships/image" Target="../media/image1622.png"/><Relationship Id="rId145" Type="http://schemas.openxmlformats.org/officeDocument/2006/relationships/customXml" Target="../ink/ink1673.xml"/><Relationship Id="rId166" Type="http://schemas.openxmlformats.org/officeDocument/2006/relationships/image" Target="../media/image1654.png"/><Relationship Id="rId187" Type="http://schemas.openxmlformats.org/officeDocument/2006/relationships/customXml" Target="../ink/ink1694.xml"/><Relationship Id="rId331" Type="http://schemas.openxmlformats.org/officeDocument/2006/relationships/image" Target="../media/image1731.png"/><Relationship Id="rId1" Type="http://schemas.openxmlformats.org/officeDocument/2006/relationships/slideLayout" Target="../slideLayouts/slideLayout7.xml"/><Relationship Id="rId212" Type="http://schemas.openxmlformats.org/officeDocument/2006/relationships/image" Target="../media/image1675.png"/><Relationship Id="rId233" Type="http://schemas.openxmlformats.org/officeDocument/2006/relationships/customXml" Target="../ink/ink1717.xml"/><Relationship Id="rId254" Type="http://schemas.openxmlformats.org/officeDocument/2006/relationships/customXml" Target="../ink/ink1728.xml"/><Relationship Id="rId28" Type="http://schemas.openxmlformats.org/officeDocument/2006/relationships/customXml" Target="../ink/ink1614.xml"/><Relationship Id="rId49" Type="http://schemas.openxmlformats.org/officeDocument/2006/relationships/image" Target="../media/image1601.png"/><Relationship Id="rId114" Type="http://schemas.openxmlformats.org/officeDocument/2006/relationships/customXml" Target="../ink/ink1657.xml"/><Relationship Id="rId275" Type="http://schemas.openxmlformats.org/officeDocument/2006/relationships/image" Target="../media/image1704.png"/><Relationship Id="rId296" Type="http://schemas.openxmlformats.org/officeDocument/2006/relationships/customXml" Target="../ink/ink1749.xml"/><Relationship Id="rId300" Type="http://schemas.openxmlformats.org/officeDocument/2006/relationships/customXml" Target="../ink/ink1751.xml"/><Relationship Id="rId60" Type="http://schemas.openxmlformats.org/officeDocument/2006/relationships/customXml" Target="../ink/ink1630.xml"/><Relationship Id="rId81" Type="http://schemas.openxmlformats.org/officeDocument/2006/relationships/image" Target="../media/image1617.png"/><Relationship Id="rId135" Type="http://schemas.openxmlformats.org/officeDocument/2006/relationships/customXml" Target="../ink/ink1668.xml"/><Relationship Id="rId156" Type="http://schemas.openxmlformats.org/officeDocument/2006/relationships/image" Target="../media/image1649.png"/><Relationship Id="rId177" Type="http://schemas.openxmlformats.org/officeDocument/2006/relationships/customXml" Target="../ink/ink1689.xml"/><Relationship Id="rId198" Type="http://schemas.openxmlformats.org/officeDocument/2006/relationships/image" Target="../media/image1669.png"/><Relationship Id="rId321" Type="http://schemas.openxmlformats.org/officeDocument/2006/relationships/image" Target="../media/image1726.png"/><Relationship Id="rId202" Type="http://schemas.openxmlformats.org/officeDocument/2006/relationships/image" Target="../media/image1671.png"/><Relationship Id="rId223" Type="http://schemas.openxmlformats.org/officeDocument/2006/relationships/customXml" Target="../ink/ink1712.xml"/><Relationship Id="rId244" Type="http://schemas.openxmlformats.org/officeDocument/2006/relationships/image" Target="../media/image1690.png"/><Relationship Id="rId18" Type="http://schemas.openxmlformats.org/officeDocument/2006/relationships/customXml" Target="../ink/ink1609.xml"/><Relationship Id="rId39" Type="http://schemas.openxmlformats.org/officeDocument/2006/relationships/image" Target="../media/image1596.png"/><Relationship Id="rId265" Type="http://schemas.openxmlformats.org/officeDocument/2006/relationships/image" Target="../media/image1699.png"/><Relationship Id="rId286" Type="http://schemas.openxmlformats.org/officeDocument/2006/relationships/customXml" Target="../ink/ink1744.xml"/><Relationship Id="rId50" Type="http://schemas.openxmlformats.org/officeDocument/2006/relationships/customXml" Target="../ink/ink1625.xml"/><Relationship Id="rId104" Type="http://schemas.openxmlformats.org/officeDocument/2006/relationships/customXml" Target="../ink/ink1652.xml"/><Relationship Id="rId125" Type="http://schemas.openxmlformats.org/officeDocument/2006/relationships/customXml" Target="../ink/ink1663.xml"/><Relationship Id="rId146" Type="http://schemas.openxmlformats.org/officeDocument/2006/relationships/image" Target="../media/image1644.png"/><Relationship Id="rId167" Type="http://schemas.openxmlformats.org/officeDocument/2006/relationships/customXml" Target="../ink/ink1684.xml"/><Relationship Id="rId188" Type="http://schemas.openxmlformats.org/officeDocument/2006/relationships/image" Target="../media/image1664.png"/><Relationship Id="rId311" Type="http://schemas.openxmlformats.org/officeDocument/2006/relationships/image" Target="../media/image1721.png"/><Relationship Id="rId332" Type="http://schemas.openxmlformats.org/officeDocument/2006/relationships/customXml" Target="../ink/ink1767.xml"/><Relationship Id="rId71" Type="http://schemas.openxmlformats.org/officeDocument/2006/relationships/image" Target="../media/image1612.png"/><Relationship Id="rId92" Type="http://schemas.openxmlformats.org/officeDocument/2006/relationships/customXml" Target="../ink/ink1646.xml"/><Relationship Id="rId213" Type="http://schemas.openxmlformats.org/officeDocument/2006/relationships/customXml" Target="../ink/ink1707.xml"/><Relationship Id="rId234" Type="http://schemas.openxmlformats.org/officeDocument/2006/relationships/image" Target="../media/image1685.png"/><Relationship Id="rId2" Type="http://schemas.openxmlformats.org/officeDocument/2006/relationships/customXml" Target="../ink/ink1601.xml"/><Relationship Id="rId29" Type="http://schemas.openxmlformats.org/officeDocument/2006/relationships/image" Target="../media/image1591.png"/><Relationship Id="rId255" Type="http://schemas.openxmlformats.org/officeDocument/2006/relationships/image" Target="../media/image1694.png"/><Relationship Id="rId276" Type="http://schemas.openxmlformats.org/officeDocument/2006/relationships/customXml" Target="../ink/ink1739.xml"/><Relationship Id="rId297" Type="http://schemas.openxmlformats.org/officeDocument/2006/relationships/image" Target="../media/image1715.png"/><Relationship Id="rId40" Type="http://schemas.openxmlformats.org/officeDocument/2006/relationships/customXml" Target="../ink/ink1620.xml"/><Relationship Id="rId115" Type="http://schemas.openxmlformats.org/officeDocument/2006/relationships/image" Target="../media/image1632.png"/><Relationship Id="rId136" Type="http://schemas.openxmlformats.org/officeDocument/2006/relationships/image" Target="../media/image1639.png"/><Relationship Id="rId157" Type="http://schemas.openxmlformats.org/officeDocument/2006/relationships/customXml" Target="../ink/ink1679.xml"/><Relationship Id="rId178" Type="http://schemas.openxmlformats.org/officeDocument/2006/relationships/image" Target="../media/image1659.png"/><Relationship Id="rId301" Type="http://schemas.openxmlformats.org/officeDocument/2006/relationships/image" Target="../media/image1717.png"/><Relationship Id="rId322" Type="http://schemas.openxmlformats.org/officeDocument/2006/relationships/customXml" Target="../ink/ink1762.xml"/><Relationship Id="rId61" Type="http://schemas.openxmlformats.org/officeDocument/2006/relationships/image" Target="../media/image1607.png"/><Relationship Id="rId82" Type="http://schemas.openxmlformats.org/officeDocument/2006/relationships/customXml" Target="../ink/ink1641.xml"/><Relationship Id="rId199" Type="http://schemas.openxmlformats.org/officeDocument/2006/relationships/customXml" Target="../ink/ink1700.xml"/><Relationship Id="rId203" Type="http://schemas.openxmlformats.org/officeDocument/2006/relationships/customXml" Target="../ink/ink1702.xml"/><Relationship Id="rId19" Type="http://schemas.openxmlformats.org/officeDocument/2006/relationships/image" Target="../media/image1586.png"/><Relationship Id="rId224" Type="http://schemas.openxmlformats.org/officeDocument/2006/relationships/image" Target="../media/image1680.png"/><Relationship Id="rId245" Type="http://schemas.openxmlformats.org/officeDocument/2006/relationships/customXml" Target="../ink/ink1723.xml"/><Relationship Id="rId266" Type="http://schemas.openxmlformats.org/officeDocument/2006/relationships/customXml" Target="../ink/ink1734.xml"/><Relationship Id="rId287" Type="http://schemas.openxmlformats.org/officeDocument/2006/relationships/image" Target="../media/image1710.png"/><Relationship Id="rId30" Type="http://schemas.openxmlformats.org/officeDocument/2006/relationships/customXml" Target="../ink/ink1615.xml"/><Relationship Id="rId105" Type="http://schemas.openxmlformats.org/officeDocument/2006/relationships/image" Target="../media/image1628.png"/><Relationship Id="rId126" Type="http://schemas.openxmlformats.org/officeDocument/2006/relationships/image" Target="../media/image1635.png"/><Relationship Id="rId147" Type="http://schemas.openxmlformats.org/officeDocument/2006/relationships/customXml" Target="../ink/ink1674.xml"/><Relationship Id="rId168" Type="http://schemas.openxmlformats.org/officeDocument/2006/relationships/image" Target="../media/image187.png"/><Relationship Id="rId312" Type="http://schemas.openxmlformats.org/officeDocument/2006/relationships/customXml" Target="../ink/ink1757.xml"/><Relationship Id="rId333" Type="http://schemas.openxmlformats.org/officeDocument/2006/relationships/image" Target="../media/image1732.png"/><Relationship Id="rId51" Type="http://schemas.openxmlformats.org/officeDocument/2006/relationships/image" Target="../media/image1602.png"/><Relationship Id="rId72" Type="http://schemas.openxmlformats.org/officeDocument/2006/relationships/customXml" Target="../ink/ink1636.xml"/><Relationship Id="rId93" Type="http://schemas.openxmlformats.org/officeDocument/2006/relationships/image" Target="../media/image1623.png"/><Relationship Id="rId189" Type="http://schemas.openxmlformats.org/officeDocument/2006/relationships/customXml" Target="../ink/ink1695.xml"/><Relationship Id="rId3" Type="http://schemas.openxmlformats.org/officeDocument/2006/relationships/image" Target="../media/image1578.png"/><Relationship Id="rId214" Type="http://schemas.openxmlformats.org/officeDocument/2006/relationships/image" Target="../media/image1676.png"/><Relationship Id="rId235" Type="http://schemas.openxmlformats.org/officeDocument/2006/relationships/customXml" Target="../ink/ink1718.xml"/><Relationship Id="rId256" Type="http://schemas.openxmlformats.org/officeDocument/2006/relationships/customXml" Target="../ink/ink1729.xml"/><Relationship Id="rId277" Type="http://schemas.openxmlformats.org/officeDocument/2006/relationships/image" Target="../media/image1705.png"/><Relationship Id="rId298" Type="http://schemas.openxmlformats.org/officeDocument/2006/relationships/customXml" Target="../ink/ink1750.xml"/><Relationship Id="rId116" Type="http://schemas.openxmlformats.org/officeDocument/2006/relationships/customXml" Target="../ink/ink1658.xml"/><Relationship Id="rId137" Type="http://schemas.openxmlformats.org/officeDocument/2006/relationships/customXml" Target="../ink/ink1669.xml"/><Relationship Id="rId158" Type="http://schemas.openxmlformats.org/officeDocument/2006/relationships/image" Target="../media/image1650.png"/><Relationship Id="rId302" Type="http://schemas.openxmlformats.org/officeDocument/2006/relationships/customXml" Target="../ink/ink1752.xml"/><Relationship Id="rId323" Type="http://schemas.openxmlformats.org/officeDocument/2006/relationships/image" Target="../media/image1727.png"/><Relationship Id="rId20" Type="http://schemas.openxmlformats.org/officeDocument/2006/relationships/customXml" Target="../ink/ink1610.xml"/><Relationship Id="rId41" Type="http://schemas.openxmlformats.org/officeDocument/2006/relationships/image" Target="../media/image1597.png"/><Relationship Id="rId62" Type="http://schemas.openxmlformats.org/officeDocument/2006/relationships/customXml" Target="../ink/ink1631.xml"/><Relationship Id="rId83" Type="http://schemas.openxmlformats.org/officeDocument/2006/relationships/image" Target="../media/image1618.png"/><Relationship Id="rId179" Type="http://schemas.openxmlformats.org/officeDocument/2006/relationships/customXml" Target="../ink/ink1690.xml"/><Relationship Id="rId190" Type="http://schemas.openxmlformats.org/officeDocument/2006/relationships/image" Target="../media/image1665.png"/><Relationship Id="rId204" Type="http://schemas.openxmlformats.org/officeDocument/2006/relationships/image" Target="../media/image1672.png"/><Relationship Id="rId225" Type="http://schemas.openxmlformats.org/officeDocument/2006/relationships/customXml" Target="../ink/ink1713.xml"/><Relationship Id="rId246" Type="http://schemas.openxmlformats.org/officeDocument/2006/relationships/image" Target="../media/image1691.png"/><Relationship Id="rId267" Type="http://schemas.openxmlformats.org/officeDocument/2006/relationships/image" Target="../media/image1700.png"/><Relationship Id="rId288" Type="http://schemas.openxmlformats.org/officeDocument/2006/relationships/customXml" Target="../ink/ink1745.xml"/><Relationship Id="rId106" Type="http://schemas.openxmlformats.org/officeDocument/2006/relationships/customXml" Target="../ink/ink1653.xml"/><Relationship Id="rId127" Type="http://schemas.openxmlformats.org/officeDocument/2006/relationships/customXml" Target="../ink/ink1664.xml"/><Relationship Id="rId313" Type="http://schemas.openxmlformats.org/officeDocument/2006/relationships/image" Target="../media/image1722.png"/><Relationship Id="rId10" Type="http://schemas.openxmlformats.org/officeDocument/2006/relationships/customXml" Target="../ink/ink1605.xml"/><Relationship Id="rId31" Type="http://schemas.openxmlformats.org/officeDocument/2006/relationships/image" Target="../media/image1592.png"/><Relationship Id="rId52" Type="http://schemas.openxmlformats.org/officeDocument/2006/relationships/customXml" Target="../ink/ink1626.xml"/><Relationship Id="rId73" Type="http://schemas.openxmlformats.org/officeDocument/2006/relationships/image" Target="../media/image1613.png"/><Relationship Id="rId94" Type="http://schemas.openxmlformats.org/officeDocument/2006/relationships/customXml" Target="../ink/ink1647.xml"/><Relationship Id="rId148" Type="http://schemas.openxmlformats.org/officeDocument/2006/relationships/image" Target="../media/image1645.png"/><Relationship Id="rId169" Type="http://schemas.openxmlformats.org/officeDocument/2006/relationships/customXml" Target="../ink/ink1685.xml"/><Relationship Id="rId4" Type="http://schemas.openxmlformats.org/officeDocument/2006/relationships/customXml" Target="../ink/ink1602.xml"/><Relationship Id="rId180" Type="http://schemas.openxmlformats.org/officeDocument/2006/relationships/image" Target="../media/image1660.png"/><Relationship Id="rId215" Type="http://schemas.openxmlformats.org/officeDocument/2006/relationships/customXml" Target="../ink/ink1708.xml"/><Relationship Id="rId236" Type="http://schemas.openxmlformats.org/officeDocument/2006/relationships/image" Target="../media/image1686.png"/><Relationship Id="rId257" Type="http://schemas.openxmlformats.org/officeDocument/2006/relationships/image" Target="../media/image1695.png"/><Relationship Id="rId278" Type="http://schemas.openxmlformats.org/officeDocument/2006/relationships/customXml" Target="../ink/ink1740.xml"/><Relationship Id="rId303" Type="http://schemas.openxmlformats.org/officeDocument/2006/relationships/image" Target="../media/image1466.png"/><Relationship Id="rId42" Type="http://schemas.openxmlformats.org/officeDocument/2006/relationships/customXml" Target="../ink/ink1621.xml"/><Relationship Id="rId84" Type="http://schemas.openxmlformats.org/officeDocument/2006/relationships/customXml" Target="../ink/ink1642.xml"/><Relationship Id="rId138" Type="http://schemas.openxmlformats.org/officeDocument/2006/relationships/image" Target="../media/image1640.png"/><Relationship Id="rId191" Type="http://schemas.openxmlformats.org/officeDocument/2006/relationships/customXml" Target="../ink/ink1696.xml"/><Relationship Id="rId205" Type="http://schemas.openxmlformats.org/officeDocument/2006/relationships/customXml" Target="../ink/ink1703.xml"/><Relationship Id="rId247" Type="http://schemas.openxmlformats.org/officeDocument/2006/relationships/customXml" Target="../ink/ink1724.xml"/><Relationship Id="rId107" Type="http://schemas.openxmlformats.org/officeDocument/2006/relationships/image" Target="../media/image1629.png"/><Relationship Id="rId289" Type="http://schemas.openxmlformats.org/officeDocument/2006/relationships/image" Target="../media/image1711.png"/><Relationship Id="rId11" Type="http://schemas.openxmlformats.org/officeDocument/2006/relationships/image" Target="../media/image1582.png"/><Relationship Id="rId53" Type="http://schemas.openxmlformats.org/officeDocument/2006/relationships/image" Target="../media/image1603.png"/><Relationship Id="rId149" Type="http://schemas.openxmlformats.org/officeDocument/2006/relationships/customXml" Target="../ink/ink1675.xml"/><Relationship Id="rId314" Type="http://schemas.openxmlformats.org/officeDocument/2006/relationships/customXml" Target="../ink/ink1758.xml"/><Relationship Id="rId95" Type="http://schemas.openxmlformats.org/officeDocument/2006/relationships/image" Target="../media/image1624.png"/><Relationship Id="rId160" Type="http://schemas.openxmlformats.org/officeDocument/2006/relationships/image" Target="../media/image1651.png"/><Relationship Id="rId216" Type="http://schemas.openxmlformats.org/officeDocument/2006/relationships/image" Target="../media/image1677.png"/><Relationship Id="rId258" Type="http://schemas.openxmlformats.org/officeDocument/2006/relationships/customXml" Target="../ink/ink1730.xml"/><Relationship Id="rId22" Type="http://schemas.openxmlformats.org/officeDocument/2006/relationships/customXml" Target="../ink/ink1611.xml"/><Relationship Id="rId64" Type="http://schemas.openxmlformats.org/officeDocument/2006/relationships/customXml" Target="../ink/ink1632.xml"/><Relationship Id="rId118" Type="http://schemas.openxmlformats.org/officeDocument/2006/relationships/customXml" Target="../ink/ink1659.xml"/><Relationship Id="rId325" Type="http://schemas.openxmlformats.org/officeDocument/2006/relationships/image" Target="../media/image1728.png"/><Relationship Id="rId171" Type="http://schemas.openxmlformats.org/officeDocument/2006/relationships/customXml" Target="../ink/ink1686.xml"/><Relationship Id="rId227" Type="http://schemas.openxmlformats.org/officeDocument/2006/relationships/customXml" Target="../ink/ink1714.xml"/><Relationship Id="rId269" Type="http://schemas.openxmlformats.org/officeDocument/2006/relationships/image" Target="../media/image1701.png"/><Relationship Id="rId33" Type="http://schemas.openxmlformats.org/officeDocument/2006/relationships/image" Target="../media/image1593.png"/><Relationship Id="rId129" Type="http://schemas.openxmlformats.org/officeDocument/2006/relationships/customXml" Target="../ink/ink1665.xml"/><Relationship Id="rId280" Type="http://schemas.openxmlformats.org/officeDocument/2006/relationships/customXml" Target="../ink/ink1741.xml"/><Relationship Id="rId75" Type="http://schemas.openxmlformats.org/officeDocument/2006/relationships/image" Target="../media/image1614.png"/><Relationship Id="rId140" Type="http://schemas.openxmlformats.org/officeDocument/2006/relationships/image" Target="../media/image1641.png"/><Relationship Id="rId182" Type="http://schemas.openxmlformats.org/officeDocument/2006/relationships/image" Target="../media/image1661.png"/><Relationship Id="rId6" Type="http://schemas.openxmlformats.org/officeDocument/2006/relationships/customXml" Target="../ink/ink1603.xml"/><Relationship Id="rId238" Type="http://schemas.openxmlformats.org/officeDocument/2006/relationships/image" Target="../media/image1687.png"/><Relationship Id="rId291" Type="http://schemas.openxmlformats.org/officeDocument/2006/relationships/image" Target="../media/image1712.png"/><Relationship Id="rId305" Type="http://schemas.openxmlformats.org/officeDocument/2006/relationships/image" Target="../media/image1718.png"/><Relationship Id="rId44" Type="http://schemas.openxmlformats.org/officeDocument/2006/relationships/customXml" Target="../ink/ink1622.xml"/><Relationship Id="rId86" Type="http://schemas.openxmlformats.org/officeDocument/2006/relationships/customXml" Target="../ink/ink1643.xml"/><Relationship Id="rId151" Type="http://schemas.openxmlformats.org/officeDocument/2006/relationships/customXml" Target="../ink/ink1676.xml"/><Relationship Id="rId193" Type="http://schemas.openxmlformats.org/officeDocument/2006/relationships/customXml" Target="../ink/ink1697.xml"/><Relationship Id="rId207" Type="http://schemas.openxmlformats.org/officeDocument/2006/relationships/customXml" Target="../ink/ink1704.xml"/><Relationship Id="rId249" Type="http://schemas.openxmlformats.org/officeDocument/2006/relationships/customXml" Target="../ink/ink1725.xml"/><Relationship Id="rId13" Type="http://schemas.openxmlformats.org/officeDocument/2006/relationships/image" Target="../media/image1583.png"/><Relationship Id="rId109" Type="http://schemas.openxmlformats.org/officeDocument/2006/relationships/image" Target="../media/image1630.png"/><Relationship Id="rId260" Type="http://schemas.openxmlformats.org/officeDocument/2006/relationships/customXml" Target="../ink/ink1731.xml"/><Relationship Id="rId316" Type="http://schemas.openxmlformats.org/officeDocument/2006/relationships/customXml" Target="../ink/ink1759.xml"/><Relationship Id="rId55" Type="http://schemas.openxmlformats.org/officeDocument/2006/relationships/image" Target="../media/image1604.png"/><Relationship Id="rId97" Type="http://schemas.openxmlformats.org/officeDocument/2006/relationships/image" Target="../media/image1625.png"/><Relationship Id="rId120" Type="http://schemas.openxmlformats.org/officeDocument/2006/relationships/customXml" Target="../ink/ink1660.xml"/><Relationship Id="rId162" Type="http://schemas.openxmlformats.org/officeDocument/2006/relationships/image" Target="../media/image1652.png"/><Relationship Id="rId218" Type="http://schemas.openxmlformats.org/officeDocument/2006/relationships/image" Target="../media/image1678.png"/><Relationship Id="rId271" Type="http://schemas.openxmlformats.org/officeDocument/2006/relationships/image" Target="../media/image1702.png"/></Relationships>
</file>

<file path=ppt/slides/_rels/slide10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786.png"/><Relationship Id="rId299" Type="http://schemas.openxmlformats.org/officeDocument/2006/relationships/customXml" Target="../ink/ink1917.xml"/><Relationship Id="rId21" Type="http://schemas.openxmlformats.org/officeDocument/2006/relationships/image" Target="../media/image1742.png"/><Relationship Id="rId63" Type="http://schemas.openxmlformats.org/officeDocument/2006/relationships/image" Target="../media/image1762.png"/><Relationship Id="rId159" Type="http://schemas.openxmlformats.org/officeDocument/2006/relationships/image" Target="../media/image1806.png"/><Relationship Id="rId324" Type="http://schemas.openxmlformats.org/officeDocument/2006/relationships/image" Target="../media/image1888.png"/><Relationship Id="rId366" Type="http://schemas.openxmlformats.org/officeDocument/2006/relationships/image" Target="../media/image1908.png"/><Relationship Id="rId170" Type="http://schemas.openxmlformats.org/officeDocument/2006/relationships/customXml" Target="../ink/ink1852.xml"/><Relationship Id="rId226" Type="http://schemas.openxmlformats.org/officeDocument/2006/relationships/customXml" Target="../ink/ink1880.xml"/><Relationship Id="rId433" Type="http://schemas.openxmlformats.org/officeDocument/2006/relationships/customXml" Target="../ink/ink1984.xml"/><Relationship Id="rId268" Type="http://schemas.openxmlformats.org/officeDocument/2006/relationships/customXml" Target="../ink/ink1901.xml"/><Relationship Id="rId475" Type="http://schemas.openxmlformats.org/officeDocument/2006/relationships/customXml" Target="../ink/ink2005.xml"/><Relationship Id="rId32" Type="http://schemas.openxmlformats.org/officeDocument/2006/relationships/customXml" Target="../ink/ink1783.xml"/><Relationship Id="rId74" Type="http://schemas.openxmlformats.org/officeDocument/2006/relationships/customXml" Target="../ink/ink1804.xml"/><Relationship Id="rId128" Type="http://schemas.openxmlformats.org/officeDocument/2006/relationships/customXml" Target="../ink/ink1831.xml"/><Relationship Id="rId335" Type="http://schemas.openxmlformats.org/officeDocument/2006/relationships/customXml" Target="../ink/ink1935.xml"/><Relationship Id="rId377" Type="http://schemas.openxmlformats.org/officeDocument/2006/relationships/customXml" Target="../ink/ink1956.xml"/><Relationship Id="rId500" Type="http://schemas.openxmlformats.org/officeDocument/2006/relationships/image" Target="../media/image1974.png"/><Relationship Id="rId5" Type="http://schemas.openxmlformats.org/officeDocument/2006/relationships/image" Target="../media/image1734.png"/><Relationship Id="rId181" Type="http://schemas.openxmlformats.org/officeDocument/2006/relationships/image" Target="../media/image1817.png"/><Relationship Id="rId237" Type="http://schemas.openxmlformats.org/officeDocument/2006/relationships/image" Target="../media/image1845.png"/><Relationship Id="rId402" Type="http://schemas.openxmlformats.org/officeDocument/2006/relationships/image" Target="../media/image1925.png"/><Relationship Id="rId279" Type="http://schemas.openxmlformats.org/officeDocument/2006/relationships/image" Target="../media/image1866.png"/><Relationship Id="rId444" Type="http://schemas.openxmlformats.org/officeDocument/2006/relationships/image" Target="../media/image1946.png"/><Relationship Id="rId486" Type="http://schemas.openxmlformats.org/officeDocument/2006/relationships/image" Target="../media/image1967.png"/><Relationship Id="rId43" Type="http://schemas.openxmlformats.org/officeDocument/2006/relationships/image" Target="../media/image1753.png"/><Relationship Id="rId139" Type="http://schemas.openxmlformats.org/officeDocument/2006/relationships/image" Target="../media/image1796.png"/><Relationship Id="rId290" Type="http://schemas.openxmlformats.org/officeDocument/2006/relationships/customXml" Target="../ink/ink1912.xml"/><Relationship Id="rId304" Type="http://schemas.openxmlformats.org/officeDocument/2006/relationships/image" Target="../media/image1878.png"/><Relationship Id="rId346" Type="http://schemas.openxmlformats.org/officeDocument/2006/relationships/image" Target="../media/image1898.png"/><Relationship Id="rId388" Type="http://schemas.openxmlformats.org/officeDocument/2006/relationships/image" Target="../media/image1918.png"/><Relationship Id="rId85" Type="http://schemas.openxmlformats.org/officeDocument/2006/relationships/image" Target="../media/image1771.png"/><Relationship Id="rId150" Type="http://schemas.openxmlformats.org/officeDocument/2006/relationships/customXml" Target="../ink/ink1842.xml"/><Relationship Id="rId192" Type="http://schemas.openxmlformats.org/officeDocument/2006/relationships/customXml" Target="../ink/ink1863.xml"/><Relationship Id="rId206" Type="http://schemas.openxmlformats.org/officeDocument/2006/relationships/customXml" Target="../ink/ink1870.xml"/><Relationship Id="rId413" Type="http://schemas.openxmlformats.org/officeDocument/2006/relationships/customXml" Target="../ink/ink1974.xml"/><Relationship Id="rId248" Type="http://schemas.openxmlformats.org/officeDocument/2006/relationships/customXml" Target="../ink/ink1891.xml"/><Relationship Id="rId455" Type="http://schemas.openxmlformats.org/officeDocument/2006/relationships/customXml" Target="../ink/ink1995.xml"/><Relationship Id="rId497" Type="http://schemas.openxmlformats.org/officeDocument/2006/relationships/customXml" Target="../ink/ink2016.xml"/><Relationship Id="rId12" Type="http://schemas.openxmlformats.org/officeDocument/2006/relationships/customXml" Target="../ink/ink1773.xml"/><Relationship Id="rId108" Type="http://schemas.openxmlformats.org/officeDocument/2006/relationships/customXml" Target="../ink/ink1821.xml"/><Relationship Id="rId315" Type="http://schemas.openxmlformats.org/officeDocument/2006/relationships/customXml" Target="../ink/ink1925.xml"/><Relationship Id="rId357" Type="http://schemas.openxmlformats.org/officeDocument/2006/relationships/customXml" Target="../ink/ink1946.xml"/><Relationship Id="rId54" Type="http://schemas.openxmlformats.org/officeDocument/2006/relationships/customXml" Target="../ink/ink1794.xml"/><Relationship Id="rId96" Type="http://schemas.openxmlformats.org/officeDocument/2006/relationships/customXml" Target="../ink/ink1815.xml"/><Relationship Id="rId161" Type="http://schemas.openxmlformats.org/officeDocument/2006/relationships/image" Target="../media/image1807.png"/><Relationship Id="rId217" Type="http://schemas.openxmlformats.org/officeDocument/2006/relationships/image" Target="../media/image1835.png"/><Relationship Id="rId399" Type="http://schemas.openxmlformats.org/officeDocument/2006/relationships/customXml" Target="../ink/ink1967.xml"/><Relationship Id="rId259" Type="http://schemas.openxmlformats.org/officeDocument/2006/relationships/image" Target="../media/image1856.png"/><Relationship Id="rId424" Type="http://schemas.openxmlformats.org/officeDocument/2006/relationships/image" Target="../media/image1936.png"/><Relationship Id="rId466" Type="http://schemas.openxmlformats.org/officeDocument/2006/relationships/image" Target="../media/image1957.png"/><Relationship Id="rId23" Type="http://schemas.openxmlformats.org/officeDocument/2006/relationships/image" Target="../media/image1743.png"/><Relationship Id="rId119" Type="http://schemas.openxmlformats.org/officeDocument/2006/relationships/image" Target="../media/image1787.png"/><Relationship Id="rId270" Type="http://schemas.openxmlformats.org/officeDocument/2006/relationships/customXml" Target="../ink/ink1902.xml"/><Relationship Id="rId326" Type="http://schemas.openxmlformats.org/officeDocument/2006/relationships/image" Target="../media/image1889.png"/><Relationship Id="rId65" Type="http://schemas.openxmlformats.org/officeDocument/2006/relationships/image" Target="../media/image1763.png"/><Relationship Id="rId130" Type="http://schemas.openxmlformats.org/officeDocument/2006/relationships/customXml" Target="../ink/ink1832.xml"/><Relationship Id="rId368" Type="http://schemas.openxmlformats.org/officeDocument/2006/relationships/image" Target="../media/image377.png"/><Relationship Id="rId172" Type="http://schemas.openxmlformats.org/officeDocument/2006/relationships/customXml" Target="../ink/ink1853.xml"/><Relationship Id="rId228" Type="http://schemas.openxmlformats.org/officeDocument/2006/relationships/customXml" Target="../ink/ink1881.xml"/><Relationship Id="rId435" Type="http://schemas.openxmlformats.org/officeDocument/2006/relationships/customXml" Target="../ink/ink1985.xml"/><Relationship Id="rId477" Type="http://schemas.openxmlformats.org/officeDocument/2006/relationships/customXml" Target="../ink/ink2006.xml"/><Relationship Id="rId281" Type="http://schemas.openxmlformats.org/officeDocument/2006/relationships/image" Target="../media/image1867.png"/><Relationship Id="rId337" Type="http://schemas.openxmlformats.org/officeDocument/2006/relationships/customXml" Target="../ink/ink1936.xml"/><Relationship Id="rId502" Type="http://schemas.openxmlformats.org/officeDocument/2006/relationships/image" Target="../media/image1975.png"/><Relationship Id="rId34" Type="http://schemas.openxmlformats.org/officeDocument/2006/relationships/customXml" Target="../ink/ink1784.xml"/><Relationship Id="rId76" Type="http://schemas.openxmlformats.org/officeDocument/2006/relationships/customXml" Target="../ink/ink1805.xml"/><Relationship Id="rId141" Type="http://schemas.openxmlformats.org/officeDocument/2006/relationships/image" Target="../media/image1797.png"/><Relationship Id="rId379" Type="http://schemas.openxmlformats.org/officeDocument/2006/relationships/customXml" Target="../ink/ink1957.xml"/><Relationship Id="rId7" Type="http://schemas.openxmlformats.org/officeDocument/2006/relationships/image" Target="../media/image1735.png"/><Relationship Id="rId183" Type="http://schemas.openxmlformats.org/officeDocument/2006/relationships/image" Target="../media/image1818.png"/><Relationship Id="rId239" Type="http://schemas.openxmlformats.org/officeDocument/2006/relationships/image" Target="../media/image1846.png"/><Relationship Id="rId390" Type="http://schemas.openxmlformats.org/officeDocument/2006/relationships/image" Target="../media/image1919.png"/><Relationship Id="rId404" Type="http://schemas.openxmlformats.org/officeDocument/2006/relationships/image" Target="../media/image1926.png"/><Relationship Id="rId446" Type="http://schemas.openxmlformats.org/officeDocument/2006/relationships/image" Target="../media/image1947.png"/><Relationship Id="rId250" Type="http://schemas.openxmlformats.org/officeDocument/2006/relationships/customXml" Target="../ink/ink1892.xml"/><Relationship Id="rId292" Type="http://schemas.openxmlformats.org/officeDocument/2006/relationships/image" Target="../media/image1872.png"/><Relationship Id="rId306" Type="http://schemas.openxmlformats.org/officeDocument/2006/relationships/image" Target="../media/image1879.png"/><Relationship Id="rId488" Type="http://schemas.openxmlformats.org/officeDocument/2006/relationships/image" Target="../media/image1968.png"/><Relationship Id="rId45" Type="http://schemas.openxmlformats.org/officeDocument/2006/relationships/image" Target="../media/image1754.png"/><Relationship Id="rId87" Type="http://schemas.openxmlformats.org/officeDocument/2006/relationships/image" Target="../media/image1772.png"/><Relationship Id="rId110" Type="http://schemas.openxmlformats.org/officeDocument/2006/relationships/customXml" Target="../ink/ink1822.xml"/><Relationship Id="rId348" Type="http://schemas.openxmlformats.org/officeDocument/2006/relationships/image" Target="../media/image1899.png"/><Relationship Id="rId152" Type="http://schemas.openxmlformats.org/officeDocument/2006/relationships/customXml" Target="../ink/ink1843.xml"/><Relationship Id="rId194" Type="http://schemas.openxmlformats.org/officeDocument/2006/relationships/customXml" Target="../ink/ink1864.xml"/><Relationship Id="rId208" Type="http://schemas.openxmlformats.org/officeDocument/2006/relationships/customXml" Target="../ink/ink1871.xml"/><Relationship Id="rId415" Type="http://schemas.openxmlformats.org/officeDocument/2006/relationships/customXml" Target="../ink/ink1975.xml"/><Relationship Id="rId457" Type="http://schemas.openxmlformats.org/officeDocument/2006/relationships/customXml" Target="../ink/ink1996.xml"/><Relationship Id="rId261" Type="http://schemas.openxmlformats.org/officeDocument/2006/relationships/image" Target="../media/image1857.png"/><Relationship Id="rId499" Type="http://schemas.openxmlformats.org/officeDocument/2006/relationships/customXml" Target="../ink/ink2017.xml"/><Relationship Id="rId14" Type="http://schemas.openxmlformats.org/officeDocument/2006/relationships/customXml" Target="../ink/ink1774.xml"/><Relationship Id="rId56" Type="http://schemas.openxmlformats.org/officeDocument/2006/relationships/customXml" Target="../ink/ink1795.xml"/><Relationship Id="rId317" Type="http://schemas.openxmlformats.org/officeDocument/2006/relationships/customXml" Target="../ink/ink1926.xml"/><Relationship Id="rId359" Type="http://schemas.openxmlformats.org/officeDocument/2006/relationships/customXml" Target="../ink/ink1947.xml"/><Relationship Id="rId98" Type="http://schemas.openxmlformats.org/officeDocument/2006/relationships/customXml" Target="../ink/ink1816.xml"/><Relationship Id="rId121" Type="http://schemas.openxmlformats.org/officeDocument/2006/relationships/image" Target="../media/image1788.png"/><Relationship Id="rId163" Type="http://schemas.openxmlformats.org/officeDocument/2006/relationships/image" Target="../media/image1808.png"/><Relationship Id="rId219" Type="http://schemas.openxmlformats.org/officeDocument/2006/relationships/image" Target="../media/image1836.png"/><Relationship Id="rId370" Type="http://schemas.openxmlformats.org/officeDocument/2006/relationships/image" Target="../media/image1909.png"/><Relationship Id="rId426" Type="http://schemas.openxmlformats.org/officeDocument/2006/relationships/image" Target="../media/image1937.png"/><Relationship Id="rId230" Type="http://schemas.openxmlformats.org/officeDocument/2006/relationships/customXml" Target="../ink/ink1882.xml"/><Relationship Id="rId468" Type="http://schemas.openxmlformats.org/officeDocument/2006/relationships/image" Target="../media/image1958.png"/><Relationship Id="rId25" Type="http://schemas.openxmlformats.org/officeDocument/2006/relationships/image" Target="../media/image1744.png"/><Relationship Id="rId67" Type="http://schemas.openxmlformats.org/officeDocument/2006/relationships/image" Target="../media/image317.png"/><Relationship Id="rId272" Type="http://schemas.openxmlformats.org/officeDocument/2006/relationships/customXml" Target="../ink/ink1903.xml"/><Relationship Id="rId328" Type="http://schemas.openxmlformats.org/officeDocument/2006/relationships/image" Target="../media/image1890.png"/><Relationship Id="rId132" Type="http://schemas.openxmlformats.org/officeDocument/2006/relationships/customXml" Target="../ink/ink1833.xml"/><Relationship Id="rId174" Type="http://schemas.openxmlformats.org/officeDocument/2006/relationships/customXml" Target="../ink/ink1854.xml"/><Relationship Id="rId381" Type="http://schemas.openxmlformats.org/officeDocument/2006/relationships/customXml" Target="../ink/ink1958.xml"/><Relationship Id="rId241" Type="http://schemas.openxmlformats.org/officeDocument/2006/relationships/image" Target="../media/image1847.png"/><Relationship Id="rId437" Type="http://schemas.openxmlformats.org/officeDocument/2006/relationships/customXml" Target="../ink/ink1986.xml"/><Relationship Id="rId479" Type="http://schemas.openxmlformats.org/officeDocument/2006/relationships/customXml" Target="../ink/ink2007.xml"/><Relationship Id="rId36" Type="http://schemas.openxmlformats.org/officeDocument/2006/relationships/customXml" Target="../ink/ink1785.xml"/><Relationship Id="rId283" Type="http://schemas.openxmlformats.org/officeDocument/2006/relationships/image" Target="../media/image1868.png"/><Relationship Id="rId339" Type="http://schemas.openxmlformats.org/officeDocument/2006/relationships/customXml" Target="../ink/ink1937.xml"/><Relationship Id="rId490" Type="http://schemas.openxmlformats.org/officeDocument/2006/relationships/image" Target="../media/image1969.png"/><Relationship Id="rId504" Type="http://schemas.openxmlformats.org/officeDocument/2006/relationships/image" Target="../media/image1976.png"/><Relationship Id="rId78" Type="http://schemas.openxmlformats.org/officeDocument/2006/relationships/customXml" Target="../ink/ink1806.xml"/><Relationship Id="rId101" Type="http://schemas.openxmlformats.org/officeDocument/2006/relationships/image" Target="../media/image1779.png"/><Relationship Id="rId143" Type="http://schemas.openxmlformats.org/officeDocument/2006/relationships/image" Target="../media/image1798.png"/><Relationship Id="rId185" Type="http://schemas.openxmlformats.org/officeDocument/2006/relationships/image" Target="../media/image1819.png"/><Relationship Id="rId350" Type="http://schemas.openxmlformats.org/officeDocument/2006/relationships/image" Target="../media/image1900.png"/><Relationship Id="rId406" Type="http://schemas.openxmlformats.org/officeDocument/2006/relationships/image" Target="../media/image1927.png"/><Relationship Id="rId9" Type="http://schemas.openxmlformats.org/officeDocument/2006/relationships/image" Target="../media/image1736.png"/><Relationship Id="rId210" Type="http://schemas.openxmlformats.org/officeDocument/2006/relationships/customXml" Target="../ink/ink1872.xml"/><Relationship Id="rId392" Type="http://schemas.openxmlformats.org/officeDocument/2006/relationships/image" Target="../media/image1920.png"/><Relationship Id="rId448" Type="http://schemas.openxmlformats.org/officeDocument/2006/relationships/image" Target="../media/image1948.png"/><Relationship Id="rId252" Type="http://schemas.openxmlformats.org/officeDocument/2006/relationships/customXml" Target="../ink/ink1893.xml"/><Relationship Id="rId294" Type="http://schemas.openxmlformats.org/officeDocument/2006/relationships/image" Target="../media/image1873.png"/><Relationship Id="rId308" Type="http://schemas.openxmlformats.org/officeDocument/2006/relationships/image" Target="../media/image1880.png"/><Relationship Id="rId47" Type="http://schemas.openxmlformats.org/officeDocument/2006/relationships/image" Target="../media/image1755.png"/><Relationship Id="rId89" Type="http://schemas.openxmlformats.org/officeDocument/2006/relationships/image" Target="../media/image1773.png"/><Relationship Id="rId112" Type="http://schemas.openxmlformats.org/officeDocument/2006/relationships/customXml" Target="../ink/ink1823.xml"/><Relationship Id="rId154" Type="http://schemas.openxmlformats.org/officeDocument/2006/relationships/customXml" Target="../ink/ink1844.xml"/><Relationship Id="rId361" Type="http://schemas.openxmlformats.org/officeDocument/2006/relationships/customXml" Target="../ink/ink1948.xml"/><Relationship Id="rId196" Type="http://schemas.openxmlformats.org/officeDocument/2006/relationships/customXml" Target="../ink/ink1865.xml"/><Relationship Id="rId417" Type="http://schemas.openxmlformats.org/officeDocument/2006/relationships/customXml" Target="../ink/ink1976.xml"/><Relationship Id="rId459" Type="http://schemas.openxmlformats.org/officeDocument/2006/relationships/customXml" Target="../ink/ink1997.xml"/><Relationship Id="rId16" Type="http://schemas.openxmlformats.org/officeDocument/2006/relationships/customXml" Target="../ink/ink1775.xml"/><Relationship Id="rId221" Type="http://schemas.openxmlformats.org/officeDocument/2006/relationships/image" Target="../media/image1837.png"/><Relationship Id="rId263" Type="http://schemas.openxmlformats.org/officeDocument/2006/relationships/image" Target="../media/image1858.png"/><Relationship Id="rId319" Type="http://schemas.openxmlformats.org/officeDocument/2006/relationships/customXml" Target="../ink/ink1927.xml"/><Relationship Id="rId470" Type="http://schemas.openxmlformats.org/officeDocument/2006/relationships/image" Target="../media/image1959.png"/><Relationship Id="rId58" Type="http://schemas.openxmlformats.org/officeDocument/2006/relationships/customXml" Target="../ink/ink1796.xml"/><Relationship Id="rId123" Type="http://schemas.openxmlformats.org/officeDocument/2006/relationships/image" Target="../media/image1789.png"/><Relationship Id="rId330" Type="http://schemas.openxmlformats.org/officeDocument/2006/relationships/image" Target="../media/image1891.png"/><Relationship Id="rId165" Type="http://schemas.openxmlformats.org/officeDocument/2006/relationships/image" Target="../media/image1809.png"/><Relationship Id="rId372" Type="http://schemas.openxmlformats.org/officeDocument/2006/relationships/image" Target="../media/image1910.png"/><Relationship Id="rId428" Type="http://schemas.openxmlformats.org/officeDocument/2006/relationships/image" Target="../media/image1938.png"/><Relationship Id="rId232" Type="http://schemas.openxmlformats.org/officeDocument/2006/relationships/customXml" Target="../ink/ink1883.xml"/><Relationship Id="rId274" Type="http://schemas.openxmlformats.org/officeDocument/2006/relationships/customXml" Target="../ink/ink1904.xml"/><Relationship Id="rId481" Type="http://schemas.openxmlformats.org/officeDocument/2006/relationships/customXml" Target="../ink/ink2008.xml"/><Relationship Id="rId27" Type="http://schemas.openxmlformats.org/officeDocument/2006/relationships/image" Target="../media/image1745.png"/><Relationship Id="rId69" Type="http://schemas.openxmlformats.org/officeDocument/2006/relationships/image" Target="../media/image1764.png"/><Relationship Id="rId134" Type="http://schemas.openxmlformats.org/officeDocument/2006/relationships/customXml" Target="../ink/ink1834.xml"/><Relationship Id="rId80" Type="http://schemas.openxmlformats.org/officeDocument/2006/relationships/customXml" Target="../ink/ink1807.xml"/><Relationship Id="rId176" Type="http://schemas.openxmlformats.org/officeDocument/2006/relationships/customXml" Target="../ink/ink1855.xml"/><Relationship Id="rId341" Type="http://schemas.openxmlformats.org/officeDocument/2006/relationships/customXml" Target="../ink/ink1938.xml"/><Relationship Id="rId383" Type="http://schemas.openxmlformats.org/officeDocument/2006/relationships/customXml" Target="../ink/ink1959.xml"/><Relationship Id="rId439" Type="http://schemas.openxmlformats.org/officeDocument/2006/relationships/customXml" Target="../ink/ink1987.xml"/><Relationship Id="rId201" Type="http://schemas.openxmlformats.org/officeDocument/2006/relationships/image" Target="../media/image1827.png"/><Relationship Id="rId243" Type="http://schemas.openxmlformats.org/officeDocument/2006/relationships/image" Target="../media/image1848.png"/><Relationship Id="rId285" Type="http://schemas.openxmlformats.org/officeDocument/2006/relationships/image" Target="../media/image1869.png"/><Relationship Id="rId450" Type="http://schemas.openxmlformats.org/officeDocument/2006/relationships/image" Target="../media/image1949.png"/><Relationship Id="rId506" Type="http://schemas.openxmlformats.org/officeDocument/2006/relationships/image" Target="../media/image1977.png"/><Relationship Id="rId38" Type="http://schemas.openxmlformats.org/officeDocument/2006/relationships/customXml" Target="../ink/ink1786.xml"/><Relationship Id="rId103" Type="http://schemas.openxmlformats.org/officeDocument/2006/relationships/image" Target="../media/image1780.png"/><Relationship Id="rId310" Type="http://schemas.openxmlformats.org/officeDocument/2006/relationships/image" Target="../media/image1881.png"/><Relationship Id="rId492" Type="http://schemas.openxmlformats.org/officeDocument/2006/relationships/image" Target="../media/image1970.png"/><Relationship Id="rId91" Type="http://schemas.openxmlformats.org/officeDocument/2006/relationships/image" Target="../media/image1774.png"/><Relationship Id="rId145" Type="http://schemas.openxmlformats.org/officeDocument/2006/relationships/image" Target="../media/image1799.png"/><Relationship Id="rId187" Type="http://schemas.openxmlformats.org/officeDocument/2006/relationships/image" Target="../media/image1820.png"/><Relationship Id="rId352" Type="http://schemas.openxmlformats.org/officeDocument/2006/relationships/image" Target="../media/image1901.png"/><Relationship Id="rId394" Type="http://schemas.openxmlformats.org/officeDocument/2006/relationships/image" Target="../media/image1921.png"/><Relationship Id="rId408" Type="http://schemas.openxmlformats.org/officeDocument/2006/relationships/image" Target="../media/image1928.png"/><Relationship Id="rId212" Type="http://schemas.openxmlformats.org/officeDocument/2006/relationships/customXml" Target="../ink/ink1873.xml"/><Relationship Id="rId254" Type="http://schemas.openxmlformats.org/officeDocument/2006/relationships/customXml" Target="../ink/ink1894.xml"/><Relationship Id="rId49" Type="http://schemas.openxmlformats.org/officeDocument/2006/relationships/image" Target="../media/image1756.png"/><Relationship Id="rId114" Type="http://schemas.openxmlformats.org/officeDocument/2006/relationships/customXml" Target="../ink/ink1824.xml"/><Relationship Id="rId296" Type="http://schemas.openxmlformats.org/officeDocument/2006/relationships/image" Target="../media/image1874.png"/><Relationship Id="rId461" Type="http://schemas.openxmlformats.org/officeDocument/2006/relationships/customXml" Target="../ink/ink1998.xml"/><Relationship Id="rId60" Type="http://schemas.openxmlformats.org/officeDocument/2006/relationships/customXml" Target="../ink/ink1797.xml"/><Relationship Id="rId156" Type="http://schemas.openxmlformats.org/officeDocument/2006/relationships/customXml" Target="../ink/ink1845.xml"/><Relationship Id="rId198" Type="http://schemas.openxmlformats.org/officeDocument/2006/relationships/customXml" Target="../ink/ink1866.xml"/><Relationship Id="rId321" Type="http://schemas.openxmlformats.org/officeDocument/2006/relationships/customXml" Target="../ink/ink1928.xml"/><Relationship Id="rId363" Type="http://schemas.openxmlformats.org/officeDocument/2006/relationships/customXml" Target="../ink/ink1949.xml"/><Relationship Id="rId419" Type="http://schemas.openxmlformats.org/officeDocument/2006/relationships/customXml" Target="../ink/ink1977.xml"/><Relationship Id="rId223" Type="http://schemas.openxmlformats.org/officeDocument/2006/relationships/image" Target="../media/image1838.png"/><Relationship Id="rId430" Type="http://schemas.openxmlformats.org/officeDocument/2006/relationships/image" Target="../media/image1939.png"/><Relationship Id="rId18" Type="http://schemas.openxmlformats.org/officeDocument/2006/relationships/customXml" Target="../ink/ink1776.xml"/><Relationship Id="rId265" Type="http://schemas.openxmlformats.org/officeDocument/2006/relationships/image" Target="../media/image1859.png"/><Relationship Id="rId472" Type="http://schemas.openxmlformats.org/officeDocument/2006/relationships/image" Target="../media/image1960.png"/><Relationship Id="rId125" Type="http://schemas.openxmlformats.org/officeDocument/2006/relationships/image" Target="../media/image1790.png"/><Relationship Id="rId167" Type="http://schemas.openxmlformats.org/officeDocument/2006/relationships/image" Target="../media/image1810.png"/><Relationship Id="rId332" Type="http://schemas.openxmlformats.org/officeDocument/2006/relationships/image" Target="../media/image1892.png"/><Relationship Id="rId374" Type="http://schemas.openxmlformats.org/officeDocument/2006/relationships/image" Target="../media/image1911.png"/><Relationship Id="rId71" Type="http://schemas.openxmlformats.org/officeDocument/2006/relationships/image" Target="../media/image1765.png"/><Relationship Id="rId234" Type="http://schemas.openxmlformats.org/officeDocument/2006/relationships/customXml" Target="../ink/ink1884.xml"/><Relationship Id="rId2" Type="http://schemas.openxmlformats.org/officeDocument/2006/relationships/customXml" Target="../ink/ink1768.xml"/><Relationship Id="rId29" Type="http://schemas.openxmlformats.org/officeDocument/2006/relationships/image" Target="../media/image1746.png"/><Relationship Id="rId276" Type="http://schemas.openxmlformats.org/officeDocument/2006/relationships/customXml" Target="../ink/ink1905.xml"/><Relationship Id="rId441" Type="http://schemas.openxmlformats.org/officeDocument/2006/relationships/customXml" Target="../ink/ink1988.xml"/><Relationship Id="rId483" Type="http://schemas.openxmlformats.org/officeDocument/2006/relationships/customXml" Target="../ink/ink2009.xml"/><Relationship Id="rId40" Type="http://schemas.openxmlformats.org/officeDocument/2006/relationships/customXml" Target="../ink/ink1787.xml"/><Relationship Id="rId136" Type="http://schemas.openxmlformats.org/officeDocument/2006/relationships/customXml" Target="../ink/ink1835.xml"/><Relationship Id="rId178" Type="http://schemas.openxmlformats.org/officeDocument/2006/relationships/customXml" Target="../ink/ink1856.xml"/><Relationship Id="rId301" Type="http://schemas.openxmlformats.org/officeDocument/2006/relationships/customXml" Target="../ink/ink1918.xml"/><Relationship Id="rId343" Type="http://schemas.openxmlformats.org/officeDocument/2006/relationships/customXml" Target="../ink/ink1939.xml"/><Relationship Id="rId82" Type="http://schemas.openxmlformats.org/officeDocument/2006/relationships/customXml" Target="../ink/ink1808.xml"/><Relationship Id="rId203" Type="http://schemas.openxmlformats.org/officeDocument/2006/relationships/image" Target="../media/image1828.png"/><Relationship Id="rId385" Type="http://schemas.openxmlformats.org/officeDocument/2006/relationships/customXml" Target="../ink/ink1960.xml"/><Relationship Id="rId245" Type="http://schemas.openxmlformats.org/officeDocument/2006/relationships/image" Target="../media/image1849.png"/><Relationship Id="rId287" Type="http://schemas.openxmlformats.org/officeDocument/2006/relationships/image" Target="../media/image1870.png"/><Relationship Id="rId410" Type="http://schemas.openxmlformats.org/officeDocument/2006/relationships/image" Target="../media/image1929.png"/><Relationship Id="rId452" Type="http://schemas.openxmlformats.org/officeDocument/2006/relationships/image" Target="../media/image1950.png"/><Relationship Id="rId494" Type="http://schemas.openxmlformats.org/officeDocument/2006/relationships/image" Target="../media/image1971.png"/><Relationship Id="rId508" Type="http://schemas.openxmlformats.org/officeDocument/2006/relationships/image" Target="../media/image1978.png"/><Relationship Id="rId105" Type="http://schemas.openxmlformats.org/officeDocument/2006/relationships/image" Target="../media/image1781.png"/><Relationship Id="rId147" Type="http://schemas.openxmlformats.org/officeDocument/2006/relationships/image" Target="../media/image1800.png"/><Relationship Id="rId312" Type="http://schemas.openxmlformats.org/officeDocument/2006/relationships/image" Target="../media/image1882.png"/><Relationship Id="rId354" Type="http://schemas.openxmlformats.org/officeDocument/2006/relationships/image" Target="../media/image1902.png"/><Relationship Id="rId51" Type="http://schemas.openxmlformats.org/officeDocument/2006/relationships/image" Target="../media/image1757.png"/><Relationship Id="rId93" Type="http://schemas.openxmlformats.org/officeDocument/2006/relationships/image" Target="../media/image1775.png"/><Relationship Id="rId189" Type="http://schemas.openxmlformats.org/officeDocument/2006/relationships/image" Target="../media/image1821.png"/><Relationship Id="rId396" Type="http://schemas.openxmlformats.org/officeDocument/2006/relationships/image" Target="../media/image1922.png"/><Relationship Id="rId214" Type="http://schemas.openxmlformats.org/officeDocument/2006/relationships/customXml" Target="../ink/ink1874.xml"/><Relationship Id="rId256" Type="http://schemas.openxmlformats.org/officeDocument/2006/relationships/customXml" Target="../ink/ink1895.xml"/><Relationship Id="rId298" Type="http://schemas.openxmlformats.org/officeDocument/2006/relationships/image" Target="../media/image1875.png"/><Relationship Id="rId421" Type="http://schemas.openxmlformats.org/officeDocument/2006/relationships/customXml" Target="../ink/ink1978.xml"/><Relationship Id="rId463" Type="http://schemas.openxmlformats.org/officeDocument/2006/relationships/customXml" Target="../ink/ink1999.xml"/><Relationship Id="rId116" Type="http://schemas.openxmlformats.org/officeDocument/2006/relationships/customXml" Target="../ink/ink1825.xml"/><Relationship Id="rId158" Type="http://schemas.openxmlformats.org/officeDocument/2006/relationships/customXml" Target="../ink/ink1846.xml"/><Relationship Id="rId323" Type="http://schemas.openxmlformats.org/officeDocument/2006/relationships/customXml" Target="../ink/ink1929.xml"/><Relationship Id="rId20" Type="http://schemas.openxmlformats.org/officeDocument/2006/relationships/customXml" Target="../ink/ink1777.xml"/><Relationship Id="rId62" Type="http://schemas.openxmlformats.org/officeDocument/2006/relationships/customXml" Target="../ink/ink1798.xml"/><Relationship Id="rId365" Type="http://schemas.openxmlformats.org/officeDocument/2006/relationships/customXml" Target="../ink/ink1950.xml"/><Relationship Id="rId225" Type="http://schemas.openxmlformats.org/officeDocument/2006/relationships/image" Target="../media/image1839.png"/><Relationship Id="rId267" Type="http://schemas.openxmlformats.org/officeDocument/2006/relationships/image" Target="../media/image1860.png"/><Relationship Id="rId432" Type="http://schemas.openxmlformats.org/officeDocument/2006/relationships/image" Target="../media/image1940.png"/><Relationship Id="rId474" Type="http://schemas.openxmlformats.org/officeDocument/2006/relationships/image" Target="../media/image1961.png"/><Relationship Id="rId127" Type="http://schemas.openxmlformats.org/officeDocument/2006/relationships/image" Target="../media/image1791.png"/><Relationship Id="rId31" Type="http://schemas.openxmlformats.org/officeDocument/2006/relationships/image" Target="../media/image1747.png"/><Relationship Id="rId73" Type="http://schemas.openxmlformats.org/officeDocument/2006/relationships/image" Target="../media/image1766.png"/><Relationship Id="rId169" Type="http://schemas.openxmlformats.org/officeDocument/2006/relationships/image" Target="../media/image1811.png"/><Relationship Id="rId334" Type="http://schemas.openxmlformats.org/officeDocument/2006/relationships/image" Target="../media/image1893.png"/><Relationship Id="rId376" Type="http://schemas.openxmlformats.org/officeDocument/2006/relationships/image" Target="../media/image1912.png"/><Relationship Id="rId4" Type="http://schemas.openxmlformats.org/officeDocument/2006/relationships/customXml" Target="../ink/ink1769.xml"/><Relationship Id="rId180" Type="http://schemas.openxmlformats.org/officeDocument/2006/relationships/customXml" Target="../ink/ink1857.xml"/><Relationship Id="rId236" Type="http://schemas.openxmlformats.org/officeDocument/2006/relationships/customXml" Target="../ink/ink1885.xml"/><Relationship Id="rId278" Type="http://schemas.openxmlformats.org/officeDocument/2006/relationships/customXml" Target="../ink/ink1906.xml"/><Relationship Id="rId401" Type="http://schemas.openxmlformats.org/officeDocument/2006/relationships/customXml" Target="../ink/ink1968.xml"/><Relationship Id="rId443" Type="http://schemas.openxmlformats.org/officeDocument/2006/relationships/customXml" Target="../ink/ink1989.xml"/><Relationship Id="rId303" Type="http://schemas.openxmlformats.org/officeDocument/2006/relationships/customXml" Target="../ink/ink1919.xml"/><Relationship Id="rId485" Type="http://schemas.openxmlformats.org/officeDocument/2006/relationships/customXml" Target="../ink/ink2010.xml"/><Relationship Id="rId42" Type="http://schemas.openxmlformats.org/officeDocument/2006/relationships/customXml" Target="../ink/ink1788.xml"/><Relationship Id="rId84" Type="http://schemas.openxmlformats.org/officeDocument/2006/relationships/customXml" Target="../ink/ink1809.xml"/><Relationship Id="rId138" Type="http://schemas.openxmlformats.org/officeDocument/2006/relationships/customXml" Target="../ink/ink1836.xml"/><Relationship Id="rId345" Type="http://schemas.openxmlformats.org/officeDocument/2006/relationships/customXml" Target="../ink/ink1940.xml"/><Relationship Id="rId387" Type="http://schemas.openxmlformats.org/officeDocument/2006/relationships/customXml" Target="../ink/ink1961.xml"/><Relationship Id="rId510" Type="http://schemas.openxmlformats.org/officeDocument/2006/relationships/image" Target="../media/image1979.png"/><Relationship Id="rId191" Type="http://schemas.openxmlformats.org/officeDocument/2006/relationships/image" Target="../media/image1822.png"/><Relationship Id="rId205" Type="http://schemas.openxmlformats.org/officeDocument/2006/relationships/image" Target="../media/image1829.png"/><Relationship Id="rId247" Type="http://schemas.openxmlformats.org/officeDocument/2006/relationships/image" Target="../media/image1850.png"/><Relationship Id="rId412" Type="http://schemas.openxmlformats.org/officeDocument/2006/relationships/image" Target="../media/image1930.png"/><Relationship Id="rId107" Type="http://schemas.openxmlformats.org/officeDocument/2006/relationships/image" Target="../media/image1692.png"/><Relationship Id="rId289" Type="http://schemas.openxmlformats.org/officeDocument/2006/relationships/image" Target="../media/image1871.png"/><Relationship Id="rId454" Type="http://schemas.openxmlformats.org/officeDocument/2006/relationships/image" Target="../media/image1951.png"/><Relationship Id="rId496" Type="http://schemas.openxmlformats.org/officeDocument/2006/relationships/image" Target="../media/image1972.png"/><Relationship Id="rId11" Type="http://schemas.openxmlformats.org/officeDocument/2006/relationships/image" Target="../media/image1737.png"/><Relationship Id="rId53" Type="http://schemas.openxmlformats.org/officeDocument/2006/relationships/image" Target="../media/image1144.png"/><Relationship Id="rId149" Type="http://schemas.openxmlformats.org/officeDocument/2006/relationships/image" Target="../media/image1801.png"/><Relationship Id="rId314" Type="http://schemas.openxmlformats.org/officeDocument/2006/relationships/image" Target="../media/image1883.png"/><Relationship Id="rId356" Type="http://schemas.openxmlformats.org/officeDocument/2006/relationships/image" Target="../media/image1903.png"/><Relationship Id="rId398" Type="http://schemas.openxmlformats.org/officeDocument/2006/relationships/image" Target="../media/image1923.png"/><Relationship Id="rId95" Type="http://schemas.openxmlformats.org/officeDocument/2006/relationships/image" Target="../media/image1776.png"/><Relationship Id="rId160" Type="http://schemas.openxmlformats.org/officeDocument/2006/relationships/customXml" Target="../ink/ink1847.xml"/><Relationship Id="rId216" Type="http://schemas.openxmlformats.org/officeDocument/2006/relationships/customXml" Target="../ink/ink1875.xml"/><Relationship Id="rId423" Type="http://schemas.openxmlformats.org/officeDocument/2006/relationships/customXml" Target="../ink/ink1979.xml"/><Relationship Id="rId258" Type="http://schemas.openxmlformats.org/officeDocument/2006/relationships/customXml" Target="../ink/ink1896.xml"/><Relationship Id="rId465" Type="http://schemas.openxmlformats.org/officeDocument/2006/relationships/customXml" Target="../ink/ink2000.xml"/><Relationship Id="rId22" Type="http://schemas.openxmlformats.org/officeDocument/2006/relationships/customXml" Target="../ink/ink1778.xml"/><Relationship Id="rId64" Type="http://schemas.openxmlformats.org/officeDocument/2006/relationships/customXml" Target="../ink/ink1799.xml"/><Relationship Id="rId118" Type="http://schemas.openxmlformats.org/officeDocument/2006/relationships/customXml" Target="../ink/ink1826.xml"/><Relationship Id="rId325" Type="http://schemas.openxmlformats.org/officeDocument/2006/relationships/customXml" Target="../ink/ink1930.xml"/><Relationship Id="rId367" Type="http://schemas.openxmlformats.org/officeDocument/2006/relationships/customXml" Target="../ink/ink1951.xml"/><Relationship Id="rId171" Type="http://schemas.openxmlformats.org/officeDocument/2006/relationships/image" Target="../media/image1812.png"/><Relationship Id="rId227" Type="http://schemas.openxmlformats.org/officeDocument/2006/relationships/image" Target="../media/image1840.png"/><Relationship Id="rId269" Type="http://schemas.openxmlformats.org/officeDocument/2006/relationships/image" Target="../media/image1861.png"/><Relationship Id="rId434" Type="http://schemas.openxmlformats.org/officeDocument/2006/relationships/image" Target="../media/image1941.png"/><Relationship Id="rId476" Type="http://schemas.openxmlformats.org/officeDocument/2006/relationships/image" Target="../media/image1962.png"/><Relationship Id="rId33" Type="http://schemas.openxmlformats.org/officeDocument/2006/relationships/image" Target="../media/image1748.png"/><Relationship Id="rId129" Type="http://schemas.openxmlformats.org/officeDocument/2006/relationships/image" Target="../media/image1792.png"/><Relationship Id="rId280" Type="http://schemas.openxmlformats.org/officeDocument/2006/relationships/customXml" Target="../ink/ink1907.xml"/><Relationship Id="rId336" Type="http://schemas.openxmlformats.org/officeDocument/2006/relationships/image" Target="../media/image1894.png"/><Relationship Id="rId501" Type="http://schemas.openxmlformats.org/officeDocument/2006/relationships/customXml" Target="../ink/ink2018.xml"/><Relationship Id="rId75" Type="http://schemas.openxmlformats.org/officeDocument/2006/relationships/image" Target="../media/image1767.png"/><Relationship Id="rId140" Type="http://schemas.openxmlformats.org/officeDocument/2006/relationships/customXml" Target="../ink/ink1837.xml"/><Relationship Id="rId182" Type="http://schemas.openxmlformats.org/officeDocument/2006/relationships/customXml" Target="../ink/ink1858.xml"/><Relationship Id="rId378" Type="http://schemas.openxmlformats.org/officeDocument/2006/relationships/image" Target="../media/image1913.png"/><Relationship Id="rId403" Type="http://schemas.openxmlformats.org/officeDocument/2006/relationships/customXml" Target="../ink/ink1969.xml"/><Relationship Id="rId6" Type="http://schemas.openxmlformats.org/officeDocument/2006/relationships/customXml" Target="../ink/ink1770.xml"/><Relationship Id="rId238" Type="http://schemas.openxmlformats.org/officeDocument/2006/relationships/customXml" Target="../ink/ink1886.xml"/><Relationship Id="rId445" Type="http://schemas.openxmlformats.org/officeDocument/2006/relationships/customXml" Target="../ink/ink1990.xml"/><Relationship Id="rId487" Type="http://schemas.openxmlformats.org/officeDocument/2006/relationships/customXml" Target="../ink/ink2011.xml"/><Relationship Id="rId291" Type="http://schemas.openxmlformats.org/officeDocument/2006/relationships/customXml" Target="../ink/ink1913.xml"/><Relationship Id="rId305" Type="http://schemas.openxmlformats.org/officeDocument/2006/relationships/customXml" Target="../ink/ink1920.xml"/><Relationship Id="rId347" Type="http://schemas.openxmlformats.org/officeDocument/2006/relationships/customXml" Target="../ink/ink1941.xml"/><Relationship Id="rId44" Type="http://schemas.openxmlformats.org/officeDocument/2006/relationships/customXml" Target="../ink/ink1789.xml"/><Relationship Id="rId86" Type="http://schemas.openxmlformats.org/officeDocument/2006/relationships/customXml" Target="../ink/ink1810.xml"/><Relationship Id="rId151" Type="http://schemas.openxmlformats.org/officeDocument/2006/relationships/image" Target="../media/image1802.png"/><Relationship Id="rId389" Type="http://schemas.openxmlformats.org/officeDocument/2006/relationships/customXml" Target="../ink/ink1962.xml"/><Relationship Id="rId193" Type="http://schemas.openxmlformats.org/officeDocument/2006/relationships/image" Target="../media/image1823.png"/><Relationship Id="rId207" Type="http://schemas.openxmlformats.org/officeDocument/2006/relationships/image" Target="../media/image1830.png"/><Relationship Id="rId249" Type="http://schemas.openxmlformats.org/officeDocument/2006/relationships/image" Target="../media/image1851.png"/><Relationship Id="rId414" Type="http://schemas.openxmlformats.org/officeDocument/2006/relationships/image" Target="../media/image1931.png"/><Relationship Id="rId456" Type="http://schemas.openxmlformats.org/officeDocument/2006/relationships/image" Target="../media/image1952.png"/><Relationship Id="rId498" Type="http://schemas.openxmlformats.org/officeDocument/2006/relationships/image" Target="../media/image1973.png"/><Relationship Id="rId13" Type="http://schemas.openxmlformats.org/officeDocument/2006/relationships/image" Target="../media/image1738.png"/><Relationship Id="rId109" Type="http://schemas.openxmlformats.org/officeDocument/2006/relationships/image" Target="../media/image1782.png"/><Relationship Id="rId260" Type="http://schemas.openxmlformats.org/officeDocument/2006/relationships/customXml" Target="../ink/ink1897.xml"/><Relationship Id="rId316" Type="http://schemas.openxmlformats.org/officeDocument/2006/relationships/image" Target="../media/image1884.png"/><Relationship Id="rId55" Type="http://schemas.openxmlformats.org/officeDocument/2006/relationships/image" Target="../media/image1758.png"/><Relationship Id="rId97" Type="http://schemas.openxmlformats.org/officeDocument/2006/relationships/image" Target="../media/image1777.png"/><Relationship Id="rId120" Type="http://schemas.openxmlformats.org/officeDocument/2006/relationships/customXml" Target="../ink/ink1827.xml"/><Relationship Id="rId358" Type="http://schemas.openxmlformats.org/officeDocument/2006/relationships/image" Target="../media/image1904.png"/><Relationship Id="rId162" Type="http://schemas.openxmlformats.org/officeDocument/2006/relationships/customXml" Target="../ink/ink1848.xml"/><Relationship Id="rId218" Type="http://schemas.openxmlformats.org/officeDocument/2006/relationships/customXml" Target="../ink/ink1876.xml"/><Relationship Id="rId425" Type="http://schemas.openxmlformats.org/officeDocument/2006/relationships/customXml" Target="../ink/ink1980.xml"/><Relationship Id="rId467" Type="http://schemas.openxmlformats.org/officeDocument/2006/relationships/customXml" Target="../ink/ink2001.xml"/><Relationship Id="rId271" Type="http://schemas.openxmlformats.org/officeDocument/2006/relationships/image" Target="../media/image1862.png"/><Relationship Id="rId24" Type="http://schemas.openxmlformats.org/officeDocument/2006/relationships/customXml" Target="../ink/ink1779.xml"/><Relationship Id="rId66" Type="http://schemas.openxmlformats.org/officeDocument/2006/relationships/customXml" Target="../ink/ink1800.xml"/><Relationship Id="rId131" Type="http://schemas.openxmlformats.org/officeDocument/2006/relationships/image" Target="../media/image1793.png"/><Relationship Id="rId327" Type="http://schemas.openxmlformats.org/officeDocument/2006/relationships/customXml" Target="../ink/ink1931.xml"/><Relationship Id="rId369" Type="http://schemas.openxmlformats.org/officeDocument/2006/relationships/customXml" Target="../ink/ink1952.xml"/><Relationship Id="rId173" Type="http://schemas.openxmlformats.org/officeDocument/2006/relationships/image" Target="../media/image1813.png"/><Relationship Id="rId229" Type="http://schemas.openxmlformats.org/officeDocument/2006/relationships/image" Target="../media/image1841.png"/><Relationship Id="rId380" Type="http://schemas.openxmlformats.org/officeDocument/2006/relationships/image" Target="../media/image1914.png"/><Relationship Id="rId436" Type="http://schemas.openxmlformats.org/officeDocument/2006/relationships/image" Target="../media/image1942.png"/><Relationship Id="rId240" Type="http://schemas.openxmlformats.org/officeDocument/2006/relationships/customXml" Target="../ink/ink1887.xml"/><Relationship Id="rId478" Type="http://schemas.openxmlformats.org/officeDocument/2006/relationships/image" Target="../media/image1963.png"/><Relationship Id="rId35" Type="http://schemas.openxmlformats.org/officeDocument/2006/relationships/image" Target="../media/image1749.png"/><Relationship Id="rId77" Type="http://schemas.openxmlformats.org/officeDocument/2006/relationships/image" Target="../media/image1768.png"/><Relationship Id="rId100" Type="http://schemas.openxmlformats.org/officeDocument/2006/relationships/customXml" Target="../ink/ink1817.xml"/><Relationship Id="rId282" Type="http://schemas.openxmlformats.org/officeDocument/2006/relationships/customXml" Target="../ink/ink1908.xml"/><Relationship Id="rId338" Type="http://schemas.openxmlformats.org/officeDocument/2006/relationships/image" Target="../media/image1895.png"/><Relationship Id="rId503" Type="http://schemas.openxmlformats.org/officeDocument/2006/relationships/customXml" Target="../ink/ink2019.xml"/><Relationship Id="rId8" Type="http://schemas.openxmlformats.org/officeDocument/2006/relationships/customXml" Target="../ink/ink1771.xml"/><Relationship Id="rId142" Type="http://schemas.openxmlformats.org/officeDocument/2006/relationships/customXml" Target="../ink/ink1838.xml"/><Relationship Id="rId184" Type="http://schemas.openxmlformats.org/officeDocument/2006/relationships/customXml" Target="../ink/ink1859.xml"/><Relationship Id="rId391" Type="http://schemas.openxmlformats.org/officeDocument/2006/relationships/customXml" Target="../ink/ink1963.xml"/><Relationship Id="rId405" Type="http://schemas.openxmlformats.org/officeDocument/2006/relationships/customXml" Target="../ink/ink1970.xml"/><Relationship Id="rId447" Type="http://schemas.openxmlformats.org/officeDocument/2006/relationships/customXml" Target="../ink/ink1991.xml"/><Relationship Id="rId251" Type="http://schemas.openxmlformats.org/officeDocument/2006/relationships/image" Target="../media/image1852.png"/><Relationship Id="rId489" Type="http://schemas.openxmlformats.org/officeDocument/2006/relationships/customXml" Target="../ink/ink2012.xml"/><Relationship Id="rId46" Type="http://schemas.openxmlformats.org/officeDocument/2006/relationships/customXml" Target="../ink/ink1790.xml"/><Relationship Id="rId293" Type="http://schemas.openxmlformats.org/officeDocument/2006/relationships/customXml" Target="../ink/ink1914.xml"/><Relationship Id="rId307" Type="http://schemas.openxmlformats.org/officeDocument/2006/relationships/customXml" Target="../ink/ink1921.xml"/><Relationship Id="rId349" Type="http://schemas.openxmlformats.org/officeDocument/2006/relationships/customXml" Target="../ink/ink1942.xml"/><Relationship Id="rId88" Type="http://schemas.openxmlformats.org/officeDocument/2006/relationships/customXml" Target="../ink/ink1811.xml"/><Relationship Id="rId111" Type="http://schemas.openxmlformats.org/officeDocument/2006/relationships/image" Target="../media/image1783.png"/><Relationship Id="rId153" Type="http://schemas.openxmlformats.org/officeDocument/2006/relationships/image" Target="../media/image1803.png"/><Relationship Id="rId195" Type="http://schemas.openxmlformats.org/officeDocument/2006/relationships/image" Target="../media/image1824.png"/><Relationship Id="rId209" Type="http://schemas.openxmlformats.org/officeDocument/2006/relationships/image" Target="../media/image1831.png"/><Relationship Id="rId360" Type="http://schemas.openxmlformats.org/officeDocument/2006/relationships/image" Target="../media/image1905.png"/><Relationship Id="rId416" Type="http://schemas.openxmlformats.org/officeDocument/2006/relationships/image" Target="../media/image1932.png"/><Relationship Id="rId220" Type="http://schemas.openxmlformats.org/officeDocument/2006/relationships/customXml" Target="../ink/ink1877.xml"/><Relationship Id="rId458" Type="http://schemas.openxmlformats.org/officeDocument/2006/relationships/image" Target="../media/image1953.png"/><Relationship Id="rId15" Type="http://schemas.openxmlformats.org/officeDocument/2006/relationships/image" Target="../media/image1739.png"/><Relationship Id="rId57" Type="http://schemas.openxmlformats.org/officeDocument/2006/relationships/image" Target="../media/image1759.png"/><Relationship Id="rId262" Type="http://schemas.openxmlformats.org/officeDocument/2006/relationships/customXml" Target="../ink/ink1898.xml"/><Relationship Id="rId318" Type="http://schemas.openxmlformats.org/officeDocument/2006/relationships/image" Target="../media/image1885.png"/><Relationship Id="rId99" Type="http://schemas.openxmlformats.org/officeDocument/2006/relationships/image" Target="../media/image1778.png"/><Relationship Id="rId122" Type="http://schemas.openxmlformats.org/officeDocument/2006/relationships/customXml" Target="../ink/ink1828.xml"/><Relationship Id="rId164" Type="http://schemas.openxmlformats.org/officeDocument/2006/relationships/customXml" Target="../ink/ink1849.xml"/><Relationship Id="rId371" Type="http://schemas.openxmlformats.org/officeDocument/2006/relationships/customXml" Target="../ink/ink1953.xml"/><Relationship Id="rId427" Type="http://schemas.openxmlformats.org/officeDocument/2006/relationships/customXml" Target="../ink/ink1981.xml"/><Relationship Id="rId469" Type="http://schemas.openxmlformats.org/officeDocument/2006/relationships/customXml" Target="../ink/ink2002.xml"/><Relationship Id="rId26" Type="http://schemas.openxmlformats.org/officeDocument/2006/relationships/customXml" Target="../ink/ink1780.xml"/><Relationship Id="rId231" Type="http://schemas.openxmlformats.org/officeDocument/2006/relationships/image" Target="../media/image1842.png"/><Relationship Id="rId273" Type="http://schemas.openxmlformats.org/officeDocument/2006/relationships/image" Target="../media/image1863.png"/><Relationship Id="rId329" Type="http://schemas.openxmlformats.org/officeDocument/2006/relationships/customXml" Target="../ink/ink1932.xml"/><Relationship Id="rId480" Type="http://schemas.openxmlformats.org/officeDocument/2006/relationships/image" Target="../media/image1964.png"/><Relationship Id="rId68" Type="http://schemas.openxmlformats.org/officeDocument/2006/relationships/customXml" Target="../ink/ink1801.xml"/><Relationship Id="rId133" Type="http://schemas.openxmlformats.org/officeDocument/2006/relationships/image" Target="../media/image1794.png"/><Relationship Id="rId175" Type="http://schemas.openxmlformats.org/officeDocument/2006/relationships/image" Target="../media/image1814.png"/><Relationship Id="rId340" Type="http://schemas.openxmlformats.org/officeDocument/2006/relationships/image" Target="../media/image1896.png"/><Relationship Id="rId200" Type="http://schemas.openxmlformats.org/officeDocument/2006/relationships/customXml" Target="../ink/ink1867.xml"/><Relationship Id="rId382" Type="http://schemas.openxmlformats.org/officeDocument/2006/relationships/image" Target="../media/image1915.png"/><Relationship Id="rId438" Type="http://schemas.openxmlformats.org/officeDocument/2006/relationships/image" Target="../media/image1943.png"/><Relationship Id="rId242" Type="http://schemas.openxmlformats.org/officeDocument/2006/relationships/customXml" Target="../ink/ink1888.xml"/><Relationship Id="rId284" Type="http://schemas.openxmlformats.org/officeDocument/2006/relationships/customXml" Target="../ink/ink1909.xml"/><Relationship Id="rId491" Type="http://schemas.openxmlformats.org/officeDocument/2006/relationships/customXml" Target="../ink/ink2013.xml"/><Relationship Id="rId505" Type="http://schemas.openxmlformats.org/officeDocument/2006/relationships/customXml" Target="../ink/ink2020.xml"/><Relationship Id="rId37" Type="http://schemas.openxmlformats.org/officeDocument/2006/relationships/image" Target="../media/image1750.png"/><Relationship Id="rId79" Type="http://schemas.openxmlformats.org/officeDocument/2006/relationships/image" Target="../media/image1769.png"/><Relationship Id="rId102" Type="http://schemas.openxmlformats.org/officeDocument/2006/relationships/customXml" Target="../ink/ink1818.xml"/><Relationship Id="rId144" Type="http://schemas.openxmlformats.org/officeDocument/2006/relationships/customXml" Target="../ink/ink1839.xml"/><Relationship Id="rId90" Type="http://schemas.openxmlformats.org/officeDocument/2006/relationships/customXml" Target="../ink/ink1812.xml"/><Relationship Id="rId186" Type="http://schemas.openxmlformats.org/officeDocument/2006/relationships/customXml" Target="../ink/ink1860.xml"/><Relationship Id="rId351" Type="http://schemas.openxmlformats.org/officeDocument/2006/relationships/customXml" Target="../ink/ink1943.xml"/><Relationship Id="rId393" Type="http://schemas.openxmlformats.org/officeDocument/2006/relationships/customXml" Target="../ink/ink1964.xml"/><Relationship Id="rId407" Type="http://schemas.openxmlformats.org/officeDocument/2006/relationships/customXml" Target="../ink/ink1971.xml"/><Relationship Id="rId449" Type="http://schemas.openxmlformats.org/officeDocument/2006/relationships/customXml" Target="../ink/ink1992.xml"/><Relationship Id="rId211" Type="http://schemas.openxmlformats.org/officeDocument/2006/relationships/image" Target="../media/image1832.png"/><Relationship Id="rId253" Type="http://schemas.openxmlformats.org/officeDocument/2006/relationships/image" Target="../media/image1853.png"/><Relationship Id="rId295" Type="http://schemas.openxmlformats.org/officeDocument/2006/relationships/customXml" Target="../ink/ink1915.xml"/><Relationship Id="rId309" Type="http://schemas.openxmlformats.org/officeDocument/2006/relationships/customXml" Target="../ink/ink1922.xml"/><Relationship Id="rId460" Type="http://schemas.openxmlformats.org/officeDocument/2006/relationships/image" Target="../media/image1954.png"/><Relationship Id="rId48" Type="http://schemas.openxmlformats.org/officeDocument/2006/relationships/customXml" Target="../ink/ink1791.xml"/><Relationship Id="rId113" Type="http://schemas.openxmlformats.org/officeDocument/2006/relationships/image" Target="../media/image1784.png"/><Relationship Id="rId320" Type="http://schemas.openxmlformats.org/officeDocument/2006/relationships/image" Target="../media/image1886.png"/><Relationship Id="rId155" Type="http://schemas.openxmlformats.org/officeDocument/2006/relationships/image" Target="../media/image1804.png"/><Relationship Id="rId197" Type="http://schemas.openxmlformats.org/officeDocument/2006/relationships/image" Target="../media/image1825.png"/><Relationship Id="rId362" Type="http://schemas.openxmlformats.org/officeDocument/2006/relationships/image" Target="../media/image1906.png"/><Relationship Id="rId418" Type="http://schemas.openxmlformats.org/officeDocument/2006/relationships/image" Target="../media/image1933.png"/><Relationship Id="rId222" Type="http://schemas.openxmlformats.org/officeDocument/2006/relationships/customXml" Target="../ink/ink1878.xml"/><Relationship Id="rId264" Type="http://schemas.openxmlformats.org/officeDocument/2006/relationships/customXml" Target="../ink/ink1899.xml"/><Relationship Id="rId471" Type="http://schemas.openxmlformats.org/officeDocument/2006/relationships/customXml" Target="../ink/ink2003.xml"/><Relationship Id="rId17" Type="http://schemas.openxmlformats.org/officeDocument/2006/relationships/image" Target="../media/image1740.png"/><Relationship Id="rId59" Type="http://schemas.openxmlformats.org/officeDocument/2006/relationships/image" Target="../media/image1760.png"/><Relationship Id="rId124" Type="http://schemas.openxmlformats.org/officeDocument/2006/relationships/customXml" Target="../ink/ink1829.xml"/><Relationship Id="rId70" Type="http://schemas.openxmlformats.org/officeDocument/2006/relationships/customXml" Target="../ink/ink1802.xml"/><Relationship Id="rId166" Type="http://schemas.openxmlformats.org/officeDocument/2006/relationships/customXml" Target="../ink/ink1850.xml"/><Relationship Id="rId331" Type="http://schemas.openxmlformats.org/officeDocument/2006/relationships/customXml" Target="../ink/ink1933.xml"/><Relationship Id="rId373" Type="http://schemas.openxmlformats.org/officeDocument/2006/relationships/customXml" Target="../ink/ink1954.xml"/><Relationship Id="rId429" Type="http://schemas.openxmlformats.org/officeDocument/2006/relationships/customXml" Target="../ink/ink1982.xml"/><Relationship Id="rId1" Type="http://schemas.openxmlformats.org/officeDocument/2006/relationships/slideLayout" Target="../slideLayouts/slideLayout7.xml"/><Relationship Id="rId233" Type="http://schemas.openxmlformats.org/officeDocument/2006/relationships/image" Target="../media/image1843.png"/><Relationship Id="rId440" Type="http://schemas.openxmlformats.org/officeDocument/2006/relationships/image" Target="../media/image1944.png"/><Relationship Id="rId28" Type="http://schemas.openxmlformats.org/officeDocument/2006/relationships/customXml" Target="../ink/ink1781.xml"/><Relationship Id="rId275" Type="http://schemas.openxmlformats.org/officeDocument/2006/relationships/image" Target="../media/image1864.png"/><Relationship Id="rId300" Type="http://schemas.openxmlformats.org/officeDocument/2006/relationships/image" Target="../media/image1876.png"/><Relationship Id="rId482" Type="http://schemas.openxmlformats.org/officeDocument/2006/relationships/image" Target="../media/image1965.png"/><Relationship Id="rId81" Type="http://schemas.openxmlformats.org/officeDocument/2006/relationships/image" Target="../media/image1770.png"/><Relationship Id="rId135" Type="http://schemas.openxmlformats.org/officeDocument/2006/relationships/image" Target="../media/image187.png"/><Relationship Id="rId177" Type="http://schemas.openxmlformats.org/officeDocument/2006/relationships/image" Target="../media/image1815.png"/><Relationship Id="rId342" Type="http://schemas.openxmlformats.org/officeDocument/2006/relationships/image" Target="../media/image1897.png"/><Relationship Id="rId384" Type="http://schemas.openxmlformats.org/officeDocument/2006/relationships/image" Target="../media/image1916.png"/><Relationship Id="rId202" Type="http://schemas.openxmlformats.org/officeDocument/2006/relationships/customXml" Target="../ink/ink1868.xml"/><Relationship Id="rId244" Type="http://schemas.openxmlformats.org/officeDocument/2006/relationships/customXml" Target="../ink/ink1889.xml"/><Relationship Id="rId39" Type="http://schemas.openxmlformats.org/officeDocument/2006/relationships/image" Target="../media/image1751.png"/><Relationship Id="rId286" Type="http://schemas.openxmlformats.org/officeDocument/2006/relationships/customXml" Target="../ink/ink1910.xml"/><Relationship Id="rId451" Type="http://schemas.openxmlformats.org/officeDocument/2006/relationships/customXml" Target="../ink/ink1993.xml"/><Relationship Id="rId493" Type="http://schemas.openxmlformats.org/officeDocument/2006/relationships/customXml" Target="../ink/ink2014.xml"/><Relationship Id="rId507" Type="http://schemas.openxmlformats.org/officeDocument/2006/relationships/customXml" Target="../ink/ink2021.xml"/><Relationship Id="rId50" Type="http://schemas.openxmlformats.org/officeDocument/2006/relationships/customXml" Target="../ink/ink1792.xml"/><Relationship Id="rId104" Type="http://schemas.openxmlformats.org/officeDocument/2006/relationships/customXml" Target="../ink/ink1819.xml"/><Relationship Id="rId146" Type="http://schemas.openxmlformats.org/officeDocument/2006/relationships/customXml" Target="../ink/ink1840.xml"/><Relationship Id="rId188" Type="http://schemas.openxmlformats.org/officeDocument/2006/relationships/customXml" Target="../ink/ink1861.xml"/><Relationship Id="rId311" Type="http://schemas.openxmlformats.org/officeDocument/2006/relationships/customXml" Target="../ink/ink1923.xml"/><Relationship Id="rId353" Type="http://schemas.openxmlformats.org/officeDocument/2006/relationships/customXml" Target="../ink/ink1944.xml"/><Relationship Id="rId395" Type="http://schemas.openxmlformats.org/officeDocument/2006/relationships/customXml" Target="../ink/ink1965.xml"/><Relationship Id="rId409" Type="http://schemas.openxmlformats.org/officeDocument/2006/relationships/customXml" Target="../ink/ink1972.xml"/><Relationship Id="rId92" Type="http://schemas.openxmlformats.org/officeDocument/2006/relationships/customXml" Target="../ink/ink1813.xml"/><Relationship Id="rId213" Type="http://schemas.openxmlformats.org/officeDocument/2006/relationships/image" Target="../media/image1833.png"/><Relationship Id="rId420" Type="http://schemas.openxmlformats.org/officeDocument/2006/relationships/image" Target="../media/image1934.png"/><Relationship Id="rId255" Type="http://schemas.openxmlformats.org/officeDocument/2006/relationships/image" Target="../media/image1854.png"/><Relationship Id="rId297" Type="http://schemas.openxmlformats.org/officeDocument/2006/relationships/customXml" Target="../ink/ink1916.xml"/><Relationship Id="rId462" Type="http://schemas.openxmlformats.org/officeDocument/2006/relationships/image" Target="../media/image1955.png"/><Relationship Id="rId115" Type="http://schemas.openxmlformats.org/officeDocument/2006/relationships/image" Target="../media/image1785.png"/><Relationship Id="rId157" Type="http://schemas.openxmlformats.org/officeDocument/2006/relationships/image" Target="../media/image1805.png"/><Relationship Id="rId322" Type="http://schemas.openxmlformats.org/officeDocument/2006/relationships/image" Target="../media/image1887.png"/><Relationship Id="rId364" Type="http://schemas.openxmlformats.org/officeDocument/2006/relationships/image" Target="../media/image1907.png"/><Relationship Id="rId61" Type="http://schemas.openxmlformats.org/officeDocument/2006/relationships/image" Target="../media/image1761.png"/><Relationship Id="rId199" Type="http://schemas.openxmlformats.org/officeDocument/2006/relationships/image" Target="../media/image1826.png"/><Relationship Id="rId19" Type="http://schemas.openxmlformats.org/officeDocument/2006/relationships/image" Target="../media/image1741.png"/><Relationship Id="rId224" Type="http://schemas.openxmlformats.org/officeDocument/2006/relationships/customXml" Target="../ink/ink1879.xml"/><Relationship Id="rId266" Type="http://schemas.openxmlformats.org/officeDocument/2006/relationships/customXml" Target="../ink/ink1900.xml"/><Relationship Id="rId431" Type="http://schemas.openxmlformats.org/officeDocument/2006/relationships/customXml" Target="../ink/ink1983.xml"/><Relationship Id="rId473" Type="http://schemas.openxmlformats.org/officeDocument/2006/relationships/customXml" Target="../ink/ink2004.xml"/><Relationship Id="rId30" Type="http://schemas.openxmlformats.org/officeDocument/2006/relationships/customXml" Target="../ink/ink1782.xml"/><Relationship Id="rId126" Type="http://schemas.openxmlformats.org/officeDocument/2006/relationships/customXml" Target="../ink/ink1830.xml"/><Relationship Id="rId168" Type="http://schemas.openxmlformats.org/officeDocument/2006/relationships/customXml" Target="../ink/ink1851.xml"/><Relationship Id="rId333" Type="http://schemas.openxmlformats.org/officeDocument/2006/relationships/customXml" Target="../ink/ink1934.xml"/><Relationship Id="rId72" Type="http://schemas.openxmlformats.org/officeDocument/2006/relationships/customXml" Target="../ink/ink1803.xml"/><Relationship Id="rId375" Type="http://schemas.openxmlformats.org/officeDocument/2006/relationships/customXml" Target="../ink/ink1955.xml"/><Relationship Id="rId3" Type="http://schemas.openxmlformats.org/officeDocument/2006/relationships/image" Target="../media/image1733.png"/><Relationship Id="rId235" Type="http://schemas.openxmlformats.org/officeDocument/2006/relationships/image" Target="../media/image1844.png"/><Relationship Id="rId277" Type="http://schemas.openxmlformats.org/officeDocument/2006/relationships/image" Target="../media/image1865.png"/><Relationship Id="rId400" Type="http://schemas.openxmlformats.org/officeDocument/2006/relationships/image" Target="../media/image1924.png"/><Relationship Id="rId442" Type="http://schemas.openxmlformats.org/officeDocument/2006/relationships/image" Target="../media/image1945.png"/><Relationship Id="rId484" Type="http://schemas.openxmlformats.org/officeDocument/2006/relationships/image" Target="../media/image1966.png"/><Relationship Id="rId137" Type="http://schemas.openxmlformats.org/officeDocument/2006/relationships/image" Target="../media/image1795.png"/><Relationship Id="rId302" Type="http://schemas.openxmlformats.org/officeDocument/2006/relationships/image" Target="../media/image1877.png"/><Relationship Id="rId344" Type="http://schemas.openxmlformats.org/officeDocument/2006/relationships/image" Target="../media/image281.png"/><Relationship Id="rId41" Type="http://schemas.openxmlformats.org/officeDocument/2006/relationships/image" Target="../media/image1752.png"/><Relationship Id="rId83" Type="http://schemas.openxmlformats.org/officeDocument/2006/relationships/image" Target="../media/image322.png"/><Relationship Id="rId179" Type="http://schemas.openxmlformats.org/officeDocument/2006/relationships/image" Target="../media/image1816.png"/><Relationship Id="rId386" Type="http://schemas.openxmlformats.org/officeDocument/2006/relationships/image" Target="../media/image1917.png"/><Relationship Id="rId190" Type="http://schemas.openxmlformats.org/officeDocument/2006/relationships/customXml" Target="../ink/ink1862.xml"/><Relationship Id="rId204" Type="http://schemas.openxmlformats.org/officeDocument/2006/relationships/customXml" Target="../ink/ink1869.xml"/><Relationship Id="rId246" Type="http://schemas.openxmlformats.org/officeDocument/2006/relationships/customXml" Target="../ink/ink1890.xml"/><Relationship Id="rId288" Type="http://schemas.openxmlformats.org/officeDocument/2006/relationships/customXml" Target="../ink/ink1911.xml"/><Relationship Id="rId411" Type="http://schemas.openxmlformats.org/officeDocument/2006/relationships/customXml" Target="../ink/ink1973.xml"/><Relationship Id="rId453" Type="http://schemas.openxmlformats.org/officeDocument/2006/relationships/customXml" Target="../ink/ink1994.xml"/><Relationship Id="rId509" Type="http://schemas.openxmlformats.org/officeDocument/2006/relationships/customXml" Target="../ink/ink2022.xml"/><Relationship Id="rId106" Type="http://schemas.openxmlformats.org/officeDocument/2006/relationships/customXml" Target="../ink/ink1820.xml"/><Relationship Id="rId313" Type="http://schemas.openxmlformats.org/officeDocument/2006/relationships/customXml" Target="../ink/ink1924.xml"/><Relationship Id="rId495" Type="http://schemas.openxmlformats.org/officeDocument/2006/relationships/customXml" Target="../ink/ink2015.xml"/><Relationship Id="rId10" Type="http://schemas.openxmlformats.org/officeDocument/2006/relationships/customXml" Target="../ink/ink1772.xml"/><Relationship Id="rId52" Type="http://schemas.openxmlformats.org/officeDocument/2006/relationships/customXml" Target="../ink/ink1793.xml"/><Relationship Id="rId94" Type="http://schemas.openxmlformats.org/officeDocument/2006/relationships/customXml" Target="../ink/ink1814.xml"/><Relationship Id="rId148" Type="http://schemas.openxmlformats.org/officeDocument/2006/relationships/customXml" Target="../ink/ink1841.xml"/><Relationship Id="rId355" Type="http://schemas.openxmlformats.org/officeDocument/2006/relationships/customXml" Target="../ink/ink1945.xml"/><Relationship Id="rId397" Type="http://schemas.openxmlformats.org/officeDocument/2006/relationships/customXml" Target="../ink/ink1966.xml"/><Relationship Id="rId215" Type="http://schemas.openxmlformats.org/officeDocument/2006/relationships/image" Target="../media/image1834.png"/><Relationship Id="rId257" Type="http://schemas.openxmlformats.org/officeDocument/2006/relationships/image" Target="../media/image1855.png"/><Relationship Id="rId422" Type="http://schemas.openxmlformats.org/officeDocument/2006/relationships/image" Target="../media/image1935.png"/><Relationship Id="rId464" Type="http://schemas.openxmlformats.org/officeDocument/2006/relationships/image" Target="../media/image1956.png"/></Relationships>
</file>

<file path=ppt/slides/_rels/slide11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2037.png"/><Relationship Id="rId21" Type="http://schemas.openxmlformats.org/officeDocument/2006/relationships/image" Target="../media/image1989.png"/><Relationship Id="rId42" Type="http://schemas.openxmlformats.org/officeDocument/2006/relationships/customXml" Target="../ink/ink2043.xml"/><Relationship Id="rId63" Type="http://schemas.openxmlformats.org/officeDocument/2006/relationships/image" Target="../media/image2010.png"/><Relationship Id="rId84" Type="http://schemas.openxmlformats.org/officeDocument/2006/relationships/customXml" Target="../ink/ink2064.xml"/><Relationship Id="rId138" Type="http://schemas.openxmlformats.org/officeDocument/2006/relationships/customXml" Target="../ink/ink2091.xml"/><Relationship Id="rId159" Type="http://schemas.openxmlformats.org/officeDocument/2006/relationships/image" Target="../media/image2058.png"/><Relationship Id="rId107" Type="http://schemas.openxmlformats.org/officeDocument/2006/relationships/image" Target="../media/image2032.png"/><Relationship Id="rId11" Type="http://schemas.openxmlformats.org/officeDocument/2006/relationships/image" Target="../media/image1984.png"/><Relationship Id="rId32" Type="http://schemas.openxmlformats.org/officeDocument/2006/relationships/customXml" Target="../ink/ink2038.xml"/><Relationship Id="rId53" Type="http://schemas.openxmlformats.org/officeDocument/2006/relationships/image" Target="../media/image2005.png"/><Relationship Id="rId74" Type="http://schemas.openxmlformats.org/officeDocument/2006/relationships/customXml" Target="../ink/ink2059.xml"/><Relationship Id="rId128" Type="http://schemas.openxmlformats.org/officeDocument/2006/relationships/customXml" Target="../ink/ink2086.xml"/><Relationship Id="rId149" Type="http://schemas.openxmlformats.org/officeDocument/2006/relationships/image" Target="../media/image2053.png"/><Relationship Id="rId5" Type="http://schemas.openxmlformats.org/officeDocument/2006/relationships/image" Target="../media/image1981.png"/><Relationship Id="rId95" Type="http://schemas.openxmlformats.org/officeDocument/2006/relationships/image" Target="../media/image2026.png"/><Relationship Id="rId160" Type="http://schemas.openxmlformats.org/officeDocument/2006/relationships/customXml" Target="../ink/ink2102.xml"/><Relationship Id="rId22" Type="http://schemas.openxmlformats.org/officeDocument/2006/relationships/customXml" Target="../ink/ink2033.xml"/><Relationship Id="rId43" Type="http://schemas.openxmlformats.org/officeDocument/2006/relationships/image" Target="../media/image2000.png"/><Relationship Id="rId64" Type="http://schemas.openxmlformats.org/officeDocument/2006/relationships/customXml" Target="../ink/ink2054.xml"/><Relationship Id="rId118" Type="http://schemas.openxmlformats.org/officeDocument/2006/relationships/customXml" Target="../ink/ink2081.xml"/><Relationship Id="rId139" Type="http://schemas.openxmlformats.org/officeDocument/2006/relationships/image" Target="../media/image2048.png"/><Relationship Id="rId85" Type="http://schemas.openxmlformats.org/officeDocument/2006/relationships/image" Target="../media/image2021.png"/><Relationship Id="rId150" Type="http://schemas.openxmlformats.org/officeDocument/2006/relationships/customXml" Target="../ink/ink2097.xml"/><Relationship Id="rId12" Type="http://schemas.openxmlformats.org/officeDocument/2006/relationships/customXml" Target="../ink/ink2028.xml"/><Relationship Id="rId17" Type="http://schemas.openxmlformats.org/officeDocument/2006/relationships/image" Target="../media/image1987.png"/><Relationship Id="rId33" Type="http://schemas.openxmlformats.org/officeDocument/2006/relationships/image" Target="../media/image1995.png"/><Relationship Id="rId38" Type="http://schemas.openxmlformats.org/officeDocument/2006/relationships/customXml" Target="../ink/ink2041.xml"/><Relationship Id="rId59" Type="http://schemas.openxmlformats.org/officeDocument/2006/relationships/image" Target="../media/image2008.png"/><Relationship Id="rId103" Type="http://schemas.openxmlformats.org/officeDocument/2006/relationships/image" Target="../media/image2030.png"/><Relationship Id="rId108" Type="http://schemas.openxmlformats.org/officeDocument/2006/relationships/customXml" Target="../ink/ink2076.xml"/><Relationship Id="rId124" Type="http://schemas.openxmlformats.org/officeDocument/2006/relationships/customXml" Target="../ink/ink2084.xml"/><Relationship Id="rId129" Type="http://schemas.openxmlformats.org/officeDocument/2006/relationships/image" Target="../media/image2043.png"/><Relationship Id="rId54" Type="http://schemas.openxmlformats.org/officeDocument/2006/relationships/customXml" Target="../ink/ink2049.xml"/><Relationship Id="rId70" Type="http://schemas.openxmlformats.org/officeDocument/2006/relationships/customXml" Target="../ink/ink2057.xml"/><Relationship Id="rId75" Type="http://schemas.openxmlformats.org/officeDocument/2006/relationships/image" Target="../media/image2016.png"/><Relationship Id="rId91" Type="http://schemas.openxmlformats.org/officeDocument/2006/relationships/image" Target="../media/image2024.png"/><Relationship Id="rId96" Type="http://schemas.openxmlformats.org/officeDocument/2006/relationships/customXml" Target="../ink/ink2070.xml"/><Relationship Id="rId140" Type="http://schemas.openxmlformats.org/officeDocument/2006/relationships/customXml" Target="../ink/ink2092.xml"/><Relationship Id="rId145" Type="http://schemas.openxmlformats.org/officeDocument/2006/relationships/image" Target="../media/image2051.png"/><Relationship Id="rId161" Type="http://schemas.openxmlformats.org/officeDocument/2006/relationships/image" Target="../media/image2059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025.xml"/><Relationship Id="rId23" Type="http://schemas.openxmlformats.org/officeDocument/2006/relationships/image" Target="../media/image1990.png"/><Relationship Id="rId28" Type="http://schemas.openxmlformats.org/officeDocument/2006/relationships/customXml" Target="../ink/ink2036.xml"/><Relationship Id="rId49" Type="http://schemas.openxmlformats.org/officeDocument/2006/relationships/image" Target="../media/image2003.png"/><Relationship Id="rId114" Type="http://schemas.openxmlformats.org/officeDocument/2006/relationships/customXml" Target="../ink/ink2079.xml"/><Relationship Id="rId119" Type="http://schemas.openxmlformats.org/officeDocument/2006/relationships/image" Target="../media/image2038.png"/><Relationship Id="rId44" Type="http://schemas.openxmlformats.org/officeDocument/2006/relationships/customXml" Target="../ink/ink2044.xml"/><Relationship Id="rId60" Type="http://schemas.openxmlformats.org/officeDocument/2006/relationships/customXml" Target="../ink/ink2052.xml"/><Relationship Id="rId65" Type="http://schemas.openxmlformats.org/officeDocument/2006/relationships/image" Target="../media/image2011.png"/><Relationship Id="rId81" Type="http://schemas.openxmlformats.org/officeDocument/2006/relationships/image" Target="../media/image2019.png"/><Relationship Id="rId86" Type="http://schemas.openxmlformats.org/officeDocument/2006/relationships/customXml" Target="../ink/ink2065.xml"/><Relationship Id="rId130" Type="http://schemas.openxmlformats.org/officeDocument/2006/relationships/customXml" Target="../ink/ink2087.xml"/><Relationship Id="rId135" Type="http://schemas.openxmlformats.org/officeDocument/2006/relationships/image" Target="../media/image2046.png"/><Relationship Id="rId151" Type="http://schemas.openxmlformats.org/officeDocument/2006/relationships/image" Target="../media/image2054.png"/><Relationship Id="rId156" Type="http://schemas.openxmlformats.org/officeDocument/2006/relationships/customXml" Target="../ink/ink2100.xml"/><Relationship Id="rId13" Type="http://schemas.openxmlformats.org/officeDocument/2006/relationships/image" Target="../media/image1985.png"/><Relationship Id="rId18" Type="http://schemas.openxmlformats.org/officeDocument/2006/relationships/customXml" Target="../ink/ink2031.xml"/><Relationship Id="rId39" Type="http://schemas.openxmlformats.org/officeDocument/2006/relationships/image" Target="../media/image1998.png"/><Relationship Id="rId109" Type="http://schemas.openxmlformats.org/officeDocument/2006/relationships/image" Target="../media/image2033.png"/><Relationship Id="rId34" Type="http://schemas.openxmlformats.org/officeDocument/2006/relationships/customXml" Target="../ink/ink2039.xml"/><Relationship Id="rId50" Type="http://schemas.openxmlformats.org/officeDocument/2006/relationships/customXml" Target="../ink/ink2047.xml"/><Relationship Id="rId55" Type="http://schemas.openxmlformats.org/officeDocument/2006/relationships/image" Target="../media/image2006.png"/><Relationship Id="rId76" Type="http://schemas.openxmlformats.org/officeDocument/2006/relationships/customXml" Target="../ink/ink2060.xml"/><Relationship Id="rId97" Type="http://schemas.openxmlformats.org/officeDocument/2006/relationships/image" Target="../media/image2027.png"/><Relationship Id="rId104" Type="http://schemas.openxmlformats.org/officeDocument/2006/relationships/customXml" Target="../ink/ink2074.xml"/><Relationship Id="rId120" Type="http://schemas.openxmlformats.org/officeDocument/2006/relationships/customXml" Target="../ink/ink2082.xml"/><Relationship Id="rId125" Type="http://schemas.openxmlformats.org/officeDocument/2006/relationships/image" Target="../media/image2041.png"/><Relationship Id="rId141" Type="http://schemas.openxmlformats.org/officeDocument/2006/relationships/image" Target="../media/image2049.png"/><Relationship Id="rId146" Type="http://schemas.openxmlformats.org/officeDocument/2006/relationships/customXml" Target="../ink/ink2095.xml"/><Relationship Id="rId7" Type="http://schemas.openxmlformats.org/officeDocument/2006/relationships/image" Target="../media/image1982.png"/><Relationship Id="rId71" Type="http://schemas.openxmlformats.org/officeDocument/2006/relationships/image" Target="../media/image2014.png"/><Relationship Id="rId92" Type="http://schemas.openxmlformats.org/officeDocument/2006/relationships/customXml" Target="../ink/ink2068.xml"/><Relationship Id="rId162" Type="http://schemas.openxmlformats.org/officeDocument/2006/relationships/customXml" Target="../ink/ink2103.xml"/><Relationship Id="rId2" Type="http://schemas.openxmlformats.org/officeDocument/2006/relationships/customXml" Target="../ink/ink2023.xml"/><Relationship Id="rId29" Type="http://schemas.openxmlformats.org/officeDocument/2006/relationships/image" Target="../media/image1993.png"/><Relationship Id="rId24" Type="http://schemas.openxmlformats.org/officeDocument/2006/relationships/customXml" Target="../ink/ink2034.xml"/><Relationship Id="rId40" Type="http://schemas.openxmlformats.org/officeDocument/2006/relationships/customXml" Target="../ink/ink2042.xml"/><Relationship Id="rId45" Type="http://schemas.openxmlformats.org/officeDocument/2006/relationships/image" Target="../media/image2001.png"/><Relationship Id="rId66" Type="http://schemas.openxmlformats.org/officeDocument/2006/relationships/customXml" Target="../ink/ink2055.xml"/><Relationship Id="rId87" Type="http://schemas.openxmlformats.org/officeDocument/2006/relationships/image" Target="../media/image2022.png"/><Relationship Id="rId110" Type="http://schemas.openxmlformats.org/officeDocument/2006/relationships/customXml" Target="../ink/ink2077.xml"/><Relationship Id="rId115" Type="http://schemas.openxmlformats.org/officeDocument/2006/relationships/image" Target="../media/image2036.png"/><Relationship Id="rId131" Type="http://schemas.openxmlformats.org/officeDocument/2006/relationships/image" Target="../media/image2044.png"/><Relationship Id="rId136" Type="http://schemas.openxmlformats.org/officeDocument/2006/relationships/customXml" Target="../ink/ink2090.xml"/><Relationship Id="rId157" Type="http://schemas.openxmlformats.org/officeDocument/2006/relationships/image" Target="../media/image2057.png"/><Relationship Id="rId61" Type="http://schemas.openxmlformats.org/officeDocument/2006/relationships/image" Target="../media/image2009.png"/><Relationship Id="rId82" Type="http://schemas.openxmlformats.org/officeDocument/2006/relationships/customXml" Target="../ink/ink2063.xml"/><Relationship Id="rId152" Type="http://schemas.openxmlformats.org/officeDocument/2006/relationships/customXml" Target="../ink/ink2098.xml"/><Relationship Id="rId19" Type="http://schemas.openxmlformats.org/officeDocument/2006/relationships/image" Target="../media/image1988.png"/><Relationship Id="rId14" Type="http://schemas.openxmlformats.org/officeDocument/2006/relationships/customXml" Target="../ink/ink2029.xml"/><Relationship Id="rId30" Type="http://schemas.openxmlformats.org/officeDocument/2006/relationships/customXml" Target="../ink/ink2037.xml"/><Relationship Id="rId35" Type="http://schemas.openxmlformats.org/officeDocument/2006/relationships/image" Target="../media/image1996.png"/><Relationship Id="rId56" Type="http://schemas.openxmlformats.org/officeDocument/2006/relationships/customXml" Target="../ink/ink2050.xml"/><Relationship Id="rId77" Type="http://schemas.openxmlformats.org/officeDocument/2006/relationships/image" Target="../media/image2017.png"/><Relationship Id="rId100" Type="http://schemas.openxmlformats.org/officeDocument/2006/relationships/customXml" Target="../ink/ink2072.xml"/><Relationship Id="rId105" Type="http://schemas.openxmlformats.org/officeDocument/2006/relationships/image" Target="../media/image2031.png"/><Relationship Id="rId126" Type="http://schemas.openxmlformats.org/officeDocument/2006/relationships/customXml" Target="../ink/ink2085.xml"/><Relationship Id="rId147" Type="http://schemas.openxmlformats.org/officeDocument/2006/relationships/image" Target="../media/image2052.png"/><Relationship Id="rId8" Type="http://schemas.openxmlformats.org/officeDocument/2006/relationships/customXml" Target="../ink/ink2026.xml"/><Relationship Id="rId51" Type="http://schemas.openxmlformats.org/officeDocument/2006/relationships/image" Target="../media/image2004.png"/><Relationship Id="rId72" Type="http://schemas.openxmlformats.org/officeDocument/2006/relationships/customXml" Target="../ink/ink2058.xml"/><Relationship Id="rId93" Type="http://schemas.openxmlformats.org/officeDocument/2006/relationships/image" Target="../media/image2025.png"/><Relationship Id="rId98" Type="http://schemas.openxmlformats.org/officeDocument/2006/relationships/customXml" Target="../ink/ink2071.xml"/><Relationship Id="rId121" Type="http://schemas.openxmlformats.org/officeDocument/2006/relationships/image" Target="../media/image2039.png"/><Relationship Id="rId142" Type="http://schemas.openxmlformats.org/officeDocument/2006/relationships/customXml" Target="../ink/ink2093.xml"/><Relationship Id="rId163" Type="http://schemas.openxmlformats.org/officeDocument/2006/relationships/image" Target="../media/image2060.png"/><Relationship Id="rId3" Type="http://schemas.openxmlformats.org/officeDocument/2006/relationships/image" Target="../media/image1980.png"/><Relationship Id="rId25" Type="http://schemas.openxmlformats.org/officeDocument/2006/relationships/image" Target="../media/image1991.png"/><Relationship Id="rId46" Type="http://schemas.openxmlformats.org/officeDocument/2006/relationships/customXml" Target="../ink/ink2045.xml"/><Relationship Id="rId67" Type="http://schemas.openxmlformats.org/officeDocument/2006/relationships/image" Target="../media/image2012.png"/><Relationship Id="rId116" Type="http://schemas.openxmlformats.org/officeDocument/2006/relationships/customXml" Target="../ink/ink2080.xml"/><Relationship Id="rId137" Type="http://schemas.openxmlformats.org/officeDocument/2006/relationships/image" Target="../media/image2047.png"/><Relationship Id="rId158" Type="http://schemas.openxmlformats.org/officeDocument/2006/relationships/customXml" Target="../ink/ink2101.xml"/><Relationship Id="rId20" Type="http://schemas.openxmlformats.org/officeDocument/2006/relationships/customXml" Target="../ink/ink2032.xml"/><Relationship Id="rId41" Type="http://schemas.openxmlformats.org/officeDocument/2006/relationships/image" Target="../media/image1999.png"/><Relationship Id="rId62" Type="http://schemas.openxmlformats.org/officeDocument/2006/relationships/customXml" Target="../ink/ink2053.xml"/><Relationship Id="rId83" Type="http://schemas.openxmlformats.org/officeDocument/2006/relationships/image" Target="../media/image2020.png"/><Relationship Id="rId88" Type="http://schemas.openxmlformats.org/officeDocument/2006/relationships/customXml" Target="../ink/ink2066.xml"/><Relationship Id="rId111" Type="http://schemas.openxmlformats.org/officeDocument/2006/relationships/image" Target="../media/image2034.png"/><Relationship Id="rId132" Type="http://schemas.openxmlformats.org/officeDocument/2006/relationships/customXml" Target="../ink/ink2088.xml"/><Relationship Id="rId153" Type="http://schemas.openxmlformats.org/officeDocument/2006/relationships/image" Target="../media/image2055.png"/><Relationship Id="rId15" Type="http://schemas.openxmlformats.org/officeDocument/2006/relationships/image" Target="../media/image1986.png"/><Relationship Id="rId36" Type="http://schemas.openxmlformats.org/officeDocument/2006/relationships/customXml" Target="../ink/ink2040.xml"/><Relationship Id="rId57" Type="http://schemas.openxmlformats.org/officeDocument/2006/relationships/image" Target="../media/image2007.png"/><Relationship Id="rId106" Type="http://schemas.openxmlformats.org/officeDocument/2006/relationships/customXml" Target="../ink/ink2075.xml"/><Relationship Id="rId127" Type="http://schemas.openxmlformats.org/officeDocument/2006/relationships/image" Target="../media/image2042.png"/><Relationship Id="rId10" Type="http://schemas.openxmlformats.org/officeDocument/2006/relationships/customXml" Target="../ink/ink2027.xml"/><Relationship Id="rId31" Type="http://schemas.openxmlformats.org/officeDocument/2006/relationships/image" Target="../media/image1994.png"/><Relationship Id="rId52" Type="http://schemas.openxmlformats.org/officeDocument/2006/relationships/customXml" Target="../ink/ink2048.xml"/><Relationship Id="rId73" Type="http://schemas.openxmlformats.org/officeDocument/2006/relationships/image" Target="../media/image2015.png"/><Relationship Id="rId78" Type="http://schemas.openxmlformats.org/officeDocument/2006/relationships/customXml" Target="../ink/ink2061.xml"/><Relationship Id="rId94" Type="http://schemas.openxmlformats.org/officeDocument/2006/relationships/customXml" Target="../ink/ink2069.xml"/><Relationship Id="rId99" Type="http://schemas.openxmlformats.org/officeDocument/2006/relationships/image" Target="../media/image2028.png"/><Relationship Id="rId101" Type="http://schemas.openxmlformats.org/officeDocument/2006/relationships/image" Target="../media/image2029.png"/><Relationship Id="rId122" Type="http://schemas.openxmlformats.org/officeDocument/2006/relationships/customXml" Target="../ink/ink2083.xml"/><Relationship Id="rId143" Type="http://schemas.openxmlformats.org/officeDocument/2006/relationships/image" Target="../media/image2050.png"/><Relationship Id="rId148" Type="http://schemas.openxmlformats.org/officeDocument/2006/relationships/customXml" Target="../ink/ink2096.xml"/><Relationship Id="rId164" Type="http://schemas.openxmlformats.org/officeDocument/2006/relationships/customXml" Target="../ink/ink2104.xml"/><Relationship Id="rId4" Type="http://schemas.openxmlformats.org/officeDocument/2006/relationships/customXml" Target="../ink/ink2024.xml"/><Relationship Id="rId9" Type="http://schemas.openxmlformats.org/officeDocument/2006/relationships/image" Target="../media/image1983.png"/><Relationship Id="rId26" Type="http://schemas.openxmlformats.org/officeDocument/2006/relationships/customXml" Target="../ink/ink2035.xml"/><Relationship Id="rId47" Type="http://schemas.openxmlformats.org/officeDocument/2006/relationships/image" Target="../media/image2002.png"/><Relationship Id="rId68" Type="http://schemas.openxmlformats.org/officeDocument/2006/relationships/customXml" Target="../ink/ink2056.xml"/><Relationship Id="rId89" Type="http://schemas.openxmlformats.org/officeDocument/2006/relationships/image" Target="../media/image2023.png"/><Relationship Id="rId112" Type="http://schemas.openxmlformats.org/officeDocument/2006/relationships/customXml" Target="../ink/ink2078.xml"/><Relationship Id="rId133" Type="http://schemas.openxmlformats.org/officeDocument/2006/relationships/image" Target="../media/image2045.png"/><Relationship Id="rId154" Type="http://schemas.openxmlformats.org/officeDocument/2006/relationships/customXml" Target="../ink/ink2099.xml"/><Relationship Id="rId16" Type="http://schemas.openxmlformats.org/officeDocument/2006/relationships/customXml" Target="../ink/ink2030.xml"/><Relationship Id="rId37" Type="http://schemas.openxmlformats.org/officeDocument/2006/relationships/image" Target="../media/image1997.png"/><Relationship Id="rId58" Type="http://schemas.openxmlformats.org/officeDocument/2006/relationships/customXml" Target="../ink/ink2051.xml"/><Relationship Id="rId79" Type="http://schemas.openxmlformats.org/officeDocument/2006/relationships/image" Target="../media/image2018.png"/><Relationship Id="rId102" Type="http://schemas.openxmlformats.org/officeDocument/2006/relationships/customXml" Target="../ink/ink2073.xml"/><Relationship Id="rId123" Type="http://schemas.openxmlformats.org/officeDocument/2006/relationships/image" Target="../media/image2040.png"/><Relationship Id="rId144" Type="http://schemas.openxmlformats.org/officeDocument/2006/relationships/customXml" Target="../ink/ink2094.xml"/><Relationship Id="rId90" Type="http://schemas.openxmlformats.org/officeDocument/2006/relationships/customXml" Target="../ink/ink2067.xml"/><Relationship Id="rId165" Type="http://schemas.openxmlformats.org/officeDocument/2006/relationships/image" Target="../media/image2061.png"/><Relationship Id="rId27" Type="http://schemas.openxmlformats.org/officeDocument/2006/relationships/image" Target="../media/image1992.png"/><Relationship Id="rId48" Type="http://schemas.openxmlformats.org/officeDocument/2006/relationships/customXml" Target="../ink/ink2046.xml"/><Relationship Id="rId69" Type="http://schemas.openxmlformats.org/officeDocument/2006/relationships/image" Target="../media/image2013.png"/><Relationship Id="rId113" Type="http://schemas.openxmlformats.org/officeDocument/2006/relationships/image" Target="../media/image2035.png"/><Relationship Id="rId134" Type="http://schemas.openxmlformats.org/officeDocument/2006/relationships/customXml" Target="../ink/ink2089.xml"/><Relationship Id="rId80" Type="http://schemas.openxmlformats.org/officeDocument/2006/relationships/customXml" Target="../ink/ink2062.xml"/><Relationship Id="rId155" Type="http://schemas.openxmlformats.org/officeDocument/2006/relationships/image" Target="../media/image2056.png"/></Relationships>
</file>

<file path=ppt/slides/_rels/slide12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2117.png"/><Relationship Id="rId21" Type="http://schemas.openxmlformats.org/officeDocument/2006/relationships/image" Target="../media/image2070.png"/><Relationship Id="rId42" Type="http://schemas.openxmlformats.org/officeDocument/2006/relationships/customXml" Target="../ink/ink2125.xml"/><Relationship Id="rId63" Type="http://schemas.openxmlformats.org/officeDocument/2006/relationships/image" Target="../media/image2091.png"/><Relationship Id="rId84" Type="http://schemas.openxmlformats.org/officeDocument/2006/relationships/customXml" Target="../ink/ink2146.xml"/><Relationship Id="rId138" Type="http://schemas.openxmlformats.org/officeDocument/2006/relationships/customXml" Target="../ink/ink2173.xml"/><Relationship Id="rId107" Type="http://schemas.openxmlformats.org/officeDocument/2006/relationships/image" Target="../media/image2112.png"/><Relationship Id="rId11" Type="http://schemas.openxmlformats.org/officeDocument/2006/relationships/image" Target="../media/image2065.png"/><Relationship Id="rId32" Type="http://schemas.openxmlformats.org/officeDocument/2006/relationships/customXml" Target="../ink/ink2120.xml"/><Relationship Id="rId53" Type="http://schemas.openxmlformats.org/officeDocument/2006/relationships/image" Target="../media/image2086.png"/><Relationship Id="rId74" Type="http://schemas.openxmlformats.org/officeDocument/2006/relationships/customXml" Target="../ink/ink2141.xml"/><Relationship Id="rId128" Type="http://schemas.openxmlformats.org/officeDocument/2006/relationships/customXml" Target="../ink/ink2168.xml"/><Relationship Id="rId149" Type="http://schemas.openxmlformats.org/officeDocument/2006/relationships/image" Target="../media/image2132.png"/><Relationship Id="rId5" Type="http://schemas.openxmlformats.org/officeDocument/2006/relationships/image" Target="../media/image1089.png"/><Relationship Id="rId95" Type="http://schemas.openxmlformats.org/officeDocument/2006/relationships/image" Target="../media/image2107.png"/><Relationship Id="rId22" Type="http://schemas.openxmlformats.org/officeDocument/2006/relationships/customXml" Target="../ink/ink2115.xml"/><Relationship Id="rId27" Type="http://schemas.openxmlformats.org/officeDocument/2006/relationships/image" Target="../media/image2073.png"/><Relationship Id="rId43" Type="http://schemas.openxmlformats.org/officeDocument/2006/relationships/image" Target="../media/image2081.png"/><Relationship Id="rId48" Type="http://schemas.openxmlformats.org/officeDocument/2006/relationships/customXml" Target="../ink/ink2128.xml"/><Relationship Id="rId64" Type="http://schemas.openxmlformats.org/officeDocument/2006/relationships/customXml" Target="../ink/ink2136.xml"/><Relationship Id="rId69" Type="http://schemas.openxmlformats.org/officeDocument/2006/relationships/image" Target="../media/image2094.png"/><Relationship Id="rId113" Type="http://schemas.openxmlformats.org/officeDocument/2006/relationships/image" Target="../media/image2115.png"/><Relationship Id="rId118" Type="http://schemas.openxmlformats.org/officeDocument/2006/relationships/customXml" Target="../ink/ink2163.xml"/><Relationship Id="rId134" Type="http://schemas.openxmlformats.org/officeDocument/2006/relationships/customXml" Target="../ink/ink2171.xml"/><Relationship Id="rId139" Type="http://schemas.openxmlformats.org/officeDocument/2006/relationships/image" Target="../media/image2127.png"/><Relationship Id="rId80" Type="http://schemas.openxmlformats.org/officeDocument/2006/relationships/customXml" Target="../ink/ink2144.xml"/><Relationship Id="rId85" Type="http://schemas.openxmlformats.org/officeDocument/2006/relationships/image" Target="../media/image2102.png"/><Relationship Id="rId150" Type="http://schemas.openxmlformats.org/officeDocument/2006/relationships/customXml" Target="../ink/ink2179.xml"/><Relationship Id="rId12" Type="http://schemas.openxmlformats.org/officeDocument/2006/relationships/customXml" Target="../ink/ink2110.xml"/><Relationship Id="rId17" Type="http://schemas.openxmlformats.org/officeDocument/2006/relationships/image" Target="../media/image2068.png"/><Relationship Id="rId33" Type="http://schemas.openxmlformats.org/officeDocument/2006/relationships/image" Target="../media/image2076.png"/><Relationship Id="rId38" Type="http://schemas.openxmlformats.org/officeDocument/2006/relationships/customXml" Target="../ink/ink2123.xml"/><Relationship Id="rId59" Type="http://schemas.openxmlformats.org/officeDocument/2006/relationships/image" Target="../media/image2089.png"/><Relationship Id="rId103" Type="http://schemas.openxmlformats.org/officeDocument/2006/relationships/image" Target="../media/image2110.png"/><Relationship Id="rId108" Type="http://schemas.openxmlformats.org/officeDocument/2006/relationships/customXml" Target="../ink/ink2158.xml"/><Relationship Id="rId124" Type="http://schemas.openxmlformats.org/officeDocument/2006/relationships/customXml" Target="../ink/ink2166.xml"/><Relationship Id="rId129" Type="http://schemas.openxmlformats.org/officeDocument/2006/relationships/image" Target="../media/image1173.png"/><Relationship Id="rId54" Type="http://schemas.openxmlformats.org/officeDocument/2006/relationships/customXml" Target="../ink/ink2131.xml"/><Relationship Id="rId70" Type="http://schemas.openxmlformats.org/officeDocument/2006/relationships/customXml" Target="../ink/ink2139.xml"/><Relationship Id="rId75" Type="http://schemas.openxmlformats.org/officeDocument/2006/relationships/image" Target="../media/image2097.png"/><Relationship Id="rId91" Type="http://schemas.openxmlformats.org/officeDocument/2006/relationships/image" Target="../media/image2105.png"/><Relationship Id="rId96" Type="http://schemas.openxmlformats.org/officeDocument/2006/relationships/customXml" Target="../ink/ink2152.xml"/><Relationship Id="rId140" Type="http://schemas.openxmlformats.org/officeDocument/2006/relationships/customXml" Target="../ink/ink2174.xml"/><Relationship Id="rId145" Type="http://schemas.openxmlformats.org/officeDocument/2006/relationships/image" Target="../media/image2130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107.xml"/><Relationship Id="rId23" Type="http://schemas.openxmlformats.org/officeDocument/2006/relationships/image" Target="../media/image2071.png"/><Relationship Id="rId28" Type="http://schemas.openxmlformats.org/officeDocument/2006/relationships/customXml" Target="../ink/ink2118.xml"/><Relationship Id="rId49" Type="http://schemas.openxmlformats.org/officeDocument/2006/relationships/image" Target="../media/image2084.png"/><Relationship Id="rId114" Type="http://schemas.openxmlformats.org/officeDocument/2006/relationships/customXml" Target="../ink/ink2161.xml"/><Relationship Id="rId119" Type="http://schemas.openxmlformats.org/officeDocument/2006/relationships/image" Target="../media/image2118.png"/><Relationship Id="rId44" Type="http://schemas.openxmlformats.org/officeDocument/2006/relationships/customXml" Target="../ink/ink2126.xml"/><Relationship Id="rId60" Type="http://schemas.openxmlformats.org/officeDocument/2006/relationships/customXml" Target="../ink/ink2134.xml"/><Relationship Id="rId65" Type="http://schemas.openxmlformats.org/officeDocument/2006/relationships/image" Target="../media/image2092.png"/><Relationship Id="rId81" Type="http://schemas.openxmlformats.org/officeDocument/2006/relationships/image" Target="../media/image2100.png"/><Relationship Id="rId86" Type="http://schemas.openxmlformats.org/officeDocument/2006/relationships/customXml" Target="../ink/ink2147.xml"/><Relationship Id="rId130" Type="http://schemas.openxmlformats.org/officeDocument/2006/relationships/customXml" Target="../ink/ink2169.xml"/><Relationship Id="rId135" Type="http://schemas.openxmlformats.org/officeDocument/2006/relationships/image" Target="../media/image2125.png"/><Relationship Id="rId151" Type="http://schemas.openxmlformats.org/officeDocument/2006/relationships/image" Target="../media/image2133.png"/><Relationship Id="rId13" Type="http://schemas.openxmlformats.org/officeDocument/2006/relationships/image" Target="../media/image2066.png"/><Relationship Id="rId18" Type="http://schemas.openxmlformats.org/officeDocument/2006/relationships/customXml" Target="../ink/ink2113.xml"/><Relationship Id="rId39" Type="http://schemas.openxmlformats.org/officeDocument/2006/relationships/image" Target="../media/image2079.png"/><Relationship Id="rId109" Type="http://schemas.openxmlformats.org/officeDocument/2006/relationships/image" Target="../media/image2113.png"/><Relationship Id="rId34" Type="http://schemas.openxmlformats.org/officeDocument/2006/relationships/customXml" Target="../ink/ink2121.xml"/><Relationship Id="rId50" Type="http://schemas.openxmlformats.org/officeDocument/2006/relationships/customXml" Target="../ink/ink2129.xml"/><Relationship Id="rId55" Type="http://schemas.openxmlformats.org/officeDocument/2006/relationships/image" Target="../media/image2087.png"/><Relationship Id="rId76" Type="http://schemas.openxmlformats.org/officeDocument/2006/relationships/customXml" Target="../ink/ink2142.xml"/><Relationship Id="rId97" Type="http://schemas.openxmlformats.org/officeDocument/2006/relationships/image" Target="../media/image2108.png"/><Relationship Id="rId104" Type="http://schemas.openxmlformats.org/officeDocument/2006/relationships/customXml" Target="../ink/ink2156.xml"/><Relationship Id="rId120" Type="http://schemas.openxmlformats.org/officeDocument/2006/relationships/customXml" Target="../ink/ink2164.xml"/><Relationship Id="rId125" Type="http://schemas.openxmlformats.org/officeDocument/2006/relationships/image" Target="../media/image2121.png"/><Relationship Id="rId141" Type="http://schemas.openxmlformats.org/officeDocument/2006/relationships/image" Target="../media/image2128.png"/><Relationship Id="rId146" Type="http://schemas.openxmlformats.org/officeDocument/2006/relationships/customXml" Target="../ink/ink2177.xml"/><Relationship Id="rId7" Type="http://schemas.openxmlformats.org/officeDocument/2006/relationships/image" Target="../media/image2063.png"/><Relationship Id="rId71" Type="http://schemas.openxmlformats.org/officeDocument/2006/relationships/image" Target="../media/image2095.png"/><Relationship Id="rId92" Type="http://schemas.openxmlformats.org/officeDocument/2006/relationships/customXml" Target="../ink/ink2150.xml"/><Relationship Id="rId2" Type="http://schemas.openxmlformats.org/officeDocument/2006/relationships/customXml" Target="../ink/ink2105.xml"/><Relationship Id="rId29" Type="http://schemas.openxmlformats.org/officeDocument/2006/relationships/image" Target="../media/image2074.png"/><Relationship Id="rId24" Type="http://schemas.openxmlformats.org/officeDocument/2006/relationships/customXml" Target="../ink/ink2116.xml"/><Relationship Id="rId40" Type="http://schemas.openxmlformats.org/officeDocument/2006/relationships/customXml" Target="../ink/ink2124.xml"/><Relationship Id="rId45" Type="http://schemas.openxmlformats.org/officeDocument/2006/relationships/image" Target="../media/image2082.png"/><Relationship Id="rId66" Type="http://schemas.openxmlformats.org/officeDocument/2006/relationships/customXml" Target="../ink/ink2137.xml"/><Relationship Id="rId87" Type="http://schemas.openxmlformats.org/officeDocument/2006/relationships/image" Target="../media/image2103.png"/><Relationship Id="rId110" Type="http://schemas.openxmlformats.org/officeDocument/2006/relationships/customXml" Target="../ink/ink2159.xml"/><Relationship Id="rId115" Type="http://schemas.openxmlformats.org/officeDocument/2006/relationships/image" Target="../media/image2116.png"/><Relationship Id="rId131" Type="http://schemas.openxmlformats.org/officeDocument/2006/relationships/image" Target="../media/image2123.png"/><Relationship Id="rId136" Type="http://schemas.openxmlformats.org/officeDocument/2006/relationships/customXml" Target="../ink/ink2172.xml"/><Relationship Id="rId61" Type="http://schemas.openxmlformats.org/officeDocument/2006/relationships/image" Target="../media/image2090.png"/><Relationship Id="rId82" Type="http://schemas.openxmlformats.org/officeDocument/2006/relationships/customXml" Target="../ink/ink2145.xml"/><Relationship Id="rId19" Type="http://schemas.openxmlformats.org/officeDocument/2006/relationships/image" Target="../media/image2069.png"/><Relationship Id="rId14" Type="http://schemas.openxmlformats.org/officeDocument/2006/relationships/customXml" Target="../ink/ink2111.xml"/><Relationship Id="rId30" Type="http://schemas.openxmlformats.org/officeDocument/2006/relationships/customXml" Target="../ink/ink2119.xml"/><Relationship Id="rId35" Type="http://schemas.openxmlformats.org/officeDocument/2006/relationships/image" Target="../media/image2077.png"/><Relationship Id="rId56" Type="http://schemas.openxmlformats.org/officeDocument/2006/relationships/customXml" Target="../ink/ink2132.xml"/><Relationship Id="rId77" Type="http://schemas.openxmlformats.org/officeDocument/2006/relationships/image" Target="../media/image2098.png"/><Relationship Id="rId100" Type="http://schemas.openxmlformats.org/officeDocument/2006/relationships/customXml" Target="../ink/ink2154.xml"/><Relationship Id="rId105" Type="http://schemas.openxmlformats.org/officeDocument/2006/relationships/image" Target="../media/image2111.png"/><Relationship Id="rId126" Type="http://schemas.openxmlformats.org/officeDocument/2006/relationships/customXml" Target="../ink/ink2167.xml"/><Relationship Id="rId147" Type="http://schemas.openxmlformats.org/officeDocument/2006/relationships/image" Target="../media/image2131.png"/><Relationship Id="rId8" Type="http://schemas.openxmlformats.org/officeDocument/2006/relationships/customXml" Target="../ink/ink2108.xml"/><Relationship Id="rId51" Type="http://schemas.openxmlformats.org/officeDocument/2006/relationships/image" Target="../media/image2085.png"/><Relationship Id="rId72" Type="http://schemas.openxmlformats.org/officeDocument/2006/relationships/customXml" Target="../ink/ink2140.xml"/><Relationship Id="rId93" Type="http://schemas.openxmlformats.org/officeDocument/2006/relationships/image" Target="../media/image2106.png"/><Relationship Id="rId98" Type="http://schemas.openxmlformats.org/officeDocument/2006/relationships/customXml" Target="../ink/ink2153.xml"/><Relationship Id="rId121" Type="http://schemas.openxmlformats.org/officeDocument/2006/relationships/image" Target="../media/image2119.png"/><Relationship Id="rId142" Type="http://schemas.openxmlformats.org/officeDocument/2006/relationships/customXml" Target="../ink/ink2175.xml"/><Relationship Id="rId3" Type="http://schemas.openxmlformats.org/officeDocument/2006/relationships/image" Target="../media/image2062.png"/><Relationship Id="rId25" Type="http://schemas.openxmlformats.org/officeDocument/2006/relationships/image" Target="../media/image2072.png"/><Relationship Id="rId46" Type="http://schemas.openxmlformats.org/officeDocument/2006/relationships/customXml" Target="../ink/ink2127.xml"/><Relationship Id="rId67" Type="http://schemas.openxmlformats.org/officeDocument/2006/relationships/image" Target="../media/image2093.png"/><Relationship Id="rId116" Type="http://schemas.openxmlformats.org/officeDocument/2006/relationships/customXml" Target="../ink/ink2162.xml"/><Relationship Id="rId137" Type="http://schemas.openxmlformats.org/officeDocument/2006/relationships/image" Target="../media/image2126.png"/><Relationship Id="rId20" Type="http://schemas.openxmlformats.org/officeDocument/2006/relationships/customXml" Target="../ink/ink2114.xml"/><Relationship Id="rId41" Type="http://schemas.openxmlformats.org/officeDocument/2006/relationships/image" Target="../media/image2080.png"/><Relationship Id="rId62" Type="http://schemas.openxmlformats.org/officeDocument/2006/relationships/customXml" Target="../ink/ink2135.xml"/><Relationship Id="rId83" Type="http://schemas.openxmlformats.org/officeDocument/2006/relationships/image" Target="../media/image2101.png"/><Relationship Id="rId88" Type="http://schemas.openxmlformats.org/officeDocument/2006/relationships/customXml" Target="../ink/ink2148.xml"/><Relationship Id="rId111" Type="http://schemas.openxmlformats.org/officeDocument/2006/relationships/image" Target="../media/image2114.png"/><Relationship Id="rId132" Type="http://schemas.openxmlformats.org/officeDocument/2006/relationships/customXml" Target="../ink/ink2170.xml"/><Relationship Id="rId15" Type="http://schemas.openxmlformats.org/officeDocument/2006/relationships/image" Target="../media/image2067.png"/><Relationship Id="rId36" Type="http://schemas.openxmlformats.org/officeDocument/2006/relationships/customXml" Target="../ink/ink2122.xml"/><Relationship Id="rId57" Type="http://schemas.openxmlformats.org/officeDocument/2006/relationships/image" Target="../media/image2088.png"/><Relationship Id="rId106" Type="http://schemas.openxmlformats.org/officeDocument/2006/relationships/customXml" Target="../ink/ink2157.xml"/><Relationship Id="rId127" Type="http://schemas.openxmlformats.org/officeDocument/2006/relationships/image" Target="../media/image2122.png"/><Relationship Id="rId10" Type="http://schemas.openxmlformats.org/officeDocument/2006/relationships/customXml" Target="../ink/ink2109.xml"/><Relationship Id="rId31" Type="http://schemas.openxmlformats.org/officeDocument/2006/relationships/image" Target="../media/image2075.png"/><Relationship Id="rId52" Type="http://schemas.openxmlformats.org/officeDocument/2006/relationships/customXml" Target="../ink/ink2130.xml"/><Relationship Id="rId73" Type="http://schemas.openxmlformats.org/officeDocument/2006/relationships/image" Target="../media/image2096.png"/><Relationship Id="rId78" Type="http://schemas.openxmlformats.org/officeDocument/2006/relationships/customXml" Target="../ink/ink2143.xml"/><Relationship Id="rId94" Type="http://schemas.openxmlformats.org/officeDocument/2006/relationships/customXml" Target="../ink/ink2151.xml"/><Relationship Id="rId99" Type="http://schemas.openxmlformats.org/officeDocument/2006/relationships/image" Target="../media/image2109.png"/><Relationship Id="rId101" Type="http://schemas.openxmlformats.org/officeDocument/2006/relationships/image" Target="../media/image281.png"/><Relationship Id="rId122" Type="http://schemas.openxmlformats.org/officeDocument/2006/relationships/customXml" Target="../ink/ink2165.xml"/><Relationship Id="rId143" Type="http://schemas.openxmlformats.org/officeDocument/2006/relationships/image" Target="../media/image2129.png"/><Relationship Id="rId148" Type="http://schemas.openxmlformats.org/officeDocument/2006/relationships/customXml" Target="../ink/ink2178.xml"/><Relationship Id="rId4" Type="http://schemas.openxmlformats.org/officeDocument/2006/relationships/customXml" Target="../ink/ink2106.xml"/><Relationship Id="rId9" Type="http://schemas.openxmlformats.org/officeDocument/2006/relationships/image" Target="../media/image2064.png"/><Relationship Id="rId26" Type="http://schemas.openxmlformats.org/officeDocument/2006/relationships/customXml" Target="../ink/ink2117.xml"/><Relationship Id="rId47" Type="http://schemas.openxmlformats.org/officeDocument/2006/relationships/image" Target="../media/image2083.png"/><Relationship Id="rId68" Type="http://schemas.openxmlformats.org/officeDocument/2006/relationships/customXml" Target="../ink/ink2138.xml"/><Relationship Id="rId89" Type="http://schemas.openxmlformats.org/officeDocument/2006/relationships/image" Target="../media/image2104.png"/><Relationship Id="rId112" Type="http://schemas.openxmlformats.org/officeDocument/2006/relationships/customXml" Target="../ink/ink2160.xml"/><Relationship Id="rId133" Type="http://schemas.openxmlformats.org/officeDocument/2006/relationships/image" Target="../media/image2124.png"/><Relationship Id="rId16" Type="http://schemas.openxmlformats.org/officeDocument/2006/relationships/customXml" Target="../ink/ink2112.xml"/><Relationship Id="rId37" Type="http://schemas.openxmlformats.org/officeDocument/2006/relationships/image" Target="../media/image2078.png"/><Relationship Id="rId58" Type="http://schemas.openxmlformats.org/officeDocument/2006/relationships/customXml" Target="../ink/ink2133.xml"/><Relationship Id="rId79" Type="http://schemas.openxmlformats.org/officeDocument/2006/relationships/image" Target="../media/image2099.png"/><Relationship Id="rId102" Type="http://schemas.openxmlformats.org/officeDocument/2006/relationships/customXml" Target="../ink/ink2155.xml"/><Relationship Id="rId123" Type="http://schemas.openxmlformats.org/officeDocument/2006/relationships/image" Target="../media/image2120.png"/><Relationship Id="rId144" Type="http://schemas.openxmlformats.org/officeDocument/2006/relationships/customXml" Target="../ink/ink2176.xml"/><Relationship Id="rId90" Type="http://schemas.openxmlformats.org/officeDocument/2006/relationships/customXml" Target="../ink/ink2149.xml"/></Relationships>
</file>

<file path=ppt/slides/_rels/slide13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2190.png"/><Relationship Id="rId21" Type="http://schemas.openxmlformats.org/officeDocument/2006/relationships/image" Target="../media/image2143.png"/><Relationship Id="rId63" Type="http://schemas.openxmlformats.org/officeDocument/2006/relationships/image" Target="../media/image2163.png"/><Relationship Id="rId159" Type="http://schemas.openxmlformats.org/officeDocument/2006/relationships/image" Target="../media/image2211.png"/><Relationship Id="rId170" Type="http://schemas.openxmlformats.org/officeDocument/2006/relationships/customXml" Target="../ink/ink2264.xml"/><Relationship Id="rId226" Type="http://schemas.openxmlformats.org/officeDocument/2006/relationships/customXml" Target="../ink/ink2292.xml"/><Relationship Id="rId268" Type="http://schemas.openxmlformats.org/officeDocument/2006/relationships/customXml" Target="../ink/ink2313.xml"/><Relationship Id="rId32" Type="http://schemas.openxmlformats.org/officeDocument/2006/relationships/customXml" Target="../ink/ink2195.xml"/><Relationship Id="rId74" Type="http://schemas.openxmlformats.org/officeDocument/2006/relationships/customXml" Target="../ink/ink2216.xml"/><Relationship Id="rId128" Type="http://schemas.openxmlformats.org/officeDocument/2006/relationships/customXml" Target="../ink/ink2243.xml"/><Relationship Id="rId5" Type="http://schemas.openxmlformats.org/officeDocument/2006/relationships/image" Target="../media/image2135.png"/><Relationship Id="rId181" Type="http://schemas.openxmlformats.org/officeDocument/2006/relationships/image" Target="../media/image2222.png"/><Relationship Id="rId237" Type="http://schemas.openxmlformats.org/officeDocument/2006/relationships/image" Target="../media/image2249.png"/><Relationship Id="rId279" Type="http://schemas.openxmlformats.org/officeDocument/2006/relationships/image" Target="../media/image2269.png"/><Relationship Id="rId22" Type="http://schemas.openxmlformats.org/officeDocument/2006/relationships/customXml" Target="../ink/ink2190.xml"/><Relationship Id="rId43" Type="http://schemas.openxmlformats.org/officeDocument/2006/relationships/image" Target="../media/image2154.png"/><Relationship Id="rId64" Type="http://schemas.openxmlformats.org/officeDocument/2006/relationships/customXml" Target="../ink/ink2211.xml"/><Relationship Id="rId118" Type="http://schemas.openxmlformats.org/officeDocument/2006/relationships/customXml" Target="../ink/ink2238.xml"/><Relationship Id="rId139" Type="http://schemas.openxmlformats.org/officeDocument/2006/relationships/image" Target="../media/image2201.png"/><Relationship Id="rId85" Type="http://schemas.openxmlformats.org/officeDocument/2006/relationships/image" Target="../media/image2174.png"/><Relationship Id="rId150" Type="http://schemas.openxmlformats.org/officeDocument/2006/relationships/customXml" Target="../ink/ink2254.xml"/><Relationship Id="rId171" Type="http://schemas.openxmlformats.org/officeDocument/2006/relationships/image" Target="../media/image2217.png"/><Relationship Id="rId192" Type="http://schemas.openxmlformats.org/officeDocument/2006/relationships/customXml" Target="../ink/ink2275.xml"/><Relationship Id="rId206" Type="http://schemas.openxmlformats.org/officeDocument/2006/relationships/customXml" Target="../ink/ink2282.xml"/><Relationship Id="rId227" Type="http://schemas.openxmlformats.org/officeDocument/2006/relationships/image" Target="../media/image2244.png"/><Relationship Id="rId248" Type="http://schemas.openxmlformats.org/officeDocument/2006/relationships/customXml" Target="../ink/ink2303.xml"/><Relationship Id="rId269" Type="http://schemas.openxmlformats.org/officeDocument/2006/relationships/image" Target="../media/image2264.png"/><Relationship Id="rId12" Type="http://schemas.openxmlformats.org/officeDocument/2006/relationships/customXml" Target="../ink/ink2185.xml"/><Relationship Id="rId33" Type="http://schemas.openxmlformats.org/officeDocument/2006/relationships/image" Target="../media/image2149.png"/><Relationship Id="rId108" Type="http://schemas.openxmlformats.org/officeDocument/2006/relationships/customXml" Target="../ink/ink2233.xml"/><Relationship Id="rId129" Type="http://schemas.openxmlformats.org/officeDocument/2006/relationships/image" Target="../media/image2196.png"/><Relationship Id="rId280" Type="http://schemas.openxmlformats.org/officeDocument/2006/relationships/customXml" Target="../ink/ink2319.xml"/><Relationship Id="rId54" Type="http://schemas.openxmlformats.org/officeDocument/2006/relationships/customXml" Target="../ink/ink2206.xml"/><Relationship Id="rId75" Type="http://schemas.openxmlformats.org/officeDocument/2006/relationships/image" Target="../media/image2169.png"/><Relationship Id="rId96" Type="http://schemas.openxmlformats.org/officeDocument/2006/relationships/customXml" Target="../ink/ink2227.xml"/><Relationship Id="rId140" Type="http://schemas.openxmlformats.org/officeDocument/2006/relationships/customXml" Target="../ink/ink2249.xml"/><Relationship Id="rId161" Type="http://schemas.openxmlformats.org/officeDocument/2006/relationships/image" Target="../media/image2212.png"/><Relationship Id="rId182" Type="http://schemas.openxmlformats.org/officeDocument/2006/relationships/customXml" Target="../ink/ink2270.xml"/><Relationship Id="rId217" Type="http://schemas.openxmlformats.org/officeDocument/2006/relationships/image" Target="../media/image2239.png"/><Relationship Id="rId6" Type="http://schemas.openxmlformats.org/officeDocument/2006/relationships/customXml" Target="../ink/ink2182.xml"/><Relationship Id="rId238" Type="http://schemas.openxmlformats.org/officeDocument/2006/relationships/customXml" Target="../ink/ink2298.xml"/><Relationship Id="rId259" Type="http://schemas.openxmlformats.org/officeDocument/2006/relationships/image" Target="../media/image2260.png"/><Relationship Id="rId23" Type="http://schemas.openxmlformats.org/officeDocument/2006/relationships/image" Target="../media/image2144.png"/><Relationship Id="rId119" Type="http://schemas.openxmlformats.org/officeDocument/2006/relationships/image" Target="../media/image2191.png"/><Relationship Id="rId270" Type="http://schemas.openxmlformats.org/officeDocument/2006/relationships/customXml" Target="../ink/ink2314.xml"/><Relationship Id="rId44" Type="http://schemas.openxmlformats.org/officeDocument/2006/relationships/customXml" Target="../ink/ink2201.xml"/><Relationship Id="rId65" Type="http://schemas.openxmlformats.org/officeDocument/2006/relationships/image" Target="../media/image2164.png"/><Relationship Id="rId86" Type="http://schemas.openxmlformats.org/officeDocument/2006/relationships/customXml" Target="../ink/ink2222.xml"/><Relationship Id="rId130" Type="http://schemas.openxmlformats.org/officeDocument/2006/relationships/customXml" Target="../ink/ink2244.xml"/><Relationship Id="rId151" Type="http://schemas.openxmlformats.org/officeDocument/2006/relationships/image" Target="../media/image2207.png"/><Relationship Id="rId172" Type="http://schemas.openxmlformats.org/officeDocument/2006/relationships/customXml" Target="../ink/ink2265.xml"/><Relationship Id="rId193" Type="http://schemas.openxmlformats.org/officeDocument/2006/relationships/image" Target="../media/image2228.png"/><Relationship Id="rId207" Type="http://schemas.openxmlformats.org/officeDocument/2006/relationships/image" Target="../media/image2234.png"/><Relationship Id="rId228" Type="http://schemas.openxmlformats.org/officeDocument/2006/relationships/customXml" Target="../ink/ink2293.xml"/><Relationship Id="rId249" Type="http://schemas.openxmlformats.org/officeDocument/2006/relationships/image" Target="../media/image2255.png"/><Relationship Id="rId13" Type="http://schemas.openxmlformats.org/officeDocument/2006/relationships/image" Target="../media/image2139.png"/><Relationship Id="rId109" Type="http://schemas.openxmlformats.org/officeDocument/2006/relationships/image" Target="../media/image2186.png"/><Relationship Id="rId260" Type="http://schemas.openxmlformats.org/officeDocument/2006/relationships/customXml" Target="../ink/ink2309.xml"/><Relationship Id="rId281" Type="http://schemas.openxmlformats.org/officeDocument/2006/relationships/image" Target="../media/image1255.png"/><Relationship Id="rId34" Type="http://schemas.openxmlformats.org/officeDocument/2006/relationships/customXml" Target="../ink/ink2196.xml"/><Relationship Id="rId55" Type="http://schemas.openxmlformats.org/officeDocument/2006/relationships/image" Target="../media/image2159.png"/><Relationship Id="rId76" Type="http://schemas.openxmlformats.org/officeDocument/2006/relationships/customXml" Target="../ink/ink2217.xml"/><Relationship Id="rId97" Type="http://schemas.openxmlformats.org/officeDocument/2006/relationships/image" Target="../media/image2180.png"/><Relationship Id="rId120" Type="http://schemas.openxmlformats.org/officeDocument/2006/relationships/customXml" Target="../ink/ink2239.xml"/><Relationship Id="rId141" Type="http://schemas.openxmlformats.org/officeDocument/2006/relationships/image" Target="../media/image2202.png"/><Relationship Id="rId7" Type="http://schemas.openxmlformats.org/officeDocument/2006/relationships/image" Target="../media/image2136.png"/><Relationship Id="rId162" Type="http://schemas.openxmlformats.org/officeDocument/2006/relationships/customXml" Target="../ink/ink2260.xml"/><Relationship Id="rId183" Type="http://schemas.openxmlformats.org/officeDocument/2006/relationships/image" Target="../media/image2223.png"/><Relationship Id="rId218" Type="http://schemas.openxmlformats.org/officeDocument/2006/relationships/customXml" Target="../ink/ink2288.xml"/><Relationship Id="rId239" Type="http://schemas.openxmlformats.org/officeDocument/2006/relationships/image" Target="../media/image2250.png"/><Relationship Id="rId250" Type="http://schemas.openxmlformats.org/officeDocument/2006/relationships/customXml" Target="../ink/ink2304.xml"/><Relationship Id="rId271" Type="http://schemas.openxmlformats.org/officeDocument/2006/relationships/image" Target="../media/image2265.png"/><Relationship Id="rId24" Type="http://schemas.openxmlformats.org/officeDocument/2006/relationships/customXml" Target="../ink/ink2191.xml"/><Relationship Id="rId45" Type="http://schemas.openxmlformats.org/officeDocument/2006/relationships/image" Target="../media/image2155.png"/><Relationship Id="rId66" Type="http://schemas.openxmlformats.org/officeDocument/2006/relationships/customXml" Target="../ink/ink2212.xml"/><Relationship Id="rId87" Type="http://schemas.openxmlformats.org/officeDocument/2006/relationships/image" Target="../media/image2175.png"/><Relationship Id="rId110" Type="http://schemas.openxmlformats.org/officeDocument/2006/relationships/customXml" Target="../ink/ink2234.xml"/><Relationship Id="rId131" Type="http://schemas.openxmlformats.org/officeDocument/2006/relationships/image" Target="../media/image2197.png"/><Relationship Id="rId152" Type="http://schemas.openxmlformats.org/officeDocument/2006/relationships/customXml" Target="../ink/ink2255.xml"/><Relationship Id="rId173" Type="http://schemas.openxmlformats.org/officeDocument/2006/relationships/image" Target="../media/image2218.png"/><Relationship Id="rId194" Type="http://schemas.openxmlformats.org/officeDocument/2006/relationships/customXml" Target="../ink/ink2276.xml"/><Relationship Id="rId208" Type="http://schemas.openxmlformats.org/officeDocument/2006/relationships/customXml" Target="../ink/ink2283.xml"/><Relationship Id="rId229" Type="http://schemas.openxmlformats.org/officeDocument/2006/relationships/image" Target="../media/image2245.png"/><Relationship Id="rId240" Type="http://schemas.openxmlformats.org/officeDocument/2006/relationships/customXml" Target="../ink/ink2299.xml"/><Relationship Id="rId261" Type="http://schemas.openxmlformats.org/officeDocument/2006/relationships/image" Target="../media/image322.png"/><Relationship Id="rId14" Type="http://schemas.openxmlformats.org/officeDocument/2006/relationships/customXml" Target="../ink/ink2186.xml"/><Relationship Id="rId35" Type="http://schemas.openxmlformats.org/officeDocument/2006/relationships/image" Target="../media/image2150.png"/><Relationship Id="rId56" Type="http://schemas.openxmlformats.org/officeDocument/2006/relationships/customXml" Target="../ink/ink2207.xml"/><Relationship Id="rId77" Type="http://schemas.openxmlformats.org/officeDocument/2006/relationships/image" Target="../media/image2170.png"/><Relationship Id="rId100" Type="http://schemas.openxmlformats.org/officeDocument/2006/relationships/customXml" Target="../ink/ink2229.xml"/><Relationship Id="rId282" Type="http://schemas.openxmlformats.org/officeDocument/2006/relationships/customXml" Target="../ink/ink2320.xml"/><Relationship Id="rId8" Type="http://schemas.openxmlformats.org/officeDocument/2006/relationships/customXml" Target="../ink/ink2183.xml"/><Relationship Id="rId98" Type="http://schemas.openxmlformats.org/officeDocument/2006/relationships/customXml" Target="../ink/ink2228.xml"/><Relationship Id="rId121" Type="http://schemas.openxmlformats.org/officeDocument/2006/relationships/image" Target="../media/image2192.png"/><Relationship Id="rId142" Type="http://schemas.openxmlformats.org/officeDocument/2006/relationships/customXml" Target="../ink/ink2250.xml"/><Relationship Id="rId163" Type="http://schemas.openxmlformats.org/officeDocument/2006/relationships/image" Target="../media/image2213.png"/><Relationship Id="rId184" Type="http://schemas.openxmlformats.org/officeDocument/2006/relationships/customXml" Target="../ink/ink2271.xml"/><Relationship Id="rId219" Type="http://schemas.openxmlformats.org/officeDocument/2006/relationships/image" Target="../media/image2240.png"/><Relationship Id="rId230" Type="http://schemas.openxmlformats.org/officeDocument/2006/relationships/customXml" Target="../ink/ink2294.xml"/><Relationship Id="rId251" Type="http://schemas.openxmlformats.org/officeDocument/2006/relationships/image" Target="../media/image2256.png"/><Relationship Id="rId25" Type="http://schemas.openxmlformats.org/officeDocument/2006/relationships/image" Target="../media/image2145.png"/><Relationship Id="rId46" Type="http://schemas.openxmlformats.org/officeDocument/2006/relationships/customXml" Target="../ink/ink2202.xml"/><Relationship Id="rId67" Type="http://schemas.openxmlformats.org/officeDocument/2006/relationships/image" Target="../media/image2165.png"/><Relationship Id="rId272" Type="http://schemas.openxmlformats.org/officeDocument/2006/relationships/customXml" Target="../ink/ink2315.xml"/><Relationship Id="rId88" Type="http://schemas.openxmlformats.org/officeDocument/2006/relationships/customXml" Target="../ink/ink2223.xml"/><Relationship Id="rId111" Type="http://schemas.openxmlformats.org/officeDocument/2006/relationships/image" Target="../media/image2187.png"/><Relationship Id="rId132" Type="http://schemas.openxmlformats.org/officeDocument/2006/relationships/customXml" Target="../ink/ink2245.xml"/><Relationship Id="rId153" Type="http://schemas.openxmlformats.org/officeDocument/2006/relationships/image" Target="../media/image2208.png"/><Relationship Id="rId174" Type="http://schemas.openxmlformats.org/officeDocument/2006/relationships/customXml" Target="../ink/ink2266.xml"/><Relationship Id="rId195" Type="http://schemas.openxmlformats.org/officeDocument/2006/relationships/image" Target="../media/image2229.png"/><Relationship Id="rId209" Type="http://schemas.openxmlformats.org/officeDocument/2006/relationships/image" Target="../media/image2235.png"/><Relationship Id="rId220" Type="http://schemas.openxmlformats.org/officeDocument/2006/relationships/customXml" Target="../ink/ink2289.xml"/><Relationship Id="rId241" Type="http://schemas.openxmlformats.org/officeDocument/2006/relationships/image" Target="../media/image2251.png"/><Relationship Id="rId15" Type="http://schemas.openxmlformats.org/officeDocument/2006/relationships/image" Target="../media/image2140.png"/><Relationship Id="rId36" Type="http://schemas.openxmlformats.org/officeDocument/2006/relationships/customXml" Target="../ink/ink2197.xml"/><Relationship Id="rId57" Type="http://schemas.openxmlformats.org/officeDocument/2006/relationships/image" Target="../media/image2160.png"/><Relationship Id="rId262" Type="http://schemas.openxmlformats.org/officeDocument/2006/relationships/customXml" Target="../ink/ink2310.xml"/><Relationship Id="rId78" Type="http://schemas.openxmlformats.org/officeDocument/2006/relationships/customXml" Target="../ink/ink2218.xml"/><Relationship Id="rId99" Type="http://schemas.openxmlformats.org/officeDocument/2006/relationships/image" Target="../media/image2181.png"/><Relationship Id="rId101" Type="http://schemas.openxmlformats.org/officeDocument/2006/relationships/image" Target="../media/image2182.png"/><Relationship Id="rId122" Type="http://schemas.openxmlformats.org/officeDocument/2006/relationships/customXml" Target="../ink/ink2240.xml"/><Relationship Id="rId143" Type="http://schemas.openxmlformats.org/officeDocument/2006/relationships/image" Target="../media/image2203.png"/><Relationship Id="rId164" Type="http://schemas.openxmlformats.org/officeDocument/2006/relationships/customXml" Target="../ink/ink2261.xml"/><Relationship Id="rId185" Type="http://schemas.openxmlformats.org/officeDocument/2006/relationships/image" Target="../media/image2224.png"/><Relationship Id="rId9" Type="http://schemas.openxmlformats.org/officeDocument/2006/relationships/image" Target="../media/image2137.png"/><Relationship Id="rId210" Type="http://schemas.openxmlformats.org/officeDocument/2006/relationships/customXml" Target="../ink/ink2284.xml"/><Relationship Id="rId26" Type="http://schemas.openxmlformats.org/officeDocument/2006/relationships/customXml" Target="../ink/ink2192.xml"/><Relationship Id="rId231" Type="http://schemas.openxmlformats.org/officeDocument/2006/relationships/image" Target="../media/image2246.png"/><Relationship Id="rId252" Type="http://schemas.openxmlformats.org/officeDocument/2006/relationships/customXml" Target="../ink/ink2305.xml"/><Relationship Id="rId273" Type="http://schemas.openxmlformats.org/officeDocument/2006/relationships/image" Target="../media/image2266.png"/><Relationship Id="rId47" Type="http://schemas.openxmlformats.org/officeDocument/2006/relationships/image" Target="../media/image1813.png"/><Relationship Id="rId68" Type="http://schemas.openxmlformats.org/officeDocument/2006/relationships/customXml" Target="../ink/ink2213.xml"/><Relationship Id="rId89" Type="http://schemas.openxmlformats.org/officeDocument/2006/relationships/image" Target="../media/image2176.png"/><Relationship Id="rId112" Type="http://schemas.openxmlformats.org/officeDocument/2006/relationships/customXml" Target="../ink/ink2235.xml"/><Relationship Id="rId133" Type="http://schemas.openxmlformats.org/officeDocument/2006/relationships/image" Target="../media/image2198.png"/><Relationship Id="rId154" Type="http://schemas.openxmlformats.org/officeDocument/2006/relationships/customXml" Target="../ink/ink2256.xml"/><Relationship Id="rId175" Type="http://schemas.openxmlformats.org/officeDocument/2006/relationships/image" Target="../media/image2219.png"/><Relationship Id="rId196" Type="http://schemas.openxmlformats.org/officeDocument/2006/relationships/customXml" Target="../ink/ink2277.xml"/><Relationship Id="rId200" Type="http://schemas.openxmlformats.org/officeDocument/2006/relationships/customXml" Target="../ink/ink2279.xml"/><Relationship Id="rId16" Type="http://schemas.openxmlformats.org/officeDocument/2006/relationships/customXml" Target="../ink/ink2187.xml"/><Relationship Id="rId221" Type="http://schemas.openxmlformats.org/officeDocument/2006/relationships/image" Target="../media/image2241.png"/><Relationship Id="rId242" Type="http://schemas.openxmlformats.org/officeDocument/2006/relationships/customXml" Target="../ink/ink2300.xml"/><Relationship Id="rId263" Type="http://schemas.openxmlformats.org/officeDocument/2006/relationships/image" Target="../media/image2261.png"/><Relationship Id="rId37" Type="http://schemas.openxmlformats.org/officeDocument/2006/relationships/image" Target="../media/image2151.png"/><Relationship Id="rId58" Type="http://schemas.openxmlformats.org/officeDocument/2006/relationships/customXml" Target="../ink/ink2208.xml"/><Relationship Id="rId79" Type="http://schemas.openxmlformats.org/officeDocument/2006/relationships/image" Target="../media/image2171.png"/><Relationship Id="rId102" Type="http://schemas.openxmlformats.org/officeDocument/2006/relationships/customXml" Target="../ink/ink2230.xml"/><Relationship Id="rId123" Type="http://schemas.openxmlformats.org/officeDocument/2006/relationships/image" Target="../media/image2193.png"/><Relationship Id="rId144" Type="http://schemas.openxmlformats.org/officeDocument/2006/relationships/customXml" Target="../ink/ink2251.xml"/><Relationship Id="rId90" Type="http://schemas.openxmlformats.org/officeDocument/2006/relationships/customXml" Target="../ink/ink2224.xml"/><Relationship Id="rId165" Type="http://schemas.openxmlformats.org/officeDocument/2006/relationships/image" Target="../media/image2214.png"/><Relationship Id="rId186" Type="http://schemas.openxmlformats.org/officeDocument/2006/relationships/customXml" Target="../ink/ink2272.xml"/><Relationship Id="rId211" Type="http://schemas.openxmlformats.org/officeDocument/2006/relationships/image" Target="../media/image2236.png"/><Relationship Id="rId232" Type="http://schemas.openxmlformats.org/officeDocument/2006/relationships/customXml" Target="../ink/ink2295.xml"/><Relationship Id="rId253" Type="http://schemas.openxmlformats.org/officeDocument/2006/relationships/image" Target="../media/image2257.png"/><Relationship Id="rId274" Type="http://schemas.openxmlformats.org/officeDocument/2006/relationships/customXml" Target="../ink/ink2316.xml"/><Relationship Id="rId27" Type="http://schemas.openxmlformats.org/officeDocument/2006/relationships/image" Target="../media/image2146.png"/><Relationship Id="rId48" Type="http://schemas.openxmlformats.org/officeDocument/2006/relationships/customXml" Target="../ink/ink2203.xml"/><Relationship Id="rId69" Type="http://schemas.openxmlformats.org/officeDocument/2006/relationships/image" Target="../media/image2166.png"/><Relationship Id="rId113" Type="http://schemas.openxmlformats.org/officeDocument/2006/relationships/image" Target="../media/image2188.png"/><Relationship Id="rId134" Type="http://schemas.openxmlformats.org/officeDocument/2006/relationships/customXml" Target="../ink/ink2246.xml"/><Relationship Id="rId80" Type="http://schemas.openxmlformats.org/officeDocument/2006/relationships/customXml" Target="../ink/ink2219.xml"/><Relationship Id="rId155" Type="http://schemas.openxmlformats.org/officeDocument/2006/relationships/image" Target="../media/image2209.png"/><Relationship Id="rId176" Type="http://schemas.openxmlformats.org/officeDocument/2006/relationships/customXml" Target="../ink/ink2267.xml"/><Relationship Id="rId197" Type="http://schemas.openxmlformats.org/officeDocument/2006/relationships/image" Target="../media/image841.png"/><Relationship Id="rId201" Type="http://schemas.openxmlformats.org/officeDocument/2006/relationships/image" Target="../media/image2231.png"/><Relationship Id="rId222" Type="http://schemas.openxmlformats.org/officeDocument/2006/relationships/customXml" Target="../ink/ink2290.xml"/><Relationship Id="rId243" Type="http://schemas.openxmlformats.org/officeDocument/2006/relationships/image" Target="../media/image2252.png"/><Relationship Id="rId264" Type="http://schemas.openxmlformats.org/officeDocument/2006/relationships/customXml" Target="../ink/ink2311.xml"/><Relationship Id="rId17" Type="http://schemas.openxmlformats.org/officeDocument/2006/relationships/image" Target="../media/image2141.png"/><Relationship Id="rId38" Type="http://schemas.openxmlformats.org/officeDocument/2006/relationships/customXml" Target="../ink/ink2198.xml"/><Relationship Id="rId59" Type="http://schemas.openxmlformats.org/officeDocument/2006/relationships/image" Target="../media/image2161.png"/><Relationship Id="rId103" Type="http://schemas.openxmlformats.org/officeDocument/2006/relationships/image" Target="../media/image2183.png"/><Relationship Id="rId124" Type="http://schemas.openxmlformats.org/officeDocument/2006/relationships/customXml" Target="../ink/ink2241.xml"/><Relationship Id="rId70" Type="http://schemas.openxmlformats.org/officeDocument/2006/relationships/customXml" Target="../ink/ink2214.xml"/><Relationship Id="rId91" Type="http://schemas.openxmlformats.org/officeDocument/2006/relationships/image" Target="../media/image2177.png"/><Relationship Id="rId145" Type="http://schemas.openxmlformats.org/officeDocument/2006/relationships/image" Target="../media/image2204.png"/><Relationship Id="rId166" Type="http://schemas.openxmlformats.org/officeDocument/2006/relationships/customXml" Target="../ink/ink2262.xml"/><Relationship Id="rId187" Type="http://schemas.openxmlformats.org/officeDocument/2006/relationships/image" Target="../media/image2225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2285.xml"/><Relationship Id="rId233" Type="http://schemas.openxmlformats.org/officeDocument/2006/relationships/image" Target="../media/image2247.png"/><Relationship Id="rId254" Type="http://schemas.openxmlformats.org/officeDocument/2006/relationships/customXml" Target="../ink/ink2306.xml"/><Relationship Id="rId28" Type="http://schemas.openxmlformats.org/officeDocument/2006/relationships/customXml" Target="../ink/ink2193.xml"/><Relationship Id="rId49" Type="http://schemas.openxmlformats.org/officeDocument/2006/relationships/image" Target="../media/image2156.png"/><Relationship Id="rId114" Type="http://schemas.openxmlformats.org/officeDocument/2006/relationships/customXml" Target="../ink/ink2236.xml"/><Relationship Id="rId275" Type="http://schemas.openxmlformats.org/officeDocument/2006/relationships/image" Target="../media/image2267.png"/><Relationship Id="rId60" Type="http://schemas.openxmlformats.org/officeDocument/2006/relationships/customXml" Target="../ink/ink2209.xml"/><Relationship Id="rId81" Type="http://schemas.openxmlformats.org/officeDocument/2006/relationships/image" Target="../media/image2172.png"/><Relationship Id="rId135" Type="http://schemas.openxmlformats.org/officeDocument/2006/relationships/image" Target="../media/image2199.png"/><Relationship Id="rId156" Type="http://schemas.openxmlformats.org/officeDocument/2006/relationships/customXml" Target="../ink/ink2257.xml"/><Relationship Id="rId177" Type="http://schemas.openxmlformats.org/officeDocument/2006/relationships/image" Target="../media/image2220.png"/><Relationship Id="rId198" Type="http://schemas.openxmlformats.org/officeDocument/2006/relationships/customXml" Target="../ink/ink2278.xml"/><Relationship Id="rId202" Type="http://schemas.openxmlformats.org/officeDocument/2006/relationships/customXml" Target="../ink/ink2280.xml"/><Relationship Id="rId223" Type="http://schemas.openxmlformats.org/officeDocument/2006/relationships/image" Target="../media/image2242.png"/><Relationship Id="rId244" Type="http://schemas.openxmlformats.org/officeDocument/2006/relationships/customXml" Target="../ink/ink2301.xml"/><Relationship Id="rId18" Type="http://schemas.openxmlformats.org/officeDocument/2006/relationships/customXml" Target="../ink/ink2188.xml"/><Relationship Id="rId39" Type="http://schemas.openxmlformats.org/officeDocument/2006/relationships/image" Target="../media/image2152.png"/><Relationship Id="rId265" Type="http://schemas.openxmlformats.org/officeDocument/2006/relationships/image" Target="../media/image2262.png"/><Relationship Id="rId50" Type="http://schemas.openxmlformats.org/officeDocument/2006/relationships/customXml" Target="../ink/ink2204.xml"/><Relationship Id="rId104" Type="http://schemas.openxmlformats.org/officeDocument/2006/relationships/customXml" Target="../ink/ink2231.xml"/><Relationship Id="rId125" Type="http://schemas.openxmlformats.org/officeDocument/2006/relationships/image" Target="../media/image2194.png"/><Relationship Id="rId146" Type="http://schemas.openxmlformats.org/officeDocument/2006/relationships/customXml" Target="../ink/ink2252.xml"/><Relationship Id="rId167" Type="http://schemas.openxmlformats.org/officeDocument/2006/relationships/image" Target="../media/image2215.png"/><Relationship Id="rId188" Type="http://schemas.openxmlformats.org/officeDocument/2006/relationships/customXml" Target="../ink/ink2273.xml"/><Relationship Id="rId71" Type="http://schemas.openxmlformats.org/officeDocument/2006/relationships/image" Target="../media/image2167.png"/><Relationship Id="rId92" Type="http://schemas.openxmlformats.org/officeDocument/2006/relationships/customXml" Target="../ink/ink2225.xml"/><Relationship Id="rId213" Type="http://schemas.openxmlformats.org/officeDocument/2006/relationships/image" Target="../media/image2237.png"/><Relationship Id="rId234" Type="http://schemas.openxmlformats.org/officeDocument/2006/relationships/customXml" Target="../ink/ink2296.xml"/><Relationship Id="rId2" Type="http://schemas.openxmlformats.org/officeDocument/2006/relationships/customXml" Target="../ink/ink2180.xml"/><Relationship Id="rId29" Type="http://schemas.openxmlformats.org/officeDocument/2006/relationships/image" Target="../media/image2147.png"/><Relationship Id="rId255" Type="http://schemas.openxmlformats.org/officeDocument/2006/relationships/image" Target="../media/image2258.png"/><Relationship Id="rId276" Type="http://schemas.openxmlformats.org/officeDocument/2006/relationships/customXml" Target="../ink/ink2317.xml"/><Relationship Id="rId40" Type="http://schemas.openxmlformats.org/officeDocument/2006/relationships/customXml" Target="../ink/ink2199.xml"/><Relationship Id="rId115" Type="http://schemas.openxmlformats.org/officeDocument/2006/relationships/image" Target="../media/image2189.png"/><Relationship Id="rId136" Type="http://schemas.openxmlformats.org/officeDocument/2006/relationships/customXml" Target="../ink/ink2247.xml"/><Relationship Id="rId157" Type="http://schemas.openxmlformats.org/officeDocument/2006/relationships/image" Target="../media/image2210.png"/><Relationship Id="rId178" Type="http://schemas.openxmlformats.org/officeDocument/2006/relationships/customXml" Target="../ink/ink2268.xml"/><Relationship Id="rId61" Type="http://schemas.openxmlformats.org/officeDocument/2006/relationships/image" Target="../media/image2162.png"/><Relationship Id="rId82" Type="http://schemas.openxmlformats.org/officeDocument/2006/relationships/customXml" Target="../ink/ink2220.xml"/><Relationship Id="rId199" Type="http://schemas.openxmlformats.org/officeDocument/2006/relationships/image" Target="../media/image2230.png"/><Relationship Id="rId203" Type="http://schemas.openxmlformats.org/officeDocument/2006/relationships/image" Target="../media/image2232.png"/><Relationship Id="rId19" Type="http://schemas.openxmlformats.org/officeDocument/2006/relationships/image" Target="../media/image2142.png"/><Relationship Id="rId224" Type="http://schemas.openxmlformats.org/officeDocument/2006/relationships/customXml" Target="../ink/ink2291.xml"/><Relationship Id="rId245" Type="http://schemas.openxmlformats.org/officeDocument/2006/relationships/image" Target="../media/image2253.png"/><Relationship Id="rId266" Type="http://schemas.openxmlformats.org/officeDocument/2006/relationships/customXml" Target="../ink/ink2312.xml"/><Relationship Id="rId30" Type="http://schemas.openxmlformats.org/officeDocument/2006/relationships/customXml" Target="../ink/ink2194.xml"/><Relationship Id="rId105" Type="http://schemas.openxmlformats.org/officeDocument/2006/relationships/image" Target="../media/image2184.png"/><Relationship Id="rId126" Type="http://schemas.openxmlformats.org/officeDocument/2006/relationships/customXml" Target="../ink/ink2242.xml"/><Relationship Id="rId147" Type="http://schemas.openxmlformats.org/officeDocument/2006/relationships/image" Target="../media/image2205.png"/><Relationship Id="rId168" Type="http://schemas.openxmlformats.org/officeDocument/2006/relationships/customXml" Target="../ink/ink2263.xml"/><Relationship Id="rId51" Type="http://schemas.openxmlformats.org/officeDocument/2006/relationships/image" Target="../media/image2157.png"/><Relationship Id="rId72" Type="http://schemas.openxmlformats.org/officeDocument/2006/relationships/customXml" Target="../ink/ink2215.xml"/><Relationship Id="rId93" Type="http://schemas.openxmlformats.org/officeDocument/2006/relationships/image" Target="../media/image2178.png"/><Relationship Id="rId189" Type="http://schemas.openxmlformats.org/officeDocument/2006/relationships/image" Target="../media/image2226.png"/><Relationship Id="rId3" Type="http://schemas.openxmlformats.org/officeDocument/2006/relationships/image" Target="../media/image2134.png"/><Relationship Id="rId214" Type="http://schemas.openxmlformats.org/officeDocument/2006/relationships/customXml" Target="../ink/ink2286.xml"/><Relationship Id="rId235" Type="http://schemas.openxmlformats.org/officeDocument/2006/relationships/image" Target="../media/image2248.png"/><Relationship Id="rId256" Type="http://schemas.openxmlformats.org/officeDocument/2006/relationships/customXml" Target="../ink/ink2307.xml"/><Relationship Id="rId277" Type="http://schemas.openxmlformats.org/officeDocument/2006/relationships/image" Target="../media/image2268.png"/><Relationship Id="rId116" Type="http://schemas.openxmlformats.org/officeDocument/2006/relationships/customXml" Target="../ink/ink2237.xml"/><Relationship Id="rId137" Type="http://schemas.openxmlformats.org/officeDocument/2006/relationships/image" Target="../media/image2200.png"/><Relationship Id="rId158" Type="http://schemas.openxmlformats.org/officeDocument/2006/relationships/customXml" Target="../ink/ink2258.xml"/><Relationship Id="rId20" Type="http://schemas.openxmlformats.org/officeDocument/2006/relationships/customXml" Target="../ink/ink2189.xml"/><Relationship Id="rId41" Type="http://schemas.openxmlformats.org/officeDocument/2006/relationships/image" Target="../media/image2153.png"/><Relationship Id="rId62" Type="http://schemas.openxmlformats.org/officeDocument/2006/relationships/customXml" Target="../ink/ink2210.xml"/><Relationship Id="rId83" Type="http://schemas.openxmlformats.org/officeDocument/2006/relationships/image" Target="../media/image2173.png"/><Relationship Id="rId179" Type="http://schemas.openxmlformats.org/officeDocument/2006/relationships/image" Target="../media/image2221.png"/><Relationship Id="rId190" Type="http://schemas.openxmlformats.org/officeDocument/2006/relationships/customXml" Target="../ink/ink2274.xml"/><Relationship Id="rId204" Type="http://schemas.openxmlformats.org/officeDocument/2006/relationships/customXml" Target="../ink/ink2281.xml"/><Relationship Id="rId225" Type="http://schemas.openxmlformats.org/officeDocument/2006/relationships/image" Target="../media/image2243.png"/><Relationship Id="rId246" Type="http://schemas.openxmlformats.org/officeDocument/2006/relationships/customXml" Target="../ink/ink2302.xml"/><Relationship Id="rId267" Type="http://schemas.openxmlformats.org/officeDocument/2006/relationships/image" Target="../media/image2263.png"/><Relationship Id="rId106" Type="http://schemas.openxmlformats.org/officeDocument/2006/relationships/customXml" Target="../ink/ink2232.xml"/><Relationship Id="rId127" Type="http://schemas.openxmlformats.org/officeDocument/2006/relationships/image" Target="../media/image2195.png"/><Relationship Id="rId10" Type="http://schemas.openxmlformats.org/officeDocument/2006/relationships/customXml" Target="../ink/ink2184.xml"/><Relationship Id="rId31" Type="http://schemas.openxmlformats.org/officeDocument/2006/relationships/image" Target="../media/image2148.png"/><Relationship Id="rId52" Type="http://schemas.openxmlformats.org/officeDocument/2006/relationships/customXml" Target="../ink/ink2205.xml"/><Relationship Id="rId73" Type="http://schemas.openxmlformats.org/officeDocument/2006/relationships/image" Target="../media/image2168.png"/><Relationship Id="rId94" Type="http://schemas.openxmlformats.org/officeDocument/2006/relationships/customXml" Target="../ink/ink2226.xml"/><Relationship Id="rId148" Type="http://schemas.openxmlformats.org/officeDocument/2006/relationships/customXml" Target="../ink/ink2253.xml"/><Relationship Id="rId169" Type="http://schemas.openxmlformats.org/officeDocument/2006/relationships/image" Target="../media/image2216.png"/><Relationship Id="rId4" Type="http://schemas.openxmlformats.org/officeDocument/2006/relationships/customXml" Target="../ink/ink2181.xml"/><Relationship Id="rId180" Type="http://schemas.openxmlformats.org/officeDocument/2006/relationships/customXml" Target="../ink/ink2269.xml"/><Relationship Id="rId215" Type="http://schemas.openxmlformats.org/officeDocument/2006/relationships/image" Target="../media/image2238.png"/><Relationship Id="rId236" Type="http://schemas.openxmlformats.org/officeDocument/2006/relationships/customXml" Target="../ink/ink2297.xml"/><Relationship Id="rId257" Type="http://schemas.openxmlformats.org/officeDocument/2006/relationships/image" Target="../media/image2259.png"/><Relationship Id="rId278" Type="http://schemas.openxmlformats.org/officeDocument/2006/relationships/customXml" Target="../ink/ink2318.xml"/><Relationship Id="rId42" Type="http://schemas.openxmlformats.org/officeDocument/2006/relationships/customXml" Target="../ink/ink2200.xml"/><Relationship Id="rId84" Type="http://schemas.openxmlformats.org/officeDocument/2006/relationships/customXml" Target="../ink/ink2221.xml"/><Relationship Id="rId138" Type="http://schemas.openxmlformats.org/officeDocument/2006/relationships/customXml" Target="../ink/ink2248.xml"/><Relationship Id="rId191" Type="http://schemas.openxmlformats.org/officeDocument/2006/relationships/image" Target="../media/image2227.png"/><Relationship Id="rId205" Type="http://schemas.openxmlformats.org/officeDocument/2006/relationships/image" Target="../media/image2233.png"/><Relationship Id="rId247" Type="http://schemas.openxmlformats.org/officeDocument/2006/relationships/image" Target="../media/image2254.png"/><Relationship Id="rId107" Type="http://schemas.openxmlformats.org/officeDocument/2006/relationships/image" Target="../media/image2185.png"/><Relationship Id="rId11" Type="http://schemas.openxmlformats.org/officeDocument/2006/relationships/image" Target="../media/image2138.png"/><Relationship Id="rId53" Type="http://schemas.openxmlformats.org/officeDocument/2006/relationships/image" Target="../media/image2158.png"/><Relationship Id="rId149" Type="http://schemas.openxmlformats.org/officeDocument/2006/relationships/image" Target="../media/image2206.png"/><Relationship Id="rId95" Type="http://schemas.openxmlformats.org/officeDocument/2006/relationships/image" Target="../media/image2179.png"/><Relationship Id="rId160" Type="http://schemas.openxmlformats.org/officeDocument/2006/relationships/customXml" Target="../ink/ink2259.xml"/><Relationship Id="rId216" Type="http://schemas.openxmlformats.org/officeDocument/2006/relationships/customXml" Target="../ink/ink2287.xml"/><Relationship Id="rId258" Type="http://schemas.openxmlformats.org/officeDocument/2006/relationships/customXml" Target="../ink/ink2308.xml"/></Relationships>
</file>

<file path=ppt/slides/_rels/slide14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2326.png"/><Relationship Id="rId21" Type="http://schemas.openxmlformats.org/officeDocument/2006/relationships/image" Target="../media/image2278.png"/><Relationship Id="rId324" Type="http://schemas.openxmlformats.org/officeDocument/2006/relationships/image" Target="../media/image2419.png"/><Relationship Id="rId531" Type="http://schemas.openxmlformats.org/officeDocument/2006/relationships/image" Target="../media/image2508.png"/><Relationship Id="rId170" Type="http://schemas.openxmlformats.org/officeDocument/2006/relationships/customXml" Target="../ink/ink2405.xml"/><Relationship Id="rId268" Type="http://schemas.openxmlformats.org/officeDocument/2006/relationships/customXml" Target="../ink/ink2455.xml"/><Relationship Id="rId475" Type="http://schemas.openxmlformats.org/officeDocument/2006/relationships/image" Target="../media/image2484.png"/><Relationship Id="rId32" Type="http://schemas.openxmlformats.org/officeDocument/2006/relationships/customXml" Target="../ink/ink2336.xml"/><Relationship Id="rId128" Type="http://schemas.openxmlformats.org/officeDocument/2006/relationships/customXml" Target="../ink/ink2384.xml"/><Relationship Id="rId335" Type="http://schemas.openxmlformats.org/officeDocument/2006/relationships/customXml" Target="../ink/ink2489.xml"/><Relationship Id="rId542" Type="http://schemas.openxmlformats.org/officeDocument/2006/relationships/image" Target="../media/image2513.png"/><Relationship Id="rId181" Type="http://schemas.openxmlformats.org/officeDocument/2006/relationships/image" Target="../media/image2357.png"/><Relationship Id="rId402" Type="http://schemas.openxmlformats.org/officeDocument/2006/relationships/customXml" Target="../ink/ink2525.xml"/><Relationship Id="rId279" Type="http://schemas.openxmlformats.org/officeDocument/2006/relationships/image" Target="../media/image2398.png"/><Relationship Id="rId486" Type="http://schemas.openxmlformats.org/officeDocument/2006/relationships/image" Target="../media/image2489.png"/><Relationship Id="rId43" Type="http://schemas.openxmlformats.org/officeDocument/2006/relationships/image" Target="../media/image2289.png"/><Relationship Id="rId139" Type="http://schemas.openxmlformats.org/officeDocument/2006/relationships/image" Target="../media/image2337.png"/><Relationship Id="rId346" Type="http://schemas.openxmlformats.org/officeDocument/2006/relationships/image" Target="../media/image2428.png"/><Relationship Id="rId553" Type="http://schemas.openxmlformats.org/officeDocument/2006/relationships/image" Target="../media/image2516.png"/><Relationship Id="rId192" Type="http://schemas.openxmlformats.org/officeDocument/2006/relationships/customXml" Target="../ink/ink2416.xml"/><Relationship Id="rId206" Type="http://schemas.openxmlformats.org/officeDocument/2006/relationships/image" Target="../media/image1635.png"/><Relationship Id="rId413" Type="http://schemas.openxmlformats.org/officeDocument/2006/relationships/image" Target="../media/image2458.png"/><Relationship Id="rId497" Type="http://schemas.openxmlformats.org/officeDocument/2006/relationships/image" Target="../media/image2494.png"/><Relationship Id="rId357" Type="http://schemas.openxmlformats.org/officeDocument/2006/relationships/image" Target="../media/image2432.png"/><Relationship Id="rId54" Type="http://schemas.openxmlformats.org/officeDocument/2006/relationships/customXml" Target="../ink/ink2347.xml"/><Relationship Id="rId217" Type="http://schemas.openxmlformats.org/officeDocument/2006/relationships/customXml" Target="../ink/ink2429.xml"/><Relationship Id="rId424" Type="http://schemas.openxmlformats.org/officeDocument/2006/relationships/customXml" Target="../ink/ink2537.xml"/><Relationship Id="rId23" Type="http://schemas.openxmlformats.org/officeDocument/2006/relationships/image" Target="../media/image2279.png"/><Relationship Id="rId119" Type="http://schemas.openxmlformats.org/officeDocument/2006/relationships/image" Target="../media/image2327.png"/><Relationship Id="rId270" Type="http://schemas.openxmlformats.org/officeDocument/2006/relationships/customXml" Target="../ink/ink2456.xml"/><Relationship Id="rId326" Type="http://schemas.openxmlformats.org/officeDocument/2006/relationships/image" Target="../media/image2420.png"/><Relationship Id="rId533" Type="http://schemas.openxmlformats.org/officeDocument/2006/relationships/image" Target="../media/image2509.png"/><Relationship Id="rId65" Type="http://schemas.openxmlformats.org/officeDocument/2006/relationships/image" Target="../media/image2300.png"/><Relationship Id="rId130" Type="http://schemas.openxmlformats.org/officeDocument/2006/relationships/customXml" Target="../ink/ink2385.xml"/><Relationship Id="rId368" Type="http://schemas.openxmlformats.org/officeDocument/2006/relationships/customXml" Target="../ink/ink2506.xml"/><Relationship Id="rId172" Type="http://schemas.openxmlformats.org/officeDocument/2006/relationships/customXml" Target="../ink/ink2406.xml"/><Relationship Id="rId228" Type="http://schemas.openxmlformats.org/officeDocument/2006/relationships/image" Target="../media/image2375.png"/><Relationship Id="rId435" Type="http://schemas.openxmlformats.org/officeDocument/2006/relationships/image" Target="../media/image2468.png"/><Relationship Id="rId477" Type="http://schemas.openxmlformats.org/officeDocument/2006/relationships/image" Target="../media/image2485.png"/><Relationship Id="rId281" Type="http://schemas.openxmlformats.org/officeDocument/2006/relationships/image" Target="../media/image2399.png"/><Relationship Id="rId337" Type="http://schemas.openxmlformats.org/officeDocument/2006/relationships/customXml" Target="../ink/ink2490.xml"/><Relationship Id="rId502" Type="http://schemas.openxmlformats.org/officeDocument/2006/relationships/image" Target="../media/image2496.png"/><Relationship Id="rId34" Type="http://schemas.openxmlformats.org/officeDocument/2006/relationships/customXml" Target="../ink/ink2337.xml"/><Relationship Id="rId76" Type="http://schemas.openxmlformats.org/officeDocument/2006/relationships/customXml" Target="../ink/ink2358.xml"/><Relationship Id="rId141" Type="http://schemas.openxmlformats.org/officeDocument/2006/relationships/image" Target="../media/image2338.png"/><Relationship Id="rId379" Type="http://schemas.openxmlformats.org/officeDocument/2006/relationships/customXml" Target="../ink/ink2513.xml"/><Relationship Id="rId544" Type="http://schemas.openxmlformats.org/officeDocument/2006/relationships/customXml" Target="../ink/ink2603.xml"/><Relationship Id="rId7" Type="http://schemas.openxmlformats.org/officeDocument/2006/relationships/image" Target="../media/image2272.png"/><Relationship Id="rId183" Type="http://schemas.openxmlformats.org/officeDocument/2006/relationships/image" Target="../media/image2358.png"/><Relationship Id="rId239" Type="http://schemas.openxmlformats.org/officeDocument/2006/relationships/image" Target="../media/image2379.png"/><Relationship Id="rId390" Type="http://schemas.openxmlformats.org/officeDocument/2006/relationships/customXml" Target="../ink/ink2519.xml"/><Relationship Id="rId404" Type="http://schemas.openxmlformats.org/officeDocument/2006/relationships/customXml" Target="../ink/ink2526.xml"/><Relationship Id="rId446" Type="http://schemas.openxmlformats.org/officeDocument/2006/relationships/customXml" Target="../ink/ink2549.xml"/><Relationship Id="rId250" Type="http://schemas.openxmlformats.org/officeDocument/2006/relationships/customXml" Target="../ink/ink2446.xml"/><Relationship Id="rId292" Type="http://schemas.openxmlformats.org/officeDocument/2006/relationships/customXml" Target="../ink/ink2467.xml"/><Relationship Id="rId306" Type="http://schemas.openxmlformats.org/officeDocument/2006/relationships/customXml" Target="../ink/ink2474.xml"/><Relationship Id="rId488" Type="http://schemas.openxmlformats.org/officeDocument/2006/relationships/customXml" Target="../ink/ink2573.xml"/><Relationship Id="rId45" Type="http://schemas.openxmlformats.org/officeDocument/2006/relationships/image" Target="../media/image2290.png"/><Relationship Id="rId87" Type="http://schemas.openxmlformats.org/officeDocument/2006/relationships/image" Target="../media/image2311.png"/><Relationship Id="rId110" Type="http://schemas.openxmlformats.org/officeDocument/2006/relationships/customXml" Target="../ink/ink2375.xml"/><Relationship Id="rId348" Type="http://schemas.openxmlformats.org/officeDocument/2006/relationships/customXml" Target="../ink/ink2496.xml"/><Relationship Id="rId513" Type="http://schemas.openxmlformats.org/officeDocument/2006/relationships/customXml" Target="../ink/ink2586.xml"/><Relationship Id="rId555" Type="http://schemas.openxmlformats.org/officeDocument/2006/relationships/image" Target="../media/image2517.png"/><Relationship Id="rId152" Type="http://schemas.openxmlformats.org/officeDocument/2006/relationships/customXml" Target="../ink/ink2396.xml"/><Relationship Id="rId194" Type="http://schemas.openxmlformats.org/officeDocument/2006/relationships/customXml" Target="../ink/ink2417.xml"/><Relationship Id="rId208" Type="http://schemas.openxmlformats.org/officeDocument/2006/relationships/image" Target="../media/image2366.png"/><Relationship Id="rId415" Type="http://schemas.openxmlformats.org/officeDocument/2006/relationships/image" Target="../media/image2459.png"/><Relationship Id="rId457" Type="http://schemas.openxmlformats.org/officeDocument/2006/relationships/image" Target="../media/image2478.png"/><Relationship Id="rId261" Type="http://schemas.openxmlformats.org/officeDocument/2006/relationships/image" Target="../media/image2390.png"/><Relationship Id="rId499" Type="http://schemas.openxmlformats.org/officeDocument/2006/relationships/image" Target="../media/image2495.png"/><Relationship Id="rId14" Type="http://schemas.openxmlformats.org/officeDocument/2006/relationships/customXml" Target="../ink/ink2327.xml"/><Relationship Id="rId56" Type="http://schemas.openxmlformats.org/officeDocument/2006/relationships/customXml" Target="../ink/ink2348.xml"/><Relationship Id="rId317" Type="http://schemas.openxmlformats.org/officeDocument/2006/relationships/customXml" Target="../ink/ink2480.xml"/><Relationship Id="rId359" Type="http://schemas.openxmlformats.org/officeDocument/2006/relationships/image" Target="../media/image2433.png"/><Relationship Id="rId524" Type="http://schemas.openxmlformats.org/officeDocument/2006/relationships/customXml" Target="../ink/ink2592.xml"/><Relationship Id="rId98" Type="http://schemas.openxmlformats.org/officeDocument/2006/relationships/customXml" Target="../ink/ink2369.xml"/><Relationship Id="rId121" Type="http://schemas.openxmlformats.org/officeDocument/2006/relationships/image" Target="../media/image2328.png"/><Relationship Id="rId163" Type="http://schemas.openxmlformats.org/officeDocument/2006/relationships/image" Target="../media/image2348.png"/><Relationship Id="rId219" Type="http://schemas.openxmlformats.org/officeDocument/2006/relationships/customXml" Target="../ink/ink2430.xml"/><Relationship Id="rId370" Type="http://schemas.openxmlformats.org/officeDocument/2006/relationships/customXml" Target="../ink/ink2507.xml"/><Relationship Id="rId426" Type="http://schemas.openxmlformats.org/officeDocument/2006/relationships/customXml" Target="../ink/ink2538.xml"/><Relationship Id="rId230" Type="http://schemas.openxmlformats.org/officeDocument/2006/relationships/image" Target="../media/image2376.png"/><Relationship Id="rId468" Type="http://schemas.openxmlformats.org/officeDocument/2006/relationships/customXml" Target="../ink/ink2561.xml"/><Relationship Id="rId25" Type="http://schemas.openxmlformats.org/officeDocument/2006/relationships/image" Target="../media/image2280.png"/><Relationship Id="rId67" Type="http://schemas.openxmlformats.org/officeDocument/2006/relationships/image" Target="../media/image2301.png"/><Relationship Id="rId272" Type="http://schemas.openxmlformats.org/officeDocument/2006/relationships/customXml" Target="../ink/ink2457.xml"/><Relationship Id="rId328" Type="http://schemas.openxmlformats.org/officeDocument/2006/relationships/image" Target="../media/image281.png"/><Relationship Id="rId535" Type="http://schemas.openxmlformats.org/officeDocument/2006/relationships/image" Target="../media/image2510.png"/><Relationship Id="rId132" Type="http://schemas.openxmlformats.org/officeDocument/2006/relationships/customXml" Target="../ink/ink2386.xml"/><Relationship Id="rId174" Type="http://schemas.openxmlformats.org/officeDocument/2006/relationships/customXml" Target="../ink/ink2407.xml"/><Relationship Id="rId381" Type="http://schemas.openxmlformats.org/officeDocument/2006/relationships/customXml" Target="../ink/ink2514.xml"/><Relationship Id="rId241" Type="http://schemas.openxmlformats.org/officeDocument/2006/relationships/image" Target="../media/image2380.png"/><Relationship Id="rId437" Type="http://schemas.openxmlformats.org/officeDocument/2006/relationships/image" Target="../media/image2469.png"/><Relationship Id="rId479" Type="http://schemas.openxmlformats.org/officeDocument/2006/relationships/image" Target="../media/image2486.png"/><Relationship Id="rId36" Type="http://schemas.openxmlformats.org/officeDocument/2006/relationships/customXml" Target="../ink/ink2338.xml"/><Relationship Id="rId283" Type="http://schemas.openxmlformats.org/officeDocument/2006/relationships/image" Target="../media/image2400.png"/><Relationship Id="rId339" Type="http://schemas.openxmlformats.org/officeDocument/2006/relationships/customXml" Target="../ink/ink2491.xml"/><Relationship Id="rId490" Type="http://schemas.openxmlformats.org/officeDocument/2006/relationships/customXml" Target="../ink/ink2574.xml"/><Relationship Id="rId504" Type="http://schemas.openxmlformats.org/officeDocument/2006/relationships/image" Target="../media/image2497.png"/><Relationship Id="rId546" Type="http://schemas.openxmlformats.org/officeDocument/2006/relationships/customXml" Target="../ink/ink2604.xml"/><Relationship Id="rId78" Type="http://schemas.openxmlformats.org/officeDocument/2006/relationships/customXml" Target="../ink/ink2359.xml"/><Relationship Id="rId101" Type="http://schemas.openxmlformats.org/officeDocument/2006/relationships/image" Target="../media/image2318.png"/><Relationship Id="rId143" Type="http://schemas.openxmlformats.org/officeDocument/2006/relationships/image" Target="../media/image2339.png"/><Relationship Id="rId185" Type="http://schemas.openxmlformats.org/officeDocument/2006/relationships/image" Target="../media/image1634.png"/><Relationship Id="rId350" Type="http://schemas.openxmlformats.org/officeDocument/2006/relationships/customXml" Target="../ink/ink2497.xml"/><Relationship Id="rId406" Type="http://schemas.openxmlformats.org/officeDocument/2006/relationships/customXml" Target="../ink/ink2527.xml"/><Relationship Id="rId9" Type="http://schemas.openxmlformats.org/officeDocument/2006/relationships/image" Target="../media/image2273.png"/><Relationship Id="rId210" Type="http://schemas.openxmlformats.org/officeDocument/2006/relationships/image" Target="../media/image2367.png"/><Relationship Id="rId392" Type="http://schemas.openxmlformats.org/officeDocument/2006/relationships/customXml" Target="../ink/ink2520.xml"/><Relationship Id="rId448" Type="http://schemas.openxmlformats.org/officeDocument/2006/relationships/customXml" Target="../ink/ink2550.xml"/><Relationship Id="rId252" Type="http://schemas.openxmlformats.org/officeDocument/2006/relationships/customXml" Target="../ink/ink2447.xml"/><Relationship Id="rId294" Type="http://schemas.openxmlformats.org/officeDocument/2006/relationships/customXml" Target="../ink/ink2468.xml"/><Relationship Id="rId308" Type="http://schemas.openxmlformats.org/officeDocument/2006/relationships/customXml" Target="../ink/ink2475.xml"/><Relationship Id="rId515" Type="http://schemas.openxmlformats.org/officeDocument/2006/relationships/customXml" Target="../ink/ink2587.xml"/><Relationship Id="rId47" Type="http://schemas.openxmlformats.org/officeDocument/2006/relationships/image" Target="../media/image2291.png"/><Relationship Id="rId89" Type="http://schemas.openxmlformats.org/officeDocument/2006/relationships/image" Target="../media/image2312.png"/><Relationship Id="rId112" Type="http://schemas.openxmlformats.org/officeDocument/2006/relationships/customXml" Target="../ink/ink2376.xml"/><Relationship Id="rId154" Type="http://schemas.openxmlformats.org/officeDocument/2006/relationships/customXml" Target="../ink/ink2397.xml"/><Relationship Id="rId361" Type="http://schemas.openxmlformats.org/officeDocument/2006/relationships/image" Target="../media/image2434.png"/><Relationship Id="rId557" Type="http://schemas.openxmlformats.org/officeDocument/2006/relationships/image" Target="../media/image2518.png"/><Relationship Id="rId196" Type="http://schemas.openxmlformats.org/officeDocument/2006/relationships/customXml" Target="../ink/ink2418.xml"/><Relationship Id="rId417" Type="http://schemas.openxmlformats.org/officeDocument/2006/relationships/image" Target="../media/image2460.png"/><Relationship Id="rId459" Type="http://schemas.openxmlformats.org/officeDocument/2006/relationships/image" Target="../media/image2479.png"/><Relationship Id="rId16" Type="http://schemas.openxmlformats.org/officeDocument/2006/relationships/customXml" Target="../ink/ink2328.xml"/><Relationship Id="rId221" Type="http://schemas.openxmlformats.org/officeDocument/2006/relationships/customXml" Target="../ink/ink2431.xml"/><Relationship Id="rId263" Type="http://schemas.openxmlformats.org/officeDocument/2006/relationships/image" Target="../media/image1826.png"/><Relationship Id="rId319" Type="http://schemas.openxmlformats.org/officeDocument/2006/relationships/customXml" Target="../ink/ink2481.xml"/><Relationship Id="rId470" Type="http://schemas.openxmlformats.org/officeDocument/2006/relationships/customXml" Target="../ink/ink2562.xml"/><Relationship Id="rId526" Type="http://schemas.openxmlformats.org/officeDocument/2006/relationships/customXml" Target="../ink/ink2593.xml"/><Relationship Id="rId58" Type="http://schemas.openxmlformats.org/officeDocument/2006/relationships/customXml" Target="../ink/ink2349.xml"/><Relationship Id="rId123" Type="http://schemas.openxmlformats.org/officeDocument/2006/relationships/image" Target="../media/image2329.png"/><Relationship Id="rId330" Type="http://schemas.openxmlformats.org/officeDocument/2006/relationships/image" Target="../media/image1026.png"/><Relationship Id="rId165" Type="http://schemas.openxmlformats.org/officeDocument/2006/relationships/image" Target="../media/image2349.png"/><Relationship Id="rId372" Type="http://schemas.openxmlformats.org/officeDocument/2006/relationships/customXml" Target="../ink/ink2508.xml"/><Relationship Id="rId428" Type="http://schemas.openxmlformats.org/officeDocument/2006/relationships/customXml" Target="../ink/ink2539.xml"/><Relationship Id="rId232" Type="http://schemas.openxmlformats.org/officeDocument/2006/relationships/image" Target="../media/image2377.png"/><Relationship Id="rId274" Type="http://schemas.openxmlformats.org/officeDocument/2006/relationships/customXml" Target="../ink/ink2458.xml"/><Relationship Id="rId481" Type="http://schemas.openxmlformats.org/officeDocument/2006/relationships/image" Target="../media/image2487.png"/><Relationship Id="rId27" Type="http://schemas.openxmlformats.org/officeDocument/2006/relationships/image" Target="../media/image2281.png"/><Relationship Id="rId69" Type="http://schemas.openxmlformats.org/officeDocument/2006/relationships/image" Target="../media/image2302.png"/><Relationship Id="rId134" Type="http://schemas.openxmlformats.org/officeDocument/2006/relationships/customXml" Target="../ink/ink2387.xml"/><Relationship Id="rId537" Type="http://schemas.openxmlformats.org/officeDocument/2006/relationships/image" Target="../media/image2511.png"/><Relationship Id="rId80" Type="http://schemas.openxmlformats.org/officeDocument/2006/relationships/customXml" Target="../ink/ink2360.xml"/><Relationship Id="rId176" Type="http://schemas.openxmlformats.org/officeDocument/2006/relationships/customXml" Target="../ink/ink2408.xml"/><Relationship Id="rId341" Type="http://schemas.openxmlformats.org/officeDocument/2006/relationships/customXml" Target="../ink/ink2492.xml"/><Relationship Id="rId383" Type="http://schemas.openxmlformats.org/officeDocument/2006/relationships/image" Target="../media/image2443.png"/><Relationship Id="rId439" Type="http://schemas.openxmlformats.org/officeDocument/2006/relationships/customXml" Target="../ink/ink2545.xml"/><Relationship Id="rId201" Type="http://schemas.openxmlformats.org/officeDocument/2006/relationships/customXml" Target="../ink/ink2421.xml"/><Relationship Id="rId243" Type="http://schemas.openxmlformats.org/officeDocument/2006/relationships/image" Target="../media/image2381.png"/><Relationship Id="rId285" Type="http://schemas.openxmlformats.org/officeDocument/2006/relationships/image" Target="../media/image2401.png"/><Relationship Id="rId450" Type="http://schemas.openxmlformats.org/officeDocument/2006/relationships/customXml" Target="../ink/ink2551.xml"/><Relationship Id="rId506" Type="http://schemas.openxmlformats.org/officeDocument/2006/relationships/image" Target="../media/image2498.png"/><Relationship Id="rId38" Type="http://schemas.openxmlformats.org/officeDocument/2006/relationships/customXml" Target="../ink/ink2339.xml"/><Relationship Id="rId103" Type="http://schemas.openxmlformats.org/officeDocument/2006/relationships/image" Target="../media/image2319.png"/><Relationship Id="rId310" Type="http://schemas.openxmlformats.org/officeDocument/2006/relationships/customXml" Target="../ink/ink2476.xml"/><Relationship Id="rId492" Type="http://schemas.openxmlformats.org/officeDocument/2006/relationships/customXml" Target="../ink/ink2575.xml"/><Relationship Id="rId548" Type="http://schemas.openxmlformats.org/officeDocument/2006/relationships/customXml" Target="../ink/ink2606.xml"/><Relationship Id="rId91" Type="http://schemas.openxmlformats.org/officeDocument/2006/relationships/image" Target="../media/image2313.png"/><Relationship Id="rId145" Type="http://schemas.openxmlformats.org/officeDocument/2006/relationships/image" Target="../media/image2340.png"/><Relationship Id="rId187" Type="http://schemas.openxmlformats.org/officeDocument/2006/relationships/image" Target="../media/image322.png"/><Relationship Id="rId352" Type="http://schemas.openxmlformats.org/officeDocument/2006/relationships/customXml" Target="../ink/ink2498.xml"/><Relationship Id="rId394" Type="http://schemas.openxmlformats.org/officeDocument/2006/relationships/customXml" Target="../ink/ink2521.xml"/><Relationship Id="rId408" Type="http://schemas.openxmlformats.org/officeDocument/2006/relationships/customXml" Target="../ink/ink2528.xml"/><Relationship Id="rId212" Type="http://schemas.openxmlformats.org/officeDocument/2006/relationships/image" Target="../media/image2368.png"/><Relationship Id="rId254" Type="http://schemas.openxmlformats.org/officeDocument/2006/relationships/customXml" Target="../ink/ink2448.xml"/><Relationship Id="rId49" Type="http://schemas.openxmlformats.org/officeDocument/2006/relationships/image" Target="../media/image2292.png"/><Relationship Id="rId114" Type="http://schemas.openxmlformats.org/officeDocument/2006/relationships/customXml" Target="../ink/ink2377.xml"/><Relationship Id="rId296" Type="http://schemas.openxmlformats.org/officeDocument/2006/relationships/customXml" Target="../ink/ink2469.xml"/><Relationship Id="rId461" Type="http://schemas.openxmlformats.org/officeDocument/2006/relationships/customXml" Target="../ink/ink2557.xml"/><Relationship Id="rId517" Type="http://schemas.openxmlformats.org/officeDocument/2006/relationships/customXml" Target="../ink/ink2588.xml"/><Relationship Id="rId559" Type="http://schemas.openxmlformats.org/officeDocument/2006/relationships/image" Target="../media/image2519.png"/><Relationship Id="rId60" Type="http://schemas.openxmlformats.org/officeDocument/2006/relationships/customXml" Target="../ink/ink2350.xml"/><Relationship Id="rId156" Type="http://schemas.openxmlformats.org/officeDocument/2006/relationships/customXml" Target="../ink/ink2398.xml"/><Relationship Id="rId198" Type="http://schemas.openxmlformats.org/officeDocument/2006/relationships/customXml" Target="../ink/ink2419.xml"/><Relationship Id="rId321" Type="http://schemas.openxmlformats.org/officeDocument/2006/relationships/customXml" Target="../ink/ink2482.xml"/><Relationship Id="rId363" Type="http://schemas.openxmlformats.org/officeDocument/2006/relationships/image" Target="../media/image2435.png"/><Relationship Id="rId419" Type="http://schemas.openxmlformats.org/officeDocument/2006/relationships/customXml" Target="../ink/ink2534.xml"/><Relationship Id="rId223" Type="http://schemas.openxmlformats.org/officeDocument/2006/relationships/customXml" Target="../ink/ink2432.xml"/><Relationship Id="rId430" Type="http://schemas.openxmlformats.org/officeDocument/2006/relationships/customXml" Target="../ink/ink2540.xml"/><Relationship Id="rId18" Type="http://schemas.openxmlformats.org/officeDocument/2006/relationships/customXml" Target="../ink/ink2329.xml"/><Relationship Id="rId265" Type="http://schemas.openxmlformats.org/officeDocument/2006/relationships/image" Target="../media/image2391.png"/><Relationship Id="rId472" Type="http://schemas.openxmlformats.org/officeDocument/2006/relationships/customXml" Target="../ink/ink2564.xml"/><Relationship Id="rId528" Type="http://schemas.openxmlformats.org/officeDocument/2006/relationships/customXml" Target="../ink/ink2594.xml"/><Relationship Id="rId125" Type="http://schemas.openxmlformats.org/officeDocument/2006/relationships/image" Target="../media/image2330.png"/><Relationship Id="rId167" Type="http://schemas.openxmlformats.org/officeDocument/2006/relationships/image" Target="../media/image2350.png"/><Relationship Id="rId332" Type="http://schemas.openxmlformats.org/officeDocument/2006/relationships/image" Target="../media/image2421.png"/><Relationship Id="rId374" Type="http://schemas.openxmlformats.org/officeDocument/2006/relationships/customXml" Target="../ink/ink2509.xml"/><Relationship Id="rId71" Type="http://schemas.openxmlformats.org/officeDocument/2006/relationships/image" Target="../media/image2303.png"/><Relationship Id="rId234" Type="http://schemas.openxmlformats.org/officeDocument/2006/relationships/image" Target="../media/image2378.png"/><Relationship Id="rId2" Type="http://schemas.openxmlformats.org/officeDocument/2006/relationships/customXml" Target="../ink/ink2321.xml"/><Relationship Id="rId29" Type="http://schemas.openxmlformats.org/officeDocument/2006/relationships/image" Target="../media/image2282.png"/><Relationship Id="rId276" Type="http://schemas.openxmlformats.org/officeDocument/2006/relationships/customXml" Target="../ink/ink2459.xml"/><Relationship Id="rId441" Type="http://schemas.openxmlformats.org/officeDocument/2006/relationships/customXml" Target="../ink/ink2546.xml"/><Relationship Id="rId483" Type="http://schemas.openxmlformats.org/officeDocument/2006/relationships/image" Target="../media/image2488.png"/><Relationship Id="rId539" Type="http://schemas.openxmlformats.org/officeDocument/2006/relationships/image" Target="../media/image2512.png"/><Relationship Id="rId40" Type="http://schemas.openxmlformats.org/officeDocument/2006/relationships/customXml" Target="../ink/ink2340.xml"/><Relationship Id="rId136" Type="http://schemas.openxmlformats.org/officeDocument/2006/relationships/customXml" Target="../ink/ink2388.xml"/><Relationship Id="rId178" Type="http://schemas.openxmlformats.org/officeDocument/2006/relationships/customXml" Target="../ink/ink2409.xml"/><Relationship Id="rId301" Type="http://schemas.openxmlformats.org/officeDocument/2006/relationships/image" Target="../media/image2409.png"/><Relationship Id="rId343" Type="http://schemas.openxmlformats.org/officeDocument/2006/relationships/customXml" Target="../ink/ink2493.xml"/><Relationship Id="rId550" Type="http://schemas.openxmlformats.org/officeDocument/2006/relationships/customXml" Target="../ink/ink2607.xml"/><Relationship Id="rId82" Type="http://schemas.openxmlformats.org/officeDocument/2006/relationships/customXml" Target="../ink/ink2361.xml"/><Relationship Id="rId203" Type="http://schemas.openxmlformats.org/officeDocument/2006/relationships/customXml" Target="../ink/ink2422.xml"/><Relationship Id="rId385" Type="http://schemas.openxmlformats.org/officeDocument/2006/relationships/image" Target="../media/image2444.png"/><Relationship Id="rId245" Type="http://schemas.openxmlformats.org/officeDocument/2006/relationships/image" Target="../media/image2382.png"/><Relationship Id="rId287" Type="http://schemas.openxmlformats.org/officeDocument/2006/relationships/image" Target="../media/image2402.png"/><Relationship Id="rId410" Type="http://schemas.openxmlformats.org/officeDocument/2006/relationships/customXml" Target="../ink/ink2529.xml"/><Relationship Id="rId452" Type="http://schemas.openxmlformats.org/officeDocument/2006/relationships/customXml" Target="../ink/ink2552.xml"/><Relationship Id="rId494" Type="http://schemas.openxmlformats.org/officeDocument/2006/relationships/customXml" Target="../ink/ink2576.xml"/><Relationship Id="rId508" Type="http://schemas.openxmlformats.org/officeDocument/2006/relationships/image" Target="../media/image2499.png"/><Relationship Id="rId105" Type="http://schemas.openxmlformats.org/officeDocument/2006/relationships/image" Target="../media/image2320.png"/><Relationship Id="rId147" Type="http://schemas.openxmlformats.org/officeDocument/2006/relationships/image" Target="../media/image2341.png"/><Relationship Id="rId312" Type="http://schemas.openxmlformats.org/officeDocument/2006/relationships/customXml" Target="../ink/ink2477.xml"/><Relationship Id="rId354" Type="http://schemas.openxmlformats.org/officeDocument/2006/relationships/customXml" Target="../ink/ink2499.xml"/><Relationship Id="rId51" Type="http://schemas.openxmlformats.org/officeDocument/2006/relationships/image" Target="../media/image2293.png"/><Relationship Id="rId93" Type="http://schemas.openxmlformats.org/officeDocument/2006/relationships/image" Target="../media/image2314.png"/><Relationship Id="rId189" Type="http://schemas.openxmlformats.org/officeDocument/2006/relationships/image" Target="../media/image1781.png"/><Relationship Id="rId396" Type="http://schemas.openxmlformats.org/officeDocument/2006/relationships/customXml" Target="../ink/ink2522.xml"/><Relationship Id="rId561" Type="http://schemas.openxmlformats.org/officeDocument/2006/relationships/customXml" Target="../ink/ink2614.xml"/><Relationship Id="rId214" Type="http://schemas.openxmlformats.org/officeDocument/2006/relationships/image" Target="../media/image1716.png"/><Relationship Id="rId256" Type="http://schemas.openxmlformats.org/officeDocument/2006/relationships/customXml" Target="../ink/ink2449.xml"/><Relationship Id="rId298" Type="http://schemas.openxmlformats.org/officeDocument/2006/relationships/customXml" Target="../ink/ink2470.xml"/><Relationship Id="rId421" Type="http://schemas.openxmlformats.org/officeDocument/2006/relationships/image" Target="../media/image2461.png"/><Relationship Id="rId463" Type="http://schemas.openxmlformats.org/officeDocument/2006/relationships/customXml" Target="../ink/ink2558.xml"/><Relationship Id="rId519" Type="http://schemas.openxmlformats.org/officeDocument/2006/relationships/image" Target="../media/image626.png"/><Relationship Id="rId116" Type="http://schemas.openxmlformats.org/officeDocument/2006/relationships/customXml" Target="../ink/ink2378.xml"/><Relationship Id="rId158" Type="http://schemas.openxmlformats.org/officeDocument/2006/relationships/customXml" Target="../ink/ink2399.xml"/><Relationship Id="rId323" Type="http://schemas.openxmlformats.org/officeDocument/2006/relationships/customXml" Target="../ink/ink2483.xml"/><Relationship Id="rId530" Type="http://schemas.openxmlformats.org/officeDocument/2006/relationships/customXml" Target="../ink/ink2595.xml"/><Relationship Id="rId20" Type="http://schemas.openxmlformats.org/officeDocument/2006/relationships/customXml" Target="../ink/ink2330.xml"/><Relationship Id="rId62" Type="http://schemas.openxmlformats.org/officeDocument/2006/relationships/customXml" Target="../ink/ink2351.xml"/><Relationship Id="rId365" Type="http://schemas.openxmlformats.org/officeDocument/2006/relationships/image" Target="../media/image2436.png"/><Relationship Id="rId225" Type="http://schemas.openxmlformats.org/officeDocument/2006/relationships/customXml" Target="../ink/ink2433.xml"/><Relationship Id="rId267" Type="http://schemas.openxmlformats.org/officeDocument/2006/relationships/image" Target="../media/image2392.png"/><Relationship Id="rId432" Type="http://schemas.openxmlformats.org/officeDocument/2006/relationships/customXml" Target="../ink/ink2541.xml"/><Relationship Id="rId474" Type="http://schemas.openxmlformats.org/officeDocument/2006/relationships/customXml" Target="../ink/ink2565.xml"/><Relationship Id="rId127" Type="http://schemas.openxmlformats.org/officeDocument/2006/relationships/image" Target="../media/image2331.png"/><Relationship Id="rId31" Type="http://schemas.openxmlformats.org/officeDocument/2006/relationships/image" Target="../media/image2283.png"/><Relationship Id="rId73" Type="http://schemas.openxmlformats.org/officeDocument/2006/relationships/image" Target="../media/image2304.png"/><Relationship Id="rId169" Type="http://schemas.openxmlformats.org/officeDocument/2006/relationships/image" Target="../media/image2351.png"/><Relationship Id="rId334" Type="http://schemas.openxmlformats.org/officeDocument/2006/relationships/image" Target="../media/image2422.png"/><Relationship Id="rId376" Type="http://schemas.openxmlformats.org/officeDocument/2006/relationships/customXml" Target="../ink/ink2510.xml"/><Relationship Id="rId541" Type="http://schemas.openxmlformats.org/officeDocument/2006/relationships/customXml" Target="../ink/ink2601.xml"/><Relationship Id="rId4" Type="http://schemas.openxmlformats.org/officeDocument/2006/relationships/customXml" Target="../ink/ink2322.xml"/><Relationship Id="rId180" Type="http://schemas.openxmlformats.org/officeDocument/2006/relationships/customXml" Target="../ink/ink2410.xml"/><Relationship Id="rId236" Type="http://schemas.openxmlformats.org/officeDocument/2006/relationships/customXml" Target="../ink/ink2439.xml"/><Relationship Id="rId278" Type="http://schemas.openxmlformats.org/officeDocument/2006/relationships/customXml" Target="../ink/ink2460.xml"/><Relationship Id="rId401" Type="http://schemas.openxmlformats.org/officeDocument/2006/relationships/image" Target="../media/image2452.png"/><Relationship Id="rId443" Type="http://schemas.openxmlformats.org/officeDocument/2006/relationships/image" Target="../media/image2471.png"/><Relationship Id="rId303" Type="http://schemas.openxmlformats.org/officeDocument/2006/relationships/image" Target="../media/image1467.png"/><Relationship Id="rId485" Type="http://schemas.openxmlformats.org/officeDocument/2006/relationships/customXml" Target="../ink/ink2571.xml"/><Relationship Id="rId42" Type="http://schemas.openxmlformats.org/officeDocument/2006/relationships/customXml" Target="../ink/ink2341.xml"/><Relationship Id="rId84" Type="http://schemas.openxmlformats.org/officeDocument/2006/relationships/customXml" Target="../ink/ink2362.xml"/><Relationship Id="rId138" Type="http://schemas.openxmlformats.org/officeDocument/2006/relationships/customXml" Target="../ink/ink2389.xml"/><Relationship Id="rId345" Type="http://schemas.openxmlformats.org/officeDocument/2006/relationships/customXml" Target="../ink/ink2494.xml"/><Relationship Id="rId387" Type="http://schemas.openxmlformats.org/officeDocument/2006/relationships/image" Target="../media/image2445.png"/><Relationship Id="rId510" Type="http://schemas.openxmlformats.org/officeDocument/2006/relationships/image" Target="../media/image2500.png"/><Relationship Id="rId552" Type="http://schemas.openxmlformats.org/officeDocument/2006/relationships/customXml" Target="../ink/ink2609.xml"/><Relationship Id="rId191" Type="http://schemas.openxmlformats.org/officeDocument/2006/relationships/image" Target="../media/image2359.png"/><Relationship Id="rId205" Type="http://schemas.openxmlformats.org/officeDocument/2006/relationships/customXml" Target="../ink/ink2423.xml"/><Relationship Id="rId247" Type="http://schemas.openxmlformats.org/officeDocument/2006/relationships/image" Target="../media/image2383.png"/><Relationship Id="rId412" Type="http://schemas.openxmlformats.org/officeDocument/2006/relationships/customXml" Target="../ink/ink2530.xml"/><Relationship Id="rId107" Type="http://schemas.openxmlformats.org/officeDocument/2006/relationships/image" Target="../media/image2321.png"/><Relationship Id="rId289" Type="http://schemas.openxmlformats.org/officeDocument/2006/relationships/image" Target="../media/image2403.png"/><Relationship Id="rId454" Type="http://schemas.openxmlformats.org/officeDocument/2006/relationships/customXml" Target="../ink/ink2553.xml"/><Relationship Id="rId496" Type="http://schemas.openxmlformats.org/officeDocument/2006/relationships/customXml" Target="../ink/ink2577.xml"/><Relationship Id="rId11" Type="http://schemas.openxmlformats.org/officeDocument/2006/relationships/image" Target="../media/image2274.png"/><Relationship Id="rId53" Type="http://schemas.openxmlformats.org/officeDocument/2006/relationships/image" Target="../media/image2294.png"/><Relationship Id="rId149" Type="http://schemas.openxmlformats.org/officeDocument/2006/relationships/image" Target="../media/image1668.png"/><Relationship Id="rId314" Type="http://schemas.openxmlformats.org/officeDocument/2006/relationships/customXml" Target="../ink/ink2478.xml"/><Relationship Id="rId356" Type="http://schemas.openxmlformats.org/officeDocument/2006/relationships/customXml" Target="../ink/ink2500.xml"/><Relationship Id="rId398" Type="http://schemas.openxmlformats.org/officeDocument/2006/relationships/customXml" Target="../ink/ink2523.xml"/><Relationship Id="rId521" Type="http://schemas.openxmlformats.org/officeDocument/2006/relationships/image" Target="../media/image402.png"/><Relationship Id="rId95" Type="http://schemas.openxmlformats.org/officeDocument/2006/relationships/image" Target="../media/image2315.png"/><Relationship Id="rId160" Type="http://schemas.openxmlformats.org/officeDocument/2006/relationships/customXml" Target="../ink/ink2400.xml"/><Relationship Id="rId216" Type="http://schemas.openxmlformats.org/officeDocument/2006/relationships/image" Target="../media/image2369.png"/><Relationship Id="rId423" Type="http://schemas.openxmlformats.org/officeDocument/2006/relationships/image" Target="../media/image2462.png"/><Relationship Id="rId258" Type="http://schemas.openxmlformats.org/officeDocument/2006/relationships/customXml" Target="../ink/ink2450.xml"/><Relationship Id="rId465" Type="http://schemas.openxmlformats.org/officeDocument/2006/relationships/customXml" Target="../ink/ink2559.xml"/><Relationship Id="rId22" Type="http://schemas.openxmlformats.org/officeDocument/2006/relationships/customXml" Target="../ink/ink2331.xml"/><Relationship Id="rId64" Type="http://schemas.openxmlformats.org/officeDocument/2006/relationships/customXml" Target="../ink/ink2352.xml"/><Relationship Id="rId118" Type="http://schemas.openxmlformats.org/officeDocument/2006/relationships/customXml" Target="../ink/ink2379.xml"/><Relationship Id="rId325" Type="http://schemas.openxmlformats.org/officeDocument/2006/relationships/customXml" Target="../ink/ink2484.xml"/><Relationship Id="rId367" Type="http://schemas.openxmlformats.org/officeDocument/2006/relationships/image" Target="../media/image2437.png"/><Relationship Id="rId532" Type="http://schemas.openxmlformats.org/officeDocument/2006/relationships/customXml" Target="../ink/ink2596.xml"/><Relationship Id="rId171" Type="http://schemas.openxmlformats.org/officeDocument/2006/relationships/image" Target="../media/image2352.png"/><Relationship Id="rId227" Type="http://schemas.openxmlformats.org/officeDocument/2006/relationships/customXml" Target="../ink/ink2434.xml"/><Relationship Id="rId269" Type="http://schemas.openxmlformats.org/officeDocument/2006/relationships/image" Target="../media/image2393.png"/><Relationship Id="rId434" Type="http://schemas.openxmlformats.org/officeDocument/2006/relationships/customXml" Target="../ink/ink2542.xml"/><Relationship Id="rId476" Type="http://schemas.openxmlformats.org/officeDocument/2006/relationships/customXml" Target="../ink/ink2566.xml"/><Relationship Id="rId33" Type="http://schemas.openxmlformats.org/officeDocument/2006/relationships/image" Target="../media/image2284.png"/><Relationship Id="rId129" Type="http://schemas.openxmlformats.org/officeDocument/2006/relationships/image" Target="../media/image2332.png"/><Relationship Id="rId280" Type="http://schemas.openxmlformats.org/officeDocument/2006/relationships/customXml" Target="../ink/ink2461.xml"/><Relationship Id="rId336" Type="http://schemas.openxmlformats.org/officeDocument/2006/relationships/image" Target="../media/image2423.png"/><Relationship Id="rId501" Type="http://schemas.openxmlformats.org/officeDocument/2006/relationships/customXml" Target="../ink/ink2580.xml"/><Relationship Id="rId543" Type="http://schemas.openxmlformats.org/officeDocument/2006/relationships/customXml" Target="../ink/ink2602.xml"/><Relationship Id="rId75" Type="http://schemas.openxmlformats.org/officeDocument/2006/relationships/image" Target="../media/image2305.png"/><Relationship Id="rId140" Type="http://schemas.openxmlformats.org/officeDocument/2006/relationships/customXml" Target="../ink/ink2390.xml"/><Relationship Id="rId182" Type="http://schemas.openxmlformats.org/officeDocument/2006/relationships/customXml" Target="../ink/ink2411.xml"/><Relationship Id="rId378" Type="http://schemas.openxmlformats.org/officeDocument/2006/relationships/customXml" Target="../ink/ink2512.xml"/><Relationship Id="rId403" Type="http://schemas.openxmlformats.org/officeDocument/2006/relationships/image" Target="../media/image2453.png"/><Relationship Id="rId6" Type="http://schemas.openxmlformats.org/officeDocument/2006/relationships/customXml" Target="../ink/ink2323.xml"/><Relationship Id="rId238" Type="http://schemas.openxmlformats.org/officeDocument/2006/relationships/customXml" Target="../ink/ink2440.xml"/><Relationship Id="rId445" Type="http://schemas.openxmlformats.org/officeDocument/2006/relationships/image" Target="../media/image2472.png"/><Relationship Id="rId487" Type="http://schemas.openxmlformats.org/officeDocument/2006/relationships/customXml" Target="../ink/ink2572.xml"/><Relationship Id="rId291" Type="http://schemas.openxmlformats.org/officeDocument/2006/relationships/image" Target="../media/image2404.png"/><Relationship Id="rId305" Type="http://schemas.openxmlformats.org/officeDocument/2006/relationships/image" Target="../media/image2410.png"/><Relationship Id="rId347" Type="http://schemas.openxmlformats.org/officeDocument/2006/relationships/customXml" Target="../ink/ink2495.xml"/><Relationship Id="rId512" Type="http://schemas.openxmlformats.org/officeDocument/2006/relationships/image" Target="../media/image2501.png"/><Relationship Id="rId44" Type="http://schemas.openxmlformats.org/officeDocument/2006/relationships/customXml" Target="../ink/ink2342.xml"/><Relationship Id="rId86" Type="http://schemas.openxmlformats.org/officeDocument/2006/relationships/customXml" Target="../ink/ink2363.xml"/><Relationship Id="rId151" Type="http://schemas.openxmlformats.org/officeDocument/2006/relationships/image" Target="../media/image2342.png"/><Relationship Id="rId389" Type="http://schemas.openxmlformats.org/officeDocument/2006/relationships/image" Target="../media/image2446.png"/><Relationship Id="rId554" Type="http://schemas.openxmlformats.org/officeDocument/2006/relationships/customXml" Target="../ink/ink2610.xml"/><Relationship Id="rId193" Type="http://schemas.openxmlformats.org/officeDocument/2006/relationships/image" Target="../media/image2360.png"/><Relationship Id="rId207" Type="http://schemas.openxmlformats.org/officeDocument/2006/relationships/customXml" Target="../ink/ink2424.xml"/><Relationship Id="rId249" Type="http://schemas.openxmlformats.org/officeDocument/2006/relationships/image" Target="../media/image2384.png"/><Relationship Id="rId414" Type="http://schemas.openxmlformats.org/officeDocument/2006/relationships/customXml" Target="../ink/ink2531.xml"/><Relationship Id="rId456" Type="http://schemas.openxmlformats.org/officeDocument/2006/relationships/customXml" Target="../ink/ink2554.xml"/><Relationship Id="rId498" Type="http://schemas.openxmlformats.org/officeDocument/2006/relationships/customXml" Target="../ink/ink2578.xml"/><Relationship Id="rId13" Type="http://schemas.openxmlformats.org/officeDocument/2006/relationships/image" Target="../media/image946.png"/><Relationship Id="rId109" Type="http://schemas.openxmlformats.org/officeDocument/2006/relationships/image" Target="../media/image2322.png"/><Relationship Id="rId260" Type="http://schemas.openxmlformats.org/officeDocument/2006/relationships/customXml" Target="../ink/ink2451.xml"/><Relationship Id="rId316" Type="http://schemas.openxmlformats.org/officeDocument/2006/relationships/image" Target="../media/image2415.png"/><Relationship Id="rId523" Type="http://schemas.openxmlformats.org/officeDocument/2006/relationships/image" Target="../media/image2504.png"/><Relationship Id="rId55" Type="http://schemas.openxmlformats.org/officeDocument/2006/relationships/image" Target="../media/image2295.png"/><Relationship Id="rId97" Type="http://schemas.openxmlformats.org/officeDocument/2006/relationships/image" Target="../media/image2316.png"/><Relationship Id="rId120" Type="http://schemas.openxmlformats.org/officeDocument/2006/relationships/customXml" Target="../ink/ink2380.xml"/><Relationship Id="rId358" Type="http://schemas.openxmlformats.org/officeDocument/2006/relationships/customXml" Target="../ink/ink2501.xml"/><Relationship Id="rId162" Type="http://schemas.openxmlformats.org/officeDocument/2006/relationships/customXml" Target="../ink/ink2401.xml"/><Relationship Id="rId218" Type="http://schemas.openxmlformats.org/officeDocument/2006/relationships/image" Target="../media/image2370.png"/><Relationship Id="rId425" Type="http://schemas.openxmlformats.org/officeDocument/2006/relationships/image" Target="../media/image2463.png"/><Relationship Id="rId467" Type="http://schemas.openxmlformats.org/officeDocument/2006/relationships/customXml" Target="../ink/ink2560.xml"/><Relationship Id="rId271" Type="http://schemas.openxmlformats.org/officeDocument/2006/relationships/image" Target="../media/image2394.png"/><Relationship Id="rId24" Type="http://schemas.openxmlformats.org/officeDocument/2006/relationships/customXml" Target="../ink/ink2332.xml"/><Relationship Id="rId66" Type="http://schemas.openxmlformats.org/officeDocument/2006/relationships/customXml" Target="../ink/ink2353.xml"/><Relationship Id="rId131" Type="http://schemas.openxmlformats.org/officeDocument/2006/relationships/image" Target="../media/image2333.png"/><Relationship Id="rId327" Type="http://schemas.openxmlformats.org/officeDocument/2006/relationships/customXml" Target="../ink/ink2485.xml"/><Relationship Id="rId369" Type="http://schemas.openxmlformats.org/officeDocument/2006/relationships/image" Target="../media/image2438.png"/><Relationship Id="rId534" Type="http://schemas.openxmlformats.org/officeDocument/2006/relationships/customXml" Target="../ink/ink2597.xml"/><Relationship Id="rId173" Type="http://schemas.openxmlformats.org/officeDocument/2006/relationships/image" Target="../media/image2353.png"/><Relationship Id="rId229" Type="http://schemas.openxmlformats.org/officeDocument/2006/relationships/customXml" Target="../ink/ink2435.xml"/><Relationship Id="rId380" Type="http://schemas.openxmlformats.org/officeDocument/2006/relationships/image" Target="../media/image2442.png"/><Relationship Id="rId436" Type="http://schemas.openxmlformats.org/officeDocument/2006/relationships/customXml" Target="../ink/ink2543.xml"/><Relationship Id="rId240" Type="http://schemas.openxmlformats.org/officeDocument/2006/relationships/customXml" Target="../ink/ink2441.xml"/><Relationship Id="rId478" Type="http://schemas.openxmlformats.org/officeDocument/2006/relationships/customXml" Target="../ink/ink2567.xml"/><Relationship Id="rId35" Type="http://schemas.openxmlformats.org/officeDocument/2006/relationships/image" Target="../media/image2285.png"/><Relationship Id="rId77" Type="http://schemas.openxmlformats.org/officeDocument/2006/relationships/image" Target="../media/image2306.png"/><Relationship Id="rId100" Type="http://schemas.openxmlformats.org/officeDocument/2006/relationships/customXml" Target="../ink/ink2370.xml"/><Relationship Id="rId282" Type="http://schemas.openxmlformats.org/officeDocument/2006/relationships/customXml" Target="../ink/ink2462.xml"/><Relationship Id="rId338" Type="http://schemas.openxmlformats.org/officeDocument/2006/relationships/image" Target="../media/image2424.png"/><Relationship Id="rId503" Type="http://schemas.openxmlformats.org/officeDocument/2006/relationships/customXml" Target="../ink/ink2581.xml"/><Relationship Id="rId545" Type="http://schemas.openxmlformats.org/officeDocument/2006/relationships/image" Target="../media/image2514.png"/><Relationship Id="rId8" Type="http://schemas.openxmlformats.org/officeDocument/2006/relationships/customXml" Target="../ink/ink2324.xml"/><Relationship Id="rId142" Type="http://schemas.openxmlformats.org/officeDocument/2006/relationships/customXml" Target="../ink/ink2391.xml"/><Relationship Id="rId184" Type="http://schemas.openxmlformats.org/officeDocument/2006/relationships/customXml" Target="../ink/ink2412.xml"/><Relationship Id="rId391" Type="http://schemas.openxmlformats.org/officeDocument/2006/relationships/image" Target="../media/image2447.png"/><Relationship Id="rId405" Type="http://schemas.openxmlformats.org/officeDocument/2006/relationships/image" Target="../media/image2454.png"/><Relationship Id="rId447" Type="http://schemas.openxmlformats.org/officeDocument/2006/relationships/image" Target="../media/image2473.png"/><Relationship Id="rId251" Type="http://schemas.openxmlformats.org/officeDocument/2006/relationships/image" Target="../media/image2385.png"/><Relationship Id="rId489" Type="http://schemas.openxmlformats.org/officeDocument/2006/relationships/image" Target="../media/image2490.png"/><Relationship Id="rId46" Type="http://schemas.openxmlformats.org/officeDocument/2006/relationships/customXml" Target="../ink/ink2343.xml"/><Relationship Id="rId293" Type="http://schemas.openxmlformats.org/officeDocument/2006/relationships/image" Target="../media/image2405.png"/><Relationship Id="rId307" Type="http://schemas.openxmlformats.org/officeDocument/2006/relationships/image" Target="../media/image2411.png"/><Relationship Id="rId349" Type="http://schemas.openxmlformats.org/officeDocument/2006/relationships/image" Target="../media/image1255.png"/><Relationship Id="rId514" Type="http://schemas.openxmlformats.org/officeDocument/2006/relationships/image" Target="../media/image2502.png"/><Relationship Id="rId556" Type="http://schemas.openxmlformats.org/officeDocument/2006/relationships/customXml" Target="../ink/ink2611.xml"/><Relationship Id="rId88" Type="http://schemas.openxmlformats.org/officeDocument/2006/relationships/customXml" Target="../ink/ink2364.xml"/><Relationship Id="rId111" Type="http://schemas.openxmlformats.org/officeDocument/2006/relationships/image" Target="../media/image2323.png"/><Relationship Id="rId153" Type="http://schemas.openxmlformats.org/officeDocument/2006/relationships/image" Target="../media/image2343.png"/><Relationship Id="rId195" Type="http://schemas.openxmlformats.org/officeDocument/2006/relationships/image" Target="../media/image2361.png"/><Relationship Id="rId209" Type="http://schemas.openxmlformats.org/officeDocument/2006/relationships/customXml" Target="../ink/ink2425.xml"/><Relationship Id="rId360" Type="http://schemas.openxmlformats.org/officeDocument/2006/relationships/customXml" Target="../ink/ink2502.xml"/><Relationship Id="rId416" Type="http://schemas.openxmlformats.org/officeDocument/2006/relationships/customXml" Target="../ink/ink2532.xml"/><Relationship Id="rId220" Type="http://schemas.openxmlformats.org/officeDocument/2006/relationships/image" Target="../media/image2371.png"/><Relationship Id="rId458" Type="http://schemas.openxmlformats.org/officeDocument/2006/relationships/customXml" Target="../ink/ink2555.xml"/><Relationship Id="rId15" Type="http://schemas.openxmlformats.org/officeDocument/2006/relationships/image" Target="../media/image2275.png"/><Relationship Id="rId57" Type="http://schemas.openxmlformats.org/officeDocument/2006/relationships/image" Target="../media/image2296.png"/><Relationship Id="rId262" Type="http://schemas.openxmlformats.org/officeDocument/2006/relationships/customXml" Target="../ink/ink2452.xml"/><Relationship Id="rId318" Type="http://schemas.openxmlformats.org/officeDocument/2006/relationships/image" Target="../media/image2416.png"/><Relationship Id="rId525" Type="http://schemas.openxmlformats.org/officeDocument/2006/relationships/image" Target="../media/image2505.png"/><Relationship Id="rId99" Type="http://schemas.openxmlformats.org/officeDocument/2006/relationships/image" Target="../media/image2317.png"/><Relationship Id="rId122" Type="http://schemas.openxmlformats.org/officeDocument/2006/relationships/customXml" Target="../ink/ink2381.xml"/><Relationship Id="rId164" Type="http://schemas.openxmlformats.org/officeDocument/2006/relationships/customXml" Target="../ink/ink2402.xml"/><Relationship Id="rId371" Type="http://schemas.openxmlformats.org/officeDocument/2006/relationships/image" Target="../media/image2439.png"/><Relationship Id="rId427" Type="http://schemas.openxmlformats.org/officeDocument/2006/relationships/image" Target="../media/image2464.png"/><Relationship Id="rId469" Type="http://schemas.openxmlformats.org/officeDocument/2006/relationships/image" Target="../media/image2482.png"/><Relationship Id="rId26" Type="http://schemas.openxmlformats.org/officeDocument/2006/relationships/customXml" Target="../ink/ink2333.xml"/><Relationship Id="rId231" Type="http://schemas.openxmlformats.org/officeDocument/2006/relationships/customXml" Target="../ink/ink2436.xml"/><Relationship Id="rId273" Type="http://schemas.openxmlformats.org/officeDocument/2006/relationships/image" Target="../media/image2395.png"/><Relationship Id="rId329" Type="http://schemas.openxmlformats.org/officeDocument/2006/relationships/customXml" Target="../ink/ink2486.xml"/><Relationship Id="rId480" Type="http://schemas.openxmlformats.org/officeDocument/2006/relationships/customXml" Target="../ink/ink2568.xml"/><Relationship Id="rId536" Type="http://schemas.openxmlformats.org/officeDocument/2006/relationships/customXml" Target="../ink/ink2598.xml"/><Relationship Id="rId68" Type="http://schemas.openxmlformats.org/officeDocument/2006/relationships/customXml" Target="../ink/ink2354.xml"/><Relationship Id="rId133" Type="http://schemas.openxmlformats.org/officeDocument/2006/relationships/image" Target="../media/image2334.png"/><Relationship Id="rId175" Type="http://schemas.openxmlformats.org/officeDocument/2006/relationships/image" Target="../media/image2354.png"/><Relationship Id="rId340" Type="http://schemas.openxmlformats.org/officeDocument/2006/relationships/image" Target="../media/image2425.png"/><Relationship Id="rId200" Type="http://schemas.openxmlformats.org/officeDocument/2006/relationships/image" Target="../media/image2363.png"/><Relationship Id="rId382" Type="http://schemas.openxmlformats.org/officeDocument/2006/relationships/customXml" Target="../ink/ink2515.xml"/><Relationship Id="rId438" Type="http://schemas.openxmlformats.org/officeDocument/2006/relationships/customXml" Target="../ink/ink2544.xml"/><Relationship Id="rId242" Type="http://schemas.openxmlformats.org/officeDocument/2006/relationships/customXml" Target="../ink/ink2442.xml"/><Relationship Id="rId284" Type="http://schemas.openxmlformats.org/officeDocument/2006/relationships/customXml" Target="../ink/ink2463.xml"/><Relationship Id="rId491" Type="http://schemas.openxmlformats.org/officeDocument/2006/relationships/image" Target="../media/image2491.png"/><Relationship Id="rId505" Type="http://schemas.openxmlformats.org/officeDocument/2006/relationships/customXml" Target="../ink/ink2582.xml"/><Relationship Id="rId37" Type="http://schemas.openxmlformats.org/officeDocument/2006/relationships/image" Target="../media/image2286.png"/><Relationship Id="rId79" Type="http://schemas.openxmlformats.org/officeDocument/2006/relationships/image" Target="../media/image2307.png"/><Relationship Id="rId102" Type="http://schemas.openxmlformats.org/officeDocument/2006/relationships/customXml" Target="../ink/ink2371.xml"/><Relationship Id="rId144" Type="http://schemas.openxmlformats.org/officeDocument/2006/relationships/customXml" Target="../ink/ink2392.xml"/><Relationship Id="rId547" Type="http://schemas.openxmlformats.org/officeDocument/2006/relationships/customXml" Target="../ink/ink2605.xml"/><Relationship Id="rId90" Type="http://schemas.openxmlformats.org/officeDocument/2006/relationships/customXml" Target="../ink/ink2365.xml"/><Relationship Id="rId186" Type="http://schemas.openxmlformats.org/officeDocument/2006/relationships/customXml" Target="../ink/ink2413.xml"/><Relationship Id="rId351" Type="http://schemas.openxmlformats.org/officeDocument/2006/relationships/image" Target="../media/image2429.png"/><Relationship Id="rId393" Type="http://schemas.openxmlformats.org/officeDocument/2006/relationships/image" Target="../media/image2448.png"/><Relationship Id="rId407" Type="http://schemas.openxmlformats.org/officeDocument/2006/relationships/image" Target="../media/image2455.png"/><Relationship Id="rId449" Type="http://schemas.openxmlformats.org/officeDocument/2006/relationships/image" Target="../media/image2474.png"/><Relationship Id="rId211" Type="http://schemas.openxmlformats.org/officeDocument/2006/relationships/customXml" Target="../ink/ink2426.xml"/><Relationship Id="rId253" Type="http://schemas.openxmlformats.org/officeDocument/2006/relationships/image" Target="../media/image2386.png"/><Relationship Id="rId295" Type="http://schemas.openxmlformats.org/officeDocument/2006/relationships/image" Target="../media/image2406.png"/><Relationship Id="rId309" Type="http://schemas.openxmlformats.org/officeDocument/2006/relationships/image" Target="../media/image2412.png"/><Relationship Id="rId460" Type="http://schemas.openxmlformats.org/officeDocument/2006/relationships/customXml" Target="../ink/ink2556.xml"/><Relationship Id="rId516" Type="http://schemas.openxmlformats.org/officeDocument/2006/relationships/image" Target="../media/image2503.png"/><Relationship Id="rId48" Type="http://schemas.openxmlformats.org/officeDocument/2006/relationships/customXml" Target="../ink/ink2344.xml"/><Relationship Id="rId113" Type="http://schemas.openxmlformats.org/officeDocument/2006/relationships/image" Target="../media/image2324.png"/><Relationship Id="rId320" Type="http://schemas.openxmlformats.org/officeDocument/2006/relationships/image" Target="../media/image2417.png"/><Relationship Id="rId558" Type="http://schemas.openxmlformats.org/officeDocument/2006/relationships/customXml" Target="../ink/ink2612.xml"/><Relationship Id="rId155" Type="http://schemas.openxmlformats.org/officeDocument/2006/relationships/image" Target="../media/image2344.png"/><Relationship Id="rId197" Type="http://schemas.openxmlformats.org/officeDocument/2006/relationships/image" Target="../media/image2362.png"/><Relationship Id="rId362" Type="http://schemas.openxmlformats.org/officeDocument/2006/relationships/customXml" Target="../ink/ink2503.xml"/><Relationship Id="rId418" Type="http://schemas.openxmlformats.org/officeDocument/2006/relationships/customXml" Target="../ink/ink2533.xml"/><Relationship Id="rId222" Type="http://schemas.openxmlformats.org/officeDocument/2006/relationships/image" Target="../media/image2372.png"/><Relationship Id="rId264" Type="http://schemas.openxmlformats.org/officeDocument/2006/relationships/customXml" Target="../ink/ink2453.xml"/><Relationship Id="rId471" Type="http://schemas.openxmlformats.org/officeDocument/2006/relationships/customXml" Target="../ink/ink2563.xml"/><Relationship Id="rId17" Type="http://schemas.openxmlformats.org/officeDocument/2006/relationships/image" Target="../media/image2276.png"/><Relationship Id="rId59" Type="http://schemas.openxmlformats.org/officeDocument/2006/relationships/image" Target="../media/image2297.png"/><Relationship Id="rId124" Type="http://schemas.openxmlformats.org/officeDocument/2006/relationships/customXml" Target="../ink/ink2382.xml"/><Relationship Id="rId527" Type="http://schemas.openxmlformats.org/officeDocument/2006/relationships/image" Target="../media/image2506.png"/><Relationship Id="rId70" Type="http://schemas.openxmlformats.org/officeDocument/2006/relationships/customXml" Target="../ink/ink2355.xml"/><Relationship Id="rId166" Type="http://schemas.openxmlformats.org/officeDocument/2006/relationships/customXml" Target="../ink/ink2403.xml"/><Relationship Id="rId331" Type="http://schemas.openxmlformats.org/officeDocument/2006/relationships/customXml" Target="../ink/ink2487.xml"/><Relationship Id="rId373" Type="http://schemas.openxmlformats.org/officeDocument/2006/relationships/image" Target="../media/image2440.png"/><Relationship Id="rId429" Type="http://schemas.openxmlformats.org/officeDocument/2006/relationships/image" Target="../media/image2465.png"/><Relationship Id="rId1" Type="http://schemas.openxmlformats.org/officeDocument/2006/relationships/slideLayout" Target="../slideLayouts/slideLayout7.xml"/><Relationship Id="rId233" Type="http://schemas.openxmlformats.org/officeDocument/2006/relationships/customXml" Target="../ink/ink2437.xml"/><Relationship Id="rId440" Type="http://schemas.openxmlformats.org/officeDocument/2006/relationships/image" Target="../media/image2470.png"/><Relationship Id="rId28" Type="http://schemas.openxmlformats.org/officeDocument/2006/relationships/customXml" Target="../ink/ink2334.xml"/><Relationship Id="rId275" Type="http://schemas.openxmlformats.org/officeDocument/2006/relationships/image" Target="../media/image2396.png"/><Relationship Id="rId300" Type="http://schemas.openxmlformats.org/officeDocument/2006/relationships/customXml" Target="../ink/ink2471.xml"/><Relationship Id="rId482" Type="http://schemas.openxmlformats.org/officeDocument/2006/relationships/customXml" Target="../ink/ink2569.xml"/><Relationship Id="rId538" Type="http://schemas.openxmlformats.org/officeDocument/2006/relationships/customXml" Target="../ink/ink2599.xml"/><Relationship Id="rId81" Type="http://schemas.openxmlformats.org/officeDocument/2006/relationships/image" Target="../media/image2308.png"/><Relationship Id="rId135" Type="http://schemas.openxmlformats.org/officeDocument/2006/relationships/image" Target="../media/image2335.png"/><Relationship Id="rId177" Type="http://schemas.openxmlformats.org/officeDocument/2006/relationships/image" Target="../media/image2355.png"/><Relationship Id="rId342" Type="http://schemas.openxmlformats.org/officeDocument/2006/relationships/image" Target="../media/image2426.png"/><Relationship Id="rId384" Type="http://schemas.openxmlformats.org/officeDocument/2006/relationships/customXml" Target="../ink/ink2516.xml"/><Relationship Id="rId202" Type="http://schemas.openxmlformats.org/officeDocument/2006/relationships/image" Target="../media/image2364.png"/><Relationship Id="rId244" Type="http://schemas.openxmlformats.org/officeDocument/2006/relationships/customXml" Target="../ink/ink2443.xml"/><Relationship Id="rId39" Type="http://schemas.openxmlformats.org/officeDocument/2006/relationships/image" Target="../media/image2287.png"/><Relationship Id="rId286" Type="http://schemas.openxmlformats.org/officeDocument/2006/relationships/customXml" Target="../ink/ink2464.xml"/><Relationship Id="rId451" Type="http://schemas.openxmlformats.org/officeDocument/2006/relationships/image" Target="../media/image2475.png"/><Relationship Id="rId493" Type="http://schemas.openxmlformats.org/officeDocument/2006/relationships/image" Target="../media/image2492.png"/><Relationship Id="rId507" Type="http://schemas.openxmlformats.org/officeDocument/2006/relationships/customXml" Target="../ink/ink2583.xml"/><Relationship Id="rId549" Type="http://schemas.openxmlformats.org/officeDocument/2006/relationships/image" Target="../media/image2515.png"/><Relationship Id="rId50" Type="http://schemas.openxmlformats.org/officeDocument/2006/relationships/customXml" Target="../ink/ink2345.xml"/><Relationship Id="rId104" Type="http://schemas.openxmlformats.org/officeDocument/2006/relationships/customXml" Target="../ink/ink2372.xml"/><Relationship Id="rId146" Type="http://schemas.openxmlformats.org/officeDocument/2006/relationships/customXml" Target="../ink/ink2393.xml"/><Relationship Id="rId188" Type="http://schemas.openxmlformats.org/officeDocument/2006/relationships/customXml" Target="../ink/ink2414.xml"/><Relationship Id="rId311" Type="http://schemas.openxmlformats.org/officeDocument/2006/relationships/image" Target="../media/image2413.png"/><Relationship Id="rId353" Type="http://schemas.openxmlformats.org/officeDocument/2006/relationships/image" Target="../media/image2430.png"/><Relationship Id="rId395" Type="http://schemas.openxmlformats.org/officeDocument/2006/relationships/image" Target="../media/image2449.png"/><Relationship Id="rId409" Type="http://schemas.openxmlformats.org/officeDocument/2006/relationships/image" Target="../media/image2456.png"/><Relationship Id="rId560" Type="http://schemas.openxmlformats.org/officeDocument/2006/relationships/customXml" Target="../ink/ink2613.xml"/><Relationship Id="rId92" Type="http://schemas.openxmlformats.org/officeDocument/2006/relationships/customXml" Target="../ink/ink2366.xml"/><Relationship Id="rId213" Type="http://schemas.openxmlformats.org/officeDocument/2006/relationships/customXml" Target="../ink/ink2427.xml"/><Relationship Id="rId420" Type="http://schemas.openxmlformats.org/officeDocument/2006/relationships/customXml" Target="../ink/ink2535.xml"/><Relationship Id="rId255" Type="http://schemas.openxmlformats.org/officeDocument/2006/relationships/image" Target="../media/image2387.png"/><Relationship Id="rId297" Type="http://schemas.openxmlformats.org/officeDocument/2006/relationships/image" Target="../media/image2407.png"/><Relationship Id="rId462" Type="http://schemas.openxmlformats.org/officeDocument/2006/relationships/image" Target="../media/image460.png"/><Relationship Id="rId518" Type="http://schemas.openxmlformats.org/officeDocument/2006/relationships/customXml" Target="../ink/ink2589.xml"/><Relationship Id="rId115" Type="http://schemas.openxmlformats.org/officeDocument/2006/relationships/image" Target="../media/image2325.png"/><Relationship Id="rId157" Type="http://schemas.openxmlformats.org/officeDocument/2006/relationships/image" Target="../media/image2345.png"/><Relationship Id="rId322" Type="http://schemas.openxmlformats.org/officeDocument/2006/relationships/image" Target="../media/image2418.png"/><Relationship Id="rId364" Type="http://schemas.openxmlformats.org/officeDocument/2006/relationships/customXml" Target="../ink/ink2504.xml"/><Relationship Id="rId61" Type="http://schemas.openxmlformats.org/officeDocument/2006/relationships/image" Target="../media/image2298.png"/><Relationship Id="rId199" Type="http://schemas.openxmlformats.org/officeDocument/2006/relationships/customXml" Target="../ink/ink2420.xml"/><Relationship Id="rId19" Type="http://schemas.openxmlformats.org/officeDocument/2006/relationships/image" Target="../media/image2277.png"/><Relationship Id="rId224" Type="http://schemas.openxmlformats.org/officeDocument/2006/relationships/image" Target="../media/image2373.png"/><Relationship Id="rId266" Type="http://schemas.openxmlformats.org/officeDocument/2006/relationships/customXml" Target="../ink/ink2454.xml"/><Relationship Id="rId431" Type="http://schemas.openxmlformats.org/officeDocument/2006/relationships/image" Target="../media/image2466.png"/><Relationship Id="rId473" Type="http://schemas.openxmlformats.org/officeDocument/2006/relationships/image" Target="../media/image2483.png"/><Relationship Id="rId529" Type="http://schemas.openxmlformats.org/officeDocument/2006/relationships/image" Target="../media/image2507.png"/><Relationship Id="rId30" Type="http://schemas.openxmlformats.org/officeDocument/2006/relationships/customXml" Target="../ink/ink2335.xml"/><Relationship Id="rId126" Type="http://schemas.openxmlformats.org/officeDocument/2006/relationships/customXml" Target="../ink/ink2383.xml"/><Relationship Id="rId168" Type="http://schemas.openxmlformats.org/officeDocument/2006/relationships/customXml" Target="../ink/ink2404.xml"/><Relationship Id="rId333" Type="http://schemas.openxmlformats.org/officeDocument/2006/relationships/customXml" Target="../ink/ink2488.xml"/><Relationship Id="rId540" Type="http://schemas.openxmlformats.org/officeDocument/2006/relationships/customXml" Target="../ink/ink2600.xml"/><Relationship Id="rId72" Type="http://schemas.openxmlformats.org/officeDocument/2006/relationships/customXml" Target="../ink/ink2356.xml"/><Relationship Id="rId375" Type="http://schemas.openxmlformats.org/officeDocument/2006/relationships/image" Target="../media/image2441.png"/><Relationship Id="rId3" Type="http://schemas.openxmlformats.org/officeDocument/2006/relationships/image" Target="../media/image2270.png"/><Relationship Id="rId235" Type="http://schemas.openxmlformats.org/officeDocument/2006/relationships/customXml" Target="../ink/ink2438.xml"/><Relationship Id="rId277" Type="http://schemas.openxmlformats.org/officeDocument/2006/relationships/image" Target="../media/image2397.png"/><Relationship Id="rId400" Type="http://schemas.openxmlformats.org/officeDocument/2006/relationships/customXml" Target="../ink/ink2524.xml"/><Relationship Id="rId442" Type="http://schemas.openxmlformats.org/officeDocument/2006/relationships/customXml" Target="../ink/ink2547.xml"/><Relationship Id="rId484" Type="http://schemas.openxmlformats.org/officeDocument/2006/relationships/customXml" Target="../ink/ink2570.xml"/><Relationship Id="rId137" Type="http://schemas.openxmlformats.org/officeDocument/2006/relationships/image" Target="../media/image2336.png"/><Relationship Id="rId302" Type="http://schemas.openxmlformats.org/officeDocument/2006/relationships/customXml" Target="../ink/ink2472.xml"/><Relationship Id="rId344" Type="http://schemas.openxmlformats.org/officeDocument/2006/relationships/image" Target="../media/image2427.png"/><Relationship Id="rId41" Type="http://schemas.openxmlformats.org/officeDocument/2006/relationships/image" Target="../media/image2288.png"/><Relationship Id="rId83" Type="http://schemas.openxmlformats.org/officeDocument/2006/relationships/image" Target="../media/image2309.png"/><Relationship Id="rId179" Type="http://schemas.openxmlformats.org/officeDocument/2006/relationships/image" Target="../media/image2356.png"/><Relationship Id="rId386" Type="http://schemas.openxmlformats.org/officeDocument/2006/relationships/customXml" Target="../ink/ink2517.xml"/><Relationship Id="rId551" Type="http://schemas.openxmlformats.org/officeDocument/2006/relationships/customXml" Target="../ink/ink2608.xml"/><Relationship Id="rId190" Type="http://schemas.openxmlformats.org/officeDocument/2006/relationships/customXml" Target="../ink/ink2415.xml"/><Relationship Id="rId204" Type="http://schemas.openxmlformats.org/officeDocument/2006/relationships/image" Target="../media/image2365.png"/><Relationship Id="rId246" Type="http://schemas.openxmlformats.org/officeDocument/2006/relationships/customXml" Target="../ink/ink2444.xml"/><Relationship Id="rId288" Type="http://schemas.openxmlformats.org/officeDocument/2006/relationships/customXml" Target="../ink/ink2465.xml"/><Relationship Id="rId411" Type="http://schemas.openxmlformats.org/officeDocument/2006/relationships/image" Target="../media/image2457.png"/><Relationship Id="rId453" Type="http://schemas.openxmlformats.org/officeDocument/2006/relationships/image" Target="../media/image2476.png"/><Relationship Id="rId509" Type="http://schemas.openxmlformats.org/officeDocument/2006/relationships/customXml" Target="../ink/ink2584.xml"/><Relationship Id="rId106" Type="http://schemas.openxmlformats.org/officeDocument/2006/relationships/customXml" Target="../ink/ink2373.xml"/><Relationship Id="rId313" Type="http://schemas.openxmlformats.org/officeDocument/2006/relationships/image" Target="../media/image2414.png"/><Relationship Id="rId495" Type="http://schemas.openxmlformats.org/officeDocument/2006/relationships/image" Target="../media/image2493.png"/><Relationship Id="rId10" Type="http://schemas.openxmlformats.org/officeDocument/2006/relationships/customXml" Target="../ink/ink2325.xml"/><Relationship Id="rId52" Type="http://schemas.openxmlformats.org/officeDocument/2006/relationships/customXml" Target="../ink/ink2346.xml"/><Relationship Id="rId94" Type="http://schemas.openxmlformats.org/officeDocument/2006/relationships/customXml" Target="../ink/ink2367.xml"/><Relationship Id="rId148" Type="http://schemas.openxmlformats.org/officeDocument/2006/relationships/customXml" Target="../ink/ink2394.xml"/><Relationship Id="rId355" Type="http://schemas.openxmlformats.org/officeDocument/2006/relationships/image" Target="../media/image2431.png"/><Relationship Id="rId397" Type="http://schemas.openxmlformats.org/officeDocument/2006/relationships/image" Target="../media/image2450.png"/><Relationship Id="rId520" Type="http://schemas.openxmlformats.org/officeDocument/2006/relationships/customXml" Target="../ink/ink2590.xml"/><Relationship Id="rId562" Type="http://schemas.openxmlformats.org/officeDocument/2006/relationships/image" Target="../media/image628.png"/><Relationship Id="rId215" Type="http://schemas.openxmlformats.org/officeDocument/2006/relationships/customXml" Target="../ink/ink2428.xml"/><Relationship Id="rId257" Type="http://schemas.openxmlformats.org/officeDocument/2006/relationships/image" Target="../media/image2388.png"/><Relationship Id="rId422" Type="http://schemas.openxmlformats.org/officeDocument/2006/relationships/customXml" Target="../ink/ink2536.xml"/><Relationship Id="rId464" Type="http://schemas.openxmlformats.org/officeDocument/2006/relationships/image" Target="../media/image2480.png"/><Relationship Id="rId299" Type="http://schemas.openxmlformats.org/officeDocument/2006/relationships/image" Target="../media/image2408.png"/><Relationship Id="rId63" Type="http://schemas.openxmlformats.org/officeDocument/2006/relationships/image" Target="../media/image2299.png"/><Relationship Id="rId159" Type="http://schemas.openxmlformats.org/officeDocument/2006/relationships/image" Target="../media/image2346.png"/><Relationship Id="rId366" Type="http://schemas.openxmlformats.org/officeDocument/2006/relationships/customXml" Target="../ink/ink2505.xml"/><Relationship Id="rId226" Type="http://schemas.openxmlformats.org/officeDocument/2006/relationships/image" Target="../media/image2374.png"/><Relationship Id="rId433" Type="http://schemas.openxmlformats.org/officeDocument/2006/relationships/image" Target="../media/image2467.png"/><Relationship Id="rId74" Type="http://schemas.openxmlformats.org/officeDocument/2006/relationships/customXml" Target="../ink/ink2357.xml"/><Relationship Id="rId377" Type="http://schemas.openxmlformats.org/officeDocument/2006/relationships/customXml" Target="../ink/ink2511.xml"/><Relationship Id="rId500" Type="http://schemas.openxmlformats.org/officeDocument/2006/relationships/customXml" Target="../ink/ink2579.xml"/><Relationship Id="rId5" Type="http://schemas.openxmlformats.org/officeDocument/2006/relationships/image" Target="../media/image2271.png"/><Relationship Id="rId237" Type="http://schemas.openxmlformats.org/officeDocument/2006/relationships/image" Target="../media/image377.png"/><Relationship Id="rId444" Type="http://schemas.openxmlformats.org/officeDocument/2006/relationships/customXml" Target="../ink/ink2548.xml"/><Relationship Id="rId290" Type="http://schemas.openxmlformats.org/officeDocument/2006/relationships/customXml" Target="../ink/ink2466.xml"/><Relationship Id="rId304" Type="http://schemas.openxmlformats.org/officeDocument/2006/relationships/customXml" Target="../ink/ink2473.xml"/><Relationship Id="rId388" Type="http://schemas.openxmlformats.org/officeDocument/2006/relationships/customXml" Target="../ink/ink2518.xml"/><Relationship Id="rId511" Type="http://schemas.openxmlformats.org/officeDocument/2006/relationships/customXml" Target="../ink/ink2585.xml"/><Relationship Id="rId85" Type="http://schemas.openxmlformats.org/officeDocument/2006/relationships/image" Target="../media/image2310.png"/><Relationship Id="rId150" Type="http://schemas.openxmlformats.org/officeDocument/2006/relationships/customXml" Target="../ink/ink2395.xml"/><Relationship Id="rId248" Type="http://schemas.openxmlformats.org/officeDocument/2006/relationships/customXml" Target="../ink/ink2445.xml"/><Relationship Id="rId455" Type="http://schemas.openxmlformats.org/officeDocument/2006/relationships/image" Target="../media/image2477.png"/><Relationship Id="rId12" Type="http://schemas.openxmlformats.org/officeDocument/2006/relationships/customXml" Target="../ink/ink2326.xml"/><Relationship Id="rId108" Type="http://schemas.openxmlformats.org/officeDocument/2006/relationships/customXml" Target="../ink/ink2374.xml"/><Relationship Id="rId315" Type="http://schemas.openxmlformats.org/officeDocument/2006/relationships/customXml" Target="../ink/ink2479.xml"/><Relationship Id="rId522" Type="http://schemas.openxmlformats.org/officeDocument/2006/relationships/customXml" Target="../ink/ink2591.xml"/><Relationship Id="rId96" Type="http://schemas.openxmlformats.org/officeDocument/2006/relationships/customXml" Target="../ink/ink2368.xml"/><Relationship Id="rId161" Type="http://schemas.openxmlformats.org/officeDocument/2006/relationships/image" Target="../media/image2347.png"/><Relationship Id="rId399" Type="http://schemas.openxmlformats.org/officeDocument/2006/relationships/image" Target="../media/image2451.png"/><Relationship Id="rId259" Type="http://schemas.openxmlformats.org/officeDocument/2006/relationships/image" Target="../media/image2389.png"/><Relationship Id="rId466" Type="http://schemas.openxmlformats.org/officeDocument/2006/relationships/image" Target="../media/image2481.png"/></Relationships>
</file>

<file path=ppt/slides/_rels/slide15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2575.png"/><Relationship Id="rId21" Type="http://schemas.openxmlformats.org/officeDocument/2006/relationships/image" Target="../media/image2527.png"/><Relationship Id="rId42" Type="http://schemas.openxmlformats.org/officeDocument/2006/relationships/customXml" Target="../ink/ink2635.xml"/><Relationship Id="rId63" Type="http://schemas.openxmlformats.org/officeDocument/2006/relationships/image" Target="../media/image2548.png"/><Relationship Id="rId84" Type="http://schemas.openxmlformats.org/officeDocument/2006/relationships/customXml" Target="../ink/ink2656.xml"/><Relationship Id="rId138" Type="http://schemas.openxmlformats.org/officeDocument/2006/relationships/customXml" Target="../ink/ink2683.xml"/><Relationship Id="rId159" Type="http://schemas.openxmlformats.org/officeDocument/2006/relationships/image" Target="../media/image2596.png"/><Relationship Id="rId170" Type="http://schemas.openxmlformats.org/officeDocument/2006/relationships/customXml" Target="../ink/ink2699.xml"/><Relationship Id="rId191" Type="http://schemas.openxmlformats.org/officeDocument/2006/relationships/image" Target="../media/image2611.png"/><Relationship Id="rId205" Type="http://schemas.openxmlformats.org/officeDocument/2006/relationships/customXml" Target="../ink/ink2718.xml"/><Relationship Id="rId107" Type="http://schemas.openxmlformats.org/officeDocument/2006/relationships/image" Target="../media/image2570.png"/><Relationship Id="rId11" Type="http://schemas.openxmlformats.org/officeDocument/2006/relationships/image" Target="../media/image2522.png"/><Relationship Id="rId32" Type="http://schemas.openxmlformats.org/officeDocument/2006/relationships/customXml" Target="../ink/ink2630.xml"/><Relationship Id="rId53" Type="http://schemas.openxmlformats.org/officeDocument/2006/relationships/image" Target="../media/image2543.png"/><Relationship Id="rId74" Type="http://schemas.openxmlformats.org/officeDocument/2006/relationships/customXml" Target="../ink/ink2651.xml"/><Relationship Id="rId128" Type="http://schemas.openxmlformats.org/officeDocument/2006/relationships/customXml" Target="../ink/ink2678.xml"/><Relationship Id="rId149" Type="http://schemas.openxmlformats.org/officeDocument/2006/relationships/image" Target="../media/image2591.png"/><Relationship Id="rId5" Type="http://schemas.openxmlformats.org/officeDocument/2006/relationships/image" Target="../media/image2520.png"/><Relationship Id="rId95" Type="http://schemas.openxmlformats.org/officeDocument/2006/relationships/image" Target="../media/image2564.png"/><Relationship Id="rId160" Type="http://schemas.openxmlformats.org/officeDocument/2006/relationships/customXml" Target="../ink/ink2694.xml"/><Relationship Id="rId181" Type="http://schemas.openxmlformats.org/officeDocument/2006/relationships/image" Target="../media/image2606.png"/><Relationship Id="rId22" Type="http://schemas.openxmlformats.org/officeDocument/2006/relationships/customXml" Target="../ink/ink2625.xml"/><Relationship Id="rId43" Type="http://schemas.openxmlformats.org/officeDocument/2006/relationships/image" Target="../media/image2538.png"/><Relationship Id="rId64" Type="http://schemas.openxmlformats.org/officeDocument/2006/relationships/customXml" Target="../ink/ink2646.xml"/><Relationship Id="rId118" Type="http://schemas.openxmlformats.org/officeDocument/2006/relationships/customXml" Target="../ink/ink2673.xml"/><Relationship Id="rId139" Type="http://schemas.openxmlformats.org/officeDocument/2006/relationships/image" Target="../media/image2586.png"/><Relationship Id="rId85" Type="http://schemas.openxmlformats.org/officeDocument/2006/relationships/image" Target="../media/image2559.png"/><Relationship Id="rId150" Type="http://schemas.openxmlformats.org/officeDocument/2006/relationships/customXml" Target="../ink/ink2689.xml"/><Relationship Id="rId171" Type="http://schemas.openxmlformats.org/officeDocument/2006/relationships/image" Target="../media/image2602.png"/><Relationship Id="rId192" Type="http://schemas.openxmlformats.org/officeDocument/2006/relationships/customXml" Target="../ink/ink2711.xml"/><Relationship Id="rId12" Type="http://schemas.openxmlformats.org/officeDocument/2006/relationships/customXml" Target="../ink/ink2620.xml"/><Relationship Id="rId33" Type="http://schemas.openxmlformats.org/officeDocument/2006/relationships/image" Target="../media/image2533.png"/><Relationship Id="rId108" Type="http://schemas.openxmlformats.org/officeDocument/2006/relationships/customXml" Target="../ink/ink2668.xml"/><Relationship Id="rId129" Type="http://schemas.openxmlformats.org/officeDocument/2006/relationships/image" Target="../media/image2581.png"/><Relationship Id="rId54" Type="http://schemas.openxmlformats.org/officeDocument/2006/relationships/customXml" Target="../ink/ink2641.xml"/><Relationship Id="rId75" Type="http://schemas.openxmlformats.org/officeDocument/2006/relationships/image" Target="../media/image2554.png"/><Relationship Id="rId96" Type="http://schemas.openxmlformats.org/officeDocument/2006/relationships/customXml" Target="../ink/ink2662.xml"/><Relationship Id="rId140" Type="http://schemas.openxmlformats.org/officeDocument/2006/relationships/customXml" Target="../ink/ink2684.xml"/><Relationship Id="rId161" Type="http://schemas.openxmlformats.org/officeDocument/2006/relationships/image" Target="../media/image2597.png"/><Relationship Id="rId182" Type="http://schemas.openxmlformats.org/officeDocument/2006/relationships/customXml" Target="../ink/ink2706.xml"/><Relationship Id="rId6" Type="http://schemas.openxmlformats.org/officeDocument/2006/relationships/customXml" Target="../ink/ink2617.xml"/><Relationship Id="rId23" Type="http://schemas.openxmlformats.org/officeDocument/2006/relationships/image" Target="../media/image2528.png"/><Relationship Id="rId119" Type="http://schemas.openxmlformats.org/officeDocument/2006/relationships/image" Target="../media/image2576.png"/><Relationship Id="rId44" Type="http://schemas.openxmlformats.org/officeDocument/2006/relationships/customXml" Target="../ink/ink2636.xml"/><Relationship Id="rId65" Type="http://schemas.openxmlformats.org/officeDocument/2006/relationships/image" Target="../media/image2549.png"/><Relationship Id="rId86" Type="http://schemas.openxmlformats.org/officeDocument/2006/relationships/customXml" Target="../ink/ink2657.xml"/><Relationship Id="rId130" Type="http://schemas.openxmlformats.org/officeDocument/2006/relationships/customXml" Target="../ink/ink2679.xml"/><Relationship Id="rId151" Type="http://schemas.openxmlformats.org/officeDocument/2006/relationships/image" Target="../media/image2592.png"/><Relationship Id="rId172" Type="http://schemas.openxmlformats.org/officeDocument/2006/relationships/customXml" Target="../ink/ink2700.xml"/><Relationship Id="rId193" Type="http://schemas.openxmlformats.org/officeDocument/2006/relationships/image" Target="../media/image2612.png"/><Relationship Id="rId13" Type="http://schemas.openxmlformats.org/officeDocument/2006/relationships/image" Target="../media/image2523.png"/><Relationship Id="rId109" Type="http://schemas.openxmlformats.org/officeDocument/2006/relationships/image" Target="../media/image2571.png"/><Relationship Id="rId34" Type="http://schemas.openxmlformats.org/officeDocument/2006/relationships/customXml" Target="../ink/ink2631.xml"/><Relationship Id="rId55" Type="http://schemas.openxmlformats.org/officeDocument/2006/relationships/image" Target="../media/image2544.png"/><Relationship Id="rId76" Type="http://schemas.openxmlformats.org/officeDocument/2006/relationships/customXml" Target="../ink/ink2652.xml"/><Relationship Id="rId97" Type="http://schemas.openxmlformats.org/officeDocument/2006/relationships/image" Target="../media/image2565.png"/><Relationship Id="rId120" Type="http://schemas.openxmlformats.org/officeDocument/2006/relationships/customXml" Target="../ink/ink2674.xml"/><Relationship Id="rId141" Type="http://schemas.openxmlformats.org/officeDocument/2006/relationships/image" Target="../media/image2587.png"/><Relationship Id="rId7" Type="http://schemas.openxmlformats.org/officeDocument/2006/relationships/image" Target="../media/image322.png"/><Relationship Id="rId162" Type="http://schemas.openxmlformats.org/officeDocument/2006/relationships/customXml" Target="../ink/ink2695.xml"/><Relationship Id="rId183" Type="http://schemas.openxmlformats.org/officeDocument/2006/relationships/image" Target="../media/image2607.png"/><Relationship Id="rId24" Type="http://schemas.openxmlformats.org/officeDocument/2006/relationships/customXml" Target="../ink/ink2626.xml"/><Relationship Id="rId40" Type="http://schemas.openxmlformats.org/officeDocument/2006/relationships/customXml" Target="../ink/ink2634.xml"/><Relationship Id="rId45" Type="http://schemas.openxmlformats.org/officeDocument/2006/relationships/image" Target="../media/image2539.png"/><Relationship Id="rId66" Type="http://schemas.openxmlformats.org/officeDocument/2006/relationships/customXml" Target="../ink/ink2647.xml"/><Relationship Id="rId87" Type="http://schemas.openxmlformats.org/officeDocument/2006/relationships/image" Target="../media/image2560.png"/><Relationship Id="rId110" Type="http://schemas.openxmlformats.org/officeDocument/2006/relationships/customXml" Target="../ink/ink2669.xml"/><Relationship Id="rId115" Type="http://schemas.openxmlformats.org/officeDocument/2006/relationships/image" Target="../media/image2574.png"/><Relationship Id="rId131" Type="http://schemas.openxmlformats.org/officeDocument/2006/relationships/image" Target="../media/image2582.png"/><Relationship Id="rId136" Type="http://schemas.openxmlformats.org/officeDocument/2006/relationships/customXml" Target="../ink/ink2682.xml"/><Relationship Id="rId157" Type="http://schemas.openxmlformats.org/officeDocument/2006/relationships/image" Target="../media/image2595.png"/><Relationship Id="rId178" Type="http://schemas.openxmlformats.org/officeDocument/2006/relationships/customXml" Target="../ink/ink2703.xml"/><Relationship Id="rId61" Type="http://schemas.openxmlformats.org/officeDocument/2006/relationships/image" Target="../media/image2547.png"/><Relationship Id="rId82" Type="http://schemas.openxmlformats.org/officeDocument/2006/relationships/customXml" Target="../ink/ink2655.xml"/><Relationship Id="rId152" Type="http://schemas.openxmlformats.org/officeDocument/2006/relationships/customXml" Target="../ink/ink2690.xml"/><Relationship Id="rId173" Type="http://schemas.openxmlformats.org/officeDocument/2006/relationships/image" Target="../media/image2603.png"/><Relationship Id="rId194" Type="http://schemas.openxmlformats.org/officeDocument/2006/relationships/customXml" Target="../ink/ink2712.xml"/><Relationship Id="rId199" Type="http://schemas.openxmlformats.org/officeDocument/2006/relationships/image" Target="../media/image2615.png"/><Relationship Id="rId203" Type="http://schemas.openxmlformats.org/officeDocument/2006/relationships/customXml" Target="../ink/ink2717.xml"/><Relationship Id="rId19" Type="http://schemas.openxmlformats.org/officeDocument/2006/relationships/image" Target="../media/image2526.png"/><Relationship Id="rId14" Type="http://schemas.openxmlformats.org/officeDocument/2006/relationships/customXml" Target="../ink/ink2621.xml"/><Relationship Id="rId30" Type="http://schemas.openxmlformats.org/officeDocument/2006/relationships/customXml" Target="../ink/ink2629.xml"/><Relationship Id="rId35" Type="http://schemas.openxmlformats.org/officeDocument/2006/relationships/image" Target="../media/image2534.png"/><Relationship Id="rId56" Type="http://schemas.openxmlformats.org/officeDocument/2006/relationships/customXml" Target="../ink/ink2642.xml"/><Relationship Id="rId77" Type="http://schemas.openxmlformats.org/officeDocument/2006/relationships/image" Target="../media/image2555.png"/><Relationship Id="rId100" Type="http://schemas.openxmlformats.org/officeDocument/2006/relationships/customXml" Target="../ink/ink2664.xml"/><Relationship Id="rId105" Type="http://schemas.openxmlformats.org/officeDocument/2006/relationships/image" Target="../media/image2569.png"/><Relationship Id="rId126" Type="http://schemas.openxmlformats.org/officeDocument/2006/relationships/customXml" Target="../ink/ink2677.xml"/><Relationship Id="rId147" Type="http://schemas.openxmlformats.org/officeDocument/2006/relationships/image" Target="../media/image2590.png"/><Relationship Id="rId168" Type="http://schemas.openxmlformats.org/officeDocument/2006/relationships/customXml" Target="../ink/ink2698.xml"/><Relationship Id="rId8" Type="http://schemas.openxmlformats.org/officeDocument/2006/relationships/customXml" Target="../ink/ink2618.xml"/><Relationship Id="rId51" Type="http://schemas.openxmlformats.org/officeDocument/2006/relationships/image" Target="../media/image2542.png"/><Relationship Id="rId72" Type="http://schemas.openxmlformats.org/officeDocument/2006/relationships/customXml" Target="../ink/ink2650.xml"/><Relationship Id="rId93" Type="http://schemas.openxmlformats.org/officeDocument/2006/relationships/image" Target="../media/image2563.png"/><Relationship Id="rId98" Type="http://schemas.openxmlformats.org/officeDocument/2006/relationships/customXml" Target="../ink/ink2663.xml"/><Relationship Id="rId121" Type="http://schemas.openxmlformats.org/officeDocument/2006/relationships/image" Target="../media/image2577.png"/><Relationship Id="rId142" Type="http://schemas.openxmlformats.org/officeDocument/2006/relationships/customXml" Target="../ink/ink2685.xml"/><Relationship Id="rId163" Type="http://schemas.openxmlformats.org/officeDocument/2006/relationships/image" Target="../media/image2598.png"/><Relationship Id="rId184" Type="http://schemas.openxmlformats.org/officeDocument/2006/relationships/customXml" Target="../ink/ink2707.xml"/><Relationship Id="rId189" Type="http://schemas.openxmlformats.org/officeDocument/2006/relationships/image" Target="../media/image2610.png"/><Relationship Id="rId3" Type="http://schemas.openxmlformats.org/officeDocument/2006/relationships/image" Target="../media/image1634.png"/><Relationship Id="rId25" Type="http://schemas.openxmlformats.org/officeDocument/2006/relationships/image" Target="../media/image2529.png"/><Relationship Id="rId46" Type="http://schemas.openxmlformats.org/officeDocument/2006/relationships/customXml" Target="../ink/ink2637.xml"/><Relationship Id="rId67" Type="http://schemas.openxmlformats.org/officeDocument/2006/relationships/image" Target="../media/image2550.png"/><Relationship Id="rId116" Type="http://schemas.openxmlformats.org/officeDocument/2006/relationships/customXml" Target="../ink/ink2672.xml"/><Relationship Id="rId137" Type="http://schemas.openxmlformats.org/officeDocument/2006/relationships/image" Target="../media/image2585.png"/><Relationship Id="rId158" Type="http://schemas.openxmlformats.org/officeDocument/2006/relationships/customXml" Target="../ink/ink2693.xml"/><Relationship Id="rId20" Type="http://schemas.openxmlformats.org/officeDocument/2006/relationships/customXml" Target="../ink/ink2624.xml"/><Relationship Id="rId41" Type="http://schemas.openxmlformats.org/officeDocument/2006/relationships/image" Target="../media/image2537.png"/><Relationship Id="rId62" Type="http://schemas.openxmlformats.org/officeDocument/2006/relationships/customXml" Target="../ink/ink2645.xml"/><Relationship Id="rId83" Type="http://schemas.openxmlformats.org/officeDocument/2006/relationships/image" Target="../media/image2558.png"/><Relationship Id="rId88" Type="http://schemas.openxmlformats.org/officeDocument/2006/relationships/customXml" Target="../ink/ink2658.xml"/><Relationship Id="rId111" Type="http://schemas.openxmlformats.org/officeDocument/2006/relationships/image" Target="../media/image2572.png"/><Relationship Id="rId132" Type="http://schemas.openxmlformats.org/officeDocument/2006/relationships/customXml" Target="../ink/ink2680.xml"/><Relationship Id="rId153" Type="http://schemas.openxmlformats.org/officeDocument/2006/relationships/image" Target="../media/image2593.png"/><Relationship Id="rId174" Type="http://schemas.openxmlformats.org/officeDocument/2006/relationships/customXml" Target="../ink/ink2701.xml"/><Relationship Id="rId179" Type="http://schemas.openxmlformats.org/officeDocument/2006/relationships/customXml" Target="../ink/ink2704.xml"/><Relationship Id="rId195" Type="http://schemas.openxmlformats.org/officeDocument/2006/relationships/image" Target="../media/image2613.png"/><Relationship Id="rId190" Type="http://schemas.openxmlformats.org/officeDocument/2006/relationships/customXml" Target="../ink/ink2710.xml"/><Relationship Id="rId204" Type="http://schemas.openxmlformats.org/officeDocument/2006/relationships/image" Target="../media/image281.png"/><Relationship Id="rId15" Type="http://schemas.openxmlformats.org/officeDocument/2006/relationships/image" Target="../media/image2524.png"/><Relationship Id="rId36" Type="http://schemas.openxmlformats.org/officeDocument/2006/relationships/customXml" Target="../ink/ink2632.xml"/><Relationship Id="rId57" Type="http://schemas.openxmlformats.org/officeDocument/2006/relationships/image" Target="../media/image2545.png"/><Relationship Id="rId106" Type="http://schemas.openxmlformats.org/officeDocument/2006/relationships/customXml" Target="../ink/ink2667.xml"/><Relationship Id="rId127" Type="http://schemas.openxmlformats.org/officeDocument/2006/relationships/image" Target="../media/image2580.png"/><Relationship Id="rId10" Type="http://schemas.openxmlformats.org/officeDocument/2006/relationships/customXml" Target="../ink/ink2619.xml"/><Relationship Id="rId31" Type="http://schemas.openxmlformats.org/officeDocument/2006/relationships/image" Target="../media/image2532.png"/><Relationship Id="rId52" Type="http://schemas.openxmlformats.org/officeDocument/2006/relationships/customXml" Target="../ink/ink2640.xml"/><Relationship Id="rId73" Type="http://schemas.openxmlformats.org/officeDocument/2006/relationships/image" Target="../media/image2553.png"/><Relationship Id="rId78" Type="http://schemas.openxmlformats.org/officeDocument/2006/relationships/customXml" Target="../ink/ink2653.xml"/><Relationship Id="rId94" Type="http://schemas.openxmlformats.org/officeDocument/2006/relationships/customXml" Target="../ink/ink2661.xml"/><Relationship Id="rId99" Type="http://schemas.openxmlformats.org/officeDocument/2006/relationships/image" Target="../media/image2566.png"/><Relationship Id="rId101" Type="http://schemas.openxmlformats.org/officeDocument/2006/relationships/image" Target="../media/image2567.png"/><Relationship Id="rId122" Type="http://schemas.openxmlformats.org/officeDocument/2006/relationships/customXml" Target="../ink/ink2675.xml"/><Relationship Id="rId143" Type="http://schemas.openxmlformats.org/officeDocument/2006/relationships/image" Target="../media/image2588.png"/><Relationship Id="rId148" Type="http://schemas.openxmlformats.org/officeDocument/2006/relationships/customXml" Target="../ink/ink2688.xml"/><Relationship Id="rId164" Type="http://schemas.openxmlformats.org/officeDocument/2006/relationships/customXml" Target="../ink/ink2696.xml"/><Relationship Id="rId169" Type="http://schemas.openxmlformats.org/officeDocument/2006/relationships/image" Target="../media/image2601.png"/><Relationship Id="rId185" Type="http://schemas.openxmlformats.org/officeDocument/2006/relationships/image" Target="../media/image2608.png"/><Relationship Id="rId4" Type="http://schemas.openxmlformats.org/officeDocument/2006/relationships/customXml" Target="../ink/ink2616.xml"/><Relationship Id="rId9" Type="http://schemas.openxmlformats.org/officeDocument/2006/relationships/image" Target="../media/image2521.png"/><Relationship Id="rId180" Type="http://schemas.openxmlformats.org/officeDocument/2006/relationships/customXml" Target="../ink/ink2705.xml"/><Relationship Id="rId26" Type="http://schemas.openxmlformats.org/officeDocument/2006/relationships/customXml" Target="../ink/ink2627.xml"/><Relationship Id="rId47" Type="http://schemas.openxmlformats.org/officeDocument/2006/relationships/image" Target="../media/image2540.png"/><Relationship Id="rId68" Type="http://schemas.openxmlformats.org/officeDocument/2006/relationships/customXml" Target="../ink/ink2648.xml"/><Relationship Id="rId89" Type="http://schemas.openxmlformats.org/officeDocument/2006/relationships/image" Target="../media/image2561.png"/><Relationship Id="rId112" Type="http://schemas.openxmlformats.org/officeDocument/2006/relationships/customXml" Target="../ink/ink2670.xml"/><Relationship Id="rId133" Type="http://schemas.openxmlformats.org/officeDocument/2006/relationships/image" Target="../media/image2583.png"/><Relationship Id="rId154" Type="http://schemas.openxmlformats.org/officeDocument/2006/relationships/customXml" Target="../ink/ink2691.xml"/><Relationship Id="rId175" Type="http://schemas.openxmlformats.org/officeDocument/2006/relationships/image" Target="../media/image2604.png"/><Relationship Id="rId196" Type="http://schemas.openxmlformats.org/officeDocument/2006/relationships/customXml" Target="../ink/ink2713.xml"/><Relationship Id="rId200" Type="http://schemas.openxmlformats.org/officeDocument/2006/relationships/customXml" Target="../ink/ink2715.xml"/><Relationship Id="rId16" Type="http://schemas.openxmlformats.org/officeDocument/2006/relationships/customXml" Target="../ink/ink2622.xml"/><Relationship Id="rId37" Type="http://schemas.openxmlformats.org/officeDocument/2006/relationships/image" Target="../media/image2535.png"/><Relationship Id="rId58" Type="http://schemas.openxmlformats.org/officeDocument/2006/relationships/customXml" Target="../ink/ink2643.xml"/><Relationship Id="rId79" Type="http://schemas.openxmlformats.org/officeDocument/2006/relationships/image" Target="../media/image2556.png"/><Relationship Id="rId102" Type="http://schemas.openxmlformats.org/officeDocument/2006/relationships/customXml" Target="../ink/ink2665.xml"/><Relationship Id="rId123" Type="http://schemas.openxmlformats.org/officeDocument/2006/relationships/image" Target="../media/image2578.png"/><Relationship Id="rId144" Type="http://schemas.openxmlformats.org/officeDocument/2006/relationships/customXml" Target="../ink/ink2686.xml"/><Relationship Id="rId90" Type="http://schemas.openxmlformats.org/officeDocument/2006/relationships/customXml" Target="../ink/ink2659.xml"/><Relationship Id="rId165" Type="http://schemas.openxmlformats.org/officeDocument/2006/relationships/image" Target="../media/image2599.png"/><Relationship Id="rId186" Type="http://schemas.openxmlformats.org/officeDocument/2006/relationships/customXml" Target="../ink/ink2708.xml"/><Relationship Id="rId27" Type="http://schemas.openxmlformats.org/officeDocument/2006/relationships/image" Target="../media/image2530.png"/><Relationship Id="rId48" Type="http://schemas.openxmlformats.org/officeDocument/2006/relationships/customXml" Target="../ink/ink2638.xml"/><Relationship Id="rId69" Type="http://schemas.openxmlformats.org/officeDocument/2006/relationships/image" Target="../media/image2551.png"/><Relationship Id="rId113" Type="http://schemas.openxmlformats.org/officeDocument/2006/relationships/image" Target="../media/image2573.png"/><Relationship Id="rId134" Type="http://schemas.openxmlformats.org/officeDocument/2006/relationships/customXml" Target="../ink/ink2681.xml"/><Relationship Id="rId80" Type="http://schemas.openxmlformats.org/officeDocument/2006/relationships/customXml" Target="../ink/ink2654.xml"/><Relationship Id="rId155" Type="http://schemas.openxmlformats.org/officeDocument/2006/relationships/image" Target="../media/image2594.png"/><Relationship Id="rId176" Type="http://schemas.openxmlformats.org/officeDocument/2006/relationships/customXml" Target="../ink/ink2702.xml"/><Relationship Id="rId197" Type="http://schemas.openxmlformats.org/officeDocument/2006/relationships/image" Target="../media/image2614.png"/><Relationship Id="rId201" Type="http://schemas.openxmlformats.org/officeDocument/2006/relationships/image" Target="../media/image2616.png"/><Relationship Id="rId17" Type="http://schemas.openxmlformats.org/officeDocument/2006/relationships/image" Target="../media/image2525.png"/><Relationship Id="rId38" Type="http://schemas.openxmlformats.org/officeDocument/2006/relationships/customXml" Target="../ink/ink2633.xml"/><Relationship Id="rId59" Type="http://schemas.openxmlformats.org/officeDocument/2006/relationships/image" Target="../media/image2546.png"/><Relationship Id="rId103" Type="http://schemas.openxmlformats.org/officeDocument/2006/relationships/image" Target="../media/image2568.png"/><Relationship Id="rId124" Type="http://schemas.openxmlformats.org/officeDocument/2006/relationships/customXml" Target="../ink/ink2676.xml"/><Relationship Id="rId70" Type="http://schemas.openxmlformats.org/officeDocument/2006/relationships/customXml" Target="../ink/ink2649.xml"/><Relationship Id="rId91" Type="http://schemas.openxmlformats.org/officeDocument/2006/relationships/image" Target="../media/image2562.png"/><Relationship Id="rId145" Type="http://schemas.openxmlformats.org/officeDocument/2006/relationships/image" Target="../media/image2589.png"/><Relationship Id="rId166" Type="http://schemas.openxmlformats.org/officeDocument/2006/relationships/customXml" Target="../ink/ink2697.xml"/><Relationship Id="rId187" Type="http://schemas.openxmlformats.org/officeDocument/2006/relationships/image" Target="../media/image2609.png"/><Relationship Id="rId1" Type="http://schemas.openxmlformats.org/officeDocument/2006/relationships/slideLayout" Target="../slideLayouts/slideLayout7.xml"/><Relationship Id="rId28" Type="http://schemas.openxmlformats.org/officeDocument/2006/relationships/customXml" Target="../ink/ink2628.xml"/><Relationship Id="rId49" Type="http://schemas.openxmlformats.org/officeDocument/2006/relationships/image" Target="../media/image2541.png"/><Relationship Id="rId114" Type="http://schemas.openxmlformats.org/officeDocument/2006/relationships/customXml" Target="../ink/ink2671.xml"/><Relationship Id="rId60" Type="http://schemas.openxmlformats.org/officeDocument/2006/relationships/customXml" Target="../ink/ink2644.xml"/><Relationship Id="rId81" Type="http://schemas.openxmlformats.org/officeDocument/2006/relationships/image" Target="../media/image2557.png"/><Relationship Id="rId135" Type="http://schemas.openxmlformats.org/officeDocument/2006/relationships/image" Target="../media/image2584.png"/><Relationship Id="rId156" Type="http://schemas.openxmlformats.org/officeDocument/2006/relationships/customXml" Target="../ink/ink2692.xml"/><Relationship Id="rId177" Type="http://schemas.openxmlformats.org/officeDocument/2006/relationships/image" Target="../media/image2605.png"/><Relationship Id="rId198" Type="http://schemas.openxmlformats.org/officeDocument/2006/relationships/customXml" Target="../ink/ink2714.xml"/><Relationship Id="rId202" Type="http://schemas.openxmlformats.org/officeDocument/2006/relationships/customXml" Target="../ink/ink2716.xml"/><Relationship Id="rId18" Type="http://schemas.openxmlformats.org/officeDocument/2006/relationships/customXml" Target="../ink/ink2623.xml"/><Relationship Id="rId39" Type="http://schemas.openxmlformats.org/officeDocument/2006/relationships/image" Target="../media/image2536.png"/><Relationship Id="rId50" Type="http://schemas.openxmlformats.org/officeDocument/2006/relationships/customXml" Target="../ink/ink2639.xml"/><Relationship Id="rId104" Type="http://schemas.openxmlformats.org/officeDocument/2006/relationships/customXml" Target="../ink/ink2666.xml"/><Relationship Id="rId125" Type="http://schemas.openxmlformats.org/officeDocument/2006/relationships/image" Target="../media/image2579.png"/><Relationship Id="rId146" Type="http://schemas.openxmlformats.org/officeDocument/2006/relationships/customXml" Target="../ink/ink2687.xml"/><Relationship Id="rId167" Type="http://schemas.openxmlformats.org/officeDocument/2006/relationships/image" Target="../media/image2600.png"/><Relationship Id="rId188" Type="http://schemas.openxmlformats.org/officeDocument/2006/relationships/customXml" Target="../ink/ink2709.xml"/><Relationship Id="rId71" Type="http://schemas.openxmlformats.org/officeDocument/2006/relationships/image" Target="../media/image2552.png"/><Relationship Id="rId92" Type="http://schemas.openxmlformats.org/officeDocument/2006/relationships/customXml" Target="../ink/ink2660.xml"/><Relationship Id="rId2" Type="http://schemas.openxmlformats.org/officeDocument/2006/relationships/customXml" Target="../ink/ink2615.xml"/><Relationship Id="rId29" Type="http://schemas.openxmlformats.org/officeDocument/2006/relationships/image" Target="../media/image2531.png"/></Relationships>
</file>

<file path=ppt/slides/_rels/slide16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2674.png"/><Relationship Id="rId21" Type="http://schemas.openxmlformats.org/officeDocument/2006/relationships/image" Target="../media/image2626.png"/><Relationship Id="rId42" Type="http://schemas.openxmlformats.org/officeDocument/2006/relationships/customXml" Target="../ink/ink2739.xml"/><Relationship Id="rId63" Type="http://schemas.openxmlformats.org/officeDocument/2006/relationships/image" Target="../media/image2647.png"/><Relationship Id="rId84" Type="http://schemas.openxmlformats.org/officeDocument/2006/relationships/customXml" Target="../ink/ink2760.xml"/><Relationship Id="rId138" Type="http://schemas.openxmlformats.org/officeDocument/2006/relationships/customXml" Target="../ink/ink2787.xml"/><Relationship Id="rId159" Type="http://schemas.openxmlformats.org/officeDocument/2006/relationships/image" Target="../media/image2695.png"/><Relationship Id="rId170" Type="http://schemas.openxmlformats.org/officeDocument/2006/relationships/customXml" Target="../ink/ink2803.xml"/><Relationship Id="rId191" Type="http://schemas.openxmlformats.org/officeDocument/2006/relationships/image" Target="../media/image2711.png"/><Relationship Id="rId205" Type="http://schemas.openxmlformats.org/officeDocument/2006/relationships/image" Target="../media/image2718.png"/><Relationship Id="rId107" Type="http://schemas.openxmlformats.org/officeDocument/2006/relationships/image" Target="../media/image2669.png"/><Relationship Id="rId11" Type="http://schemas.openxmlformats.org/officeDocument/2006/relationships/image" Target="../media/image2621.png"/><Relationship Id="rId32" Type="http://schemas.openxmlformats.org/officeDocument/2006/relationships/customXml" Target="../ink/ink2734.xml"/><Relationship Id="rId53" Type="http://schemas.openxmlformats.org/officeDocument/2006/relationships/image" Target="../media/image2642.png"/><Relationship Id="rId74" Type="http://schemas.openxmlformats.org/officeDocument/2006/relationships/customXml" Target="../ink/ink2755.xml"/><Relationship Id="rId128" Type="http://schemas.openxmlformats.org/officeDocument/2006/relationships/customXml" Target="../ink/ink2782.xml"/><Relationship Id="rId149" Type="http://schemas.openxmlformats.org/officeDocument/2006/relationships/image" Target="../media/image2690.png"/><Relationship Id="rId5" Type="http://schemas.openxmlformats.org/officeDocument/2006/relationships/image" Target="../media/image2618.png"/><Relationship Id="rId95" Type="http://schemas.openxmlformats.org/officeDocument/2006/relationships/image" Target="../media/image2663.png"/><Relationship Id="rId160" Type="http://schemas.openxmlformats.org/officeDocument/2006/relationships/customXml" Target="../ink/ink2798.xml"/><Relationship Id="rId181" Type="http://schemas.openxmlformats.org/officeDocument/2006/relationships/image" Target="../media/image2706.png"/><Relationship Id="rId22" Type="http://schemas.openxmlformats.org/officeDocument/2006/relationships/customXml" Target="../ink/ink2729.xml"/><Relationship Id="rId43" Type="http://schemas.openxmlformats.org/officeDocument/2006/relationships/image" Target="../media/image2637.png"/><Relationship Id="rId64" Type="http://schemas.openxmlformats.org/officeDocument/2006/relationships/customXml" Target="../ink/ink2750.xml"/><Relationship Id="rId118" Type="http://schemas.openxmlformats.org/officeDocument/2006/relationships/customXml" Target="../ink/ink2777.xml"/><Relationship Id="rId139" Type="http://schemas.openxmlformats.org/officeDocument/2006/relationships/image" Target="../media/image2685.png"/><Relationship Id="rId85" Type="http://schemas.openxmlformats.org/officeDocument/2006/relationships/image" Target="../media/image2658.png"/><Relationship Id="rId150" Type="http://schemas.openxmlformats.org/officeDocument/2006/relationships/customXml" Target="../ink/ink2793.xml"/><Relationship Id="rId171" Type="http://schemas.openxmlformats.org/officeDocument/2006/relationships/image" Target="../media/image2701.png"/><Relationship Id="rId192" Type="http://schemas.openxmlformats.org/officeDocument/2006/relationships/customXml" Target="../ink/ink2814.xml"/><Relationship Id="rId206" Type="http://schemas.openxmlformats.org/officeDocument/2006/relationships/customXml" Target="../ink/ink2821.xml"/><Relationship Id="rId12" Type="http://schemas.openxmlformats.org/officeDocument/2006/relationships/customXml" Target="../ink/ink2724.xml"/><Relationship Id="rId33" Type="http://schemas.openxmlformats.org/officeDocument/2006/relationships/image" Target="../media/image2632.png"/><Relationship Id="rId108" Type="http://schemas.openxmlformats.org/officeDocument/2006/relationships/customXml" Target="../ink/ink2772.xml"/><Relationship Id="rId129" Type="http://schemas.openxmlformats.org/officeDocument/2006/relationships/image" Target="../media/image2680.png"/><Relationship Id="rId54" Type="http://schemas.openxmlformats.org/officeDocument/2006/relationships/customXml" Target="../ink/ink2745.xml"/><Relationship Id="rId75" Type="http://schemas.openxmlformats.org/officeDocument/2006/relationships/image" Target="../media/image2653.png"/><Relationship Id="rId96" Type="http://schemas.openxmlformats.org/officeDocument/2006/relationships/customXml" Target="../ink/ink2766.xml"/><Relationship Id="rId140" Type="http://schemas.openxmlformats.org/officeDocument/2006/relationships/customXml" Target="../ink/ink2788.xml"/><Relationship Id="rId161" Type="http://schemas.openxmlformats.org/officeDocument/2006/relationships/image" Target="../media/image2696.png"/><Relationship Id="rId182" Type="http://schemas.openxmlformats.org/officeDocument/2006/relationships/customXml" Target="../ink/ink2809.xml"/><Relationship Id="rId6" Type="http://schemas.openxmlformats.org/officeDocument/2006/relationships/customXml" Target="../ink/ink2721.xml"/><Relationship Id="rId23" Type="http://schemas.openxmlformats.org/officeDocument/2006/relationships/image" Target="../media/image2627.png"/><Relationship Id="rId119" Type="http://schemas.openxmlformats.org/officeDocument/2006/relationships/image" Target="../media/image2675.png"/><Relationship Id="rId44" Type="http://schemas.openxmlformats.org/officeDocument/2006/relationships/customXml" Target="../ink/ink2740.xml"/><Relationship Id="rId65" Type="http://schemas.openxmlformats.org/officeDocument/2006/relationships/image" Target="../media/image2648.png"/><Relationship Id="rId86" Type="http://schemas.openxmlformats.org/officeDocument/2006/relationships/customXml" Target="../ink/ink2761.xml"/><Relationship Id="rId130" Type="http://schemas.openxmlformats.org/officeDocument/2006/relationships/customXml" Target="../ink/ink2783.xml"/><Relationship Id="rId151" Type="http://schemas.openxmlformats.org/officeDocument/2006/relationships/image" Target="../media/image2691.png"/><Relationship Id="rId172" Type="http://schemas.openxmlformats.org/officeDocument/2006/relationships/customXml" Target="../ink/ink2804.xml"/><Relationship Id="rId193" Type="http://schemas.openxmlformats.org/officeDocument/2006/relationships/image" Target="../media/image2712.png"/><Relationship Id="rId207" Type="http://schemas.openxmlformats.org/officeDocument/2006/relationships/image" Target="../media/image2719.png"/><Relationship Id="rId13" Type="http://schemas.openxmlformats.org/officeDocument/2006/relationships/image" Target="../media/image2622.png"/><Relationship Id="rId109" Type="http://schemas.openxmlformats.org/officeDocument/2006/relationships/image" Target="../media/image2670.png"/><Relationship Id="rId34" Type="http://schemas.openxmlformats.org/officeDocument/2006/relationships/customXml" Target="../ink/ink2735.xml"/><Relationship Id="rId55" Type="http://schemas.openxmlformats.org/officeDocument/2006/relationships/image" Target="../media/image2643.png"/><Relationship Id="rId76" Type="http://schemas.openxmlformats.org/officeDocument/2006/relationships/customXml" Target="../ink/ink2756.xml"/><Relationship Id="rId97" Type="http://schemas.openxmlformats.org/officeDocument/2006/relationships/image" Target="../media/image2664.png"/><Relationship Id="rId120" Type="http://schemas.openxmlformats.org/officeDocument/2006/relationships/customXml" Target="../ink/ink2778.xml"/><Relationship Id="rId141" Type="http://schemas.openxmlformats.org/officeDocument/2006/relationships/image" Target="../media/image2686.png"/><Relationship Id="rId7" Type="http://schemas.openxmlformats.org/officeDocument/2006/relationships/image" Target="../media/image2619.png"/><Relationship Id="rId162" Type="http://schemas.openxmlformats.org/officeDocument/2006/relationships/customXml" Target="../ink/ink2799.xml"/><Relationship Id="rId183" Type="http://schemas.openxmlformats.org/officeDocument/2006/relationships/image" Target="../media/image2707.png"/><Relationship Id="rId24" Type="http://schemas.openxmlformats.org/officeDocument/2006/relationships/customXml" Target="../ink/ink2730.xml"/><Relationship Id="rId45" Type="http://schemas.openxmlformats.org/officeDocument/2006/relationships/image" Target="../media/image2638.png"/><Relationship Id="rId66" Type="http://schemas.openxmlformats.org/officeDocument/2006/relationships/customXml" Target="../ink/ink2751.xml"/><Relationship Id="rId87" Type="http://schemas.openxmlformats.org/officeDocument/2006/relationships/image" Target="../media/image2659.png"/><Relationship Id="rId110" Type="http://schemas.openxmlformats.org/officeDocument/2006/relationships/customXml" Target="../ink/ink2773.xml"/><Relationship Id="rId131" Type="http://schemas.openxmlformats.org/officeDocument/2006/relationships/image" Target="../media/image2681.png"/><Relationship Id="rId61" Type="http://schemas.openxmlformats.org/officeDocument/2006/relationships/image" Target="../media/image2646.png"/><Relationship Id="rId82" Type="http://schemas.openxmlformats.org/officeDocument/2006/relationships/customXml" Target="../ink/ink2759.xml"/><Relationship Id="rId152" Type="http://schemas.openxmlformats.org/officeDocument/2006/relationships/customXml" Target="../ink/ink2794.xml"/><Relationship Id="rId173" Type="http://schemas.openxmlformats.org/officeDocument/2006/relationships/image" Target="../media/image2702.png"/><Relationship Id="rId194" Type="http://schemas.openxmlformats.org/officeDocument/2006/relationships/customXml" Target="../ink/ink2815.xml"/><Relationship Id="rId199" Type="http://schemas.openxmlformats.org/officeDocument/2006/relationships/image" Target="../media/image2715.png"/><Relationship Id="rId203" Type="http://schemas.openxmlformats.org/officeDocument/2006/relationships/image" Target="../media/image2717.png"/><Relationship Id="rId208" Type="http://schemas.openxmlformats.org/officeDocument/2006/relationships/customXml" Target="../ink/ink2822.xml"/><Relationship Id="rId19" Type="http://schemas.openxmlformats.org/officeDocument/2006/relationships/image" Target="../media/image2625.png"/><Relationship Id="rId14" Type="http://schemas.openxmlformats.org/officeDocument/2006/relationships/customXml" Target="../ink/ink2725.xml"/><Relationship Id="rId30" Type="http://schemas.openxmlformats.org/officeDocument/2006/relationships/customXml" Target="../ink/ink2733.xml"/><Relationship Id="rId35" Type="http://schemas.openxmlformats.org/officeDocument/2006/relationships/image" Target="../media/image2633.png"/><Relationship Id="rId56" Type="http://schemas.openxmlformats.org/officeDocument/2006/relationships/customXml" Target="../ink/ink2746.xml"/><Relationship Id="rId77" Type="http://schemas.openxmlformats.org/officeDocument/2006/relationships/image" Target="../media/image2654.png"/><Relationship Id="rId100" Type="http://schemas.openxmlformats.org/officeDocument/2006/relationships/customXml" Target="../ink/ink2768.xml"/><Relationship Id="rId105" Type="http://schemas.openxmlformats.org/officeDocument/2006/relationships/image" Target="../media/image2668.png"/><Relationship Id="rId126" Type="http://schemas.openxmlformats.org/officeDocument/2006/relationships/customXml" Target="../ink/ink2781.xml"/><Relationship Id="rId147" Type="http://schemas.openxmlformats.org/officeDocument/2006/relationships/image" Target="../media/image2689.png"/><Relationship Id="rId168" Type="http://schemas.openxmlformats.org/officeDocument/2006/relationships/customXml" Target="../ink/ink2802.xml"/><Relationship Id="rId8" Type="http://schemas.openxmlformats.org/officeDocument/2006/relationships/customXml" Target="../ink/ink2722.xml"/><Relationship Id="rId51" Type="http://schemas.openxmlformats.org/officeDocument/2006/relationships/image" Target="../media/image2641.png"/><Relationship Id="rId72" Type="http://schemas.openxmlformats.org/officeDocument/2006/relationships/customXml" Target="../ink/ink2754.xml"/><Relationship Id="rId93" Type="http://schemas.openxmlformats.org/officeDocument/2006/relationships/image" Target="../media/image2662.png"/><Relationship Id="rId98" Type="http://schemas.openxmlformats.org/officeDocument/2006/relationships/customXml" Target="../ink/ink2767.xml"/><Relationship Id="rId121" Type="http://schemas.openxmlformats.org/officeDocument/2006/relationships/image" Target="../media/image2676.png"/><Relationship Id="rId142" Type="http://schemas.openxmlformats.org/officeDocument/2006/relationships/customXml" Target="../ink/ink2789.xml"/><Relationship Id="rId163" Type="http://schemas.openxmlformats.org/officeDocument/2006/relationships/image" Target="../media/image2697.png"/><Relationship Id="rId184" Type="http://schemas.openxmlformats.org/officeDocument/2006/relationships/customXml" Target="../ink/ink2810.xml"/><Relationship Id="rId189" Type="http://schemas.openxmlformats.org/officeDocument/2006/relationships/image" Target="../media/image2710.png"/><Relationship Id="rId3" Type="http://schemas.openxmlformats.org/officeDocument/2006/relationships/image" Target="../media/image2617.png"/><Relationship Id="rId25" Type="http://schemas.openxmlformats.org/officeDocument/2006/relationships/image" Target="../media/image2628.png"/><Relationship Id="rId46" Type="http://schemas.openxmlformats.org/officeDocument/2006/relationships/customXml" Target="../ink/ink2741.xml"/><Relationship Id="rId67" Type="http://schemas.openxmlformats.org/officeDocument/2006/relationships/image" Target="../media/image2649.png"/><Relationship Id="rId116" Type="http://schemas.openxmlformats.org/officeDocument/2006/relationships/customXml" Target="../ink/ink2776.xml"/><Relationship Id="rId137" Type="http://schemas.openxmlformats.org/officeDocument/2006/relationships/image" Target="../media/image2684.png"/><Relationship Id="rId158" Type="http://schemas.openxmlformats.org/officeDocument/2006/relationships/customXml" Target="../ink/ink2797.xml"/><Relationship Id="rId20" Type="http://schemas.openxmlformats.org/officeDocument/2006/relationships/customXml" Target="../ink/ink2728.xml"/><Relationship Id="rId41" Type="http://schemas.openxmlformats.org/officeDocument/2006/relationships/image" Target="../media/image2636.png"/><Relationship Id="rId62" Type="http://schemas.openxmlformats.org/officeDocument/2006/relationships/customXml" Target="../ink/ink2749.xml"/><Relationship Id="rId83" Type="http://schemas.openxmlformats.org/officeDocument/2006/relationships/image" Target="../media/image2657.png"/><Relationship Id="rId88" Type="http://schemas.openxmlformats.org/officeDocument/2006/relationships/customXml" Target="../ink/ink2762.xml"/><Relationship Id="rId111" Type="http://schemas.openxmlformats.org/officeDocument/2006/relationships/image" Target="../media/image2671.png"/><Relationship Id="rId132" Type="http://schemas.openxmlformats.org/officeDocument/2006/relationships/customXml" Target="../ink/ink2784.xml"/><Relationship Id="rId153" Type="http://schemas.openxmlformats.org/officeDocument/2006/relationships/image" Target="../media/image2692.png"/><Relationship Id="rId174" Type="http://schemas.openxmlformats.org/officeDocument/2006/relationships/customXml" Target="../ink/ink2805.xml"/><Relationship Id="rId179" Type="http://schemas.openxmlformats.org/officeDocument/2006/relationships/image" Target="../media/image2705.png"/><Relationship Id="rId195" Type="http://schemas.openxmlformats.org/officeDocument/2006/relationships/image" Target="../media/image2713.png"/><Relationship Id="rId209" Type="http://schemas.openxmlformats.org/officeDocument/2006/relationships/image" Target="../media/image2720.png"/><Relationship Id="rId190" Type="http://schemas.openxmlformats.org/officeDocument/2006/relationships/customXml" Target="../ink/ink2813.xml"/><Relationship Id="rId204" Type="http://schemas.openxmlformats.org/officeDocument/2006/relationships/customXml" Target="../ink/ink2820.xml"/><Relationship Id="rId15" Type="http://schemas.openxmlformats.org/officeDocument/2006/relationships/image" Target="../media/image2623.png"/><Relationship Id="rId36" Type="http://schemas.openxmlformats.org/officeDocument/2006/relationships/customXml" Target="../ink/ink2736.xml"/><Relationship Id="rId57" Type="http://schemas.openxmlformats.org/officeDocument/2006/relationships/image" Target="../media/image2644.png"/><Relationship Id="rId106" Type="http://schemas.openxmlformats.org/officeDocument/2006/relationships/customXml" Target="../ink/ink2771.xml"/><Relationship Id="rId127" Type="http://schemas.openxmlformats.org/officeDocument/2006/relationships/image" Target="../media/image2679.png"/><Relationship Id="rId10" Type="http://schemas.openxmlformats.org/officeDocument/2006/relationships/customXml" Target="../ink/ink2723.xml"/><Relationship Id="rId31" Type="http://schemas.openxmlformats.org/officeDocument/2006/relationships/image" Target="../media/image2631.png"/><Relationship Id="rId52" Type="http://schemas.openxmlformats.org/officeDocument/2006/relationships/customXml" Target="../ink/ink2744.xml"/><Relationship Id="rId73" Type="http://schemas.openxmlformats.org/officeDocument/2006/relationships/image" Target="../media/image2652.png"/><Relationship Id="rId78" Type="http://schemas.openxmlformats.org/officeDocument/2006/relationships/customXml" Target="../ink/ink2757.xml"/><Relationship Id="rId94" Type="http://schemas.openxmlformats.org/officeDocument/2006/relationships/customXml" Target="../ink/ink2765.xml"/><Relationship Id="rId99" Type="http://schemas.openxmlformats.org/officeDocument/2006/relationships/image" Target="../media/image2665.png"/><Relationship Id="rId101" Type="http://schemas.openxmlformats.org/officeDocument/2006/relationships/image" Target="../media/image2666.png"/><Relationship Id="rId122" Type="http://schemas.openxmlformats.org/officeDocument/2006/relationships/customXml" Target="../ink/ink2779.xml"/><Relationship Id="rId143" Type="http://schemas.openxmlformats.org/officeDocument/2006/relationships/image" Target="../media/image2687.png"/><Relationship Id="rId148" Type="http://schemas.openxmlformats.org/officeDocument/2006/relationships/customXml" Target="../ink/ink2792.xml"/><Relationship Id="rId164" Type="http://schemas.openxmlformats.org/officeDocument/2006/relationships/customXml" Target="../ink/ink2800.xml"/><Relationship Id="rId169" Type="http://schemas.openxmlformats.org/officeDocument/2006/relationships/image" Target="../media/image2700.png"/><Relationship Id="rId185" Type="http://schemas.openxmlformats.org/officeDocument/2006/relationships/image" Target="../media/image2708.png"/><Relationship Id="rId4" Type="http://schemas.openxmlformats.org/officeDocument/2006/relationships/customXml" Target="../ink/ink2720.xml"/><Relationship Id="rId9" Type="http://schemas.openxmlformats.org/officeDocument/2006/relationships/image" Target="../media/image2620.png"/><Relationship Id="rId180" Type="http://schemas.openxmlformats.org/officeDocument/2006/relationships/customXml" Target="../ink/ink2808.xml"/><Relationship Id="rId210" Type="http://schemas.openxmlformats.org/officeDocument/2006/relationships/customXml" Target="../ink/ink2823.xml"/><Relationship Id="rId26" Type="http://schemas.openxmlformats.org/officeDocument/2006/relationships/customXml" Target="../ink/ink2731.xml"/><Relationship Id="rId47" Type="http://schemas.openxmlformats.org/officeDocument/2006/relationships/image" Target="../media/image2639.png"/><Relationship Id="rId68" Type="http://schemas.openxmlformats.org/officeDocument/2006/relationships/customXml" Target="../ink/ink2752.xml"/><Relationship Id="rId89" Type="http://schemas.openxmlformats.org/officeDocument/2006/relationships/image" Target="../media/image2660.png"/><Relationship Id="rId112" Type="http://schemas.openxmlformats.org/officeDocument/2006/relationships/customXml" Target="../ink/ink2774.xml"/><Relationship Id="rId133" Type="http://schemas.openxmlformats.org/officeDocument/2006/relationships/image" Target="../media/image2682.png"/><Relationship Id="rId154" Type="http://schemas.openxmlformats.org/officeDocument/2006/relationships/customXml" Target="../ink/ink2795.xml"/><Relationship Id="rId175" Type="http://schemas.openxmlformats.org/officeDocument/2006/relationships/image" Target="../media/image2703.png"/><Relationship Id="rId196" Type="http://schemas.openxmlformats.org/officeDocument/2006/relationships/customXml" Target="../ink/ink2816.xml"/><Relationship Id="rId200" Type="http://schemas.openxmlformats.org/officeDocument/2006/relationships/customXml" Target="../ink/ink2818.xml"/><Relationship Id="rId16" Type="http://schemas.openxmlformats.org/officeDocument/2006/relationships/customXml" Target="../ink/ink2726.xml"/><Relationship Id="rId37" Type="http://schemas.openxmlformats.org/officeDocument/2006/relationships/image" Target="../media/image2634.png"/><Relationship Id="rId58" Type="http://schemas.openxmlformats.org/officeDocument/2006/relationships/customXml" Target="../ink/ink2747.xml"/><Relationship Id="rId79" Type="http://schemas.openxmlformats.org/officeDocument/2006/relationships/image" Target="../media/image2655.png"/><Relationship Id="rId102" Type="http://schemas.openxmlformats.org/officeDocument/2006/relationships/customXml" Target="../ink/ink2769.xml"/><Relationship Id="rId123" Type="http://schemas.openxmlformats.org/officeDocument/2006/relationships/image" Target="../media/image2677.png"/><Relationship Id="rId144" Type="http://schemas.openxmlformats.org/officeDocument/2006/relationships/customXml" Target="../ink/ink2790.xml"/><Relationship Id="rId90" Type="http://schemas.openxmlformats.org/officeDocument/2006/relationships/customXml" Target="../ink/ink2763.xml"/><Relationship Id="rId165" Type="http://schemas.openxmlformats.org/officeDocument/2006/relationships/image" Target="../media/image2698.png"/><Relationship Id="rId186" Type="http://schemas.openxmlformats.org/officeDocument/2006/relationships/customXml" Target="../ink/ink2811.xml"/><Relationship Id="rId211" Type="http://schemas.openxmlformats.org/officeDocument/2006/relationships/image" Target="../media/image2412.png"/><Relationship Id="rId27" Type="http://schemas.openxmlformats.org/officeDocument/2006/relationships/image" Target="../media/image2629.png"/><Relationship Id="rId48" Type="http://schemas.openxmlformats.org/officeDocument/2006/relationships/customXml" Target="../ink/ink2742.xml"/><Relationship Id="rId69" Type="http://schemas.openxmlformats.org/officeDocument/2006/relationships/image" Target="../media/image2650.png"/><Relationship Id="rId113" Type="http://schemas.openxmlformats.org/officeDocument/2006/relationships/image" Target="../media/image2672.png"/><Relationship Id="rId134" Type="http://schemas.openxmlformats.org/officeDocument/2006/relationships/customXml" Target="../ink/ink2785.xml"/><Relationship Id="rId80" Type="http://schemas.openxmlformats.org/officeDocument/2006/relationships/customXml" Target="../ink/ink2758.xml"/><Relationship Id="rId155" Type="http://schemas.openxmlformats.org/officeDocument/2006/relationships/image" Target="../media/image2693.png"/><Relationship Id="rId176" Type="http://schemas.openxmlformats.org/officeDocument/2006/relationships/customXml" Target="../ink/ink2806.xml"/><Relationship Id="rId197" Type="http://schemas.openxmlformats.org/officeDocument/2006/relationships/image" Target="../media/image2714.png"/><Relationship Id="rId201" Type="http://schemas.openxmlformats.org/officeDocument/2006/relationships/image" Target="../media/image2716.png"/><Relationship Id="rId17" Type="http://schemas.openxmlformats.org/officeDocument/2006/relationships/image" Target="../media/image2624.png"/><Relationship Id="rId38" Type="http://schemas.openxmlformats.org/officeDocument/2006/relationships/customXml" Target="../ink/ink2737.xml"/><Relationship Id="rId59" Type="http://schemas.openxmlformats.org/officeDocument/2006/relationships/image" Target="../media/image2645.png"/><Relationship Id="rId103" Type="http://schemas.openxmlformats.org/officeDocument/2006/relationships/image" Target="../media/image2667.png"/><Relationship Id="rId124" Type="http://schemas.openxmlformats.org/officeDocument/2006/relationships/customXml" Target="../ink/ink2780.xml"/><Relationship Id="rId70" Type="http://schemas.openxmlformats.org/officeDocument/2006/relationships/customXml" Target="../ink/ink2753.xml"/><Relationship Id="rId91" Type="http://schemas.openxmlformats.org/officeDocument/2006/relationships/image" Target="../media/image2661.png"/><Relationship Id="rId145" Type="http://schemas.openxmlformats.org/officeDocument/2006/relationships/image" Target="../media/image2688.png"/><Relationship Id="rId166" Type="http://schemas.openxmlformats.org/officeDocument/2006/relationships/customXml" Target="../ink/ink2801.xml"/><Relationship Id="rId187" Type="http://schemas.openxmlformats.org/officeDocument/2006/relationships/image" Target="../media/image2709.png"/><Relationship Id="rId1" Type="http://schemas.openxmlformats.org/officeDocument/2006/relationships/slideLayout" Target="../slideLayouts/slideLayout7.xml"/><Relationship Id="rId28" Type="http://schemas.openxmlformats.org/officeDocument/2006/relationships/customXml" Target="../ink/ink2732.xml"/><Relationship Id="rId49" Type="http://schemas.openxmlformats.org/officeDocument/2006/relationships/image" Target="../media/image2640.png"/><Relationship Id="rId114" Type="http://schemas.openxmlformats.org/officeDocument/2006/relationships/customXml" Target="../ink/ink2775.xml"/><Relationship Id="rId60" Type="http://schemas.openxmlformats.org/officeDocument/2006/relationships/customXml" Target="../ink/ink2748.xml"/><Relationship Id="rId81" Type="http://schemas.openxmlformats.org/officeDocument/2006/relationships/image" Target="../media/image2656.png"/><Relationship Id="rId135" Type="http://schemas.openxmlformats.org/officeDocument/2006/relationships/image" Target="../media/image2683.png"/><Relationship Id="rId156" Type="http://schemas.openxmlformats.org/officeDocument/2006/relationships/customXml" Target="../ink/ink2796.xml"/><Relationship Id="rId177" Type="http://schemas.openxmlformats.org/officeDocument/2006/relationships/image" Target="../media/image2704.png"/><Relationship Id="rId198" Type="http://schemas.openxmlformats.org/officeDocument/2006/relationships/customXml" Target="../ink/ink2817.xml"/><Relationship Id="rId202" Type="http://schemas.openxmlformats.org/officeDocument/2006/relationships/customXml" Target="../ink/ink2819.xml"/><Relationship Id="rId18" Type="http://schemas.openxmlformats.org/officeDocument/2006/relationships/customXml" Target="../ink/ink2727.xml"/><Relationship Id="rId39" Type="http://schemas.openxmlformats.org/officeDocument/2006/relationships/image" Target="../media/image2635.png"/><Relationship Id="rId50" Type="http://schemas.openxmlformats.org/officeDocument/2006/relationships/customXml" Target="../ink/ink2743.xml"/><Relationship Id="rId104" Type="http://schemas.openxmlformats.org/officeDocument/2006/relationships/customXml" Target="../ink/ink2770.xml"/><Relationship Id="rId125" Type="http://schemas.openxmlformats.org/officeDocument/2006/relationships/image" Target="../media/image2678.png"/><Relationship Id="rId146" Type="http://schemas.openxmlformats.org/officeDocument/2006/relationships/customXml" Target="../ink/ink2791.xml"/><Relationship Id="rId167" Type="http://schemas.openxmlformats.org/officeDocument/2006/relationships/image" Target="../media/image2699.png"/><Relationship Id="rId188" Type="http://schemas.openxmlformats.org/officeDocument/2006/relationships/customXml" Target="../ink/ink2812.xml"/><Relationship Id="rId71" Type="http://schemas.openxmlformats.org/officeDocument/2006/relationships/image" Target="../media/image2651.png"/><Relationship Id="rId92" Type="http://schemas.openxmlformats.org/officeDocument/2006/relationships/customXml" Target="../ink/ink2764.xml"/><Relationship Id="rId2" Type="http://schemas.openxmlformats.org/officeDocument/2006/relationships/customXml" Target="../ink/ink2719.xml"/><Relationship Id="rId29" Type="http://schemas.openxmlformats.org/officeDocument/2006/relationships/image" Target="../media/image2630.png"/><Relationship Id="rId40" Type="http://schemas.openxmlformats.org/officeDocument/2006/relationships/customXml" Target="../ink/ink2738.xml"/><Relationship Id="rId115" Type="http://schemas.openxmlformats.org/officeDocument/2006/relationships/image" Target="../media/image2673.png"/><Relationship Id="rId136" Type="http://schemas.openxmlformats.org/officeDocument/2006/relationships/customXml" Target="../ink/ink2786.xml"/><Relationship Id="rId157" Type="http://schemas.openxmlformats.org/officeDocument/2006/relationships/image" Target="../media/image2694.png"/><Relationship Id="rId178" Type="http://schemas.openxmlformats.org/officeDocument/2006/relationships/customXml" Target="../ink/ink280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A9570A-A776-724B-4FF7-155994093C1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Adjoint and Inverse of a matrix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2811CA-8FF7-462E-3A3E-F312CC49DB9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Dr. Niharika Kulshrestha</a:t>
            </a:r>
          </a:p>
          <a:p>
            <a:r>
              <a:rPr lang="en-US" dirty="0"/>
              <a:t>CDA-102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527098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>
            <a:extLst>
              <a:ext uri="{FF2B5EF4-FFF2-40B4-BE49-F238E27FC236}">
                <a16:creationId xmlns:a16="http://schemas.microsoft.com/office/drawing/2014/main" id="{90E58478-D8EE-1ECB-32CC-1E433B8771E8}"/>
              </a:ext>
            </a:extLst>
          </p:cNvPr>
          <p:cNvGrpSpPr/>
          <p:nvPr/>
        </p:nvGrpSpPr>
        <p:grpSpPr>
          <a:xfrm>
            <a:off x="11475883" y="663141"/>
            <a:ext cx="372240" cy="380880"/>
            <a:chOff x="11475883" y="663141"/>
            <a:chExt cx="372240" cy="380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9A6DBC2D-FB0D-41C1-4277-A53DE19F079B}"/>
                    </a:ext>
                  </a:extLst>
                </p14:cNvPr>
                <p14:cNvContentPartPr/>
                <p14:nvPr/>
              </p14:nvContentPartPr>
              <p14:xfrm>
                <a:off x="11475883" y="663141"/>
                <a:ext cx="153360" cy="38088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9A6DBC2D-FB0D-41C1-4277-A53DE19F079B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1457883" y="645501"/>
                  <a:ext cx="189000" cy="41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2FD33A66-0CC3-4DFF-6315-5944B4BCF2A2}"/>
                    </a:ext>
                  </a:extLst>
                </p14:cNvPr>
                <p14:cNvContentPartPr/>
                <p14:nvPr/>
              </p14:nvContentPartPr>
              <p14:xfrm>
                <a:off x="11688643" y="834861"/>
                <a:ext cx="159480" cy="17100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2FD33A66-0CC3-4DFF-6315-5944B4BCF2A2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1670643" y="817221"/>
                  <a:ext cx="195120" cy="206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791952FD-7C94-1FA7-FD74-BC902C1FDB07}"/>
                  </a:ext>
                </a:extLst>
              </p14:cNvPr>
              <p14:cNvContentPartPr/>
              <p14:nvPr/>
            </p14:nvContentPartPr>
            <p14:xfrm>
              <a:off x="354403" y="1724061"/>
              <a:ext cx="654840" cy="787320"/>
            </p14:xfrm>
          </p:contentPart>
        </mc:Choice>
        <mc:Fallback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791952FD-7C94-1FA7-FD74-BC902C1FDB07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36403" y="1706421"/>
                <a:ext cx="690480" cy="82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C74A134A-171E-EE1E-52C7-571C276C2CA8}"/>
                  </a:ext>
                </a:extLst>
              </p14:cNvPr>
              <p14:cNvContentPartPr/>
              <p14:nvPr/>
            </p14:nvContentPartPr>
            <p14:xfrm>
              <a:off x="558523" y="2903781"/>
              <a:ext cx="268560" cy="232560"/>
            </p14:xfrm>
          </p:contentPart>
        </mc:Choice>
        <mc:Fallback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C74A134A-171E-EE1E-52C7-571C276C2CA8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40883" y="2885781"/>
                <a:ext cx="304200" cy="268200"/>
              </a:xfrm>
              <a:prstGeom prst="rect">
                <a:avLst/>
              </a:prstGeom>
            </p:spPr>
          </p:pic>
        </mc:Fallback>
      </mc:AlternateContent>
      <p:grpSp>
        <p:nvGrpSpPr>
          <p:cNvPr id="101" name="Group 100">
            <a:extLst>
              <a:ext uri="{FF2B5EF4-FFF2-40B4-BE49-F238E27FC236}">
                <a16:creationId xmlns:a16="http://schemas.microsoft.com/office/drawing/2014/main" id="{6A963946-6CF0-FA14-70FA-A58568BA0632}"/>
              </a:ext>
            </a:extLst>
          </p:cNvPr>
          <p:cNvGrpSpPr/>
          <p:nvPr/>
        </p:nvGrpSpPr>
        <p:grpSpPr>
          <a:xfrm>
            <a:off x="1121203" y="520941"/>
            <a:ext cx="10072440" cy="2888280"/>
            <a:chOff x="1121203" y="520941"/>
            <a:chExt cx="10072440" cy="2888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08328740-2183-AC0D-E2DB-4DD6EE6E3476}"/>
                    </a:ext>
                  </a:extLst>
                </p14:cNvPr>
                <p14:cNvContentPartPr/>
                <p14:nvPr/>
              </p14:nvContentPartPr>
              <p14:xfrm>
                <a:off x="1157563" y="1149861"/>
                <a:ext cx="8640" cy="3636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08328740-2183-AC0D-E2DB-4DD6EE6E3476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139923" y="1132221"/>
                  <a:ext cx="4428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01B759B7-1B81-E424-5664-D989E57A9145}"/>
                    </a:ext>
                  </a:extLst>
                </p14:cNvPr>
                <p14:cNvContentPartPr/>
                <p14:nvPr/>
              </p14:nvContentPartPr>
              <p14:xfrm>
                <a:off x="1139923" y="520941"/>
                <a:ext cx="403560" cy="67860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01B759B7-1B81-E424-5664-D989E57A9145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121923" y="502941"/>
                  <a:ext cx="439200" cy="71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B81386D9-92F4-F303-B75F-9455622AF29F}"/>
                    </a:ext>
                  </a:extLst>
                </p14:cNvPr>
                <p14:cNvContentPartPr/>
                <p14:nvPr/>
              </p14:nvContentPartPr>
              <p14:xfrm>
                <a:off x="1121203" y="735861"/>
                <a:ext cx="541080" cy="21564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B81386D9-92F4-F303-B75F-9455622AF29F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103563" y="717861"/>
                  <a:ext cx="57672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EE594BDF-C02F-EF7A-7010-95F9B1DF8937}"/>
                    </a:ext>
                  </a:extLst>
                </p14:cNvPr>
                <p14:cNvContentPartPr/>
                <p14:nvPr/>
              </p14:nvContentPartPr>
              <p14:xfrm>
                <a:off x="1661923" y="560901"/>
                <a:ext cx="339840" cy="67896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EE594BDF-C02F-EF7A-7010-95F9B1DF8937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644283" y="543261"/>
                  <a:ext cx="375480" cy="71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CBE74B83-88F9-3400-B952-B79E7DAE1F0C}"/>
                    </a:ext>
                  </a:extLst>
                </p14:cNvPr>
                <p14:cNvContentPartPr/>
                <p14:nvPr/>
              </p14:nvContentPartPr>
              <p14:xfrm>
                <a:off x="1829683" y="985341"/>
                <a:ext cx="276120" cy="70740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CBE74B83-88F9-3400-B952-B79E7DAE1F0C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812043" y="967701"/>
                  <a:ext cx="311760" cy="74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0524E698-136A-D602-E38B-2ACE6283CB4E}"/>
                    </a:ext>
                  </a:extLst>
                </p14:cNvPr>
                <p14:cNvContentPartPr/>
                <p14:nvPr/>
              </p14:nvContentPartPr>
              <p14:xfrm>
                <a:off x="2141083" y="679341"/>
                <a:ext cx="51480" cy="10224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0524E698-136A-D602-E38B-2ACE6283CB4E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123443" y="661341"/>
                  <a:ext cx="8712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96F36D5B-976F-63BA-AB30-BF20A781A80E}"/>
                    </a:ext>
                  </a:extLst>
                </p14:cNvPr>
                <p14:cNvContentPartPr/>
                <p14:nvPr/>
              </p14:nvContentPartPr>
              <p14:xfrm>
                <a:off x="2181403" y="928101"/>
                <a:ext cx="395280" cy="31716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96F36D5B-976F-63BA-AB30-BF20A781A80E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163403" y="910461"/>
                  <a:ext cx="430920" cy="35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3FB55F3F-A374-1717-EE94-58D3546A07B7}"/>
                    </a:ext>
                  </a:extLst>
                </p14:cNvPr>
                <p14:cNvContentPartPr/>
                <p14:nvPr/>
              </p14:nvContentPartPr>
              <p14:xfrm>
                <a:off x="2552203" y="758901"/>
                <a:ext cx="49320" cy="5724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3FB55F3F-A374-1717-EE94-58D3546A07B7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534563" y="741261"/>
                  <a:ext cx="8496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2EC8FB56-3CF2-CC19-33AD-862E62F0D295}"/>
                    </a:ext>
                  </a:extLst>
                </p14:cNvPr>
                <p14:cNvContentPartPr/>
                <p14:nvPr/>
              </p14:nvContentPartPr>
              <p14:xfrm>
                <a:off x="2567683" y="627501"/>
                <a:ext cx="527040" cy="53532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2EC8FB56-3CF2-CC19-33AD-862E62F0D295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550043" y="609861"/>
                  <a:ext cx="562680" cy="57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74DA5941-2FCA-0F2F-CEF9-0805A47404F3}"/>
                    </a:ext>
                  </a:extLst>
                </p14:cNvPr>
                <p14:cNvContentPartPr/>
                <p14:nvPr/>
              </p14:nvContentPartPr>
              <p14:xfrm>
                <a:off x="2878363" y="763221"/>
                <a:ext cx="249840" cy="6300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74DA5941-2FCA-0F2F-CEF9-0805A47404F3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860363" y="745581"/>
                  <a:ext cx="28548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38CFCDF6-65C4-D30D-B03D-381E44AB134E}"/>
                    </a:ext>
                  </a:extLst>
                </p14:cNvPr>
                <p14:cNvContentPartPr/>
                <p14:nvPr/>
              </p14:nvContentPartPr>
              <p14:xfrm>
                <a:off x="3568483" y="648021"/>
                <a:ext cx="513360" cy="108864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38CFCDF6-65C4-D30D-B03D-381E44AB134E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550483" y="630021"/>
                  <a:ext cx="549000" cy="11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F8498937-9B33-0990-B422-75F1258BC659}"/>
                    </a:ext>
                  </a:extLst>
                </p14:cNvPr>
                <p14:cNvContentPartPr/>
                <p14:nvPr/>
              </p14:nvContentPartPr>
              <p14:xfrm>
                <a:off x="4428163" y="855381"/>
                <a:ext cx="317520" cy="28404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F8498937-9B33-0990-B422-75F1258BC659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410523" y="837741"/>
                  <a:ext cx="353160" cy="31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165F6286-9C0E-657A-D1AF-16B5CF25C257}"/>
                    </a:ext>
                  </a:extLst>
                </p14:cNvPr>
                <p14:cNvContentPartPr/>
                <p14:nvPr/>
              </p14:nvContentPartPr>
              <p14:xfrm>
                <a:off x="5080843" y="723261"/>
                <a:ext cx="570240" cy="39852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165F6286-9C0E-657A-D1AF-16B5CF25C257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062843" y="705261"/>
                  <a:ext cx="605880" cy="43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A7CD4FB3-8732-C088-CE3B-6D0DE1FAA23C}"/>
                    </a:ext>
                  </a:extLst>
                </p14:cNvPr>
                <p14:cNvContentPartPr/>
                <p14:nvPr/>
              </p14:nvContentPartPr>
              <p14:xfrm>
                <a:off x="5656843" y="581421"/>
                <a:ext cx="901440" cy="57060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A7CD4FB3-8732-C088-CE3B-6D0DE1FAA23C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638843" y="563421"/>
                  <a:ext cx="937080" cy="60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9E5E30CE-4611-2770-0071-B38ADCB7171E}"/>
                    </a:ext>
                  </a:extLst>
                </p14:cNvPr>
                <p14:cNvContentPartPr/>
                <p14:nvPr/>
              </p14:nvContentPartPr>
              <p14:xfrm>
                <a:off x="6606883" y="904341"/>
                <a:ext cx="305640" cy="24408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9E5E30CE-4611-2770-0071-B38ADCB7171E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6589243" y="886341"/>
                  <a:ext cx="341280" cy="27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1A3C9BB8-459F-BF8F-4DD3-A327578FDB61}"/>
                    </a:ext>
                  </a:extLst>
                </p14:cNvPr>
                <p14:cNvContentPartPr/>
                <p14:nvPr/>
              </p14:nvContentPartPr>
              <p14:xfrm>
                <a:off x="6498163" y="628941"/>
                <a:ext cx="44640" cy="4392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1A3C9BB8-459F-BF8F-4DD3-A327578FDB61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6480163" y="611301"/>
                  <a:ext cx="8028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08BF3606-299A-87A4-CB69-F551F3918A19}"/>
                    </a:ext>
                  </a:extLst>
                </p14:cNvPr>
                <p14:cNvContentPartPr/>
                <p14:nvPr/>
              </p14:nvContentPartPr>
              <p14:xfrm>
                <a:off x="5752243" y="717501"/>
                <a:ext cx="514440" cy="3852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08BF3606-299A-87A4-CB69-F551F3918A19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734603" y="699861"/>
                  <a:ext cx="55008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DD0FD914-3D63-9522-E863-7A3D31B8AE93}"/>
                    </a:ext>
                  </a:extLst>
                </p14:cNvPr>
                <p14:cNvContentPartPr/>
                <p14:nvPr/>
              </p14:nvContentPartPr>
              <p14:xfrm>
                <a:off x="7043203" y="933501"/>
                <a:ext cx="176400" cy="576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DD0FD914-3D63-9522-E863-7A3D31B8AE93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7025563" y="915861"/>
                  <a:ext cx="21204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1D37808C-9D66-4BCF-E1C4-80002C306BC1}"/>
                    </a:ext>
                  </a:extLst>
                </p14:cNvPr>
                <p14:cNvContentPartPr/>
                <p14:nvPr/>
              </p14:nvContentPartPr>
              <p14:xfrm>
                <a:off x="7884523" y="636861"/>
                <a:ext cx="766800" cy="51516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1D37808C-9D66-4BCF-E1C4-80002C306BC1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7866523" y="619221"/>
                  <a:ext cx="802440" cy="55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6B8FC790-A1A2-85FD-F374-AF14F0E7DA47}"/>
                    </a:ext>
                  </a:extLst>
                </p14:cNvPr>
                <p14:cNvContentPartPr/>
                <p14:nvPr/>
              </p14:nvContentPartPr>
              <p14:xfrm>
                <a:off x="8407603" y="793461"/>
                <a:ext cx="201600" cy="6228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6B8FC790-A1A2-85FD-F374-AF14F0E7DA47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8389963" y="775461"/>
                  <a:ext cx="23724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6A3D456E-346F-8B9B-77D6-E32D7B632EDC}"/>
                    </a:ext>
                  </a:extLst>
                </p14:cNvPr>
                <p14:cNvContentPartPr/>
                <p14:nvPr/>
              </p14:nvContentPartPr>
              <p14:xfrm>
                <a:off x="9091963" y="588261"/>
                <a:ext cx="386280" cy="44244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6A3D456E-346F-8B9B-77D6-E32D7B632EDC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9073963" y="570261"/>
                  <a:ext cx="421920" cy="47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708A7AD1-9AB8-1AD3-9704-0D070F8DCEE7}"/>
                    </a:ext>
                  </a:extLst>
                </p14:cNvPr>
                <p14:cNvContentPartPr/>
                <p14:nvPr/>
              </p14:nvContentPartPr>
              <p14:xfrm>
                <a:off x="9631243" y="900381"/>
                <a:ext cx="82440" cy="2016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708A7AD1-9AB8-1AD3-9704-0D070F8DCEE7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9613603" y="882741"/>
                  <a:ext cx="11808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9E8127EA-68D4-2FC1-28C1-1C103F64B38A}"/>
                    </a:ext>
                  </a:extLst>
                </p14:cNvPr>
                <p14:cNvContentPartPr/>
                <p14:nvPr/>
              </p14:nvContentPartPr>
              <p14:xfrm>
                <a:off x="9605683" y="961581"/>
                <a:ext cx="192600" cy="4896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9E8127EA-68D4-2FC1-28C1-1C103F64B38A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9587683" y="943581"/>
                  <a:ext cx="22824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BF31A8C9-46E3-DD3D-A5DB-D859FF949A66}"/>
                    </a:ext>
                  </a:extLst>
                </p14:cNvPr>
                <p14:cNvContentPartPr/>
                <p14:nvPr/>
              </p14:nvContentPartPr>
              <p14:xfrm>
                <a:off x="10022923" y="543621"/>
                <a:ext cx="160200" cy="75132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BF31A8C9-46E3-DD3D-A5DB-D859FF949A66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0005283" y="525621"/>
                  <a:ext cx="195840" cy="78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2E3C7C22-9DC5-0E99-B334-5A548782024D}"/>
                    </a:ext>
                  </a:extLst>
                </p14:cNvPr>
                <p14:cNvContentPartPr/>
                <p14:nvPr/>
              </p14:nvContentPartPr>
              <p14:xfrm>
                <a:off x="10261963" y="893181"/>
                <a:ext cx="233280" cy="19044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2E3C7C22-9DC5-0E99-B334-5A548782024D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0243963" y="875541"/>
                  <a:ext cx="26892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70F7493B-AD86-D4D9-5BE7-FCBA47C2941E}"/>
                    </a:ext>
                  </a:extLst>
                </p14:cNvPr>
                <p14:cNvContentPartPr/>
                <p14:nvPr/>
              </p14:nvContentPartPr>
              <p14:xfrm>
                <a:off x="10659043" y="1035741"/>
                <a:ext cx="15120" cy="16272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70F7493B-AD86-D4D9-5BE7-FCBA47C2941E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0641043" y="1018101"/>
                  <a:ext cx="5076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A6BF1FCD-4DB5-D279-9F5A-4A746FE1A29C}"/>
                    </a:ext>
                  </a:extLst>
                </p14:cNvPr>
                <p14:cNvContentPartPr/>
                <p14:nvPr/>
              </p14:nvContentPartPr>
              <p14:xfrm>
                <a:off x="10721683" y="871941"/>
                <a:ext cx="11880" cy="4788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A6BF1FCD-4DB5-D279-9F5A-4A746FE1A29C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0704043" y="854301"/>
                  <a:ext cx="4752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1E619A9C-9157-40FE-46FF-DEFA40A01067}"/>
                    </a:ext>
                  </a:extLst>
                </p14:cNvPr>
                <p14:cNvContentPartPr/>
                <p14:nvPr/>
              </p14:nvContentPartPr>
              <p14:xfrm>
                <a:off x="10733563" y="1062021"/>
                <a:ext cx="123480" cy="33264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1E619A9C-9157-40FE-46FF-DEFA40A01067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0715563" y="1044381"/>
                  <a:ext cx="159120" cy="36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8CB113CF-603A-075B-5F0F-A67702FF5A66}"/>
                    </a:ext>
                  </a:extLst>
                </p14:cNvPr>
                <p14:cNvContentPartPr/>
                <p14:nvPr/>
              </p14:nvContentPartPr>
              <p14:xfrm>
                <a:off x="10917523" y="901101"/>
                <a:ext cx="8640" cy="4068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8CB113CF-603A-075B-5F0F-A67702FF5A66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0899883" y="883101"/>
                  <a:ext cx="4428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F52B1300-4C80-7059-8615-5F3CEAEB404C}"/>
                    </a:ext>
                  </a:extLst>
                </p14:cNvPr>
                <p14:cNvContentPartPr/>
                <p14:nvPr/>
              </p14:nvContentPartPr>
              <p14:xfrm>
                <a:off x="10963963" y="606621"/>
                <a:ext cx="168120" cy="76104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F52B1300-4C80-7059-8615-5F3CEAEB404C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0945963" y="588981"/>
                  <a:ext cx="203760" cy="79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D335A8FD-0848-15F5-F924-A74F60EE04E5}"/>
                    </a:ext>
                  </a:extLst>
                </p14:cNvPr>
                <p14:cNvContentPartPr/>
                <p14:nvPr/>
              </p14:nvContentPartPr>
              <p14:xfrm>
                <a:off x="1481923" y="1832421"/>
                <a:ext cx="848520" cy="62388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D335A8FD-0848-15F5-F924-A74F60EE04E5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463923" y="1814421"/>
                  <a:ext cx="884160" cy="65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2C87C703-A570-5A57-A234-A1875FD22C14}"/>
                    </a:ext>
                  </a:extLst>
                </p14:cNvPr>
                <p14:cNvContentPartPr/>
                <p14:nvPr/>
              </p14:nvContentPartPr>
              <p14:xfrm>
                <a:off x="1667323" y="1766901"/>
                <a:ext cx="60120" cy="180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2C87C703-A570-5A57-A234-A1875FD22C14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649323" y="1748901"/>
                  <a:ext cx="9576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C35A55FB-5C31-C885-4999-8602B072A46C}"/>
                    </a:ext>
                  </a:extLst>
                </p14:cNvPr>
                <p14:cNvContentPartPr/>
                <p14:nvPr/>
              </p14:nvContentPartPr>
              <p14:xfrm>
                <a:off x="2862523" y="1823421"/>
                <a:ext cx="186840" cy="29484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C35A55FB-5C31-C885-4999-8602B072A46C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2844523" y="1805781"/>
                  <a:ext cx="222480" cy="33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3B4E30BA-E1F2-9780-57B9-D782EE342F5F}"/>
                    </a:ext>
                  </a:extLst>
                </p14:cNvPr>
                <p14:cNvContentPartPr/>
                <p14:nvPr/>
              </p14:nvContentPartPr>
              <p14:xfrm>
                <a:off x="3102283" y="1858701"/>
                <a:ext cx="260280" cy="55404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3B4E30BA-E1F2-9780-57B9-D782EE342F5F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3084643" y="1841061"/>
                  <a:ext cx="295920" cy="58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E94932EF-9C18-BFC5-0ECD-8652B4E9EF78}"/>
                    </a:ext>
                  </a:extLst>
                </p14:cNvPr>
                <p14:cNvContentPartPr/>
                <p14:nvPr/>
              </p14:nvContentPartPr>
              <p14:xfrm>
                <a:off x="3374443" y="1866621"/>
                <a:ext cx="209160" cy="21348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E94932EF-9C18-BFC5-0ECD-8652B4E9EF78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3356803" y="1848981"/>
                  <a:ext cx="244800" cy="24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9004F8C5-0045-B8D0-780A-446EB9A2AA19}"/>
                    </a:ext>
                  </a:extLst>
                </p14:cNvPr>
                <p14:cNvContentPartPr/>
                <p14:nvPr/>
              </p14:nvContentPartPr>
              <p14:xfrm>
                <a:off x="3614923" y="1846101"/>
                <a:ext cx="691920" cy="22464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9004F8C5-0045-B8D0-780A-446EB9A2AA19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3596923" y="1828101"/>
                  <a:ext cx="727560" cy="26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80997E4A-75DC-39B0-02A9-30434B333EC7}"/>
                    </a:ext>
                  </a:extLst>
                </p14:cNvPr>
                <p14:cNvContentPartPr/>
                <p14:nvPr/>
              </p14:nvContentPartPr>
              <p14:xfrm>
                <a:off x="4723003" y="1852941"/>
                <a:ext cx="457200" cy="18648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80997E4A-75DC-39B0-02A9-30434B333EC7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4705363" y="1835301"/>
                  <a:ext cx="49284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E0B000A9-D76A-56CC-15F9-46746EFCE242}"/>
                    </a:ext>
                  </a:extLst>
                </p14:cNvPr>
                <p14:cNvContentPartPr/>
                <p14:nvPr/>
              </p14:nvContentPartPr>
              <p14:xfrm>
                <a:off x="5233843" y="1558461"/>
                <a:ext cx="797760" cy="49824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E0B000A9-D76A-56CC-15F9-46746EFCE242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5215843" y="1540821"/>
                  <a:ext cx="833400" cy="53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FC2561BF-16E2-ECE6-6A77-214CB37D628D}"/>
                    </a:ext>
                  </a:extLst>
                </p14:cNvPr>
                <p14:cNvContentPartPr/>
                <p14:nvPr/>
              </p14:nvContentPartPr>
              <p14:xfrm>
                <a:off x="6157963" y="1791021"/>
                <a:ext cx="202680" cy="21456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FC2561BF-16E2-ECE6-6A77-214CB37D628D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6139963" y="1773021"/>
                  <a:ext cx="23832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CFDBAC4B-DD8E-A7B2-CCE9-9F920DA8025B}"/>
                    </a:ext>
                  </a:extLst>
                </p14:cNvPr>
                <p14:cNvContentPartPr/>
                <p14:nvPr/>
              </p14:nvContentPartPr>
              <p14:xfrm>
                <a:off x="5881843" y="1656381"/>
                <a:ext cx="64440" cy="2340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CFDBAC4B-DD8E-A7B2-CCE9-9F920DA8025B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5863843" y="1638381"/>
                  <a:ext cx="10008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A86A9792-0FCB-B51C-3B78-668865707638}"/>
                    </a:ext>
                  </a:extLst>
                </p14:cNvPr>
                <p14:cNvContentPartPr/>
                <p14:nvPr/>
              </p14:nvContentPartPr>
              <p14:xfrm>
                <a:off x="5327803" y="1689501"/>
                <a:ext cx="354240" cy="5292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A86A9792-0FCB-B51C-3B78-668865707638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5310163" y="1671501"/>
                  <a:ext cx="38988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AB77E552-2317-BEF3-31B2-03F1B258CB0C}"/>
                    </a:ext>
                  </a:extLst>
                </p14:cNvPr>
                <p14:cNvContentPartPr/>
                <p14:nvPr/>
              </p14:nvContentPartPr>
              <p14:xfrm>
                <a:off x="7114843" y="1793901"/>
                <a:ext cx="560520" cy="20988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AB77E552-2317-BEF3-31B2-03F1B258CB0C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7097203" y="1775901"/>
                  <a:ext cx="596160" cy="24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46A9A55C-9BDF-DB7E-1472-80478F0F48DC}"/>
                    </a:ext>
                  </a:extLst>
                </p14:cNvPr>
                <p14:cNvContentPartPr/>
                <p14:nvPr/>
              </p14:nvContentPartPr>
              <p14:xfrm>
                <a:off x="7682563" y="1587981"/>
                <a:ext cx="236880" cy="39996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46A9A55C-9BDF-DB7E-1472-80478F0F48DC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7664923" y="1570341"/>
                  <a:ext cx="272520" cy="43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7B58CF08-9C04-130A-C4C3-13B527E8DB89}"/>
                    </a:ext>
                  </a:extLst>
                </p14:cNvPr>
                <p14:cNvContentPartPr/>
                <p14:nvPr/>
              </p14:nvContentPartPr>
              <p14:xfrm>
                <a:off x="8354323" y="1746021"/>
                <a:ext cx="33480" cy="26172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7B58CF08-9C04-130A-C4C3-13B527E8DB89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8336323" y="1728021"/>
                  <a:ext cx="69120" cy="29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A1E8FB56-35F7-1409-3FBA-14E09B2E45BF}"/>
                    </a:ext>
                  </a:extLst>
                </p14:cNvPr>
                <p14:cNvContentPartPr/>
                <p14:nvPr/>
              </p14:nvContentPartPr>
              <p14:xfrm>
                <a:off x="8358643" y="1699581"/>
                <a:ext cx="204120" cy="33768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A1E8FB56-35F7-1409-3FBA-14E09B2E45BF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8340643" y="1681941"/>
                  <a:ext cx="239760" cy="37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03976C70-7068-2C06-9F45-2163D3ECACBE}"/>
                    </a:ext>
                  </a:extLst>
                </p14:cNvPr>
                <p14:cNvContentPartPr/>
                <p14:nvPr/>
              </p14:nvContentPartPr>
              <p14:xfrm>
                <a:off x="8695963" y="1839621"/>
                <a:ext cx="91080" cy="864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03976C70-7068-2C06-9F45-2163D3ECACBE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8677963" y="1821981"/>
                  <a:ext cx="12672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29B76564-54AC-300E-914C-ED02DD62C45A}"/>
                    </a:ext>
                  </a:extLst>
                </p14:cNvPr>
                <p14:cNvContentPartPr/>
                <p14:nvPr/>
              </p14:nvContentPartPr>
              <p14:xfrm>
                <a:off x="8675443" y="1919541"/>
                <a:ext cx="177840" cy="3744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29B76564-54AC-300E-914C-ED02DD62C45A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8657803" y="1901541"/>
                  <a:ext cx="21348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BCF87833-E221-C2F9-9B76-8A1F033A2275}"/>
                    </a:ext>
                  </a:extLst>
                </p14:cNvPr>
                <p14:cNvContentPartPr/>
                <p14:nvPr/>
              </p14:nvContentPartPr>
              <p14:xfrm>
                <a:off x="9212203" y="1511301"/>
                <a:ext cx="257400" cy="89136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BCF87833-E221-C2F9-9B76-8A1F033A2275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9194563" y="1493301"/>
                  <a:ext cx="293040" cy="9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97B136C4-5EDD-563A-BBD3-22F0AAED7328}"/>
                    </a:ext>
                  </a:extLst>
                </p14:cNvPr>
                <p14:cNvContentPartPr/>
                <p14:nvPr/>
              </p14:nvContentPartPr>
              <p14:xfrm>
                <a:off x="9569323" y="1634061"/>
                <a:ext cx="236880" cy="46440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97B136C4-5EDD-563A-BBD3-22F0AAED7328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9551683" y="1616421"/>
                  <a:ext cx="272520" cy="50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6450622A-5194-61EF-A8A4-FBA423231968}"/>
                    </a:ext>
                  </a:extLst>
                </p14:cNvPr>
                <p14:cNvContentPartPr/>
                <p14:nvPr/>
              </p14:nvContentPartPr>
              <p14:xfrm>
                <a:off x="9611803" y="1889301"/>
                <a:ext cx="166680" cy="4860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6450622A-5194-61EF-A8A4-FBA423231968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9593803" y="1871301"/>
                  <a:ext cx="20232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4961247A-66B5-F074-4364-BD298C0348AF}"/>
                    </a:ext>
                  </a:extLst>
                </p14:cNvPr>
                <p14:cNvContentPartPr/>
                <p14:nvPr/>
              </p14:nvContentPartPr>
              <p14:xfrm>
                <a:off x="9971443" y="2017821"/>
                <a:ext cx="106560" cy="17064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4961247A-66B5-F074-4364-BD298C0348AF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9953443" y="1999821"/>
                  <a:ext cx="14220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E8859C48-C867-132C-08C1-97C8BABD0973}"/>
                    </a:ext>
                  </a:extLst>
                </p14:cNvPr>
                <p14:cNvContentPartPr/>
                <p14:nvPr/>
              </p14:nvContentPartPr>
              <p14:xfrm>
                <a:off x="10003843" y="1874181"/>
                <a:ext cx="39600" cy="5112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E8859C48-C867-132C-08C1-97C8BABD0973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9986203" y="1856181"/>
                  <a:ext cx="7524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FA268937-C0A7-93BE-E369-99DBD44EAFCC}"/>
                    </a:ext>
                  </a:extLst>
                </p14:cNvPr>
                <p14:cNvContentPartPr/>
                <p14:nvPr/>
              </p14:nvContentPartPr>
              <p14:xfrm>
                <a:off x="10081963" y="2031861"/>
                <a:ext cx="105120" cy="35028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FA268937-C0A7-93BE-E369-99DBD44EAFCC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0064323" y="2013861"/>
                  <a:ext cx="140760" cy="38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D6B8CE8A-EED1-C113-9D28-7F49638AEAC8}"/>
                    </a:ext>
                  </a:extLst>
                </p14:cNvPr>
                <p14:cNvContentPartPr/>
                <p14:nvPr/>
              </p14:nvContentPartPr>
              <p14:xfrm>
                <a:off x="10105363" y="1886061"/>
                <a:ext cx="33480" cy="8856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D6B8CE8A-EED1-C113-9D28-7F49638AEAC8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0087363" y="1868421"/>
                  <a:ext cx="6912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D132FD9B-4CC7-9991-7C93-3DD65C76651D}"/>
                    </a:ext>
                  </a:extLst>
                </p14:cNvPr>
                <p14:cNvContentPartPr/>
                <p14:nvPr/>
              </p14:nvContentPartPr>
              <p14:xfrm>
                <a:off x="10293643" y="1557741"/>
                <a:ext cx="250560" cy="68508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D132FD9B-4CC7-9991-7C93-3DD65C76651D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0275643" y="1539741"/>
                  <a:ext cx="286200" cy="72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198BAADB-C92C-E41F-3A2E-ACB9EBD79522}"/>
                    </a:ext>
                  </a:extLst>
                </p14:cNvPr>
                <p14:cNvContentPartPr/>
                <p14:nvPr/>
              </p14:nvContentPartPr>
              <p14:xfrm>
                <a:off x="10854883" y="1760061"/>
                <a:ext cx="27720" cy="21276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198BAADB-C92C-E41F-3A2E-ACB9EBD79522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0837243" y="1742061"/>
                  <a:ext cx="63360" cy="24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DB8FF88D-6C43-884F-FED3-F6018D334006}"/>
                    </a:ext>
                  </a:extLst>
                </p14:cNvPr>
                <p14:cNvContentPartPr/>
                <p14:nvPr/>
              </p14:nvContentPartPr>
              <p14:xfrm>
                <a:off x="10952443" y="1770501"/>
                <a:ext cx="168480" cy="20160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DB8FF88D-6C43-884F-FED3-F6018D334006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10934803" y="1752501"/>
                  <a:ext cx="20412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07BEB526-C845-898B-6090-C442C3005F4C}"/>
                    </a:ext>
                  </a:extLst>
                </p14:cNvPr>
                <p14:cNvContentPartPr/>
                <p14:nvPr/>
              </p14:nvContentPartPr>
              <p14:xfrm>
                <a:off x="10836523" y="1608141"/>
                <a:ext cx="43560" cy="3816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07BEB526-C845-898B-6090-C442C3005F4C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0818523" y="1590141"/>
                  <a:ext cx="7920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010D8F5E-D267-EF5F-5E70-98CB6C10E7B7}"/>
                    </a:ext>
                  </a:extLst>
                </p14:cNvPr>
                <p14:cNvContentPartPr/>
                <p14:nvPr/>
              </p14:nvContentPartPr>
              <p14:xfrm>
                <a:off x="1230283" y="2955621"/>
                <a:ext cx="399240" cy="18792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010D8F5E-D267-EF5F-5E70-98CB6C10E7B7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212643" y="2937981"/>
                  <a:ext cx="43488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4BD41383-18F5-D28C-7F8D-90002BEA5FFD}"/>
                    </a:ext>
                  </a:extLst>
                </p14:cNvPr>
                <p14:cNvContentPartPr/>
                <p14:nvPr/>
              </p14:nvContentPartPr>
              <p14:xfrm>
                <a:off x="1695403" y="2711541"/>
                <a:ext cx="799920" cy="47268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4BD41383-18F5-D28C-7F8D-90002BEA5FFD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677403" y="2693901"/>
                  <a:ext cx="835560" cy="50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2159C78B-B74B-416F-13ED-B1EF346C4B3C}"/>
                    </a:ext>
                  </a:extLst>
                </p14:cNvPr>
                <p14:cNvContentPartPr/>
                <p14:nvPr/>
              </p14:nvContentPartPr>
              <p14:xfrm>
                <a:off x="2579923" y="2952741"/>
                <a:ext cx="249840" cy="21996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2159C78B-B74B-416F-13ED-B1EF346C4B3C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2562283" y="2934741"/>
                  <a:ext cx="285480" cy="25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A353B036-B32B-BF67-67B8-DCA04F433255}"/>
                    </a:ext>
                  </a:extLst>
                </p14:cNvPr>
                <p14:cNvContentPartPr/>
                <p14:nvPr/>
              </p14:nvContentPartPr>
              <p14:xfrm>
                <a:off x="2406043" y="2813061"/>
                <a:ext cx="104040" cy="1584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A353B036-B32B-BF67-67B8-DCA04F433255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2388043" y="2795421"/>
                  <a:ext cx="13968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D1491FCE-6CD7-5959-1E80-D82B1B716B4D}"/>
                    </a:ext>
                  </a:extLst>
                </p14:cNvPr>
                <p14:cNvContentPartPr/>
                <p14:nvPr/>
              </p14:nvContentPartPr>
              <p14:xfrm>
                <a:off x="1839043" y="2851941"/>
                <a:ext cx="203400" cy="2592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D1491FCE-6CD7-5959-1E80-D82B1B716B4D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1821403" y="2833941"/>
                  <a:ext cx="23904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E3A7C610-0AD7-497B-633A-B22D691683FD}"/>
                    </a:ext>
                  </a:extLst>
                </p14:cNvPr>
                <p14:cNvContentPartPr/>
                <p14:nvPr/>
              </p14:nvContentPartPr>
              <p14:xfrm>
                <a:off x="3293443" y="2700381"/>
                <a:ext cx="928080" cy="40752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E3A7C610-0AD7-497B-633A-B22D691683FD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3275803" y="2682741"/>
                  <a:ext cx="963720" cy="44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2A027388-31C7-E691-3081-6D81F1E894E9}"/>
                    </a:ext>
                  </a:extLst>
                </p14:cNvPr>
                <p14:cNvContentPartPr/>
                <p14:nvPr/>
              </p14:nvContentPartPr>
              <p14:xfrm>
                <a:off x="4230163" y="2892261"/>
                <a:ext cx="263160" cy="20340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2A027388-31C7-E691-3081-6D81F1E894E9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4212523" y="2874621"/>
                  <a:ext cx="29880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9177C6DD-DA93-4823-8C68-3256E7F1CCED}"/>
                    </a:ext>
                  </a:extLst>
                </p14:cNvPr>
                <p14:cNvContentPartPr/>
                <p14:nvPr/>
              </p14:nvContentPartPr>
              <p14:xfrm>
                <a:off x="4927483" y="2659701"/>
                <a:ext cx="605160" cy="44424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9177C6DD-DA93-4823-8C68-3256E7F1CCED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4909843" y="2642061"/>
                  <a:ext cx="640800" cy="47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B9CF206D-AF14-CF9F-266C-A5C3DDA24168}"/>
                    </a:ext>
                  </a:extLst>
                </p14:cNvPr>
                <p14:cNvContentPartPr/>
                <p14:nvPr/>
              </p14:nvContentPartPr>
              <p14:xfrm>
                <a:off x="5541643" y="2907021"/>
                <a:ext cx="352800" cy="16596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B9CF206D-AF14-CF9F-266C-A5C3DDA24168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5523643" y="2889021"/>
                  <a:ext cx="38844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6FC4974D-20AA-9299-2834-3044B1653B40}"/>
                    </a:ext>
                  </a:extLst>
                </p14:cNvPr>
                <p14:cNvContentPartPr/>
                <p14:nvPr/>
              </p14:nvContentPartPr>
              <p14:xfrm>
                <a:off x="5863123" y="2515341"/>
                <a:ext cx="730800" cy="54000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6FC4974D-20AA-9299-2834-3044B1653B40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5845123" y="2497341"/>
                  <a:ext cx="766440" cy="57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EE2590DD-F292-94F1-EB11-7091AB0FE33B}"/>
                    </a:ext>
                  </a:extLst>
                </p14:cNvPr>
                <p14:cNvContentPartPr/>
                <p14:nvPr/>
              </p14:nvContentPartPr>
              <p14:xfrm>
                <a:off x="6141763" y="2670861"/>
                <a:ext cx="346680" cy="1872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EE2590DD-F292-94F1-EB11-7091AB0FE33B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6124123" y="2652861"/>
                  <a:ext cx="38232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B4524089-06A0-E3BD-070C-2F7B913F90B1}"/>
                    </a:ext>
                  </a:extLst>
                </p14:cNvPr>
                <p14:cNvContentPartPr/>
                <p14:nvPr/>
              </p14:nvContentPartPr>
              <p14:xfrm>
                <a:off x="6916483" y="2797221"/>
                <a:ext cx="786960" cy="21564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B4524089-06A0-E3BD-070C-2F7B913F90B1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6898843" y="2779221"/>
                  <a:ext cx="82260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9FB2ACC0-6650-5FF1-EA5E-2600B4A4C5D2}"/>
                    </a:ext>
                  </a:extLst>
                </p14:cNvPr>
                <p14:cNvContentPartPr/>
                <p14:nvPr/>
              </p14:nvContentPartPr>
              <p14:xfrm>
                <a:off x="8110243" y="2526861"/>
                <a:ext cx="911880" cy="45972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9FB2ACC0-6650-5FF1-EA5E-2600B4A4C5D2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8092603" y="2509221"/>
                  <a:ext cx="947520" cy="49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DD634BFE-C5FC-1637-77A9-55641BA00DC5}"/>
                    </a:ext>
                  </a:extLst>
                </p14:cNvPr>
                <p14:cNvContentPartPr/>
                <p14:nvPr/>
              </p14:nvContentPartPr>
              <p14:xfrm>
                <a:off x="8165323" y="2662941"/>
                <a:ext cx="200160" cy="1620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DD634BFE-C5FC-1637-77A9-55641BA00DC5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8147683" y="2644941"/>
                  <a:ext cx="23580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D4EC8465-3307-6D09-3171-D29771CC14B6}"/>
                    </a:ext>
                  </a:extLst>
                </p14:cNvPr>
                <p14:cNvContentPartPr/>
                <p14:nvPr/>
              </p14:nvContentPartPr>
              <p14:xfrm>
                <a:off x="9447283" y="2470341"/>
                <a:ext cx="568440" cy="93888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D4EC8465-3307-6D09-3171-D29771CC14B6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9429283" y="2452701"/>
                  <a:ext cx="604080" cy="9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CBE5A16D-FCFE-5C4E-1E60-7A9FA1D5276C}"/>
                    </a:ext>
                  </a:extLst>
                </p14:cNvPr>
                <p14:cNvContentPartPr/>
                <p14:nvPr/>
              </p14:nvContentPartPr>
              <p14:xfrm>
                <a:off x="10012843" y="2682021"/>
                <a:ext cx="204480" cy="22248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CBE5A16D-FCFE-5C4E-1E60-7A9FA1D5276C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9994843" y="2664381"/>
                  <a:ext cx="240120" cy="25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5BA8CFEB-25F0-E84D-BF5D-9959F27174C2}"/>
                    </a:ext>
                  </a:extLst>
                </p14:cNvPr>
                <p14:cNvContentPartPr/>
                <p14:nvPr/>
              </p14:nvContentPartPr>
              <p14:xfrm>
                <a:off x="10268443" y="2697861"/>
                <a:ext cx="154080" cy="18324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5BA8CFEB-25F0-E84D-BF5D-9959F27174C2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10250443" y="2679861"/>
                  <a:ext cx="18972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091BA57E-DCDE-A36D-8EA5-A09ACFDE7B8F}"/>
                    </a:ext>
                  </a:extLst>
                </p14:cNvPr>
                <p14:cNvContentPartPr/>
                <p14:nvPr/>
              </p14:nvContentPartPr>
              <p14:xfrm>
                <a:off x="10471483" y="2355861"/>
                <a:ext cx="101880" cy="54432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091BA57E-DCDE-A36D-8EA5-A09ACFDE7B8F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10453483" y="2337861"/>
                  <a:ext cx="137520" cy="57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686F3E1E-4DED-F7E5-D2BE-CA477384105E}"/>
                    </a:ext>
                  </a:extLst>
                </p14:cNvPr>
                <p14:cNvContentPartPr/>
                <p14:nvPr/>
              </p14:nvContentPartPr>
              <p14:xfrm>
                <a:off x="10617283" y="2570781"/>
                <a:ext cx="576360" cy="32004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686F3E1E-4DED-F7E5-D2BE-CA477384105E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10599643" y="2553141"/>
                  <a:ext cx="612000" cy="35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F674A738-8BE8-C44C-1CDC-F3581C3D107F}"/>
                    </a:ext>
                  </a:extLst>
                </p14:cNvPr>
                <p14:cNvContentPartPr/>
                <p14:nvPr/>
              </p14:nvContentPartPr>
              <p14:xfrm>
                <a:off x="10305883" y="2479341"/>
                <a:ext cx="235800" cy="3996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F674A738-8BE8-C44C-1CDC-F3581C3D107F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10287883" y="2461341"/>
                  <a:ext cx="271440" cy="75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66">
            <p14:nvContentPartPr>
              <p14:cNvPr id="102" name="Ink 101">
                <a:extLst>
                  <a:ext uri="{FF2B5EF4-FFF2-40B4-BE49-F238E27FC236}">
                    <a16:creationId xmlns:a16="http://schemas.microsoft.com/office/drawing/2014/main" id="{4E1FDE05-EE50-453D-16DA-ADAB970ADB9C}"/>
                  </a:ext>
                </a:extLst>
              </p14:cNvPr>
              <p14:cNvContentPartPr/>
              <p14:nvPr/>
            </p14:nvContentPartPr>
            <p14:xfrm>
              <a:off x="11604043" y="2379981"/>
              <a:ext cx="344880" cy="780480"/>
            </p14:xfrm>
          </p:contentPart>
        </mc:Choice>
        <mc:Fallback>
          <p:pic>
            <p:nvPicPr>
              <p:cNvPr id="102" name="Ink 101">
                <a:extLst>
                  <a:ext uri="{FF2B5EF4-FFF2-40B4-BE49-F238E27FC236}">
                    <a16:creationId xmlns:a16="http://schemas.microsoft.com/office/drawing/2014/main" id="{4E1FDE05-EE50-453D-16DA-ADAB970ADB9C}"/>
                  </a:ext>
                </a:extLst>
              </p:cNvPr>
              <p:cNvPicPr/>
              <p:nvPr/>
            </p:nvPicPr>
            <p:blipFill>
              <a:blip r:embed="rId167"/>
              <a:stretch>
                <a:fillRect/>
              </a:stretch>
            </p:blipFill>
            <p:spPr>
              <a:xfrm>
                <a:off x="11586043" y="2362341"/>
                <a:ext cx="380520" cy="81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8">
            <p14:nvContentPartPr>
              <p14:cNvPr id="103" name="Ink 102">
                <a:extLst>
                  <a:ext uri="{FF2B5EF4-FFF2-40B4-BE49-F238E27FC236}">
                    <a16:creationId xmlns:a16="http://schemas.microsoft.com/office/drawing/2014/main" id="{869F0893-B94F-A622-8CFB-ED768EF1B171}"/>
                  </a:ext>
                </a:extLst>
              </p14:cNvPr>
              <p14:cNvContentPartPr/>
              <p14:nvPr/>
            </p14:nvContentPartPr>
            <p14:xfrm>
              <a:off x="514963" y="3553581"/>
              <a:ext cx="107280" cy="417960"/>
            </p14:xfrm>
          </p:contentPart>
        </mc:Choice>
        <mc:Fallback>
          <p:pic>
            <p:nvPicPr>
              <p:cNvPr id="103" name="Ink 102">
                <a:extLst>
                  <a:ext uri="{FF2B5EF4-FFF2-40B4-BE49-F238E27FC236}">
                    <a16:creationId xmlns:a16="http://schemas.microsoft.com/office/drawing/2014/main" id="{869F0893-B94F-A622-8CFB-ED768EF1B171}"/>
                  </a:ext>
                </a:extLst>
              </p:cNvPr>
              <p:cNvPicPr/>
              <p:nvPr/>
            </p:nvPicPr>
            <p:blipFill>
              <a:blip r:embed="rId169"/>
              <a:stretch>
                <a:fillRect/>
              </a:stretch>
            </p:blipFill>
            <p:spPr>
              <a:xfrm>
                <a:off x="496963" y="3535581"/>
                <a:ext cx="142920" cy="45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0">
            <p14:nvContentPartPr>
              <p14:cNvPr id="104" name="Ink 103">
                <a:extLst>
                  <a:ext uri="{FF2B5EF4-FFF2-40B4-BE49-F238E27FC236}">
                    <a16:creationId xmlns:a16="http://schemas.microsoft.com/office/drawing/2014/main" id="{620C9103-BAE4-F5D4-21FE-0E11506E5191}"/>
                  </a:ext>
                </a:extLst>
              </p14:cNvPr>
              <p14:cNvContentPartPr/>
              <p14:nvPr/>
            </p14:nvContentPartPr>
            <p14:xfrm>
              <a:off x="373483" y="3606141"/>
              <a:ext cx="801360" cy="366480"/>
            </p14:xfrm>
          </p:contentPart>
        </mc:Choice>
        <mc:Fallback>
          <p:pic>
            <p:nvPicPr>
              <p:cNvPr id="104" name="Ink 103">
                <a:extLst>
                  <a:ext uri="{FF2B5EF4-FFF2-40B4-BE49-F238E27FC236}">
                    <a16:creationId xmlns:a16="http://schemas.microsoft.com/office/drawing/2014/main" id="{620C9103-BAE4-F5D4-21FE-0E11506E5191}"/>
                  </a:ext>
                </a:extLst>
              </p:cNvPr>
              <p:cNvPicPr/>
              <p:nvPr/>
            </p:nvPicPr>
            <p:blipFill>
              <a:blip r:embed="rId171"/>
              <a:stretch>
                <a:fillRect/>
              </a:stretch>
            </p:blipFill>
            <p:spPr>
              <a:xfrm>
                <a:off x="355843" y="3588141"/>
                <a:ext cx="837000" cy="40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2">
            <p14:nvContentPartPr>
              <p14:cNvPr id="105" name="Ink 104">
                <a:extLst>
                  <a:ext uri="{FF2B5EF4-FFF2-40B4-BE49-F238E27FC236}">
                    <a16:creationId xmlns:a16="http://schemas.microsoft.com/office/drawing/2014/main" id="{DF143A43-E4AD-B23F-E239-A96B769BC5E9}"/>
                  </a:ext>
                </a:extLst>
              </p14:cNvPr>
              <p14:cNvContentPartPr/>
              <p14:nvPr/>
            </p14:nvContentPartPr>
            <p14:xfrm>
              <a:off x="1474363" y="3747261"/>
              <a:ext cx="377280" cy="249480"/>
            </p14:xfrm>
          </p:contentPart>
        </mc:Choice>
        <mc:Fallback>
          <p:pic>
            <p:nvPicPr>
              <p:cNvPr id="105" name="Ink 104">
                <a:extLst>
                  <a:ext uri="{FF2B5EF4-FFF2-40B4-BE49-F238E27FC236}">
                    <a16:creationId xmlns:a16="http://schemas.microsoft.com/office/drawing/2014/main" id="{DF143A43-E4AD-B23F-E239-A96B769BC5E9}"/>
                  </a:ext>
                </a:extLst>
              </p:cNvPr>
              <p:cNvPicPr/>
              <p:nvPr/>
            </p:nvPicPr>
            <p:blipFill>
              <a:blip r:embed="rId173"/>
              <a:stretch>
                <a:fillRect/>
              </a:stretch>
            </p:blipFill>
            <p:spPr>
              <a:xfrm>
                <a:off x="1456363" y="3729261"/>
                <a:ext cx="412920" cy="28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4">
            <p14:nvContentPartPr>
              <p14:cNvPr id="106" name="Ink 105">
                <a:extLst>
                  <a:ext uri="{FF2B5EF4-FFF2-40B4-BE49-F238E27FC236}">
                    <a16:creationId xmlns:a16="http://schemas.microsoft.com/office/drawing/2014/main" id="{97FDDE15-E145-EF60-5034-66E7A995F06E}"/>
                  </a:ext>
                </a:extLst>
              </p14:cNvPr>
              <p14:cNvContentPartPr/>
              <p14:nvPr/>
            </p14:nvContentPartPr>
            <p14:xfrm>
              <a:off x="1926163" y="3762381"/>
              <a:ext cx="124920" cy="237600"/>
            </p14:xfrm>
          </p:contentPart>
        </mc:Choice>
        <mc:Fallback>
          <p:pic>
            <p:nvPicPr>
              <p:cNvPr id="106" name="Ink 105">
                <a:extLst>
                  <a:ext uri="{FF2B5EF4-FFF2-40B4-BE49-F238E27FC236}">
                    <a16:creationId xmlns:a16="http://schemas.microsoft.com/office/drawing/2014/main" id="{97FDDE15-E145-EF60-5034-66E7A995F06E}"/>
                  </a:ext>
                </a:extLst>
              </p:cNvPr>
              <p:cNvPicPr/>
              <p:nvPr/>
            </p:nvPicPr>
            <p:blipFill>
              <a:blip r:embed="rId175"/>
              <a:stretch>
                <a:fillRect/>
              </a:stretch>
            </p:blipFill>
            <p:spPr>
              <a:xfrm>
                <a:off x="1908163" y="3744381"/>
                <a:ext cx="160560" cy="27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6">
            <p14:nvContentPartPr>
              <p14:cNvPr id="107" name="Ink 106">
                <a:extLst>
                  <a:ext uri="{FF2B5EF4-FFF2-40B4-BE49-F238E27FC236}">
                    <a16:creationId xmlns:a16="http://schemas.microsoft.com/office/drawing/2014/main" id="{71B3ED94-F846-6BAD-4B3B-34B4042F9AF2}"/>
                  </a:ext>
                </a:extLst>
              </p14:cNvPr>
              <p14:cNvContentPartPr/>
              <p14:nvPr/>
            </p14:nvContentPartPr>
            <p14:xfrm>
              <a:off x="2118403" y="3758421"/>
              <a:ext cx="237960" cy="220320"/>
            </p14:xfrm>
          </p:contentPart>
        </mc:Choice>
        <mc:Fallback>
          <p:pic>
            <p:nvPicPr>
              <p:cNvPr id="107" name="Ink 106">
                <a:extLst>
                  <a:ext uri="{FF2B5EF4-FFF2-40B4-BE49-F238E27FC236}">
                    <a16:creationId xmlns:a16="http://schemas.microsoft.com/office/drawing/2014/main" id="{71B3ED94-F846-6BAD-4B3B-34B4042F9AF2}"/>
                  </a:ext>
                </a:extLst>
              </p:cNvPr>
              <p:cNvPicPr/>
              <p:nvPr/>
            </p:nvPicPr>
            <p:blipFill>
              <a:blip r:embed="rId177"/>
              <a:stretch>
                <a:fillRect/>
              </a:stretch>
            </p:blipFill>
            <p:spPr>
              <a:xfrm>
                <a:off x="2100403" y="3740421"/>
                <a:ext cx="273600" cy="25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8">
            <p14:nvContentPartPr>
              <p14:cNvPr id="108" name="Ink 107">
                <a:extLst>
                  <a:ext uri="{FF2B5EF4-FFF2-40B4-BE49-F238E27FC236}">
                    <a16:creationId xmlns:a16="http://schemas.microsoft.com/office/drawing/2014/main" id="{14E0D0E1-AD82-9C6D-B09A-FD684553F663}"/>
                  </a:ext>
                </a:extLst>
              </p14:cNvPr>
              <p14:cNvContentPartPr/>
              <p14:nvPr/>
            </p14:nvContentPartPr>
            <p14:xfrm>
              <a:off x="2398843" y="3758061"/>
              <a:ext cx="131040" cy="235800"/>
            </p14:xfrm>
          </p:contentPart>
        </mc:Choice>
        <mc:Fallback>
          <p:pic>
            <p:nvPicPr>
              <p:cNvPr id="108" name="Ink 107">
                <a:extLst>
                  <a:ext uri="{FF2B5EF4-FFF2-40B4-BE49-F238E27FC236}">
                    <a16:creationId xmlns:a16="http://schemas.microsoft.com/office/drawing/2014/main" id="{14E0D0E1-AD82-9C6D-B09A-FD684553F663}"/>
                  </a:ext>
                </a:extLst>
              </p:cNvPr>
              <p:cNvPicPr/>
              <p:nvPr/>
            </p:nvPicPr>
            <p:blipFill>
              <a:blip r:embed="rId179"/>
              <a:stretch>
                <a:fillRect/>
              </a:stretch>
            </p:blipFill>
            <p:spPr>
              <a:xfrm>
                <a:off x="2380843" y="3740061"/>
                <a:ext cx="166680" cy="27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0">
            <p14:nvContentPartPr>
              <p14:cNvPr id="109" name="Ink 108">
                <a:extLst>
                  <a:ext uri="{FF2B5EF4-FFF2-40B4-BE49-F238E27FC236}">
                    <a16:creationId xmlns:a16="http://schemas.microsoft.com/office/drawing/2014/main" id="{21C88867-6DDD-9BB1-971D-2CE93202401E}"/>
                  </a:ext>
                </a:extLst>
              </p14:cNvPr>
              <p14:cNvContentPartPr/>
              <p14:nvPr/>
            </p14:nvContentPartPr>
            <p14:xfrm>
              <a:off x="2538523" y="3760221"/>
              <a:ext cx="55800" cy="632160"/>
            </p14:xfrm>
          </p:contentPart>
        </mc:Choice>
        <mc:Fallback>
          <p:pic>
            <p:nvPicPr>
              <p:cNvPr id="109" name="Ink 108">
                <a:extLst>
                  <a:ext uri="{FF2B5EF4-FFF2-40B4-BE49-F238E27FC236}">
                    <a16:creationId xmlns:a16="http://schemas.microsoft.com/office/drawing/2014/main" id="{21C88867-6DDD-9BB1-971D-2CE93202401E}"/>
                  </a:ext>
                </a:extLst>
              </p:cNvPr>
              <p:cNvPicPr/>
              <p:nvPr/>
            </p:nvPicPr>
            <p:blipFill>
              <a:blip r:embed="rId181"/>
              <a:stretch>
                <a:fillRect/>
              </a:stretch>
            </p:blipFill>
            <p:spPr>
              <a:xfrm>
                <a:off x="2520523" y="3742221"/>
                <a:ext cx="91440" cy="66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2">
            <p14:nvContentPartPr>
              <p14:cNvPr id="110" name="Ink 109">
                <a:extLst>
                  <a:ext uri="{FF2B5EF4-FFF2-40B4-BE49-F238E27FC236}">
                    <a16:creationId xmlns:a16="http://schemas.microsoft.com/office/drawing/2014/main" id="{6F960225-D5EA-CBC8-AC7A-08184D7A185A}"/>
                  </a:ext>
                </a:extLst>
              </p14:cNvPr>
              <p14:cNvContentPartPr/>
              <p14:nvPr/>
            </p14:nvContentPartPr>
            <p14:xfrm>
              <a:off x="2503603" y="3849861"/>
              <a:ext cx="142200" cy="156960"/>
            </p14:xfrm>
          </p:contentPart>
        </mc:Choice>
        <mc:Fallback>
          <p:pic>
            <p:nvPicPr>
              <p:cNvPr id="110" name="Ink 109">
                <a:extLst>
                  <a:ext uri="{FF2B5EF4-FFF2-40B4-BE49-F238E27FC236}">
                    <a16:creationId xmlns:a16="http://schemas.microsoft.com/office/drawing/2014/main" id="{6F960225-D5EA-CBC8-AC7A-08184D7A185A}"/>
                  </a:ext>
                </a:extLst>
              </p:cNvPr>
              <p:cNvPicPr/>
              <p:nvPr/>
            </p:nvPicPr>
            <p:blipFill>
              <a:blip r:embed="rId183"/>
              <a:stretch>
                <a:fillRect/>
              </a:stretch>
            </p:blipFill>
            <p:spPr>
              <a:xfrm>
                <a:off x="2485963" y="3832221"/>
                <a:ext cx="177840" cy="19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4">
            <p14:nvContentPartPr>
              <p14:cNvPr id="111" name="Ink 110">
                <a:extLst>
                  <a:ext uri="{FF2B5EF4-FFF2-40B4-BE49-F238E27FC236}">
                    <a16:creationId xmlns:a16="http://schemas.microsoft.com/office/drawing/2014/main" id="{B6C6ED9A-C0AE-99BF-DBC6-609A4BEFC982}"/>
                  </a:ext>
                </a:extLst>
              </p14:cNvPr>
              <p14:cNvContentPartPr/>
              <p14:nvPr/>
            </p14:nvContentPartPr>
            <p14:xfrm>
              <a:off x="2712403" y="3792621"/>
              <a:ext cx="463680" cy="195120"/>
            </p14:xfrm>
          </p:contentPart>
        </mc:Choice>
        <mc:Fallback>
          <p:pic>
            <p:nvPicPr>
              <p:cNvPr id="111" name="Ink 110">
                <a:extLst>
                  <a:ext uri="{FF2B5EF4-FFF2-40B4-BE49-F238E27FC236}">
                    <a16:creationId xmlns:a16="http://schemas.microsoft.com/office/drawing/2014/main" id="{B6C6ED9A-C0AE-99BF-DBC6-609A4BEFC982}"/>
                  </a:ext>
                </a:extLst>
              </p:cNvPr>
              <p:cNvPicPr/>
              <p:nvPr/>
            </p:nvPicPr>
            <p:blipFill>
              <a:blip r:embed="rId185"/>
              <a:stretch>
                <a:fillRect/>
              </a:stretch>
            </p:blipFill>
            <p:spPr>
              <a:xfrm>
                <a:off x="2694763" y="3774981"/>
                <a:ext cx="499320" cy="23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6">
            <p14:nvContentPartPr>
              <p14:cNvPr id="112" name="Ink 111">
                <a:extLst>
                  <a:ext uri="{FF2B5EF4-FFF2-40B4-BE49-F238E27FC236}">
                    <a16:creationId xmlns:a16="http://schemas.microsoft.com/office/drawing/2014/main" id="{D3761F30-B2C4-5835-7858-64DDC3993101}"/>
                  </a:ext>
                </a:extLst>
              </p14:cNvPr>
              <p14:cNvContentPartPr/>
              <p14:nvPr/>
            </p14:nvContentPartPr>
            <p14:xfrm>
              <a:off x="3155203" y="3477621"/>
              <a:ext cx="419760" cy="471960"/>
            </p14:xfrm>
          </p:contentPart>
        </mc:Choice>
        <mc:Fallback>
          <p:pic>
            <p:nvPicPr>
              <p:cNvPr id="112" name="Ink 111">
                <a:extLst>
                  <a:ext uri="{FF2B5EF4-FFF2-40B4-BE49-F238E27FC236}">
                    <a16:creationId xmlns:a16="http://schemas.microsoft.com/office/drawing/2014/main" id="{D3761F30-B2C4-5835-7858-64DDC3993101}"/>
                  </a:ext>
                </a:extLst>
              </p:cNvPr>
              <p:cNvPicPr/>
              <p:nvPr/>
            </p:nvPicPr>
            <p:blipFill>
              <a:blip r:embed="rId187"/>
              <a:stretch>
                <a:fillRect/>
              </a:stretch>
            </p:blipFill>
            <p:spPr>
              <a:xfrm>
                <a:off x="3137563" y="3459621"/>
                <a:ext cx="455400" cy="50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8">
            <p14:nvContentPartPr>
              <p14:cNvPr id="113" name="Ink 112">
                <a:extLst>
                  <a:ext uri="{FF2B5EF4-FFF2-40B4-BE49-F238E27FC236}">
                    <a16:creationId xmlns:a16="http://schemas.microsoft.com/office/drawing/2014/main" id="{F346D0EB-8297-E650-54FD-3CDC71E29E53}"/>
                  </a:ext>
                </a:extLst>
              </p14:cNvPr>
              <p14:cNvContentPartPr/>
              <p14:nvPr/>
            </p14:nvContentPartPr>
            <p14:xfrm>
              <a:off x="3417283" y="3464661"/>
              <a:ext cx="95760" cy="44280"/>
            </p14:xfrm>
          </p:contentPart>
        </mc:Choice>
        <mc:Fallback>
          <p:pic>
            <p:nvPicPr>
              <p:cNvPr id="113" name="Ink 112">
                <a:extLst>
                  <a:ext uri="{FF2B5EF4-FFF2-40B4-BE49-F238E27FC236}">
                    <a16:creationId xmlns:a16="http://schemas.microsoft.com/office/drawing/2014/main" id="{F346D0EB-8297-E650-54FD-3CDC71E29E53}"/>
                  </a:ext>
                </a:extLst>
              </p:cNvPr>
              <p:cNvPicPr/>
              <p:nvPr/>
            </p:nvPicPr>
            <p:blipFill>
              <a:blip r:embed="rId189"/>
              <a:stretch>
                <a:fillRect/>
              </a:stretch>
            </p:blipFill>
            <p:spPr>
              <a:xfrm>
                <a:off x="3399643" y="3447021"/>
                <a:ext cx="131400" cy="7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0">
            <p14:nvContentPartPr>
              <p14:cNvPr id="114" name="Ink 113">
                <a:extLst>
                  <a:ext uri="{FF2B5EF4-FFF2-40B4-BE49-F238E27FC236}">
                    <a16:creationId xmlns:a16="http://schemas.microsoft.com/office/drawing/2014/main" id="{B5DD4901-90F5-3F34-BC2C-D428C2FD70CC}"/>
                  </a:ext>
                </a:extLst>
              </p14:cNvPr>
              <p14:cNvContentPartPr/>
              <p14:nvPr/>
            </p14:nvContentPartPr>
            <p14:xfrm>
              <a:off x="3630403" y="3759501"/>
              <a:ext cx="329400" cy="165240"/>
            </p14:xfrm>
          </p:contentPart>
        </mc:Choice>
        <mc:Fallback>
          <p:pic>
            <p:nvPicPr>
              <p:cNvPr id="114" name="Ink 113">
                <a:extLst>
                  <a:ext uri="{FF2B5EF4-FFF2-40B4-BE49-F238E27FC236}">
                    <a16:creationId xmlns:a16="http://schemas.microsoft.com/office/drawing/2014/main" id="{B5DD4901-90F5-3F34-BC2C-D428C2FD70CC}"/>
                  </a:ext>
                </a:extLst>
              </p:cNvPr>
              <p:cNvPicPr/>
              <p:nvPr/>
            </p:nvPicPr>
            <p:blipFill>
              <a:blip r:embed="rId191"/>
              <a:stretch>
                <a:fillRect/>
              </a:stretch>
            </p:blipFill>
            <p:spPr>
              <a:xfrm>
                <a:off x="3612403" y="3741501"/>
                <a:ext cx="365040" cy="20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2">
            <p14:nvContentPartPr>
              <p14:cNvPr id="115" name="Ink 114">
                <a:extLst>
                  <a:ext uri="{FF2B5EF4-FFF2-40B4-BE49-F238E27FC236}">
                    <a16:creationId xmlns:a16="http://schemas.microsoft.com/office/drawing/2014/main" id="{BBDC10F1-E493-70B6-4852-4C6647681860}"/>
                  </a:ext>
                </a:extLst>
              </p14:cNvPr>
              <p14:cNvContentPartPr/>
              <p14:nvPr/>
            </p14:nvContentPartPr>
            <p14:xfrm>
              <a:off x="3904363" y="3687501"/>
              <a:ext cx="357480" cy="708120"/>
            </p14:xfrm>
          </p:contentPart>
        </mc:Choice>
        <mc:Fallback>
          <p:pic>
            <p:nvPicPr>
              <p:cNvPr id="115" name="Ink 114">
                <a:extLst>
                  <a:ext uri="{FF2B5EF4-FFF2-40B4-BE49-F238E27FC236}">
                    <a16:creationId xmlns:a16="http://schemas.microsoft.com/office/drawing/2014/main" id="{BBDC10F1-E493-70B6-4852-4C6647681860}"/>
                  </a:ext>
                </a:extLst>
              </p:cNvPr>
              <p:cNvPicPr/>
              <p:nvPr/>
            </p:nvPicPr>
            <p:blipFill>
              <a:blip r:embed="rId193"/>
              <a:stretch>
                <a:fillRect/>
              </a:stretch>
            </p:blipFill>
            <p:spPr>
              <a:xfrm>
                <a:off x="3886363" y="3669501"/>
                <a:ext cx="393120" cy="74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4">
            <p14:nvContentPartPr>
              <p14:cNvPr id="116" name="Ink 115">
                <a:extLst>
                  <a:ext uri="{FF2B5EF4-FFF2-40B4-BE49-F238E27FC236}">
                    <a16:creationId xmlns:a16="http://schemas.microsoft.com/office/drawing/2014/main" id="{F24BEC1D-61F9-FF8D-A0AB-B65A75436A37}"/>
                  </a:ext>
                </a:extLst>
              </p14:cNvPr>
              <p14:cNvContentPartPr/>
              <p14:nvPr/>
            </p14:nvContentPartPr>
            <p14:xfrm>
              <a:off x="4586563" y="3445941"/>
              <a:ext cx="593640" cy="507600"/>
            </p14:xfrm>
          </p:contentPart>
        </mc:Choice>
        <mc:Fallback>
          <p:pic>
            <p:nvPicPr>
              <p:cNvPr id="116" name="Ink 115">
                <a:extLst>
                  <a:ext uri="{FF2B5EF4-FFF2-40B4-BE49-F238E27FC236}">
                    <a16:creationId xmlns:a16="http://schemas.microsoft.com/office/drawing/2014/main" id="{F24BEC1D-61F9-FF8D-A0AB-B65A75436A37}"/>
                  </a:ext>
                </a:extLst>
              </p:cNvPr>
              <p:cNvPicPr/>
              <p:nvPr/>
            </p:nvPicPr>
            <p:blipFill>
              <a:blip r:embed="rId195"/>
              <a:stretch>
                <a:fillRect/>
              </a:stretch>
            </p:blipFill>
            <p:spPr>
              <a:xfrm>
                <a:off x="4568923" y="3427941"/>
                <a:ext cx="629280" cy="54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6">
            <p14:nvContentPartPr>
              <p14:cNvPr id="117" name="Ink 116">
                <a:extLst>
                  <a:ext uri="{FF2B5EF4-FFF2-40B4-BE49-F238E27FC236}">
                    <a16:creationId xmlns:a16="http://schemas.microsoft.com/office/drawing/2014/main" id="{481F7F2C-7266-2DCA-E82E-972AE8DE4AAC}"/>
                  </a:ext>
                </a:extLst>
              </p14:cNvPr>
              <p14:cNvContentPartPr/>
              <p14:nvPr/>
            </p14:nvContentPartPr>
            <p14:xfrm>
              <a:off x="5207563" y="3361701"/>
              <a:ext cx="1114200" cy="513360"/>
            </p14:xfrm>
          </p:contentPart>
        </mc:Choice>
        <mc:Fallback>
          <p:pic>
            <p:nvPicPr>
              <p:cNvPr id="117" name="Ink 116">
                <a:extLst>
                  <a:ext uri="{FF2B5EF4-FFF2-40B4-BE49-F238E27FC236}">
                    <a16:creationId xmlns:a16="http://schemas.microsoft.com/office/drawing/2014/main" id="{481F7F2C-7266-2DCA-E82E-972AE8DE4AAC}"/>
                  </a:ext>
                </a:extLst>
              </p:cNvPr>
              <p:cNvPicPr/>
              <p:nvPr/>
            </p:nvPicPr>
            <p:blipFill>
              <a:blip r:embed="rId197"/>
              <a:stretch>
                <a:fillRect/>
              </a:stretch>
            </p:blipFill>
            <p:spPr>
              <a:xfrm>
                <a:off x="5189923" y="3343701"/>
                <a:ext cx="1149840" cy="54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8">
            <p14:nvContentPartPr>
              <p14:cNvPr id="118" name="Ink 117">
                <a:extLst>
                  <a:ext uri="{FF2B5EF4-FFF2-40B4-BE49-F238E27FC236}">
                    <a16:creationId xmlns:a16="http://schemas.microsoft.com/office/drawing/2014/main" id="{82F36CEB-4A13-D50E-4E70-664CB35AE840}"/>
                  </a:ext>
                </a:extLst>
              </p14:cNvPr>
              <p14:cNvContentPartPr/>
              <p14:nvPr/>
            </p14:nvContentPartPr>
            <p14:xfrm>
              <a:off x="5932963" y="3484461"/>
              <a:ext cx="282600" cy="22680"/>
            </p14:xfrm>
          </p:contentPart>
        </mc:Choice>
        <mc:Fallback>
          <p:pic>
            <p:nvPicPr>
              <p:cNvPr id="118" name="Ink 117">
                <a:extLst>
                  <a:ext uri="{FF2B5EF4-FFF2-40B4-BE49-F238E27FC236}">
                    <a16:creationId xmlns:a16="http://schemas.microsoft.com/office/drawing/2014/main" id="{82F36CEB-4A13-D50E-4E70-664CB35AE840}"/>
                  </a:ext>
                </a:extLst>
              </p:cNvPr>
              <p:cNvPicPr/>
              <p:nvPr/>
            </p:nvPicPr>
            <p:blipFill>
              <a:blip r:embed="rId199"/>
              <a:stretch>
                <a:fillRect/>
              </a:stretch>
            </p:blipFill>
            <p:spPr>
              <a:xfrm>
                <a:off x="5915323" y="3466821"/>
                <a:ext cx="318240" cy="5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0">
            <p14:nvContentPartPr>
              <p14:cNvPr id="119" name="Ink 118">
                <a:extLst>
                  <a:ext uri="{FF2B5EF4-FFF2-40B4-BE49-F238E27FC236}">
                    <a16:creationId xmlns:a16="http://schemas.microsoft.com/office/drawing/2014/main" id="{4C340B3D-A091-019F-E037-A9868175218B}"/>
                  </a:ext>
                </a:extLst>
              </p14:cNvPr>
              <p14:cNvContentPartPr/>
              <p14:nvPr/>
            </p14:nvContentPartPr>
            <p14:xfrm>
              <a:off x="6701923" y="3574821"/>
              <a:ext cx="627480" cy="279000"/>
            </p14:xfrm>
          </p:contentPart>
        </mc:Choice>
        <mc:Fallback>
          <p:pic>
            <p:nvPicPr>
              <p:cNvPr id="119" name="Ink 118">
                <a:extLst>
                  <a:ext uri="{FF2B5EF4-FFF2-40B4-BE49-F238E27FC236}">
                    <a16:creationId xmlns:a16="http://schemas.microsoft.com/office/drawing/2014/main" id="{4C340B3D-A091-019F-E037-A9868175218B}"/>
                  </a:ext>
                </a:extLst>
              </p:cNvPr>
              <p:cNvPicPr/>
              <p:nvPr/>
            </p:nvPicPr>
            <p:blipFill>
              <a:blip r:embed="rId201"/>
              <a:stretch>
                <a:fillRect/>
              </a:stretch>
            </p:blipFill>
            <p:spPr>
              <a:xfrm>
                <a:off x="6683923" y="3556821"/>
                <a:ext cx="663120" cy="31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2">
            <p14:nvContentPartPr>
              <p14:cNvPr id="120" name="Ink 119">
                <a:extLst>
                  <a:ext uri="{FF2B5EF4-FFF2-40B4-BE49-F238E27FC236}">
                    <a16:creationId xmlns:a16="http://schemas.microsoft.com/office/drawing/2014/main" id="{9A3ED98E-F457-0E14-6E99-6D74FB92ADFE}"/>
                  </a:ext>
                </a:extLst>
              </p14:cNvPr>
              <p14:cNvContentPartPr/>
              <p14:nvPr/>
            </p14:nvContentPartPr>
            <p14:xfrm>
              <a:off x="6858163" y="3483741"/>
              <a:ext cx="41400" cy="9000"/>
            </p14:xfrm>
          </p:contentPart>
        </mc:Choice>
        <mc:Fallback>
          <p:pic>
            <p:nvPicPr>
              <p:cNvPr id="120" name="Ink 119">
                <a:extLst>
                  <a:ext uri="{FF2B5EF4-FFF2-40B4-BE49-F238E27FC236}">
                    <a16:creationId xmlns:a16="http://schemas.microsoft.com/office/drawing/2014/main" id="{9A3ED98E-F457-0E14-6E99-6D74FB92ADFE}"/>
                  </a:ext>
                </a:extLst>
              </p:cNvPr>
              <p:cNvPicPr/>
              <p:nvPr/>
            </p:nvPicPr>
            <p:blipFill>
              <a:blip r:embed="rId203"/>
              <a:stretch>
                <a:fillRect/>
              </a:stretch>
            </p:blipFill>
            <p:spPr>
              <a:xfrm>
                <a:off x="6840163" y="3465741"/>
                <a:ext cx="77040" cy="4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4">
            <p14:nvContentPartPr>
              <p14:cNvPr id="121" name="Ink 120">
                <a:extLst>
                  <a:ext uri="{FF2B5EF4-FFF2-40B4-BE49-F238E27FC236}">
                    <a16:creationId xmlns:a16="http://schemas.microsoft.com/office/drawing/2014/main" id="{27572C42-7B62-8943-CDE5-3AFC33E3DE3E}"/>
                  </a:ext>
                </a:extLst>
              </p14:cNvPr>
              <p14:cNvContentPartPr/>
              <p14:nvPr/>
            </p14:nvContentPartPr>
            <p14:xfrm>
              <a:off x="7837363" y="3394821"/>
              <a:ext cx="405000" cy="457560"/>
            </p14:xfrm>
          </p:contentPart>
        </mc:Choice>
        <mc:Fallback>
          <p:pic>
            <p:nvPicPr>
              <p:cNvPr id="121" name="Ink 120">
                <a:extLst>
                  <a:ext uri="{FF2B5EF4-FFF2-40B4-BE49-F238E27FC236}">
                    <a16:creationId xmlns:a16="http://schemas.microsoft.com/office/drawing/2014/main" id="{27572C42-7B62-8943-CDE5-3AFC33E3DE3E}"/>
                  </a:ext>
                </a:extLst>
              </p:cNvPr>
              <p:cNvPicPr/>
              <p:nvPr/>
            </p:nvPicPr>
            <p:blipFill>
              <a:blip r:embed="rId205"/>
              <a:stretch>
                <a:fillRect/>
              </a:stretch>
            </p:blipFill>
            <p:spPr>
              <a:xfrm>
                <a:off x="7819363" y="3376821"/>
                <a:ext cx="440640" cy="493200"/>
              </a:xfrm>
              <a:prstGeom prst="rect">
                <a:avLst/>
              </a:prstGeom>
            </p:spPr>
          </p:pic>
        </mc:Fallback>
      </mc:AlternateContent>
      <p:grpSp>
        <p:nvGrpSpPr>
          <p:cNvPr id="129" name="Group 128">
            <a:extLst>
              <a:ext uri="{FF2B5EF4-FFF2-40B4-BE49-F238E27FC236}">
                <a16:creationId xmlns:a16="http://schemas.microsoft.com/office/drawing/2014/main" id="{7F3DD093-9E3F-C309-1DDF-D571608706BE}"/>
              </a:ext>
            </a:extLst>
          </p:cNvPr>
          <p:cNvGrpSpPr/>
          <p:nvPr/>
        </p:nvGrpSpPr>
        <p:grpSpPr>
          <a:xfrm>
            <a:off x="7727563" y="3319221"/>
            <a:ext cx="755640" cy="749520"/>
            <a:chOff x="7727563" y="3319221"/>
            <a:chExt cx="755640" cy="749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A3C0054E-ACAF-A292-C163-E45737803A3A}"/>
                    </a:ext>
                  </a:extLst>
                </p14:cNvPr>
                <p14:cNvContentPartPr/>
                <p14:nvPr/>
              </p14:nvContentPartPr>
              <p14:xfrm>
                <a:off x="7930243" y="3605421"/>
                <a:ext cx="189720" cy="7848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A3C0054E-ACAF-A292-C163-E45737803A3A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7912603" y="3587781"/>
                  <a:ext cx="22536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889F8BAF-8561-7029-30DE-EBE1297C6A18}"/>
                    </a:ext>
                  </a:extLst>
                </p14:cNvPr>
                <p14:cNvContentPartPr/>
                <p14:nvPr/>
              </p14:nvContentPartPr>
              <p14:xfrm>
                <a:off x="7727563" y="3348021"/>
                <a:ext cx="75600" cy="72072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889F8BAF-8561-7029-30DE-EBE1297C6A18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7709923" y="3330381"/>
                  <a:ext cx="111240" cy="75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CB64E0C6-65E8-4983-2142-271C4477864A}"/>
                    </a:ext>
                  </a:extLst>
                </p14:cNvPr>
                <p14:cNvContentPartPr/>
                <p14:nvPr/>
              </p14:nvContentPartPr>
              <p14:xfrm>
                <a:off x="8408683" y="3319221"/>
                <a:ext cx="74520" cy="74232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CB64E0C6-65E8-4983-2142-271C4477864A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8390683" y="3301221"/>
                  <a:ext cx="110160" cy="777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12">
            <p14:nvContentPartPr>
              <p14:cNvPr id="130" name="Ink 129">
                <a:extLst>
                  <a:ext uri="{FF2B5EF4-FFF2-40B4-BE49-F238E27FC236}">
                    <a16:creationId xmlns:a16="http://schemas.microsoft.com/office/drawing/2014/main" id="{34A6CD84-1BC4-6DED-BFD8-9048BE4EC073}"/>
                  </a:ext>
                </a:extLst>
              </p14:cNvPr>
              <p14:cNvContentPartPr/>
              <p14:nvPr/>
            </p14:nvContentPartPr>
            <p14:xfrm>
              <a:off x="9008803" y="3801261"/>
              <a:ext cx="35640" cy="69120"/>
            </p14:xfrm>
          </p:contentPart>
        </mc:Choice>
        <mc:Fallback>
          <p:pic>
            <p:nvPicPr>
              <p:cNvPr id="130" name="Ink 129">
                <a:extLst>
                  <a:ext uri="{FF2B5EF4-FFF2-40B4-BE49-F238E27FC236}">
                    <a16:creationId xmlns:a16="http://schemas.microsoft.com/office/drawing/2014/main" id="{34A6CD84-1BC4-6DED-BFD8-9048BE4EC073}"/>
                  </a:ext>
                </a:extLst>
              </p:cNvPr>
              <p:cNvPicPr/>
              <p:nvPr/>
            </p:nvPicPr>
            <p:blipFill>
              <a:blip r:embed="rId213"/>
              <a:stretch>
                <a:fillRect/>
              </a:stretch>
            </p:blipFill>
            <p:spPr>
              <a:xfrm>
                <a:off x="8990803" y="3783261"/>
                <a:ext cx="71280" cy="104760"/>
              </a:xfrm>
              <a:prstGeom prst="rect">
                <a:avLst/>
              </a:prstGeom>
            </p:spPr>
          </p:pic>
        </mc:Fallback>
      </mc:AlternateContent>
      <p:grpSp>
        <p:nvGrpSpPr>
          <p:cNvPr id="136" name="Group 135">
            <a:extLst>
              <a:ext uri="{FF2B5EF4-FFF2-40B4-BE49-F238E27FC236}">
                <a16:creationId xmlns:a16="http://schemas.microsoft.com/office/drawing/2014/main" id="{85BC647C-FD08-E14F-5FD0-9C4316E89CF3}"/>
              </a:ext>
            </a:extLst>
          </p:cNvPr>
          <p:cNvGrpSpPr/>
          <p:nvPr/>
        </p:nvGrpSpPr>
        <p:grpSpPr>
          <a:xfrm>
            <a:off x="9481123" y="3445941"/>
            <a:ext cx="946080" cy="374760"/>
            <a:chOff x="9481123" y="3445941"/>
            <a:chExt cx="946080" cy="374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31DB19F6-60A6-3410-A28D-9DDC7A2C75E9}"/>
                    </a:ext>
                  </a:extLst>
                </p14:cNvPr>
                <p14:cNvContentPartPr/>
                <p14:nvPr/>
              </p14:nvContentPartPr>
              <p14:xfrm>
                <a:off x="9505243" y="3445941"/>
                <a:ext cx="921960" cy="37476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31DB19F6-60A6-3410-A28D-9DDC7A2C75E9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9487243" y="3427941"/>
                  <a:ext cx="957600" cy="41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EFEAC1D5-190E-C20D-4AEA-92EB600B7D33}"/>
                    </a:ext>
                  </a:extLst>
                </p14:cNvPr>
                <p14:cNvContentPartPr/>
                <p14:nvPr/>
              </p14:nvContentPartPr>
              <p14:xfrm>
                <a:off x="9481123" y="3603621"/>
                <a:ext cx="255960" cy="9180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EFEAC1D5-190E-C20D-4AEA-92EB600B7D33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9463123" y="3585981"/>
                  <a:ext cx="291600" cy="127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5" name="Group 134">
            <a:extLst>
              <a:ext uri="{FF2B5EF4-FFF2-40B4-BE49-F238E27FC236}">
                <a16:creationId xmlns:a16="http://schemas.microsoft.com/office/drawing/2014/main" id="{8EF7AC0A-2E4D-9E01-04C1-E03A7520FF40}"/>
              </a:ext>
            </a:extLst>
          </p:cNvPr>
          <p:cNvGrpSpPr/>
          <p:nvPr/>
        </p:nvGrpSpPr>
        <p:grpSpPr>
          <a:xfrm>
            <a:off x="11047843" y="3367461"/>
            <a:ext cx="729720" cy="392760"/>
            <a:chOff x="11047843" y="3367461"/>
            <a:chExt cx="729720" cy="392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408F6417-ABBB-11E0-83B7-D7F8A658C34D}"/>
                    </a:ext>
                  </a:extLst>
                </p14:cNvPr>
                <p14:cNvContentPartPr/>
                <p14:nvPr/>
              </p14:nvContentPartPr>
              <p14:xfrm>
                <a:off x="11047843" y="3367461"/>
                <a:ext cx="729720" cy="39276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408F6417-ABBB-11E0-83B7-D7F8A658C34D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11029843" y="3349821"/>
                  <a:ext cx="765360" cy="42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DC5024D8-3E20-F5DB-EC6D-F83DBC46EA4E}"/>
                    </a:ext>
                  </a:extLst>
                </p14:cNvPr>
                <p14:cNvContentPartPr/>
                <p14:nvPr/>
              </p14:nvContentPartPr>
              <p14:xfrm>
                <a:off x="11074843" y="3553581"/>
                <a:ext cx="128160" cy="4428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DC5024D8-3E20-F5DB-EC6D-F83DBC46EA4E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11057203" y="3535581"/>
                  <a:ext cx="163800" cy="79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7" name="Group 156">
            <a:extLst>
              <a:ext uri="{FF2B5EF4-FFF2-40B4-BE49-F238E27FC236}">
                <a16:creationId xmlns:a16="http://schemas.microsoft.com/office/drawing/2014/main" id="{E9394D03-5371-264B-7CBB-8CD8D5201E9A}"/>
              </a:ext>
            </a:extLst>
          </p:cNvPr>
          <p:cNvGrpSpPr/>
          <p:nvPr/>
        </p:nvGrpSpPr>
        <p:grpSpPr>
          <a:xfrm>
            <a:off x="322003" y="4614141"/>
            <a:ext cx="2099880" cy="854640"/>
            <a:chOff x="322003" y="4614141"/>
            <a:chExt cx="2099880" cy="854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160A55E2-652C-760E-FDB1-BB4EC094BB0A}"/>
                    </a:ext>
                  </a:extLst>
                </p14:cNvPr>
                <p14:cNvContentPartPr/>
                <p14:nvPr/>
              </p14:nvContentPartPr>
              <p14:xfrm>
                <a:off x="322003" y="4614141"/>
                <a:ext cx="393120" cy="51552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160A55E2-652C-760E-FDB1-BB4EC094BB0A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304003" y="4596501"/>
                  <a:ext cx="428760" cy="55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A4D0B8ED-76BC-7A84-E447-126C20695692}"/>
                    </a:ext>
                  </a:extLst>
                </p14:cNvPr>
                <p14:cNvContentPartPr/>
                <p14:nvPr/>
              </p14:nvContentPartPr>
              <p14:xfrm>
                <a:off x="464563" y="4764621"/>
                <a:ext cx="478080" cy="26136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A4D0B8ED-76BC-7A84-E447-126C20695692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446563" y="4746621"/>
                  <a:ext cx="513720" cy="29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F3DA668A-3A14-66BC-F559-5911EF0830DB}"/>
                    </a:ext>
                  </a:extLst>
                </p14:cNvPr>
                <p14:cNvContentPartPr/>
                <p14:nvPr/>
              </p14:nvContentPartPr>
              <p14:xfrm>
                <a:off x="985123" y="4800261"/>
                <a:ext cx="615600" cy="22428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F3DA668A-3A14-66BC-F559-5911EF0830DB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967483" y="4782621"/>
                  <a:ext cx="651240" cy="25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AEBC9D52-F2E5-90D1-D2EE-559D78B37894}"/>
                    </a:ext>
                  </a:extLst>
                </p14:cNvPr>
                <p14:cNvContentPartPr/>
                <p14:nvPr/>
              </p14:nvContentPartPr>
              <p14:xfrm>
                <a:off x="1623043" y="4701261"/>
                <a:ext cx="155880" cy="76752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AEBC9D52-F2E5-90D1-D2EE-559D78B37894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1605043" y="4683621"/>
                  <a:ext cx="191520" cy="80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F0C5D524-9D95-1BC5-46AA-1A729A46E215}"/>
                    </a:ext>
                  </a:extLst>
                </p14:cNvPr>
                <p14:cNvContentPartPr/>
                <p14:nvPr/>
              </p14:nvContentPartPr>
              <p14:xfrm>
                <a:off x="1708363" y="4853541"/>
                <a:ext cx="143280" cy="17244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F0C5D524-9D95-1BC5-46AA-1A729A46E215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1690363" y="4835541"/>
                  <a:ext cx="17892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84E0D163-2288-18CB-FEC4-896EB0E961F1}"/>
                    </a:ext>
                  </a:extLst>
                </p14:cNvPr>
                <p14:cNvContentPartPr/>
                <p14:nvPr/>
              </p14:nvContentPartPr>
              <p14:xfrm>
                <a:off x="1931203" y="4851741"/>
                <a:ext cx="490680" cy="23076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84E0D163-2288-18CB-FEC4-896EB0E961F1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1913203" y="4833741"/>
                  <a:ext cx="526320" cy="266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6" name="Group 155">
            <a:extLst>
              <a:ext uri="{FF2B5EF4-FFF2-40B4-BE49-F238E27FC236}">
                <a16:creationId xmlns:a16="http://schemas.microsoft.com/office/drawing/2014/main" id="{EABA0AF5-CBA2-BD44-8798-20431B3E089F}"/>
              </a:ext>
            </a:extLst>
          </p:cNvPr>
          <p:cNvGrpSpPr/>
          <p:nvPr/>
        </p:nvGrpSpPr>
        <p:grpSpPr>
          <a:xfrm>
            <a:off x="2953963" y="4713501"/>
            <a:ext cx="1093680" cy="756720"/>
            <a:chOff x="2953963" y="4713501"/>
            <a:chExt cx="1093680" cy="756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844CF1D6-3EB9-7411-5F9A-7D0904074AA0}"/>
                    </a:ext>
                  </a:extLst>
                </p14:cNvPr>
                <p14:cNvContentPartPr/>
                <p14:nvPr/>
              </p14:nvContentPartPr>
              <p14:xfrm>
                <a:off x="2953963" y="4713501"/>
                <a:ext cx="450360" cy="75672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844CF1D6-3EB9-7411-5F9A-7D0904074AA0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2935963" y="4695861"/>
                  <a:ext cx="486000" cy="79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63730929-A682-D0AF-7471-91CCD472DC42}"/>
                    </a:ext>
                  </a:extLst>
                </p14:cNvPr>
                <p14:cNvContentPartPr/>
                <p14:nvPr/>
              </p14:nvContentPartPr>
              <p14:xfrm>
                <a:off x="3779443" y="4754181"/>
                <a:ext cx="268200" cy="32940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63730929-A682-D0AF-7471-91CCD472DC42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3761803" y="4736181"/>
                  <a:ext cx="303840" cy="365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5" name="Group 154">
            <a:extLst>
              <a:ext uri="{FF2B5EF4-FFF2-40B4-BE49-F238E27FC236}">
                <a16:creationId xmlns:a16="http://schemas.microsoft.com/office/drawing/2014/main" id="{836C82B8-2941-920C-5418-DB3EAFD75668}"/>
              </a:ext>
            </a:extLst>
          </p:cNvPr>
          <p:cNvGrpSpPr/>
          <p:nvPr/>
        </p:nvGrpSpPr>
        <p:grpSpPr>
          <a:xfrm>
            <a:off x="4601683" y="4681101"/>
            <a:ext cx="221760" cy="403560"/>
            <a:chOff x="4601683" y="4681101"/>
            <a:chExt cx="221760" cy="403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499757CD-015A-D47E-4CB9-2A38E4271FA0}"/>
                    </a:ext>
                  </a:extLst>
                </p14:cNvPr>
                <p14:cNvContentPartPr/>
                <p14:nvPr/>
              </p14:nvContentPartPr>
              <p14:xfrm>
                <a:off x="4601683" y="4888101"/>
                <a:ext cx="34920" cy="19656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499757CD-015A-D47E-4CB9-2A38E4271FA0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4583683" y="4870101"/>
                  <a:ext cx="7056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6032311D-D674-376D-E330-5104DCCB8EC5}"/>
                    </a:ext>
                  </a:extLst>
                </p14:cNvPr>
                <p14:cNvContentPartPr/>
                <p14:nvPr/>
              </p14:nvContentPartPr>
              <p14:xfrm>
                <a:off x="4694203" y="4842741"/>
                <a:ext cx="129240" cy="19656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6032311D-D674-376D-E330-5104DCCB8EC5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4676203" y="4825101"/>
                  <a:ext cx="16488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174FAE4B-F50E-82F1-7F33-C2CC759064DD}"/>
                    </a:ext>
                  </a:extLst>
                </p14:cNvPr>
                <p14:cNvContentPartPr/>
                <p14:nvPr/>
              </p14:nvContentPartPr>
              <p14:xfrm>
                <a:off x="4658203" y="4681101"/>
                <a:ext cx="22680" cy="3132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174FAE4B-F50E-82F1-7F33-C2CC759064DD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4640563" y="4663101"/>
                  <a:ext cx="58320" cy="66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4" name="Group 153">
            <a:extLst>
              <a:ext uri="{FF2B5EF4-FFF2-40B4-BE49-F238E27FC236}">
                <a16:creationId xmlns:a16="http://schemas.microsoft.com/office/drawing/2014/main" id="{915725B6-6032-3381-BF63-0CE434BA0296}"/>
              </a:ext>
            </a:extLst>
          </p:cNvPr>
          <p:cNvGrpSpPr/>
          <p:nvPr/>
        </p:nvGrpSpPr>
        <p:grpSpPr>
          <a:xfrm>
            <a:off x="5602483" y="4604421"/>
            <a:ext cx="1638720" cy="451080"/>
            <a:chOff x="5602483" y="4604421"/>
            <a:chExt cx="1638720" cy="451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C3CB062F-C03E-39C7-4F46-7EB61DE5F9FC}"/>
                    </a:ext>
                  </a:extLst>
                </p14:cNvPr>
                <p14:cNvContentPartPr/>
                <p14:nvPr/>
              </p14:nvContentPartPr>
              <p14:xfrm>
                <a:off x="5602483" y="4809981"/>
                <a:ext cx="189000" cy="24552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C3CB062F-C03E-39C7-4F46-7EB61DE5F9FC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5584843" y="4792341"/>
                  <a:ext cx="224640" cy="28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A002B523-810A-FEF8-596B-4324766E1460}"/>
                    </a:ext>
                  </a:extLst>
                </p14:cNvPr>
                <p14:cNvContentPartPr/>
                <p14:nvPr/>
              </p14:nvContentPartPr>
              <p14:xfrm>
                <a:off x="5886523" y="4604421"/>
                <a:ext cx="1007640" cy="41508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A002B523-810A-FEF8-596B-4324766E1460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5868523" y="4586421"/>
                  <a:ext cx="1043280" cy="45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52D34AC2-F07C-2F3C-3012-9E63436A45BB}"/>
                    </a:ext>
                  </a:extLst>
                </p14:cNvPr>
                <p14:cNvContentPartPr/>
                <p14:nvPr/>
              </p14:nvContentPartPr>
              <p14:xfrm>
                <a:off x="6954283" y="4617021"/>
                <a:ext cx="286920" cy="38088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52D34AC2-F07C-2F3C-3012-9E63436A45BB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6936283" y="4599021"/>
                  <a:ext cx="322560" cy="416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3" name="Group 152">
            <a:extLst>
              <a:ext uri="{FF2B5EF4-FFF2-40B4-BE49-F238E27FC236}">
                <a16:creationId xmlns:a16="http://schemas.microsoft.com/office/drawing/2014/main" id="{BE5ED0C4-BD35-8F8F-246D-0336773F4BCE}"/>
              </a:ext>
            </a:extLst>
          </p:cNvPr>
          <p:cNvGrpSpPr/>
          <p:nvPr/>
        </p:nvGrpSpPr>
        <p:grpSpPr>
          <a:xfrm>
            <a:off x="7878403" y="4560141"/>
            <a:ext cx="877320" cy="393840"/>
            <a:chOff x="7878403" y="4560141"/>
            <a:chExt cx="877320" cy="393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F9F4AB4E-8AA6-12FE-B653-BD26771C8EAF}"/>
                    </a:ext>
                  </a:extLst>
                </p14:cNvPr>
                <p14:cNvContentPartPr/>
                <p14:nvPr/>
              </p14:nvContentPartPr>
              <p14:xfrm>
                <a:off x="7878403" y="4560141"/>
                <a:ext cx="877320" cy="39384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F9F4AB4E-8AA6-12FE-B653-BD26771C8EAF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7860763" y="4542141"/>
                  <a:ext cx="912960" cy="42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965E965F-2BE5-3CE3-06EB-8A4B020AE4C6}"/>
                    </a:ext>
                  </a:extLst>
                </p14:cNvPr>
                <p14:cNvContentPartPr/>
                <p14:nvPr/>
              </p14:nvContentPartPr>
              <p14:xfrm>
                <a:off x="8091883" y="4653741"/>
                <a:ext cx="210960" cy="720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965E965F-2BE5-3CE3-06EB-8A4B020AE4C6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8073883" y="4636101"/>
                  <a:ext cx="246600" cy="42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4" name="Group 163">
            <a:extLst>
              <a:ext uri="{FF2B5EF4-FFF2-40B4-BE49-F238E27FC236}">
                <a16:creationId xmlns:a16="http://schemas.microsoft.com/office/drawing/2014/main" id="{CC09B4A1-706B-D59E-CFA0-0429109A6477}"/>
              </a:ext>
            </a:extLst>
          </p:cNvPr>
          <p:cNvGrpSpPr/>
          <p:nvPr/>
        </p:nvGrpSpPr>
        <p:grpSpPr>
          <a:xfrm>
            <a:off x="9196363" y="4422621"/>
            <a:ext cx="1581840" cy="924480"/>
            <a:chOff x="9196363" y="4422621"/>
            <a:chExt cx="1581840" cy="924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7FCB7915-12FB-2147-153C-3CC874402586}"/>
                    </a:ext>
                  </a:extLst>
                </p14:cNvPr>
                <p14:cNvContentPartPr/>
                <p14:nvPr/>
              </p14:nvContentPartPr>
              <p14:xfrm>
                <a:off x="9196363" y="4655541"/>
                <a:ext cx="299520" cy="24228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7FCB7915-12FB-2147-153C-3CC874402586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9178723" y="4637541"/>
                  <a:ext cx="335160" cy="27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5D5BE065-7984-162C-B33F-55654A2BB0F7}"/>
                    </a:ext>
                  </a:extLst>
                </p14:cNvPr>
                <p14:cNvContentPartPr/>
                <p14:nvPr/>
              </p14:nvContentPartPr>
              <p14:xfrm>
                <a:off x="9484003" y="4457901"/>
                <a:ext cx="384480" cy="88920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5D5BE065-7984-162C-B33F-55654A2BB0F7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9466363" y="4440261"/>
                  <a:ext cx="420120" cy="9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3BB9B183-3261-8665-3E5A-A97171DD7521}"/>
                    </a:ext>
                  </a:extLst>
                </p14:cNvPr>
                <p14:cNvContentPartPr/>
                <p14:nvPr/>
              </p14:nvContentPartPr>
              <p14:xfrm>
                <a:off x="9917083" y="4502181"/>
                <a:ext cx="26640" cy="7632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3BB9B183-3261-8665-3E5A-A97171DD7521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9899443" y="4484181"/>
                  <a:ext cx="6228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30087863-7568-69C6-3345-7411B64DB6E2}"/>
                    </a:ext>
                  </a:extLst>
                </p14:cNvPr>
                <p14:cNvContentPartPr/>
                <p14:nvPr/>
              </p14:nvContentPartPr>
              <p14:xfrm>
                <a:off x="10023283" y="4674981"/>
                <a:ext cx="331560" cy="22968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30087863-7568-69C6-3345-7411B64DB6E2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10005643" y="4656981"/>
                  <a:ext cx="367200" cy="26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3616B6FE-4059-DB48-23DC-591C1536AE26}"/>
                    </a:ext>
                  </a:extLst>
                </p14:cNvPr>
                <p14:cNvContentPartPr/>
                <p14:nvPr/>
              </p14:nvContentPartPr>
              <p14:xfrm>
                <a:off x="10311283" y="4500741"/>
                <a:ext cx="59040" cy="4968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3616B6FE-4059-DB48-23DC-591C1536AE26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10293643" y="4482741"/>
                  <a:ext cx="9468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71BC25EB-B5F4-48AD-C0F6-70BDAAD4F470}"/>
                    </a:ext>
                  </a:extLst>
                </p14:cNvPr>
                <p14:cNvContentPartPr/>
                <p14:nvPr/>
              </p14:nvContentPartPr>
              <p14:xfrm>
                <a:off x="10365643" y="4422621"/>
                <a:ext cx="412560" cy="44352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71BC25EB-B5F4-48AD-C0F6-70BDAAD4F470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10347643" y="4404621"/>
                  <a:ext cx="448200" cy="479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9" name="Group 178">
            <a:extLst>
              <a:ext uri="{FF2B5EF4-FFF2-40B4-BE49-F238E27FC236}">
                <a16:creationId xmlns:a16="http://schemas.microsoft.com/office/drawing/2014/main" id="{594F6A67-3B22-F011-393A-EC5B38A9877E}"/>
              </a:ext>
            </a:extLst>
          </p:cNvPr>
          <p:cNvGrpSpPr/>
          <p:nvPr/>
        </p:nvGrpSpPr>
        <p:grpSpPr>
          <a:xfrm>
            <a:off x="372403" y="5514141"/>
            <a:ext cx="1488960" cy="532800"/>
            <a:chOff x="372403" y="5514141"/>
            <a:chExt cx="1488960" cy="532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383AEBB5-08B0-D307-A7D5-CC2B73AF97B2}"/>
                    </a:ext>
                  </a:extLst>
                </p14:cNvPr>
                <p14:cNvContentPartPr/>
                <p14:nvPr/>
              </p14:nvContentPartPr>
              <p14:xfrm>
                <a:off x="372403" y="5788821"/>
                <a:ext cx="331560" cy="22896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383AEBB5-08B0-D307-A7D5-CC2B73AF97B2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354763" y="5771181"/>
                  <a:ext cx="367200" cy="26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55957851-EF0D-2452-8534-90F72CCA7A51}"/>
                    </a:ext>
                  </a:extLst>
                </p14:cNvPr>
                <p14:cNvContentPartPr/>
                <p14:nvPr/>
              </p14:nvContentPartPr>
              <p14:xfrm>
                <a:off x="767323" y="5514141"/>
                <a:ext cx="738360" cy="53280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55957851-EF0D-2452-8534-90F72CCA7A51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749683" y="5496501"/>
                  <a:ext cx="774000" cy="56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C00830FF-FF70-BE31-0785-D3DA212E29A1}"/>
                    </a:ext>
                  </a:extLst>
                </p14:cNvPr>
                <p14:cNvContentPartPr/>
                <p14:nvPr/>
              </p14:nvContentPartPr>
              <p14:xfrm>
                <a:off x="1580203" y="5808621"/>
                <a:ext cx="281160" cy="23580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C00830FF-FF70-BE31-0785-D3DA212E29A1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1562203" y="5790621"/>
                  <a:ext cx="316800" cy="27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232F442A-9CA0-1B4D-17C5-10D90A7EB187}"/>
                    </a:ext>
                  </a:extLst>
                </p14:cNvPr>
                <p14:cNvContentPartPr/>
                <p14:nvPr/>
              </p14:nvContentPartPr>
              <p14:xfrm>
                <a:off x="1434043" y="5671461"/>
                <a:ext cx="68760" cy="2880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232F442A-9CA0-1B4D-17C5-10D90A7EB187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1416043" y="5653821"/>
                  <a:ext cx="10440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D14EB4F2-FDA7-8C2D-F1DF-A93ADDAD7BB4}"/>
                    </a:ext>
                  </a:extLst>
                </p14:cNvPr>
                <p14:cNvContentPartPr/>
                <p14:nvPr/>
              </p14:nvContentPartPr>
              <p14:xfrm>
                <a:off x="935443" y="5658141"/>
                <a:ext cx="426240" cy="4284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D14EB4F2-FDA7-8C2D-F1DF-A93ADDAD7BB4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917443" y="5640501"/>
                  <a:ext cx="461880" cy="78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76">
            <p14:nvContentPartPr>
              <p14:cNvPr id="170" name="Ink 169">
                <a:extLst>
                  <a:ext uri="{FF2B5EF4-FFF2-40B4-BE49-F238E27FC236}">
                    <a16:creationId xmlns:a16="http://schemas.microsoft.com/office/drawing/2014/main" id="{DA01A347-0857-E1A2-8B8C-28AFCEA1E833}"/>
                  </a:ext>
                </a:extLst>
              </p14:cNvPr>
              <p14:cNvContentPartPr/>
              <p14:nvPr/>
            </p14:nvContentPartPr>
            <p14:xfrm>
              <a:off x="2255563" y="5593341"/>
              <a:ext cx="515520" cy="794160"/>
            </p14:xfrm>
          </p:contentPart>
        </mc:Choice>
        <mc:Fallback>
          <p:pic>
            <p:nvPicPr>
              <p:cNvPr id="170" name="Ink 169">
                <a:extLst>
                  <a:ext uri="{FF2B5EF4-FFF2-40B4-BE49-F238E27FC236}">
                    <a16:creationId xmlns:a16="http://schemas.microsoft.com/office/drawing/2014/main" id="{DA01A347-0857-E1A2-8B8C-28AFCEA1E833}"/>
                  </a:ext>
                </a:extLst>
              </p:cNvPr>
              <p:cNvPicPr/>
              <p:nvPr/>
            </p:nvPicPr>
            <p:blipFill>
              <a:blip r:embed="rId277"/>
              <a:stretch>
                <a:fillRect/>
              </a:stretch>
            </p:blipFill>
            <p:spPr>
              <a:xfrm>
                <a:off x="2237563" y="5575341"/>
                <a:ext cx="551160" cy="82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8">
            <p14:nvContentPartPr>
              <p14:cNvPr id="171" name="Ink 170">
                <a:extLst>
                  <a:ext uri="{FF2B5EF4-FFF2-40B4-BE49-F238E27FC236}">
                    <a16:creationId xmlns:a16="http://schemas.microsoft.com/office/drawing/2014/main" id="{66DCE644-A458-29CA-2C28-F28E0C542091}"/>
                  </a:ext>
                </a:extLst>
              </p14:cNvPr>
              <p14:cNvContentPartPr/>
              <p14:nvPr/>
            </p14:nvContentPartPr>
            <p14:xfrm>
              <a:off x="3490723" y="5473461"/>
              <a:ext cx="469080" cy="427680"/>
            </p14:xfrm>
          </p:contentPart>
        </mc:Choice>
        <mc:Fallback>
          <p:pic>
            <p:nvPicPr>
              <p:cNvPr id="171" name="Ink 170">
                <a:extLst>
                  <a:ext uri="{FF2B5EF4-FFF2-40B4-BE49-F238E27FC236}">
                    <a16:creationId xmlns:a16="http://schemas.microsoft.com/office/drawing/2014/main" id="{66DCE644-A458-29CA-2C28-F28E0C542091}"/>
                  </a:ext>
                </a:extLst>
              </p:cNvPr>
              <p:cNvPicPr/>
              <p:nvPr/>
            </p:nvPicPr>
            <p:blipFill>
              <a:blip r:embed="rId279"/>
              <a:stretch>
                <a:fillRect/>
              </a:stretch>
            </p:blipFill>
            <p:spPr>
              <a:xfrm>
                <a:off x="3473083" y="5455821"/>
                <a:ext cx="504720" cy="463320"/>
              </a:xfrm>
              <a:prstGeom prst="rect">
                <a:avLst/>
              </a:prstGeom>
            </p:spPr>
          </p:pic>
        </mc:Fallback>
      </mc:AlternateContent>
      <p:grpSp>
        <p:nvGrpSpPr>
          <p:cNvPr id="178" name="Group 177">
            <a:extLst>
              <a:ext uri="{FF2B5EF4-FFF2-40B4-BE49-F238E27FC236}">
                <a16:creationId xmlns:a16="http://schemas.microsoft.com/office/drawing/2014/main" id="{585D3875-3F31-E027-15E5-E5EE9D413B69}"/>
              </a:ext>
            </a:extLst>
          </p:cNvPr>
          <p:cNvGrpSpPr/>
          <p:nvPr/>
        </p:nvGrpSpPr>
        <p:grpSpPr>
          <a:xfrm>
            <a:off x="4574683" y="5361141"/>
            <a:ext cx="915480" cy="492120"/>
            <a:chOff x="4574683" y="5361141"/>
            <a:chExt cx="915480" cy="492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F79FD5F0-AE35-15A6-A9F1-29EE4FBCAC5A}"/>
                    </a:ext>
                  </a:extLst>
                </p14:cNvPr>
                <p14:cNvContentPartPr/>
                <p14:nvPr/>
              </p14:nvContentPartPr>
              <p14:xfrm>
                <a:off x="4574683" y="5608821"/>
                <a:ext cx="548280" cy="22104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F79FD5F0-AE35-15A6-A9F1-29EE4FBCAC5A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4556683" y="5590821"/>
                  <a:ext cx="583920" cy="25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6600EA2D-4E3D-EA8E-6C69-F84973C96EC5}"/>
                    </a:ext>
                  </a:extLst>
                </p14:cNvPr>
                <p14:cNvContentPartPr/>
                <p14:nvPr/>
              </p14:nvContentPartPr>
              <p14:xfrm>
                <a:off x="5157523" y="5361141"/>
                <a:ext cx="332640" cy="49212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6600EA2D-4E3D-EA8E-6C69-F84973C96EC5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5139883" y="5343501"/>
                  <a:ext cx="368280" cy="527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7" name="Group 176">
            <a:extLst>
              <a:ext uri="{FF2B5EF4-FFF2-40B4-BE49-F238E27FC236}">
                <a16:creationId xmlns:a16="http://schemas.microsoft.com/office/drawing/2014/main" id="{09DEAB00-CA43-8CF0-505A-C3A04CDB6186}"/>
              </a:ext>
            </a:extLst>
          </p:cNvPr>
          <p:cNvGrpSpPr/>
          <p:nvPr/>
        </p:nvGrpSpPr>
        <p:grpSpPr>
          <a:xfrm>
            <a:off x="5943403" y="5465541"/>
            <a:ext cx="557640" cy="418680"/>
            <a:chOff x="5943403" y="5465541"/>
            <a:chExt cx="557640" cy="418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4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55149BA3-A66B-9484-3276-8DEB145C51F2}"/>
                    </a:ext>
                  </a:extLst>
                </p14:cNvPr>
                <p14:cNvContentPartPr/>
                <p14:nvPr/>
              </p14:nvContentPartPr>
              <p14:xfrm>
                <a:off x="5993803" y="5465541"/>
                <a:ext cx="447120" cy="41868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55149BA3-A66B-9484-3276-8DEB145C51F2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5976163" y="5447901"/>
                  <a:ext cx="482760" cy="45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D0F2DA87-C634-D9BE-61AA-A0A532AA48C1}"/>
                    </a:ext>
                  </a:extLst>
                </p14:cNvPr>
                <p14:cNvContentPartPr/>
                <p14:nvPr/>
              </p14:nvContentPartPr>
              <p14:xfrm>
                <a:off x="6355603" y="5573181"/>
                <a:ext cx="145440" cy="6228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D0F2DA87-C634-D9BE-61AA-A0A532AA48C1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6337963" y="5555181"/>
                  <a:ext cx="18108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725B37D6-3C4E-F871-8C9C-68FC653EBFFE}"/>
                    </a:ext>
                  </a:extLst>
                </p14:cNvPr>
                <p14:cNvContentPartPr/>
                <p14:nvPr/>
              </p14:nvContentPartPr>
              <p14:xfrm>
                <a:off x="5943403" y="5525661"/>
                <a:ext cx="101880" cy="180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725B37D6-3C4E-F871-8C9C-68FC653EBFFE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5925763" y="5508021"/>
                  <a:ext cx="137520" cy="37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3" name="Group 182">
            <a:extLst>
              <a:ext uri="{FF2B5EF4-FFF2-40B4-BE49-F238E27FC236}">
                <a16:creationId xmlns:a16="http://schemas.microsoft.com/office/drawing/2014/main" id="{5F03D8FB-CA8C-D73D-B922-73C9D4B60951}"/>
              </a:ext>
            </a:extLst>
          </p:cNvPr>
          <p:cNvGrpSpPr/>
          <p:nvPr/>
        </p:nvGrpSpPr>
        <p:grpSpPr>
          <a:xfrm>
            <a:off x="6878766" y="5541423"/>
            <a:ext cx="275040" cy="343800"/>
            <a:chOff x="6878766" y="5541423"/>
            <a:chExt cx="275040" cy="343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DC9EC5AA-4DD1-3264-CA26-FF7F3436FD15}"/>
                    </a:ext>
                  </a:extLst>
                </p14:cNvPr>
                <p14:cNvContentPartPr/>
                <p14:nvPr/>
              </p14:nvContentPartPr>
              <p14:xfrm>
                <a:off x="6878766" y="5675703"/>
                <a:ext cx="167400" cy="197280"/>
              </p14:xfrm>
            </p:contentPart>
          </mc:Choice>
          <mc:Fallback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DC9EC5AA-4DD1-3264-CA26-FF7F3436FD15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6861126" y="5658063"/>
                  <a:ext cx="203040" cy="23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2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5919E422-0F45-352A-8ED9-05B38E6B0A90}"/>
                    </a:ext>
                  </a:extLst>
                </p14:cNvPr>
                <p14:cNvContentPartPr/>
                <p14:nvPr/>
              </p14:nvContentPartPr>
              <p14:xfrm>
                <a:off x="7036446" y="5692263"/>
                <a:ext cx="117360" cy="19296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5919E422-0F45-352A-8ED9-05B38E6B0A90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7018806" y="5674623"/>
                  <a:ext cx="15300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AFBA6EC0-AD37-792F-A51D-4EC885F26A7F}"/>
                    </a:ext>
                  </a:extLst>
                </p14:cNvPr>
                <p14:cNvContentPartPr/>
                <p14:nvPr/>
              </p14:nvContentPartPr>
              <p14:xfrm>
                <a:off x="7038606" y="5541423"/>
                <a:ext cx="18000" cy="2592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AFBA6EC0-AD37-792F-A51D-4EC885F26A7F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7020966" y="5523783"/>
                  <a:ext cx="53640" cy="61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1" name="Group 190">
            <a:extLst>
              <a:ext uri="{FF2B5EF4-FFF2-40B4-BE49-F238E27FC236}">
                <a16:creationId xmlns:a16="http://schemas.microsoft.com/office/drawing/2014/main" id="{0C69660F-9258-AA5C-8847-94601A693D81}"/>
              </a:ext>
            </a:extLst>
          </p:cNvPr>
          <p:cNvGrpSpPr/>
          <p:nvPr/>
        </p:nvGrpSpPr>
        <p:grpSpPr>
          <a:xfrm>
            <a:off x="7705326" y="5404263"/>
            <a:ext cx="959040" cy="747360"/>
            <a:chOff x="7705326" y="5404263"/>
            <a:chExt cx="959040" cy="747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6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4613158D-1F65-07AC-BECD-85B26DE37FB1}"/>
                    </a:ext>
                  </a:extLst>
                </p14:cNvPr>
                <p14:cNvContentPartPr/>
                <p14:nvPr/>
              </p14:nvContentPartPr>
              <p14:xfrm>
                <a:off x="7705326" y="5667063"/>
                <a:ext cx="147240" cy="164520"/>
              </p14:xfrm>
            </p:contentPart>
          </mc:Choice>
          <mc:Fallback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4613158D-1F65-07AC-BECD-85B26DE37FB1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7687326" y="5649063"/>
                  <a:ext cx="18288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8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23DBC4E6-050D-7B91-FF87-8967A3D8C557}"/>
                    </a:ext>
                  </a:extLst>
                </p14:cNvPr>
                <p14:cNvContentPartPr/>
                <p14:nvPr/>
              </p14:nvContentPartPr>
              <p14:xfrm>
                <a:off x="7887486" y="5633583"/>
                <a:ext cx="157680" cy="518040"/>
              </p14:xfrm>
            </p:contentPart>
          </mc:Choice>
          <mc:Fallback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23DBC4E6-050D-7B91-FF87-8967A3D8C557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7869486" y="5615583"/>
                  <a:ext cx="193320" cy="55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0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F0F3106E-6A2E-79B1-FA71-F198B1B3DCA7}"/>
                    </a:ext>
                  </a:extLst>
                </p14:cNvPr>
                <p14:cNvContentPartPr/>
                <p14:nvPr/>
              </p14:nvContentPartPr>
              <p14:xfrm>
                <a:off x="8101686" y="5619543"/>
                <a:ext cx="207360" cy="191520"/>
              </p14:xfrm>
            </p:contentPart>
          </mc:Choice>
          <mc:Fallback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F0F3106E-6A2E-79B1-FA71-F198B1B3DCA7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8084046" y="5601903"/>
                  <a:ext cx="24300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2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4F8B30E1-A081-9D63-5BAD-9EDAD3E2E3AB}"/>
                    </a:ext>
                  </a:extLst>
                </p14:cNvPr>
                <p14:cNvContentPartPr/>
                <p14:nvPr/>
              </p14:nvContentPartPr>
              <p14:xfrm>
                <a:off x="8331366" y="5404263"/>
                <a:ext cx="333000" cy="373320"/>
              </p14:xfrm>
            </p:contentPart>
          </mc:Choice>
          <mc:Fallback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4F8B30E1-A081-9D63-5BAD-9EDAD3E2E3AB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8313366" y="5386623"/>
                  <a:ext cx="368640" cy="408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0" name="Group 189">
            <a:extLst>
              <a:ext uri="{FF2B5EF4-FFF2-40B4-BE49-F238E27FC236}">
                <a16:creationId xmlns:a16="http://schemas.microsoft.com/office/drawing/2014/main" id="{6DF92D2F-88C5-AFAD-9017-1BDCDB10C8B5}"/>
              </a:ext>
            </a:extLst>
          </p:cNvPr>
          <p:cNvGrpSpPr/>
          <p:nvPr/>
        </p:nvGrpSpPr>
        <p:grpSpPr>
          <a:xfrm>
            <a:off x="9090606" y="5403543"/>
            <a:ext cx="366840" cy="378720"/>
            <a:chOff x="9090606" y="5403543"/>
            <a:chExt cx="366840" cy="378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4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0D75C0C8-8749-F033-0CA6-4316AAA8C736}"/>
                    </a:ext>
                  </a:extLst>
                </p14:cNvPr>
                <p14:cNvContentPartPr/>
                <p14:nvPr/>
              </p14:nvContentPartPr>
              <p14:xfrm>
                <a:off x="9110406" y="5403543"/>
                <a:ext cx="347040" cy="378720"/>
              </p14:xfrm>
            </p:contentPart>
          </mc:Choice>
          <mc:Fallback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0D75C0C8-8749-F033-0CA6-4316AAA8C736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9092766" y="5385543"/>
                  <a:ext cx="382680" cy="41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6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FFC52395-5801-0DEB-A69D-B4F586A5F426}"/>
                    </a:ext>
                  </a:extLst>
                </p14:cNvPr>
                <p14:cNvContentPartPr/>
                <p14:nvPr/>
              </p14:nvContentPartPr>
              <p14:xfrm>
                <a:off x="9090606" y="5508663"/>
                <a:ext cx="175680" cy="65520"/>
              </p14:xfrm>
            </p:contentPart>
          </mc:Choice>
          <mc:Fallback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FFC52395-5801-0DEB-A69D-B4F586A5F426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9072606" y="5490663"/>
                  <a:ext cx="211320" cy="101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9" name="Group 198">
            <a:extLst>
              <a:ext uri="{FF2B5EF4-FFF2-40B4-BE49-F238E27FC236}">
                <a16:creationId xmlns:a16="http://schemas.microsoft.com/office/drawing/2014/main" id="{E9DB1B0B-34D0-C863-11C5-1E717C925628}"/>
              </a:ext>
            </a:extLst>
          </p:cNvPr>
          <p:cNvGrpSpPr/>
          <p:nvPr/>
        </p:nvGrpSpPr>
        <p:grpSpPr>
          <a:xfrm>
            <a:off x="10055766" y="5334783"/>
            <a:ext cx="1184040" cy="721440"/>
            <a:chOff x="10055766" y="5334783"/>
            <a:chExt cx="1184040" cy="721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8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81E8EDAD-29BE-39F1-6F38-D67AAEB02826}"/>
                    </a:ext>
                  </a:extLst>
                </p14:cNvPr>
                <p14:cNvContentPartPr/>
                <p14:nvPr/>
              </p14:nvContentPartPr>
              <p14:xfrm>
                <a:off x="10055766" y="5343423"/>
                <a:ext cx="174960" cy="650880"/>
              </p14:xfrm>
            </p:contentPart>
          </mc:Choice>
          <mc:Fallback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81E8EDAD-29BE-39F1-6F38-D67AAEB02826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10038126" y="5325423"/>
                  <a:ext cx="210600" cy="68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0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FE6BFF8A-F17C-AD3C-8E8F-5EC4BB7EAF86}"/>
                    </a:ext>
                  </a:extLst>
                </p14:cNvPr>
                <p14:cNvContentPartPr/>
                <p14:nvPr/>
              </p14:nvContentPartPr>
              <p14:xfrm>
                <a:off x="10273926" y="5436663"/>
                <a:ext cx="327600" cy="308160"/>
              </p14:xfrm>
            </p:contentPart>
          </mc:Choice>
          <mc:Fallback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FE6BFF8A-F17C-AD3C-8E8F-5EC4BB7EAF86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10256286" y="5418663"/>
                  <a:ext cx="363240" cy="34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2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A2DA2B13-18CE-2AFC-8EC2-3E8FF606A212}"/>
                    </a:ext>
                  </a:extLst>
                </p14:cNvPr>
                <p14:cNvContentPartPr/>
                <p14:nvPr/>
              </p14:nvContentPartPr>
              <p14:xfrm>
                <a:off x="10635006" y="5745903"/>
                <a:ext cx="117360" cy="262800"/>
              </p14:xfrm>
            </p:contentPart>
          </mc:Choice>
          <mc:Fallback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A2DA2B13-18CE-2AFC-8EC2-3E8FF606A212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10617006" y="5728263"/>
                  <a:ext cx="153000" cy="29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4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FBC1D294-376E-4477-E1ED-688D7492D9BC}"/>
                    </a:ext>
                  </a:extLst>
                </p14:cNvPr>
                <p14:cNvContentPartPr/>
                <p14:nvPr/>
              </p14:nvContentPartPr>
              <p14:xfrm>
                <a:off x="10776846" y="5580663"/>
                <a:ext cx="28440" cy="26640"/>
              </p14:xfrm>
            </p:contentPart>
          </mc:Choice>
          <mc:Fallback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FBC1D294-376E-4477-E1ED-688D7492D9BC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10758846" y="5562663"/>
                  <a:ext cx="6408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6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4748AE55-7BEA-A318-2F13-5797FC38C608}"/>
                    </a:ext>
                  </a:extLst>
                </p14:cNvPr>
                <p14:cNvContentPartPr/>
                <p14:nvPr/>
              </p14:nvContentPartPr>
              <p14:xfrm>
                <a:off x="10846326" y="5730783"/>
                <a:ext cx="97920" cy="187920"/>
              </p14:xfrm>
            </p:contentPart>
          </mc:Choice>
          <mc:Fallback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4748AE55-7BEA-A318-2F13-5797FC38C608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10828686" y="5712783"/>
                  <a:ext cx="13356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8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1D26A99C-4531-EE33-7ED4-9EAF59E04C6D}"/>
                    </a:ext>
                  </a:extLst>
                </p14:cNvPr>
                <p14:cNvContentPartPr/>
                <p14:nvPr/>
              </p14:nvContentPartPr>
              <p14:xfrm>
                <a:off x="10862166" y="5600103"/>
                <a:ext cx="21240" cy="22320"/>
              </p14:xfrm>
            </p:contentPart>
          </mc:Choice>
          <mc:Fallback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1D26A99C-4531-EE33-7ED4-9EAF59E04C6D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10844526" y="5582463"/>
                  <a:ext cx="5688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0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5CAF3CDA-361B-859C-CA45-0D98F29F4C5E}"/>
                    </a:ext>
                  </a:extLst>
                </p14:cNvPr>
                <p14:cNvContentPartPr/>
                <p14:nvPr/>
              </p14:nvContentPartPr>
              <p14:xfrm>
                <a:off x="11020926" y="5334783"/>
                <a:ext cx="218880" cy="721440"/>
              </p14:xfrm>
            </p:contentPart>
          </mc:Choice>
          <mc:Fallback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5CAF3CDA-361B-859C-CA45-0D98F29F4C5E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11003286" y="5317143"/>
                  <a:ext cx="254520" cy="757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22">
            <p14:nvContentPartPr>
              <p14:cNvPr id="200" name="Ink 199">
                <a:extLst>
                  <a:ext uri="{FF2B5EF4-FFF2-40B4-BE49-F238E27FC236}">
                    <a16:creationId xmlns:a16="http://schemas.microsoft.com/office/drawing/2014/main" id="{262A7B13-C711-FBCA-2908-7FB2C4057712}"/>
                  </a:ext>
                </a:extLst>
              </p14:cNvPr>
              <p14:cNvContentPartPr/>
              <p14:nvPr/>
            </p14:nvContentPartPr>
            <p14:xfrm>
              <a:off x="11608446" y="5710623"/>
              <a:ext cx="17640" cy="8640"/>
            </p14:xfrm>
          </p:contentPart>
        </mc:Choice>
        <mc:Fallback>
          <p:pic>
            <p:nvPicPr>
              <p:cNvPr id="200" name="Ink 199">
                <a:extLst>
                  <a:ext uri="{FF2B5EF4-FFF2-40B4-BE49-F238E27FC236}">
                    <a16:creationId xmlns:a16="http://schemas.microsoft.com/office/drawing/2014/main" id="{262A7B13-C711-FBCA-2908-7FB2C4057712}"/>
                  </a:ext>
                </a:extLst>
              </p:cNvPr>
              <p:cNvPicPr/>
              <p:nvPr/>
            </p:nvPicPr>
            <p:blipFill>
              <a:blip r:embed="rId323"/>
              <a:stretch>
                <a:fillRect/>
              </a:stretch>
            </p:blipFill>
            <p:spPr>
              <a:xfrm>
                <a:off x="11590806" y="5692983"/>
                <a:ext cx="53280" cy="44280"/>
              </a:xfrm>
              <a:prstGeom prst="rect">
                <a:avLst/>
              </a:prstGeom>
            </p:spPr>
          </p:pic>
        </mc:Fallback>
      </mc:AlternateContent>
      <p:grpSp>
        <p:nvGrpSpPr>
          <p:cNvPr id="230" name="Group 229">
            <a:extLst>
              <a:ext uri="{FF2B5EF4-FFF2-40B4-BE49-F238E27FC236}">
                <a16:creationId xmlns:a16="http://schemas.microsoft.com/office/drawing/2014/main" id="{B2D4D501-E222-40A3-4381-30BBC5145AEE}"/>
              </a:ext>
            </a:extLst>
          </p:cNvPr>
          <p:cNvGrpSpPr/>
          <p:nvPr/>
        </p:nvGrpSpPr>
        <p:grpSpPr>
          <a:xfrm>
            <a:off x="1282926" y="6322263"/>
            <a:ext cx="1344600" cy="529200"/>
            <a:chOff x="1282926" y="6322263"/>
            <a:chExt cx="1344600" cy="529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4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100F447F-DB98-A944-6152-56C20472D5B5}"/>
                    </a:ext>
                  </a:extLst>
                </p14:cNvPr>
                <p14:cNvContentPartPr/>
                <p14:nvPr/>
              </p14:nvContentPartPr>
              <p14:xfrm>
                <a:off x="1282926" y="6392823"/>
                <a:ext cx="295560" cy="340920"/>
              </p14:xfrm>
            </p:contentPart>
          </mc:Choice>
          <mc:Fallback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100F447F-DB98-A944-6152-56C20472D5B5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1265286" y="6375183"/>
                  <a:ext cx="331200" cy="37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6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6F2C627A-CE79-CB9F-C485-0715EF375917}"/>
                    </a:ext>
                  </a:extLst>
                </p14:cNvPr>
                <p14:cNvContentPartPr/>
                <p14:nvPr/>
              </p14:nvContentPartPr>
              <p14:xfrm>
                <a:off x="1615566" y="6322263"/>
                <a:ext cx="269280" cy="529200"/>
              </p14:xfrm>
            </p:contentPart>
          </mc:Choice>
          <mc:Fallback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6F2C627A-CE79-CB9F-C485-0715EF375917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1597926" y="6304263"/>
                  <a:ext cx="304920" cy="56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8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15BDD38F-BDDA-D858-8F55-558012D5BEE5}"/>
                    </a:ext>
                  </a:extLst>
                </p14:cNvPr>
                <p14:cNvContentPartPr/>
                <p14:nvPr/>
              </p14:nvContentPartPr>
              <p14:xfrm>
                <a:off x="1944966" y="6446823"/>
                <a:ext cx="5760" cy="26280"/>
              </p14:xfrm>
            </p:contentPart>
          </mc:Choice>
          <mc:Fallback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15BDD38F-BDDA-D858-8F55-558012D5BEE5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1927326" y="6429183"/>
                  <a:ext cx="4140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0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F5B35686-77C9-5ACF-BCBE-891004E73821}"/>
                    </a:ext>
                  </a:extLst>
                </p14:cNvPr>
                <p14:cNvContentPartPr/>
                <p14:nvPr/>
              </p14:nvContentPartPr>
              <p14:xfrm>
                <a:off x="2001846" y="6549783"/>
                <a:ext cx="243720" cy="143280"/>
              </p14:xfrm>
            </p:contentPart>
          </mc:Choice>
          <mc:Fallback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F5B35686-77C9-5ACF-BCBE-891004E73821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1983846" y="6531783"/>
                  <a:ext cx="27936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2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25BCB850-24FB-693D-CF62-1A4AB5D01DE8}"/>
                    </a:ext>
                  </a:extLst>
                </p14:cNvPr>
                <p14:cNvContentPartPr/>
                <p14:nvPr/>
              </p14:nvContentPartPr>
              <p14:xfrm>
                <a:off x="2167086" y="6434583"/>
                <a:ext cx="57240" cy="27720"/>
              </p14:xfrm>
            </p:contentPart>
          </mc:Choice>
          <mc:Fallback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25BCB850-24FB-693D-CF62-1A4AB5D01DE8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2149446" y="6416583"/>
                  <a:ext cx="9288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4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D60FCBAC-5505-47C1-4EF1-881C66B45540}"/>
                    </a:ext>
                  </a:extLst>
                </p14:cNvPr>
                <p14:cNvContentPartPr/>
                <p14:nvPr/>
              </p14:nvContentPartPr>
              <p14:xfrm>
                <a:off x="2277606" y="6534303"/>
                <a:ext cx="210240" cy="132120"/>
              </p14:xfrm>
            </p:contentPart>
          </mc:Choice>
          <mc:Fallback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D60FCBAC-5505-47C1-4EF1-881C66B45540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2259966" y="6516663"/>
                  <a:ext cx="24588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6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5106C1A4-E780-CC69-0B3F-E4343598DA32}"/>
                    </a:ext>
                  </a:extLst>
                </p14:cNvPr>
                <p14:cNvContentPartPr/>
                <p14:nvPr/>
              </p14:nvContentPartPr>
              <p14:xfrm>
                <a:off x="2494326" y="6403983"/>
                <a:ext cx="47520" cy="240840"/>
              </p14:xfrm>
            </p:contentPart>
          </mc:Choice>
          <mc:Fallback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5106C1A4-E780-CC69-0B3F-E4343598DA32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2476686" y="6385983"/>
                  <a:ext cx="83160" cy="27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8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BA00F801-F3DC-9B05-EC8B-6CA45D6D5F9D}"/>
                    </a:ext>
                  </a:extLst>
                </p14:cNvPr>
                <p14:cNvContentPartPr/>
                <p14:nvPr/>
              </p14:nvContentPartPr>
              <p14:xfrm>
                <a:off x="2449326" y="6436383"/>
                <a:ext cx="178200" cy="41760"/>
              </p14:xfrm>
            </p:contentPart>
          </mc:Choice>
          <mc:Fallback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BA00F801-F3DC-9B05-EC8B-6CA45D6D5F9D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2431326" y="6418383"/>
                  <a:ext cx="213840" cy="77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40">
            <p14:nvContentPartPr>
              <p14:cNvPr id="209" name="Ink 208">
                <a:extLst>
                  <a:ext uri="{FF2B5EF4-FFF2-40B4-BE49-F238E27FC236}">
                    <a16:creationId xmlns:a16="http://schemas.microsoft.com/office/drawing/2014/main" id="{172095F4-D1B2-2B9F-1A6D-5E8ED56A3218}"/>
                  </a:ext>
                </a:extLst>
              </p14:cNvPr>
              <p14:cNvContentPartPr/>
              <p14:nvPr/>
            </p14:nvContentPartPr>
            <p14:xfrm>
              <a:off x="3088686" y="6447903"/>
              <a:ext cx="262080" cy="549720"/>
            </p14:xfrm>
          </p:contentPart>
        </mc:Choice>
        <mc:Fallback>
          <p:pic>
            <p:nvPicPr>
              <p:cNvPr id="209" name="Ink 208">
                <a:extLst>
                  <a:ext uri="{FF2B5EF4-FFF2-40B4-BE49-F238E27FC236}">
                    <a16:creationId xmlns:a16="http://schemas.microsoft.com/office/drawing/2014/main" id="{172095F4-D1B2-2B9F-1A6D-5E8ED56A3218}"/>
                  </a:ext>
                </a:extLst>
              </p:cNvPr>
              <p:cNvPicPr/>
              <p:nvPr/>
            </p:nvPicPr>
            <p:blipFill>
              <a:blip r:embed="rId341"/>
              <a:stretch>
                <a:fillRect/>
              </a:stretch>
            </p:blipFill>
            <p:spPr>
              <a:xfrm>
                <a:off x="3071046" y="6429903"/>
                <a:ext cx="297720" cy="58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2">
            <p14:nvContentPartPr>
              <p14:cNvPr id="210" name="Ink 209">
                <a:extLst>
                  <a:ext uri="{FF2B5EF4-FFF2-40B4-BE49-F238E27FC236}">
                    <a16:creationId xmlns:a16="http://schemas.microsoft.com/office/drawing/2014/main" id="{E42A3DD2-CB15-CB01-E454-B300830CBC6B}"/>
                  </a:ext>
                </a:extLst>
              </p14:cNvPr>
              <p14:cNvContentPartPr/>
              <p14:nvPr/>
            </p14:nvContentPartPr>
            <p14:xfrm>
              <a:off x="3868806" y="6396783"/>
              <a:ext cx="279720" cy="289080"/>
            </p14:xfrm>
          </p:contentPart>
        </mc:Choice>
        <mc:Fallback>
          <p:pic>
            <p:nvPicPr>
              <p:cNvPr id="210" name="Ink 209">
                <a:extLst>
                  <a:ext uri="{FF2B5EF4-FFF2-40B4-BE49-F238E27FC236}">
                    <a16:creationId xmlns:a16="http://schemas.microsoft.com/office/drawing/2014/main" id="{E42A3DD2-CB15-CB01-E454-B300830CBC6B}"/>
                  </a:ext>
                </a:extLst>
              </p:cNvPr>
              <p:cNvPicPr/>
              <p:nvPr/>
            </p:nvPicPr>
            <p:blipFill>
              <a:blip r:embed="rId343"/>
              <a:stretch>
                <a:fillRect/>
              </a:stretch>
            </p:blipFill>
            <p:spPr>
              <a:xfrm>
                <a:off x="3850806" y="6379143"/>
                <a:ext cx="315360" cy="324720"/>
              </a:xfrm>
              <a:prstGeom prst="rect">
                <a:avLst/>
              </a:prstGeom>
            </p:spPr>
          </p:pic>
        </mc:Fallback>
      </mc:AlternateContent>
      <p:grpSp>
        <p:nvGrpSpPr>
          <p:cNvPr id="229" name="Group 228">
            <a:extLst>
              <a:ext uri="{FF2B5EF4-FFF2-40B4-BE49-F238E27FC236}">
                <a16:creationId xmlns:a16="http://schemas.microsoft.com/office/drawing/2014/main" id="{C93C479E-6C22-5978-0C3C-CA7D8A231F27}"/>
              </a:ext>
            </a:extLst>
          </p:cNvPr>
          <p:cNvGrpSpPr/>
          <p:nvPr/>
        </p:nvGrpSpPr>
        <p:grpSpPr>
          <a:xfrm>
            <a:off x="4810206" y="6320823"/>
            <a:ext cx="169920" cy="298800"/>
            <a:chOff x="4810206" y="6320823"/>
            <a:chExt cx="169920" cy="298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4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46602CF0-168E-7391-B58A-7F353D8B43A9}"/>
                    </a:ext>
                  </a:extLst>
                </p14:cNvPr>
                <p14:cNvContentPartPr/>
                <p14:nvPr/>
              </p14:nvContentPartPr>
              <p14:xfrm>
                <a:off x="4810206" y="6466623"/>
                <a:ext cx="169920" cy="153000"/>
              </p14:xfrm>
            </p:contentPart>
          </mc:Choice>
          <mc:Fallback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46602CF0-168E-7391-B58A-7F353D8B43A9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4792206" y="6448983"/>
                  <a:ext cx="20556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6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C1DBDFD8-1557-7E61-DC9E-0DBD07448C74}"/>
                    </a:ext>
                  </a:extLst>
                </p14:cNvPr>
                <p14:cNvContentPartPr/>
                <p14:nvPr/>
              </p14:nvContentPartPr>
              <p14:xfrm>
                <a:off x="4874646" y="6320823"/>
                <a:ext cx="9720" cy="20880"/>
              </p14:xfrm>
            </p:contentPart>
          </mc:Choice>
          <mc:Fallback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C1DBDFD8-1557-7E61-DC9E-0DBD07448C74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4857006" y="6303183"/>
                  <a:ext cx="45360" cy="56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8" name="Group 227">
            <a:extLst>
              <a:ext uri="{FF2B5EF4-FFF2-40B4-BE49-F238E27FC236}">
                <a16:creationId xmlns:a16="http://schemas.microsoft.com/office/drawing/2014/main" id="{3FC1F954-3D41-8014-4909-5DE16436038C}"/>
              </a:ext>
            </a:extLst>
          </p:cNvPr>
          <p:cNvGrpSpPr/>
          <p:nvPr/>
        </p:nvGrpSpPr>
        <p:grpSpPr>
          <a:xfrm>
            <a:off x="5341566" y="6273303"/>
            <a:ext cx="1125720" cy="318960"/>
            <a:chOff x="5341566" y="6273303"/>
            <a:chExt cx="1125720" cy="318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8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68CFCA8F-FFA9-62FA-D9F0-262E6BE696BB}"/>
                    </a:ext>
                  </a:extLst>
                </p14:cNvPr>
                <p14:cNvContentPartPr/>
                <p14:nvPr/>
              </p14:nvContentPartPr>
              <p14:xfrm>
                <a:off x="5341566" y="6381303"/>
                <a:ext cx="531360" cy="210960"/>
              </p14:xfrm>
            </p:contentPart>
          </mc:Choice>
          <mc:Fallback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68CFCA8F-FFA9-62FA-D9F0-262E6BE696BB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5323566" y="6363303"/>
                  <a:ext cx="56700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0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30C337AE-DC03-909E-7F0F-AB29C88D15EE}"/>
                    </a:ext>
                  </a:extLst>
                </p14:cNvPr>
                <p14:cNvContentPartPr/>
                <p14:nvPr/>
              </p14:nvContentPartPr>
              <p14:xfrm>
                <a:off x="5820726" y="6366183"/>
                <a:ext cx="40680" cy="31320"/>
              </p14:xfrm>
            </p:contentPart>
          </mc:Choice>
          <mc:Fallback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30C337AE-DC03-909E-7F0F-AB29C88D15EE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5802726" y="6348183"/>
                  <a:ext cx="7632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2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5A3651A2-65E1-C601-4FC4-F578064203D9}"/>
                    </a:ext>
                  </a:extLst>
                </p14:cNvPr>
                <p14:cNvContentPartPr/>
                <p14:nvPr/>
              </p14:nvContentPartPr>
              <p14:xfrm>
                <a:off x="5909646" y="6273303"/>
                <a:ext cx="30960" cy="296280"/>
              </p14:xfrm>
            </p:contentPart>
          </mc:Choice>
          <mc:Fallback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5A3651A2-65E1-C601-4FC4-F578064203D9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5891646" y="6255663"/>
                  <a:ext cx="66600" cy="33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4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8CC80606-8F4B-DDBD-B929-01C1C4A319F7}"/>
                    </a:ext>
                  </a:extLst>
                </p14:cNvPr>
                <p14:cNvContentPartPr/>
                <p14:nvPr/>
              </p14:nvContentPartPr>
              <p14:xfrm>
                <a:off x="6012966" y="6305703"/>
                <a:ext cx="86400" cy="258480"/>
              </p14:xfrm>
            </p:contentPart>
          </mc:Choice>
          <mc:Fallback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8CC80606-8F4B-DDBD-B929-01C1C4A319F7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5994966" y="6287703"/>
                  <a:ext cx="122040" cy="29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6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05EB4351-BC0C-A39D-C081-A5BC1417AB45}"/>
                    </a:ext>
                  </a:extLst>
                </p14:cNvPr>
                <p14:cNvContentPartPr/>
                <p14:nvPr/>
              </p14:nvContentPartPr>
              <p14:xfrm>
                <a:off x="5854566" y="6308943"/>
                <a:ext cx="239760" cy="53280"/>
              </p14:xfrm>
            </p:contentPart>
          </mc:Choice>
          <mc:Fallback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05EB4351-BC0C-A39D-C081-A5BC1417AB45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5836926" y="6290943"/>
                  <a:ext cx="27540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8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D0B52ECB-8BD4-2F3A-9E2D-EE614FCC3411}"/>
                    </a:ext>
                  </a:extLst>
                </p14:cNvPr>
                <p14:cNvContentPartPr/>
                <p14:nvPr/>
              </p14:nvContentPartPr>
              <p14:xfrm>
                <a:off x="6111606" y="6433143"/>
                <a:ext cx="104040" cy="117360"/>
              </p14:xfrm>
            </p:contentPart>
          </mc:Choice>
          <mc:Fallback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D0B52ECB-8BD4-2F3A-9E2D-EE614FCC3411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6093606" y="6415143"/>
                  <a:ext cx="13968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0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88A49F88-69F5-8CAC-D575-59F70C6304BE}"/>
                    </a:ext>
                  </a:extLst>
                </p14:cNvPr>
                <p14:cNvContentPartPr/>
                <p14:nvPr/>
              </p14:nvContentPartPr>
              <p14:xfrm>
                <a:off x="6283686" y="6431703"/>
                <a:ext cx="183600" cy="108000"/>
              </p14:xfrm>
            </p:contentPart>
          </mc:Choice>
          <mc:Fallback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88A49F88-69F5-8CAC-D575-59F70C6304BE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6266046" y="6414063"/>
                  <a:ext cx="219240" cy="143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62">
            <p14:nvContentPartPr>
              <p14:cNvPr id="220" name="Ink 219">
                <a:extLst>
                  <a:ext uri="{FF2B5EF4-FFF2-40B4-BE49-F238E27FC236}">
                    <a16:creationId xmlns:a16="http://schemas.microsoft.com/office/drawing/2014/main" id="{329DD64E-C5BD-EF9C-D104-435A8DCDAAE2}"/>
                  </a:ext>
                </a:extLst>
              </p14:cNvPr>
              <p14:cNvContentPartPr/>
              <p14:nvPr/>
            </p14:nvContentPartPr>
            <p14:xfrm>
              <a:off x="6943926" y="6384903"/>
              <a:ext cx="444960" cy="164520"/>
            </p14:xfrm>
          </p:contentPart>
        </mc:Choice>
        <mc:Fallback>
          <p:pic>
            <p:nvPicPr>
              <p:cNvPr id="220" name="Ink 219">
                <a:extLst>
                  <a:ext uri="{FF2B5EF4-FFF2-40B4-BE49-F238E27FC236}">
                    <a16:creationId xmlns:a16="http://schemas.microsoft.com/office/drawing/2014/main" id="{329DD64E-C5BD-EF9C-D104-435A8DCDAAE2}"/>
                  </a:ext>
                </a:extLst>
              </p:cNvPr>
              <p:cNvPicPr/>
              <p:nvPr/>
            </p:nvPicPr>
            <p:blipFill>
              <a:blip r:embed="rId363"/>
              <a:stretch>
                <a:fillRect/>
              </a:stretch>
            </p:blipFill>
            <p:spPr>
              <a:xfrm>
                <a:off x="6926286" y="6366903"/>
                <a:ext cx="480600" cy="200160"/>
              </a:xfrm>
              <a:prstGeom prst="rect">
                <a:avLst/>
              </a:prstGeom>
            </p:spPr>
          </p:pic>
        </mc:Fallback>
      </mc:AlternateContent>
      <p:grpSp>
        <p:nvGrpSpPr>
          <p:cNvPr id="227" name="Group 226">
            <a:extLst>
              <a:ext uri="{FF2B5EF4-FFF2-40B4-BE49-F238E27FC236}">
                <a16:creationId xmlns:a16="http://schemas.microsoft.com/office/drawing/2014/main" id="{42BACE3A-E313-36BD-18CE-E89D8C8FBE76}"/>
              </a:ext>
            </a:extLst>
          </p:cNvPr>
          <p:cNvGrpSpPr/>
          <p:nvPr/>
        </p:nvGrpSpPr>
        <p:grpSpPr>
          <a:xfrm>
            <a:off x="7926006" y="6226143"/>
            <a:ext cx="1369800" cy="466920"/>
            <a:chOff x="7926006" y="6226143"/>
            <a:chExt cx="1369800" cy="466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4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D8DD3BD4-C448-AEB3-A6C0-5B8EC01A9F10}"/>
                    </a:ext>
                  </a:extLst>
                </p14:cNvPr>
                <p14:cNvContentPartPr/>
                <p14:nvPr/>
              </p14:nvContentPartPr>
              <p14:xfrm>
                <a:off x="7926006" y="6378423"/>
                <a:ext cx="304920" cy="176760"/>
              </p14:xfrm>
            </p:contentPart>
          </mc:Choice>
          <mc:Fallback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D8DD3BD4-C448-AEB3-A6C0-5B8EC01A9F10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7908366" y="6360423"/>
                  <a:ext cx="34056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6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C67E8F8B-BF92-0D61-B1A3-C027AD160193}"/>
                    </a:ext>
                  </a:extLst>
                </p14:cNvPr>
                <p14:cNvContentPartPr/>
                <p14:nvPr/>
              </p14:nvContentPartPr>
              <p14:xfrm>
                <a:off x="8303286" y="6233343"/>
                <a:ext cx="202320" cy="276480"/>
              </p14:xfrm>
            </p:contentPart>
          </mc:Choice>
          <mc:Fallback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C67E8F8B-BF92-0D61-B1A3-C027AD160193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8285646" y="6215343"/>
                  <a:ext cx="237960" cy="31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8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77FF2FA1-4489-D2A7-066C-FBD9B2B7D95C}"/>
                    </a:ext>
                  </a:extLst>
                </p14:cNvPr>
                <p14:cNvContentPartPr/>
                <p14:nvPr/>
              </p14:nvContentPartPr>
              <p14:xfrm>
                <a:off x="8407686" y="6402183"/>
                <a:ext cx="176040" cy="290880"/>
              </p14:xfrm>
            </p:contentPart>
          </mc:Choice>
          <mc:Fallback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77FF2FA1-4489-D2A7-066C-FBD9B2B7D95C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8389686" y="6384183"/>
                  <a:ext cx="211680" cy="32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0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DCF1E95F-B9A1-4280-A454-F44DA504F763}"/>
                    </a:ext>
                  </a:extLst>
                </p14:cNvPr>
                <p14:cNvContentPartPr/>
                <p14:nvPr/>
              </p14:nvContentPartPr>
              <p14:xfrm>
                <a:off x="8622966" y="6259623"/>
                <a:ext cx="12960" cy="59760"/>
              </p14:xfrm>
            </p:contentPart>
          </mc:Choice>
          <mc:Fallback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DCF1E95F-B9A1-4280-A454-F44DA504F763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8605326" y="6241983"/>
                  <a:ext cx="4860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2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5366D5DF-EE78-1A5F-EF51-69D8C572819E}"/>
                    </a:ext>
                  </a:extLst>
                </p14:cNvPr>
                <p14:cNvContentPartPr/>
                <p14:nvPr/>
              </p14:nvContentPartPr>
              <p14:xfrm>
                <a:off x="8773086" y="6226143"/>
                <a:ext cx="214560" cy="311040"/>
              </p14:xfrm>
            </p:contentPart>
          </mc:Choice>
          <mc:Fallback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5366D5DF-EE78-1A5F-EF51-69D8C572819E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8755446" y="6208503"/>
                  <a:ext cx="250200" cy="34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4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B856ECEA-1B97-AD3E-10B4-6990B69895C0}"/>
                    </a:ext>
                  </a:extLst>
                </p14:cNvPr>
                <p14:cNvContentPartPr/>
                <p14:nvPr/>
              </p14:nvContentPartPr>
              <p14:xfrm>
                <a:off x="9283566" y="6434943"/>
                <a:ext cx="12240" cy="7200"/>
              </p14:xfrm>
            </p:contentPart>
          </mc:Choice>
          <mc:Fallback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B856ECEA-1B97-AD3E-10B4-6990B69895C0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9265566" y="6417303"/>
                  <a:ext cx="47880" cy="42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76">
            <p14:nvContentPartPr>
              <p14:cNvPr id="231" name="Ink 230">
                <a:extLst>
                  <a:ext uri="{FF2B5EF4-FFF2-40B4-BE49-F238E27FC236}">
                    <a16:creationId xmlns:a16="http://schemas.microsoft.com/office/drawing/2014/main" id="{F5514DA3-CD43-8F56-C279-C3C19392F85B}"/>
                  </a:ext>
                </a:extLst>
              </p14:cNvPr>
              <p14:cNvContentPartPr/>
              <p14:nvPr/>
            </p14:nvContentPartPr>
            <p14:xfrm>
              <a:off x="3100206" y="1370823"/>
              <a:ext cx="1800" cy="2160"/>
            </p14:xfrm>
          </p:contentPart>
        </mc:Choice>
        <mc:Fallback>
          <p:pic>
            <p:nvPicPr>
              <p:cNvPr id="231" name="Ink 230">
                <a:extLst>
                  <a:ext uri="{FF2B5EF4-FFF2-40B4-BE49-F238E27FC236}">
                    <a16:creationId xmlns:a16="http://schemas.microsoft.com/office/drawing/2014/main" id="{F5514DA3-CD43-8F56-C279-C3C19392F85B}"/>
                  </a:ext>
                </a:extLst>
              </p:cNvPr>
              <p:cNvPicPr/>
              <p:nvPr/>
            </p:nvPicPr>
            <p:blipFill>
              <a:blip r:embed="rId377"/>
              <a:stretch>
                <a:fillRect/>
              </a:stretch>
            </p:blipFill>
            <p:spPr>
              <a:xfrm>
                <a:off x="3064566" y="1298823"/>
                <a:ext cx="73440" cy="14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78">
            <p14:nvContentPartPr>
              <p14:cNvPr id="232" name="Ink 231">
                <a:extLst>
                  <a:ext uri="{FF2B5EF4-FFF2-40B4-BE49-F238E27FC236}">
                    <a16:creationId xmlns:a16="http://schemas.microsoft.com/office/drawing/2014/main" id="{67590E7F-E82F-06B7-69A5-5DBEB4412CDB}"/>
                  </a:ext>
                </a:extLst>
              </p14:cNvPr>
              <p14:cNvContentPartPr/>
              <p14:nvPr/>
            </p14:nvContentPartPr>
            <p14:xfrm>
              <a:off x="1145406" y="1281903"/>
              <a:ext cx="5814000" cy="138600"/>
            </p14:xfrm>
          </p:contentPart>
        </mc:Choice>
        <mc:Fallback>
          <p:pic>
            <p:nvPicPr>
              <p:cNvPr id="232" name="Ink 231">
                <a:extLst>
                  <a:ext uri="{FF2B5EF4-FFF2-40B4-BE49-F238E27FC236}">
                    <a16:creationId xmlns:a16="http://schemas.microsoft.com/office/drawing/2014/main" id="{67590E7F-E82F-06B7-69A5-5DBEB4412CDB}"/>
                  </a:ext>
                </a:extLst>
              </p:cNvPr>
              <p:cNvPicPr/>
              <p:nvPr/>
            </p:nvPicPr>
            <p:blipFill>
              <a:blip r:embed="rId379"/>
              <a:stretch>
                <a:fillRect/>
              </a:stretch>
            </p:blipFill>
            <p:spPr>
              <a:xfrm>
                <a:off x="1109766" y="1210263"/>
                <a:ext cx="5885640" cy="282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077200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68C81D4B-A5AF-3A0F-30C2-B4229AB1D11B}"/>
              </a:ext>
            </a:extLst>
          </p:cNvPr>
          <p:cNvGrpSpPr/>
          <p:nvPr/>
        </p:nvGrpSpPr>
        <p:grpSpPr>
          <a:xfrm>
            <a:off x="537006" y="385143"/>
            <a:ext cx="593640" cy="383400"/>
            <a:chOff x="537006" y="385143"/>
            <a:chExt cx="593640" cy="383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9A452279-2CD5-F1E2-6BF4-6739BFB5B197}"/>
                    </a:ext>
                  </a:extLst>
                </p14:cNvPr>
                <p14:cNvContentPartPr/>
                <p14:nvPr/>
              </p14:nvContentPartPr>
              <p14:xfrm>
                <a:off x="537006" y="385143"/>
                <a:ext cx="245880" cy="38340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9A452279-2CD5-F1E2-6BF4-6739BFB5B197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519366" y="367143"/>
                  <a:ext cx="281520" cy="41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C028AB81-8328-1AEE-9220-F9C95609C745}"/>
                    </a:ext>
                  </a:extLst>
                </p14:cNvPr>
                <p14:cNvContentPartPr/>
                <p14:nvPr/>
              </p14:nvContentPartPr>
              <p14:xfrm>
                <a:off x="554646" y="583503"/>
                <a:ext cx="251280" cy="2736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C028AB81-8328-1AEE-9220-F9C95609C745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36646" y="565503"/>
                  <a:ext cx="28692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773EDE9E-D310-7220-FEEB-B5541C56FF1D}"/>
                    </a:ext>
                  </a:extLst>
                </p14:cNvPr>
                <p14:cNvContentPartPr/>
                <p14:nvPr/>
              </p14:nvContentPartPr>
              <p14:xfrm>
                <a:off x="1015086" y="617343"/>
                <a:ext cx="94680" cy="1908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773EDE9E-D310-7220-FEEB-B5541C56FF1D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997086" y="599343"/>
                  <a:ext cx="13032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B7444FE5-673E-D2E3-710D-6092D45B7165}"/>
                    </a:ext>
                  </a:extLst>
                </p14:cNvPr>
                <p14:cNvContentPartPr/>
                <p14:nvPr/>
              </p14:nvContentPartPr>
              <p14:xfrm>
                <a:off x="979446" y="688623"/>
                <a:ext cx="151200" cy="4716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B7444FE5-673E-D2E3-710D-6092D45B7165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961446" y="670623"/>
                  <a:ext cx="186840" cy="82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F6639652-4BF0-7A82-454B-D72368BCF545}"/>
              </a:ext>
            </a:extLst>
          </p:cNvPr>
          <p:cNvGrpSpPr/>
          <p:nvPr/>
        </p:nvGrpSpPr>
        <p:grpSpPr>
          <a:xfrm>
            <a:off x="295446" y="2485383"/>
            <a:ext cx="210600" cy="338760"/>
            <a:chOff x="295446" y="2485383"/>
            <a:chExt cx="210600" cy="338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532686CC-AE14-844B-782C-FB9AC27EE45F}"/>
                    </a:ext>
                  </a:extLst>
                </p14:cNvPr>
                <p14:cNvContentPartPr/>
                <p14:nvPr/>
              </p14:nvContentPartPr>
              <p14:xfrm>
                <a:off x="319926" y="2506263"/>
                <a:ext cx="25920" cy="27792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532686CC-AE14-844B-782C-FB9AC27EE45F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02286" y="2488623"/>
                  <a:ext cx="61560" cy="31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07F84B3B-5DE3-744F-74BC-DEA6A7665AC0}"/>
                    </a:ext>
                  </a:extLst>
                </p14:cNvPr>
                <p14:cNvContentPartPr/>
                <p14:nvPr/>
              </p14:nvContentPartPr>
              <p14:xfrm>
                <a:off x="295446" y="2485383"/>
                <a:ext cx="210600" cy="33876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07F84B3B-5DE3-744F-74BC-DEA6A7665AC0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77446" y="2467743"/>
                  <a:ext cx="246240" cy="374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75FEEBC7-46E5-C304-78A2-87DC9D4E47B3}"/>
              </a:ext>
            </a:extLst>
          </p:cNvPr>
          <p:cNvGrpSpPr/>
          <p:nvPr/>
        </p:nvGrpSpPr>
        <p:grpSpPr>
          <a:xfrm>
            <a:off x="679566" y="2712903"/>
            <a:ext cx="188640" cy="154800"/>
            <a:chOff x="679566" y="2712903"/>
            <a:chExt cx="188640" cy="154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08F60C44-9BD6-6354-AC89-4FCEA90F2FEB}"/>
                    </a:ext>
                  </a:extLst>
                </p14:cNvPr>
                <p14:cNvContentPartPr/>
                <p14:nvPr/>
              </p14:nvContentPartPr>
              <p14:xfrm>
                <a:off x="701886" y="2712903"/>
                <a:ext cx="151920" cy="792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08F60C44-9BD6-6354-AC89-4FCEA90F2FEB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683886" y="2694903"/>
                  <a:ext cx="18756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30B9D004-3946-9F75-C430-35743586EECD}"/>
                    </a:ext>
                  </a:extLst>
                </p14:cNvPr>
                <p14:cNvContentPartPr/>
                <p14:nvPr/>
              </p14:nvContentPartPr>
              <p14:xfrm>
                <a:off x="679566" y="2811183"/>
                <a:ext cx="188640" cy="5652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30B9D004-3946-9F75-C430-35743586EECD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661926" y="2793183"/>
                  <a:ext cx="224280" cy="92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DD0E1EC3-388F-19F5-A87A-0DFDBDDF5DD8}"/>
              </a:ext>
            </a:extLst>
          </p:cNvPr>
          <p:cNvGrpSpPr/>
          <p:nvPr/>
        </p:nvGrpSpPr>
        <p:grpSpPr>
          <a:xfrm>
            <a:off x="2659206" y="3187383"/>
            <a:ext cx="575640" cy="346680"/>
            <a:chOff x="2659206" y="3187383"/>
            <a:chExt cx="575640" cy="346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EF7C4C28-8D23-0360-2F1D-69D8002A739C}"/>
                    </a:ext>
                  </a:extLst>
                </p14:cNvPr>
                <p14:cNvContentPartPr/>
                <p14:nvPr/>
              </p14:nvContentPartPr>
              <p14:xfrm>
                <a:off x="2659206" y="3187383"/>
                <a:ext cx="159120" cy="27396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EF7C4C28-8D23-0360-2F1D-69D8002A739C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641566" y="3169383"/>
                  <a:ext cx="194760" cy="30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0AC83026-902C-172C-59A5-6BB1B8B083FB}"/>
                    </a:ext>
                  </a:extLst>
                </p14:cNvPr>
                <p14:cNvContentPartPr/>
                <p14:nvPr/>
              </p14:nvContentPartPr>
              <p14:xfrm>
                <a:off x="2687286" y="3352623"/>
                <a:ext cx="147240" cy="2592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0AC83026-902C-172C-59A5-6BB1B8B083FB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669646" y="3334623"/>
                  <a:ext cx="18288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6FBE99BA-0711-F5B9-1106-ACCD5C572096}"/>
                    </a:ext>
                  </a:extLst>
                </p14:cNvPr>
                <p14:cNvContentPartPr/>
                <p14:nvPr/>
              </p14:nvContentPartPr>
              <p14:xfrm>
                <a:off x="2917326" y="3387183"/>
                <a:ext cx="123480" cy="12816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6FBE99BA-0711-F5B9-1106-ACCD5C572096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899326" y="3369543"/>
                  <a:ext cx="15912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25481745-2886-EECD-3D9F-E2E507751E2B}"/>
                    </a:ext>
                  </a:extLst>
                </p14:cNvPr>
                <p14:cNvContentPartPr/>
                <p14:nvPr/>
              </p14:nvContentPartPr>
              <p14:xfrm>
                <a:off x="3079686" y="3405903"/>
                <a:ext cx="155160" cy="12816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25481745-2886-EECD-3D9F-E2E507751E2B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061686" y="3388263"/>
                  <a:ext cx="190800" cy="163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31AA0B7C-904A-B635-28D3-46312F0E08FC}"/>
              </a:ext>
            </a:extLst>
          </p:cNvPr>
          <p:cNvGrpSpPr/>
          <p:nvPr/>
        </p:nvGrpSpPr>
        <p:grpSpPr>
          <a:xfrm>
            <a:off x="2684766" y="3792183"/>
            <a:ext cx="641880" cy="393480"/>
            <a:chOff x="2684766" y="3792183"/>
            <a:chExt cx="641880" cy="393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91DC238C-C36C-34B0-3F2E-2DCB38BBEDA9}"/>
                    </a:ext>
                  </a:extLst>
                </p14:cNvPr>
                <p14:cNvContentPartPr/>
                <p14:nvPr/>
              </p14:nvContentPartPr>
              <p14:xfrm>
                <a:off x="2684766" y="3792183"/>
                <a:ext cx="160560" cy="28044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91DC238C-C36C-34B0-3F2E-2DCB38BBEDA9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666766" y="3774543"/>
                  <a:ext cx="196200" cy="31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737F8FC6-2EB5-AC78-0C15-B9C1925DB3BD}"/>
                    </a:ext>
                  </a:extLst>
                </p14:cNvPr>
                <p14:cNvContentPartPr/>
                <p14:nvPr/>
              </p14:nvContentPartPr>
              <p14:xfrm>
                <a:off x="2721486" y="3966423"/>
                <a:ext cx="119880" cy="2844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737F8FC6-2EB5-AC78-0C15-B9C1925DB3BD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703486" y="3948423"/>
                  <a:ext cx="15552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163AF8AE-DCA3-2712-5CDF-721500F92D7B}"/>
                    </a:ext>
                  </a:extLst>
                </p14:cNvPr>
                <p14:cNvContentPartPr/>
                <p14:nvPr/>
              </p14:nvContentPartPr>
              <p14:xfrm>
                <a:off x="2930286" y="3986943"/>
                <a:ext cx="147960" cy="18360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163AF8AE-DCA3-2712-5CDF-721500F92D7B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912646" y="3969303"/>
                  <a:ext cx="18360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A1A9C0DC-4186-F367-EAA0-A612EFFAAFF6}"/>
                    </a:ext>
                  </a:extLst>
                </p14:cNvPr>
                <p14:cNvContentPartPr/>
                <p14:nvPr/>
              </p14:nvContentPartPr>
              <p14:xfrm>
                <a:off x="3132966" y="4013943"/>
                <a:ext cx="193680" cy="17172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A1A9C0DC-4186-F367-EAA0-A612EFFAAFF6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114966" y="3996303"/>
                  <a:ext cx="229320" cy="207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4A943576-3D23-49A1-A9A5-8EBD580C916A}"/>
                  </a:ext>
                </a:extLst>
              </p14:cNvPr>
              <p14:cNvContentPartPr/>
              <p14:nvPr/>
            </p14:nvContentPartPr>
            <p14:xfrm>
              <a:off x="3744246" y="3160383"/>
              <a:ext cx="168120" cy="286920"/>
            </p14:xfrm>
          </p:contentPart>
        </mc:Choice>
        <mc:Fallback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4A943576-3D23-49A1-A9A5-8EBD580C916A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3726606" y="3142743"/>
                <a:ext cx="203760" cy="32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77EB465A-7BF3-022D-7AA7-8FA1BD093A0A}"/>
                  </a:ext>
                </a:extLst>
              </p14:cNvPr>
              <p14:cNvContentPartPr/>
              <p14:nvPr/>
            </p14:nvContentPartPr>
            <p14:xfrm>
              <a:off x="3775926" y="3358743"/>
              <a:ext cx="143640" cy="29160"/>
            </p14:xfrm>
          </p:contentPart>
        </mc:Choice>
        <mc:Fallback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77EB465A-7BF3-022D-7AA7-8FA1BD093A0A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3758286" y="3340743"/>
                <a:ext cx="179280" cy="6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E27987E1-8AD0-456C-31A1-833C8B73AB55}"/>
                  </a:ext>
                </a:extLst>
              </p14:cNvPr>
              <p14:cNvContentPartPr/>
              <p14:nvPr/>
            </p14:nvContentPartPr>
            <p14:xfrm>
              <a:off x="4018926" y="3358743"/>
              <a:ext cx="167760" cy="151920"/>
            </p14:xfrm>
          </p:contentPart>
        </mc:Choice>
        <mc:Fallback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E27987E1-8AD0-456C-31A1-833C8B73AB55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4000926" y="3341103"/>
                <a:ext cx="203400" cy="18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1895A83E-FE11-34B8-2036-1AE2114A7D0E}"/>
                  </a:ext>
                </a:extLst>
              </p14:cNvPr>
              <p14:cNvContentPartPr/>
              <p14:nvPr/>
            </p14:nvContentPartPr>
            <p14:xfrm>
              <a:off x="4234206" y="3359823"/>
              <a:ext cx="140760" cy="187560"/>
            </p14:xfrm>
          </p:contentPart>
        </mc:Choice>
        <mc:Fallback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1895A83E-FE11-34B8-2036-1AE2114A7D0E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4216566" y="3341823"/>
                <a:ext cx="176400" cy="22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93" name="Ink 92">
                <a:extLst>
                  <a:ext uri="{FF2B5EF4-FFF2-40B4-BE49-F238E27FC236}">
                    <a16:creationId xmlns:a16="http://schemas.microsoft.com/office/drawing/2014/main" id="{68647927-DB93-EBB3-E9B4-BEC0D47765CB}"/>
                  </a:ext>
                </a:extLst>
              </p14:cNvPr>
              <p14:cNvContentPartPr/>
              <p14:nvPr/>
            </p14:nvContentPartPr>
            <p14:xfrm>
              <a:off x="3772326" y="3763023"/>
              <a:ext cx="194400" cy="299160"/>
            </p14:xfrm>
          </p:contentPart>
        </mc:Choice>
        <mc:Fallback>
          <p:pic>
            <p:nvPicPr>
              <p:cNvPr id="93" name="Ink 92">
                <a:extLst>
                  <a:ext uri="{FF2B5EF4-FFF2-40B4-BE49-F238E27FC236}">
                    <a16:creationId xmlns:a16="http://schemas.microsoft.com/office/drawing/2014/main" id="{68647927-DB93-EBB3-E9B4-BEC0D47765CB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3754326" y="3745023"/>
                <a:ext cx="230040" cy="33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94" name="Ink 93">
                <a:extLst>
                  <a:ext uri="{FF2B5EF4-FFF2-40B4-BE49-F238E27FC236}">
                    <a16:creationId xmlns:a16="http://schemas.microsoft.com/office/drawing/2014/main" id="{08BD209D-18BE-3CFC-C5DB-1467D5A57072}"/>
                  </a:ext>
                </a:extLst>
              </p14:cNvPr>
              <p14:cNvContentPartPr/>
              <p14:nvPr/>
            </p14:nvContentPartPr>
            <p14:xfrm>
              <a:off x="3780966" y="3955983"/>
              <a:ext cx="164520" cy="29520"/>
            </p14:xfrm>
          </p:contentPart>
        </mc:Choice>
        <mc:Fallback>
          <p:pic>
            <p:nvPicPr>
              <p:cNvPr id="94" name="Ink 93">
                <a:extLst>
                  <a:ext uri="{FF2B5EF4-FFF2-40B4-BE49-F238E27FC236}">
                    <a16:creationId xmlns:a16="http://schemas.microsoft.com/office/drawing/2014/main" id="{08BD209D-18BE-3CFC-C5DB-1467D5A57072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3762966" y="3938343"/>
                <a:ext cx="200160" cy="6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95" name="Ink 94">
                <a:extLst>
                  <a:ext uri="{FF2B5EF4-FFF2-40B4-BE49-F238E27FC236}">
                    <a16:creationId xmlns:a16="http://schemas.microsoft.com/office/drawing/2014/main" id="{9645888C-9436-80CE-D2A5-D4F858394346}"/>
                  </a:ext>
                </a:extLst>
              </p14:cNvPr>
              <p14:cNvContentPartPr/>
              <p14:nvPr/>
            </p14:nvContentPartPr>
            <p14:xfrm>
              <a:off x="4066806" y="3910623"/>
              <a:ext cx="143640" cy="211680"/>
            </p14:xfrm>
          </p:contentPart>
        </mc:Choice>
        <mc:Fallback>
          <p:pic>
            <p:nvPicPr>
              <p:cNvPr id="95" name="Ink 94">
                <a:extLst>
                  <a:ext uri="{FF2B5EF4-FFF2-40B4-BE49-F238E27FC236}">
                    <a16:creationId xmlns:a16="http://schemas.microsoft.com/office/drawing/2014/main" id="{9645888C-9436-80CE-D2A5-D4F858394346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4048806" y="3892983"/>
                <a:ext cx="179280" cy="24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96" name="Ink 95">
                <a:extLst>
                  <a:ext uri="{FF2B5EF4-FFF2-40B4-BE49-F238E27FC236}">
                    <a16:creationId xmlns:a16="http://schemas.microsoft.com/office/drawing/2014/main" id="{4FAED8F1-E49F-1528-B8E3-194A58F01437}"/>
                  </a:ext>
                </a:extLst>
              </p14:cNvPr>
              <p14:cNvContentPartPr/>
              <p14:nvPr/>
            </p14:nvContentPartPr>
            <p14:xfrm>
              <a:off x="4310166" y="3921783"/>
              <a:ext cx="153360" cy="226800"/>
            </p14:xfrm>
          </p:contentPart>
        </mc:Choice>
        <mc:Fallback>
          <p:pic>
            <p:nvPicPr>
              <p:cNvPr id="96" name="Ink 95">
                <a:extLst>
                  <a:ext uri="{FF2B5EF4-FFF2-40B4-BE49-F238E27FC236}">
                    <a16:creationId xmlns:a16="http://schemas.microsoft.com/office/drawing/2014/main" id="{4FAED8F1-E49F-1528-B8E3-194A58F01437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4292526" y="3904143"/>
                <a:ext cx="189000" cy="26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97" name="Ink 96">
                <a:extLst>
                  <a:ext uri="{FF2B5EF4-FFF2-40B4-BE49-F238E27FC236}">
                    <a16:creationId xmlns:a16="http://schemas.microsoft.com/office/drawing/2014/main" id="{133E9DB2-0F5E-D4DE-C6CE-6C6376CE6C0D}"/>
                  </a:ext>
                </a:extLst>
              </p14:cNvPr>
              <p14:cNvContentPartPr/>
              <p14:nvPr/>
            </p14:nvContentPartPr>
            <p14:xfrm>
              <a:off x="4278846" y="2292063"/>
              <a:ext cx="375120" cy="1999440"/>
            </p14:xfrm>
          </p:contentPart>
        </mc:Choice>
        <mc:Fallback>
          <p:pic>
            <p:nvPicPr>
              <p:cNvPr id="97" name="Ink 96">
                <a:extLst>
                  <a:ext uri="{FF2B5EF4-FFF2-40B4-BE49-F238E27FC236}">
                    <a16:creationId xmlns:a16="http://schemas.microsoft.com/office/drawing/2014/main" id="{133E9DB2-0F5E-D4DE-C6CE-6C6376CE6C0D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4261206" y="2274063"/>
                <a:ext cx="410760" cy="2035080"/>
              </a:xfrm>
              <a:prstGeom prst="rect">
                <a:avLst/>
              </a:prstGeom>
            </p:spPr>
          </p:pic>
        </mc:Fallback>
      </mc:AlternateContent>
      <p:grpSp>
        <p:nvGrpSpPr>
          <p:cNvPr id="115" name="Group 114">
            <a:extLst>
              <a:ext uri="{FF2B5EF4-FFF2-40B4-BE49-F238E27FC236}">
                <a16:creationId xmlns:a16="http://schemas.microsoft.com/office/drawing/2014/main" id="{C11B5FD1-DA21-86B4-45FC-1D4C67B8369F}"/>
              </a:ext>
            </a:extLst>
          </p:cNvPr>
          <p:cNvGrpSpPr/>
          <p:nvPr/>
        </p:nvGrpSpPr>
        <p:grpSpPr>
          <a:xfrm>
            <a:off x="312006" y="4651863"/>
            <a:ext cx="642960" cy="473760"/>
            <a:chOff x="312006" y="4651863"/>
            <a:chExt cx="642960" cy="473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B5FD6272-BB15-C7D4-B5FA-B7A89D431F06}"/>
                    </a:ext>
                  </a:extLst>
                </p14:cNvPr>
                <p14:cNvContentPartPr/>
                <p14:nvPr/>
              </p14:nvContentPartPr>
              <p14:xfrm>
                <a:off x="326046" y="4860663"/>
                <a:ext cx="6120" cy="26496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B5FD6272-BB15-C7D4-B5FA-B7A89D431F06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308046" y="4842663"/>
                  <a:ext cx="41760" cy="30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0BECBCE4-48B0-2393-D43A-072213956A7A}"/>
                    </a:ext>
                  </a:extLst>
                </p14:cNvPr>
                <p14:cNvContentPartPr/>
                <p14:nvPr/>
              </p14:nvContentPartPr>
              <p14:xfrm>
                <a:off x="312006" y="4843023"/>
                <a:ext cx="206640" cy="27612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0BECBCE4-48B0-2393-D43A-072213956A7A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294006" y="4825383"/>
                  <a:ext cx="242280" cy="31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B758A29E-D588-57D9-F739-66E906A92253}"/>
                    </a:ext>
                  </a:extLst>
                </p14:cNvPr>
                <p14:cNvContentPartPr/>
                <p14:nvPr/>
              </p14:nvContentPartPr>
              <p14:xfrm>
                <a:off x="559686" y="4651863"/>
                <a:ext cx="12960" cy="15588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B758A29E-D588-57D9-F739-66E906A92253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542046" y="4633863"/>
                  <a:ext cx="4860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6734FB45-E1A1-6D43-4001-552F2FBFBBFF}"/>
                    </a:ext>
                  </a:extLst>
                </p14:cNvPr>
                <p14:cNvContentPartPr/>
                <p14:nvPr/>
              </p14:nvContentPartPr>
              <p14:xfrm>
                <a:off x="741846" y="4971543"/>
                <a:ext cx="91440" cy="1296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6734FB45-E1A1-6D43-4001-552F2FBFBBFF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724206" y="4953903"/>
                  <a:ext cx="12708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3D799070-7C02-F33A-122A-4D4FC0280391}"/>
                    </a:ext>
                  </a:extLst>
                </p14:cNvPr>
                <p14:cNvContentPartPr/>
                <p14:nvPr/>
              </p14:nvContentPartPr>
              <p14:xfrm>
                <a:off x="738606" y="5042463"/>
                <a:ext cx="216360" cy="2232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3D799070-7C02-F33A-122A-4D4FC0280391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720606" y="5024463"/>
                  <a:ext cx="252000" cy="57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F758A049-29F7-1BC9-26AB-0BB6254D141E}"/>
              </a:ext>
            </a:extLst>
          </p:cNvPr>
          <p:cNvGrpSpPr/>
          <p:nvPr/>
        </p:nvGrpSpPr>
        <p:grpSpPr>
          <a:xfrm>
            <a:off x="1217406" y="4831863"/>
            <a:ext cx="774360" cy="650520"/>
            <a:chOff x="1217406" y="4831863"/>
            <a:chExt cx="774360" cy="650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78459A7C-A988-01D8-874A-093AFD5BF18F}"/>
                    </a:ext>
                  </a:extLst>
                </p14:cNvPr>
                <p14:cNvContentPartPr/>
                <p14:nvPr/>
              </p14:nvContentPartPr>
              <p14:xfrm>
                <a:off x="1217406" y="4953183"/>
                <a:ext cx="168480" cy="17820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78459A7C-A988-01D8-874A-093AFD5BF18F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199766" y="4935183"/>
                  <a:ext cx="20412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05AF4DFF-9A77-22F3-62B8-D6EAC4084086}"/>
                    </a:ext>
                  </a:extLst>
                </p14:cNvPr>
                <p14:cNvContentPartPr/>
                <p14:nvPr/>
              </p14:nvContentPartPr>
              <p14:xfrm>
                <a:off x="1397766" y="4831863"/>
                <a:ext cx="223920" cy="31320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05AF4DFF-9A77-22F3-62B8-D6EAC4084086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379766" y="4813863"/>
                  <a:ext cx="259560" cy="34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F7723963-CB14-7792-4EF1-069CD0CA0620}"/>
                    </a:ext>
                  </a:extLst>
                </p14:cNvPr>
                <p14:cNvContentPartPr/>
                <p14:nvPr/>
              </p14:nvContentPartPr>
              <p14:xfrm>
                <a:off x="1523766" y="4974783"/>
                <a:ext cx="183600" cy="50760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F7723963-CB14-7792-4EF1-069CD0CA0620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506126" y="4956783"/>
                  <a:ext cx="219240" cy="54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A412C3BF-0B4E-63C7-2100-5A26DDFA98BF}"/>
                    </a:ext>
                  </a:extLst>
                </p14:cNvPr>
                <p14:cNvContentPartPr/>
                <p14:nvPr/>
              </p14:nvContentPartPr>
              <p14:xfrm>
                <a:off x="1689006" y="4844823"/>
                <a:ext cx="16560" cy="7452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A412C3BF-0B4E-63C7-2100-5A26DDFA98BF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671006" y="4826823"/>
                  <a:ext cx="5220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B83B2D09-2F21-9195-2CAF-5B574C58BC8A}"/>
                    </a:ext>
                  </a:extLst>
                </p14:cNvPr>
                <p14:cNvContentPartPr/>
                <p14:nvPr/>
              </p14:nvContentPartPr>
              <p14:xfrm>
                <a:off x="1900686" y="4916463"/>
                <a:ext cx="7560" cy="1584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B83B2D09-2F21-9195-2CAF-5B574C58BC8A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882686" y="4898823"/>
                  <a:ext cx="4320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EE1DE20D-8197-B46F-E5DA-9E645EC12E4B}"/>
                    </a:ext>
                  </a:extLst>
                </p14:cNvPr>
                <p14:cNvContentPartPr/>
                <p14:nvPr/>
              </p14:nvContentPartPr>
              <p14:xfrm>
                <a:off x="1814286" y="4832223"/>
                <a:ext cx="177480" cy="32796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EE1DE20D-8197-B46F-E5DA-9E645EC12E4B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796646" y="4814583"/>
                  <a:ext cx="213120" cy="36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277F9F6A-C337-D008-66DC-CFAD2271B6DD}"/>
                    </a:ext>
                  </a:extLst>
                </p14:cNvPr>
                <p14:cNvContentPartPr/>
                <p14:nvPr/>
              </p14:nvContentPartPr>
              <p14:xfrm>
                <a:off x="1853886" y="5003223"/>
                <a:ext cx="120240" cy="2052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277F9F6A-C337-D008-66DC-CFAD2271B6DD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835886" y="4985583"/>
                  <a:ext cx="155880" cy="56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330AE5AF-5DE1-53E0-A9DB-DCDD83DC0BBC}"/>
              </a:ext>
            </a:extLst>
          </p:cNvPr>
          <p:cNvGrpSpPr/>
          <p:nvPr/>
        </p:nvGrpSpPr>
        <p:grpSpPr>
          <a:xfrm>
            <a:off x="2182566" y="4964703"/>
            <a:ext cx="157320" cy="111600"/>
            <a:chOff x="2182566" y="4964703"/>
            <a:chExt cx="157320" cy="111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11106BA1-6B85-243C-0723-84714D109B11}"/>
                    </a:ext>
                  </a:extLst>
                </p14:cNvPr>
                <p14:cNvContentPartPr/>
                <p14:nvPr/>
              </p14:nvContentPartPr>
              <p14:xfrm>
                <a:off x="2211366" y="4964703"/>
                <a:ext cx="75600" cy="936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11106BA1-6B85-243C-0723-84714D109B11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2193366" y="4947063"/>
                  <a:ext cx="11124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08FC1350-FC5D-EF31-4716-4BBAF4BED3D1}"/>
                    </a:ext>
                  </a:extLst>
                </p14:cNvPr>
                <p14:cNvContentPartPr/>
                <p14:nvPr/>
              </p14:nvContentPartPr>
              <p14:xfrm>
                <a:off x="2182566" y="5044263"/>
                <a:ext cx="157320" cy="3204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08FC1350-FC5D-EF31-4716-4BBAF4BED3D1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2164566" y="5026263"/>
                  <a:ext cx="192960" cy="67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8" name="Group 167">
            <a:extLst>
              <a:ext uri="{FF2B5EF4-FFF2-40B4-BE49-F238E27FC236}">
                <a16:creationId xmlns:a16="http://schemas.microsoft.com/office/drawing/2014/main" id="{1AF8F748-ED31-2CBA-2905-082FCD419683}"/>
              </a:ext>
            </a:extLst>
          </p:cNvPr>
          <p:cNvGrpSpPr/>
          <p:nvPr/>
        </p:nvGrpSpPr>
        <p:grpSpPr>
          <a:xfrm>
            <a:off x="2551206" y="4433703"/>
            <a:ext cx="1160640" cy="2088360"/>
            <a:chOff x="2551206" y="4433703"/>
            <a:chExt cx="1160640" cy="2088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BF2DFDCA-EC86-D205-68C7-936F7BC9D277}"/>
                    </a:ext>
                  </a:extLst>
                </p14:cNvPr>
                <p14:cNvContentPartPr/>
                <p14:nvPr/>
              </p14:nvContentPartPr>
              <p14:xfrm>
                <a:off x="2551206" y="4433703"/>
                <a:ext cx="451800" cy="208836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BF2DFDCA-EC86-D205-68C7-936F7BC9D277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2533566" y="4415703"/>
                  <a:ext cx="487440" cy="212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A860CCAE-AEB2-5CD0-525A-B998DDB872C5}"/>
                    </a:ext>
                  </a:extLst>
                </p14:cNvPr>
                <p14:cNvContentPartPr/>
                <p14:nvPr/>
              </p14:nvContentPartPr>
              <p14:xfrm>
                <a:off x="3181566" y="4679943"/>
                <a:ext cx="178560" cy="33804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A860CCAE-AEB2-5CD0-525A-B998DDB872C5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3163566" y="4661943"/>
                  <a:ext cx="214200" cy="37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A17118AA-D5BD-E18A-3950-622670C15C2A}"/>
                    </a:ext>
                  </a:extLst>
                </p14:cNvPr>
                <p14:cNvContentPartPr/>
                <p14:nvPr/>
              </p14:nvContentPartPr>
              <p14:xfrm>
                <a:off x="3200646" y="4870023"/>
                <a:ext cx="160920" cy="3240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A17118AA-D5BD-E18A-3950-622670C15C2A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3182646" y="4852383"/>
                  <a:ext cx="19656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893E01E2-E211-D030-25D3-C8C5FBC89737}"/>
                    </a:ext>
                  </a:extLst>
                </p14:cNvPr>
                <p14:cNvContentPartPr/>
                <p14:nvPr/>
              </p14:nvContentPartPr>
              <p14:xfrm>
                <a:off x="3491526" y="4900263"/>
                <a:ext cx="15120" cy="13536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893E01E2-E211-D030-25D3-C8C5FBC89737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3473886" y="4882263"/>
                  <a:ext cx="5076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B38BE89C-0274-164B-89AB-B35B67A3A47F}"/>
                    </a:ext>
                  </a:extLst>
                </p14:cNvPr>
                <p14:cNvContentPartPr/>
                <p14:nvPr/>
              </p14:nvContentPartPr>
              <p14:xfrm>
                <a:off x="3630486" y="4911783"/>
                <a:ext cx="10800" cy="21024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B38BE89C-0274-164B-89AB-B35B67A3A47F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3612846" y="4893783"/>
                  <a:ext cx="46440" cy="24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876444FF-972A-8958-92C5-F7627ACA91AA}"/>
                    </a:ext>
                  </a:extLst>
                </p14:cNvPr>
                <p14:cNvContentPartPr/>
                <p14:nvPr/>
              </p14:nvContentPartPr>
              <p14:xfrm>
                <a:off x="3158886" y="5376903"/>
                <a:ext cx="142920" cy="25092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876444FF-972A-8958-92C5-F7627ACA91AA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3141246" y="5358903"/>
                  <a:ext cx="178560" cy="28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0CE07F02-F36A-9C06-0938-8FF624356D21}"/>
                    </a:ext>
                  </a:extLst>
                </p14:cNvPr>
                <p14:cNvContentPartPr/>
                <p14:nvPr/>
              </p14:nvContentPartPr>
              <p14:xfrm>
                <a:off x="3166086" y="5527383"/>
                <a:ext cx="145080" cy="2916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0CE07F02-F36A-9C06-0938-8FF624356D21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3148446" y="5509743"/>
                  <a:ext cx="18072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B2EFC30F-3B84-3437-A5A3-6439E2E3D56E}"/>
                    </a:ext>
                  </a:extLst>
                </p14:cNvPr>
                <p14:cNvContentPartPr/>
                <p14:nvPr/>
              </p14:nvContentPartPr>
              <p14:xfrm>
                <a:off x="3407286" y="5548983"/>
                <a:ext cx="3240" cy="17172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B2EFC30F-3B84-3437-A5A3-6439E2E3D56E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3389646" y="5530983"/>
                  <a:ext cx="3888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4A0C1D86-F33F-B3DC-4AB5-30C0DFFDCDB0}"/>
                    </a:ext>
                  </a:extLst>
                </p14:cNvPr>
                <p14:cNvContentPartPr/>
                <p14:nvPr/>
              </p14:nvContentPartPr>
              <p14:xfrm>
                <a:off x="3482526" y="5563743"/>
                <a:ext cx="229320" cy="17856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4A0C1D86-F33F-B3DC-4AB5-30C0DFFDCDB0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3464886" y="5545743"/>
                  <a:ext cx="26496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DBAB1F4D-B77B-11F2-D956-92E01B2D9049}"/>
                    </a:ext>
                  </a:extLst>
                </p14:cNvPr>
                <p14:cNvContentPartPr/>
                <p14:nvPr/>
              </p14:nvContentPartPr>
              <p14:xfrm>
                <a:off x="3114966" y="5993223"/>
                <a:ext cx="155160" cy="29124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DBAB1F4D-B77B-11F2-D956-92E01B2D9049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3097326" y="5975583"/>
                  <a:ext cx="190800" cy="32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8A6C4D50-6EBB-5023-88E8-DCFAABF505B0}"/>
                    </a:ext>
                  </a:extLst>
                </p14:cNvPr>
                <p14:cNvContentPartPr/>
                <p14:nvPr/>
              </p14:nvContentPartPr>
              <p14:xfrm>
                <a:off x="3135846" y="6178623"/>
                <a:ext cx="139680" cy="3564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8A6C4D50-6EBB-5023-88E8-DCFAABF505B0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3117846" y="6160983"/>
                  <a:ext cx="17532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7B121874-320D-A4DC-3981-ADB92A0BFAD0}"/>
                    </a:ext>
                  </a:extLst>
                </p14:cNvPr>
                <p14:cNvContentPartPr/>
                <p14:nvPr/>
              </p14:nvContentPartPr>
              <p14:xfrm>
                <a:off x="3386046" y="6189063"/>
                <a:ext cx="8280" cy="19440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7B121874-320D-A4DC-3981-ADB92A0BFAD0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3368406" y="6171423"/>
                  <a:ext cx="4392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60AE58E7-1130-4C55-E4C1-9FADCCDED546}"/>
                    </a:ext>
                  </a:extLst>
                </p14:cNvPr>
                <p14:cNvContentPartPr/>
                <p14:nvPr/>
              </p14:nvContentPartPr>
              <p14:xfrm>
                <a:off x="3517446" y="6172503"/>
                <a:ext cx="140760" cy="21168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60AE58E7-1130-4C55-E4C1-9FADCCDED546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3499446" y="6154863"/>
                  <a:ext cx="176400" cy="247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5" name="Group 164">
            <a:extLst>
              <a:ext uri="{FF2B5EF4-FFF2-40B4-BE49-F238E27FC236}">
                <a16:creationId xmlns:a16="http://schemas.microsoft.com/office/drawing/2014/main" id="{72C30E27-3EC1-B457-F218-72DD0CC45DE2}"/>
              </a:ext>
            </a:extLst>
          </p:cNvPr>
          <p:cNvGrpSpPr/>
          <p:nvPr/>
        </p:nvGrpSpPr>
        <p:grpSpPr>
          <a:xfrm>
            <a:off x="4305846" y="4720263"/>
            <a:ext cx="491040" cy="411480"/>
            <a:chOff x="4305846" y="4720263"/>
            <a:chExt cx="491040" cy="411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3398BFB9-2073-6027-59AB-05DCBC76AFC7}"/>
                    </a:ext>
                  </a:extLst>
                </p14:cNvPr>
                <p14:cNvContentPartPr/>
                <p14:nvPr/>
              </p14:nvContentPartPr>
              <p14:xfrm>
                <a:off x="4305846" y="4720263"/>
                <a:ext cx="168120" cy="28080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3398BFB9-2073-6027-59AB-05DCBC76AFC7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4287846" y="4702263"/>
                  <a:ext cx="203760" cy="31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BC9074E5-3EE8-2F06-496B-382FCAEACAA8}"/>
                    </a:ext>
                  </a:extLst>
                </p14:cNvPr>
                <p14:cNvContentPartPr/>
                <p14:nvPr/>
              </p14:nvContentPartPr>
              <p14:xfrm>
                <a:off x="4313766" y="4926903"/>
                <a:ext cx="135720" cy="1980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BC9074E5-3EE8-2F06-496B-382FCAEACAA8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4295766" y="4909263"/>
                  <a:ext cx="17136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A1AB1E45-499B-8676-03C0-707404F5E3B5}"/>
                    </a:ext>
                  </a:extLst>
                </p14:cNvPr>
                <p14:cNvContentPartPr/>
                <p14:nvPr/>
              </p14:nvContentPartPr>
              <p14:xfrm>
                <a:off x="4538046" y="4940223"/>
                <a:ext cx="129600" cy="10476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A1AB1E45-499B-8676-03C0-707404F5E3B5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4520046" y="4922223"/>
                  <a:ext cx="16524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B7F3E3DA-2759-D90E-0E62-86D2F1D96A0B}"/>
                    </a:ext>
                  </a:extLst>
                </p14:cNvPr>
                <p14:cNvContentPartPr/>
                <p14:nvPr/>
              </p14:nvContentPartPr>
              <p14:xfrm>
                <a:off x="4782126" y="4924383"/>
                <a:ext cx="14760" cy="20736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B7F3E3DA-2759-D90E-0E62-86D2F1D96A0B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4764486" y="4906383"/>
                  <a:ext cx="50400" cy="243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4" name="Group 163">
            <a:extLst>
              <a:ext uri="{FF2B5EF4-FFF2-40B4-BE49-F238E27FC236}">
                <a16:creationId xmlns:a16="http://schemas.microsoft.com/office/drawing/2014/main" id="{6F0B30E2-91B5-A2B2-3FDB-094FA138814F}"/>
              </a:ext>
            </a:extLst>
          </p:cNvPr>
          <p:cNvGrpSpPr/>
          <p:nvPr/>
        </p:nvGrpSpPr>
        <p:grpSpPr>
          <a:xfrm>
            <a:off x="4237806" y="5446023"/>
            <a:ext cx="569160" cy="329040"/>
            <a:chOff x="4237806" y="5446023"/>
            <a:chExt cx="569160" cy="329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A9C68167-587F-6CA6-A0D7-305FD50DCFD7}"/>
                    </a:ext>
                  </a:extLst>
                </p14:cNvPr>
                <p14:cNvContentPartPr/>
                <p14:nvPr/>
              </p14:nvContentPartPr>
              <p14:xfrm>
                <a:off x="4237806" y="5446023"/>
                <a:ext cx="141840" cy="27792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A9C68167-587F-6CA6-A0D7-305FD50DCFD7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4220166" y="5428023"/>
                  <a:ext cx="177480" cy="31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AB8540F0-63D9-1E06-38B7-91E8B9C8CC2E}"/>
                    </a:ext>
                  </a:extLst>
                </p14:cNvPr>
                <p14:cNvContentPartPr/>
                <p14:nvPr/>
              </p14:nvContentPartPr>
              <p14:xfrm>
                <a:off x="4262646" y="5612343"/>
                <a:ext cx="126000" cy="4320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AB8540F0-63D9-1E06-38B7-91E8B9C8CC2E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4244646" y="5594703"/>
                  <a:ext cx="16164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84660D7A-5BC4-F949-9411-63F6348B805A}"/>
                    </a:ext>
                  </a:extLst>
                </p14:cNvPr>
                <p14:cNvContentPartPr/>
                <p14:nvPr/>
              </p14:nvContentPartPr>
              <p14:xfrm>
                <a:off x="4413126" y="5630343"/>
                <a:ext cx="122400" cy="14472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84660D7A-5BC4-F949-9411-63F6348B805A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4395126" y="5612343"/>
                  <a:ext cx="15804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8DDBC01A-A7AC-3DBB-79FF-4ED18FE8AA4E}"/>
                    </a:ext>
                  </a:extLst>
                </p14:cNvPr>
                <p14:cNvContentPartPr/>
                <p14:nvPr/>
              </p14:nvContentPartPr>
              <p14:xfrm>
                <a:off x="4629486" y="5633943"/>
                <a:ext cx="177480" cy="13608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8DDBC01A-A7AC-3DBB-79FF-4ED18FE8AA4E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4611846" y="5615943"/>
                  <a:ext cx="213120" cy="171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3" name="Group 162">
            <a:extLst>
              <a:ext uri="{FF2B5EF4-FFF2-40B4-BE49-F238E27FC236}">
                <a16:creationId xmlns:a16="http://schemas.microsoft.com/office/drawing/2014/main" id="{000AD922-ED66-1315-514B-F8A922B1B69A}"/>
              </a:ext>
            </a:extLst>
          </p:cNvPr>
          <p:cNvGrpSpPr/>
          <p:nvPr/>
        </p:nvGrpSpPr>
        <p:grpSpPr>
          <a:xfrm>
            <a:off x="4313046" y="6119583"/>
            <a:ext cx="625320" cy="360000"/>
            <a:chOff x="4313046" y="6119583"/>
            <a:chExt cx="625320" cy="360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8CA864C7-18B0-1BE9-0D86-8E8DB9AD294D}"/>
                    </a:ext>
                  </a:extLst>
                </p14:cNvPr>
                <p14:cNvContentPartPr/>
                <p14:nvPr/>
              </p14:nvContentPartPr>
              <p14:xfrm>
                <a:off x="4313046" y="6119583"/>
                <a:ext cx="185040" cy="28296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8CA864C7-18B0-1BE9-0D86-8E8DB9AD294D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4295406" y="6101943"/>
                  <a:ext cx="220680" cy="31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6F9EC70E-B460-B115-0DC7-F68E8EA1C231}"/>
                    </a:ext>
                  </a:extLst>
                </p14:cNvPr>
                <p14:cNvContentPartPr/>
                <p14:nvPr/>
              </p14:nvContentPartPr>
              <p14:xfrm>
                <a:off x="4383246" y="6274023"/>
                <a:ext cx="156600" cy="3456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6F9EC70E-B460-B115-0DC7-F68E8EA1C231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4365606" y="6256023"/>
                  <a:ext cx="19224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50FF4804-DB5B-32ED-96A7-8F0AAB219ED4}"/>
                    </a:ext>
                  </a:extLst>
                </p14:cNvPr>
                <p14:cNvContentPartPr/>
                <p14:nvPr/>
              </p14:nvContentPartPr>
              <p14:xfrm>
                <a:off x="4614366" y="6307863"/>
                <a:ext cx="128880" cy="15948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50FF4804-DB5B-32ED-96A7-8F0AAB219ED4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4596366" y="6290223"/>
                  <a:ext cx="16452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A47B730E-49B9-C084-B107-A69C092C7CED}"/>
                    </a:ext>
                  </a:extLst>
                </p14:cNvPr>
                <p14:cNvContentPartPr/>
                <p14:nvPr/>
              </p14:nvContentPartPr>
              <p14:xfrm>
                <a:off x="4833966" y="6270063"/>
                <a:ext cx="104400" cy="20952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A47B730E-49B9-C084-B107-A69C092C7CED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4815966" y="6252063"/>
                  <a:ext cx="140040" cy="245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2" name="Group 161">
            <a:extLst>
              <a:ext uri="{FF2B5EF4-FFF2-40B4-BE49-F238E27FC236}">
                <a16:creationId xmlns:a16="http://schemas.microsoft.com/office/drawing/2014/main" id="{F3C797FC-0B71-1522-1584-13D35FC1B64E}"/>
              </a:ext>
            </a:extLst>
          </p:cNvPr>
          <p:cNvGrpSpPr/>
          <p:nvPr/>
        </p:nvGrpSpPr>
        <p:grpSpPr>
          <a:xfrm>
            <a:off x="5227446" y="4586343"/>
            <a:ext cx="1054080" cy="1995120"/>
            <a:chOff x="5227446" y="4586343"/>
            <a:chExt cx="1054080" cy="1995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68006BFF-CB4E-41CE-17CF-ABC3151B7595}"/>
                    </a:ext>
                  </a:extLst>
                </p14:cNvPr>
                <p14:cNvContentPartPr/>
                <p14:nvPr/>
              </p14:nvContentPartPr>
              <p14:xfrm>
                <a:off x="5227446" y="4728183"/>
                <a:ext cx="99360" cy="32976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68006BFF-CB4E-41CE-17CF-ABC3151B7595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5209446" y="4710183"/>
                  <a:ext cx="135000" cy="36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F973ED6E-7BE9-A463-B109-FFE5DD9B84EE}"/>
                    </a:ext>
                  </a:extLst>
                </p14:cNvPr>
                <p14:cNvContentPartPr/>
                <p14:nvPr/>
              </p14:nvContentPartPr>
              <p14:xfrm>
                <a:off x="5287566" y="4709463"/>
                <a:ext cx="139680" cy="30456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F973ED6E-7BE9-A463-B109-FFE5DD9B84EE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5269926" y="4691823"/>
                  <a:ext cx="175320" cy="34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867E2CAA-E71A-F798-BD5A-1813DB68EE19}"/>
                    </a:ext>
                  </a:extLst>
                </p14:cNvPr>
                <p14:cNvContentPartPr/>
                <p14:nvPr/>
              </p14:nvContentPartPr>
              <p14:xfrm>
                <a:off x="5238246" y="4919703"/>
                <a:ext cx="141480" cy="2160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867E2CAA-E71A-F798-BD5A-1813DB68EE19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5220606" y="4901703"/>
                  <a:ext cx="17712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C286A4FA-B794-72E2-1326-113B411FA668}"/>
                    </a:ext>
                  </a:extLst>
                </p14:cNvPr>
                <p14:cNvContentPartPr/>
                <p14:nvPr/>
              </p14:nvContentPartPr>
              <p14:xfrm>
                <a:off x="5479446" y="4900263"/>
                <a:ext cx="114120" cy="18648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C286A4FA-B794-72E2-1326-113B411FA668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5461446" y="4882263"/>
                  <a:ext cx="14976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1509FDDF-9982-D1EC-C0B0-3155E9E8F852}"/>
                    </a:ext>
                  </a:extLst>
                </p14:cNvPr>
                <p14:cNvContentPartPr/>
                <p14:nvPr/>
              </p14:nvContentPartPr>
              <p14:xfrm>
                <a:off x="5708406" y="4938063"/>
                <a:ext cx="25920" cy="22608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1509FDDF-9982-D1EC-C0B0-3155E9E8F852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5690406" y="4920063"/>
                  <a:ext cx="6156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5AD6577A-28DB-A921-60D0-01E3BC367D88}"/>
                    </a:ext>
                  </a:extLst>
                </p14:cNvPr>
                <p14:cNvContentPartPr/>
                <p14:nvPr/>
              </p14:nvContentPartPr>
              <p14:xfrm>
                <a:off x="5273166" y="5429463"/>
                <a:ext cx="161280" cy="32112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5AD6577A-28DB-A921-60D0-01E3BC367D88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5255166" y="5411823"/>
                  <a:ext cx="196920" cy="35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6E8BEFE5-8510-DE9A-C5FF-9BD4987CE7A3}"/>
                    </a:ext>
                  </a:extLst>
                </p14:cNvPr>
                <p14:cNvContentPartPr/>
                <p14:nvPr/>
              </p14:nvContentPartPr>
              <p14:xfrm>
                <a:off x="5293686" y="5662383"/>
                <a:ext cx="132120" cy="3132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6E8BEFE5-8510-DE9A-C5FF-9BD4987CE7A3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5276046" y="5644743"/>
                  <a:ext cx="16776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77B91738-2A45-5D0B-203E-AB5DF4AEED4D}"/>
                    </a:ext>
                  </a:extLst>
                </p14:cNvPr>
                <p14:cNvContentPartPr/>
                <p14:nvPr/>
              </p14:nvContentPartPr>
              <p14:xfrm>
                <a:off x="5510406" y="5682543"/>
                <a:ext cx="68760" cy="15120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77B91738-2A45-5D0B-203E-AB5DF4AEED4D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5492766" y="5664903"/>
                  <a:ext cx="10440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CBA8958F-372B-59E4-7C23-C34DB17A3400}"/>
                    </a:ext>
                  </a:extLst>
                </p14:cNvPr>
                <p14:cNvContentPartPr/>
                <p14:nvPr/>
              </p14:nvContentPartPr>
              <p14:xfrm>
                <a:off x="5653326" y="5689383"/>
                <a:ext cx="219600" cy="14256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CBA8958F-372B-59E4-7C23-C34DB17A3400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5635326" y="5671383"/>
                  <a:ext cx="25524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6E1BF4C1-9CC2-AEEA-9C8D-17AB80AA5592}"/>
                    </a:ext>
                  </a:extLst>
                </p14:cNvPr>
                <p14:cNvContentPartPr/>
                <p14:nvPr/>
              </p14:nvContentPartPr>
              <p14:xfrm>
                <a:off x="5360286" y="6151983"/>
                <a:ext cx="162720" cy="33048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6E1BF4C1-9CC2-AEEA-9C8D-17AB80AA5592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5342646" y="6133983"/>
                  <a:ext cx="198360" cy="36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F862CCC2-3999-7CD5-C3B0-A1A517334D6D}"/>
                    </a:ext>
                  </a:extLst>
                </p14:cNvPr>
                <p14:cNvContentPartPr/>
                <p14:nvPr/>
              </p14:nvContentPartPr>
              <p14:xfrm>
                <a:off x="5390166" y="6334863"/>
                <a:ext cx="159120" cy="5148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F862CCC2-3999-7CD5-C3B0-A1A517334D6D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5372526" y="6317223"/>
                  <a:ext cx="19476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0C9819BD-F1A4-2DE8-BE06-CCBF3F7283DB}"/>
                    </a:ext>
                  </a:extLst>
                </p14:cNvPr>
                <p14:cNvContentPartPr/>
                <p14:nvPr/>
              </p14:nvContentPartPr>
              <p14:xfrm>
                <a:off x="5621646" y="6299583"/>
                <a:ext cx="100440" cy="22248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0C9819BD-F1A4-2DE8-BE06-CCBF3F7283DB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5603646" y="6281943"/>
                  <a:ext cx="136080" cy="25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29ED54EA-FF1B-60C3-11C1-DC1645C3B81A}"/>
                    </a:ext>
                  </a:extLst>
                </p14:cNvPr>
                <p14:cNvContentPartPr/>
                <p14:nvPr/>
              </p14:nvContentPartPr>
              <p14:xfrm>
                <a:off x="5817126" y="6303543"/>
                <a:ext cx="105120" cy="22968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29ED54EA-FF1B-60C3-11C1-DC1645C3B81A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5799486" y="6285543"/>
                  <a:ext cx="140760" cy="26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4AA893E9-5DD4-68D6-B820-7FAA181A11C4}"/>
                    </a:ext>
                  </a:extLst>
                </p14:cNvPr>
                <p14:cNvContentPartPr/>
                <p14:nvPr/>
              </p14:nvContentPartPr>
              <p14:xfrm>
                <a:off x="5860326" y="4586343"/>
                <a:ext cx="421200" cy="199512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4AA893E9-5DD4-68D6-B820-7FAA181A11C4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5842326" y="4568703"/>
                  <a:ext cx="456840" cy="2030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7" name="Group 176">
            <a:extLst>
              <a:ext uri="{FF2B5EF4-FFF2-40B4-BE49-F238E27FC236}">
                <a16:creationId xmlns:a16="http://schemas.microsoft.com/office/drawing/2014/main" id="{084D57D8-EDC1-FD77-30D3-EC70DE019F0D}"/>
              </a:ext>
            </a:extLst>
          </p:cNvPr>
          <p:cNvGrpSpPr/>
          <p:nvPr/>
        </p:nvGrpSpPr>
        <p:grpSpPr>
          <a:xfrm>
            <a:off x="1415046" y="2305743"/>
            <a:ext cx="838080" cy="1949040"/>
            <a:chOff x="1415046" y="2305743"/>
            <a:chExt cx="838080" cy="1949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05703D35-F073-F347-FBD2-5D4626C3D9EF}"/>
                    </a:ext>
                  </a:extLst>
                </p14:cNvPr>
                <p14:cNvContentPartPr/>
                <p14:nvPr/>
              </p14:nvContentPartPr>
              <p14:xfrm>
                <a:off x="1415046" y="2305743"/>
                <a:ext cx="629280" cy="194904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05703D35-F073-F347-FBD2-5D4626C3D9EF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1397406" y="2288103"/>
                  <a:ext cx="664920" cy="19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4C387796-4568-F60C-6B4B-169BF3601656}"/>
                    </a:ext>
                  </a:extLst>
                </p14:cNvPr>
                <p14:cNvContentPartPr/>
                <p14:nvPr/>
              </p14:nvContentPartPr>
              <p14:xfrm>
                <a:off x="1711686" y="2420943"/>
                <a:ext cx="138960" cy="33192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4C387796-4568-F60C-6B4B-169BF3601656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1694046" y="2402943"/>
                  <a:ext cx="174600" cy="36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ECCF12A5-FE34-11E6-A941-752B8602A8F2}"/>
                    </a:ext>
                  </a:extLst>
                </p14:cNvPr>
                <p14:cNvContentPartPr/>
                <p14:nvPr/>
              </p14:nvContentPartPr>
              <p14:xfrm>
                <a:off x="1695846" y="2630463"/>
                <a:ext cx="136080" cy="1692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ECCF12A5-FE34-11E6-A941-752B8602A8F2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1677846" y="2612823"/>
                  <a:ext cx="17172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F63B3BE5-9308-1C23-3A97-601164FEB921}"/>
                    </a:ext>
                  </a:extLst>
                </p14:cNvPr>
                <p14:cNvContentPartPr/>
                <p14:nvPr/>
              </p14:nvContentPartPr>
              <p14:xfrm>
                <a:off x="1956126" y="2657463"/>
                <a:ext cx="9360" cy="17352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F63B3BE5-9308-1C23-3A97-601164FEB921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1938126" y="2639463"/>
                  <a:ext cx="4500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F68CEF3D-299C-2303-216B-0ADC068F0CB0}"/>
                    </a:ext>
                  </a:extLst>
                </p14:cNvPr>
                <p14:cNvContentPartPr/>
                <p14:nvPr/>
              </p14:nvContentPartPr>
              <p14:xfrm>
                <a:off x="2037846" y="2688423"/>
                <a:ext cx="14760" cy="15732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F68CEF3D-299C-2303-216B-0ADC068F0CB0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2019846" y="2670783"/>
                  <a:ext cx="5040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96847EB9-8905-9076-F901-2EC46E1A92A1}"/>
                    </a:ext>
                  </a:extLst>
                </p14:cNvPr>
                <p14:cNvContentPartPr/>
                <p14:nvPr/>
              </p14:nvContentPartPr>
              <p14:xfrm>
                <a:off x="1718526" y="3213663"/>
                <a:ext cx="165600" cy="24948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96847EB9-8905-9076-F901-2EC46E1A92A1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1700886" y="3195663"/>
                  <a:ext cx="201240" cy="28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A6EF4C6C-0347-AB76-5C63-286EF2495D36}"/>
                    </a:ext>
                  </a:extLst>
                </p14:cNvPr>
                <p14:cNvContentPartPr/>
                <p14:nvPr/>
              </p14:nvContentPartPr>
              <p14:xfrm>
                <a:off x="1719606" y="3385383"/>
                <a:ext cx="173160" cy="4788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A6EF4C6C-0347-AB76-5C63-286EF2495D36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1701966" y="3367743"/>
                  <a:ext cx="20880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C7CC9724-F580-479C-D6B1-EBE70830DC45}"/>
                    </a:ext>
                  </a:extLst>
                </p14:cNvPr>
                <p14:cNvContentPartPr/>
                <p14:nvPr/>
              </p14:nvContentPartPr>
              <p14:xfrm>
                <a:off x="1974486" y="3374583"/>
                <a:ext cx="135360" cy="12420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C7CC9724-F580-479C-D6B1-EBE70830DC45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1956486" y="3356943"/>
                  <a:ext cx="17100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BE6C846A-F75A-DE5F-4F0A-F6EE008C3663}"/>
                    </a:ext>
                  </a:extLst>
                </p14:cNvPr>
                <p14:cNvContentPartPr/>
                <p14:nvPr/>
              </p14:nvContentPartPr>
              <p14:xfrm>
                <a:off x="2223966" y="3360543"/>
                <a:ext cx="11520" cy="14508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BE6C846A-F75A-DE5F-4F0A-F6EE008C3663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2206326" y="3342903"/>
                  <a:ext cx="4716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7FCCC199-58DC-AB8D-00EB-0A5FC2DA77F5}"/>
                    </a:ext>
                  </a:extLst>
                </p14:cNvPr>
                <p14:cNvContentPartPr/>
                <p14:nvPr/>
              </p14:nvContentPartPr>
              <p14:xfrm>
                <a:off x="1744446" y="3833223"/>
                <a:ext cx="152640" cy="25992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7FCCC199-58DC-AB8D-00EB-0A5FC2DA77F5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1726806" y="3815223"/>
                  <a:ext cx="188280" cy="29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56A62581-4AF9-4F13-A940-ADFD32A45B6E}"/>
                    </a:ext>
                  </a:extLst>
                </p14:cNvPr>
                <p14:cNvContentPartPr/>
                <p14:nvPr/>
              </p14:nvContentPartPr>
              <p14:xfrm>
                <a:off x="1787646" y="3978663"/>
                <a:ext cx="117360" cy="3888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56A62581-4AF9-4F13-A940-ADFD32A45B6E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1770006" y="3961023"/>
                  <a:ext cx="15300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7CA414EA-FD73-D8E0-C3FD-C8158890BB63}"/>
                    </a:ext>
                  </a:extLst>
                </p14:cNvPr>
                <p14:cNvContentPartPr/>
                <p14:nvPr/>
              </p14:nvContentPartPr>
              <p14:xfrm>
                <a:off x="2006526" y="4003143"/>
                <a:ext cx="138960" cy="15984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7CA414EA-FD73-D8E0-C3FD-C8158890BB63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1988886" y="3985503"/>
                  <a:ext cx="17460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FB36D60A-06C2-66A1-FEE8-8B891358B17B}"/>
                    </a:ext>
                  </a:extLst>
                </p14:cNvPr>
                <p14:cNvContentPartPr/>
                <p14:nvPr/>
              </p14:nvContentPartPr>
              <p14:xfrm>
                <a:off x="2219646" y="4026903"/>
                <a:ext cx="33480" cy="12672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FB36D60A-06C2-66A1-FEE8-8B891358B17B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2202006" y="4008903"/>
                  <a:ext cx="6912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CFF4180F-53CF-C6A5-EB90-1F9FBC8E3270}"/>
                    </a:ext>
                  </a:extLst>
                </p14:cNvPr>
                <p14:cNvContentPartPr/>
                <p14:nvPr/>
              </p14:nvContentPartPr>
              <p14:xfrm>
                <a:off x="1808526" y="2855103"/>
                <a:ext cx="4680" cy="576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CFF4180F-53CF-C6A5-EB90-1F9FBC8E3270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1790526" y="2837103"/>
                  <a:ext cx="4032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99DF4736-B85E-7D12-D0C4-AF59A011A7A9}"/>
                    </a:ext>
                  </a:extLst>
                </p14:cNvPr>
                <p14:cNvContentPartPr/>
                <p14:nvPr/>
              </p14:nvContentPartPr>
              <p14:xfrm>
                <a:off x="1854606" y="2915583"/>
                <a:ext cx="3960" cy="648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99DF4736-B85E-7D12-D0C4-AF59A011A7A9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1836966" y="2897583"/>
                  <a:ext cx="3960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7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AB8D53E5-D8D5-6BFB-E057-9DD7E64684E8}"/>
                    </a:ext>
                  </a:extLst>
                </p14:cNvPr>
                <p14:cNvContentPartPr/>
                <p14:nvPr/>
              </p14:nvContentPartPr>
              <p14:xfrm>
                <a:off x="1714566" y="2932143"/>
                <a:ext cx="288000" cy="2916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AB8D53E5-D8D5-6BFB-E057-9DD7E64684E8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1696566" y="2914143"/>
                  <a:ext cx="32364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9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2FD200E1-B1DD-25B6-39C4-8C38B3005142}"/>
                    </a:ext>
                  </a:extLst>
                </p14:cNvPr>
                <p14:cNvContentPartPr/>
                <p14:nvPr/>
              </p14:nvContentPartPr>
              <p14:xfrm>
                <a:off x="1702326" y="3002703"/>
                <a:ext cx="481320" cy="8208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2FD200E1-B1DD-25B6-39C4-8C38B3005142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1684686" y="2984703"/>
                  <a:ext cx="516960" cy="117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6" name="Group 175">
            <a:extLst>
              <a:ext uri="{FF2B5EF4-FFF2-40B4-BE49-F238E27FC236}">
                <a16:creationId xmlns:a16="http://schemas.microsoft.com/office/drawing/2014/main" id="{3E949038-883C-4611-D60C-6025D70FE3FE}"/>
              </a:ext>
            </a:extLst>
          </p:cNvPr>
          <p:cNvGrpSpPr/>
          <p:nvPr/>
        </p:nvGrpSpPr>
        <p:grpSpPr>
          <a:xfrm>
            <a:off x="2485686" y="2477463"/>
            <a:ext cx="604080" cy="630000"/>
            <a:chOff x="2485686" y="2477463"/>
            <a:chExt cx="604080" cy="630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1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04FD885A-36E6-494A-A315-CF83A3EB7D90}"/>
                    </a:ext>
                  </a:extLst>
                </p14:cNvPr>
                <p14:cNvContentPartPr/>
                <p14:nvPr/>
              </p14:nvContentPartPr>
              <p14:xfrm>
                <a:off x="2485686" y="2477463"/>
                <a:ext cx="163800" cy="29880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04FD885A-36E6-494A-A315-CF83A3EB7D90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2468046" y="2459463"/>
                  <a:ext cx="199440" cy="33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3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7147DD7D-9673-4473-9FE5-CEA465D320BB}"/>
                    </a:ext>
                  </a:extLst>
                </p14:cNvPr>
                <p14:cNvContentPartPr/>
                <p14:nvPr/>
              </p14:nvContentPartPr>
              <p14:xfrm>
                <a:off x="2500086" y="2646663"/>
                <a:ext cx="144000" cy="1188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7147DD7D-9673-4473-9FE5-CEA465D320BB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2482086" y="2628663"/>
                  <a:ext cx="17964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5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B52F350D-B0AB-779A-F4AD-B5F762ACA199}"/>
                    </a:ext>
                  </a:extLst>
                </p14:cNvPr>
                <p14:cNvContentPartPr/>
                <p14:nvPr/>
              </p14:nvContentPartPr>
              <p14:xfrm>
                <a:off x="2767206" y="2695263"/>
                <a:ext cx="14760" cy="16272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B52F350D-B0AB-779A-F4AD-B5F762ACA199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2749206" y="2677623"/>
                  <a:ext cx="5040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7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A0287B6A-5806-CBF1-453A-9C3F0A412222}"/>
                    </a:ext>
                  </a:extLst>
                </p14:cNvPr>
                <p14:cNvContentPartPr/>
                <p14:nvPr/>
              </p14:nvContentPartPr>
              <p14:xfrm>
                <a:off x="2883846" y="2705343"/>
                <a:ext cx="205920" cy="14544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A0287B6A-5806-CBF1-453A-9C3F0A412222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2865846" y="2687703"/>
                  <a:ext cx="24156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9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B1F078F2-10FE-0B93-89A7-4801C2040C12}"/>
                    </a:ext>
                  </a:extLst>
                </p14:cNvPr>
                <p14:cNvContentPartPr/>
                <p14:nvPr/>
              </p14:nvContentPartPr>
              <p14:xfrm>
                <a:off x="2626806" y="2972823"/>
                <a:ext cx="291240" cy="3672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B1F078F2-10FE-0B93-89A7-4801C2040C12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2609166" y="2955183"/>
                  <a:ext cx="32688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1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68AB216B-F17C-D2A8-C67D-700D6856396D}"/>
                    </a:ext>
                  </a:extLst>
                </p14:cNvPr>
                <p14:cNvContentPartPr/>
                <p14:nvPr/>
              </p14:nvContentPartPr>
              <p14:xfrm>
                <a:off x="2680446" y="3045183"/>
                <a:ext cx="291240" cy="6228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68AB216B-F17C-D2A8-C67D-700D6856396D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2662806" y="3027183"/>
                  <a:ext cx="326880" cy="97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5" name="Group 174">
            <a:extLst>
              <a:ext uri="{FF2B5EF4-FFF2-40B4-BE49-F238E27FC236}">
                <a16:creationId xmlns:a16="http://schemas.microsoft.com/office/drawing/2014/main" id="{F887455E-7FF9-BB08-AD63-7A0E7A5C84D8}"/>
              </a:ext>
            </a:extLst>
          </p:cNvPr>
          <p:cNvGrpSpPr/>
          <p:nvPr/>
        </p:nvGrpSpPr>
        <p:grpSpPr>
          <a:xfrm>
            <a:off x="3521046" y="2495823"/>
            <a:ext cx="626760" cy="543960"/>
            <a:chOff x="3521046" y="2495823"/>
            <a:chExt cx="626760" cy="543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3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A1C0E39E-B416-95D1-EE0F-192033EF27E0}"/>
                    </a:ext>
                  </a:extLst>
                </p14:cNvPr>
                <p14:cNvContentPartPr/>
                <p14:nvPr/>
              </p14:nvContentPartPr>
              <p14:xfrm>
                <a:off x="3521046" y="2495823"/>
                <a:ext cx="181440" cy="26496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A1C0E39E-B416-95D1-EE0F-192033EF27E0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3503046" y="2477823"/>
                  <a:ext cx="217080" cy="30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5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A24F976E-8C0E-13D4-95B3-6095A3326345}"/>
                    </a:ext>
                  </a:extLst>
                </p14:cNvPr>
                <p14:cNvContentPartPr/>
                <p14:nvPr/>
              </p14:nvContentPartPr>
              <p14:xfrm>
                <a:off x="3529686" y="2645223"/>
                <a:ext cx="130680" cy="324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A24F976E-8C0E-13D4-95B3-6095A3326345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3511686" y="2627583"/>
                  <a:ext cx="16632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7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6C889D0E-8F15-844F-4983-DBA57C4A4C1F}"/>
                    </a:ext>
                  </a:extLst>
                </p14:cNvPr>
                <p14:cNvContentPartPr/>
                <p14:nvPr/>
              </p14:nvContentPartPr>
              <p14:xfrm>
                <a:off x="3823446" y="2652423"/>
                <a:ext cx="12600" cy="17064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6C889D0E-8F15-844F-4983-DBA57C4A4C1F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3805806" y="2634783"/>
                  <a:ext cx="4824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9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EAED2593-8599-B68C-34C4-29F90AF6E008}"/>
                    </a:ext>
                  </a:extLst>
                </p14:cNvPr>
                <p14:cNvContentPartPr/>
                <p14:nvPr/>
              </p14:nvContentPartPr>
              <p14:xfrm>
                <a:off x="4020006" y="2612103"/>
                <a:ext cx="127800" cy="20844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EAED2593-8599-B68C-34C4-29F90AF6E008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4002366" y="2594103"/>
                  <a:ext cx="163440" cy="24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1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659A2D90-19CC-F9C4-605E-89361CEA3260}"/>
                    </a:ext>
                  </a:extLst>
                </p14:cNvPr>
                <p14:cNvContentPartPr/>
                <p14:nvPr/>
              </p14:nvContentPartPr>
              <p14:xfrm>
                <a:off x="3760086" y="2954103"/>
                <a:ext cx="344880" cy="5724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659A2D90-19CC-F9C4-605E-89361CEA3260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3742086" y="2936103"/>
                  <a:ext cx="38052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3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CB3C468C-15FB-E511-873F-EC43DA338E06}"/>
                    </a:ext>
                  </a:extLst>
                </p14:cNvPr>
                <p14:cNvContentPartPr/>
                <p14:nvPr/>
              </p14:nvContentPartPr>
              <p14:xfrm>
                <a:off x="4134126" y="3035823"/>
                <a:ext cx="7200" cy="396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CB3C468C-15FB-E511-873F-EC43DA338E06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4116486" y="3017823"/>
                  <a:ext cx="42840" cy="39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1" name="Group 220">
            <a:extLst>
              <a:ext uri="{FF2B5EF4-FFF2-40B4-BE49-F238E27FC236}">
                <a16:creationId xmlns:a16="http://schemas.microsoft.com/office/drawing/2014/main" id="{680020F0-C274-B01F-5AF8-33C725B5D8C6}"/>
              </a:ext>
            </a:extLst>
          </p:cNvPr>
          <p:cNvGrpSpPr/>
          <p:nvPr/>
        </p:nvGrpSpPr>
        <p:grpSpPr>
          <a:xfrm>
            <a:off x="5661246" y="1403943"/>
            <a:ext cx="401040" cy="370080"/>
            <a:chOff x="5661246" y="1403943"/>
            <a:chExt cx="401040" cy="370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DC308FB1-9950-C85F-91DB-D9F42EABE555}"/>
                    </a:ext>
                  </a:extLst>
                </p14:cNvPr>
                <p14:cNvContentPartPr/>
                <p14:nvPr/>
              </p14:nvContentPartPr>
              <p14:xfrm>
                <a:off x="5661246" y="1403943"/>
                <a:ext cx="141120" cy="333360"/>
              </p14:xfrm>
            </p:contentPart>
          </mc:Choice>
          <mc:Fallback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DC308FB1-9950-C85F-91DB-D9F42EABE555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5643246" y="1385943"/>
                  <a:ext cx="176760" cy="36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79ACB6E2-2E83-9A95-B77C-81A80EC4B8FC}"/>
                    </a:ext>
                  </a:extLst>
                </p14:cNvPr>
                <p14:cNvContentPartPr/>
                <p14:nvPr/>
              </p14:nvContentPartPr>
              <p14:xfrm>
                <a:off x="5697966" y="1600863"/>
                <a:ext cx="127800" cy="54720"/>
              </p14:xfrm>
            </p:contentPart>
          </mc:Choice>
          <mc:Fallback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79ACB6E2-2E83-9A95-B77C-81A80EC4B8FC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5680326" y="1583223"/>
                  <a:ext cx="16344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541B651B-0999-5826-CB2B-75DEED68A4BC}"/>
                    </a:ext>
                  </a:extLst>
                </p14:cNvPr>
                <p14:cNvContentPartPr/>
                <p14:nvPr/>
              </p14:nvContentPartPr>
              <p14:xfrm>
                <a:off x="5940246" y="1622463"/>
                <a:ext cx="2160" cy="151560"/>
              </p14:xfrm>
            </p:contentPart>
          </mc:Choice>
          <mc:Fallback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541B651B-0999-5826-CB2B-75DEED68A4BC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5922246" y="1604463"/>
                  <a:ext cx="3780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AEE62BCD-616A-2DA6-0328-7738DC7E1DDD}"/>
                    </a:ext>
                  </a:extLst>
                </p14:cNvPr>
                <p14:cNvContentPartPr/>
                <p14:nvPr/>
              </p14:nvContentPartPr>
              <p14:xfrm>
                <a:off x="6045366" y="1597263"/>
                <a:ext cx="16920" cy="175320"/>
              </p14:xfrm>
            </p:contentPart>
          </mc:Choice>
          <mc:Fallback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AEE62BCD-616A-2DA6-0328-7738DC7E1DDD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6027366" y="1579263"/>
                  <a:ext cx="52560" cy="210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0" name="Group 219">
            <a:extLst>
              <a:ext uri="{FF2B5EF4-FFF2-40B4-BE49-F238E27FC236}">
                <a16:creationId xmlns:a16="http://schemas.microsoft.com/office/drawing/2014/main" id="{F0378FA6-5A2E-6DED-2B58-0072D9749289}"/>
              </a:ext>
            </a:extLst>
          </p:cNvPr>
          <p:cNvGrpSpPr/>
          <p:nvPr/>
        </p:nvGrpSpPr>
        <p:grpSpPr>
          <a:xfrm>
            <a:off x="6265686" y="1552263"/>
            <a:ext cx="126360" cy="130320"/>
            <a:chOff x="6265686" y="1552263"/>
            <a:chExt cx="126360" cy="130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E781F6F0-504B-5204-2DF3-974858CE0D94}"/>
                    </a:ext>
                  </a:extLst>
                </p14:cNvPr>
                <p14:cNvContentPartPr/>
                <p14:nvPr/>
              </p14:nvContentPartPr>
              <p14:xfrm>
                <a:off x="6294486" y="1552263"/>
                <a:ext cx="97560" cy="10080"/>
              </p14:xfrm>
            </p:contentPart>
          </mc:Choice>
          <mc:Fallback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E781F6F0-504B-5204-2DF3-974858CE0D94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6276486" y="1534623"/>
                  <a:ext cx="13320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20866123-5CC1-A150-54EE-50D8E9901EEF}"/>
                    </a:ext>
                  </a:extLst>
                </p14:cNvPr>
                <p14:cNvContentPartPr/>
                <p14:nvPr/>
              </p14:nvContentPartPr>
              <p14:xfrm>
                <a:off x="6265686" y="1652343"/>
                <a:ext cx="95040" cy="30240"/>
              </p14:xfrm>
            </p:contentPart>
          </mc:Choice>
          <mc:Fallback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20866123-5CC1-A150-54EE-50D8E9901EEF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6247686" y="1634343"/>
                  <a:ext cx="130680" cy="65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6" name="Group 225">
            <a:extLst>
              <a:ext uri="{FF2B5EF4-FFF2-40B4-BE49-F238E27FC236}">
                <a16:creationId xmlns:a16="http://schemas.microsoft.com/office/drawing/2014/main" id="{675752B1-A4E9-BB20-AE83-552A15C0BB3E}"/>
              </a:ext>
            </a:extLst>
          </p:cNvPr>
          <p:cNvGrpSpPr/>
          <p:nvPr/>
        </p:nvGrpSpPr>
        <p:grpSpPr>
          <a:xfrm>
            <a:off x="1680726" y="2558463"/>
            <a:ext cx="2610720" cy="1591560"/>
            <a:chOff x="1680726" y="2558463"/>
            <a:chExt cx="2610720" cy="1591560"/>
          </a:xfrm>
        </p:grpSpPr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226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D2B8DF81-1A03-DBDD-0FEE-F816AE6A04D9}"/>
                    </a:ext>
                  </a:extLst>
                </p14:cNvPr>
                <p14:cNvContentPartPr/>
                <p14:nvPr/>
              </p14:nvContentPartPr>
              <p14:xfrm>
                <a:off x="1680726" y="2558463"/>
                <a:ext cx="2610720" cy="118800"/>
              </p14:xfrm>
            </p:contentPart>
          </mc:Choice>
          <mc:Fallback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D2B8DF81-1A03-DBDD-0FEE-F816AE6A04D9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1649406" y="2527143"/>
                  <a:ext cx="267336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228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9C622A32-A3EA-3DD2-2E1B-E63E9C15056D}"/>
                    </a:ext>
                  </a:extLst>
                </p14:cNvPr>
                <p14:cNvContentPartPr/>
                <p14:nvPr/>
              </p14:nvContentPartPr>
              <p14:xfrm>
                <a:off x="1812486" y="2577183"/>
                <a:ext cx="96120" cy="1572840"/>
              </p14:xfrm>
            </p:contentPart>
          </mc:Choice>
          <mc:Fallback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9C622A32-A3EA-3DD2-2E1B-E63E9C15056D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1781166" y="2545863"/>
                  <a:ext cx="158760" cy="1635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30">
            <p14:nvContentPartPr>
              <p14:cNvPr id="227" name="Ink 226">
                <a:extLst>
                  <a:ext uri="{FF2B5EF4-FFF2-40B4-BE49-F238E27FC236}">
                    <a16:creationId xmlns:a16="http://schemas.microsoft.com/office/drawing/2014/main" id="{573BD7F4-E9C1-AADF-5818-493814544FEB}"/>
                  </a:ext>
                </a:extLst>
              </p14:cNvPr>
              <p14:cNvContentPartPr/>
              <p14:nvPr/>
            </p14:nvContentPartPr>
            <p14:xfrm>
              <a:off x="7999806" y="1372983"/>
              <a:ext cx="167760" cy="1520640"/>
            </p14:xfrm>
          </p:contentPart>
        </mc:Choice>
        <mc:Fallback>
          <p:pic>
            <p:nvPicPr>
              <p:cNvPr id="227" name="Ink 226">
                <a:extLst>
                  <a:ext uri="{FF2B5EF4-FFF2-40B4-BE49-F238E27FC236}">
                    <a16:creationId xmlns:a16="http://schemas.microsoft.com/office/drawing/2014/main" id="{573BD7F4-E9C1-AADF-5818-493814544FEB}"/>
                  </a:ext>
                </a:extLst>
              </p:cNvPr>
              <p:cNvPicPr/>
              <p:nvPr/>
            </p:nvPicPr>
            <p:blipFill>
              <a:blip r:embed="rId231"/>
              <a:stretch>
                <a:fillRect/>
              </a:stretch>
            </p:blipFill>
            <p:spPr>
              <a:xfrm>
                <a:off x="7982166" y="1354983"/>
                <a:ext cx="203400" cy="1556280"/>
              </a:xfrm>
              <a:prstGeom prst="rect">
                <a:avLst/>
              </a:prstGeom>
            </p:spPr>
          </p:pic>
        </mc:Fallback>
      </mc:AlternateContent>
      <p:grpSp>
        <p:nvGrpSpPr>
          <p:cNvPr id="250" name="Group 249">
            <a:extLst>
              <a:ext uri="{FF2B5EF4-FFF2-40B4-BE49-F238E27FC236}">
                <a16:creationId xmlns:a16="http://schemas.microsoft.com/office/drawing/2014/main" id="{6229AB96-5EFB-D11E-5558-E222E7ACA202}"/>
              </a:ext>
            </a:extLst>
          </p:cNvPr>
          <p:cNvGrpSpPr/>
          <p:nvPr/>
        </p:nvGrpSpPr>
        <p:grpSpPr>
          <a:xfrm>
            <a:off x="6024486" y="3566103"/>
            <a:ext cx="192600" cy="173160"/>
            <a:chOff x="6024486" y="3566103"/>
            <a:chExt cx="192600" cy="173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CE6CDA39-D4F9-AADB-2AEA-180D0D022DFC}"/>
                    </a:ext>
                  </a:extLst>
                </p14:cNvPr>
                <p14:cNvContentPartPr/>
                <p14:nvPr/>
              </p14:nvContentPartPr>
              <p14:xfrm>
                <a:off x="6024486" y="3566103"/>
                <a:ext cx="151560" cy="32760"/>
              </p14:xfrm>
            </p:contentPart>
          </mc:Choice>
          <mc:Fallback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CE6CDA39-D4F9-AADB-2AEA-180D0D022DFC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6006846" y="3548103"/>
                  <a:ext cx="18720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62FCCF7E-472B-3633-CAB5-E113B8F1B993}"/>
                    </a:ext>
                  </a:extLst>
                </p14:cNvPr>
                <p14:cNvContentPartPr/>
                <p14:nvPr/>
              </p14:nvContentPartPr>
              <p14:xfrm>
                <a:off x="6050046" y="3684543"/>
                <a:ext cx="167040" cy="54720"/>
              </p14:xfrm>
            </p:contentPart>
          </mc:Choice>
          <mc:Fallback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62FCCF7E-472B-3633-CAB5-E113B8F1B993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6032046" y="3666543"/>
                  <a:ext cx="202680" cy="90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0" name="Group 259">
            <a:extLst>
              <a:ext uri="{FF2B5EF4-FFF2-40B4-BE49-F238E27FC236}">
                <a16:creationId xmlns:a16="http://schemas.microsoft.com/office/drawing/2014/main" id="{2893B17D-D7BB-09F0-27D7-0C2ED738CE2C}"/>
              </a:ext>
            </a:extLst>
          </p:cNvPr>
          <p:cNvGrpSpPr/>
          <p:nvPr/>
        </p:nvGrpSpPr>
        <p:grpSpPr>
          <a:xfrm>
            <a:off x="6597246" y="3171903"/>
            <a:ext cx="1086120" cy="622800"/>
            <a:chOff x="6597246" y="3171903"/>
            <a:chExt cx="1086120" cy="622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D656B0D5-C838-F37B-43C7-338B2325F4E0}"/>
                    </a:ext>
                  </a:extLst>
                </p14:cNvPr>
                <p14:cNvContentPartPr/>
                <p14:nvPr/>
              </p14:nvContentPartPr>
              <p14:xfrm>
                <a:off x="6817206" y="3528663"/>
                <a:ext cx="132120" cy="23040"/>
              </p14:xfrm>
            </p:contentPart>
          </mc:Choice>
          <mc:Fallback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D656B0D5-C838-F37B-43C7-338B2325F4E0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6799206" y="3511023"/>
                  <a:ext cx="16776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796D4125-D176-2F99-2FEC-C1523CDCC9CD}"/>
                    </a:ext>
                  </a:extLst>
                </p14:cNvPr>
                <p14:cNvContentPartPr/>
                <p14:nvPr/>
              </p14:nvContentPartPr>
              <p14:xfrm>
                <a:off x="7063806" y="3426783"/>
                <a:ext cx="6480" cy="245880"/>
              </p14:xfrm>
            </p:contentPart>
          </mc:Choice>
          <mc:Fallback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796D4125-D176-2F99-2FEC-C1523CDCC9CD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7045806" y="3409143"/>
                  <a:ext cx="42120" cy="28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CD1D00CB-E949-B4C8-BDFA-9B3CEFFA06FE}"/>
                    </a:ext>
                  </a:extLst>
                </p14:cNvPr>
                <p14:cNvContentPartPr/>
                <p14:nvPr/>
              </p14:nvContentPartPr>
              <p14:xfrm>
                <a:off x="6999726" y="3285303"/>
                <a:ext cx="239040" cy="509400"/>
              </p14:xfrm>
            </p:contentPart>
          </mc:Choice>
          <mc:Fallback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CD1D00CB-E949-B4C8-BDFA-9B3CEFFA06FE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6981726" y="3267303"/>
                  <a:ext cx="274680" cy="54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F4A388E6-6B4B-5405-F781-AAC7684F1064}"/>
                    </a:ext>
                  </a:extLst>
                </p14:cNvPr>
                <p14:cNvContentPartPr/>
                <p14:nvPr/>
              </p14:nvContentPartPr>
              <p14:xfrm>
                <a:off x="6597246" y="3378183"/>
                <a:ext cx="154080" cy="407880"/>
              </p14:xfrm>
            </p:contentPart>
          </mc:Choice>
          <mc:Fallback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F4A388E6-6B4B-5405-F781-AAC7684F1064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6579606" y="3360543"/>
                  <a:ext cx="189720" cy="44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E7484867-B6B0-44CB-3516-D6242862DE9F}"/>
                    </a:ext>
                  </a:extLst>
                </p14:cNvPr>
                <p14:cNvContentPartPr/>
                <p14:nvPr/>
              </p14:nvContentPartPr>
              <p14:xfrm>
                <a:off x="7359006" y="3171903"/>
                <a:ext cx="16920" cy="178560"/>
              </p14:xfrm>
            </p:contentPart>
          </mc:Choice>
          <mc:Fallback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E7484867-B6B0-44CB-3516-D6242862DE9F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7341366" y="3153903"/>
                  <a:ext cx="5256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A859707B-C1E9-C75C-D0E5-91BBE5438DF0}"/>
                    </a:ext>
                  </a:extLst>
                </p14:cNvPr>
                <p14:cNvContentPartPr/>
                <p14:nvPr/>
              </p14:nvContentPartPr>
              <p14:xfrm>
                <a:off x="7429926" y="3284223"/>
                <a:ext cx="95400" cy="39240"/>
              </p14:xfrm>
            </p:contentPart>
          </mc:Choice>
          <mc:Fallback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A859707B-C1E9-C75C-D0E5-91BBE5438DF0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7411926" y="3266583"/>
                  <a:ext cx="13104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F0FEA0C6-15DB-C578-C060-6FA09C9208F3}"/>
                    </a:ext>
                  </a:extLst>
                </p14:cNvPr>
                <p14:cNvContentPartPr/>
                <p14:nvPr/>
              </p14:nvContentPartPr>
              <p14:xfrm>
                <a:off x="7472406" y="3223743"/>
                <a:ext cx="24480" cy="151560"/>
              </p14:xfrm>
            </p:contentPart>
          </mc:Choice>
          <mc:Fallback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F0FEA0C6-15DB-C578-C060-6FA09C9208F3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7454406" y="3205743"/>
                  <a:ext cx="6012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EBD0E438-6261-1DCF-2EEE-4DF1F6F9759E}"/>
                    </a:ext>
                  </a:extLst>
                </p14:cNvPr>
                <p14:cNvContentPartPr/>
                <p14:nvPr/>
              </p14:nvContentPartPr>
              <p14:xfrm>
                <a:off x="7639086" y="3175503"/>
                <a:ext cx="44280" cy="174240"/>
              </p14:xfrm>
            </p:contentPart>
          </mc:Choice>
          <mc:Fallback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EBD0E438-6261-1DCF-2EEE-4DF1F6F9759E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7621446" y="3157503"/>
                  <a:ext cx="79920" cy="209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52">
            <p14:nvContentPartPr>
              <p14:cNvPr id="245" name="Ink 244">
                <a:extLst>
                  <a:ext uri="{FF2B5EF4-FFF2-40B4-BE49-F238E27FC236}">
                    <a16:creationId xmlns:a16="http://schemas.microsoft.com/office/drawing/2014/main" id="{05796C36-2277-6233-E0E9-2F63868FB65E}"/>
                  </a:ext>
                </a:extLst>
              </p14:cNvPr>
              <p14:cNvContentPartPr/>
              <p14:nvPr/>
            </p14:nvContentPartPr>
            <p14:xfrm>
              <a:off x="9836166" y="2506623"/>
              <a:ext cx="114480" cy="195480"/>
            </p14:xfrm>
          </p:contentPart>
        </mc:Choice>
        <mc:Fallback>
          <p:pic>
            <p:nvPicPr>
              <p:cNvPr id="245" name="Ink 244">
                <a:extLst>
                  <a:ext uri="{FF2B5EF4-FFF2-40B4-BE49-F238E27FC236}">
                    <a16:creationId xmlns:a16="http://schemas.microsoft.com/office/drawing/2014/main" id="{05796C36-2277-6233-E0E9-2F63868FB65E}"/>
                  </a:ext>
                </a:extLst>
              </p:cNvPr>
              <p:cNvPicPr/>
              <p:nvPr/>
            </p:nvPicPr>
            <p:blipFill>
              <a:blip r:embed="rId253"/>
              <a:stretch>
                <a:fillRect/>
              </a:stretch>
            </p:blipFill>
            <p:spPr>
              <a:xfrm>
                <a:off x="9818526" y="2488623"/>
                <a:ext cx="150120" cy="23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4">
            <p14:nvContentPartPr>
              <p14:cNvPr id="246" name="Ink 245">
                <a:extLst>
                  <a:ext uri="{FF2B5EF4-FFF2-40B4-BE49-F238E27FC236}">
                    <a16:creationId xmlns:a16="http://schemas.microsoft.com/office/drawing/2014/main" id="{700CA192-C234-C3BA-8112-CEAA69900647}"/>
                  </a:ext>
                </a:extLst>
              </p14:cNvPr>
              <p14:cNvContentPartPr/>
              <p14:nvPr/>
            </p14:nvContentPartPr>
            <p14:xfrm>
              <a:off x="10043166" y="2512023"/>
              <a:ext cx="109800" cy="209520"/>
            </p14:xfrm>
          </p:contentPart>
        </mc:Choice>
        <mc:Fallback>
          <p:pic>
            <p:nvPicPr>
              <p:cNvPr id="246" name="Ink 245">
                <a:extLst>
                  <a:ext uri="{FF2B5EF4-FFF2-40B4-BE49-F238E27FC236}">
                    <a16:creationId xmlns:a16="http://schemas.microsoft.com/office/drawing/2014/main" id="{700CA192-C234-C3BA-8112-CEAA69900647}"/>
                  </a:ext>
                </a:extLst>
              </p:cNvPr>
              <p:cNvPicPr/>
              <p:nvPr/>
            </p:nvPicPr>
            <p:blipFill>
              <a:blip r:embed="rId255"/>
              <a:stretch>
                <a:fillRect/>
              </a:stretch>
            </p:blipFill>
            <p:spPr>
              <a:xfrm>
                <a:off x="10025526" y="2494383"/>
                <a:ext cx="145440" cy="24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6">
            <p14:nvContentPartPr>
              <p14:cNvPr id="247" name="Ink 246">
                <a:extLst>
                  <a:ext uri="{FF2B5EF4-FFF2-40B4-BE49-F238E27FC236}">
                    <a16:creationId xmlns:a16="http://schemas.microsoft.com/office/drawing/2014/main" id="{3D94D744-0A5C-B0A4-9FBF-C82FC0938117}"/>
                  </a:ext>
                </a:extLst>
              </p14:cNvPr>
              <p14:cNvContentPartPr/>
              <p14:nvPr/>
            </p14:nvContentPartPr>
            <p14:xfrm>
              <a:off x="10190766" y="1234743"/>
              <a:ext cx="265680" cy="1872720"/>
            </p14:xfrm>
          </p:contentPart>
        </mc:Choice>
        <mc:Fallback>
          <p:pic>
            <p:nvPicPr>
              <p:cNvPr id="247" name="Ink 246">
                <a:extLst>
                  <a:ext uri="{FF2B5EF4-FFF2-40B4-BE49-F238E27FC236}">
                    <a16:creationId xmlns:a16="http://schemas.microsoft.com/office/drawing/2014/main" id="{3D94D744-0A5C-B0A4-9FBF-C82FC0938117}"/>
                  </a:ext>
                </a:extLst>
              </p:cNvPr>
              <p:cNvPicPr/>
              <p:nvPr/>
            </p:nvPicPr>
            <p:blipFill>
              <a:blip r:embed="rId257"/>
              <a:stretch>
                <a:fillRect/>
              </a:stretch>
            </p:blipFill>
            <p:spPr>
              <a:xfrm>
                <a:off x="10173126" y="1217103"/>
                <a:ext cx="301320" cy="190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8">
            <p14:nvContentPartPr>
              <p14:cNvPr id="262" name="Ink 261">
                <a:extLst>
                  <a:ext uri="{FF2B5EF4-FFF2-40B4-BE49-F238E27FC236}">
                    <a16:creationId xmlns:a16="http://schemas.microsoft.com/office/drawing/2014/main" id="{C5C43D80-31FF-CE7F-D101-928389057E11}"/>
                  </a:ext>
                </a:extLst>
              </p14:cNvPr>
              <p14:cNvContentPartPr/>
              <p14:nvPr/>
            </p14:nvContentPartPr>
            <p14:xfrm>
              <a:off x="10088526" y="2829543"/>
              <a:ext cx="4320" cy="7920"/>
            </p14:xfrm>
          </p:contentPart>
        </mc:Choice>
        <mc:Fallback>
          <p:pic>
            <p:nvPicPr>
              <p:cNvPr id="262" name="Ink 261">
                <a:extLst>
                  <a:ext uri="{FF2B5EF4-FFF2-40B4-BE49-F238E27FC236}">
                    <a16:creationId xmlns:a16="http://schemas.microsoft.com/office/drawing/2014/main" id="{C5C43D80-31FF-CE7F-D101-928389057E11}"/>
                  </a:ext>
                </a:extLst>
              </p:cNvPr>
              <p:cNvPicPr/>
              <p:nvPr/>
            </p:nvPicPr>
            <p:blipFill>
              <a:blip r:embed="rId259"/>
              <a:stretch>
                <a:fillRect/>
              </a:stretch>
            </p:blipFill>
            <p:spPr>
              <a:xfrm>
                <a:off x="10070526" y="2811543"/>
                <a:ext cx="39960" cy="4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0">
            <p14:nvContentPartPr>
              <p14:cNvPr id="230" name="Ink 229">
                <a:extLst>
                  <a:ext uri="{FF2B5EF4-FFF2-40B4-BE49-F238E27FC236}">
                    <a16:creationId xmlns:a16="http://schemas.microsoft.com/office/drawing/2014/main" id="{29DBAD50-7775-0DA1-C1BD-A4384D1FAD7A}"/>
                  </a:ext>
                </a:extLst>
              </p14:cNvPr>
              <p14:cNvContentPartPr/>
              <p14:nvPr/>
            </p14:nvContentPartPr>
            <p14:xfrm>
              <a:off x="8604606" y="1685823"/>
              <a:ext cx="92160" cy="124920"/>
            </p14:xfrm>
          </p:contentPart>
        </mc:Choice>
        <mc:Fallback>
          <p:pic>
            <p:nvPicPr>
              <p:cNvPr id="230" name="Ink 229">
                <a:extLst>
                  <a:ext uri="{FF2B5EF4-FFF2-40B4-BE49-F238E27FC236}">
                    <a16:creationId xmlns:a16="http://schemas.microsoft.com/office/drawing/2014/main" id="{29DBAD50-7775-0DA1-C1BD-A4384D1FAD7A}"/>
                  </a:ext>
                </a:extLst>
              </p:cNvPr>
              <p:cNvPicPr/>
              <p:nvPr/>
            </p:nvPicPr>
            <p:blipFill>
              <a:blip r:embed="rId261"/>
              <a:stretch>
                <a:fillRect/>
              </a:stretch>
            </p:blipFill>
            <p:spPr>
              <a:xfrm>
                <a:off x="8586606" y="1667823"/>
                <a:ext cx="127800" cy="16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2">
            <p14:nvContentPartPr>
              <p14:cNvPr id="231" name="Ink 230">
                <a:extLst>
                  <a:ext uri="{FF2B5EF4-FFF2-40B4-BE49-F238E27FC236}">
                    <a16:creationId xmlns:a16="http://schemas.microsoft.com/office/drawing/2014/main" id="{421A054E-2364-E424-F827-A8E39172F3ED}"/>
                  </a:ext>
                </a:extLst>
              </p14:cNvPr>
              <p14:cNvContentPartPr/>
              <p14:nvPr/>
            </p14:nvContentPartPr>
            <p14:xfrm>
              <a:off x="8805846" y="1684743"/>
              <a:ext cx="142200" cy="108360"/>
            </p14:xfrm>
          </p:contentPart>
        </mc:Choice>
        <mc:Fallback>
          <p:pic>
            <p:nvPicPr>
              <p:cNvPr id="231" name="Ink 230">
                <a:extLst>
                  <a:ext uri="{FF2B5EF4-FFF2-40B4-BE49-F238E27FC236}">
                    <a16:creationId xmlns:a16="http://schemas.microsoft.com/office/drawing/2014/main" id="{421A054E-2364-E424-F827-A8E39172F3ED}"/>
                  </a:ext>
                </a:extLst>
              </p:cNvPr>
              <p:cNvPicPr/>
              <p:nvPr/>
            </p:nvPicPr>
            <p:blipFill>
              <a:blip r:embed="rId263"/>
              <a:stretch>
                <a:fillRect/>
              </a:stretch>
            </p:blipFill>
            <p:spPr>
              <a:xfrm>
                <a:off x="8788206" y="1666743"/>
                <a:ext cx="177840" cy="144000"/>
              </a:xfrm>
              <a:prstGeom prst="rect">
                <a:avLst/>
              </a:prstGeom>
            </p:spPr>
          </p:pic>
        </mc:Fallback>
      </mc:AlternateContent>
      <p:grpSp>
        <p:nvGrpSpPr>
          <p:cNvPr id="280" name="Group 279">
            <a:extLst>
              <a:ext uri="{FF2B5EF4-FFF2-40B4-BE49-F238E27FC236}">
                <a16:creationId xmlns:a16="http://schemas.microsoft.com/office/drawing/2014/main" id="{E7FC64F0-850D-3EAD-E874-AC50C1E22298}"/>
              </a:ext>
            </a:extLst>
          </p:cNvPr>
          <p:cNvGrpSpPr/>
          <p:nvPr/>
        </p:nvGrpSpPr>
        <p:grpSpPr>
          <a:xfrm>
            <a:off x="8568606" y="2524623"/>
            <a:ext cx="362520" cy="200160"/>
            <a:chOff x="8568606" y="2524623"/>
            <a:chExt cx="362520" cy="200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F5C669D5-A073-A6D4-067B-0A247837FCD8}"/>
                    </a:ext>
                  </a:extLst>
                </p14:cNvPr>
                <p14:cNvContentPartPr/>
                <p14:nvPr/>
              </p14:nvContentPartPr>
              <p14:xfrm>
                <a:off x="8568606" y="2524623"/>
                <a:ext cx="83520" cy="200160"/>
              </p14:xfrm>
            </p:contentPart>
          </mc:Choice>
          <mc:Fallback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F5C669D5-A073-A6D4-067B-0A247837FCD8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8550606" y="2506983"/>
                  <a:ext cx="11916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4CE68B02-4EE7-DC0F-A5A9-A15AF1D31C2A}"/>
                    </a:ext>
                  </a:extLst>
                </p14:cNvPr>
                <p14:cNvContentPartPr/>
                <p14:nvPr/>
              </p14:nvContentPartPr>
              <p14:xfrm>
                <a:off x="8713326" y="2559183"/>
                <a:ext cx="217800" cy="158400"/>
              </p14:xfrm>
            </p:contentPart>
          </mc:Choice>
          <mc:Fallback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4CE68B02-4EE7-DC0F-A5A9-A15AF1D31C2A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8695686" y="2541543"/>
                  <a:ext cx="25344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E758C8FD-E99B-9E2B-928E-A41328E9F7B2}"/>
                    </a:ext>
                  </a:extLst>
                </p14:cNvPr>
                <p14:cNvContentPartPr/>
                <p14:nvPr/>
              </p14:nvContentPartPr>
              <p14:xfrm>
                <a:off x="8707206" y="2582943"/>
                <a:ext cx="360" cy="360"/>
              </p14:xfrm>
            </p:contentPart>
          </mc:Choice>
          <mc:Fallback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E758C8FD-E99B-9E2B-928E-A41328E9F7B2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8689566" y="2564943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C4014481-D11E-058C-84B9-66B9E94574AC}"/>
                    </a:ext>
                  </a:extLst>
                </p14:cNvPr>
                <p14:cNvContentPartPr/>
                <p14:nvPr/>
              </p14:nvContentPartPr>
              <p14:xfrm>
                <a:off x="8631606" y="2605983"/>
                <a:ext cx="12600" cy="13680"/>
              </p14:xfrm>
            </p:contentPart>
          </mc:Choice>
          <mc:Fallback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C4014481-D11E-058C-84B9-66B9E94574AC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8613606" y="2588343"/>
                  <a:ext cx="48240" cy="49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9" name="Group 278">
            <a:extLst>
              <a:ext uri="{FF2B5EF4-FFF2-40B4-BE49-F238E27FC236}">
                <a16:creationId xmlns:a16="http://schemas.microsoft.com/office/drawing/2014/main" id="{8057259A-BE7C-A830-8F97-0EDBD5A5F665}"/>
              </a:ext>
            </a:extLst>
          </p:cNvPr>
          <p:cNvGrpSpPr/>
          <p:nvPr/>
        </p:nvGrpSpPr>
        <p:grpSpPr>
          <a:xfrm>
            <a:off x="9673086" y="1612023"/>
            <a:ext cx="340560" cy="172800"/>
            <a:chOff x="9673086" y="1612023"/>
            <a:chExt cx="340560" cy="172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27ED62A0-C809-6653-856E-E1BE97B5A0F7}"/>
                    </a:ext>
                  </a:extLst>
                </p14:cNvPr>
                <p14:cNvContentPartPr/>
                <p14:nvPr/>
              </p14:nvContentPartPr>
              <p14:xfrm>
                <a:off x="9673086" y="1628223"/>
                <a:ext cx="134280" cy="120960"/>
              </p14:xfrm>
            </p:contentPart>
          </mc:Choice>
          <mc:Fallback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27ED62A0-C809-6653-856E-E1BE97B5A0F7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9655446" y="1610583"/>
                  <a:ext cx="16992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B9DB80E4-459F-35E7-BA14-AD54569B1DA6}"/>
                    </a:ext>
                  </a:extLst>
                </p14:cNvPr>
                <p14:cNvContentPartPr/>
                <p14:nvPr/>
              </p14:nvContentPartPr>
              <p14:xfrm>
                <a:off x="9879726" y="1612023"/>
                <a:ext cx="133920" cy="172800"/>
              </p14:xfrm>
            </p:contentPart>
          </mc:Choice>
          <mc:Fallback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B9DB80E4-459F-35E7-BA14-AD54569B1DA6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9862086" y="1594383"/>
                  <a:ext cx="16956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523715FA-1217-6081-B9CE-A0D7F2E977BF}"/>
                    </a:ext>
                  </a:extLst>
                </p14:cNvPr>
                <p14:cNvContentPartPr/>
                <p14:nvPr/>
              </p14:nvContentPartPr>
              <p14:xfrm>
                <a:off x="9852366" y="1678263"/>
                <a:ext cx="7560" cy="3240"/>
              </p14:xfrm>
            </p:contentPart>
          </mc:Choice>
          <mc:Fallback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523715FA-1217-6081-B9CE-A0D7F2E977BF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9834366" y="1660623"/>
                  <a:ext cx="43200" cy="38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77">
            <p14:nvContentPartPr>
              <p14:cNvPr id="269" name="Ink 268">
                <a:extLst>
                  <a:ext uri="{FF2B5EF4-FFF2-40B4-BE49-F238E27FC236}">
                    <a16:creationId xmlns:a16="http://schemas.microsoft.com/office/drawing/2014/main" id="{548C6079-3306-43B7-B54F-4B7F91BD64E6}"/>
                  </a:ext>
                </a:extLst>
              </p14:cNvPr>
              <p14:cNvContentPartPr/>
              <p14:nvPr/>
            </p14:nvContentPartPr>
            <p14:xfrm>
              <a:off x="7889646" y="3294303"/>
              <a:ext cx="163080" cy="703440"/>
            </p14:xfrm>
          </p:contentPart>
        </mc:Choice>
        <mc:Fallback>
          <p:pic>
            <p:nvPicPr>
              <p:cNvPr id="269" name="Ink 268">
                <a:extLst>
                  <a:ext uri="{FF2B5EF4-FFF2-40B4-BE49-F238E27FC236}">
                    <a16:creationId xmlns:a16="http://schemas.microsoft.com/office/drawing/2014/main" id="{548C6079-3306-43B7-B54F-4B7F91BD64E6}"/>
                  </a:ext>
                </a:extLst>
              </p:cNvPr>
              <p:cNvPicPr/>
              <p:nvPr/>
            </p:nvPicPr>
            <p:blipFill>
              <a:blip r:embed="rId278"/>
              <a:stretch>
                <a:fillRect/>
              </a:stretch>
            </p:blipFill>
            <p:spPr>
              <a:xfrm>
                <a:off x="7872006" y="3276303"/>
                <a:ext cx="198720" cy="739080"/>
              </a:xfrm>
              <a:prstGeom prst="rect">
                <a:avLst/>
              </a:prstGeom>
            </p:spPr>
          </p:pic>
        </mc:Fallback>
      </mc:AlternateContent>
      <p:grpSp>
        <p:nvGrpSpPr>
          <p:cNvPr id="282" name="Group 281">
            <a:extLst>
              <a:ext uri="{FF2B5EF4-FFF2-40B4-BE49-F238E27FC236}">
                <a16:creationId xmlns:a16="http://schemas.microsoft.com/office/drawing/2014/main" id="{A487A446-EA10-5D23-1228-C26FC4836141}"/>
              </a:ext>
            </a:extLst>
          </p:cNvPr>
          <p:cNvGrpSpPr/>
          <p:nvPr/>
        </p:nvGrpSpPr>
        <p:grpSpPr>
          <a:xfrm>
            <a:off x="8298966" y="1582503"/>
            <a:ext cx="222480" cy="201600"/>
            <a:chOff x="8298966" y="1582503"/>
            <a:chExt cx="222480" cy="201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9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5C6C718F-597D-641C-5997-3E5EAB13DEF0}"/>
                    </a:ext>
                  </a:extLst>
                </p14:cNvPr>
                <p14:cNvContentPartPr/>
                <p14:nvPr/>
              </p14:nvContentPartPr>
              <p14:xfrm>
                <a:off x="8441166" y="1772583"/>
                <a:ext cx="10800" cy="11520"/>
              </p14:xfrm>
            </p:contentPart>
          </mc:Choice>
          <mc:Fallback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5C6C718F-597D-641C-5997-3E5EAB13DEF0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8423526" y="1754583"/>
                  <a:ext cx="4644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1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998F4198-1F5F-6A32-D562-EE67780A41CC}"/>
                    </a:ext>
                  </a:extLst>
                </p14:cNvPr>
                <p14:cNvContentPartPr/>
                <p14:nvPr/>
              </p14:nvContentPartPr>
              <p14:xfrm>
                <a:off x="8504526" y="1746303"/>
                <a:ext cx="8280" cy="3960"/>
              </p14:xfrm>
            </p:contentPart>
          </mc:Choice>
          <mc:Fallback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998F4198-1F5F-6A32-D562-EE67780A41CC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8486886" y="1728303"/>
                  <a:ext cx="4392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3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0FFA2785-74AF-4342-35D2-900553B446C5}"/>
                    </a:ext>
                  </a:extLst>
                </p14:cNvPr>
                <p14:cNvContentPartPr/>
                <p14:nvPr/>
              </p14:nvContentPartPr>
              <p14:xfrm>
                <a:off x="8298966" y="1582503"/>
                <a:ext cx="222480" cy="199800"/>
              </p14:xfrm>
            </p:contentPart>
          </mc:Choice>
          <mc:Fallback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0FFA2785-74AF-4342-35D2-900553B446C5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8281326" y="1564503"/>
                  <a:ext cx="258120" cy="235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85">
            <p14:nvContentPartPr>
              <p14:cNvPr id="283" name="Ink 282">
                <a:extLst>
                  <a:ext uri="{FF2B5EF4-FFF2-40B4-BE49-F238E27FC236}">
                    <a16:creationId xmlns:a16="http://schemas.microsoft.com/office/drawing/2014/main" id="{6925DC52-8C94-3745-236B-D1005F4391AA}"/>
                  </a:ext>
                </a:extLst>
              </p14:cNvPr>
              <p14:cNvContentPartPr/>
              <p14:nvPr/>
            </p14:nvContentPartPr>
            <p14:xfrm>
              <a:off x="9314886" y="1558743"/>
              <a:ext cx="237960" cy="182520"/>
            </p14:xfrm>
          </p:contentPart>
        </mc:Choice>
        <mc:Fallback>
          <p:pic>
            <p:nvPicPr>
              <p:cNvPr id="283" name="Ink 282">
                <a:extLst>
                  <a:ext uri="{FF2B5EF4-FFF2-40B4-BE49-F238E27FC236}">
                    <a16:creationId xmlns:a16="http://schemas.microsoft.com/office/drawing/2014/main" id="{6925DC52-8C94-3745-236B-D1005F4391AA}"/>
                  </a:ext>
                </a:extLst>
              </p:cNvPr>
              <p:cNvPicPr/>
              <p:nvPr/>
            </p:nvPicPr>
            <p:blipFill>
              <a:blip r:embed="rId286"/>
              <a:stretch>
                <a:fillRect/>
              </a:stretch>
            </p:blipFill>
            <p:spPr>
              <a:xfrm>
                <a:off x="9297246" y="1541103"/>
                <a:ext cx="273600" cy="21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7">
            <p14:nvContentPartPr>
              <p14:cNvPr id="284" name="Ink 283">
                <a:extLst>
                  <a:ext uri="{FF2B5EF4-FFF2-40B4-BE49-F238E27FC236}">
                    <a16:creationId xmlns:a16="http://schemas.microsoft.com/office/drawing/2014/main" id="{1DB7761A-9E27-76C6-EB02-F05A89AD1112}"/>
                  </a:ext>
                </a:extLst>
              </p14:cNvPr>
              <p14:cNvContentPartPr/>
              <p14:nvPr/>
            </p14:nvContentPartPr>
            <p14:xfrm>
              <a:off x="2853966" y="1088943"/>
              <a:ext cx="360" cy="360"/>
            </p14:xfrm>
          </p:contentPart>
        </mc:Choice>
        <mc:Fallback>
          <p:pic>
            <p:nvPicPr>
              <p:cNvPr id="284" name="Ink 283">
                <a:extLst>
                  <a:ext uri="{FF2B5EF4-FFF2-40B4-BE49-F238E27FC236}">
                    <a16:creationId xmlns:a16="http://schemas.microsoft.com/office/drawing/2014/main" id="{1DB7761A-9E27-76C6-EB02-F05A89AD1112}"/>
                  </a:ext>
                </a:extLst>
              </p:cNvPr>
              <p:cNvPicPr/>
              <p:nvPr/>
            </p:nvPicPr>
            <p:blipFill>
              <a:blip r:embed="rId269"/>
              <a:stretch>
                <a:fillRect/>
              </a:stretch>
            </p:blipFill>
            <p:spPr>
              <a:xfrm>
                <a:off x="2835966" y="1070943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8">
            <p14:nvContentPartPr>
              <p14:cNvPr id="286" name="Ink 285">
                <a:extLst>
                  <a:ext uri="{FF2B5EF4-FFF2-40B4-BE49-F238E27FC236}">
                    <a16:creationId xmlns:a16="http://schemas.microsoft.com/office/drawing/2014/main" id="{902FD7EB-EAC4-C01F-583E-28BAF1791537}"/>
                  </a:ext>
                </a:extLst>
              </p14:cNvPr>
              <p14:cNvContentPartPr/>
              <p14:nvPr/>
            </p14:nvContentPartPr>
            <p14:xfrm>
              <a:off x="8271606" y="2439663"/>
              <a:ext cx="240120" cy="218520"/>
            </p14:xfrm>
          </p:contentPart>
        </mc:Choice>
        <mc:Fallback>
          <p:pic>
            <p:nvPicPr>
              <p:cNvPr id="286" name="Ink 285">
                <a:extLst>
                  <a:ext uri="{FF2B5EF4-FFF2-40B4-BE49-F238E27FC236}">
                    <a16:creationId xmlns:a16="http://schemas.microsoft.com/office/drawing/2014/main" id="{902FD7EB-EAC4-C01F-583E-28BAF1791537}"/>
                  </a:ext>
                </a:extLst>
              </p:cNvPr>
              <p:cNvPicPr/>
              <p:nvPr/>
            </p:nvPicPr>
            <p:blipFill>
              <a:blip r:embed="rId289"/>
              <a:stretch>
                <a:fillRect/>
              </a:stretch>
            </p:blipFill>
            <p:spPr>
              <a:xfrm>
                <a:off x="8253606" y="2422023"/>
                <a:ext cx="275760" cy="25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0">
            <p14:nvContentPartPr>
              <p14:cNvPr id="287" name="Ink 286">
                <a:extLst>
                  <a:ext uri="{FF2B5EF4-FFF2-40B4-BE49-F238E27FC236}">
                    <a16:creationId xmlns:a16="http://schemas.microsoft.com/office/drawing/2014/main" id="{7BD98D7A-5199-54E8-A683-A8DEC9768BDB}"/>
                  </a:ext>
                </a:extLst>
              </p14:cNvPr>
              <p14:cNvContentPartPr/>
              <p14:nvPr/>
            </p14:nvContentPartPr>
            <p14:xfrm>
              <a:off x="9468606" y="2428863"/>
              <a:ext cx="210600" cy="194400"/>
            </p14:xfrm>
          </p:contentPart>
        </mc:Choice>
        <mc:Fallback>
          <p:pic>
            <p:nvPicPr>
              <p:cNvPr id="287" name="Ink 286">
                <a:extLst>
                  <a:ext uri="{FF2B5EF4-FFF2-40B4-BE49-F238E27FC236}">
                    <a16:creationId xmlns:a16="http://schemas.microsoft.com/office/drawing/2014/main" id="{7BD98D7A-5199-54E8-A683-A8DEC9768BDB}"/>
                  </a:ext>
                </a:extLst>
              </p:cNvPr>
              <p:cNvPicPr/>
              <p:nvPr/>
            </p:nvPicPr>
            <p:blipFill>
              <a:blip r:embed="rId291"/>
              <a:stretch>
                <a:fillRect/>
              </a:stretch>
            </p:blipFill>
            <p:spPr>
              <a:xfrm>
                <a:off x="9450966" y="2410863"/>
                <a:ext cx="246240" cy="23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2">
            <p14:nvContentPartPr>
              <p14:cNvPr id="288" name="Ink 287">
                <a:extLst>
                  <a:ext uri="{FF2B5EF4-FFF2-40B4-BE49-F238E27FC236}">
                    <a16:creationId xmlns:a16="http://schemas.microsoft.com/office/drawing/2014/main" id="{CC5677FF-024C-E98C-E679-882B067C797F}"/>
                  </a:ext>
                </a:extLst>
              </p14:cNvPr>
              <p14:cNvContentPartPr/>
              <p14:nvPr/>
            </p14:nvContentPartPr>
            <p14:xfrm>
              <a:off x="1759566" y="233223"/>
              <a:ext cx="2352960" cy="155520"/>
            </p14:xfrm>
          </p:contentPart>
        </mc:Choice>
        <mc:Fallback>
          <p:pic>
            <p:nvPicPr>
              <p:cNvPr id="288" name="Ink 287">
                <a:extLst>
                  <a:ext uri="{FF2B5EF4-FFF2-40B4-BE49-F238E27FC236}">
                    <a16:creationId xmlns:a16="http://schemas.microsoft.com/office/drawing/2014/main" id="{CC5677FF-024C-E98C-E679-882B067C797F}"/>
                  </a:ext>
                </a:extLst>
              </p:cNvPr>
              <p:cNvPicPr/>
              <p:nvPr/>
            </p:nvPicPr>
            <p:blipFill>
              <a:blip r:embed="rId293"/>
              <a:stretch>
                <a:fillRect/>
              </a:stretch>
            </p:blipFill>
            <p:spPr>
              <a:xfrm>
                <a:off x="1741926" y="215583"/>
                <a:ext cx="2388600" cy="191160"/>
              </a:xfrm>
              <a:prstGeom prst="rect">
                <a:avLst/>
              </a:prstGeom>
            </p:spPr>
          </p:pic>
        </mc:Fallback>
      </mc:AlternateContent>
      <p:grpSp>
        <p:nvGrpSpPr>
          <p:cNvPr id="306" name="Group 305">
            <a:extLst>
              <a:ext uri="{FF2B5EF4-FFF2-40B4-BE49-F238E27FC236}">
                <a16:creationId xmlns:a16="http://schemas.microsoft.com/office/drawing/2014/main" id="{E47AD055-7B9C-1047-1849-6D69F6EC04B0}"/>
              </a:ext>
            </a:extLst>
          </p:cNvPr>
          <p:cNvGrpSpPr/>
          <p:nvPr/>
        </p:nvGrpSpPr>
        <p:grpSpPr>
          <a:xfrm>
            <a:off x="8002686" y="3511743"/>
            <a:ext cx="1240560" cy="333720"/>
            <a:chOff x="8002686" y="3511743"/>
            <a:chExt cx="1240560" cy="333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290" name="Ink 289">
                  <a:extLst>
                    <a:ext uri="{FF2B5EF4-FFF2-40B4-BE49-F238E27FC236}">
                      <a16:creationId xmlns:a16="http://schemas.microsoft.com/office/drawing/2014/main" id="{586193B7-F847-D7E9-2A04-5CD5B35B27EC}"/>
                    </a:ext>
                  </a:extLst>
                </p14:cNvPr>
                <p14:cNvContentPartPr/>
                <p14:nvPr/>
              </p14:nvContentPartPr>
              <p14:xfrm>
                <a:off x="8002686" y="3548103"/>
                <a:ext cx="189000" cy="257760"/>
              </p14:xfrm>
            </p:contentPart>
          </mc:Choice>
          <mc:Fallback>
            <p:pic>
              <p:nvPicPr>
                <p:cNvPr id="290" name="Ink 289">
                  <a:extLst>
                    <a:ext uri="{FF2B5EF4-FFF2-40B4-BE49-F238E27FC236}">
                      <a16:creationId xmlns:a16="http://schemas.microsoft.com/office/drawing/2014/main" id="{586193B7-F847-D7E9-2A04-5CD5B35B27EC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7984686" y="3530103"/>
                  <a:ext cx="224640" cy="29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6">
              <p14:nvContentPartPr>
                <p14:cNvPr id="291" name="Ink 290">
                  <a:extLst>
                    <a:ext uri="{FF2B5EF4-FFF2-40B4-BE49-F238E27FC236}">
                      <a16:creationId xmlns:a16="http://schemas.microsoft.com/office/drawing/2014/main" id="{AFA300F8-FEEE-1710-24DC-690236BEFED7}"/>
                    </a:ext>
                  </a:extLst>
                </p14:cNvPr>
                <p14:cNvContentPartPr/>
                <p14:nvPr/>
              </p14:nvContentPartPr>
              <p14:xfrm>
                <a:off x="8287446" y="3725943"/>
                <a:ext cx="142920" cy="111600"/>
              </p14:xfrm>
            </p:contentPart>
          </mc:Choice>
          <mc:Fallback>
            <p:pic>
              <p:nvPicPr>
                <p:cNvPr id="291" name="Ink 290">
                  <a:extLst>
                    <a:ext uri="{FF2B5EF4-FFF2-40B4-BE49-F238E27FC236}">
                      <a16:creationId xmlns:a16="http://schemas.microsoft.com/office/drawing/2014/main" id="{AFA300F8-FEEE-1710-24DC-690236BEFED7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8269806" y="3707943"/>
                  <a:ext cx="17856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8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3D98FAA6-9249-720B-E70B-E35D47EEEEBA}"/>
                    </a:ext>
                  </a:extLst>
                </p14:cNvPr>
                <p14:cNvContentPartPr/>
                <p14:nvPr/>
              </p14:nvContentPartPr>
              <p14:xfrm>
                <a:off x="8470326" y="3693903"/>
                <a:ext cx="106560" cy="151560"/>
              </p14:xfrm>
            </p:contentPart>
          </mc:Choice>
          <mc:Fallback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3D98FAA6-9249-720B-E70B-E35D47EEEEBA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8452686" y="3675903"/>
                  <a:ext cx="14220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0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B6FD28E7-5986-E526-FB86-08B66D155F11}"/>
                    </a:ext>
                  </a:extLst>
                </p14:cNvPr>
                <p14:cNvContentPartPr/>
                <p14:nvPr/>
              </p14:nvContentPartPr>
              <p14:xfrm>
                <a:off x="8706486" y="3511743"/>
                <a:ext cx="182880" cy="223560"/>
              </p14:xfrm>
            </p:contentPart>
          </mc:Choice>
          <mc:Fallback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B6FD28E7-5986-E526-FB86-08B66D155F11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8688846" y="3494103"/>
                  <a:ext cx="218520" cy="25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2">
              <p14:nvContentPartPr>
                <p14:cNvPr id="294" name="Ink 293">
                  <a:extLst>
                    <a:ext uri="{FF2B5EF4-FFF2-40B4-BE49-F238E27FC236}">
                      <a16:creationId xmlns:a16="http://schemas.microsoft.com/office/drawing/2014/main" id="{0BF2AD49-FE9A-FB35-E03C-1D34D8D357A8}"/>
                    </a:ext>
                  </a:extLst>
                </p14:cNvPr>
                <p14:cNvContentPartPr/>
                <p14:nvPr/>
              </p14:nvContentPartPr>
              <p14:xfrm>
                <a:off x="8932206" y="3611823"/>
                <a:ext cx="88560" cy="180360"/>
              </p14:xfrm>
            </p:contentPart>
          </mc:Choice>
          <mc:Fallback>
            <p:pic>
              <p:nvPicPr>
                <p:cNvPr id="294" name="Ink 293">
                  <a:extLst>
                    <a:ext uri="{FF2B5EF4-FFF2-40B4-BE49-F238E27FC236}">
                      <a16:creationId xmlns:a16="http://schemas.microsoft.com/office/drawing/2014/main" id="{0BF2AD49-FE9A-FB35-E03C-1D34D8D357A8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8914566" y="3594183"/>
                  <a:ext cx="12420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4">
              <p14:nvContentPartPr>
                <p14:cNvPr id="295" name="Ink 294">
                  <a:extLst>
                    <a:ext uri="{FF2B5EF4-FFF2-40B4-BE49-F238E27FC236}">
                      <a16:creationId xmlns:a16="http://schemas.microsoft.com/office/drawing/2014/main" id="{D89AD330-B1DC-0080-BEDA-74FE80411691}"/>
                    </a:ext>
                  </a:extLst>
                </p14:cNvPr>
                <p14:cNvContentPartPr/>
                <p14:nvPr/>
              </p14:nvContentPartPr>
              <p14:xfrm>
                <a:off x="9118686" y="3601743"/>
                <a:ext cx="124560" cy="215280"/>
              </p14:xfrm>
            </p:contentPart>
          </mc:Choice>
          <mc:Fallback>
            <p:pic>
              <p:nvPicPr>
                <p:cNvPr id="295" name="Ink 294">
                  <a:extLst>
                    <a:ext uri="{FF2B5EF4-FFF2-40B4-BE49-F238E27FC236}">
                      <a16:creationId xmlns:a16="http://schemas.microsoft.com/office/drawing/2014/main" id="{D89AD330-B1DC-0080-BEDA-74FE80411691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9100686" y="3584103"/>
                  <a:ext cx="160200" cy="250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5" name="Group 304">
            <a:extLst>
              <a:ext uri="{FF2B5EF4-FFF2-40B4-BE49-F238E27FC236}">
                <a16:creationId xmlns:a16="http://schemas.microsoft.com/office/drawing/2014/main" id="{FB831324-5557-087C-41C9-64687CCD19EB}"/>
              </a:ext>
            </a:extLst>
          </p:cNvPr>
          <p:cNvGrpSpPr/>
          <p:nvPr/>
        </p:nvGrpSpPr>
        <p:grpSpPr>
          <a:xfrm>
            <a:off x="9638526" y="3223023"/>
            <a:ext cx="1826280" cy="584280"/>
            <a:chOff x="9638526" y="3223023"/>
            <a:chExt cx="1826280" cy="584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6">
              <p14:nvContentPartPr>
                <p14:cNvPr id="296" name="Ink 295">
                  <a:extLst>
                    <a:ext uri="{FF2B5EF4-FFF2-40B4-BE49-F238E27FC236}">
                      <a16:creationId xmlns:a16="http://schemas.microsoft.com/office/drawing/2014/main" id="{B0A39968-961F-0218-594B-81E8F6C5B394}"/>
                    </a:ext>
                  </a:extLst>
                </p14:cNvPr>
                <p14:cNvContentPartPr/>
                <p14:nvPr/>
              </p14:nvContentPartPr>
              <p14:xfrm>
                <a:off x="9638526" y="3500223"/>
                <a:ext cx="111960" cy="55440"/>
              </p14:xfrm>
            </p:contentPart>
          </mc:Choice>
          <mc:Fallback>
            <p:pic>
              <p:nvPicPr>
                <p:cNvPr id="296" name="Ink 295">
                  <a:extLst>
                    <a:ext uri="{FF2B5EF4-FFF2-40B4-BE49-F238E27FC236}">
                      <a16:creationId xmlns:a16="http://schemas.microsoft.com/office/drawing/2014/main" id="{B0A39968-961F-0218-594B-81E8F6C5B394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9620886" y="3482223"/>
                  <a:ext cx="14760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8">
              <p14:nvContentPartPr>
                <p14:cNvPr id="297" name="Ink 296">
                  <a:extLst>
                    <a:ext uri="{FF2B5EF4-FFF2-40B4-BE49-F238E27FC236}">
                      <a16:creationId xmlns:a16="http://schemas.microsoft.com/office/drawing/2014/main" id="{534B219B-75BB-8A0A-8692-7DE23A2AE05D}"/>
                    </a:ext>
                  </a:extLst>
                </p14:cNvPr>
                <p14:cNvContentPartPr/>
                <p14:nvPr/>
              </p14:nvContentPartPr>
              <p14:xfrm>
                <a:off x="9848406" y="3400503"/>
                <a:ext cx="131760" cy="230400"/>
              </p14:xfrm>
            </p:contentPart>
          </mc:Choice>
          <mc:Fallback>
            <p:pic>
              <p:nvPicPr>
                <p:cNvPr id="297" name="Ink 296">
                  <a:extLst>
                    <a:ext uri="{FF2B5EF4-FFF2-40B4-BE49-F238E27FC236}">
                      <a16:creationId xmlns:a16="http://schemas.microsoft.com/office/drawing/2014/main" id="{534B219B-75BB-8A0A-8692-7DE23A2AE05D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9830406" y="3382863"/>
                  <a:ext cx="167400" cy="26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0">
              <p14:nvContentPartPr>
                <p14:cNvPr id="298" name="Ink 297">
                  <a:extLst>
                    <a:ext uri="{FF2B5EF4-FFF2-40B4-BE49-F238E27FC236}">
                      <a16:creationId xmlns:a16="http://schemas.microsoft.com/office/drawing/2014/main" id="{83213228-0E58-6DF1-4ACA-9AC0BE510467}"/>
                    </a:ext>
                  </a:extLst>
                </p14:cNvPr>
                <p14:cNvContentPartPr/>
                <p14:nvPr/>
              </p14:nvContentPartPr>
              <p14:xfrm>
                <a:off x="10088166" y="3513183"/>
                <a:ext cx="91800" cy="228960"/>
              </p14:xfrm>
            </p:contentPart>
          </mc:Choice>
          <mc:Fallback>
            <p:pic>
              <p:nvPicPr>
                <p:cNvPr id="298" name="Ink 297">
                  <a:extLst>
                    <a:ext uri="{FF2B5EF4-FFF2-40B4-BE49-F238E27FC236}">
                      <a16:creationId xmlns:a16="http://schemas.microsoft.com/office/drawing/2014/main" id="{83213228-0E58-6DF1-4ACA-9AC0BE510467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10070526" y="3495543"/>
                  <a:ext cx="127440" cy="26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2">
              <p14:nvContentPartPr>
                <p14:cNvPr id="299" name="Ink 298">
                  <a:extLst>
                    <a:ext uri="{FF2B5EF4-FFF2-40B4-BE49-F238E27FC236}">
                      <a16:creationId xmlns:a16="http://schemas.microsoft.com/office/drawing/2014/main" id="{14D0E96A-2D39-457A-6F9E-E5AF0B476F54}"/>
                    </a:ext>
                  </a:extLst>
                </p14:cNvPr>
                <p14:cNvContentPartPr/>
                <p14:nvPr/>
              </p14:nvContentPartPr>
              <p14:xfrm>
                <a:off x="10250886" y="3547023"/>
                <a:ext cx="224280" cy="179280"/>
              </p14:xfrm>
            </p:contentPart>
          </mc:Choice>
          <mc:Fallback>
            <p:pic>
              <p:nvPicPr>
                <p:cNvPr id="299" name="Ink 298">
                  <a:extLst>
                    <a:ext uri="{FF2B5EF4-FFF2-40B4-BE49-F238E27FC236}">
                      <a16:creationId xmlns:a16="http://schemas.microsoft.com/office/drawing/2014/main" id="{14D0E96A-2D39-457A-6F9E-E5AF0B476F54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10232886" y="3529383"/>
                  <a:ext cx="25992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4">
              <p14:nvContentPartPr>
                <p14:cNvPr id="300" name="Ink 299">
                  <a:extLst>
                    <a:ext uri="{FF2B5EF4-FFF2-40B4-BE49-F238E27FC236}">
                      <a16:creationId xmlns:a16="http://schemas.microsoft.com/office/drawing/2014/main" id="{156D1D87-9F33-9CA7-9B3F-A81480086576}"/>
                    </a:ext>
                  </a:extLst>
                </p14:cNvPr>
                <p14:cNvContentPartPr/>
                <p14:nvPr/>
              </p14:nvContentPartPr>
              <p14:xfrm>
                <a:off x="10597926" y="3407703"/>
                <a:ext cx="173880" cy="204840"/>
              </p14:xfrm>
            </p:contentPart>
          </mc:Choice>
          <mc:Fallback>
            <p:pic>
              <p:nvPicPr>
                <p:cNvPr id="300" name="Ink 299">
                  <a:extLst>
                    <a:ext uri="{FF2B5EF4-FFF2-40B4-BE49-F238E27FC236}">
                      <a16:creationId xmlns:a16="http://schemas.microsoft.com/office/drawing/2014/main" id="{156D1D87-9F33-9CA7-9B3F-A81480086576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10579926" y="3389703"/>
                  <a:ext cx="20952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6">
              <p14:nvContentPartPr>
                <p14:cNvPr id="301" name="Ink 300">
                  <a:extLst>
                    <a:ext uri="{FF2B5EF4-FFF2-40B4-BE49-F238E27FC236}">
                      <a16:creationId xmlns:a16="http://schemas.microsoft.com/office/drawing/2014/main" id="{05D42AE8-1CBA-EB94-67FC-B7BD4E9B8E5C}"/>
                    </a:ext>
                  </a:extLst>
                </p14:cNvPr>
                <p14:cNvContentPartPr/>
                <p14:nvPr/>
              </p14:nvContentPartPr>
              <p14:xfrm>
                <a:off x="10878726" y="3532623"/>
                <a:ext cx="180360" cy="202320"/>
              </p14:xfrm>
            </p:contentPart>
          </mc:Choice>
          <mc:Fallback>
            <p:pic>
              <p:nvPicPr>
                <p:cNvPr id="301" name="Ink 300">
                  <a:extLst>
                    <a:ext uri="{FF2B5EF4-FFF2-40B4-BE49-F238E27FC236}">
                      <a16:creationId xmlns:a16="http://schemas.microsoft.com/office/drawing/2014/main" id="{05D42AE8-1CBA-EB94-67FC-B7BD4E9B8E5C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10861086" y="3514623"/>
                  <a:ext cx="21600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8">
              <p14:nvContentPartPr>
                <p14:cNvPr id="302" name="Ink 301">
                  <a:extLst>
                    <a:ext uri="{FF2B5EF4-FFF2-40B4-BE49-F238E27FC236}">
                      <a16:creationId xmlns:a16="http://schemas.microsoft.com/office/drawing/2014/main" id="{E077A282-968A-94A8-4F95-BBFC3B03E281}"/>
                    </a:ext>
                  </a:extLst>
                </p14:cNvPr>
                <p14:cNvContentPartPr/>
                <p14:nvPr/>
              </p14:nvContentPartPr>
              <p14:xfrm>
                <a:off x="11118126" y="3515703"/>
                <a:ext cx="129240" cy="230040"/>
              </p14:xfrm>
            </p:contentPart>
          </mc:Choice>
          <mc:Fallback>
            <p:pic>
              <p:nvPicPr>
                <p:cNvPr id="302" name="Ink 301">
                  <a:extLst>
                    <a:ext uri="{FF2B5EF4-FFF2-40B4-BE49-F238E27FC236}">
                      <a16:creationId xmlns:a16="http://schemas.microsoft.com/office/drawing/2014/main" id="{E077A282-968A-94A8-4F95-BBFC3B03E281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11100126" y="3497703"/>
                  <a:ext cx="164880" cy="26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0">
              <p14:nvContentPartPr>
                <p14:cNvPr id="303" name="Ink 302">
                  <a:extLst>
                    <a:ext uri="{FF2B5EF4-FFF2-40B4-BE49-F238E27FC236}">
                      <a16:creationId xmlns:a16="http://schemas.microsoft.com/office/drawing/2014/main" id="{DB440181-295B-51C3-0089-C4B89812E0E3}"/>
                    </a:ext>
                  </a:extLst>
                </p14:cNvPr>
                <p14:cNvContentPartPr/>
                <p14:nvPr/>
              </p14:nvContentPartPr>
              <p14:xfrm>
                <a:off x="11326566" y="3223023"/>
                <a:ext cx="138240" cy="584280"/>
              </p14:xfrm>
            </p:contentPart>
          </mc:Choice>
          <mc:Fallback>
            <p:pic>
              <p:nvPicPr>
                <p:cNvPr id="303" name="Ink 302">
                  <a:extLst>
                    <a:ext uri="{FF2B5EF4-FFF2-40B4-BE49-F238E27FC236}">
                      <a16:creationId xmlns:a16="http://schemas.microsoft.com/office/drawing/2014/main" id="{DB440181-295B-51C3-0089-C4B89812E0E3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11308926" y="3205383"/>
                  <a:ext cx="173880" cy="619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22">
            <p14:nvContentPartPr>
              <p14:cNvPr id="304" name="Ink 303">
                <a:extLst>
                  <a:ext uri="{FF2B5EF4-FFF2-40B4-BE49-F238E27FC236}">
                    <a16:creationId xmlns:a16="http://schemas.microsoft.com/office/drawing/2014/main" id="{492AF4DC-CDAE-1BFE-42F8-2F6881C551E2}"/>
                  </a:ext>
                </a:extLst>
              </p14:cNvPr>
              <p14:cNvContentPartPr/>
              <p14:nvPr/>
            </p14:nvContentPartPr>
            <p14:xfrm>
              <a:off x="11190126" y="4143903"/>
              <a:ext cx="15480" cy="10800"/>
            </p14:xfrm>
          </p:contentPart>
        </mc:Choice>
        <mc:Fallback>
          <p:pic>
            <p:nvPicPr>
              <p:cNvPr id="304" name="Ink 303">
                <a:extLst>
                  <a:ext uri="{FF2B5EF4-FFF2-40B4-BE49-F238E27FC236}">
                    <a16:creationId xmlns:a16="http://schemas.microsoft.com/office/drawing/2014/main" id="{492AF4DC-CDAE-1BFE-42F8-2F6881C551E2}"/>
                  </a:ext>
                </a:extLst>
              </p:cNvPr>
              <p:cNvPicPr/>
              <p:nvPr/>
            </p:nvPicPr>
            <p:blipFill>
              <a:blip r:embed="rId323"/>
              <a:stretch>
                <a:fillRect/>
              </a:stretch>
            </p:blipFill>
            <p:spPr>
              <a:xfrm>
                <a:off x="11172126" y="4126263"/>
                <a:ext cx="51120" cy="46440"/>
              </a:xfrm>
              <a:prstGeom prst="rect">
                <a:avLst/>
              </a:prstGeom>
            </p:spPr>
          </p:pic>
        </mc:Fallback>
      </mc:AlternateContent>
      <p:grpSp>
        <p:nvGrpSpPr>
          <p:cNvPr id="321" name="Group 320">
            <a:extLst>
              <a:ext uri="{FF2B5EF4-FFF2-40B4-BE49-F238E27FC236}">
                <a16:creationId xmlns:a16="http://schemas.microsoft.com/office/drawing/2014/main" id="{EC55EBC1-FC11-750E-B84C-3F01483C67F4}"/>
              </a:ext>
            </a:extLst>
          </p:cNvPr>
          <p:cNvGrpSpPr/>
          <p:nvPr/>
        </p:nvGrpSpPr>
        <p:grpSpPr>
          <a:xfrm>
            <a:off x="6351366" y="4295463"/>
            <a:ext cx="2001960" cy="637200"/>
            <a:chOff x="6351366" y="4295463"/>
            <a:chExt cx="2001960" cy="637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4">
              <p14:nvContentPartPr>
                <p14:cNvPr id="307" name="Ink 306">
                  <a:extLst>
                    <a:ext uri="{FF2B5EF4-FFF2-40B4-BE49-F238E27FC236}">
                      <a16:creationId xmlns:a16="http://schemas.microsoft.com/office/drawing/2014/main" id="{43F5EA1D-92AA-FFAA-025E-C16F69157023}"/>
                    </a:ext>
                  </a:extLst>
                </p14:cNvPr>
                <p14:cNvContentPartPr/>
                <p14:nvPr/>
              </p14:nvContentPartPr>
              <p14:xfrm>
                <a:off x="6351366" y="4531983"/>
                <a:ext cx="168480" cy="296640"/>
              </p14:xfrm>
            </p:contentPart>
          </mc:Choice>
          <mc:Fallback>
            <p:pic>
              <p:nvPicPr>
                <p:cNvPr id="307" name="Ink 306">
                  <a:extLst>
                    <a:ext uri="{FF2B5EF4-FFF2-40B4-BE49-F238E27FC236}">
                      <a16:creationId xmlns:a16="http://schemas.microsoft.com/office/drawing/2014/main" id="{43F5EA1D-92AA-FFAA-025E-C16F69157023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6333366" y="4513983"/>
                  <a:ext cx="204120" cy="33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6">
              <p14:nvContentPartPr>
                <p14:cNvPr id="308" name="Ink 307">
                  <a:extLst>
                    <a:ext uri="{FF2B5EF4-FFF2-40B4-BE49-F238E27FC236}">
                      <a16:creationId xmlns:a16="http://schemas.microsoft.com/office/drawing/2014/main" id="{E0B04826-C544-BC23-1D87-0930AF15017F}"/>
                    </a:ext>
                  </a:extLst>
                </p14:cNvPr>
                <p14:cNvContentPartPr/>
                <p14:nvPr/>
              </p14:nvContentPartPr>
              <p14:xfrm>
                <a:off x="6356406" y="4712343"/>
                <a:ext cx="108360" cy="38160"/>
              </p14:xfrm>
            </p:contentPart>
          </mc:Choice>
          <mc:Fallback>
            <p:pic>
              <p:nvPicPr>
                <p:cNvPr id="308" name="Ink 307">
                  <a:extLst>
                    <a:ext uri="{FF2B5EF4-FFF2-40B4-BE49-F238E27FC236}">
                      <a16:creationId xmlns:a16="http://schemas.microsoft.com/office/drawing/2014/main" id="{E0B04826-C544-BC23-1D87-0930AF15017F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6338766" y="4694343"/>
                  <a:ext cx="14400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8">
              <p14:nvContentPartPr>
                <p14:cNvPr id="309" name="Ink 308">
                  <a:extLst>
                    <a:ext uri="{FF2B5EF4-FFF2-40B4-BE49-F238E27FC236}">
                      <a16:creationId xmlns:a16="http://schemas.microsoft.com/office/drawing/2014/main" id="{26725940-669E-9CC7-8964-05E132A843DB}"/>
                    </a:ext>
                  </a:extLst>
                </p14:cNvPr>
                <p14:cNvContentPartPr/>
                <p14:nvPr/>
              </p14:nvContentPartPr>
              <p14:xfrm>
                <a:off x="6577806" y="4698303"/>
                <a:ext cx="14760" cy="156600"/>
              </p14:xfrm>
            </p:contentPart>
          </mc:Choice>
          <mc:Fallback>
            <p:pic>
              <p:nvPicPr>
                <p:cNvPr id="309" name="Ink 308">
                  <a:extLst>
                    <a:ext uri="{FF2B5EF4-FFF2-40B4-BE49-F238E27FC236}">
                      <a16:creationId xmlns:a16="http://schemas.microsoft.com/office/drawing/2014/main" id="{26725940-669E-9CC7-8964-05E132A843DB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6560166" y="4680663"/>
                  <a:ext cx="5040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0">
              <p14:nvContentPartPr>
                <p14:cNvPr id="310" name="Ink 309">
                  <a:extLst>
                    <a:ext uri="{FF2B5EF4-FFF2-40B4-BE49-F238E27FC236}">
                      <a16:creationId xmlns:a16="http://schemas.microsoft.com/office/drawing/2014/main" id="{29C7AED1-68DB-615E-ADF8-C7AE957B7A01}"/>
                    </a:ext>
                  </a:extLst>
                </p14:cNvPr>
                <p14:cNvContentPartPr/>
                <p14:nvPr/>
              </p14:nvContentPartPr>
              <p14:xfrm>
                <a:off x="6667446" y="4723143"/>
                <a:ext cx="153720" cy="180720"/>
              </p14:xfrm>
            </p:contentPart>
          </mc:Choice>
          <mc:Fallback>
            <p:pic>
              <p:nvPicPr>
                <p:cNvPr id="310" name="Ink 309">
                  <a:extLst>
                    <a:ext uri="{FF2B5EF4-FFF2-40B4-BE49-F238E27FC236}">
                      <a16:creationId xmlns:a16="http://schemas.microsoft.com/office/drawing/2014/main" id="{29C7AED1-68DB-615E-ADF8-C7AE957B7A01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6649806" y="4705503"/>
                  <a:ext cx="18936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2">
              <p14:nvContentPartPr>
                <p14:cNvPr id="311" name="Ink 310">
                  <a:extLst>
                    <a:ext uri="{FF2B5EF4-FFF2-40B4-BE49-F238E27FC236}">
                      <a16:creationId xmlns:a16="http://schemas.microsoft.com/office/drawing/2014/main" id="{45F33DD0-9C92-9173-56DF-80991A0EDBE0}"/>
                    </a:ext>
                  </a:extLst>
                </p14:cNvPr>
                <p14:cNvContentPartPr/>
                <p14:nvPr/>
              </p14:nvContentPartPr>
              <p14:xfrm>
                <a:off x="6953286" y="4672023"/>
                <a:ext cx="81360" cy="43560"/>
              </p14:xfrm>
            </p:contentPart>
          </mc:Choice>
          <mc:Fallback>
            <p:pic>
              <p:nvPicPr>
                <p:cNvPr id="311" name="Ink 310">
                  <a:extLst>
                    <a:ext uri="{FF2B5EF4-FFF2-40B4-BE49-F238E27FC236}">
                      <a16:creationId xmlns:a16="http://schemas.microsoft.com/office/drawing/2014/main" id="{45F33DD0-9C92-9173-56DF-80991A0EDBE0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6935286" y="4654023"/>
                  <a:ext cx="11700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4">
              <p14:nvContentPartPr>
                <p14:cNvPr id="312" name="Ink 311">
                  <a:extLst>
                    <a:ext uri="{FF2B5EF4-FFF2-40B4-BE49-F238E27FC236}">
                      <a16:creationId xmlns:a16="http://schemas.microsoft.com/office/drawing/2014/main" id="{7920DFA3-BAE6-1E8F-E9B4-79BDDC216821}"/>
                    </a:ext>
                  </a:extLst>
                </p14:cNvPr>
                <p14:cNvContentPartPr/>
                <p14:nvPr/>
              </p14:nvContentPartPr>
              <p14:xfrm>
                <a:off x="6924846" y="4764543"/>
                <a:ext cx="141120" cy="47880"/>
              </p14:xfrm>
            </p:contentPart>
          </mc:Choice>
          <mc:Fallback>
            <p:pic>
              <p:nvPicPr>
                <p:cNvPr id="312" name="Ink 311">
                  <a:extLst>
                    <a:ext uri="{FF2B5EF4-FFF2-40B4-BE49-F238E27FC236}">
                      <a16:creationId xmlns:a16="http://schemas.microsoft.com/office/drawing/2014/main" id="{7920DFA3-BAE6-1E8F-E9B4-79BDDC216821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6906846" y="4746903"/>
                  <a:ext cx="17676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6">
              <p14:nvContentPartPr>
                <p14:cNvPr id="313" name="Ink 312">
                  <a:extLst>
                    <a:ext uri="{FF2B5EF4-FFF2-40B4-BE49-F238E27FC236}">
                      <a16:creationId xmlns:a16="http://schemas.microsoft.com/office/drawing/2014/main" id="{C480A93A-31BD-BC66-7357-A8752136D904}"/>
                    </a:ext>
                  </a:extLst>
                </p14:cNvPr>
                <p14:cNvContentPartPr/>
                <p14:nvPr/>
              </p14:nvContentPartPr>
              <p14:xfrm>
                <a:off x="7450806" y="4675623"/>
                <a:ext cx="94320" cy="25920"/>
              </p14:xfrm>
            </p:contentPart>
          </mc:Choice>
          <mc:Fallback>
            <p:pic>
              <p:nvPicPr>
                <p:cNvPr id="313" name="Ink 312">
                  <a:extLst>
                    <a:ext uri="{FF2B5EF4-FFF2-40B4-BE49-F238E27FC236}">
                      <a16:creationId xmlns:a16="http://schemas.microsoft.com/office/drawing/2014/main" id="{C480A93A-31BD-BC66-7357-A8752136D904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7432806" y="4657623"/>
                  <a:ext cx="12996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8">
              <p14:nvContentPartPr>
                <p14:cNvPr id="314" name="Ink 313">
                  <a:extLst>
                    <a:ext uri="{FF2B5EF4-FFF2-40B4-BE49-F238E27FC236}">
                      <a16:creationId xmlns:a16="http://schemas.microsoft.com/office/drawing/2014/main" id="{FEF94172-C53D-8ED9-DD75-93E4998389E5}"/>
                    </a:ext>
                  </a:extLst>
                </p14:cNvPr>
                <p14:cNvContentPartPr/>
                <p14:nvPr/>
              </p14:nvContentPartPr>
              <p14:xfrm>
                <a:off x="7661406" y="4575543"/>
                <a:ext cx="12240" cy="215280"/>
              </p14:xfrm>
            </p:contentPart>
          </mc:Choice>
          <mc:Fallback>
            <p:pic>
              <p:nvPicPr>
                <p:cNvPr id="314" name="Ink 313">
                  <a:extLst>
                    <a:ext uri="{FF2B5EF4-FFF2-40B4-BE49-F238E27FC236}">
                      <a16:creationId xmlns:a16="http://schemas.microsoft.com/office/drawing/2014/main" id="{FEF94172-C53D-8ED9-DD75-93E4998389E5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7643406" y="4557543"/>
                  <a:ext cx="47880" cy="25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0">
              <p14:nvContentPartPr>
                <p14:cNvPr id="315" name="Ink 314">
                  <a:extLst>
                    <a:ext uri="{FF2B5EF4-FFF2-40B4-BE49-F238E27FC236}">
                      <a16:creationId xmlns:a16="http://schemas.microsoft.com/office/drawing/2014/main" id="{8917E306-A51E-4B3E-70CA-052F47C88874}"/>
                    </a:ext>
                  </a:extLst>
                </p14:cNvPr>
                <p14:cNvContentPartPr/>
                <p14:nvPr/>
              </p14:nvContentPartPr>
              <p14:xfrm>
                <a:off x="7645206" y="4501743"/>
                <a:ext cx="172080" cy="416520"/>
              </p14:xfrm>
            </p:contentPart>
          </mc:Choice>
          <mc:Fallback>
            <p:pic>
              <p:nvPicPr>
                <p:cNvPr id="315" name="Ink 314">
                  <a:extLst>
                    <a:ext uri="{FF2B5EF4-FFF2-40B4-BE49-F238E27FC236}">
                      <a16:creationId xmlns:a16="http://schemas.microsoft.com/office/drawing/2014/main" id="{8917E306-A51E-4B3E-70CA-052F47C88874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7627566" y="4483743"/>
                  <a:ext cx="207720" cy="45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2">
              <p14:nvContentPartPr>
                <p14:cNvPr id="316" name="Ink 315">
                  <a:extLst>
                    <a:ext uri="{FF2B5EF4-FFF2-40B4-BE49-F238E27FC236}">
                      <a16:creationId xmlns:a16="http://schemas.microsoft.com/office/drawing/2014/main" id="{825D553A-758F-8FE3-7528-C6095704C73E}"/>
                    </a:ext>
                  </a:extLst>
                </p14:cNvPr>
                <p14:cNvContentPartPr/>
                <p14:nvPr/>
              </p14:nvContentPartPr>
              <p14:xfrm>
                <a:off x="7225806" y="4457823"/>
                <a:ext cx="164160" cy="474840"/>
              </p14:xfrm>
            </p:contentPart>
          </mc:Choice>
          <mc:Fallback>
            <p:pic>
              <p:nvPicPr>
                <p:cNvPr id="316" name="Ink 315">
                  <a:extLst>
                    <a:ext uri="{FF2B5EF4-FFF2-40B4-BE49-F238E27FC236}">
                      <a16:creationId xmlns:a16="http://schemas.microsoft.com/office/drawing/2014/main" id="{825D553A-758F-8FE3-7528-C6095704C73E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7207806" y="4440183"/>
                  <a:ext cx="199800" cy="51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4">
              <p14:nvContentPartPr>
                <p14:cNvPr id="317" name="Ink 316">
                  <a:extLst>
                    <a:ext uri="{FF2B5EF4-FFF2-40B4-BE49-F238E27FC236}">
                      <a16:creationId xmlns:a16="http://schemas.microsoft.com/office/drawing/2014/main" id="{CB19D7CA-CEDF-73AC-EA26-671D0AE5E915}"/>
                    </a:ext>
                  </a:extLst>
                </p14:cNvPr>
                <p14:cNvContentPartPr/>
                <p14:nvPr/>
              </p14:nvContentPartPr>
              <p14:xfrm>
                <a:off x="7883526" y="4320663"/>
                <a:ext cx="14040" cy="176400"/>
              </p14:xfrm>
            </p:contentPart>
          </mc:Choice>
          <mc:Fallback>
            <p:pic>
              <p:nvPicPr>
                <p:cNvPr id="317" name="Ink 316">
                  <a:extLst>
                    <a:ext uri="{FF2B5EF4-FFF2-40B4-BE49-F238E27FC236}">
                      <a16:creationId xmlns:a16="http://schemas.microsoft.com/office/drawing/2014/main" id="{CB19D7CA-CEDF-73AC-EA26-671D0AE5E915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7865526" y="4302663"/>
                  <a:ext cx="49680" cy="21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6">
              <p14:nvContentPartPr>
                <p14:cNvPr id="318" name="Ink 317">
                  <a:extLst>
                    <a:ext uri="{FF2B5EF4-FFF2-40B4-BE49-F238E27FC236}">
                      <a16:creationId xmlns:a16="http://schemas.microsoft.com/office/drawing/2014/main" id="{38E7AF37-10AC-63B1-F5E7-83F69CEE2469}"/>
                    </a:ext>
                  </a:extLst>
                </p14:cNvPr>
                <p14:cNvContentPartPr/>
                <p14:nvPr/>
              </p14:nvContentPartPr>
              <p14:xfrm>
                <a:off x="7955526" y="4358463"/>
                <a:ext cx="171720" cy="60480"/>
              </p14:xfrm>
            </p:contentPart>
          </mc:Choice>
          <mc:Fallback>
            <p:pic>
              <p:nvPicPr>
                <p:cNvPr id="318" name="Ink 317">
                  <a:extLst>
                    <a:ext uri="{FF2B5EF4-FFF2-40B4-BE49-F238E27FC236}">
                      <a16:creationId xmlns:a16="http://schemas.microsoft.com/office/drawing/2014/main" id="{38E7AF37-10AC-63B1-F5E7-83F69CEE2469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7937526" y="4340823"/>
                  <a:ext cx="20736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8">
              <p14:nvContentPartPr>
                <p14:cNvPr id="319" name="Ink 318">
                  <a:extLst>
                    <a:ext uri="{FF2B5EF4-FFF2-40B4-BE49-F238E27FC236}">
                      <a16:creationId xmlns:a16="http://schemas.microsoft.com/office/drawing/2014/main" id="{38DA9F1B-A760-F2F2-3F52-12E53AB664B4}"/>
                    </a:ext>
                  </a:extLst>
                </p14:cNvPr>
                <p14:cNvContentPartPr/>
                <p14:nvPr/>
              </p14:nvContentPartPr>
              <p14:xfrm>
                <a:off x="8012766" y="4303023"/>
                <a:ext cx="33120" cy="177480"/>
              </p14:xfrm>
            </p:contentPart>
          </mc:Choice>
          <mc:Fallback>
            <p:pic>
              <p:nvPicPr>
                <p:cNvPr id="319" name="Ink 318">
                  <a:extLst>
                    <a:ext uri="{FF2B5EF4-FFF2-40B4-BE49-F238E27FC236}">
                      <a16:creationId xmlns:a16="http://schemas.microsoft.com/office/drawing/2014/main" id="{38DA9F1B-A760-F2F2-3F52-12E53AB664B4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7995126" y="4285023"/>
                  <a:ext cx="6876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0">
              <p14:nvContentPartPr>
                <p14:cNvPr id="320" name="Ink 319">
                  <a:extLst>
                    <a:ext uri="{FF2B5EF4-FFF2-40B4-BE49-F238E27FC236}">
                      <a16:creationId xmlns:a16="http://schemas.microsoft.com/office/drawing/2014/main" id="{A811F42D-C173-303A-03AE-A545E8A488EC}"/>
                    </a:ext>
                  </a:extLst>
                </p14:cNvPr>
                <p14:cNvContentPartPr/>
                <p14:nvPr/>
              </p14:nvContentPartPr>
              <p14:xfrm>
                <a:off x="8202126" y="4295463"/>
                <a:ext cx="151200" cy="165600"/>
              </p14:xfrm>
            </p:contentPart>
          </mc:Choice>
          <mc:Fallback>
            <p:pic>
              <p:nvPicPr>
                <p:cNvPr id="320" name="Ink 319">
                  <a:extLst>
                    <a:ext uri="{FF2B5EF4-FFF2-40B4-BE49-F238E27FC236}">
                      <a16:creationId xmlns:a16="http://schemas.microsoft.com/office/drawing/2014/main" id="{A811F42D-C173-303A-03AE-A545E8A488EC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8184126" y="4277463"/>
                  <a:ext cx="186840" cy="201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52">
            <p14:nvContentPartPr>
              <p14:cNvPr id="322" name="Ink 321">
                <a:extLst>
                  <a:ext uri="{FF2B5EF4-FFF2-40B4-BE49-F238E27FC236}">
                    <a16:creationId xmlns:a16="http://schemas.microsoft.com/office/drawing/2014/main" id="{74D58BAE-FED3-8BF9-DBD0-FAC354386ACE}"/>
                  </a:ext>
                </a:extLst>
              </p14:cNvPr>
              <p14:cNvContentPartPr/>
              <p14:nvPr/>
            </p14:nvContentPartPr>
            <p14:xfrm>
              <a:off x="8601366" y="4376823"/>
              <a:ext cx="133200" cy="689040"/>
            </p14:xfrm>
          </p:contentPart>
        </mc:Choice>
        <mc:Fallback>
          <p:pic>
            <p:nvPicPr>
              <p:cNvPr id="322" name="Ink 321">
                <a:extLst>
                  <a:ext uri="{FF2B5EF4-FFF2-40B4-BE49-F238E27FC236}">
                    <a16:creationId xmlns:a16="http://schemas.microsoft.com/office/drawing/2014/main" id="{74D58BAE-FED3-8BF9-DBD0-FAC354386ACE}"/>
                  </a:ext>
                </a:extLst>
              </p:cNvPr>
              <p:cNvPicPr/>
              <p:nvPr/>
            </p:nvPicPr>
            <p:blipFill>
              <a:blip r:embed="rId353"/>
              <a:stretch>
                <a:fillRect/>
              </a:stretch>
            </p:blipFill>
            <p:spPr>
              <a:xfrm>
                <a:off x="8583366" y="4359183"/>
                <a:ext cx="168840" cy="724680"/>
              </a:xfrm>
              <a:prstGeom prst="rect">
                <a:avLst/>
              </a:prstGeom>
            </p:spPr>
          </p:pic>
        </mc:Fallback>
      </mc:AlternateContent>
      <p:grpSp>
        <p:nvGrpSpPr>
          <p:cNvPr id="341" name="Group 340">
            <a:extLst>
              <a:ext uri="{FF2B5EF4-FFF2-40B4-BE49-F238E27FC236}">
                <a16:creationId xmlns:a16="http://schemas.microsoft.com/office/drawing/2014/main" id="{0E5F97CE-1FC0-C7DE-4C16-FD7BD5ADA262}"/>
              </a:ext>
            </a:extLst>
          </p:cNvPr>
          <p:cNvGrpSpPr/>
          <p:nvPr/>
        </p:nvGrpSpPr>
        <p:grpSpPr>
          <a:xfrm>
            <a:off x="8748606" y="4637463"/>
            <a:ext cx="1042560" cy="355680"/>
            <a:chOff x="8748606" y="4637463"/>
            <a:chExt cx="1042560" cy="355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4">
              <p14:nvContentPartPr>
                <p14:cNvPr id="335" name="Ink 334">
                  <a:extLst>
                    <a:ext uri="{FF2B5EF4-FFF2-40B4-BE49-F238E27FC236}">
                      <a16:creationId xmlns:a16="http://schemas.microsoft.com/office/drawing/2014/main" id="{671E1D3C-0BF2-C5B9-9C46-D6B3D60162E3}"/>
                    </a:ext>
                  </a:extLst>
                </p14:cNvPr>
                <p14:cNvContentPartPr/>
                <p14:nvPr/>
              </p14:nvContentPartPr>
              <p14:xfrm>
                <a:off x="8748606" y="4637463"/>
                <a:ext cx="146880" cy="208080"/>
              </p14:xfrm>
            </p:contentPart>
          </mc:Choice>
          <mc:Fallback>
            <p:pic>
              <p:nvPicPr>
                <p:cNvPr id="335" name="Ink 334">
                  <a:extLst>
                    <a:ext uri="{FF2B5EF4-FFF2-40B4-BE49-F238E27FC236}">
                      <a16:creationId xmlns:a16="http://schemas.microsoft.com/office/drawing/2014/main" id="{671E1D3C-0BF2-C5B9-9C46-D6B3D60162E3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8730606" y="4619463"/>
                  <a:ext cx="182520" cy="24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6">
              <p14:nvContentPartPr>
                <p14:cNvPr id="336" name="Ink 335">
                  <a:extLst>
                    <a:ext uri="{FF2B5EF4-FFF2-40B4-BE49-F238E27FC236}">
                      <a16:creationId xmlns:a16="http://schemas.microsoft.com/office/drawing/2014/main" id="{97AEEB81-1843-7BE9-A14D-B7CD528641FF}"/>
                    </a:ext>
                  </a:extLst>
                </p14:cNvPr>
                <p14:cNvContentPartPr/>
                <p14:nvPr/>
              </p14:nvContentPartPr>
              <p14:xfrm>
                <a:off x="8967126" y="4773183"/>
                <a:ext cx="108720" cy="147960"/>
              </p14:xfrm>
            </p:contentPart>
          </mc:Choice>
          <mc:Fallback>
            <p:pic>
              <p:nvPicPr>
                <p:cNvPr id="336" name="Ink 335">
                  <a:extLst>
                    <a:ext uri="{FF2B5EF4-FFF2-40B4-BE49-F238E27FC236}">
                      <a16:creationId xmlns:a16="http://schemas.microsoft.com/office/drawing/2014/main" id="{97AEEB81-1843-7BE9-A14D-B7CD528641FF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8949486" y="4755543"/>
                  <a:ext cx="14436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8">
              <p14:nvContentPartPr>
                <p14:cNvPr id="337" name="Ink 336">
                  <a:extLst>
                    <a:ext uri="{FF2B5EF4-FFF2-40B4-BE49-F238E27FC236}">
                      <a16:creationId xmlns:a16="http://schemas.microsoft.com/office/drawing/2014/main" id="{5FD67E06-8AD6-4191-8767-0898FF800053}"/>
                    </a:ext>
                  </a:extLst>
                </p14:cNvPr>
                <p14:cNvContentPartPr/>
                <p14:nvPr/>
              </p14:nvContentPartPr>
              <p14:xfrm>
                <a:off x="9159006" y="4796583"/>
                <a:ext cx="8280" cy="196560"/>
              </p14:xfrm>
            </p:contentPart>
          </mc:Choice>
          <mc:Fallback>
            <p:pic>
              <p:nvPicPr>
                <p:cNvPr id="337" name="Ink 336">
                  <a:extLst>
                    <a:ext uri="{FF2B5EF4-FFF2-40B4-BE49-F238E27FC236}">
                      <a16:creationId xmlns:a16="http://schemas.microsoft.com/office/drawing/2014/main" id="{5FD67E06-8AD6-4191-8767-0898FF800053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9141006" y="4778943"/>
                  <a:ext cx="4392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0">
              <p14:nvContentPartPr>
                <p14:cNvPr id="338" name="Ink 337">
                  <a:extLst>
                    <a:ext uri="{FF2B5EF4-FFF2-40B4-BE49-F238E27FC236}">
                      <a16:creationId xmlns:a16="http://schemas.microsoft.com/office/drawing/2014/main" id="{696F434A-1B9E-03A4-10D6-8D65D74C340F}"/>
                    </a:ext>
                  </a:extLst>
                </p14:cNvPr>
                <p14:cNvContentPartPr/>
                <p14:nvPr/>
              </p14:nvContentPartPr>
              <p14:xfrm>
                <a:off x="9302646" y="4670223"/>
                <a:ext cx="126000" cy="175680"/>
              </p14:xfrm>
            </p:contentPart>
          </mc:Choice>
          <mc:Fallback>
            <p:pic>
              <p:nvPicPr>
                <p:cNvPr id="338" name="Ink 337">
                  <a:extLst>
                    <a:ext uri="{FF2B5EF4-FFF2-40B4-BE49-F238E27FC236}">
                      <a16:creationId xmlns:a16="http://schemas.microsoft.com/office/drawing/2014/main" id="{696F434A-1B9E-03A4-10D6-8D65D74C340F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9284646" y="4652583"/>
                  <a:ext cx="16164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2">
              <p14:nvContentPartPr>
                <p14:cNvPr id="339" name="Ink 338">
                  <a:extLst>
                    <a:ext uri="{FF2B5EF4-FFF2-40B4-BE49-F238E27FC236}">
                      <a16:creationId xmlns:a16="http://schemas.microsoft.com/office/drawing/2014/main" id="{F877CA98-959A-8F44-1612-C636A1732A0D}"/>
                    </a:ext>
                  </a:extLst>
                </p14:cNvPr>
                <p14:cNvContentPartPr/>
                <p14:nvPr/>
              </p14:nvContentPartPr>
              <p14:xfrm>
                <a:off x="9488046" y="4753023"/>
                <a:ext cx="88560" cy="192600"/>
              </p14:xfrm>
            </p:contentPart>
          </mc:Choice>
          <mc:Fallback>
            <p:pic>
              <p:nvPicPr>
                <p:cNvPr id="339" name="Ink 338">
                  <a:extLst>
                    <a:ext uri="{FF2B5EF4-FFF2-40B4-BE49-F238E27FC236}">
                      <a16:creationId xmlns:a16="http://schemas.microsoft.com/office/drawing/2014/main" id="{F877CA98-959A-8F44-1612-C636A1732A0D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9470046" y="4735383"/>
                  <a:ext cx="124200" cy="22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4">
              <p14:nvContentPartPr>
                <p14:cNvPr id="340" name="Ink 339">
                  <a:extLst>
                    <a:ext uri="{FF2B5EF4-FFF2-40B4-BE49-F238E27FC236}">
                      <a16:creationId xmlns:a16="http://schemas.microsoft.com/office/drawing/2014/main" id="{81A72322-86DB-CDED-2978-A06B06BDEF0F}"/>
                    </a:ext>
                  </a:extLst>
                </p14:cNvPr>
                <p14:cNvContentPartPr/>
                <p14:nvPr/>
              </p14:nvContentPartPr>
              <p14:xfrm>
                <a:off x="9662286" y="4742943"/>
                <a:ext cx="128880" cy="188280"/>
              </p14:xfrm>
            </p:contentPart>
          </mc:Choice>
          <mc:Fallback>
            <p:pic>
              <p:nvPicPr>
                <p:cNvPr id="340" name="Ink 339">
                  <a:extLst>
                    <a:ext uri="{FF2B5EF4-FFF2-40B4-BE49-F238E27FC236}">
                      <a16:creationId xmlns:a16="http://schemas.microsoft.com/office/drawing/2014/main" id="{81A72322-86DB-CDED-2978-A06B06BDEF0F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9644646" y="4724943"/>
                  <a:ext cx="164520" cy="223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4" name="Group 343">
            <a:extLst>
              <a:ext uri="{FF2B5EF4-FFF2-40B4-BE49-F238E27FC236}">
                <a16:creationId xmlns:a16="http://schemas.microsoft.com/office/drawing/2014/main" id="{FA448BF5-0EF5-5F73-7246-F186C2BC6156}"/>
              </a:ext>
            </a:extLst>
          </p:cNvPr>
          <p:cNvGrpSpPr/>
          <p:nvPr/>
        </p:nvGrpSpPr>
        <p:grpSpPr>
          <a:xfrm>
            <a:off x="1406766" y="191823"/>
            <a:ext cx="3243600" cy="1856160"/>
            <a:chOff x="1406766" y="191823"/>
            <a:chExt cx="3243600" cy="1856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6">
              <p14:nvContentPartPr>
                <p14:cNvPr id="323" name="Ink 322">
                  <a:extLst>
                    <a:ext uri="{FF2B5EF4-FFF2-40B4-BE49-F238E27FC236}">
                      <a16:creationId xmlns:a16="http://schemas.microsoft.com/office/drawing/2014/main" id="{2265E2EF-AFCF-0DA7-37A0-E6F8D0C00AA8}"/>
                    </a:ext>
                  </a:extLst>
                </p14:cNvPr>
                <p14:cNvContentPartPr/>
                <p14:nvPr/>
              </p14:nvContentPartPr>
              <p14:xfrm>
                <a:off x="2793846" y="516543"/>
                <a:ext cx="360" cy="360"/>
              </p14:xfrm>
            </p:contentPart>
          </mc:Choice>
          <mc:Fallback>
            <p:pic>
              <p:nvPicPr>
                <p:cNvPr id="323" name="Ink 322">
                  <a:extLst>
                    <a:ext uri="{FF2B5EF4-FFF2-40B4-BE49-F238E27FC236}">
                      <a16:creationId xmlns:a16="http://schemas.microsoft.com/office/drawing/2014/main" id="{2265E2EF-AFCF-0DA7-37A0-E6F8D0C00AA8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2776206" y="498543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7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45DD6FE2-61FA-1D6B-6BCB-A2798CC6BE72}"/>
                    </a:ext>
                  </a:extLst>
                </p14:cNvPr>
                <p14:cNvContentPartPr/>
                <p14:nvPr/>
              </p14:nvContentPartPr>
              <p14:xfrm>
                <a:off x="1406766" y="191823"/>
                <a:ext cx="354960" cy="184284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45DD6FE2-61FA-1D6B-6BCB-A2798CC6BE72}"/>
                    </a:ext>
                  </a:extLst>
                </p:cNvPr>
                <p:cNvPicPr/>
                <p:nvPr/>
              </p:nvPicPr>
              <p:blipFill>
                <a:blip r:embed="rId368"/>
                <a:stretch>
                  <a:fillRect/>
                </a:stretch>
              </p:blipFill>
              <p:spPr>
                <a:xfrm>
                  <a:off x="1389126" y="173823"/>
                  <a:ext cx="390600" cy="18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9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42361DE8-0FDE-2C6D-7452-1D9229F63B89}"/>
                    </a:ext>
                  </a:extLst>
                </p14:cNvPr>
                <p14:cNvContentPartPr/>
                <p14:nvPr/>
              </p14:nvContentPartPr>
              <p14:xfrm>
                <a:off x="1654086" y="416463"/>
                <a:ext cx="149760" cy="21132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42361DE8-0FDE-2C6D-7452-1D9229F63B89}"/>
                    </a:ext>
                  </a:extLst>
                </p:cNvPr>
                <p:cNvPicPr/>
                <p:nvPr/>
              </p:nvPicPr>
              <p:blipFill>
                <a:blip r:embed="rId370"/>
                <a:stretch>
                  <a:fillRect/>
                </a:stretch>
              </p:blipFill>
              <p:spPr>
                <a:xfrm>
                  <a:off x="1636446" y="398463"/>
                  <a:ext cx="18540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1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79AD9300-BBB5-88A4-BC6A-3AD3B83117A2}"/>
                    </a:ext>
                  </a:extLst>
                </p14:cNvPr>
                <p14:cNvContentPartPr/>
                <p14:nvPr/>
              </p14:nvContentPartPr>
              <p14:xfrm>
                <a:off x="1940646" y="568383"/>
                <a:ext cx="3960" cy="8856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79AD9300-BBB5-88A4-BC6A-3AD3B83117A2}"/>
                    </a:ext>
                  </a:extLst>
                </p:cNvPr>
                <p:cNvPicPr/>
                <p:nvPr/>
              </p:nvPicPr>
              <p:blipFill>
                <a:blip r:embed="rId372"/>
                <a:stretch>
                  <a:fillRect/>
                </a:stretch>
              </p:blipFill>
              <p:spPr>
                <a:xfrm>
                  <a:off x="1923006" y="550383"/>
                  <a:ext cx="3960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3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61D9AB01-5EE6-AA2F-D614-4754331E71BD}"/>
                    </a:ext>
                  </a:extLst>
                </p14:cNvPr>
                <p14:cNvContentPartPr/>
                <p14:nvPr/>
              </p14:nvContentPartPr>
              <p14:xfrm>
                <a:off x="2015166" y="557583"/>
                <a:ext cx="16560" cy="13824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61D9AB01-5EE6-AA2F-D614-4754331E71BD}"/>
                    </a:ext>
                  </a:extLst>
                </p:cNvPr>
                <p:cNvPicPr/>
                <p:nvPr/>
              </p:nvPicPr>
              <p:blipFill>
                <a:blip r:embed="rId374"/>
                <a:stretch>
                  <a:fillRect/>
                </a:stretch>
              </p:blipFill>
              <p:spPr>
                <a:xfrm>
                  <a:off x="1997526" y="539943"/>
                  <a:ext cx="5220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5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A6729897-A9C0-8F45-CD2C-87A587EA095B}"/>
                    </a:ext>
                  </a:extLst>
                </p14:cNvPr>
                <p14:cNvContentPartPr/>
                <p14:nvPr/>
              </p14:nvContentPartPr>
              <p14:xfrm>
                <a:off x="1780446" y="1599423"/>
                <a:ext cx="124920" cy="19908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A6729897-A9C0-8F45-CD2C-87A587EA095B}"/>
                    </a:ext>
                  </a:extLst>
                </p:cNvPr>
                <p:cNvPicPr/>
                <p:nvPr/>
              </p:nvPicPr>
              <p:blipFill>
                <a:blip r:embed="rId376"/>
                <a:stretch>
                  <a:fillRect/>
                </a:stretch>
              </p:blipFill>
              <p:spPr>
                <a:xfrm>
                  <a:off x="1762446" y="1581783"/>
                  <a:ext cx="160560" cy="23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7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BFEA030F-1E52-A67D-5BED-E290B6729A1A}"/>
                    </a:ext>
                  </a:extLst>
                </p14:cNvPr>
                <p14:cNvContentPartPr/>
                <p14:nvPr/>
              </p14:nvContentPartPr>
              <p14:xfrm>
                <a:off x="1967646" y="1707063"/>
                <a:ext cx="83160" cy="13284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BFEA030F-1E52-A67D-5BED-E290B6729A1A}"/>
                    </a:ext>
                  </a:extLst>
                </p:cNvPr>
                <p:cNvPicPr/>
                <p:nvPr/>
              </p:nvPicPr>
              <p:blipFill>
                <a:blip r:embed="rId378"/>
                <a:stretch>
                  <a:fillRect/>
                </a:stretch>
              </p:blipFill>
              <p:spPr>
                <a:xfrm>
                  <a:off x="1950006" y="1689423"/>
                  <a:ext cx="11880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9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B92B81BA-3173-C478-B840-C8D7595DE9BF}"/>
                    </a:ext>
                  </a:extLst>
                </p14:cNvPr>
                <p14:cNvContentPartPr/>
                <p14:nvPr/>
              </p14:nvContentPartPr>
              <p14:xfrm>
                <a:off x="2087886" y="1728303"/>
                <a:ext cx="30600" cy="11916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B92B81BA-3173-C478-B840-C8D7595DE9BF}"/>
                    </a:ext>
                  </a:extLst>
                </p:cNvPr>
                <p:cNvPicPr/>
                <p:nvPr/>
              </p:nvPicPr>
              <p:blipFill>
                <a:blip r:embed="rId380"/>
                <a:stretch>
                  <a:fillRect/>
                </a:stretch>
              </p:blipFill>
              <p:spPr>
                <a:xfrm>
                  <a:off x="2069886" y="1710663"/>
                  <a:ext cx="6624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1">
              <p14:nvContentPartPr>
                <p14:cNvPr id="325" name="Ink 324">
                  <a:extLst>
                    <a:ext uri="{FF2B5EF4-FFF2-40B4-BE49-F238E27FC236}">
                      <a16:creationId xmlns:a16="http://schemas.microsoft.com/office/drawing/2014/main" id="{D0E4BE33-0150-97BF-46E7-F699FA596BA3}"/>
                    </a:ext>
                  </a:extLst>
                </p14:cNvPr>
                <p14:cNvContentPartPr/>
                <p14:nvPr/>
              </p14:nvContentPartPr>
              <p14:xfrm>
                <a:off x="1801686" y="499983"/>
                <a:ext cx="2880" cy="2160"/>
              </p14:xfrm>
            </p:contentPart>
          </mc:Choice>
          <mc:Fallback>
            <p:pic>
              <p:nvPicPr>
                <p:cNvPr id="325" name="Ink 324">
                  <a:extLst>
                    <a:ext uri="{FF2B5EF4-FFF2-40B4-BE49-F238E27FC236}">
                      <a16:creationId xmlns:a16="http://schemas.microsoft.com/office/drawing/2014/main" id="{D0E4BE33-0150-97BF-46E7-F699FA596BA3}"/>
                    </a:ext>
                  </a:extLst>
                </p:cNvPr>
                <p:cNvPicPr/>
                <p:nvPr/>
              </p:nvPicPr>
              <p:blipFill>
                <a:blip r:embed="rId382"/>
                <a:stretch>
                  <a:fillRect/>
                </a:stretch>
              </p:blipFill>
              <p:spPr>
                <a:xfrm>
                  <a:off x="1783686" y="481983"/>
                  <a:ext cx="3852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3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F76AF686-67F8-62D5-3EBA-43007F7B4EC3}"/>
                    </a:ext>
                  </a:extLst>
                </p14:cNvPr>
                <p14:cNvContentPartPr/>
                <p14:nvPr/>
              </p14:nvContentPartPr>
              <p14:xfrm>
                <a:off x="1703766" y="998223"/>
                <a:ext cx="153000" cy="17604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F76AF686-67F8-62D5-3EBA-43007F7B4EC3}"/>
                    </a:ext>
                  </a:extLst>
                </p:cNvPr>
                <p:cNvPicPr/>
                <p:nvPr/>
              </p:nvPicPr>
              <p:blipFill>
                <a:blip r:embed="rId384"/>
                <a:stretch>
                  <a:fillRect/>
                </a:stretch>
              </p:blipFill>
              <p:spPr>
                <a:xfrm>
                  <a:off x="1686126" y="980583"/>
                  <a:ext cx="18864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5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5380C18B-E58D-6EA0-76E4-9524A1C2F3C0}"/>
                    </a:ext>
                  </a:extLst>
                </p14:cNvPr>
                <p14:cNvContentPartPr/>
                <p14:nvPr/>
              </p14:nvContentPartPr>
              <p14:xfrm>
                <a:off x="1908606" y="1132143"/>
                <a:ext cx="110880" cy="11952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5380C18B-E58D-6EA0-76E4-9524A1C2F3C0}"/>
                    </a:ext>
                  </a:extLst>
                </p:cNvPr>
                <p:cNvPicPr/>
                <p:nvPr/>
              </p:nvPicPr>
              <p:blipFill>
                <a:blip r:embed="rId386"/>
                <a:stretch>
                  <a:fillRect/>
                </a:stretch>
              </p:blipFill>
              <p:spPr>
                <a:xfrm>
                  <a:off x="1890606" y="1114143"/>
                  <a:ext cx="14652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7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05870F5F-F7A6-231B-26E6-6BD3624EF88A}"/>
                    </a:ext>
                  </a:extLst>
                </p14:cNvPr>
                <p14:cNvContentPartPr/>
                <p14:nvPr/>
              </p14:nvContentPartPr>
              <p14:xfrm>
                <a:off x="2109486" y="1124943"/>
                <a:ext cx="10080" cy="12924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05870F5F-F7A6-231B-26E6-6BD3624EF88A}"/>
                    </a:ext>
                  </a:extLst>
                </p:cNvPr>
                <p:cNvPicPr/>
                <p:nvPr/>
              </p:nvPicPr>
              <p:blipFill>
                <a:blip r:embed="rId388"/>
                <a:stretch>
                  <a:fillRect/>
                </a:stretch>
              </p:blipFill>
              <p:spPr>
                <a:xfrm>
                  <a:off x="2091486" y="1106943"/>
                  <a:ext cx="4572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9">
              <p14:nvContentPartPr>
                <p14:cNvPr id="330" name="Ink 329">
                  <a:extLst>
                    <a:ext uri="{FF2B5EF4-FFF2-40B4-BE49-F238E27FC236}">
                      <a16:creationId xmlns:a16="http://schemas.microsoft.com/office/drawing/2014/main" id="{F6545D26-2390-060B-A78A-4ACEA69F51BD}"/>
                    </a:ext>
                  </a:extLst>
                </p14:cNvPr>
                <p14:cNvContentPartPr/>
                <p14:nvPr/>
              </p14:nvContentPartPr>
              <p14:xfrm>
                <a:off x="1871886" y="1167423"/>
                <a:ext cx="9360" cy="1080"/>
              </p14:xfrm>
            </p:contentPart>
          </mc:Choice>
          <mc:Fallback>
            <p:pic>
              <p:nvPicPr>
                <p:cNvPr id="330" name="Ink 329">
                  <a:extLst>
                    <a:ext uri="{FF2B5EF4-FFF2-40B4-BE49-F238E27FC236}">
                      <a16:creationId xmlns:a16="http://schemas.microsoft.com/office/drawing/2014/main" id="{F6545D26-2390-060B-A78A-4ACEA69F51BD}"/>
                    </a:ext>
                  </a:extLst>
                </p:cNvPr>
                <p:cNvPicPr/>
                <p:nvPr/>
              </p:nvPicPr>
              <p:blipFill>
                <a:blip r:embed="rId390"/>
                <a:stretch>
                  <a:fillRect/>
                </a:stretch>
              </p:blipFill>
              <p:spPr>
                <a:xfrm>
                  <a:off x="1853886" y="1149783"/>
                  <a:ext cx="4500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1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4D2B5F49-2DD9-0105-77AC-DA8DCF29E7BA}"/>
                    </a:ext>
                  </a:extLst>
                </p14:cNvPr>
                <p14:cNvContentPartPr/>
                <p14:nvPr/>
              </p14:nvContentPartPr>
              <p14:xfrm>
                <a:off x="3501246" y="373263"/>
                <a:ext cx="169560" cy="18648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4D2B5F49-2DD9-0105-77AC-DA8DCF29E7BA}"/>
                    </a:ext>
                  </a:extLst>
                </p:cNvPr>
                <p:cNvPicPr/>
                <p:nvPr/>
              </p:nvPicPr>
              <p:blipFill>
                <a:blip r:embed="rId392"/>
                <a:stretch>
                  <a:fillRect/>
                </a:stretch>
              </p:blipFill>
              <p:spPr>
                <a:xfrm>
                  <a:off x="3483246" y="355263"/>
                  <a:ext cx="20520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3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17EBFFA5-FDF8-D67D-D3C3-85F430CF7846}"/>
                    </a:ext>
                  </a:extLst>
                </p14:cNvPr>
                <p14:cNvContentPartPr/>
                <p14:nvPr/>
              </p14:nvContentPartPr>
              <p14:xfrm>
                <a:off x="3782766" y="490983"/>
                <a:ext cx="4680" cy="13428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17EBFFA5-FDF8-D67D-D3C3-85F430CF7846}"/>
                    </a:ext>
                  </a:extLst>
                </p:cNvPr>
                <p:cNvPicPr/>
                <p:nvPr/>
              </p:nvPicPr>
              <p:blipFill>
                <a:blip r:embed="rId394"/>
                <a:stretch>
                  <a:fillRect/>
                </a:stretch>
              </p:blipFill>
              <p:spPr>
                <a:xfrm>
                  <a:off x="3764766" y="473343"/>
                  <a:ext cx="4032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5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D54E9BD6-64D3-3196-C527-AC2B0F5650C9}"/>
                    </a:ext>
                  </a:extLst>
                </p14:cNvPr>
                <p14:cNvContentPartPr/>
                <p14:nvPr/>
              </p14:nvContentPartPr>
              <p14:xfrm>
                <a:off x="3872406" y="480543"/>
                <a:ext cx="181800" cy="19368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D54E9BD6-64D3-3196-C527-AC2B0F5650C9}"/>
                    </a:ext>
                  </a:extLst>
                </p:cNvPr>
                <p:cNvPicPr/>
                <p:nvPr/>
              </p:nvPicPr>
              <p:blipFill>
                <a:blip r:embed="rId396"/>
                <a:stretch>
                  <a:fillRect/>
                </a:stretch>
              </p:blipFill>
              <p:spPr>
                <a:xfrm>
                  <a:off x="3854766" y="462903"/>
                  <a:ext cx="217440" cy="2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7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B76C820B-2FC2-FA54-C73B-53919333C726}"/>
                    </a:ext>
                  </a:extLst>
                </p14:cNvPr>
                <p14:cNvContentPartPr/>
                <p14:nvPr/>
              </p14:nvContentPartPr>
              <p14:xfrm>
                <a:off x="3777366" y="933063"/>
                <a:ext cx="141840" cy="18648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B76C820B-2FC2-FA54-C73B-53919333C726}"/>
                    </a:ext>
                  </a:extLst>
                </p:cNvPr>
                <p:cNvPicPr/>
                <p:nvPr/>
              </p:nvPicPr>
              <p:blipFill>
                <a:blip r:embed="rId398"/>
                <a:stretch>
                  <a:fillRect/>
                </a:stretch>
              </p:blipFill>
              <p:spPr>
                <a:xfrm>
                  <a:off x="3759726" y="915063"/>
                  <a:ext cx="17748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9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D3CC3D4B-809D-4FA3-5253-E07D7CDEA3F6}"/>
                    </a:ext>
                  </a:extLst>
                </p14:cNvPr>
                <p14:cNvContentPartPr/>
                <p14:nvPr/>
              </p14:nvContentPartPr>
              <p14:xfrm>
                <a:off x="3973566" y="1077423"/>
                <a:ext cx="134280" cy="13932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D3CC3D4B-809D-4FA3-5253-E07D7CDEA3F6}"/>
                    </a:ext>
                  </a:extLst>
                </p:cNvPr>
                <p:cNvPicPr/>
                <p:nvPr/>
              </p:nvPicPr>
              <p:blipFill>
                <a:blip r:embed="rId400"/>
                <a:stretch>
                  <a:fillRect/>
                </a:stretch>
              </p:blipFill>
              <p:spPr>
                <a:xfrm>
                  <a:off x="3955926" y="1059783"/>
                  <a:ext cx="16992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1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3E6B186E-0A55-E96C-3858-6D5B851217F5}"/>
                    </a:ext>
                  </a:extLst>
                </p14:cNvPr>
                <p14:cNvContentPartPr/>
                <p14:nvPr/>
              </p14:nvContentPartPr>
              <p14:xfrm>
                <a:off x="4188126" y="1052223"/>
                <a:ext cx="132480" cy="20088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3E6B186E-0A55-E96C-3858-6D5B851217F5}"/>
                    </a:ext>
                  </a:extLst>
                </p:cNvPr>
                <p:cNvPicPr/>
                <p:nvPr/>
              </p:nvPicPr>
              <p:blipFill>
                <a:blip r:embed="rId402"/>
                <a:stretch>
                  <a:fillRect/>
                </a:stretch>
              </p:blipFill>
              <p:spPr>
                <a:xfrm>
                  <a:off x="4170126" y="1034583"/>
                  <a:ext cx="168120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3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03158F2E-3A26-67AF-D0E8-2B8C041CCAFA}"/>
                    </a:ext>
                  </a:extLst>
                </p14:cNvPr>
                <p14:cNvContentPartPr/>
                <p14:nvPr/>
              </p14:nvContentPartPr>
              <p14:xfrm>
                <a:off x="2706726" y="1615983"/>
                <a:ext cx="168480" cy="13860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03158F2E-3A26-67AF-D0E8-2B8C041CCAFA}"/>
                    </a:ext>
                  </a:extLst>
                </p:cNvPr>
                <p:cNvPicPr/>
                <p:nvPr/>
              </p:nvPicPr>
              <p:blipFill>
                <a:blip r:embed="rId404"/>
                <a:stretch>
                  <a:fillRect/>
                </a:stretch>
              </p:blipFill>
              <p:spPr>
                <a:xfrm>
                  <a:off x="2689086" y="1598343"/>
                  <a:ext cx="20412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5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0C780E95-EB84-68D8-1BA9-706FE63A8D20}"/>
                    </a:ext>
                  </a:extLst>
                </p14:cNvPr>
                <p14:cNvContentPartPr/>
                <p14:nvPr/>
              </p14:nvContentPartPr>
              <p14:xfrm>
                <a:off x="2924166" y="1684743"/>
                <a:ext cx="105120" cy="16164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0C780E95-EB84-68D8-1BA9-706FE63A8D20}"/>
                    </a:ext>
                  </a:extLst>
                </p:cNvPr>
                <p:cNvPicPr/>
                <p:nvPr/>
              </p:nvPicPr>
              <p:blipFill>
                <a:blip r:embed="rId406"/>
                <a:stretch>
                  <a:fillRect/>
                </a:stretch>
              </p:blipFill>
              <p:spPr>
                <a:xfrm>
                  <a:off x="2906526" y="1667103"/>
                  <a:ext cx="14076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7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B862703D-6E34-5C2B-58E1-77A2FFFD319D}"/>
                    </a:ext>
                  </a:extLst>
                </p14:cNvPr>
                <p14:cNvContentPartPr/>
                <p14:nvPr/>
              </p14:nvContentPartPr>
              <p14:xfrm>
                <a:off x="3096606" y="1709223"/>
                <a:ext cx="183600" cy="14508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B862703D-6E34-5C2B-58E1-77A2FFFD319D}"/>
                    </a:ext>
                  </a:extLst>
                </p:cNvPr>
                <p:cNvPicPr/>
                <p:nvPr/>
              </p:nvPicPr>
              <p:blipFill>
                <a:blip r:embed="rId408"/>
                <a:stretch>
                  <a:fillRect/>
                </a:stretch>
              </p:blipFill>
              <p:spPr>
                <a:xfrm>
                  <a:off x="3078966" y="1691583"/>
                  <a:ext cx="21924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9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6CDA31D5-4474-8081-9AD6-A9401858AD24}"/>
                    </a:ext>
                  </a:extLst>
                </p14:cNvPr>
                <p14:cNvContentPartPr/>
                <p14:nvPr/>
              </p14:nvContentPartPr>
              <p14:xfrm>
                <a:off x="3901206" y="1583223"/>
                <a:ext cx="122400" cy="16776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6CDA31D5-4474-8081-9AD6-A9401858AD24}"/>
                    </a:ext>
                  </a:extLst>
                </p:cNvPr>
                <p:cNvPicPr/>
                <p:nvPr/>
              </p:nvPicPr>
              <p:blipFill>
                <a:blip r:embed="rId410"/>
                <a:stretch>
                  <a:fillRect/>
                </a:stretch>
              </p:blipFill>
              <p:spPr>
                <a:xfrm>
                  <a:off x="3883206" y="1565583"/>
                  <a:ext cx="15804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1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0744796F-A28D-F34C-168F-2D8A680A36E2}"/>
                    </a:ext>
                  </a:extLst>
                </p14:cNvPr>
                <p14:cNvContentPartPr/>
                <p14:nvPr/>
              </p14:nvContentPartPr>
              <p14:xfrm>
                <a:off x="4075806" y="1678263"/>
                <a:ext cx="115200" cy="16488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0744796F-A28D-F34C-168F-2D8A680A36E2}"/>
                    </a:ext>
                  </a:extLst>
                </p:cNvPr>
                <p:cNvPicPr/>
                <p:nvPr/>
              </p:nvPicPr>
              <p:blipFill>
                <a:blip r:embed="rId412"/>
                <a:stretch>
                  <a:fillRect/>
                </a:stretch>
              </p:blipFill>
              <p:spPr>
                <a:xfrm>
                  <a:off x="4058166" y="1660623"/>
                  <a:ext cx="15084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3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C6856D8A-66C9-82E6-B211-2F7793972ECE}"/>
                    </a:ext>
                  </a:extLst>
                </p14:cNvPr>
                <p14:cNvContentPartPr/>
                <p14:nvPr/>
              </p14:nvContentPartPr>
              <p14:xfrm>
                <a:off x="4255806" y="1662423"/>
                <a:ext cx="124560" cy="16524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C6856D8A-66C9-82E6-B211-2F7793972ECE}"/>
                    </a:ext>
                  </a:extLst>
                </p:cNvPr>
                <p:cNvPicPr/>
                <p:nvPr/>
              </p:nvPicPr>
              <p:blipFill>
                <a:blip r:embed="rId414"/>
                <a:stretch>
                  <a:fillRect/>
                </a:stretch>
              </p:blipFill>
              <p:spPr>
                <a:xfrm>
                  <a:off x="4237806" y="1644423"/>
                  <a:ext cx="16020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5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320D6295-5D21-7B6C-C79C-9F5B0C1DE401}"/>
                    </a:ext>
                  </a:extLst>
                </p14:cNvPr>
                <p14:cNvContentPartPr/>
                <p14:nvPr/>
              </p14:nvContentPartPr>
              <p14:xfrm>
                <a:off x="4284966" y="245823"/>
                <a:ext cx="365400" cy="180216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320D6295-5D21-7B6C-C79C-9F5B0C1DE401}"/>
                    </a:ext>
                  </a:extLst>
                </p:cNvPr>
                <p:cNvPicPr/>
                <p:nvPr/>
              </p:nvPicPr>
              <p:blipFill>
                <a:blip r:embed="rId416"/>
                <a:stretch>
                  <a:fillRect/>
                </a:stretch>
              </p:blipFill>
              <p:spPr>
                <a:xfrm>
                  <a:off x="4267326" y="227823"/>
                  <a:ext cx="401040" cy="18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7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D51FEEB2-20A6-9EC1-DDC0-43B497833ACB}"/>
                    </a:ext>
                  </a:extLst>
                </p14:cNvPr>
                <p14:cNvContentPartPr/>
                <p14:nvPr/>
              </p14:nvContentPartPr>
              <p14:xfrm>
                <a:off x="2733006" y="1010103"/>
                <a:ext cx="150840" cy="16560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D51FEEB2-20A6-9EC1-DDC0-43B497833ACB}"/>
                    </a:ext>
                  </a:extLst>
                </p:cNvPr>
                <p:cNvPicPr/>
                <p:nvPr/>
              </p:nvPicPr>
              <p:blipFill>
                <a:blip r:embed="rId418"/>
                <a:stretch>
                  <a:fillRect/>
                </a:stretch>
              </p:blipFill>
              <p:spPr>
                <a:xfrm>
                  <a:off x="2715006" y="992463"/>
                  <a:ext cx="18648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9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C5AA8432-328D-C1E7-F3F4-FE68D5A703AF}"/>
                    </a:ext>
                  </a:extLst>
                </p14:cNvPr>
                <p14:cNvContentPartPr/>
                <p14:nvPr/>
              </p14:nvContentPartPr>
              <p14:xfrm>
                <a:off x="2959446" y="1133583"/>
                <a:ext cx="128520" cy="12096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C5AA8432-328D-C1E7-F3F4-FE68D5A703AF}"/>
                    </a:ext>
                  </a:extLst>
                </p:cNvPr>
                <p:cNvPicPr/>
                <p:nvPr/>
              </p:nvPicPr>
              <p:blipFill>
                <a:blip r:embed="rId420"/>
                <a:stretch>
                  <a:fillRect/>
                </a:stretch>
              </p:blipFill>
              <p:spPr>
                <a:xfrm>
                  <a:off x="2941446" y="1115583"/>
                  <a:ext cx="16416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1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6AC0315D-A6A3-412C-33D9-AD9D6CFBB460}"/>
                    </a:ext>
                  </a:extLst>
                </p14:cNvPr>
                <p14:cNvContentPartPr/>
                <p14:nvPr/>
              </p14:nvContentPartPr>
              <p14:xfrm>
                <a:off x="3145206" y="1127103"/>
                <a:ext cx="204480" cy="13572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6AC0315D-A6A3-412C-33D9-AD9D6CFBB460}"/>
                    </a:ext>
                  </a:extLst>
                </p:cNvPr>
                <p:cNvPicPr/>
                <p:nvPr/>
              </p:nvPicPr>
              <p:blipFill>
                <a:blip r:embed="rId422"/>
                <a:stretch>
                  <a:fillRect/>
                </a:stretch>
              </p:blipFill>
              <p:spPr>
                <a:xfrm>
                  <a:off x="3127566" y="1109103"/>
                  <a:ext cx="24012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3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72D37113-C308-A3DA-8D37-438693E3FF8F}"/>
                    </a:ext>
                  </a:extLst>
                </p14:cNvPr>
                <p14:cNvContentPartPr/>
                <p14:nvPr/>
              </p14:nvContentPartPr>
              <p14:xfrm>
                <a:off x="2442486" y="391263"/>
                <a:ext cx="163080" cy="17964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72D37113-C308-A3DA-8D37-438693E3FF8F}"/>
                    </a:ext>
                  </a:extLst>
                </p:cNvPr>
                <p:cNvPicPr/>
                <p:nvPr/>
              </p:nvPicPr>
              <p:blipFill>
                <a:blip r:embed="rId424"/>
                <a:stretch>
                  <a:fillRect/>
                </a:stretch>
              </p:blipFill>
              <p:spPr>
                <a:xfrm>
                  <a:off x="2424846" y="373263"/>
                  <a:ext cx="19872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5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CC90C4DB-8319-D1A8-F260-0DED66B1D689}"/>
                    </a:ext>
                  </a:extLst>
                </p14:cNvPr>
                <p14:cNvContentPartPr/>
                <p14:nvPr/>
              </p14:nvContentPartPr>
              <p14:xfrm>
                <a:off x="2724366" y="507183"/>
                <a:ext cx="2880" cy="11232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CC90C4DB-8319-D1A8-F260-0DED66B1D689}"/>
                    </a:ext>
                  </a:extLst>
                </p:cNvPr>
                <p:cNvPicPr/>
                <p:nvPr/>
              </p:nvPicPr>
              <p:blipFill>
                <a:blip r:embed="rId426"/>
                <a:stretch>
                  <a:fillRect/>
                </a:stretch>
              </p:blipFill>
              <p:spPr>
                <a:xfrm>
                  <a:off x="2706366" y="489543"/>
                  <a:ext cx="3852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7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06E655BC-13D4-DF37-F8E2-C565BCCF5086}"/>
                    </a:ext>
                  </a:extLst>
                </p14:cNvPr>
                <p14:cNvContentPartPr/>
                <p14:nvPr/>
              </p14:nvContentPartPr>
              <p14:xfrm>
                <a:off x="2833806" y="520143"/>
                <a:ext cx="183600" cy="17676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06E655BC-13D4-DF37-F8E2-C565BCCF5086}"/>
                    </a:ext>
                  </a:extLst>
                </p:cNvPr>
                <p:cNvPicPr/>
                <p:nvPr/>
              </p:nvPicPr>
              <p:blipFill>
                <a:blip r:embed="rId428"/>
                <a:stretch>
                  <a:fillRect/>
                </a:stretch>
              </p:blipFill>
              <p:spPr>
                <a:xfrm>
                  <a:off x="2815806" y="502143"/>
                  <a:ext cx="21924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9">
              <p14:nvContentPartPr>
                <p14:cNvPr id="326" name="Ink 325">
                  <a:extLst>
                    <a:ext uri="{FF2B5EF4-FFF2-40B4-BE49-F238E27FC236}">
                      <a16:creationId xmlns:a16="http://schemas.microsoft.com/office/drawing/2014/main" id="{A5988F95-AE9B-D684-5F0A-100DC977379B}"/>
                    </a:ext>
                  </a:extLst>
                </p14:cNvPr>
                <p14:cNvContentPartPr/>
                <p14:nvPr/>
              </p14:nvContentPartPr>
              <p14:xfrm>
                <a:off x="4126206" y="374343"/>
                <a:ext cx="360" cy="360"/>
              </p14:xfrm>
            </p:contentPart>
          </mc:Choice>
          <mc:Fallback>
            <p:pic>
              <p:nvPicPr>
                <p:cNvPr id="326" name="Ink 325">
                  <a:extLst>
                    <a:ext uri="{FF2B5EF4-FFF2-40B4-BE49-F238E27FC236}">
                      <a16:creationId xmlns:a16="http://schemas.microsoft.com/office/drawing/2014/main" id="{A5988F95-AE9B-D684-5F0A-100DC977379B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4108566" y="356343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0">
              <p14:nvContentPartPr>
                <p14:cNvPr id="328" name="Ink 327">
                  <a:extLst>
                    <a:ext uri="{FF2B5EF4-FFF2-40B4-BE49-F238E27FC236}">
                      <a16:creationId xmlns:a16="http://schemas.microsoft.com/office/drawing/2014/main" id="{51993E43-8403-F4F3-3A58-90723F2CA7DC}"/>
                    </a:ext>
                  </a:extLst>
                </p14:cNvPr>
                <p14:cNvContentPartPr/>
                <p14:nvPr/>
              </p14:nvContentPartPr>
              <p14:xfrm>
                <a:off x="2825886" y="587103"/>
                <a:ext cx="360" cy="360"/>
              </p14:xfrm>
            </p:contentPart>
          </mc:Choice>
          <mc:Fallback>
            <p:pic>
              <p:nvPicPr>
                <p:cNvPr id="328" name="Ink 327">
                  <a:extLst>
                    <a:ext uri="{FF2B5EF4-FFF2-40B4-BE49-F238E27FC236}">
                      <a16:creationId xmlns:a16="http://schemas.microsoft.com/office/drawing/2014/main" id="{51993E43-8403-F4F3-3A58-90723F2CA7DC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2807886" y="569463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1">
              <p14:nvContentPartPr>
                <p14:cNvPr id="329" name="Ink 328">
                  <a:extLst>
                    <a:ext uri="{FF2B5EF4-FFF2-40B4-BE49-F238E27FC236}">
                      <a16:creationId xmlns:a16="http://schemas.microsoft.com/office/drawing/2014/main" id="{CD959FBB-D62C-413E-BD14-AF105A505255}"/>
                    </a:ext>
                  </a:extLst>
                </p14:cNvPr>
                <p14:cNvContentPartPr/>
                <p14:nvPr/>
              </p14:nvContentPartPr>
              <p14:xfrm>
                <a:off x="2807526" y="598263"/>
                <a:ext cx="157320" cy="1193400"/>
              </p14:xfrm>
            </p:contentPart>
          </mc:Choice>
          <mc:Fallback>
            <p:pic>
              <p:nvPicPr>
                <p:cNvPr id="329" name="Ink 328">
                  <a:extLst>
                    <a:ext uri="{FF2B5EF4-FFF2-40B4-BE49-F238E27FC236}">
                      <a16:creationId xmlns:a16="http://schemas.microsoft.com/office/drawing/2014/main" id="{CD959FBB-D62C-413E-BD14-AF105A505255}"/>
                    </a:ext>
                  </a:extLst>
                </p:cNvPr>
                <p:cNvPicPr/>
                <p:nvPr/>
              </p:nvPicPr>
              <p:blipFill>
                <a:blip r:embed="rId432"/>
                <a:stretch>
                  <a:fillRect/>
                </a:stretch>
              </p:blipFill>
              <p:spPr>
                <a:xfrm>
                  <a:off x="2789526" y="580263"/>
                  <a:ext cx="192960" cy="122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3">
              <p14:nvContentPartPr>
                <p14:cNvPr id="331" name="Ink 330">
                  <a:extLst>
                    <a:ext uri="{FF2B5EF4-FFF2-40B4-BE49-F238E27FC236}">
                      <a16:creationId xmlns:a16="http://schemas.microsoft.com/office/drawing/2014/main" id="{D379F8F5-DDB4-7DC4-712F-85C10CF31EFD}"/>
                    </a:ext>
                  </a:extLst>
                </p14:cNvPr>
                <p14:cNvContentPartPr/>
                <p14:nvPr/>
              </p14:nvContentPartPr>
              <p14:xfrm>
                <a:off x="4237446" y="1879143"/>
                <a:ext cx="3240" cy="2160"/>
              </p14:xfrm>
            </p:contentPart>
          </mc:Choice>
          <mc:Fallback>
            <p:pic>
              <p:nvPicPr>
                <p:cNvPr id="331" name="Ink 330">
                  <a:extLst>
                    <a:ext uri="{FF2B5EF4-FFF2-40B4-BE49-F238E27FC236}">
                      <a16:creationId xmlns:a16="http://schemas.microsoft.com/office/drawing/2014/main" id="{D379F8F5-DDB4-7DC4-712F-85C10CF31EFD}"/>
                    </a:ext>
                  </a:extLst>
                </p:cNvPr>
                <p:cNvPicPr/>
                <p:nvPr/>
              </p:nvPicPr>
              <p:blipFill>
                <a:blip r:embed="rId434"/>
                <a:stretch>
                  <a:fillRect/>
                </a:stretch>
              </p:blipFill>
              <p:spPr>
                <a:xfrm>
                  <a:off x="4219446" y="1861503"/>
                  <a:ext cx="3888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5">
              <p14:nvContentPartPr>
                <p14:cNvPr id="334" name="Ink 333">
                  <a:extLst>
                    <a:ext uri="{FF2B5EF4-FFF2-40B4-BE49-F238E27FC236}">
                      <a16:creationId xmlns:a16="http://schemas.microsoft.com/office/drawing/2014/main" id="{6E8638A2-82E2-2FE5-E3C5-9449E28F24CB}"/>
                    </a:ext>
                  </a:extLst>
                </p14:cNvPr>
                <p14:cNvContentPartPr/>
                <p14:nvPr/>
              </p14:nvContentPartPr>
              <p14:xfrm>
                <a:off x="4161846" y="915063"/>
                <a:ext cx="360" cy="360"/>
              </p14:xfrm>
            </p:contentPart>
          </mc:Choice>
          <mc:Fallback>
            <p:pic>
              <p:nvPicPr>
                <p:cNvPr id="334" name="Ink 333">
                  <a:extLst>
                    <a:ext uri="{FF2B5EF4-FFF2-40B4-BE49-F238E27FC236}">
                      <a16:creationId xmlns:a16="http://schemas.microsoft.com/office/drawing/2014/main" id="{6E8638A2-82E2-2FE5-E3C5-9449E28F24CB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4143846" y="897063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6">
              <p14:nvContentPartPr>
                <p14:cNvPr id="342" name="Ink 341">
                  <a:extLst>
                    <a:ext uri="{FF2B5EF4-FFF2-40B4-BE49-F238E27FC236}">
                      <a16:creationId xmlns:a16="http://schemas.microsoft.com/office/drawing/2014/main" id="{9AC77B81-D9B9-1819-6BAB-6EFF38FB324B}"/>
                    </a:ext>
                  </a:extLst>
                </p14:cNvPr>
                <p14:cNvContentPartPr/>
                <p14:nvPr/>
              </p14:nvContentPartPr>
              <p14:xfrm>
                <a:off x="2221086" y="1220703"/>
                <a:ext cx="1508400" cy="513000"/>
              </p14:xfrm>
            </p:contentPart>
          </mc:Choice>
          <mc:Fallback>
            <p:pic>
              <p:nvPicPr>
                <p:cNvPr id="342" name="Ink 341">
                  <a:extLst>
                    <a:ext uri="{FF2B5EF4-FFF2-40B4-BE49-F238E27FC236}">
                      <a16:creationId xmlns:a16="http://schemas.microsoft.com/office/drawing/2014/main" id="{9AC77B81-D9B9-1819-6BAB-6EFF38FB324B}"/>
                    </a:ext>
                  </a:extLst>
                </p:cNvPr>
                <p:cNvPicPr/>
                <p:nvPr/>
              </p:nvPicPr>
              <p:blipFill>
                <a:blip r:embed="rId437"/>
                <a:stretch>
                  <a:fillRect/>
                </a:stretch>
              </p:blipFill>
              <p:spPr>
                <a:xfrm>
                  <a:off x="2203086" y="1203063"/>
                  <a:ext cx="1544040" cy="54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8">
              <p14:nvContentPartPr>
                <p14:cNvPr id="343" name="Ink 342">
                  <a:extLst>
                    <a:ext uri="{FF2B5EF4-FFF2-40B4-BE49-F238E27FC236}">
                      <a16:creationId xmlns:a16="http://schemas.microsoft.com/office/drawing/2014/main" id="{AFDFD5A1-F89D-6B4B-A6C5-800708FB4C95}"/>
                    </a:ext>
                  </a:extLst>
                </p14:cNvPr>
                <p14:cNvContentPartPr/>
                <p14:nvPr/>
              </p14:nvContentPartPr>
              <p14:xfrm>
                <a:off x="2240166" y="1047543"/>
                <a:ext cx="1431000" cy="725040"/>
              </p14:xfrm>
            </p:contentPart>
          </mc:Choice>
          <mc:Fallback>
            <p:pic>
              <p:nvPicPr>
                <p:cNvPr id="343" name="Ink 342">
                  <a:extLst>
                    <a:ext uri="{FF2B5EF4-FFF2-40B4-BE49-F238E27FC236}">
                      <a16:creationId xmlns:a16="http://schemas.microsoft.com/office/drawing/2014/main" id="{AFDFD5A1-F89D-6B4B-A6C5-800708FB4C95}"/>
                    </a:ext>
                  </a:extLst>
                </p:cNvPr>
                <p:cNvPicPr/>
                <p:nvPr/>
              </p:nvPicPr>
              <p:blipFill>
                <a:blip r:embed="rId439"/>
                <a:stretch>
                  <a:fillRect/>
                </a:stretch>
              </p:blipFill>
              <p:spPr>
                <a:xfrm>
                  <a:off x="2222526" y="1029903"/>
                  <a:ext cx="1466640" cy="760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40">
            <p14:nvContentPartPr>
              <p14:cNvPr id="345" name="Ink 344">
                <a:extLst>
                  <a:ext uri="{FF2B5EF4-FFF2-40B4-BE49-F238E27FC236}">
                    <a16:creationId xmlns:a16="http://schemas.microsoft.com/office/drawing/2014/main" id="{DA2AA992-89C1-AFDD-B6C2-EAF9F6FE69DD}"/>
                  </a:ext>
                </a:extLst>
              </p14:cNvPr>
              <p14:cNvContentPartPr/>
              <p14:nvPr/>
            </p14:nvContentPartPr>
            <p14:xfrm>
              <a:off x="9816366" y="4737903"/>
              <a:ext cx="200160" cy="28800"/>
            </p14:xfrm>
          </p:contentPart>
        </mc:Choice>
        <mc:Fallback>
          <p:pic>
            <p:nvPicPr>
              <p:cNvPr id="345" name="Ink 344">
                <a:extLst>
                  <a:ext uri="{FF2B5EF4-FFF2-40B4-BE49-F238E27FC236}">
                    <a16:creationId xmlns:a16="http://schemas.microsoft.com/office/drawing/2014/main" id="{DA2AA992-89C1-AFDD-B6C2-EAF9F6FE69DD}"/>
                  </a:ext>
                </a:extLst>
              </p:cNvPr>
              <p:cNvPicPr/>
              <p:nvPr/>
            </p:nvPicPr>
            <p:blipFill>
              <a:blip r:embed="rId441"/>
              <a:stretch>
                <a:fillRect/>
              </a:stretch>
            </p:blipFill>
            <p:spPr>
              <a:xfrm>
                <a:off x="9798366" y="4720263"/>
                <a:ext cx="235800" cy="64440"/>
              </a:xfrm>
              <a:prstGeom prst="rect">
                <a:avLst/>
              </a:prstGeom>
            </p:spPr>
          </p:pic>
        </mc:Fallback>
      </mc:AlternateContent>
      <p:grpSp>
        <p:nvGrpSpPr>
          <p:cNvPr id="350" name="Group 349">
            <a:extLst>
              <a:ext uri="{FF2B5EF4-FFF2-40B4-BE49-F238E27FC236}">
                <a16:creationId xmlns:a16="http://schemas.microsoft.com/office/drawing/2014/main" id="{D4440D5B-70E1-C29B-9F08-9515B11EC22D}"/>
              </a:ext>
            </a:extLst>
          </p:cNvPr>
          <p:cNvGrpSpPr/>
          <p:nvPr/>
        </p:nvGrpSpPr>
        <p:grpSpPr>
          <a:xfrm>
            <a:off x="10193286" y="4613343"/>
            <a:ext cx="399600" cy="332280"/>
            <a:chOff x="10193286" y="4613343"/>
            <a:chExt cx="399600" cy="332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42">
              <p14:nvContentPartPr>
                <p14:cNvPr id="346" name="Ink 345">
                  <a:extLst>
                    <a:ext uri="{FF2B5EF4-FFF2-40B4-BE49-F238E27FC236}">
                      <a16:creationId xmlns:a16="http://schemas.microsoft.com/office/drawing/2014/main" id="{CFCCC7AB-B7AB-E925-465B-B8DB0F0CC814}"/>
                    </a:ext>
                  </a:extLst>
                </p14:cNvPr>
                <p14:cNvContentPartPr/>
                <p14:nvPr/>
              </p14:nvContentPartPr>
              <p14:xfrm>
                <a:off x="10193286" y="4613343"/>
                <a:ext cx="128880" cy="189360"/>
              </p14:xfrm>
            </p:contentPart>
          </mc:Choice>
          <mc:Fallback>
            <p:pic>
              <p:nvPicPr>
                <p:cNvPr id="346" name="Ink 345">
                  <a:extLst>
                    <a:ext uri="{FF2B5EF4-FFF2-40B4-BE49-F238E27FC236}">
                      <a16:creationId xmlns:a16="http://schemas.microsoft.com/office/drawing/2014/main" id="{CFCCC7AB-B7AB-E925-465B-B8DB0F0CC814}"/>
                    </a:ext>
                  </a:extLst>
                </p:cNvPr>
                <p:cNvPicPr/>
                <p:nvPr/>
              </p:nvPicPr>
              <p:blipFill>
                <a:blip r:embed="rId443"/>
                <a:stretch>
                  <a:fillRect/>
                </a:stretch>
              </p:blipFill>
              <p:spPr>
                <a:xfrm>
                  <a:off x="10175286" y="4595703"/>
                  <a:ext cx="164520" cy="22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4">
              <p14:nvContentPartPr>
                <p14:cNvPr id="347" name="Ink 346">
                  <a:extLst>
                    <a:ext uri="{FF2B5EF4-FFF2-40B4-BE49-F238E27FC236}">
                      <a16:creationId xmlns:a16="http://schemas.microsoft.com/office/drawing/2014/main" id="{08BD9BC0-F910-D174-A36A-60A0FADE304A}"/>
                    </a:ext>
                  </a:extLst>
                </p14:cNvPr>
                <p14:cNvContentPartPr/>
                <p14:nvPr/>
              </p14:nvContentPartPr>
              <p14:xfrm>
                <a:off x="10410726" y="4697943"/>
                <a:ext cx="90720" cy="180000"/>
              </p14:xfrm>
            </p:contentPart>
          </mc:Choice>
          <mc:Fallback>
            <p:pic>
              <p:nvPicPr>
                <p:cNvPr id="347" name="Ink 346">
                  <a:extLst>
                    <a:ext uri="{FF2B5EF4-FFF2-40B4-BE49-F238E27FC236}">
                      <a16:creationId xmlns:a16="http://schemas.microsoft.com/office/drawing/2014/main" id="{08BD9BC0-F910-D174-A36A-60A0FADE304A}"/>
                    </a:ext>
                  </a:extLst>
                </p:cNvPr>
                <p:cNvPicPr/>
                <p:nvPr/>
              </p:nvPicPr>
              <p:blipFill>
                <a:blip r:embed="rId445"/>
                <a:stretch>
                  <a:fillRect/>
                </a:stretch>
              </p:blipFill>
              <p:spPr>
                <a:xfrm>
                  <a:off x="10392726" y="4680303"/>
                  <a:ext cx="12636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6">
              <p14:nvContentPartPr>
                <p14:cNvPr id="348" name="Ink 347">
                  <a:extLst>
                    <a:ext uri="{FF2B5EF4-FFF2-40B4-BE49-F238E27FC236}">
                      <a16:creationId xmlns:a16="http://schemas.microsoft.com/office/drawing/2014/main" id="{42468A58-7470-81DC-FBCD-4053BC7B2E51}"/>
                    </a:ext>
                  </a:extLst>
                </p14:cNvPr>
                <p14:cNvContentPartPr/>
                <p14:nvPr/>
              </p14:nvContentPartPr>
              <p14:xfrm>
                <a:off x="10576686" y="4727823"/>
                <a:ext cx="16200" cy="217800"/>
              </p14:xfrm>
            </p:contentPart>
          </mc:Choice>
          <mc:Fallback>
            <p:pic>
              <p:nvPicPr>
                <p:cNvPr id="348" name="Ink 347">
                  <a:extLst>
                    <a:ext uri="{FF2B5EF4-FFF2-40B4-BE49-F238E27FC236}">
                      <a16:creationId xmlns:a16="http://schemas.microsoft.com/office/drawing/2014/main" id="{42468A58-7470-81DC-FBCD-4053BC7B2E51}"/>
                    </a:ext>
                  </a:extLst>
                </p:cNvPr>
                <p:cNvPicPr/>
                <p:nvPr/>
              </p:nvPicPr>
              <p:blipFill>
                <a:blip r:embed="rId447"/>
                <a:stretch>
                  <a:fillRect/>
                </a:stretch>
              </p:blipFill>
              <p:spPr>
                <a:xfrm>
                  <a:off x="10558686" y="4709823"/>
                  <a:ext cx="51840" cy="253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4" name="Group 353">
            <a:extLst>
              <a:ext uri="{FF2B5EF4-FFF2-40B4-BE49-F238E27FC236}">
                <a16:creationId xmlns:a16="http://schemas.microsoft.com/office/drawing/2014/main" id="{ABBD5B28-DFD6-3E6C-322E-88A0048A9D17}"/>
              </a:ext>
            </a:extLst>
          </p:cNvPr>
          <p:cNvGrpSpPr/>
          <p:nvPr/>
        </p:nvGrpSpPr>
        <p:grpSpPr>
          <a:xfrm>
            <a:off x="10808886" y="4348023"/>
            <a:ext cx="830520" cy="728280"/>
            <a:chOff x="10808886" y="4348023"/>
            <a:chExt cx="830520" cy="728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48">
              <p14:nvContentPartPr>
                <p14:cNvPr id="349" name="Ink 348">
                  <a:extLst>
                    <a:ext uri="{FF2B5EF4-FFF2-40B4-BE49-F238E27FC236}">
                      <a16:creationId xmlns:a16="http://schemas.microsoft.com/office/drawing/2014/main" id="{191BA96D-AE9D-ACEB-9A0C-C9521EDAD873}"/>
                    </a:ext>
                  </a:extLst>
                </p14:cNvPr>
                <p14:cNvContentPartPr/>
                <p14:nvPr/>
              </p14:nvContentPartPr>
              <p14:xfrm>
                <a:off x="10808886" y="4582383"/>
                <a:ext cx="165240" cy="171000"/>
              </p14:xfrm>
            </p:contentPart>
          </mc:Choice>
          <mc:Fallback>
            <p:pic>
              <p:nvPicPr>
                <p:cNvPr id="349" name="Ink 348">
                  <a:extLst>
                    <a:ext uri="{FF2B5EF4-FFF2-40B4-BE49-F238E27FC236}">
                      <a16:creationId xmlns:a16="http://schemas.microsoft.com/office/drawing/2014/main" id="{191BA96D-AE9D-ACEB-9A0C-C9521EDAD873}"/>
                    </a:ext>
                  </a:extLst>
                </p:cNvPr>
                <p:cNvPicPr/>
                <p:nvPr/>
              </p:nvPicPr>
              <p:blipFill>
                <a:blip r:embed="rId449"/>
                <a:stretch>
                  <a:fillRect/>
                </a:stretch>
              </p:blipFill>
              <p:spPr>
                <a:xfrm>
                  <a:off x="10791246" y="4564383"/>
                  <a:ext cx="20088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0">
              <p14:nvContentPartPr>
                <p14:cNvPr id="351" name="Ink 350">
                  <a:extLst>
                    <a:ext uri="{FF2B5EF4-FFF2-40B4-BE49-F238E27FC236}">
                      <a16:creationId xmlns:a16="http://schemas.microsoft.com/office/drawing/2014/main" id="{851EF591-245F-7E3D-B20A-3C6CAA340FD1}"/>
                    </a:ext>
                  </a:extLst>
                </p14:cNvPr>
                <p14:cNvContentPartPr/>
                <p14:nvPr/>
              </p14:nvContentPartPr>
              <p14:xfrm>
                <a:off x="11084286" y="4645023"/>
                <a:ext cx="154080" cy="162720"/>
              </p14:xfrm>
            </p:contentPart>
          </mc:Choice>
          <mc:Fallback>
            <p:pic>
              <p:nvPicPr>
                <p:cNvPr id="351" name="Ink 350">
                  <a:extLst>
                    <a:ext uri="{FF2B5EF4-FFF2-40B4-BE49-F238E27FC236}">
                      <a16:creationId xmlns:a16="http://schemas.microsoft.com/office/drawing/2014/main" id="{851EF591-245F-7E3D-B20A-3C6CAA340FD1}"/>
                    </a:ext>
                  </a:extLst>
                </p:cNvPr>
                <p:cNvPicPr/>
                <p:nvPr/>
              </p:nvPicPr>
              <p:blipFill>
                <a:blip r:embed="rId451"/>
                <a:stretch>
                  <a:fillRect/>
                </a:stretch>
              </p:blipFill>
              <p:spPr>
                <a:xfrm>
                  <a:off x="11066646" y="4627383"/>
                  <a:ext cx="18972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2">
              <p14:nvContentPartPr>
                <p14:cNvPr id="352" name="Ink 351">
                  <a:extLst>
                    <a:ext uri="{FF2B5EF4-FFF2-40B4-BE49-F238E27FC236}">
                      <a16:creationId xmlns:a16="http://schemas.microsoft.com/office/drawing/2014/main" id="{62F21F73-02A1-CE7D-7294-26DF034602C5}"/>
                    </a:ext>
                  </a:extLst>
                </p14:cNvPr>
                <p14:cNvContentPartPr/>
                <p14:nvPr/>
              </p14:nvContentPartPr>
              <p14:xfrm>
                <a:off x="11305686" y="4629903"/>
                <a:ext cx="106200" cy="212040"/>
              </p14:xfrm>
            </p:contentPart>
          </mc:Choice>
          <mc:Fallback>
            <p:pic>
              <p:nvPicPr>
                <p:cNvPr id="352" name="Ink 351">
                  <a:extLst>
                    <a:ext uri="{FF2B5EF4-FFF2-40B4-BE49-F238E27FC236}">
                      <a16:creationId xmlns:a16="http://schemas.microsoft.com/office/drawing/2014/main" id="{62F21F73-02A1-CE7D-7294-26DF034602C5}"/>
                    </a:ext>
                  </a:extLst>
                </p:cNvPr>
                <p:cNvPicPr/>
                <p:nvPr/>
              </p:nvPicPr>
              <p:blipFill>
                <a:blip r:embed="rId453"/>
                <a:stretch>
                  <a:fillRect/>
                </a:stretch>
              </p:blipFill>
              <p:spPr>
                <a:xfrm>
                  <a:off x="11288046" y="4611903"/>
                  <a:ext cx="141840" cy="2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4">
              <p14:nvContentPartPr>
                <p14:cNvPr id="353" name="Ink 352">
                  <a:extLst>
                    <a:ext uri="{FF2B5EF4-FFF2-40B4-BE49-F238E27FC236}">
                      <a16:creationId xmlns:a16="http://schemas.microsoft.com/office/drawing/2014/main" id="{7432888A-B532-6B5C-A607-6BB147DD92F6}"/>
                    </a:ext>
                  </a:extLst>
                </p14:cNvPr>
                <p14:cNvContentPartPr/>
                <p14:nvPr/>
              </p14:nvContentPartPr>
              <p14:xfrm>
                <a:off x="11355366" y="4348023"/>
                <a:ext cx="284040" cy="728280"/>
              </p14:xfrm>
            </p:contentPart>
          </mc:Choice>
          <mc:Fallback>
            <p:pic>
              <p:nvPicPr>
                <p:cNvPr id="353" name="Ink 352">
                  <a:extLst>
                    <a:ext uri="{FF2B5EF4-FFF2-40B4-BE49-F238E27FC236}">
                      <a16:creationId xmlns:a16="http://schemas.microsoft.com/office/drawing/2014/main" id="{7432888A-B532-6B5C-A607-6BB147DD92F6}"/>
                    </a:ext>
                  </a:extLst>
                </p:cNvPr>
                <p:cNvPicPr/>
                <p:nvPr/>
              </p:nvPicPr>
              <p:blipFill>
                <a:blip r:embed="rId455"/>
                <a:stretch>
                  <a:fillRect/>
                </a:stretch>
              </p:blipFill>
              <p:spPr>
                <a:xfrm>
                  <a:off x="11337726" y="4330383"/>
                  <a:ext cx="319680" cy="763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456">
            <p14:nvContentPartPr>
              <p14:cNvPr id="373" name="Ink 372">
                <a:extLst>
                  <a:ext uri="{FF2B5EF4-FFF2-40B4-BE49-F238E27FC236}">
                    <a16:creationId xmlns:a16="http://schemas.microsoft.com/office/drawing/2014/main" id="{C4E74B09-2AF6-5E67-3B00-0BDC8E4C8590}"/>
                  </a:ext>
                </a:extLst>
              </p14:cNvPr>
              <p14:cNvContentPartPr/>
              <p14:nvPr/>
            </p14:nvContentPartPr>
            <p14:xfrm>
              <a:off x="5305206" y="1124583"/>
              <a:ext cx="9000" cy="15840"/>
            </p14:xfrm>
          </p:contentPart>
        </mc:Choice>
        <mc:Fallback>
          <p:pic>
            <p:nvPicPr>
              <p:cNvPr id="373" name="Ink 372">
                <a:extLst>
                  <a:ext uri="{FF2B5EF4-FFF2-40B4-BE49-F238E27FC236}">
                    <a16:creationId xmlns:a16="http://schemas.microsoft.com/office/drawing/2014/main" id="{C4E74B09-2AF6-5E67-3B00-0BDC8E4C8590}"/>
                  </a:ext>
                </a:extLst>
              </p:cNvPr>
              <p:cNvPicPr/>
              <p:nvPr/>
            </p:nvPicPr>
            <p:blipFill>
              <a:blip r:embed="rId457"/>
              <a:stretch>
                <a:fillRect/>
              </a:stretch>
            </p:blipFill>
            <p:spPr>
              <a:xfrm>
                <a:off x="5273886" y="1093263"/>
                <a:ext cx="71640" cy="78480"/>
              </a:xfrm>
              <a:prstGeom prst="rect">
                <a:avLst/>
              </a:prstGeom>
            </p:spPr>
          </p:pic>
        </mc:Fallback>
      </mc:AlternateContent>
      <p:grpSp>
        <p:nvGrpSpPr>
          <p:cNvPr id="377" name="Group 376">
            <a:extLst>
              <a:ext uri="{FF2B5EF4-FFF2-40B4-BE49-F238E27FC236}">
                <a16:creationId xmlns:a16="http://schemas.microsoft.com/office/drawing/2014/main" id="{724F4B9A-FF9B-1924-45C1-81DD43CF3CBC}"/>
              </a:ext>
            </a:extLst>
          </p:cNvPr>
          <p:cNvGrpSpPr/>
          <p:nvPr/>
        </p:nvGrpSpPr>
        <p:grpSpPr>
          <a:xfrm>
            <a:off x="1807806" y="493863"/>
            <a:ext cx="2378880" cy="1369800"/>
            <a:chOff x="1807806" y="493863"/>
            <a:chExt cx="2378880" cy="1369800"/>
          </a:xfrm>
        </p:grpSpPr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458">
              <p14:nvContentPartPr>
                <p14:cNvPr id="374" name="Ink 373">
                  <a:extLst>
                    <a:ext uri="{FF2B5EF4-FFF2-40B4-BE49-F238E27FC236}">
                      <a16:creationId xmlns:a16="http://schemas.microsoft.com/office/drawing/2014/main" id="{86C35F27-07D0-4B64-D6B0-5D005810081E}"/>
                    </a:ext>
                  </a:extLst>
                </p14:cNvPr>
                <p14:cNvContentPartPr/>
                <p14:nvPr/>
              </p14:nvContentPartPr>
              <p14:xfrm>
                <a:off x="3869526" y="518703"/>
                <a:ext cx="3240" cy="24840"/>
              </p14:xfrm>
            </p:contentPart>
          </mc:Choice>
          <mc:Fallback>
            <p:pic>
              <p:nvPicPr>
                <p:cNvPr id="374" name="Ink 373">
                  <a:extLst>
                    <a:ext uri="{FF2B5EF4-FFF2-40B4-BE49-F238E27FC236}">
                      <a16:creationId xmlns:a16="http://schemas.microsoft.com/office/drawing/2014/main" id="{86C35F27-07D0-4B64-D6B0-5D005810081E}"/>
                    </a:ext>
                  </a:extLst>
                </p:cNvPr>
                <p:cNvPicPr/>
                <p:nvPr/>
              </p:nvPicPr>
              <p:blipFill>
                <a:blip r:embed="rId459"/>
                <a:stretch>
                  <a:fillRect/>
                </a:stretch>
              </p:blipFill>
              <p:spPr>
                <a:xfrm>
                  <a:off x="3838206" y="487383"/>
                  <a:ext cx="6588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460">
              <p14:nvContentPartPr>
                <p14:cNvPr id="375" name="Ink 374">
                  <a:extLst>
                    <a:ext uri="{FF2B5EF4-FFF2-40B4-BE49-F238E27FC236}">
                      <a16:creationId xmlns:a16="http://schemas.microsoft.com/office/drawing/2014/main" id="{1E29B01C-9FD7-C6BF-DE1D-53271FB81A7B}"/>
                    </a:ext>
                  </a:extLst>
                </p14:cNvPr>
                <p14:cNvContentPartPr/>
                <p14:nvPr/>
              </p14:nvContentPartPr>
              <p14:xfrm>
                <a:off x="1807806" y="493863"/>
                <a:ext cx="2041920" cy="92520"/>
              </p14:xfrm>
            </p:contentPart>
          </mc:Choice>
          <mc:Fallback>
            <p:pic>
              <p:nvPicPr>
                <p:cNvPr id="375" name="Ink 374">
                  <a:extLst>
                    <a:ext uri="{FF2B5EF4-FFF2-40B4-BE49-F238E27FC236}">
                      <a16:creationId xmlns:a16="http://schemas.microsoft.com/office/drawing/2014/main" id="{1E29B01C-9FD7-C6BF-DE1D-53271FB81A7B}"/>
                    </a:ext>
                  </a:extLst>
                </p:cNvPr>
                <p:cNvPicPr/>
                <p:nvPr/>
              </p:nvPicPr>
              <p:blipFill>
                <a:blip r:embed="rId461"/>
                <a:stretch>
                  <a:fillRect/>
                </a:stretch>
              </p:blipFill>
              <p:spPr>
                <a:xfrm>
                  <a:off x="1776486" y="462543"/>
                  <a:ext cx="210456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462">
              <p14:nvContentPartPr>
                <p14:cNvPr id="376" name="Ink 375">
                  <a:extLst>
                    <a:ext uri="{FF2B5EF4-FFF2-40B4-BE49-F238E27FC236}">
                      <a16:creationId xmlns:a16="http://schemas.microsoft.com/office/drawing/2014/main" id="{3E87CF12-938F-FDE0-0043-1FA6E6BB75C4}"/>
                    </a:ext>
                  </a:extLst>
                </p14:cNvPr>
                <p14:cNvContentPartPr/>
                <p14:nvPr/>
              </p14:nvContentPartPr>
              <p14:xfrm>
                <a:off x="3894366" y="494943"/>
                <a:ext cx="292320" cy="1368720"/>
              </p14:xfrm>
            </p:contentPart>
          </mc:Choice>
          <mc:Fallback>
            <p:pic>
              <p:nvPicPr>
                <p:cNvPr id="376" name="Ink 375">
                  <a:extLst>
                    <a:ext uri="{FF2B5EF4-FFF2-40B4-BE49-F238E27FC236}">
                      <a16:creationId xmlns:a16="http://schemas.microsoft.com/office/drawing/2014/main" id="{3E87CF12-938F-FDE0-0043-1FA6E6BB75C4}"/>
                    </a:ext>
                  </a:extLst>
                </p:cNvPr>
                <p:cNvPicPr/>
                <p:nvPr/>
              </p:nvPicPr>
              <p:blipFill>
                <a:blip r:embed="rId463"/>
                <a:stretch>
                  <a:fillRect/>
                </a:stretch>
              </p:blipFill>
              <p:spPr>
                <a:xfrm>
                  <a:off x="3863046" y="463623"/>
                  <a:ext cx="354960" cy="1431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0" name="Group 379">
            <a:extLst>
              <a:ext uri="{FF2B5EF4-FFF2-40B4-BE49-F238E27FC236}">
                <a16:creationId xmlns:a16="http://schemas.microsoft.com/office/drawing/2014/main" id="{DAB222B2-C1B2-4321-5E34-DB573B9A3FAE}"/>
              </a:ext>
            </a:extLst>
          </p:cNvPr>
          <p:cNvGrpSpPr/>
          <p:nvPr/>
        </p:nvGrpSpPr>
        <p:grpSpPr>
          <a:xfrm>
            <a:off x="2011926" y="1068063"/>
            <a:ext cx="872280" cy="696240"/>
            <a:chOff x="2011926" y="1068063"/>
            <a:chExt cx="872280" cy="696240"/>
          </a:xfrm>
        </p:grpSpPr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464">
              <p14:nvContentPartPr>
                <p14:cNvPr id="378" name="Ink 377">
                  <a:extLst>
                    <a:ext uri="{FF2B5EF4-FFF2-40B4-BE49-F238E27FC236}">
                      <a16:creationId xmlns:a16="http://schemas.microsoft.com/office/drawing/2014/main" id="{679C2469-4B6C-26DF-0E51-E94555B92772}"/>
                    </a:ext>
                  </a:extLst>
                </p14:cNvPr>
                <p14:cNvContentPartPr/>
                <p14:nvPr/>
              </p14:nvContentPartPr>
              <p14:xfrm>
                <a:off x="2011926" y="1185783"/>
                <a:ext cx="872280" cy="538560"/>
              </p14:xfrm>
            </p:contentPart>
          </mc:Choice>
          <mc:Fallback>
            <p:pic>
              <p:nvPicPr>
                <p:cNvPr id="378" name="Ink 377">
                  <a:extLst>
                    <a:ext uri="{FF2B5EF4-FFF2-40B4-BE49-F238E27FC236}">
                      <a16:creationId xmlns:a16="http://schemas.microsoft.com/office/drawing/2014/main" id="{679C2469-4B6C-26DF-0E51-E94555B92772}"/>
                    </a:ext>
                  </a:extLst>
                </p:cNvPr>
                <p:cNvPicPr/>
                <p:nvPr/>
              </p:nvPicPr>
              <p:blipFill>
                <a:blip r:embed="rId465"/>
                <a:stretch>
                  <a:fillRect/>
                </a:stretch>
              </p:blipFill>
              <p:spPr>
                <a:xfrm>
                  <a:off x="1980606" y="1154463"/>
                  <a:ext cx="934920" cy="60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466">
              <p14:nvContentPartPr>
                <p14:cNvPr id="379" name="Ink 378">
                  <a:extLst>
                    <a:ext uri="{FF2B5EF4-FFF2-40B4-BE49-F238E27FC236}">
                      <a16:creationId xmlns:a16="http://schemas.microsoft.com/office/drawing/2014/main" id="{05F006FD-4D69-B525-9A01-48BD31AF64B4}"/>
                    </a:ext>
                  </a:extLst>
                </p14:cNvPr>
                <p14:cNvContentPartPr/>
                <p14:nvPr/>
              </p14:nvContentPartPr>
              <p14:xfrm>
                <a:off x="2037846" y="1068063"/>
                <a:ext cx="790920" cy="696240"/>
              </p14:xfrm>
            </p:contentPart>
          </mc:Choice>
          <mc:Fallback>
            <p:pic>
              <p:nvPicPr>
                <p:cNvPr id="379" name="Ink 378">
                  <a:extLst>
                    <a:ext uri="{FF2B5EF4-FFF2-40B4-BE49-F238E27FC236}">
                      <a16:creationId xmlns:a16="http://schemas.microsoft.com/office/drawing/2014/main" id="{05F006FD-4D69-B525-9A01-48BD31AF64B4}"/>
                    </a:ext>
                  </a:extLst>
                </p:cNvPr>
                <p:cNvPicPr/>
                <p:nvPr/>
              </p:nvPicPr>
              <p:blipFill>
                <a:blip r:embed="rId467"/>
                <a:stretch>
                  <a:fillRect/>
                </a:stretch>
              </p:blipFill>
              <p:spPr>
                <a:xfrm>
                  <a:off x="2006526" y="1036743"/>
                  <a:ext cx="853560" cy="758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8" name="Group 397">
            <a:extLst>
              <a:ext uri="{FF2B5EF4-FFF2-40B4-BE49-F238E27FC236}">
                <a16:creationId xmlns:a16="http://schemas.microsoft.com/office/drawing/2014/main" id="{1D1B75CF-4D6F-B520-7581-1C99C5E0B8BB}"/>
              </a:ext>
            </a:extLst>
          </p:cNvPr>
          <p:cNvGrpSpPr/>
          <p:nvPr/>
        </p:nvGrpSpPr>
        <p:grpSpPr>
          <a:xfrm>
            <a:off x="6370446" y="5173503"/>
            <a:ext cx="3882960" cy="747360"/>
            <a:chOff x="6370446" y="5173503"/>
            <a:chExt cx="3882960" cy="747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68">
              <p14:nvContentPartPr>
                <p14:cNvPr id="355" name="Ink 354">
                  <a:extLst>
                    <a:ext uri="{FF2B5EF4-FFF2-40B4-BE49-F238E27FC236}">
                      <a16:creationId xmlns:a16="http://schemas.microsoft.com/office/drawing/2014/main" id="{AB0C9390-1DF7-3EA9-A5D8-B785F1BA84AA}"/>
                    </a:ext>
                  </a:extLst>
                </p14:cNvPr>
                <p14:cNvContentPartPr/>
                <p14:nvPr/>
              </p14:nvContentPartPr>
              <p14:xfrm>
                <a:off x="6370446" y="5275023"/>
                <a:ext cx="178920" cy="300960"/>
              </p14:xfrm>
            </p:contentPart>
          </mc:Choice>
          <mc:Fallback>
            <p:pic>
              <p:nvPicPr>
                <p:cNvPr id="355" name="Ink 354">
                  <a:extLst>
                    <a:ext uri="{FF2B5EF4-FFF2-40B4-BE49-F238E27FC236}">
                      <a16:creationId xmlns:a16="http://schemas.microsoft.com/office/drawing/2014/main" id="{AB0C9390-1DF7-3EA9-A5D8-B785F1BA84AA}"/>
                    </a:ext>
                  </a:extLst>
                </p:cNvPr>
                <p:cNvPicPr/>
                <p:nvPr/>
              </p:nvPicPr>
              <p:blipFill>
                <a:blip r:embed="rId469"/>
                <a:stretch>
                  <a:fillRect/>
                </a:stretch>
              </p:blipFill>
              <p:spPr>
                <a:xfrm>
                  <a:off x="6352446" y="5257023"/>
                  <a:ext cx="214560" cy="33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0">
              <p14:nvContentPartPr>
                <p14:cNvPr id="356" name="Ink 355">
                  <a:extLst>
                    <a:ext uri="{FF2B5EF4-FFF2-40B4-BE49-F238E27FC236}">
                      <a16:creationId xmlns:a16="http://schemas.microsoft.com/office/drawing/2014/main" id="{535D5D9E-BE34-6EA1-F10E-305C54F5C30A}"/>
                    </a:ext>
                  </a:extLst>
                </p14:cNvPr>
                <p14:cNvContentPartPr/>
                <p14:nvPr/>
              </p14:nvContentPartPr>
              <p14:xfrm>
                <a:off x="6412926" y="5466543"/>
                <a:ext cx="104400" cy="27360"/>
              </p14:xfrm>
            </p:contentPart>
          </mc:Choice>
          <mc:Fallback>
            <p:pic>
              <p:nvPicPr>
                <p:cNvPr id="356" name="Ink 355">
                  <a:extLst>
                    <a:ext uri="{FF2B5EF4-FFF2-40B4-BE49-F238E27FC236}">
                      <a16:creationId xmlns:a16="http://schemas.microsoft.com/office/drawing/2014/main" id="{535D5D9E-BE34-6EA1-F10E-305C54F5C30A}"/>
                    </a:ext>
                  </a:extLst>
                </p:cNvPr>
                <p:cNvPicPr/>
                <p:nvPr/>
              </p:nvPicPr>
              <p:blipFill>
                <a:blip r:embed="rId471"/>
                <a:stretch>
                  <a:fillRect/>
                </a:stretch>
              </p:blipFill>
              <p:spPr>
                <a:xfrm>
                  <a:off x="6394926" y="5448543"/>
                  <a:ext cx="14004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2">
              <p14:nvContentPartPr>
                <p14:cNvPr id="357" name="Ink 356">
                  <a:extLst>
                    <a:ext uri="{FF2B5EF4-FFF2-40B4-BE49-F238E27FC236}">
                      <a16:creationId xmlns:a16="http://schemas.microsoft.com/office/drawing/2014/main" id="{D308449C-468A-6009-86C9-C36E249C41B7}"/>
                    </a:ext>
                  </a:extLst>
                </p14:cNvPr>
                <p14:cNvContentPartPr/>
                <p14:nvPr/>
              </p14:nvContentPartPr>
              <p14:xfrm>
                <a:off x="6656646" y="5442063"/>
                <a:ext cx="17640" cy="164160"/>
              </p14:xfrm>
            </p:contentPart>
          </mc:Choice>
          <mc:Fallback>
            <p:pic>
              <p:nvPicPr>
                <p:cNvPr id="357" name="Ink 356">
                  <a:extLst>
                    <a:ext uri="{FF2B5EF4-FFF2-40B4-BE49-F238E27FC236}">
                      <a16:creationId xmlns:a16="http://schemas.microsoft.com/office/drawing/2014/main" id="{D308449C-468A-6009-86C9-C36E249C41B7}"/>
                    </a:ext>
                  </a:extLst>
                </p:cNvPr>
                <p:cNvPicPr/>
                <p:nvPr/>
              </p:nvPicPr>
              <p:blipFill>
                <a:blip r:embed="rId473"/>
                <a:stretch>
                  <a:fillRect/>
                </a:stretch>
              </p:blipFill>
              <p:spPr>
                <a:xfrm>
                  <a:off x="6638646" y="5424423"/>
                  <a:ext cx="5328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4">
              <p14:nvContentPartPr>
                <p14:cNvPr id="358" name="Ink 357">
                  <a:extLst>
                    <a:ext uri="{FF2B5EF4-FFF2-40B4-BE49-F238E27FC236}">
                      <a16:creationId xmlns:a16="http://schemas.microsoft.com/office/drawing/2014/main" id="{23C589DD-C016-9448-48C6-5CA60E615C35}"/>
                    </a:ext>
                  </a:extLst>
                </p14:cNvPr>
                <p14:cNvContentPartPr/>
                <p14:nvPr/>
              </p14:nvContentPartPr>
              <p14:xfrm>
                <a:off x="6735126" y="5458623"/>
                <a:ext cx="109800" cy="182160"/>
              </p14:xfrm>
            </p:contentPart>
          </mc:Choice>
          <mc:Fallback>
            <p:pic>
              <p:nvPicPr>
                <p:cNvPr id="358" name="Ink 357">
                  <a:extLst>
                    <a:ext uri="{FF2B5EF4-FFF2-40B4-BE49-F238E27FC236}">
                      <a16:creationId xmlns:a16="http://schemas.microsoft.com/office/drawing/2014/main" id="{23C589DD-C016-9448-48C6-5CA60E615C35}"/>
                    </a:ext>
                  </a:extLst>
                </p:cNvPr>
                <p:cNvPicPr/>
                <p:nvPr/>
              </p:nvPicPr>
              <p:blipFill>
                <a:blip r:embed="rId475"/>
                <a:stretch>
                  <a:fillRect/>
                </a:stretch>
              </p:blipFill>
              <p:spPr>
                <a:xfrm>
                  <a:off x="6717486" y="5440623"/>
                  <a:ext cx="14544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6">
              <p14:nvContentPartPr>
                <p14:cNvPr id="359" name="Ink 358">
                  <a:extLst>
                    <a:ext uri="{FF2B5EF4-FFF2-40B4-BE49-F238E27FC236}">
                      <a16:creationId xmlns:a16="http://schemas.microsoft.com/office/drawing/2014/main" id="{01821CF6-EDEF-EE99-B651-CED5D8403FD8}"/>
                    </a:ext>
                  </a:extLst>
                </p14:cNvPr>
                <p14:cNvContentPartPr/>
                <p14:nvPr/>
              </p14:nvContentPartPr>
              <p14:xfrm>
                <a:off x="6978126" y="5486343"/>
                <a:ext cx="81000" cy="32400"/>
              </p14:xfrm>
            </p:contentPart>
          </mc:Choice>
          <mc:Fallback>
            <p:pic>
              <p:nvPicPr>
                <p:cNvPr id="359" name="Ink 358">
                  <a:extLst>
                    <a:ext uri="{FF2B5EF4-FFF2-40B4-BE49-F238E27FC236}">
                      <a16:creationId xmlns:a16="http://schemas.microsoft.com/office/drawing/2014/main" id="{01821CF6-EDEF-EE99-B651-CED5D8403FD8}"/>
                    </a:ext>
                  </a:extLst>
                </p:cNvPr>
                <p:cNvPicPr/>
                <p:nvPr/>
              </p:nvPicPr>
              <p:blipFill>
                <a:blip r:embed="rId477"/>
                <a:stretch>
                  <a:fillRect/>
                </a:stretch>
              </p:blipFill>
              <p:spPr>
                <a:xfrm>
                  <a:off x="6960486" y="5468703"/>
                  <a:ext cx="11664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8">
              <p14:nvContentPartPr>
                <p14:cNvPr id="360" name="Ink 359">
                  <a:extLst>
                    <a:ext uri="{FF2B5EF4-FFF2-40B4-BE49-F238E27FC236}">
                      <a16:creationId xmlns:a16="http://schemas.microsoft.com/office/drawing/2014/main" id="{234A84A3-71ED-4DE7-178C-7004C7A371DB}"/>
                    </a:ext>
                  </a:extLst>
                </p14:cNvPr>
                <p14:cNvContentPartPr/>
                <p14:nvPr/>
              </p14:nvContentPartPr>
              <p14:xfrm>
                <a:off x="6977046" y="5596503"/>
                <a:ext cx="163440" cy="20880"/>
              </p14:xfrm>
            </p:contentPart>
          </mc:Choice>
          <mc:Fallback>
            <p:pic>
              <p:nvPicPr>
                <p:cNvPr id="360" name="Ink 359">
                  <a:extLst>
                    <a:ext uri="{FF2B5EF4-FFF2-40B4-BE49-F238E27FC236}">
                      <a16:creationId xmlns:a16="http://schemas.microsoft.com/office/drawing/2014/main" id="{234A84A3-71ED-4DE7-178C-7004C7A371DB}"/>
                    </a:ext>
                  </a:extLst>
                </p:cNvPr>
                <p:cNvPicPr/>
                <p:nvPr/>
              </p:nvPicPr>
              <p:blipFill>
                <a:blip r:embed="rId479"/>
                <a:stretch>
                  <a:fillRect/>
                </a:stretch>
              </p:blipFill>
              <p:spPr>
                <a:xfrm>
                  <a:off x="6959406" y="5578863"/>
                  <a:ext cx="19908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0">
              <p14:nvContentPartPr>
                <p14:cNvPr id="362" name="Ink 361">
                  <a:extLst>
                    <a:ext uri="{FF2B5EF4-FFF2-40B4-BE49-F238E27FC236}">
                      <a16:creationId xmlns:a16="http://schemas.microsoft.com/office/drawing/2014/main" id="{73546DB8-5174-7CB7-7E2C-76BE35CA5428}"/>
                    </a:ext>
                  </a:extLst>
                </p14:cNvPr>
                <p14:cNvContentPartPr/>
                <p14:nvPr/>
              </p14:nvContentPartPr>
              <p14:xfrm>
                <a:off x="7442166" y="5489583"/>
                <a:ext cx="84240" cy="4320"/>
              </p14:xfrm>
            </p:contentPart>
          </mc:Choice>
          <mc:Fallback>
            <p:pic>
              <p:nvPicPr>
                <p:cNvPr id="362" name="Ink 361">
                  <a:extLst>
                    <a:ext uri="{FF2B5EF4-FFF2-40B4-BE49-F238E27FC236}">
                      <a16:creationId xmlns:a16="http://schemas.microsoft.com/office/drawing/2014/main" id="{73546DB8-5174-7CB7-7E2C-76BE35CA5428}"/>
                    </a:ext>
                  </a:extLst>
                </p:cNvPr>
                <p:cNvPicPr/>
                <p:nvPr/>
              </p:nvPicPr>
              <p:blipFill>
                <a:blip r:embed="rId481"/>
                <a:stretch>
                  <a:fillRect/>
                </a:stretch>
              </p:blipFill>
              <p:spPr>
                <a:xfrm>
                  <a:off x="7424166" y="5471583"/>
                  <a:ext cx="11988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2">
              <p14:nvContentPartPr>
                <p14:cNvPr id="363" name="Ink 362">
                  <a:extLst>
                    <a:ext uri="{FF2B5EF4-FFF2-40B4-BE49-F238E27FC236}">
                      <a16:creationId xmlns:a16="http://schemas.microsoft.com/office/drawing/2014/main" id="{21D7C1D3-577B-2576-0B03-E63FF96C13E1}"/>
                    </a:ext>
                  </a:extLst>
                </p14:cNvPr>
                <p14:cNvContentPartPr/>
                <p14:nvPr/>
              </p14:nvContentPartPr>
              <p14:xfrm>
                <a:off x="7645926" y="5389503"/>
                <a:ext cx="12960" cy="180720"/>
              </p14:xfrm>
            </p:contentPart>
          </mc:Choice>
          <mc:Fallback>
            <p:pic>
              <p:nvPicPr>
                <p:cNvPr id="363" name="Ink 362">
                  <a:extLst>
                    <a:ext uri="{FF2B5EF4-FFF2-40B4-BE49-F238E27FC236}">
                      <a16:creationId xmlns:a16="http://schemas.microsoft.com/office/drawing/2014/main" id="{21D7C1D3-577B-2576-0B03-E63FF96C13E1}"/>
                    </a:ext>
                  </a:extLst>
                </p:cNvPr>
                <p:cNvPicPr/>
                <p:nvPr/>
              </p:nvPicPr>
              <p:blipFill>
                <a:blip r:embed="rId483"/>
                <a:stretch>
                  <a:fillRect/>
                </a:stretch>
              </p:blipFill>
              <p:spPr>
                <a:xfrm>
                  <a:off x="7628286" y="5371863"/>
                  <a:ext cx="4860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4">
              <p14:nvContentPartPr>
                <p14:cNvPr id="364" name="Ink 363">
                  <a:extLst>
                    <a:ext uri="{FF2B5EF4-FFF2-40B4-BE49-F238E27FC236}">
                      <a16:creationId xmlns:a16="http://schemas.microsoft.com/office/drawing/2014/main" id="{102F64D1-F9BC-EE54-AE29-E344577FC3F1}"/>
                    </a:ext>
                  </a:extLst>
                </p14:cNvPr>
                <p14:cNvContentPartPr/>
                <p14:nvPr/>
              </p14:nvContentPartPr>
              <p14:xfrm>
                <a:off x="7611726" y="5300583"/>
                <a:ext cx="188280" cy="463680"/>
              </p14:xfrm>
            </p:contentPart>
          </mc:Choice>
          <mc:Fallback>
            <p:pic>
              <p:nvPicPr>
                <p:cNvPr id="364" name="Ink 363">
                  <a:extLst>
                    <a:ext uri="{FF2B5EF4-FFF2-40B4-BE49-F238E27FC236}">
                      <a16:creationId xmlns:a16="http://schemas.microsoft.com/office/drawing/2014/main" id="{102F64D1-F9BC-EE54-AE29-E344577FC3F1}"/>
                    </a:ext>
                  </a:extLst>
                </p:cNvPr>
                <p:cNvPicPr/>
                <p:nvPr/>
              </p:nvPicPr>
              <p:blipFill>
                <a:blip r:embed="rId485"/>
                <a:stretch>
                  <a:fillRect/>
                </a:stretch>
              </p:blipFill>
              <p:spPr>
                <a:xfrm>
                  <a:off x="7594086" y="5282583"/>
                  <a:ext cx="223920" cy="49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6">
              <p14:nvContentPartPr>
                <p14:cNvPr id="365" name="Ink 364">
                  <a:extLst>
                    <a:ext uri="{FF2B5EF4-FFF2-40B4-BE49-F238E27FC236}">
                      <a16:creationId xmlns:a16="http://schemas.microsoft.com/office/drawing/2014/main" id="{BAD9CFE0-076E-07A7-FD74-BE04A5FA5701}"/>
                    </a:ext>
                  </a:extLst>
                </p14:cNvPr>
                <p14:cNvContentPartPr/>
                <p14:nvPr/>
              </p14:nvContentPartPr>
              <p14:xfrm>
                <a:off x="7186926" y="5331543"/>
                <a:ext cx="100080" cy="419760"/>
              </p14:xfrm>
            </p:contentPart>
          </mc:Choice>
          <mc:Fallback>
            <p:pic>
              <p:nvPicPr>
                <p:cNvPr id="365" name="Ink 364">
                  <a:extLst>
                    <a:ext uri="{FF2B5EF4-FFF2-40B4-BE49-F238E27FC236}">
                      <a16:creationId xmlns:a16="http://schemas.microsoft.com/office/drawing/2014/main" id="{BAD9CFE0-076E-07A7-FD74-BE04A5FA5701}"/>
                    </a:ext>
                  </a:extLst>
                </p:cNvPr>
                <p:cNvPicPr/>
                <p:nvPr/>
              </p:nvPicPr>
              <p:blipFill>
                <a:blip r:embed="rId487"/>
                <a:stretch>
                  <a:fillRect/>
                </a:stretch>
              </p:blipFill>
              <p:spPr>
                <a:xfrm>
                  <a:off x="7168926" y="5313903"/>
                  <a:ext cx="135720" cy="45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8">
              <p14:nvContentPartPr>
                <p14:cNvPr id="366" name="Ink 365">
                  <a:extLst>
                    <a:ext uri="{FF2B5EF4-FFF2-40B4-BE49-F238E27FC236}">
                      <a16:creationId xmlns:a16="http://schemas.microsoft.com/office/drawing/2014/main" id="{16796481-96FB-922F-204D-DE99B9EEB7E8}"/>
                    </a:ext>
                  </a:extLst>
                </p14:cNvPr>
                <p14:cNvContentPartPr/>
                <p14:nvPr/>
              </p14:nvContentPartPr>
              <p14:xfrm>
                <a:off x="7855806" y="5185743"/>
                <a:ext cx="39240" cy="171720"/>
              </p14:xfrm>
            </p:contentPart>
          </mc:Choice>
          <mc:Fallback>
            <p:pic>
              <p:nvPicPr>
                <p:cNvPr id="366" name="Ink 365">
                  <a:extLst>
                    <a:ext uri="{FF2B5EF4-FFF2-40B4-BE49-F238E27FC236}">
                      <a16:creationId xmlns:a16="http://schemas.microsoft.com/office/drawing/2014/main" id="{16796481-96FB-922F-204D-DE99B9EEB7E8}"/>
                    </a:ext>
                  </a:extLst>
                </p:cNvPr>
                <p:cNvPicPr/>
                <p:nvPr/>
              </p:nvPicPr>
              <p:blipFill>
                <a:blip r:embed="rId489"/>
                <a:stretch>
                  <a:fillRect/>
                </a:stretch>
              </p:blipFill>
              <p:spPr>
                <a:xfrm>
                  <a:off x="7838166" y="5168103"/>
                  <a:ext cx="7488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0">
              <p14:nvContentPartPr>
                <p14:cNvPr id="367" name="Ink 366">
                  <a:extLst>
                    <a:ext uri="{FF2B5EF4-FFF2-40B4-BE49-F238E27FC236}">
                      <a16:creationId xmlns:a16="http://schemas.microsoft.com/office/drawing/2014/main" id="{62F8661A-1B4C-AABB-415D-B68C09BA4A9E}"/>
                    </a:ext>
                  </a:extLst>
                </p14:cNvPr>
                <p14:cNvContentPartPr/>
                <p14:nvPr/>
              </p14:nvContentPartPr>
              <p14:xfrm>
                <a:off x="7940046" y="5265663"/>
                <a:ext cx="122040" cy="34560"/>
              </p14:xfrm>
            </p:contentPart>
          </mc:Choice>
          <mc:Fallback>
            <p:pic>
              <p:nvPicPr>
                <p:cNvPr id="367" name="Ink 366">
                  <a:extLst>
                    <a:ext uri="{FF2B5EF4-FFF2-40B4-BE49-F238E27FC236}">
                      <a16:creationId xmlns:a16="http://schemas.microsoft.com/office/drawing/2014/main" id="{62F8661A-1B4C-AABB-415D-B68C09BA4A9E}"/>
                    </a:ext>
                  </a:extLst>
                </p:cNvPr>
                <p:cNvPicPr/>
                <p:nvPr/>
              </p:nvPicPr>
              <p:blipFill>
                <a:blip r:embed="rId491"/>
                <a:stretch>
                  <a:fillRect/>
                </a:stretch>
              </p:blipFill>
              <p:spPr>
                <a:xfrm>
                  <a:off x="7922046" y="5247663"/>
                  <a:ext cx="15768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2">
              <p14:nvContentPartPr>
                <p14:cNvPr id="368" name="Ink 367">
                  <a:extLst>
                    <a:ext uri="{FF2B5EF4-FFF2-40B4-BE49-F238E27FC236}">
                      <a16:creationId xmlns:a16="http://schemas.microsoft.com/office/drawing/2014/main" id="{4191784B-3544-208C-6094-803ED2A01767}"/>
                    </a:ext>
                  </a:extLst>
                </p14:cNvPr>
                <p14:cNvContentPartPr/>
                <p14:nvPr/>
              </p14:nvContentPartPr>
              <p14:xfrm>
                <a:off x="7988286" y="5196903"/>
                <a:ext cx="37080" cy="166680"/>
              </p14:xfrm>
            </p:contentPart>
          </mc:Choice>
          <mc:Fallback>
            <p:pic>
              <p:nvPicPr>
                <p:cNvPr id="368" name="Ink 367">
                  <a:extLst>
                    <a:ext uri="{FF2B5EF4-FFF2-40B4-BE49-F238E27FC236}">
                      <a16:creationId xmlns:a16="http://schemas.microsoft.com/office/drawing/2014/main" id="{4191784B-3544-208C-6094-803ED2A01767}"/>
                    </a:ext>
                  </a:extLst>
                </p:cNvPr>
                <p:cNvPicPr/>
                <p:nvPr/>
              </p:nvPicPr>
              <p:blipFill>
                <a:blip r:embed="rId493"/>
                <a:stretch>
                  <a:fillRect/>
                </a:stretch>
              </p:blipFill>
              <p:spPr>
                <a:xfrm>
                  <a:off x="7970646" y="5178903"/>
                  <a:ext cx="7272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4">
              <p14:nvContentPartPr>
                <p14:cNvPr id="369" name="Ink 368">
                  <a:extLst>
                    <a:ext uri="{FF2B5EF4-FFF2-40B4-BE49-F238E27FC236}">
                      <a16:creationId xmlns:a16="http://schemas.microsoft.com/office/drawing/2014/main" id="{D32D86D0-B31E-62BD-30E2-33CAC509B32C}"/>
                    </a:ext>
                  </a:extLst>
                </p14:cNvPr>
                <p14:cNvContentPartPr/>
                <p14:nvPr/>
              </p14:nvContentPartPr>
              <p14:xfrm>
                <a:off x="8141646" y="5173503"/>
                <a:ext cx="124920" cy="200160"/>
              </p14:xfrm>
            </p:contentPart>
          </mc:Choice>
          <mc:Fallback>
            <p:pic>
              <p:nvPicPr>
                <p:cNvPr id="369" name="Ink 368">
                  <a:extLst>
                    <a:ext uri="{FF2B5EF4-FFF2-40B4-BE49-F238E27FC236}">
                      <a16:creationId xmlns:a16="http://schemas.microsoft.com/office/drawing/2014/main" id="{D32D86D0-B31E-62BD-30E2-33CAC509B32C}"/>
                    </a:ext>
                  </a:extLst>
                </p:cNvPr>
                <p:cNvPicPr/>
                <p:nvPr/>
              </p:nvPicPr>
              <p:blipFill>
                <a:blip r:embed="rId495"/>
                <a:stretch>
                  <a:fillRect/>
                </a:stretch>
              </p:blipFill>
              <p:spPr>
                <a:xfrm>
                  <a:off x="8123646" y="5155863"/>
                  <a:ext cx="16056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6">
              <p14:nvContentPartPr>
                <p14:cNvPr id="370" name="Ink 369">
                  <a:extLst>
                    <a:ext uri="{FF2B5EF4-FFF2-40B4-BE49-F238E27FC236}">
                      <a16:creationId xmlns:a16="http://schemas.microsoft.com/office/drawing/2014/main" id="{53247453-759D-4BF3-F74C-47A4CC3B1F37}"/>
                    </a:ext>
                  </a:extLst>
                </p14:cNvPr>
                <p14:cNvContentPartPr/>
                <p14:nvPr/>
              </p14:nvContentPartPr>
              <p14:xfrm>
                <a:off x="8395446" y="5245143"/>
                <a:ext cx="176040" cy="659520"/>
              </p14:xfrm>
            </p:contentPart>
          </mc:Choice>
          <mc:Fallback>
            <p:pic>
              <p:nvPicPr>
                <p:cNvPr id="370" name="Ink 369">
                  <a:extLst>
                    <a:ext uri="{FF2B5EF4-FFF2-40B4-BE49-F238E27FC236}">
                      <a16:creationId xmlns:a16="http://schemas.microsoft.com/office/drawing/2014/main" id="{53247453-759D-4BF3-F74C-47A4CC3B1F37}"/>
                    </a:ext>
                  </a:extLst>
                </p:cNvPr>
                <p:cNvPicPr/>
                <p:nvPr/>
              </p:nvPicPr>
              <p:blipFill>
                <a:blip r:embed="rId497"/>
                <a:stretch>
                  <a:fillRect/>
                </a:stretch>
              </p:blipFill>
              <p:spPr>
                <a:xfrm>
                  <a:off x="8377446" y="5227143"/>
                  <a:ext cx="211680" cy="69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8">
              <p14:nvContentPartPr>
                <p14:cNvPr id="371" name="Ink 370">
                  <a:extLst>
                    <a:ext uri="{FF2B5EF4-FFF2-40B4-BE49-F238E27FC236}">
                      <a16:creationId xmlns:a16="http://schemas.microsoft.com/office/drawing/2014/main" id="{F7365DFA-618E-41BA-F504-D31BCFD3DC3A}"/>
                    </a:ext>
                  </a:extLst>
                </p14:cNvPr>
                <p14:cNvContentPartPr/>
                <p14:nvPr/>
              </p14:nvContentPartPr>
              <p14:xfrm>
                <a:off x="8815926" y="5897103"/>
                <a:ext cx="41400" cy="23760"/>
              </p14:xfrm>
            </p:contentPart>
          </mc:Choice>
          <mc:Fallback>
            <p:pic>
              <p:nvPicPr>
                <p:cNvPr id="371" name="Ink 370">
                  <a:extLst>
                    <a:ext uri="{FF2B5EF4-FFF2-40B4-BE49-F238E27FC236}">
                      <a16:creationId xmlns:a16="http://schemas.microsoft.com/office/drawing/2014/main" id="{F7365DFA-618E-41BA-F504-D31BCFD3DC3A}"/>
                    </a:ext>
                  </a:extLst>
                </p:cNvPr>
                <p:cNvPicPr/>
                <p:nvPr/>
              </p:nvPicPr>
              <p:blipFill>
                <a:blip r:embed="rId499"/>
                <a:stretch>
                  <a:fillRect/>
                </a:stretch>
              </p:blipFill>
              <p:spPr>
                <a:xfrm>
                  <a:off x="8797926" y="5879463"/>
                  <a:ext cx="7704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0">
              <p14:nvContentPartPr>
                <p14:cNvPr id="381" name="Ink 380">
                  <a:extLst>
                    <a:ext uri="{FF2B5EF4-FFF2-40B4-BE49-F238E27FC236}">
                      <a16:creationId xmlns:a16="http://schemas.microsoft.com/office/drawing/2014/main" id="{8D7ABDB6-5A53-C4A9-01CC-51EAD97FDD9E}"/>
                    </a:ext>
                  </a:extLst>
                </p14:cNvPr>
                <p14:cNvContentPartPr/>
                <p14:nvPr/>
              </p14:nvContentPartPr>
              <p14:xfrm>
                <a:off x="8716566" y="5496783"/>
                <a:ext cx="212760" cy="216720"/>
              </p14:xfrm>
            </p:contentPart>
          </mc:Choice>
          <mc:Fallback>
            <p:pic>
              <p:nvPicPr>
                <p:cNvPr id="381" name="Ink 380">
                  <a:extLst>
                    <a:ext uri="{FF2B5EF4-FFF2-40B4-BE49-F238E27FC236}">
                      <a16:creationId xmlns:a16="http://schemas.microsoft.com/office/drawing/2014/main" id="{8D7ABDB6-5A53-C4A9-01CC-51EAD97FDD9E}"/>
                    </a:ext>
                  </a:extLst>
                </p:cNvPr>
                <p:cNvPicPr/>
                <p:nvPr/>
              </p:nvPicPr>
              <p:blipFill>
                <a:blip r:embed="rId501"/>
                <a:stretch>
                  <a:fillRect/>
                </a:stretch>
              </p:blipFill>
              <p:spPr>
                <a:xfrm>
                  <a:off x="8698926" y="5478783"/>
                  <a:ext cx="248400" cy="25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2">
              <p14:nvContentPartPr>
                <p14:cNvPr id="382" name="Ink 381">
                  <a:extLst>
                    <a:ext uri="{FF2B5EF4-FFF2-40B4-BE49-F238E27FC236}">
                      <a16:creationId xmlns:a16="http://schemas.microsoft.com/office/drawing/2014/main" id="{3C02E090-C672-B635-A04B-734531D0EC48}"/>
                    </a:ext>
                  </a:extLst>
                </p14:cNvPr>
                <p14:cNvContentPartPr/>
                <p14:nvPr/>
              </p14:nvContentPartPr>
              <p14:xfrm>
                <a:off x="9012126" y="5596503"/>
                <a:ext cx="91800" cy="142560"/>
              </p14:xfrm>
            </p:contentPart>
          </mc:Choice>
          <mc:Fallback>
            <p:pic>
              <p:nvPicPr>
                <p:cNvPr id="382" name="Ink 381">
                  <a:extLst>
                    <a:ext uri="{FF2B5EF4-FFF2-40B4-BE49-F238E27FC236}">
                      <a16:creationId xmlns:a16="http://schemas.microsoft.com/office/drawing/2014/main" id="{3C02E090-C672-B635-A04B-734531D0EC48}"/>
                    </a:ext>
                  </a:extLst>
                </p:cNvPr>
                <p:cNvPicPr/>
                <p:nvPr/>
              </p:nvPicPr>
              <p:blipFill>
                <a:blip r:embed="rId503"/>
                <a:stretch>
                  <a:fillRect/>
                </a:stretch>
              </p:blipFill>
              <p:spPr>
                <a:xfrm>
                  <a:off x="8994126" y="5578503"/>
                  <a:ext cx="12744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4">
              <p14:nvContentPartPr>
                <p14:cNvPr id="383" name="Ink 382">
                  <a:extLst>
                    <a:ext uri="{FF2B5EF4-FFF2-40B4-BE49-F238E27FC236}">
                      <a16:creationId xmlns:a16="http://schemas.microsoft.com/office/drawing/2014/main" id="{7B4F9686-2592-3A39-2530-E4FAD778017F}"/>
                    </a:ext>
                  </a:extLst>
                </p14:cNvPr>
                <p14:cNvContentPartPr/>
                <p14:nvPr/>
              </p14:nvContentPartPr>
              <p14:xfrm>
                <a:off x="9193566" y="5641503"/>
                <a:ext cx="14400" cy="152640"/>
              </p14:xfrm>
            </p:contentPart>
          </mc:Choice>
          <mc:Fallback>
            <p:pic>
              <p:nvPicPr>
                <p:cNvPr id="383" name="Ink 382">
                  <a:extLst>
                    <a:ext uri="{FF2B5EF4-FFF2-40B4-BE49-F238E27FC236}">
                      <a16:creationId xmlns:a16="http://schemas.microsoft.com/office/drawing/2014/main" id="{7B4F9686-2592-3A39-2530-E4FAD778017F}"/>
                    </a:ext>
                  </a:extLst>
                </p:cNvPr>
                <p:cNvPicPr/>
                <p:nvPr/>
              </p:nvPicPr>
              <p:blipFill>
                <a:blip r:embed="rId505"/>
                <a:stretch>
                  <a:fillRect/>
                </a:stretch>
              </p:blipFill>
              <p:spPr>
                <a:xfrm>
                  <a:off x="9175926" y="5623863"/>
                  <a:ext cx="5004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6">
              <p14:nvContentPartPr>
                <p14:cNvPr id="384" name="Ink 383">
                  <a:extLst>
                    <a:ext uri="{FF2B5EF4-FFF2-40B4-BE49-F238E27FC236}">
                      <a16:creationId xmlns:a16="http://schemas.microsoft.com/office/drawing/2014/main" id="{C1CAECD0-9B45-8CCC-A0C9-2A9FFA20F456}"/>
                    </a:ext>
                  </a:extLst>
                </p14:cNvPr>
                <p14:cNvContentPartPr/>
                <p14:nvPr/>
              </p14:nvContentPartPr>
              <p14:xfrm>
                <a:off x="9368526" y="5513703"/>
                <a:ext cx="144000" cy="172080"/>
              </p14:xfrm>
            </p:contentPart>
          </mc:Choice>
          <mc:Fallback>
            <p:pic>
              <p:nvPicPr>
                <p:cNvPr id="384" name="Ink 383">
                  <a:extLst>
                    <a:ext uri="{FF2B5EF4-FFF2-40B4-BE49-F238E27FC236}">
                      <a16:creationId xmlns:a16="http://schemas.microsoft.com/office/drawing/2014/main" id="{C1CAECD0-9B45-8CCC-A0C9-2A9FFA20F456}"/>
                    </a:ext>
                  </a:extLst>
                </p:cNvPr>
                <p:cNvPicPr/>
                <p:nvPr/>
              </p:nvPicPr>
              <p:blipFill>
                <a:blip r:embed="rId507"/>
                <a:stretch>
                  <a:fillRect/>
                </a:stretch>
              </p:blipFill>
              <p:spPr>
                <a:xfrm>
                  <a:off x="9350886" y="5496063"/>
                  <a:ext cx="17964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8">
              <p14:nvContentPartPr>
                <p14:cNvPr id="385" name="Ink 384">
                  <a:extLst>
                    <a:ext uri="{FF2B5EF4-FFF2-40B4-BE49-F238E27FC236}">
                      <a16:creationId xmlns:a16="http://schemas.microsoft.com/office/drawing/2014/main" id="{238879D5-4FC9-1D23-2F2B-D4FA56660E17}"/>
                    </a:ext>
                  </a:extLst>
                </p14:cNvPr>
                <p14:cNvContentPartPr/>
                <p14:nvPr/>
              </p14:nvContentPartPr>
              <p14:xfrm>
                <a:off x="9621246" y="5577423"/>
                <a:ext cx="82800" cy="182520"/>
              </p14:xfrm>
            </p:contentPart>
          </mc:Choice>
          <mc:Fallback>
            <p:pic>
              <p:nvPicPr>
                <p:cNvPr id="385" name="Ink 384">
                  <a:extLst>
                    <a:ext uri="{FF2B5EF4-FFF2-40B4-BE49-F238E27FC236}">
                      <a16:creationId xmlns:a16="http://schemas.microsoft.com/office/drawing/2014/main" id="{238879D5-4FC9-1D23-2F2B-D4FA56660E17}"/>
                    </a:ext>
                  </a:extLst>
                </p:cNvPr>
                <p:cNvPicPr/>
                <p:nvPr/>
              </p:nvPicPr>
              <p:blipFill>
                <a:blip r:embed="rId509"/>
                <a:stretch>
                  <a:fillRect/>
                </a:stretch>
              </p:blipFill>
              <p:spPr>
                <a:xfrm>
                  <a:off x="9603606" y="5559783"/>
                  <a:ext cx="118440" cy="21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0">
              <p14:nvContentPartPr>
                <p14:cNvPr id="386" name="Ink 385">
                  <a:extLst>
                    <a:ext uri="{FF2B5EF4-FFF2-40B4-BE49-F238E27FC236}">
                      <a16:creationId xmlns:a16="http://schemas.microsoft.com/office/drawing/2014/main" id="{D88838F9-F69B-BEEB-AA03-7DA77135A809}"/>
                    </a:ext>
                  </a:extLst>
                </p14:cNvPr>
                <p14:cNvContentPartPr/>
                <p14:nvPr/>
              </p14:nvContentPartPr>
              <p14:xfrm>
                <a:off x="9790446" y="5628543"/>
                <a:ext cx="163440" cy="149760"/>
              </p14:xfrm>
            </p:contentPart>
          </mc:Choice>
          <mc:Fallback>
            <p:pic>
              <p:nvPicPr>
                <p:cNvPr id="386" name="Ink 385">
                  <a:extLst>
                    <a:ext uri="{FF2B5EF4-FFF2-40B4-BE49-F238E27FC236}">
                      <a16:creationId xmlns:a16="http://schemas.microsoft.com/office/drawing/2014/main" id="{D88838F9-F69B-BEEB-AA03-7DA77135A809}"/>
                    </a:ext>
                  </a:extLst>
                </p:cNvPr>
                <p:cNvPicPr/>
                <p:nvPr/>
              </p:nvPicPr>
              <p:blipFill>
                <a:blip r:embed="rId511"/>
                <a:stretch>
                  <a:fillRect/>
                </a:stretch>
              </p:blipFill>
              <p:spPr>
                <a:xfrm>
                  <a:off x="9772806" y="5610903"/>
                  <a:ext cx="19908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2">
              <p14:nvContentPartPr>
                <p14:cNvPr id="387" name="Ink 386">
                  <a:extLst>
                    <a:ext uri="{FF2B5EF4-FFF2-40B4-BE49-F238E27FC236}">
                      <a16:creationId xmlns:a16="http://schemas.microsoft.com/office/drawing/2014/main" id="{620A1456-13D4-897B-331B-6E84BDA70DF2}"/>
                    </a:ext>
                  </a:extLst>
                </p14:cNvPr>
                <p14:cNvContentPartPr/>
                <p14:nvPr/>
              </p14:nvContentPartPr>
              <p14:xfrm>
                <a:off x="10110846" y="5601543"/>
                <a:ext cx="142560" cy="52920"/>
              </p14:xfrm>
            </p:contentPart>
          </mc:Choice>
          <mc:Fallback>
            <p:pic>
              <p:nvPicPr>
                <p:cNvPr id="387" name="Ink 386">
                  <a:extLst>
                    <a:ext uri="{FF2B5EF4-FFF2-40B4-BE49-F238E27FC236}">
                      <a16:creationId xmlns:a16="http://schemas.microsoft.com/office/drawing/2014/main" id="{620A1456-13D4-897B-331B-6E84BDA70DF2}"/>
                    </a:ext>
                  </a:extLst>
                </p:cNvPr>
                <p:cNvPicPr/>
                <p:nvPr/>
              </p:nvPicPr>
              <p:blipFill>
                <a:blip r:embed="rId513"/>
                <a:stretch>
                  <a:fillRect/>
                </a:stretch>
              </p:blipFill>
              <p:spPr>
                <a:xfrm>
                  <a:off x="10092846" y="5583543"/>
                  <a:ext cx="178200" cy="88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6" name="Group 395">
            <a:extLst>
              <a:ext uri="{FF2B5EF4-FFF2-40B4-BE49-F238E27FC236}">
                <a16:creationId xmlns:a16="http://schemas.microsoft.com/office/drawing/2014/main" id="{E7598F0C-5D4C-E883-A24A-91C68AC59F79}"/>
              </a:ext>
            </a:extLst>
          </p:cNvPr>
          <p:cNvGrpSpPr/>
          <p:nvPr/>
        </p:nvGrpSpPr>
        <p:grpSpPr>
          <a:xfrm>
            <a:off x="10458606" y="5267463"/>
            <a:ext cx="1279800" cy="833040"/>
            <a:chOff x="10458606" y="5267463"/>
            <a:chExt cx="1279800" cy="833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14">
              <p14:nvContentPartPr>
                <p14:cNvPr id="388" name="Ink 387">
                  <a:extLst>
                    <a:ext uri="{FF2B5EF4-FFF2-40B4-BE49-F238E27FC236}">
                      <a16:creationId xmlns:a16="http://schemas.microsoft.com/office/drawing/2014/main" id="{223BC33B-C939-5167-8D1C-DC35E6CC3065}"/>
                    </a:ext>
                  </a:extLst>
                </p14:cNvPr>
                <p14:cNvContentPartPr/>
                <p14:nvPr/>
              </p14:nvContentPartPr>
              <p14:xfrm>
                <a:off x="10458606" y="5479503"/>
                <a:ext cx="156240" cy="185760"/>
              </p14:xfrm>
            </p:contentPart>
          </mc:Choice>
          <mc:Fallback>
            <p:pic>
              <p:nvPicPr>
                <p:cNvPr id="388" name="Ink 387">
                  <a:extLst>
                    <a:ext uri="{FF2B5EF4-FFF2-40B4-BE49-F238E27FC236}">
                      <a16:creationId xmlns:a16="http://schemas.microsoft.com/office/drawing/2014/main" id="{223BC33B-C939-5167-8D1C-DC35E6CC3065}"/>
                    </a:ext>
                  </a:extLst>
                </p:cNvPr>
                <p:cNvPicPr/>
                <p:nvPr/>
              </p:nvPicPr>
              <p:blipFill>
                <a:blip r:embed="rId515"/>
                <a:stretch>
                  <a:fillRect/>
                </a:stretch>
              </p:blipFill>
              <p:spPr>
                <a:xfrm>
                  <a:off x="10440606" y="5461503"/>
                  <a:ext cx="19188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6">
              <p14:nvContentPartPr>
                <p14:cNvPr id="389" name="Ink 388">
                  <a:extLst>
                    <a:ext uri="{FF2B5EF4-FFF2-40B4-BE49-F238E27FC236}">
                      <a16:creationId xmlns:a16="http://schemas.microsoft.com/office/drawing/2014/main" id="{B8C1E444-07F7-0EC7-7B1E-216C7207533E}"/>
                    </a:ext>
                  </a:extLst>
                </p14:cNvPr>
                <p14:cNvContentPartPr/>
                <p14:nvPr/>
              </p14:nvContentPartPr>
              <p14:xfrm>
                <a:off x="10671366" y="5610543"/>
                <a:ext cx="109440" cy="131400"/>
              </p14:xfrm>
            </p:contentPart>
          </mc:Choice>
          <mc:Fallback>
            <p:pic>
              <p:nvPicPr>
                <p:cNvPr id="389" name="Ink 388">
                  <a:extLst>
                    <a:ext uri="{FF2B5EF4-FFF2-40B4-BE49-F238E27FC236}">
                      <a16:creationId xmlns:a16="http://schemas.microsoft.com/office/drawing/2014/main" id="{B8C1E444-07F7-0EC7-7B1E-216C7207533E}"/>
                    </a:ext>
                  </a:extLst>
                </p:cNvPr>
                <p:cNvPicPr/>
                <p:nvPr/>
              </p:nvPicPr>
              <p:blipFill>
                <a:blip r:embed="rId517"/>
                <a:stretch>
                  <a:fillRect/>
                </a:stretch>
              </p:blipFill>
              <p:spPr>
                <a:xfrm>
                  <a:off x="10653366" y="5592543"/>
                  <a:ext cx="14508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8">
              <p14:nvContentPartPr>
                <p14:cNvPr id="390" name="Ink 389">
                  <a:extLst>
                    <a:ext uri="{FF2B5EF4-FFF2-40B4-BE49-F238E27FC236}">
                      <a16:creationId xmlns:a16="http://schemas.microsoft.com/office/drawing/2014/main" id="{A8EEEDEC-E98D-B116-E376-F0666B3F1D7F}"/>
                    </a:ext>
                  </a:extLst>
                </p14:cNvPr>
                <p14:cNvContentPartPr/>
                <p14:nvPr/>
              </p14:nvContentPartPr>
              <p14:xfrm>
                <a:off x="10866486" y="5618463"/>
                <a:ext cx="125280" cy="144720"/>
              </p14:xfrm>
            </p:contentPart>
          </mc:Choice>
          <mc:Fallback>
            <p:pic>
              <p:nvPicPr>
                <p:cNvPr id="390" name="Ink 389">
                  <a:extLst>
                    <a:ext uri="{FF2B5EF4-FFF2-40B4-BE49-F238E27FC236}">
                      <a16:creationId xmlns:a16="http://schemas.microsoft.com/office/drawing/2014/main" id="{A8EEEDEC-E98D-B116-E376-F0666B3F1D7F}"/>
                    </a:ext>
                  </a:extLst>
                </p:cNvPr>
                <p:cNvPicPr/>
                <p:nvPr/>
              </p:nvPicPr>
              <p:blipFill>
                <a:blip r:embed="rId519"/>
                <a:stretch>
                  <a:fillRect/>
                </a:stretch>
              </p:blipFill>
              <p:spPr>
                <a:xfrm>
                  <a:off x="10848846" y="5600463"/>
                  <a:ext cx="16092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0">
              <p14:nvContentPartPr>
                <p14:cNvPr id="391" name="Ink 390">
                  <a:extLst>
                    <a:ext uri="{FF2B5EF4-FFF2-40B4-BE49-F238E27FC236}">
                      <a16:creationId xmlns:a16="http://schemas.microsoft.com/office/drawing/2014/main" id="{3CAC5A91-CAAC-066F-0C60-5BC43E980C47}"/>
                    </a:ext>
                  </a:extLst>
                </p14:cNvPr>
                <p14:cNvContentPartPr/>
                <p14:nvPr/>
              </p14:nvContentPartPr>
              <p14:xfrm>
                <a:off x="11121726" y="5492823"/>
                <a:ext cx="148680" cy="197280"/>
              </p14:xfrm>
            </p:contentPart>
          </mc:Choice>
          <mc:Fallback>
            <p:pic>
              <p:nvPicPr>
                <p:cNvPr id="391" name="Ink 390">
                  <a:extLst>
                    <a:ext uri="{FF2B5EF4-FFF2-40B4-BE49-F238E27FC236}">
                      <a16:creationId xmlns:a16="http://schemas.microsoft.com/office/drawing/2014/main" id="{3CAC5A91-CAAC-066F-0C60-5BC43E980C47}"/>
                    </a:ext>
                  </a:extLst>
                </p:cNvPr>
                <p:cNvPicPr/>
                <p:nvPr/>
              </p:nvPicPr>
              <p:blipFill>
                <a:blip r:embed="rId521"/>
                <a:stretch>
                  <a:fillRect/>
                </a:stretch>
              </p:blipFill>
              <p:spPr>
                <a:xfrm>
                  <a:off x="11103726" y="5475183"/>
                  <a:ext cx="184320" cy="23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2">
              <p14:nvContentPartPr>
                <p14:cNvPr id="392" name="Ink 391">
                  <a:extLst>
                    <a:ext uri="{FF2B5EF4-FFF2-40B4-BE49-F238E27FC236}">
                      <a16:creationId xmlns:a16="http://schemas.microsoft.com/office/drawing/2014/main" id="{B86D2F9E-67CF-D675-9754-8126AAE7572C}"/>
                    </a:ext>
                  </a:extLst>
                </p14:cNvPr>
                <p14:cNvContentPartPr/>
                <p14:nvPr/>
              </p14:nvContentPartPr>
              <p14:xfrm>
                <a:off x="11325126" y="5592903"/>
                <a:ext cx="95400" cy="167040"/>
              </p14:xfrm>
            </p:contentPart>
          </mc:Choice>
          <mc:Fallback>
            <p:pic>
              <p:nvPicPr>
                <p:cNvPr id="392" name="Ink 391">
                  <a:extLst>
                    <a:ext uri="{FF2B5EF4-FFF2-40B4-BE49-F238E27FC236}">
                      <a16:creationId xmlns:a16="http://schemas.microsoft.com/office/drawing/2014/main" id="{B86D2F9E-67CF-D675-9754-8126AAE7572C}"/>
                    </a:ext>
                  </a:extLst>
                </p:cNvPr>
                <p:cNvPicPr/>
                <p:nvPr/>
              </p:nvPicPr>
              <p:blipFill>
                <a:blip r:embed="rId523"/>
                <a:stretch>
                  <a:fillRect/>
                </a:stretch>
              </p:blipFill>
              <p:spPr>
                <a:xfrm>
                  <a:off x="11307486" y="5575263"/>
                  <a:ext cx="13104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4">
              <p14:nvContentPartPr>
                <p14:cNvPr id="393" name="Ink 392">
                  <a:extLst>
                    <a:ext uri="{FF2B5EF4-FFF2-40B4-BE49-F238E27FC236}">
                      <a16:creationId xmlns:a16="http://schemas.microsoft.com/office/drawing/2014/main" id="{3397728B-EDA4-BB65-2347-E8243FDC7E6E}"/>
                    </a:ext>
                  </a:extLst>
                </p14:cNvPr>
                <p14:cNvContentPartPr/>
                <p14:nvPr/>
              </p14:nvContentPartPr>
              <p14:xfrm>
                <a:off x="11499006" y="5648343"/>
                <a:ext cx="26280" cy="198000"/>
              </p14:xfrm>
            </p:contentPart>
          </mc:Choice>
          <mc:Fallback>
            <p:pic>
              <p:nvPicPr>
                <p:cNvPr id="393" name="Ink 392">
                  <a:extLst>
                    <a:ext uri="{FF2B5EF4-FFF2-40B4-BE49-F238E27FC236}">
                      <a16:creationId xmlns:a16="http://schemas.microsoft.com/office/drawing/2014/main" id="{3397728B-EDA4-BB65-2347-E8243FDC7E6E}"/>
                    </a:ext>
                  </a:extLst>
                </p:cNvPr>
                <p:cNvPicPr/>
                <p:nvPr/>
              </p:nvPicPr>
              <p:blipFill>
                <a:blip r:embed="rId525"/>
                <a:stretch>
                  <a:fillRect/>
                </a:stretch>
              </p:blipFill>
              <p:spPr>
                <a:xfrm>
                  <a:off x="11481006" y="5630703"/>
                  <a:ext cx="6192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6">
              <p14:nvContentPartPr>
                <p14:cNvPr id="394" name="Ink 393">
                  <a:extLst>
                    <a:ext uri="{FF2B5EF4-FFF2-40B4-BE49-F238E27FC236}">
                      <a16:creationId xmlns:a16="http://schemas.microsoft.com/office/drawing/2014/main" id="{3D236F69-E746-53C5-552E-F9C63A7BE661}"/>
                    </a:ext>
                  </a:extLst>
                </p14:cNvPr>
                <p14:cNvContentPartPr/>
                <p14:nvPr/>
              </p14:nvContentPartPr>
              <p14:xfrm>
                <a:off x="11460486" y="5267463"/>
                <a:ext cx="277920" cy="833040"/>
              </p14:xfrm>
            </p:contentPart>
          </mc:Choice>
          <mc:Fallback>
            <p:pic>
              <p:nvPicPr>
                <p:cNvPr id="394" name="Ink 393">
                  <a:extLst>
                    <a:ext uri="{FF2B5EF4-FFF2-40B4-BE49-F238E27FC236}">
                      <a16:creationId xmlns:a16="http://schemas.microsoft.com/office/drawing/2014/main" id="{3D236F69-E746-53C5-552E-F9C63A7BE661}"/>
                    </a:ext>
                  </a:extLst>
                </p:cNvPr>
                <p:cNvPicPr/>
                <p:nvPr/>
              </p:nvPicPr>
              <p:blipFill>
                <a:blip r:embed="rId527"/>
                <a:stretch>
                  <a:fillRect/>
                </a:stretch>
              </p:blipFill>
              <p:spPr>
                <a:xfrm>
                  <a:off x="11442486" y="5249463"/>
                  <a:ext cx="313560" cy="868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28">
            <p14:nvContentPartPr>
              <p14:cNvPr id="395" name="Ink 394">
                <a:extLst>
                  <a:ext uri="{FF2B5EF4-FFF2-40B4-BE49-F238E27FC236}">
                    <a16:creationId xmlns:a16="http://schemas.microsoft.com/office/drawing/2014/main" id="{F7495BC4-771E-DBCE-539A-CAD1BB934F72}"/>
                  </a:ext>
                </a:extLst>
              </p14:cNvPr>
              <p14:cNvContentPartPr/>
              <p14:nvPr/>
            </p14:nvContentPartPr>
            <p14:xfrm>
              <a:off x="10947126" y="6344583"/>
              <a:ext cx="13320" cy="47880"/>
            </p14:xfrm>
          </p:contentPart>
        </mc:Choice>
        <mc:Fallback>
          <p:pic>
            <p:nvPicPr>
              <p:cNvPr id="395" name="Ink 394">
                <a:extLst>
                  <a:ext uri="{FF2B5EF4-FFF2-40B4-BE49-F238E27FC236}">
                    <a16:creationId xmlns:a16="http://schemas.microsoft.com/office/drawing/2014/main" id="{F7495BC4-771E-DBCE-539A-CAD1BB934F72}"/>
                  </a:ext>
                </a:extLst>
              </p:cNvPr>
              <p:cNvPicPr/>
              <p:nvPr/>
            </p:nvPicPr>
            <p:blipFill>
              <a:blip r:embed="rId529"/>
              <a:stretch>
                <a:fillRect/>
              </a:stretch>
            </p:blipFill>
            <p:spPr>
              <a:xfrm>
                <a:off x="10929126" y="6326943"/>
                <a:ext cx="48960" cy="83520"/>
              </a:xfrm>
              <a:prstGeom prst="rect">
                <a:avLst/>
              </a:prstGeom>
            </p:spPr>
          </p:pic>
        </mc:Fallback>
      </mc:AlternateContent>
      <p:grpSp>
        <p:nvGrpSpPr>
          <p:cNvPr id="429" name="Group 428">
            <a:extLst>
              <a:ext uri="{FF2B5EF4-FFF2-40B4-BE49-F238E27FC236}">
                <a16:creationId xmlns:a16="http://schemas.microsoft.com/office/drawing/2014/main" id="{98B4B9C9-1C7E-9609-97AE-49378FF38BB9}"/>
              </a:ext>
            </a:extLst>
          </p:cNvPr>
          <p:cNvGrpSpPr/>
          <p:nvPr/>
        </p:nvGrpSpPr>
        <p:grpSpPr>
          <a:xfrm>
            <a:off x="6624246" y="1138263"/>
            <a:ext cx="1143720" cy="749880"/>
            <a:chOff x="6624246" y="1138263"/>
            <a:chExt cx="1143720" cy="749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30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82336174-2A74-1865-1819-91FD0C7102CE}"/>
                    </a:ext>
                  </a:extLst>
                </p14:cNvPr>
                <p14:cNvContentPartPr/>
                <p14:nvPr/>
              </p14:nvContentPartPr>
              <p14:xfrm>
                <a:off x="6812166" y="1609143"/>
                <a:ext cx="146880" cy="34560"/>
              </p14:xfrm>
            </p:contentPart>
          </mc:Choice>
          <mc:Fallback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82336174-2A74-1865-1819-91FD0C7102CE}"/>
                    </a:ext>
                  </a:extLst>
                </p:cNvPr>
                <p:cNvPicPr/>
                <p:nvPr/>
              </p:nvPicPr>
              <p:blipFill>
                <a:blip r:embed="rId531"/>
                <a:stretch>
                  <a:fillRect/>
                </a:stretch>
              </p:blipFill>
              <p:spPr>
                <a:xfrm>
                  <a:off x="6794526" y="1591503"/>
                  <a:ext cx="18252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2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BA612D66-C1D3-9442-0757-0C5894470B3B}"/>
                    </a:ext>
                  </a:extLst>
                </p14:cNvPr>
                <p14:cNvContentPartPr/>
                <p14:nvPr/>
              </p14:nvContentPartPr>
              <p14:xfrm>
                <a:off x="7068846" y="1498623"/>
                <a:ext cx="5400" cy="218160"/>
              </p14:xfrm>
            </p:contentPart>
          </mc:Choice>
          <mc:Fallback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BA612D66-C1D3-9442-0757-0C5894470B3B}"/>
                    </a:ext>
                  </a:extLst>
                </p:cNvPr>
                <p:cNvPicPr/>
                <p:nvPr/>
              </p:nvPicPr>
              <p:blipFill>
                <a:blip r:embed="rId533"/>
                <a:stretch>
                  <a:fillRect/>
                </a:stretch>
              </p:blipFill>
              <p:spPr>
                <a:xfrm>
                  <a:off x="7051206" y="1480983"/>
                  <a:ext cx="41040" cy="25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4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BF932278-FE07-BF1A-43CE-9EAAE5140D79}"/>
                    </a:ext>
                  </a:extLst>
                </p14:cNvPr>
                <p14:cNvContentPartPr/>
                <p14:nvPr/>
              </p14:nvContentPartPr>
              <p14:xfrm>
                <a:off x="7117446" y="1360023"/>
                <a:ext cx="221400" cy="528120"/>
              </p14:xfrm>
            </p:contentPart>
          </mc:Choice>
          <mc:Fallback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BF932278-FE07-BF1A-43CE-9EAAE5140D79}"/>
                    </a:ext>
                  </a:extLst>
                </p:cNvPr>
                <p:cNvPicPr/>
                <p:nvPr/>
              </p:nvPicPr>
              <p:blipFill>
                <a:blip r:embed="rId535"/>
                <a:stretch>
                  <a:fillRect/>
                </a:stretch>
              </p:blipFill>
              <p:spPr>
                <a:xfrm>
                  <a:off x="7099446" y="1342023"/>
                  <a:ext cx="257040" cy="56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6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4DD0FB14-8259-A70B-8221-557BD0959A7B}"/>
                    </a:ext>
                  </a:extLst>
                </p14:cNvPr>
                <p14:cNvContentPartPr/>
                <p14:nvPr/>
              </p14:nvContentPartPr>
              <p14:xfrm>
                <a:off x="6624246" y="1331583"/>
                <a:ext cx="148680" cy="554040"/>
              </p14:xfrm>
            </p:contentPart>
          </mc:Choice>
          <mc:Fallback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4DD0FB14-8259-A70B-8221-557BD0959A7B}"/>
                    </a:ext>
                  </a:extLst>
                </p:cNvPr>
                <p:cNvPicPr/>
                <p:nvPr/>
              </p:nvPicPr>
              <p:blipFill>
                <a:blip r:embed="rId537"/>
                <a:stretch>
                  <a:fillRect/>
                </a:stretch>
              </p:blipFill>
              <p:spPr>
                <a:xfrm>
                  <a:off x="6606606" y="1313583"/>
                  <a:ext cx="184320" cy="58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8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772A9DD7-2BAD-B581-0E47-FB5C8F445645}"/>
                    </a:ext>
                  </a:extLst>
                </p14:cNvPr>
                <p14:cNvContentPartPr/>
                <p14:nvPr/>
              </p14:nvContentPartPr>
              <p14:xfrm>
                <a:off x="7400046" y="1164903"/>
                <a:ext cx="28800" cy="207360"/>
              </p14:xfrm>
            </p:contentPart>
          </mc:Choice>
          <mc:Fallback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772A9DD7-2BAD-B581-0E47-FB5C8F445645}"/>
                    </a:ext>
                  </a:extLst>
                </p:cNvPr>
                <p:cNvPicPr/>
                <p:nvPr/>
              </p:nvPicPr>
              <p:blipFill>
                <a:blip r:embed="rId539"/>
                <a:stretch>
                  <a:fillRect/>
                </a:stretch>
              </p:blipFill>
              <p:spPr>
                <a:xfrm>
                  <a:off x="7382046" y="1147263"/>
                  <a:ext cx="64440" cy="24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0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87EBCEDE-93F2-2799-968A-4AA13B29CE72}"/>
                    </a:ext>
                  </a:extLst>
                </p14:cNvPr>
                <p14:cNvContentPartPr/>
                <p14:nvPr/>
              </p14:nvContentPartPr>
              <p14:xfrm>
                <a:off x="7500126" y="1252383"/>
                <a:ext cx="135720" cy="20160"/>
              </p14:xfrm>
            </p:contentPart>
          </mc:Choice>
          <mc:Fallback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87EBCEDE-93F2-2799-968A-4AA13B29CE72}"/>
                    </a:ext>
                  </a:extLst>
                </p:cNvPr>
                <p:cNvPicPr/>
                <p:nvPr/>
              </p:nvPicPr>
              <p:blipFill>
                <a:blip r:embed="rId541"/>
                <a:stretch>
                  <a:fillRect/>
                </a:stretch>
              </p:blipFill>
              <p:spPr>
                <a:xfrm>
                  <a:off x="7482486" y="1234743"/>
                  <a:ext cx="17136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2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F3411E9D-16AE-F4D1-000A-07CAD0FB559A}"/>
                    </a:ext>
                  </a:extLst>
                </p14:cNvPr>
                <p14:cNvContentPartPr/>
                <p14:nvPr/>
              </p14:nvContentPartPr>
              <p14:xfrm>
                <a:off x="7545846" y="1182183"/>
                <a:ext cx="26640" cy="189720"/>
              </p14:xfrm>
            </p:contentPart>
          </mc:Choice>
          <mc:Fallback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F3411E9D-16AE-F4D1-000A-07CAD0FB559A}"/>
                    </a:ext>
                  </a:extLst>
                </p:cNvPr>
                <p:cNvPicPr/>
                <p:nvPr/>
              </p:nvPicPr>
              <p:blipFill>
                <a:blip r:embed="rId543"/>
                <a:stretch>
                  <a:fillRect/>
                </a:stretch>
              </p:blipFill>
              <p:spPr>
                <a:xfrm>
                  <a:off x="7527846" y="1164183"/>
                  <a:ext cx="6228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4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6E57FFAC-3760-3F9A-7788-E17E125A9B52}"/>
                    </a:ext>
                  </a:extLst>
                </p14:cNvPr>
                <p14:cNvContentPartPr/>
                <p14:nvPr/>
              </p14:nvContentPartPr>
              <p14:xfrm>
                <a:off x="7757166" y="1138263"/>
                <a:ext cx="10800" cy="227520"/>
              </p14:xfrm>
            </p:contentPart>
          </mc:Choice>
          <mc:Fallback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6E57FFAC-3760-3F9A-7788-E17E125A9B52}"/>
                    </a:ext>
                  </a:extLst>
                </p:cNvPr>
                <p:cNvPicPr/>
                <p:nvPr/>
              </p:nvPicPr>
              <p:blipFill>
                <a:blip r:embed="rId545"/>
                <a:stretch>
                  <a:fillRect/>
                </a:stretch>
              </p:blipFill>
              <p:spPr>
                <a:xfrm>
                  <a:off x="7739166" y="1120623"/>
                  <a:ext cx="46440" cy="263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46">
            <p14:nvContentPartPr>
              <p14:cNvPr id="445" name="Ink 444">
                <a:extLst>
                  <a:ext uri="{FF2B5EF4-FFF2-40B4-BE49-F238E27FC236}">
                    <a16:creationId xmlns:a16="http://schemas.microsoft.com/office/drawing/2014/main" id="{8DB86810-B3D5-4FF9-7492-90CAD98BEB44}"/>
                  </a:ext>
                </a:extLst>
              </p14:cNvPr>
              <p14:cNvContentPartPr/>
              <p14:nvPr/>
            </p14:nvContentPartPr>
            <p14:xfrm>
              <a:off x="8547410" y="1178367"/>
              <a:ext cx="94320" cy="227520"/>
            </p14:xfrm>
          </p:contentPart>
        </mc:Choice>
        <mc:Fallback>
          <p:pic>
            <p:nvPicPr>
              <p:cNvPr id="445" name="Ink 444">
                <a:extLst>
                  <a:ext uri="{FF2B5EF4-FFF2-40B4-BE49-F238E27FC236}">
                    <a16:creationId xmlns:a16="http://schemas.microsoft.com/office/drawing/2014/main" id="{8DB86810-B3D5-4FF9-7492-90CAD98BEB44}"/>
                  </a:ext>
                </a:extLst>
              </p:cNvPr>
              <p:cNvPicPr/>
              <p:nvPr/>
            </p:nvPicPr>
            <p:blipFill>
              <a:blip r:embed="rId547"/>
              <a:stretch>
                <a:fillRect/>
              </a:stretch>
            </p:blipFill>
            <p:spPr>
              <a:xfrm>
                <a:off x="8529410" y="1160727"/>
                <a:ext cx="129960" cy="263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64963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F9F449FE-E92F-96B4-4F36-F4FC427DCD53}"/>
              </a:ext>
            </a:extLst>
          </p:cNvPr>
          <p:cNvGrpSpPr/>
          <p:nvPr/>
        </p:nvGrpSpPr>
        <p:grpSpPr>
          <a:xfrm>
            <a:off x="197166" y="274623"/>
            <a:ext cx="419760" cy="362160"/>
            <a:chOff x="197166" y="274623"/>
            <a:chExt cx="419760" cy="362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6410B804-EE14-7EDE-4B94-1EEB935DB1D8}"/>
                    </a:ext>
                  </a:extLst>
                </p14:cNvPr>
                <p14:cNvContentPartPr/>
                <p14:nvPr/>
              </p14:nvContentPartPr>
              <p14:xfrm>
                <a:off x="197166" y="274623"/>
                <a:ext cx="260280" cy="36216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6410B804-EE14-7EDE-4B94-1EEB935DB1D8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79166" y="256983"/>
                  <a:ext cx="295920" cy="39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5F1E065A-AB27-0984-AD4A-7017F564977F}"/>
                    </a:ext>
                  </a:extLst>
                </p14:cNvPr>
                <p14:cNvContentPartPr/>
                <p14:nvPr/>
              </p14:nvContentPartPr>
              <p14:xfrm>
                <a:off x="611526" y="506103"/>
                <a:ext cx="5400" cy="1188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5F1E065A-AB27-0984-AD4A-7017F564977F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93886" y="488463"/>
                  <a:ext cx="41040" cy="47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34D2C309-C5D0-7691-5355-7E3C3E820F46}"/>
              </a:ext>
            </a:extLst>
          </p:cNvPr>
          <p:cNvGrpSpPr/>
          <p:nvPr/>
        </p:nvGrpSpPr>
        <p:grpSpPr>
          <a:xfrm>
            <a:off x="1303086" y="276423"/>
            <a:ext cx="806400" cy="388080"/>
            <a:chOff x="1303086" y="276423"/>
            <a:chExt cx="806400" cy="388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3F49DD3F-11FA-2688-D0AC-F3F62F125899}"/>
                    </a:ext>
                  </a:extLst>
                </p14:cNvPr>
                <p14:cNvContentPartPr/>
                <p14:nvPr/>
              </p14:nvContentPartPr>
              <p14:xfrm>
                <a:off x="1303086" y="276423"/>
                <a:ext cx="223920" cy="38592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3F49DD3F-11FA-2688-D0AC-F3F62F125899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285446" y="258783"/>
                  <a:ext cx="259560" cy="42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1E1BAD41-F4FD-2A75-B94E-D74F4699F157}"/>
                    </a:ext>
                  </a:extLst>
                </p14:cNvPr>
                <p14:cNvContentPartPr/>
                <p14:nvPr/>
              </p14:nvContentPartPr>
              <p14:xfrm>
                <a:off x="1466526" y="484143"/>
                <a:ext cx="126000" cy="2340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1E1BAD41-F4FD-2A75-B94E-D74F4699F15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448886" y="466143"/>
                  <a:ext cx="16164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43DE63FA-1A44-ABCB-0F47-E947C62A84F0}"/>
                    </a:ext>
                  </a:extLst>
                </p14:cNvPr>
                <p14:cNvContentPartPr/>
                <p14:nvPr/>
              </p14:nvContentPartPr>
              <p14:xfrm>
                <a:off x="1615926" y="463623"/>
                <a:ext cx="56160" cy="20088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43DE63FA-1A44-ABCB-0F47-E947C62A84F0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598286" y="445983"/>
                  <a:ext cx="91800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792A5C97-BBC0-B3F3-497C-19ABE245640D}"/>
                    </a:ext>
                  </a:extLst>
                </p14:cNvPr>
                <p14:cNvContentPartPr/>
                <p14:nvPr/>
              </p14:nvContentPartPr>
              <p14:xfrm>
                <a:off x="1679646" y="384783"/>
                <a:ext cx="13320" cy="3204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792A5C97-BBC0-B3F3-497C-19ABE245640D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661646" y="366783"/>
                  <a:ext cx="4896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932679DE-17F8-02BD-7B70-AB808E629577}"/>
                    </a:ext>
                  </a:extLst>
                </p14:cNvPr>
                <p14:cNvContentPartPr/>
                <p14:nvPr/>
              </p14:nvContentPartPr>
              <p14:xfrm>
                <a:off x="1758126" y="495663"/>
                <a:ext cx="144000" cy="16812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932679DE-17F8-02BD-7B70-AB808E629577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740126" y="478023"/>
                  <a:ext cx="17964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20268ADE-CC66-E5CC-C8E1-05C751511D8D}"/>
                    </a:ext>
                  </a:extLst>
                </p14:cNvPr>
                <p14:cNvContentPartPr/>
                <p14:nvPr/>
              </p14:nvContentPartPr>
              <p14:xfrm>
                <a:off x="1962246" y="289743"/>
                <a:ext cx="147240" cy="34848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20268ADE-CC66-E5CC-C8E1-05C751511D8D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944606" y="272103"/>
                  <a:ext cx="182880" cy="384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2DF9B424-8514-6A66-2020-621BC5921D63}"/>
              </a:ext>
            </a:extLst>
          </p:cNvPr>
          <p:cNvGrpSpPr/>
          <p:nvPr/>
        </p:nvGrpSpPr>
        <p:grpSpPr>
          <a:xfrm>
            <a:off x="2599086" y="330783"/>
            <a:ext cx="609120" cy="344880"/>
            <a:chOff x="2599086" y="330783"/>
            <a:chExt cx="609120" cy="344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18438E69-3E81-9AC3-3A3E-4DFB4AB0B4FF}"/>
                    </a:ext>
                  </a:extLst>
                </p14:cNvPr>
                <p14:cNvContentPartPr/>
                <p14:nvPr/>
              </p14:nvContentPartPr>
              <p14:xfrm>
                <a:off x="2599086" y="330783"/>
                <a:ext cx="164160" cy="34488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18438E69-3E81-9AC3-3A3E-4DFB4AB0B4FF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581086" y="312783"/>
                  <a:ext cx="199800" cy="38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52036EAA-EBC3-11AA-25C7-44350A17057D}"/>
                    </a:ext>
                  </a:extLst>
                </p14:cNvPr>
                <p14:cNvContentPartPr/>
                <p14:nvPr/>
              </p14:nvContentPartPr>
              <p14:xfrm>
                <a:off x="2847846" y="357423"/>
                <a:ext cx="360360" cy="29304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52036EAA-EBC3-11AA-25C7-44350A17057D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829846" y="339423"/>
                  <a:ext cx="396000" cy="32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E259CB91-A81F-FE7A-1ABF-2DA184CA379E}"/>
                    </a:ext>
                  </a:extLst>
                </p14:cNvPr>
                <p14:cNvContentPartPr/>
                <p14:nvPr/>
              </p14:nvContentPartPr>
              <p14:xfrm>
                <a:off x="2717166" y="430503"/>
                <a:ext cx="183600" cy="5400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E259CB91-A81F-FE7A-1ABF-2DA184CA379E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699166" y="412503"/>
                  <a:ext cx="219240" cy="89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8F745C03-6885-F1B7-69CD-8FDC7E058ED0}"/>
              </a:ext>
            </a:extLst>
          </p:cNvPr>
          <p:cNvGrpSpPr/>
          <p:nvPr/>
        </p:nvGrpSpPr>
        <p:grpSpPr>
          <a:xfrm>
            <a:off x="3752886" y="263823"/>
            <a:ext cx="1279440" cy="606960"/>
            <a:chOff x="3752886" y="263823"/>
            <a:chExt cx="1279440" cy="606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71910CD5-920D-9B16-9DA7-438FD3419BFD}"/>
                    </a:ext>
                  </a:extLst>
                </p14:cNvPr>
                <p14:cNvContentPartPr/>
                <p14:nvPr/>
              </p14:nvContentPartPr>
              <p14:xfrm>
                <a:off x="3752886" y="470823"/>
                <a:ext cx="208440" cy="17676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71910CD5-920D-9B16-9DA7-438FD3419BFD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735246" y="452823"/>
                  <a:ext cx="24408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1E6B5BC7-4F9A-61A3-0F24-387D30E1E00A}"/>
                    </a:ext>
                  </a:extLst>
                </p14:cNvPr>
                <p14:cNvContentPartPr/>
                <p14:nvPr/>
              </p14:nvContentPartPr>
              <p14:xfrm>
                <a:off x="4027566" y="302703"/>
                <a:ext cx="219960" cy="33120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1E6B5BC7-4F9A-61A3-0F24-387D30E1E00A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009566" y="285063"/>
                  <a:ext cx="255600" cy="36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DD8DD5A8-B6BF-A271-E176-90A9489D0836}"/>
                    </a:ext>
                  </a:extLst>
                </p14:cNvPr>
                <p14:cNvContentPartPr/>
                <p14:nvPr/>
              </p14:nvContentPartPr>
              <p14:xfrm>
                <a:off x="4168326" y="488823"/>
                <a:ext cx="143640" cy="38196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DD8DD5A8-B6BF-A271-E176-90A9489D0836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150686" y="470823"/>
                  <a:ext cx="179280" cy="41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298D693A-5C02-3D86-10ED-5EBC53CFAB62}"/>
                    </a:ext>
                  </a:extLst>
                </p14:cNvPr>
                <p14:cNvContentPartPr/>
                <p14:nvPr/>
              </p14:nvContentPartPr>
              <p14:xfrm>
                <a:off x="4279566" y="263823"/>
                <a:ext cx="9000" cy="3816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298D693A-5C02-3D86-10ED-5EBC53CFAB62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261566" y="245823"/>
                  <a:ext cx="4464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834471B8-E80D-F1B2-1536-8720B73DD130}"/>
                    </a:ext>
                  </a:extLst>
                </p14:cNvPr>
                <p14:cNvContentPartPr/>
                <p14:nvPr/>
              </p14:nvContentPartPr>
              <p14:xfrm>
                <a:off x="4372446" y="452823"/>
                <a:ext cx="157320" cy="14688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834471B8-E80D-F1B2-1536-8720B73DD130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354806" y="434823"/>
                  <a:ext cx="19296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6151F84E-9066-934B-2C7C-69F0ADEF701C}"/>
                    </a:ext>
                  </a:extLst>
                </p14:cNvPr>
                <p14:cNvContentPartPr/>
                <p14:nvPr/>
              </p14:nvContentPartPr>
              <p14:xfrm>
                <a:off x="4624086" y="457143"/>
                <a:ext cx="50040" cy="14364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6151F84E-9066-934B-2C7C-69F0ADEF701C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606086" y="439143"/>
                  <a:ext cx="8568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2D05A6DF-8C7D-8FF7-2011-6FD01225CF87}"/>
                    </a:ext>
                  </a:extLst>
                </p14:cNvPr>
                <p14:cNvContentPartPr/>
                <p14:nvPr/>
              </p14:nvContentPartPr>
              <p14:xfrm>
                <a:off x="4660806" y="320703"/>
                <a:ext cx="20160" cy="3024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2D05A6DF-8C7D-8FF7-2011-6FD01225CF87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643166" y="302703"/>
                  <a:ext cx="5580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5C1311BD-99E3-21A1-5D41-1B709B5B306C}"/>
                    </a:ext>
                  </a:extLst>
                </p14:cNvPr>
                <p14:cNvContentPartPr/>
                <p14:nvPr/>
              </p14:nvContentPartPr>
              <p14:xfrm>
                <a:off x="4728846" y="453903"/>
                <a:ext cx="137520" cy="13248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5C1311BD-99E3-21A1-5D41-1B709B5B306C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710846" y="435903"/>
                  <a:ext cx="17316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FF33395C-BE48-F031-88A5-BB12ED8A2B43}"/>
                    </a:ext>
                  </a:extLst>
                </p14:cNvPr>
                <p14:cNvContentPartPr/>
                <p14:nvPr/>
              </p14:nvContentPartPr>
              <p14:xfrm>
                <a:off x="4931166" y="311343"/>
                <a:ext cx="57240" cy="30564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FF33395C-BE48-F031-88A5-BB12ED8A2B43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913166" y="293703"/>
                  <a:ext cx="92880" cy="34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EF202AB6-F9A8-C49A-85E9-FCC269B32174}"/>
                    </a:ext>
                  </a:extLst>
                </p14:cNvPr>
                <p14:cNvContentPartPr/>
                <p14:nvPr/>
              </p14:nvContentPartPr>
              <p14:xfrm>
                <a:off x="4890846" y="393783"/>
                <a:ext cx="141480" cy="4320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EF202AB6-F9A8-C49A-85E9-FCC269B32174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873206" y="375783"/>
                  <a:ext cx="177120" cy="78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71F51959-0553-350B-BCDC-BBC8252C62A4}"/>
                  </a:ext>
                </a:extLst>
              </p14:cNvPr>
              <p14:cNvContentPartPr/>
              <p14:nvPr/>
            </p14:nvContentPartPr>
            <p14:xfrm>
              <a:off x="5388006" y="390543"/>
              <a:ext cx="359640" cy="60264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71F51959-0553-350B-BCDC-BBC8252C62A4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5370006" y="372903"/>
                <a:ext cx="395280" cy="638280"/>
              </a:xfrm>
              <a:prstGeom prst="rect">
                <a:avLst/>
              </a:prstGeom>
            </p:spPr>
          </p:pic>
        </mc:Fallback>
      </mc:AlternateContent>
      <p:grpSp>
        <p:nvGrpSpPr>
          <p:cNvPr id="36" name="Group 35">
            <a:extLst>
              <a:ext uri="{FF2B5EF4-FFF2-40B4-BE49-F238E27FC236}">
                <a16:creationId xmlns:a16="http://schemas.microsoft.com/office/drawing/2014/main" id="{03324B69-052B-FC49-3DFE-E5DB78814C0A}"/>
              </a:ext>
            </a:extLst>
          </p:cNvPr>
          <p:cNvGrpSpPr/>
          <p:nvPr/>
        </p:nvGrpSpPr>
        <p:grpSpPr>
          <a:xfrm>
            <a:off x="6115926" y="299823"/>
            <a:ext cx="608040" cy="343800"/>
            <a:chOff x="6115926" y="299823"/>
            <a:chExt cx="608040" cy="343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8BF0269D-E815-639E-DD12-9C443E6C71B6}"/>
                    </a:ext>
                  </a:extLst>
                </p14:cNvPr>
                <p14:cNvContentPartPr/>
                <p14:nvPr/>
              </p14:nvContentPartPr>
              <p14:xfrm>
                <a:off x="6115926" y="299823"/>
                <a:ext cx="608040" cy="34380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8BF0269D-E815-639E-DD12-9C443E6C71B6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098286" y="281823"/>
                  <a:ext cx="643680" cy="37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3F203274-1857-D0DD-8597-F98AFCAA3FB0}"/>
                    </a:ext>
                  </a:extLst>
                </p14:cNvPr>
                <p14:cNvContentPartPr/>
                <p14:nvPr/>
              </p14:nvContentPartPr>
              <p14:xfrm>
                <a:off x="6159846" y="406743"/>
                <a:ext cx="119880" cy="2412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3F203274-1857-D0DD-8597-F98AFCAA3FB0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6142206" y="388743"/>
                  <a:ext cx="155520" cy="59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CFEE0E74-9601-AE5F-477A-0846E9684DB3}"/>
              </a:ext>
            </a:extLst>
          </p:cNvPr>
          <p:cNvGrpSpPr/>
          <p:nvPr/>
        </p:nvGrpSpPr>
        <p:grpSpPr>
          <a:xfrm>
            <a:off x="7181526" y="218823"/>
            <a:ext cx="1905840" cy="457560"/>
            <a:chOff x="7181526" y="218823"/>
            <a:chExt cx="1905840" cy="457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6A927E20-A743-C982-BB95-1A297606E66C}"/>
                    </a:ext>
                  </a:extLst>
                </p14:cNvPr>
                <p14:cNvContentPartPr/>
                <p14:nvPr/>
              </p14:nvContentPartPr>
              <p14:xfrm>
                <a:off x="7181526" y="457503"/>
                <a:ext cx="335160" cy="14904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6A927E20-A743-C982-BB95-1A297606E66C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7163886" y="439503"/>
                  <a:ext cx="37080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97EE1504-8880-C671-C423-D611EBF3C53E}"/>
                    </a:ext>
                  </a:extLst>
                </p14:cNvPr>
                <p14:cNvContentPartPr/>
                <p14:nvPr/>
              </p14:nvContentPartPr>
              <p14:xfrm>
                <a:off x="7634766" y="218823"/>
                <a:ext cx="541440" cy="41616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97EE1504-8880-C671-C423-D611EBF3C53E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7616766" y="201183"/>
                  <a:ext cx="577080" cy="45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95A782F2-4A64-063C-2D1E-760AE5943BD0}"/>
                    </a:ext>
                  </a:extLst>
                </p14:cNvPr>
                <p14:cNvContentPartPr/>
                <p14:nvPr/>
              </p14:nvContentPartPr>
              <p14:xfrm>
                <a:off x="8230926" y="421143"/>
                <a:ext cx="42120" cy="18720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95A782F2-4A64-063C-2D1E-760AE5943BD0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8213286" y="403143"/>
                  <a:ext cx="7776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82922015-410E-0D87-8243-EDC3E98F1FBA}"/>
                    </a:ext>
                  </a:extLst>
                </p14:cNvPr>
                <p14:cNvContentPartPr/>
                <p14:nvPr/>
              </p14:nvContentPartPr>
              <p14:xfrm>
                <a:off x="8354406" y="415383"/>
                <a:ext cx="163440" cy="16704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82922015-410E-0D87-8243-EDC3E98F1FBA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8336766" y="397383"/>
                  <a:ext cx="19908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70E18CCE-31D8-57DB-358F-1E26D2E4FCEE}"/>
                    </a:ext>
                  </a:extLst>
                </p14:cNvPr>
                <p14:cNvContentPartPr/>
                <p14:nvPr/>
              </p14:nvContentPartPr>
              <p14:xfrm>
                <a:off x="8289966" y="278943"/>
                <a:ext cx="51480" cy="2664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70E18CCE-31D8-57DB-358F-1E26D2E4FCEE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8271966" y="261303"/>
                  <a:ext cx="8712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33D51D30-9EB9-37E5-818E-DBD6AAA3A8B5}"/>
                    </a:ext>
                  </a:extLst>
                </p14:cNvPr>
                <p14:cNvContentPartPr/>
                <p14:nvPr/>
              </p14:nvContentPartPr>
              <p14:xfrm>
                <a:off x="7725126" y="362103"/>
                <a:ext cx="203040" cy="2052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33D51D30-9EB9-37E5-818E-DBD6AAA3A8B5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7707486" y="344103"/>
                  <a:ext cx="23868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07B0A43D-BBD9-D671-E541-DF6F3C1F1064}"/>
                    </a:ext>
                  </a:extLst>
                </p14:cNvPr>
                <p14:cNvContentPartPr/>
                <p14:nvPr/>
              </p14:nvContentPartPr>
              <p14:xfrm>
                <a:off x="8788566" y="358863"/>
                <a:ext cx="298800" cy="31752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07B0A43D-BBD9-D671-E541-DF6F3C1F1064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8770566" y="341223"/>
                  <a:ext cx="334440" cy="353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C833C33C-103F-6500-0921-877DF439137F}"/>
                  </a:ext>
                </a:extLst>
              </p14:cNvPr>
              <p14:cNvContentPartPr/>
              <p14:nvPr/>
            </p14:nvContentPartPr>
            <p14:xfrm>
              <a:off x="9600006" y="638583"/>
              <a:ext cx="17280" cy="1440"/>
            </p14:xfrm>
          </p:contentPart>
        </mc:Choice>
        <mc:Fallback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C833C33C-103F-6500-0921-877DF439137F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9582366" y="620583"/>
                <a:ext cx="52920" cy="3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6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FC8CE817-DAA8-9019-77C8-A9898B76A69A}"/>
                  </a:ext>
                </a:extLst>
              </p14:cNvPr>
              <p14:cNvContentPartPr/>
              <p14:nvPr/>
            </p14:nvContentPartPr>
            <p14:xfrm>
              <a:off x="3177246" y="973023"/>
              <a:ext cx="297720" cy="427320"/>
            </p14:xfrm>
          </p:contentPart>
        </mc:Choice>
        <mc:Fallback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FC8CE817-DAA8-9019-77C8-A9898B76A69A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3159246" y="955383"/>
                <a:ext cx="333360" cy="462960"/>
              </a:xfrm>
              <a:prstGeom prst="rect">
                <a:avLst/>
              </a:prstGeom>
            </p:spPr>
          </p:pic>
        </mc:Fallback>
      </mc:AlternateContent>
      <p:grpSp>
        <p:nvGrpSpPr>
          <p:cNvPr id="53" name="Group 52">
            <a:extLst>
              <a:ext uri="{FF2B5EF4-FFF2-40B4-BE49-F238E27FC236}">
                <a16:creationId xmlns:a16="http://schemas.microsoft.com/office/drawing/2014/main" id="{7DA39D21-C298-6E33-74C7-C5AABEDFF9FE}"/>
              </a:ext>
            </a:extLst>
          </p:cNvPr>
          <p:cNvGrpSpPr/>
          <p:nvPr/>
        </p:nvGrpSpPr>
        <p:grpSpPr>
          <a:xfrm>
            <a:off x="3727326" y="1198383"/>
            <a:ext cx="146880" cy="120240"/>
            <a:chOff x="3727326" y="1198383"/>
            <a:chExt cx="146880" cy="120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0D4C1419-1DE2-D249-3261-64C7834BBFE0}"/>
                    </a:ext>
                  </a:extLst>
                </p14:cNvPr>
                <p14:cNvContentPartPr/>
                <p14:nvPr/>
              </p14:nvContentPartPr>
              <p14:xfrm>
                <a:off x="3729846" y="1198383"/>
                <a:ext cx="144360" cy="3888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0D4C1419-1DE2-D249-3261-64C7834BBFE0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3712206" y="1180383"/>
                  <a:ext cx="18000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7DC95B94-CF16-873A-97AC-332EF809B8BD}"/>
                    </a:ext>
                  </a:extLst>
                </p14:cNvPr>
                <p14:cNvContentPartPr/>
                <p14:nvPr/>
              </p14:nvContentPartPr>
              <p14:xfrm>
                <a:off x="3727326" y="1292703"/>
                <a:ext cx="111240" cy="2592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7DC95B94-CF16-873A-97AC-332EF809B8BD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3709686" y="1275063"/>
                  <a:ext cx="146880" cy="61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2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DC016AC4-1D85-D3CB-AF7A-53AE61F3C34D}"/>
                  </a:ext>
                </a:extLst>
              </p14:cNvPr>
              <p14:cNvContentPartPr/>
              <p14:nvPr/>
            </p14:nvContentPartPr>
            <p14:xfrm>
              <a:off x="4928646" y="2014863"/>
              <a:ext cx="235080" cy="200160"/>
            </p14:xfrm>
          </p:contentPart>
        </mc:Choice>
        <mc:Fallback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DC016AC4-1D85-D3CB-AF7A-53AE61F3C34D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4910646" y="1997223"/>
                <a:ext cx="270720" cy="23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4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22E1C05B-0EAA-2349-8EDF-58AA1C4DCCC3}"/>
                  </a:ext>
                </a:extLst>
              </p14:cNvPr>
              <p14:cNvContentPartPr/>
              <p14:nvPr/>
            </p14:nvContentPartPr>
            <p14:xfrm>
              <a:off x="5512206" y="1988943"/>
              <a:ext cx="133560" cy="189000"/>
            </p14:xfrm>
          </p:contentPart>
        </mc:Choice>
        <mc:Fallback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22E1C05B-0EAA-2349-8EDF-58AA1C4DCCC3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5494566" y="1971303"/>
                <a:ext cx="169200" cy="22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6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B6B92ADF-7D4C-78FA-DB29-E7A014652608}"/>
                  </a:ext>
                </a:extLst>
              </p14:cNvPr>
              <p14:cNvContentPartPr/>
              <p14:nvPr/>
            </p14:nvContentPartPr>
            <p14:xfrm>
              <a:off x="6092886" y="1950423"/>
              <a:ext cx="185040" cy="209880"/>
            </p14:xfrm>
          </p:contentPart>
        </mc:Choice>
        <mc:Fallback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B6B92ADF-7D4C-78FA-DB29-E7A014652608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6075246" y="1932783"/>
                <a:ext cx="220680" cy="245520"/>
              </a:xfrm>
              <a:prstGeom prst="rect">
                <a:avLst/>
              </a:prstGeom>
            </p:spPr>
          </p:pic>
        </mc:Fallback>
      </mc:AlternateContent>
      <p:grpSp>
        <p:nvGrpSpPr>
          <p:cNvPr id="58" name="Group 57">
            <a:extLst>
              <a:ext uri="{FF2B5EF4-FFF2-40B4-BE49-F238E27FC236}">
                <a16:creationId xmlns:a16="http://schemas.microsoft.com/office/drawing/2014/main" id="{69AA8483-4093-A4D3-F85C-C35569EDA6AC}"/>
              </a:ext>
            </a:extLst>
          </p:cNvPr>
          <p:cNvGrpSpPr/>
          <p:nvPr/>
        </p:nvGrpSpPr>
        <p:grpSpPr>
          <a:xfrm>
            <a:off x="6028086" y="1018743"/>
            <a:ext cx="642600" cy="1230480"/>
            <a:chOff x="6028086" y="1018743"/>
            <a:chExt cx="642600" cy="1230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C6E6F264-D724-3E80-D764-0ACA237AD3CA}"/>
                    </a:ext>
                  </a:extLst>
                </p14:cNvPr>
                <p14:cNvContentPartPr/>
                <p14:nvPr/>
              </p14:nvContentPartPr>
              <p14:xfrm>
                <a:off x="6028086" y="1079223"/>
                <a:ext cx="190440" cy="24768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C6E6F264-D724-3E80-D764-0ACA237AD3CA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6010086" y="1061583"/>
                  <a:ext cx="226080" cy="28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CDBEDCD7-74BF-C8D9-DDAC-D94382E95CCE}"/>
                    </a:ext>
                  </a:extLst>
                </p14:cNvPr>
                <p14:cNvContentPartPr/>
                <p14:nvPr/>
              </p14:nvContentPartPr>
              <p14:xfrm>
                <a:off x="6085326" y="1559463"/>
                <a:ext cx="164520" cy="20340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CDBEDCD7-74BF-C8D9-DDAC-D94382E95CCE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6067686" y="1541823"/>
                  <a:ext cx="20016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4A9E0E29-A42A-DA23-8466-BDE297AEEDA5}"/>
                    </a:ext>
                  </a:extLst>
                </p14:cNvPr>
                <p14:cNvContentPartPr/>
                <p14:nvPr/>
              </p14:nvContentPartPr>
              <p14:xfrm>
                <a:off x="6394926" y="1018743"/>
                <a:ext cx="275760" cy="123048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4A9E0E29-A42A-DA23-8466-BDE297AEEDA5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6376926" y="1001103"/>
                  <a:ext cx="311400" cy="1266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A2BD6C51-FC8B-65B3-A7DD-911C43E76DAC}"/>
              </a:ext>
            </a:extLst>
          </p:cNvPr>
          <p:cNvGrpSpPr/>
          <p:nvPr/>
        </p:nvGrpSpPr>
        <p:grpSpPr>
          <a:xfrm>
            <a:off x="4490526" y="985983"/>
            <a:ext cx="640800" cy="1359000"/>
            <a:chOff x="4490526" y="985983"/>
            <a:chExt cx="640800" cy="1359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3FBDA98C-50C2-CEEA-C8B4-3953A85FE921}"/>
                    </a:ext>
                  </a:extLst>
                </p14:cNvPr>
                <p14:cNvContentPartPr/>
                <p14:nvPr/>
              </p14:nvContentPartPr>
              <p14:xfrm>
                <a:off x="4490526" y="985983"/>
                <a:ext cx="344160" cy="135900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3FBDA98C-50C2-CEEA-C8B4-3953A85FE921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4472526" y="967983"/>
                  <a:ext cx="379800" cy="139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5CD60756-3837-39D1-59BD-220AFB334C76}"/>
                    </a:ext>
                  </a:extLst>
                </p14:cNvPr>
                <p14:cNvContentPartPr/>
                <p14:nvPr/>
              </p14:nvContentPartPr>
              <p14:xfrm>
                <a:off x="4909206" y="1137183"/>
                <a:ext cx="6840" cy="21348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5CD60756-3837-39D1-59BD-220AFB334C76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4891566" y="1119183"/>
                  <a:ext cx="42480" cy="24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B9DB5DB4-65D6-D19A-035C-0CE7B489E468}"/>
                    </a:ext>
                  </a:extLst>
                </p14:cNvPr>
                <p14:cNvContentPartPr/>
                <p14:nvPr/>
              </p14:nvContentPartPr>
              <p14:xfrm>
                <a:off x="4973646" y="1637943"/>
                <a:ext cx="157680" cy="17856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B9DB5DB4-65D6-D19A-035C-0CE7B489E468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4955646" y="1619943"/>
                  <a:ext cx="19332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A4E42D23-9105-368B-69A8-0516C4A733EF}"/>
                    </a:ext>
                  </a:extLst>
                </p14:cNvPr>
                <p14:cNvContentPartPr/>
                <p14:nvPr/>
              </p14:nvContentPartPr>
              <p14:xfrm>
                <a:off x="4841166" y="1410063"/>
                <a:ext cx="86760" cy="684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A4E42D23-9105-368B-69A8-0516C4A733EF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4823526" y="1392423"/>
                  <a:ext cx="12240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A237CD1D-2646-F84F-8673-3B6F6A3C5336}"/>
                    </a:ext>
                  </a:extLst>
                </p14:cNvPr>
                <p14:cNvContentPartPr/>
                <p14:nvPr/>
              </p14:nvContentPartPr>
              <p14:xfrm>
                <a:off x="4798686" y="1421943"/>
                <a:ext cx="182160" cy="1332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A237CD1D-2646-F84F-8673-3B6F6A3C5336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4781046" y="1404303"/>
                  <a:ext cx="21780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09CC7756-7A66-0719-99D4-726D53F7C07F}"/>
                    </a:ext>
                  </a:extLst>
                </p14:cNvPr>
                <p14:cNvContentPartPr/>
                <p14:nvPr/>
              </p14:nvContentPartPr>
              <p14:xfrm>
                <a:off x="4795806" y="1412583"/>
                <a:ext cx="157320" cy="828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09CC7756-7A66-0719-99D4-726D53F7C07F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4778166" y="1394943"/>
                  <a:ext cx="192960" cy="43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A9EF36DF-2649-70D6-DAB0-D07CDF91E66F}"/>
              </a:ext>
            </a:extLst>
          </p:cNvPr>
          <p:cNvGrpSpPr/>
          <p:nvPr/>
        </p:nvGrpSpPr>
        <p:grpSpPr>
          <a:xfrm>
            <a:off x="5372166" y="1143303"/>
            <a:ext cx="244800" cy="626760"/>
            <a:chOff x="5372166" y="1143303"/>
            <a:chExt cx="244800" cy="626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3F2589C7-8CCF-780C-7F83-FECDCBCE667E}"/>
                    </a:ext>
                  </a:extLst>
                </p14:cNvPr>
                <p14:cNvContentPartPr/>
                <p14:nvPr/>
              </p14:nvContentPartPr>
              <p14:xfrm>
                <a:off x="5411046" y="1143303"/>
                <a:ext cx="175320" cy="19908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3F2589C7-8CCF-780C-7F83-FECDCBCE667E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5393406" y="1125303"/>
                  <a:ext cx="210960" cy="23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87240CD1-9BC4-45FA-5071-796B4DA22BDA}"/>
                    </a:ext>
                  </a:extLst>
                </p14:cNvPr>
                <p14:cNvContentPartPr/>
                <p14:nvPr/>
              </p14:nvContentPartPr>
              <p14:xfrm>
                <a:off x="5472606" y="1555503"/>
                <a:ext cx="87120" cy="3924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87240CD1-9BC4-45FA-5071-796B4DA22BDA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5454966" y="1537503"/>
                  <a:ext cx="12276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D8613F8A-9949-C9D9-4C0C-D4E868630B46}"/>
                    </a:ext>
                  </a:extLst>
                </p14:cNvPr>
                <p14:cNvContentPartPr/>
                <p14:nvPr/>
              </p14:nvContentPartPr>
              <p14:xfrm>
                <a:off x="5450646" y="1570983"/>
                <a:ext cx="166320" cy="19908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D8613F8A-9949-C9D9-4C0C-D4E868630B46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5433006" y="1553343"/>
                  <a:ext cx="201960" cy="23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E4C1C386-1036-44C3-4C25-5FBF62B64D8F}"/>
                    </a:ext>
                  </a:extLst>
                </p14:cNvPr>
                <p14:cNvContentPartPr/>
                <p14:nvPr/>
              </p14:nvContentPartPr>
              <p14:xfrm>
                <a:off x="5408166" y="1442103"/>
                <a:ext cx="142920" cy="1368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E4C1C386-1036-44C3-4C25-5FBF62B64D8F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5390166" y="1424463"/>
                  <a:ext cx="17856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4F269612-7009-82FE-31D6-5A6CCAB71909}"/>
                    </a:ext>
                  </a:extLst>
                </p14:cNvPr>
                <p14:cNvContentPartPr/>
                <p14:nvPr/>
              </p14:nvContentPartPr>
              <p14:xfrm>
                <a:off x="5372166" y="1473063"/>
                <a:ext cx="189360" cy="1800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4F269612-7009-82FE-31D6-5A6CCAB71909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5354526" y="1455423"/>
                  <a:ext cx="225000" cy="53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692921CB-639D-FF0F-CD64-4D3E7C0DBF1B}"/>
              </a:ext>
            </a:extLst>
          </p:cNvPr>
          <p:cNvGrpSpPr/>
          <p:nvPr/>
        </p:nvGrpSpPr>
        <p:grpSpPr>
          <a:xfrm>
            <a:off x="408126" y="2769423"/>
            <a:ext cx="353880" cy="470520"/>
            <a:chOff x="408126" y="2769423"/>
            <a:chExt cx="353880" cy="470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E339E97D-90B8-BAF2-456E-34FBD624BB13}"/>
                    </a:ext>
                  </a:extLst>
                </p14:cNvPr>
                <p14:cNvContentPartPr/>
                <p14:nvPr/>
              </p14:nvContentPartPr>
              <p14:xfrm>
                <a:off x="436566" y="2769423"/>
                <a:ext cx="124200" cy="31428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E339E97D-90B8-BAF2-456E-34FBD624BB13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418566" y="2751783"/>
                  <a:ext cx="159840" cy="34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FEBF5FFE-769E-30F1-1367-3D2B1A9D1152}"/>
                    </a:ext>
                  </a:extLst>
                </p14:cNvPr>
                <p14:cNvContentPartPr/>
                <p14:nvPr/>
              </p14:nvContentPartPr>
              <p14:xfrm>
                <a:off x="408126" y="2989383"/>
                <a:ext cx="128880" cy="4572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FEBF5FFE-769E-30F1-1367-3D2B1A9D1152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390126" y="2971743"/>
                  <a:ext cx="16452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85D4069D-0E87-1CBC-DD2F-3F797804FA87}"/>
                    </a:ext>
                  </a:extLst>
                </p14:cNvPr>
                <p14:cNvContentPartPr/>
                <p14:nvPr/>
              </p14:nvContentPartPr>
              <p14:xfrm>
                <a:off x="651126" y="3009903"/>
                <a:ext cx="12600" cy="21024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85D4069D-0E87-1CBC-DD2F-3F797804FA87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633486" y="2992263"/>
                  <a:ext cx="48240" cy="24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0CEC2D9A-180E-A44D-8A26-E1533C72DA19}"/>
                    </a:ext>
                  </a:extLst>
                </p14:cNvPr>
                <p14:cNvContentPartPr/>
                <p14:nvPr/>
              </p14:nvContentPartPr>
              <p14:xfrm>
                <a:off x="748326" y="3045543"/>
                <a:ext cx="13680" cy="19440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0CEC2D9A-180E-A44D-8A26-E1533C72DA19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730326" y="3027543"/>
                  <a:ext cx="49320" cy="230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B6644FDB-1C87-41B4-B806-F2D4379FAF8B}"/>
              </a:ext>
            </a:extLst>
          </p:cNvPr>
          <p:cNvGrpSpPr/>
          <p:nvPr/>
        </p:nvGrpSpPr>
        <p:grpSpPr>
          <a:xfrm>
            <a:off x="950646" y="2966703"/>
            <a:ext cx="138960" cy="143640"/>
            <a:chOff x="950646" y="2966703"/>
            <a:chExt cx="138960" cy="143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69ABCA7D-227A-A557-6F5E-19A7AF079E91}"/>
                    </a:ext>
                  </a:extLst>
                </p14:cNvPr>
                <p14:cNvContentPartPr/>
                <p14:nvPr/>
              </p14:nvContentPartPr>
              <p14:xfrm>
                <a:off x="963246" y="2966703"/>
                <a:ext cx="126360" cy="4680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69ABCA7D-227A-A557-6F5E-19A7AF079E91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945606" y="2949063"/>
                  <a:ext cx="16200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6DFDE759-26AA-3310-C7B8-F03583F87713}"/>
                    </a:ext>
                  </a:extLst>
                </p14:cNvPr>
                <p14:cNvContentPartPr/>
                <p14:nvPr/>
              </p14:nvContentPartPr>
              <p14:xfrm>
                <a:off x="950646" y="3065703"/>
                <a:ext cx="127800" cy="4464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6DFDE759-26AA-3310-C7B8-F03583F87713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932646" y="3047703"/>
                  <a:ext cx="163440" cy="80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D8C08DDE-2A1C-8A75-155C-B92ADBEBC331}"/>
              </a:ext>
            </a:extLst>
          </p:cNvPr>
          <p:cNvGrpSpPr/>
          <p:nvPr/>
        </p:nvGrpSpPr>
        <p:grpSpPr>
          <a:xfrm>
            <a:off x="1273566" y="2621463"/>
            <a:ext cx="739440" cy="585000"/>
            <a:chOff x="1273566" y="2621463"/>
            <a:chExt cx="739440" cy="585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2A69AF23-4282-80A9-D647-215C022E1AAF}"/>
                    </a:ext>
                  </a:extLst>
                </p14:cNvPr>
                <p14:cNvContentPartPr/>
                <p14:nvPr/>
              </p14:nvContentPartPr>
              <p14:xfrm>
                <a:off x="1435566" y="2997303"/>
                <a:ext cx="98640" cy="1296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2A69AF23-4282-80A9-D647-215C022E1AAF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417566" y="2979303"/>
                  <a:ext cx="13428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763DC421-4951-E398-AC81-5829789A4DD8}"/>
                    </a:ext>
                  </a:extLst>
                </p14:cNvPr>
                <p14:cNvContentPartPr/>
                <p14:nvPr/>
              </p14:nvContentPartPr>
              <p14:xfrm>
                <a:off x="1583886" y="2896863"/>
                <a:ext cx="8280" cy="17352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763DC421-4951-E398-AC81-5829789A4DD8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565886" y="2878863"/>
                  <a:ext cx="4392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017C8629-C571-FFAF-96D3-34B07CD4CB1A}"/>
                    </a:ext>
                  </a:extLst>
                </p14:cNvPr>
                <p14:cNvContentPartPr/>
                <p14:nvPr/>
              </p14:nvContentPartPr>
              <p14:xfrm>
                <a:off x="1618446" y="2831703"/>
                <a:ext cx="114480" cy="37152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017C8629-C571-FFAF-96D3-34B07CD4CB1A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1600806" y="2814063"/>
                  <a:ext cx="150120" cy="40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5B5BA0D8-2560-FEDD-75D2-DACED51BB45A}"/>
                    </a:ext>
                  </a:extLst>
                </p14:cNvPr>
                <p14:cNvContentPartPr/>
                <p14:nvPr/>
              </p14:nvContentPartPr>
              <p14:xfrm>
                <a:off x="1273566" y="2844303"/>
                <a:ext cx="75600" cy="36216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5B5BA0D8-2560-FEDD-75D2-DACED51BB45A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255926" y="2826303"/>
                  <a:ext cx="111240" cy="39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EDA030CA-ED8D-641B-A9BD-46DE90A3C902}"/>
                    </a:ext>
                  </a:extLst>
                </p14:cNvPr>
                <p14:cNvContentPartPr/>
                <p14:nvPr/>
              </p14:nvContentPartPr>
              <p14:xfrm>
                <a:off x="1763886" y="2640183"/>
                <a:ext cx="16920" cy="18684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EDA030CA-ED8D-641B-A9BD-46DE90A3C902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745886" y="2622543"/>
                  <a:ext cx="5256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DE214B77-B507-8EF2-CB87-FB70FE49570B}"/>
                    </a:ext>
                  </a:extLst>
                </p14:cNvPr>
                <p14:cNvContentPartPr/>
                <p14:nvPr/>
              </p14:nvContentPartPr>
              <p14:xfrm>
                <a:off x="1852446" y="2706783"/>
                <a:ext cx="80280" cy="3096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DE214B77-B507-8EF2-CB87-FB70FE49570B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834446" y="2688783"/>
                  <a:ext cx="11592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38D3FB35-73A9-A5E7-81A5-8AFA1CAE9BA9}"/>
                    </a:ext>
                  </a:extLst>
                </p14:cNvPr>
                <p14:cNvContentPartPr/>
                <p14:nvPr/>
              </p14:nvContentPartPr>
              <p14:xfrm>
                <a:off x="1875486" y="2654223"/>
                <a:ext cx="18000" cy="15228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38D3FB35-73A9-A5E7-81A5-8AFA1CAE9BA9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1857846" y="2636223"/>
                  <a:ext cx="5364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3FB6981C-68BA-68ED-9E92-C2B1E3E98645}"/>
                    </a:ext>
                  </a:extLst>
                </p14:cNvPr>
                <p14:cNvContentPartPr/>
                <p14:nvPr/>
              </p14:nvContentPartPr>
              <p14:xfrm>
                <a:off x="1991406" y="2621463"/>
                <a:ext cx="21600" cy="19800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3FB6981C-68BA-68ED-9E92-C2B1E3E98645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1973766" y="2603463"/>
                  <a:ext cx="57240" cy="233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34">
            <p14:nvContentPartPr>
              <p14:cNvPr id="84" name="Ink 83">
                <a:extLst>
                  <a:ext uri="{FF2B5EF4-FFF2-40B4-BE49-F238E27FC236}">
                    <a16:creationId xmlns:a16="http://schemas.microsoft.com/office/drawing/2014/main" id="{8B9C5368-2B35-52F3-ACE0-F1868A671E43}"/>
                  </a:ext>
                </a:extLst>
              </p14:cNvPr>
              <p14:cNvContentPartPr/>
              <p14:nvPr/>
            </p14:nvContentPartPr>
            <p14:xfrm>
              <a:off x="2217846" y="2712903"/>
              <a:ext cx="25200" cy="626400"/>
            </p14:xfrm>
          </p:contentPart>
        </mc:Choice>
        <mc:Fallback>
          <p:pic>
            <p:nvPicPr>
              <p:cNvPr id="84" name="Ink 83">
                <a:extLst>
                  <a:ext uri="{FF2B5EF4-FFF2-40B4-BE49-F238E27FC236}">
                    <a16:creationId xmlns:a16="http://schemas.microsoft.com/office/drawing/2014/main" id="{8B9C5368-2B35-52F3-ACE0-F1868A671E43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2200206" y="2694903"/>
                <a:ext cx="60840" cy="662040"/>
              </a:xfrm>
              <a:prstGeom prst="rect">
                <a:avLst/>
              </a:prstGeom>
            </p:spPr>
          </p:pic>
        </mc:Fallback>
      </mc:AlternateContent>
      <p:grpSp>
        <p:nvGrpSpPr>
          <p:cNvPr id="96" name="Group 95">
            <a:extLst>
              <a:ext uri="{FF2B5EF4-FFF2-40B4-BE49-F238E27FC236}">
                <a16:creationId xmlns:a16="http://schemas.microsoft.com/office/drawing/2014/main" id="{9A7C0B66-887E-42DB-A77D-9B743E2566DE}"/>
              </a:ext>
            </a:extLst>
          </p:cNvPr>
          <p:cNvGrpSpPr/>
          <p:nvPr/>
        </p:nvGrpSpPr>
        <p:grpSpPr>
          <a:xfrm>
            <a:off x="2474886" y="2670423"/>
            <a:ext cx="181440" cy="254880"/>
            <a:chOff x="2474886" y="2670423"/>
            <a:chExt cx="181440" cy="254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385A57C0-C6AB-445F-F231-DDE329DC35BC}"/>
                    </a:ext>
                  </a:extLst>
                </p14:cNvPr>
                <p14:cNvContentPartPr/>
                <p14:nvPr/>
              </p14:nvContentPartPr>
              <p14:xfrm>
                <a:off x="2514846" y="2670423"/>
                <a:ext cx="141480" cy="5436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385A57C0-C6AB-445F-F231-DDE329DC35BC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2497206" y="2652423"/>
                  <a:ext cx="17712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6BB4BFB2-E89C-DBFD-3A8A-87F9EFCBF931}"/>
                    </a:ext>
                  </a:extLst>
                </p14:cNvPr>
                <p14:cNvContentPartPr/>
                <p14:nvPr/>
              </p14:nvContentPartPr>
              <p14:xfrm>
                <a:off x="2474886" y="2719743"/>
                <a:ext cx="114480" cy="20556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6BB4BFB2-E89C-DBFD-3A8A-87F9EFCBF931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2456886" y="2701743"/>
                  <a:ext cx="150120" cy="241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40">
            <p14:nvContentPartPr>
              <p14:cNvPr id="95" name="Ink 94">
                <a:extLst>
                  <a:ext uri="{FF2B5EF4-FFF2-40B4-BE49-F238E27FC236}">
                    <a16:creationId xmlns:a16="http://schemas.microsoft.com/office/drawing/2014/main" id="{BB6D9758-91CD-20D2-A659-BC8431F87575}"/>
                  </a:ext>
                </a:extLst>
              </p14:cNvPr>
              <p14:cNvContentPartPr/>
              <p14:nvPr/>
            </p14:nvContentPartPr>
            <p14:xfrm>
              <a:off x="2483886" y="3124383"/>
              <a:ext cx="101520" cy="250920"/>
            </p14:xfrm>
          </p:contentPart>
        </mc:Choice>
        <mc:Fallback>
          <p:pic>
            <p:nvPicPr>
              <p:cNvPr id="95" name="Ink 94">
                <a:extLst>
                  <a:ext uri="{FF2B5EF4-FFF2-40B4-BE49-F238E27FC236}">
                    <a16:creationId xmlns:a16="http://schemas.microsoft.com/office/drawing/2014/main" id="{BB6D9758-91CD-20D2-A659-BC8431F87575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2466246" y="3106383"/>
                <a:ext cx="137160" cy="286560"/>
              </a:xfrm>
              <a:prstGeom prst="rect">
                <a:avLst/>
              </a:prstGeom>
            </p:spPr>
          </p:pic>
        </mc:Fallback>
      </mc:AlternateContent>
      <p:grpSp>
        <p:nvGrpSpPr>
          <p:cNvPr id="99" name="Group 98">
            <a:extLst>
              <a:ext uri="{FF2B5EF4-FFF2-40B4-BE49-F238E27FC236}">
                <a16:creationId xmlns:a16="http://schemas.microsoft.com/office/drawing/2014/main" id="{D60F3B84-7588-8638-4124-16459085423A}"/>
              </a:ext>
            </a:extLst>
          </p:cNvPr>
          <p:cNvGrpSpPr/>
          <p:nvPr/>
        </p:nvGrpSpPr>
        <p:grpSpPr>
          <a:xfrm>
            <a:off x="2872686" y="2540103"/>
            <a:ext cx="453240" cy="1079280"/>
            <a:chOff x="2872686" y="2540103"/>
            <a:chExt cx="453240" cy="1079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12347079-821D-0A06-7CF3-F6F61ECF5AFE}"/>
                    </a:ext>
                  </a:extLst>
                </p14:cNvPr>
                <p14:cNvContentPartPr/>
                <p14:nvPr/>
              </p14:nvContentPartPr>
              <p14:xfrm>
                <a:off x="2921646" y="2677263"/>
                <a:ext cx="140760" cy="20340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12347079-821D-0A06-7CF3-F6F61ECF5AFE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2903646" y="2659623"/>
                  <a:ext cx="17640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C31A6BBC-AFA9-F830-7A99-81DD36054D33}"/>
                    </a:ext>
                  </a:extLst>
                </p14:cNvPr>
                <p14:cNvContentPartPr/>
                <p14:nvPr/>
              </p14:nvContentPartPr>
              <p14:xfrm>
                <a:off x="2872686" y="3116463"/>
                <a:ext cx="155880" cy="22212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C31A6BBC-AFA9-F830-7A99-81DD36054D33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2855046" y="3098463"/>
                  <a:ext cx="191520" cy="25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EE5A7470-C4BA-24DB-102A-06AFDD176851}"/>
                    </a:ext>
                  </a:extLst>
                </p14:cNvPr>
                <p14:cNvContentPartPr/>
                <p14:nvPr/>
              </p14:nvContentPartPr>
              <p14:xfrm>
                <a:off x="3190566" y="2540103"/>
                <a:ext cx="135360" cy="107928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EE5A7470-C4BA-24DB-102A-06AFDD176851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3172926" y="2522463"/>
                  <a:ext cx="171000" cy="1114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306EE7D2-17F4-43E4-EECB-7B4D086F69B8}"/>
              </a:ext>
            </a:extLst>
          </p:cNvPr>
          <p:cNvGrpSpPr/>
          <p:nvPr/>
        </p:nvGrpSpPr>
        <p:grpSpPr>
          <a:xfrm>
            <a:off x="3580086" y="3052743"/>
            <a:ext cx="178920" cy="124560"/>
            <a:chOff x="3580086" y="3052743"/>
            <a:chExt cx="178920" cy="124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24F62942-2AC6-B5A9-7FD9-EDAFD6BAD411}"/>
                    </a:ext>
                  </a:extLst>
                </p14:cNvPr>
                <p14:cNvContentPartPr/>
                <p14:nvPr/>
              </p14:nvContentPartPr>
              <p14:xfrm>
                <a:off x="3580086" y="3052743"/>
                <a:ext cx="100800" cy="792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24F62942-2AC6-B5A9-7FD9-EDAFD6BAD411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3562086" y="3034743"/>
                  <a:ext cx="13644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0D6EF37B-17D4-49EC-430F-CF2EA007528E}"/>
                    </a:ext>
                  </a:extLst>
                </p14:cNvPr>
                <p14:cNvContentPartPr/>
                <p14:nvPr/>
              </p14:nvContentPartPr>
              <p14:xfrm>
                <a:off x="3582606" y="3134463"/>
                <a:ext cx="176400" cy="4284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0D6EF37B-17D4-49EC-430F-CF2EA007528E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3564966" y="3116823"/>
                  <a:ext cx="212040" cy="78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2ACABB94-A5A3-C9C4-5897-A9489F427E80}"/>
              </a:ext>
            </a:extLst>
          </p:cNvPr>
          <p:cNvGrpSpPr/>
          <p:nvPr/>
        </p:nvGrpSpPr>
        <p:grpSpPr>
          <a:xfrm>
            <a:off x="4319526" y="2874543"/>
            <a:ext cx="750240" cy="297360"/>
            <a:chOff x="4319526" y="2874543"/>
            <a:chExt cx="750240" cy="297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F0521E3A-F648-572F-8035-3B5C5E50E694}"/>
                    </a:ext>
                  </a:extLst>
                </p14:cNvPr>
                <p14:cNvContentPartPr/>
                <p14:nvPr/>
              </p14:nvContentPartPr>
              <p14:xfrm>
                <a:off x="4319526" y="2930343"/>
                <a:ext cx="18000" cy="24156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F0521E3A-F648-572F-8035-3B5C5E50E694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4301886" y="2912703"/>
                  <a:ext cx="53640" cy="27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4C66800D-E3CB-D40B-46B7-B1BFAAC9F56D}"/>
                    </a:ext>
                  </a:extLst>
                </p14:cNvPr>
                <p14:cNvContentPartPr/>
                <p14:nvPr/>
              </p14:nvContentPartPr>
              <p14:xfrm>
                <a:off x="4491606" y="2910543"/>
                <a:ext cx="103320" cy="4860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4C66800D-E3CB-D40B-46B7-B1BFAAC9F56D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4473606" y="2892903"/>
                  <a:ext cx="13896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530CB918-C572-CEBA-82E7-1EA14CA62E65}"/>
                    </a:ext>
                  </a:extLst>
                </p14:cNvPr>
                <p14:cNvContentPartPr/>
                <p14:nvPr/>
              </p14:nvContentPartPr>
              <p14:xfrm>
                <a:off x="4443726" y="2935023"/>
                <a:ext cx="153360" cy="17568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530CB918-C572-CEBA-82E7-1EA14CA62E65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4425726" y="2917023"/>
                  <a:ext cx="18900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9FA6ABED-BE05-311C-205B-715BB073419C}"/>
                    </a:ext>
                  </a:extLst>
                </p14:cNvPr>
                <p14:cNvContentPartPr/>
                <p14:nvPr/>
              </p14:nvContentPartPr>
              <p14:xfrm>
                <a:off x="4716606" y="2966343"/>
                <a:ext cx="140040" cy="2268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9FA6ABED-BE05-311C-205B-715BB073419C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4698606" y="2948703"/>
                  <a:ext cx="17568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31322A76-6BC9-8AB7-82EE-2D4C07E0E741}"/>
                    </a:ext>
                  </a:extLst>
                </p14:cNvPr>
                <p14:cNvContentPartPr/>
                <p14:nvPr/>
              </p14:nvContentPartPr>
              <p14:xfrm>
                <a:off x="4903806" y="2874543"/>
                <a:ext cx="165960" cy="22536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31322A76-6BC9-8AB7-82EE-2D4C07E0E741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4885806" y="2856903"/>
                  <a:ext cx="201600" cy="261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AB3B1353-36E0-D605-DFA0-FAD3DD123A14}"/>
              </a:ext>
            </a:extLst>
          </p:cNvPr>
          <p:cNvGrpSpPr/>
          <p:nvPr/>
        </p:nvGrpSpPr>
        <p:grpSpPr>
          <a:xfrm>
            <a:off x="5343366" y="2794623"/>
            <a:ext cx="636120" cy="291240"/>
            <a:chOff x="5343366" y="2794623"/>
            <a:chExt cx="636120" cy="291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EE79061A-2327-3DD4-FD7D-E16F1D650000}"/>
                    </a:ext>
                  </a:extLst>
                </p14:cNvPr>
                <p14:cNvContentPartPr/>
                <p14:nvPr/>
              </p14:nvContentPartPr>
              <p14:xfrm>
                <a:off x="5343366" y="2958423"/>
                <a:ext cx="114120" cy="1296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EE79061A-2327-3DD4-FD7D-E16F1D650000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5325366" y="2940423"/>
                  <a:ext cx="14976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4F73A5AB-D692-7ADC-1C46-9B6C07E56666}"/>
                    </a:ext>
                  </a:extLst>
                </p14:cNvPr>
                <p14:cNvContentPartPr/>
                <p14:nvPr/>
              </p14:nvContentPartPr>
              <p14:xfrm>
                <a:off x="5343726" y="3028983"/>
                <a:ext cx="134640" cy="3456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4F73A5AB-D692-7ADC-1C46-9B6C07E56666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5325726" y="3011343"/>
                  <a:ext cx="17028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69E43629-7C9F-9B1A-BBC7-BC27BBDB9777}"/>
                    </a:ext>
                  </a:extLst>
                </p14:cNvPr>
                <p14:cNvContentPartPr/>
                <p14:nvPr/>
              </p14:nvContentPartPr>
              <p14:xfrm>
                <a:off x="5689686" y="2823423"/>
                <a:ext cx="41400" cy="25092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69E43629-7C9F-9B1A-BBC7-BC27BBDB9777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5672046" y="2805423"/>
                  <a:ext cx="77040" cy="28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76C781A3-58EF-458C-C8B6-9470EDC8428C}"/>
                    </a:ext>
                  </a:extLst>
                </p14:cNvPr>
                <p14:cNvContentPartPr/>
                <p14:nvPr/>
              </p14:nvContentPartPr>
              <p14:xfrm>
                <a:off x="5868246" y="2809743"/>
                <a:ext cx="81000" cy="5364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76C781A3-58EF-458C-C8B6-9470EDC8428C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5850606" y="2791743"/>
                  <a:ext cx="11664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0502CF05-2EFE-2ECB-FB8C-B99B8A8D2AA6}"/>
                    </a:ext>
                  </a:extLst>
                </p14:cNvPr>
                <p14:cNvContentPartPr/>
                <p14:nvPr/>
              </p14:nvContentPartPr>
              <p14:xfrm>
                <a:off x="5796246" y="2794623"/>
                <a:ext cx="183240" cy="29124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0502CF05-2EFE-2ECB-FB8C-B99B8A8D2AA6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5778606" y="2776983"/>
                  <a:ext cx="218880" cy="326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0" name="Group 129">
            <a:extLst>
              <a:ext uri="{FF2B5EF4-FFF2-40B4-BE49-F238E27FC236}">
                <a16:creationId xmlns:a16="http://schemas.microsoft.com/office/drawing/2014/main" id="{7B4C4108-4C69-A4CB-4330-77E8C89E4EC6}"/>
              </a:ext>
            </a:extLst>
          </p:cNvPr>
          <p:cNvGrpSpPr/>
          <p:nvPr/>
        </p:nvGrpSpPr>
        <p:grpSpPr>
          <a:xfrm>
            <a:off x="237846" y="3679863"/>
            <a:ext cx="1762560" cy="518760"/>
            <a:chOff x="237846" y="3679863"/>
            <a:chExt cx="1762560" cy="518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5FA62A01-2A59-027D-45FF-0C8577AA858D}"/>
                    </a:ext>
                  </a:extLst>
                </p14:cNvPr>
                <p14:cNvContentPartPr/>
                <p14:nvPr/>
              </p14:nvContentPartPr>
              <p14:xfrm>
                <a:off x="242166" y="3780303"/>
                <a:ext cx="128520" cy="27288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5FA62A01-2A59-027D-45FF-0C8577AA858D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224526" y="3762663"/>
                  <a:ext cx="164160" cy="30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9CDC401D-2F68-D4CC-2DAC-E46D4D16B80C}"/>
                    </a:ext>
                  </a:extLst>
                </p14:cNvPr>
                <p14:cNvContentPartPr/>
                <p14:nvPr/>
              </p14:nvContentPartPr>
              <p14:xfrm>
                <a:off x="237846" y="3919263"/>
                <a:ext cx="126720" cy="4608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9CDC401D-2F68-D4CC-2DAC-E46D4D16B80C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219846" y="3901623"/>
                  <a:ext cx="16236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0D792451-0621-363E-52D6-67D710EC65D3}"/>
                    </a:ext>
                  </a:extLst>
                </p14:cNvPr>
                <p14:cNvContentPartPr/>
                <p14:nvPr/>
              </p14:nvContentPartPr>
              <p14:xfrm>
                <a:off x="496326" y="3967143"/>
                <a:ext cx="13680" cy="16056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0D792451-0621-363E-52D6-67D710EC65D3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478326" y="3949503"/>
                  <a:ext cx="4932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10592BE6-12A2-759C-39C7-738A33FFB224}"/>
                    </a:ext>
                  </a:extLst>
                </p14:cNvPr>
                <p14:cNvContentPartPr/>
                <p14:nvPr/>
              </p14:nvContentPartPr>
              <p14:xfrm>
                <a:off x="570846" y="3965703"/>
                <a:ext cx="133200" cy="17496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10592BE6-12A2-759C-39C7-738A33FFB224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552846" y="3947703"/>
                  <a:ext cx="16884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B3917A36-D164-D46B-D7B0-1A13592AC72D}"/>
                    </a:ext>
                  </a:extLst>
                </p14:cNvPr>
                <p14:cNvContentPartPr/>
                <p14:nvPr/>
              </p14:nvContentPartPr>
              <p14:xfrm>
                <a:off x="850926" y="3950583"/>
                <a:ext cx="87480" cy="2664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B3917A36-D164-D46B-D7B0-1A13592AC72D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832926" y="3932583"/>
                  <a:ext cx="12312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853C2353-A9CD-169B-0766-DFD3DCC73ACA}"/>
                    </a:ext>
                  </a:extLst>
                </p14:cNvPr>
                <p14:cNvContentPartPr/>
                <p14:nvPr/>
              </p14:nvContentPartPr>
              <p14:xfrm>
                <a:off x="845886" y="4040223"/>
                <a:ext cx="104040" cy="2268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853C2353-A9CD-169B-0766-DFD3DCC73ACA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828246" y="4022583"/>
                  <a:ext cx="13968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8FCA15ED-B1EC-79A1-8769-E3D3D9D06E08}"/>
                    </a:ext>
                  </a:extLst>
                </p14:cNvPr>
                <p14:cNvContentPartPr/>
                <p14:nvPr/>
              </p14:nvContentPartPr>
              <p14:xfrm>
                <a:off x="1205166" y="3990903"/>
                <a:ext cx="93600" cy="2088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8FCA15ED-B1EC-79A1-8769-E3D3D9D06E08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1187166" y="3972903"/>
                  <a:ext cx="12924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A5E9EB71-58B3-87AA-2476-3DF2A4ACBF13}"/>
                    </a:ext>
                  </a:extLst>
                </p14:cNvPr>
                <p14:cNvContentPartPr/>
                <p14:nvPr/>
              </p14:nvContentPartPr>
              <p14:xfrm>
                <a:off x="1395966" y="3894423"/>
                <a:ext cx="2160" cy="17676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A5E9EB71-58B3-87AA-2476-3DF2A4ACBF13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1377966" y="3876423"/>
                  <a:ext cx="3780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A13A6A95-1CC7-1F03-192A-646E12E20347}"/>
                    </a:ext>
                  </a:extLst>
                </p14:cNvPr>
                <p14:cNvContentPartPr/>
                <p14:nvPr/>
              </p14:nvContentPartPr>
              <p14:xfrm>
                <a:off x="1451406" y="3825303"/>
                <a:ext cx="87840" cy="31104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A13A6A95-1CC7-1F03-192A-646E12E20347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1433406" y="3807663"/>
                  <a:ext cx="123480" cy="34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B1CC9C96-51E6-1D3A-712E-8C3C92A16DEB}"/>
                    </a:ext>
                  </a:extLst>
                </p14:cNvPr>
                <p14:cNvContentPartPr/>
                <p14:nvPr/>
              </p14:nvContentPartPr>
              <p14:xfrm>
                <a:off x="1083126" y="3828183"/>
                <a:ext cx="119160" cy="37044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B1CC9C96-51E6-1D3A-712E-8C3C92A16DEB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1065126" y="3810543"/>
                  <a:ext cx="154800" cy="40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19927FDF-D448-DDCB-468E-0B58BB3E2C2F}"/>
                    </a:ext>
                  </a:extLst>
                </p14:cNvPr>
                <p14:cNvContentPartPr/>
                <p14:nvPr/>
              </p14:nvContentPartPr>
              <p14:xfrm>
                <a:off x="1648326" y="3692103"/>
                <a:ext cx="15120" cy="16128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19927FDF-D448-DDCB-468E-0B58BB3E2C2F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1630686" y="3674103"/>
                  <a:ext cx="5076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ADC747BE-2524-DF22-04FB-93BB3E98E8AC}"/>
                    </a:ext>
                  </a:extLst>
                </p14:cNvPr>
                <p14:cNvContentPartPr/>
                <p14:nvPr/>
              </p14:nvContentPartPr>
              <p14:xfrm>
                <a:off x="1752006" y="3745743"/>
                <a:ext cx="83520" cy="1476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ADC747BE-2524-DF22-04FB-93BB3E98E8AC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1734006" y="3728103"/>
                  <a:ext cx="11916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E6238AEF-C086-AE17-6153-85F73B75666C}"/>
                    </a:ext>
                  </a:extLst>
                </p14:cNvPr>
                <p14:cNvContentPartPr/>
                <p14:nvPr/>
              </p14:nvContentPartPr>
              <p14:xfrm>
                <a:off x="1790166" y="3708663"/>
                <a:ext cx="23040" cy="14148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E6238AEF-C086-AE17-6153-85F73B75666C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1772166" y="3690663"/>
                  <a:ext cx="5868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EC64E504-E070-B8AF-5AB3-AF425749101F}"/>
                    </a:ext>
                  </a:extLst>
                </p14:cNvPr>
                <p14:cNvContentPartPr/>
                <p14:nvPr/>
              </p14:nvContentPartPr>
              <p14:xfrm>
                <a:off x="1887726" y="3679863"/>
                <a:ext cx="112680" cy="16344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EC64E504-E070-B8AF-5AB3-AF425749101F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1869726" y="3662223"/>
                  <a:ext cx="148320" cy="199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00">
            <p14:nvContentPartPr>
              <p14:cNvPr id="129" name="Ink 128">
                <a:extLst>
                  <a:ext uri="{FF2B5EF4-FFF2-40B4-BE49-F238E27FC236}">
                    <a16:creationId xmlns:a16="http://schemas.microsoft.com/office/drawing/2014/main" id="{3FD2CAB7-3E57-057F-B1E8-E194BD8863C1}"/>
                  </a:ext>
                </a:extLst>
              </p14:cNvPr>
              <p14:cNvContentPartPr/>
              <p14:nvPr/>
            </p14:nvContentPartPr>
            <p14:xfrm>
              <a:off x="2201286" y="3777063"/>
              <a:ext cx="13680" cy="716040"/>
            </p14:xfrm>
          </p:contentPart>
        </mc:Choice>
        <mc:Fallback>
          <p:pic>
            <p:nvPicPr>
              <p:cNvPr id="129" name="Ink 128">
                <a:extLst>
                  <a:ext uri="{FF2B5EF4-FFF2-40B4-BE49-F238E27FC236}">
                    <a16:creationId xmlns:a16="http://schemas.microsoft.com/office/drawing/2014/main" id="{3FD2CAB7-3E57-057F-B1E8-E194BD8863C1}"/>
                  </a:ext>
                </a:extLst>
              </p:cNvPr>
              <p:cNvPicPr/>
              <p:nvPr/>
            </p:nvPicPr>
            <p:blipFill>
              <a:blip r:embed="rId201"/>
              <a:stretch>
                <a:fillRect/>
              </a:stretch>
            </p:blipFill>
            <p:spPr>
              <a:xfrm>
                <a:off x="2183646" y="3759423"/>
                <a:ext cx="49320" cy="751680"/>
              </a:xfrm>
              <a:prstGeom prst="rect">
                <a:avLst/>
              </a:prstGeom>
            </p:spPr>
          </p:pic>
        </mc:Fallback>
      </mc:AlternateContent>
      <p:grpSp>
        <p:nvGrpSpPr>
          <p:cNvPr id="146" name="Group 145">
            <a:extLst>
              <a:ext uri="{FF2B5EF4-FFF2-40B4-BE49-F238E27FC236}">
                <a16:creationId xmlns:a16="http://schemas.microsoft.com/office/drawing/2014/main" id="{B38C35D4-4AC6-13DC-DCF8-16E187D0D710}"/>
              </a:ext>
            </a:extLst>
          </p:cNvPr>
          <p:cNvGrpSpPr/>
          <p:nvPr/>
        </p:nvGrpSpPr>
        <p:grpSpPr>
          <a:xfrm>
            <a:off x="3792486" y="4022583"/>
            <a:ext cx="181800" cy="125640"/>
            <a:chOff x="3792486" y="4022583"/>
            <a:chExt cx="181800" cy="125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C83EA6E4-DD8F-C5A6-F58B-6FC79C753F27}"/>
                    </a:ext>
                  </a:extLst>
                </p14:cNvPr>
                <p14:cNvContentPartPr/>
                <p14:nvPr/>
              </p14:nvContentPartPr>
              <p14:xfrm>
                <a:off x="3796086" y="4022583"/>
                <a:ext cx="89640" cy="1116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C83EA6E4-DD8F-C5A6-F58B-6FC79C753F27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3778086" y="4004583"/>
                  <a:ext cx="12528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565DD164-86C4-4EFF-11C8-FF2D968BFBDF}"/>
                    </a:ext>
                  </a:extLst>
                </p14:cNvPr>
                <p14:cNvContentPartPr/>
                <p14:nvPr/>
              </p14:nvContentPartPr>
              <p14:xfrm>
                <a:off x="3792486" y="4106823"/>
                <a:ext cx="181800" cy="4140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565DD164-86C4-4EFF-11C8-FF2D968BFBDF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3774486" y="4088823"/>
                  <a:ext cx="217440" cy="77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9" name="Group 148">
            <a:extLst>
              <a:ext uri="{FF2B5EF4-FFF2-40B4-BE49-F238E27FC236}">
                <a16:creationId xmlns:a16="http://schemas.microsoft.com/office/drawing/2014/main" id="{1B5584B0-C47A-24D2-15A2-9AE89B0481CF}"/>
              </a:ext>
            </a:extLst>
          </p:cNvPr>
          <p:cNvGrpSpPr/>
          <p:nvPr/>
        </p:nvGrpSpPr>
        <p:grpSpPr>
          <a:xfrm>
            <a:off x="4316286" y="3811623"/>
            <a:ext cx="266040" cy="340560"/>
            <a:chOff x="4316286" y="3811623"/>
            <a:chExt cx="266040" cy="340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DB2883FD-BE88-7811-3B5D-7F06ED1F13F6}"/>
                    </a:ext>
                  </a:extLst>
                </p14:cNvPr>
                <p14:cNvContentPartPr/>
                <p14:nvPr/>
              </p14:nvContentPartPr>
              <p14:xfrm>
                <a:off x="4342926" y="3827463"/>
                <a:ext cx="45360" cy="22284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DB2883FD-BE88-7811-3B5D-7F06ED1F13F6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4325286" y="3809463"/>
                  <a:ext cx="81000" cy="25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C34965F7-8BD2-6890-71BD-EF69676DED74}"/>
                    </a:ext>
                  </a:extLst>
                </p14:cNvPr>
                <p14:cNvContentPartPr/>
                <p14:nvPr/>
              </p14:nvContentPartPr>
              <p14:xfrm>
                <a:off x="4316286" y="3811623"/>
                <a:ext cx="266040" cy="34056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C34965F7-8BD2-6890-71BD-EF69676DED74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4298286" y="3793983"/>
                  <a:ext cx="301680" cy="376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5" name="Group 164">
            <a:extLst>
              <a:ext uri="{FF2B5EF4-FFF2-40B4-BE49-F238E27FC236}">
                <a16:creationId xmlns:a16="http://schemas.microsoft.com/office/drawing/2014/main" id="{BCE8D6B1-149B-B9AA-A3E1-248888375CBF}"/>
              </a:ext>
            </a:extLst>
          </p:cNvPr>
          <p:cNvGrpSpPr/>
          <p:nvPr/>
        </p:nvGrpSpPr>
        <p:grpSpPr>
          <a:xfrm>
            <a:off x="187446" y="4883703"/>
            <a:ext cx="1840680" cy="537480"/>
            <a:chOff x="187446" y="4883703"/>
            <a:chExt cx="1840680" cy="537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A40C8FC0-3467-8F73-CBF0-88533EDDD19A}"/>
                    </a:ext>
                  </a:extLst>
                </p14:cNvPr>
                <p14:cNvContentPartPr/>
                <p14:nvPr/>
              </p14:nvContentPartPr>
              <p14:xfrm>
                <a:off x="187446" y="5014383"/>
                <a:ext cx="174600" cy="35352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A40C8FC0-3467-8F73-CBF0-88533EDDD19A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169446" y="4996383"/>
                  <a:ext cx="210240" cy="38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4CC6393F-4E72-9FAF-1B83-965E71996E3A}"/>
                    </a:ext>
                  </a:extLst>
                </p14:cNvPr>
                <p14:cNvContentPartPr/>
                <p14:nvPr/>
              </p14:nvContentPartPr>
              <p14:xfrm>
                <a:off x="219126" y="5202663"/>
                <a:ext cx="135360" cy="2808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4CC6393F-4E72-9FAF-1B83-965E71996E3A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201126" y="5185023"/>
                  <a:ext cx="17100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59DB3DA7-4971-F387-6AE2-971AF440C803}"/>
                    </a:ext>
                  </a:extLst>
                </p14:cNvPr>
                <p14:cNvContentPartPr/>
                <p14:nvPr/>
              </p14:nvContentPartPr>
              <p14:xfrm>
                <a:off x="468606" y="5204463"/>
                <a:ext cx="26640" cy="17424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59DB3DA7-4971-F387-6AE2-971AF440C803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450966" y="5186463"/>
                  <a:ext cx="6228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7AD0DB14-A557-E12E-3C5D-8E542B8B4728}"/>
                    </a:ext>
                  </a:extLst>
                </p14:cNvPr>
                <p14:cNvContentPartPr/>
                <p14:nvPr/>
              </p14:nvContentPartPr>
              <p14:xfrm>
                <a:off x="565086" y="5190783"/>
                <a:ext cx="123840" cy="18720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7AD0DB14-A557-E12E-3C5D-8E542B8B4728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547446" y="5173143"/>
                  <a:ext cx="15948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49B2875B-E56E-F595-C581-425835D9C37D}"/>
                    </a:ext>
                  </a:extLst>
                </p14:cNvPr>
                <p14:cNvContentPartPr/>
                <p14:nvPr/>
              </p14:nvContentPartPr>
              <p14:xfrm>
                <a:off x="818526" y="5199783"/>
                <a:ext cx="96840" cy="1584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49B2875B-E56E-F595-C581-425835D9C37D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800526" y="5182143"/>
                  <a:ext cx="13248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8C108B4C-C78C-1E19-E572-88625A122A54}"/>
                    </a:ext>
                  </a:extLst>
                </p14:cNvPr>
                <p14:cNvContentPartPr/>
                <p14:nvPr/>
              </p14:nvContentPartPr>
              <p14:xfrm>
                <a:off x="822846" y="5257023"/>
                <a:ext cx="128520" cy="2664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8C108B4C-C78C-1E19-E572-88625A122A54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805206" y="5239383"/>
                  <a:ext cx="16416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60960F9F-E08A-1E1B-EC4A-5CC729E13E10}"/>
                    </a:ext>
                  </a:extLst>
                </p14:cNvPr>
                <p14:cNvContentPartPr/>
                <p14:nvPr/>
              </p14:nvContentPartPr>
              <p14:xfrm>
                <a:off x="1194006" y="5169543"/>
                <a:ext cx="121680" cy="1368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60960F9F-E08A-1E1B-EC4A-5CC729E13E10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1176006" y="5151543"/>
                  <a:ext cx="15732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000F5633-552E-4FBD-8391-686DC2711777}"/>
                    </a:ext>
                  </a:extLst>
                </p14:cNvPr>
                <p14:cNvContentPartPr/>
                <p14:nvPr/>
              </p14:nvContentPartPr>
              <p14:xfrm>
                <a:off x="1383366" y="5058303"/>
                <a:ext cx="7920" cy="22896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000F5633-552E-4FBD-8391-686DC2711777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1365366" y="5040303"/>
                  <a:ext cx="43560" cy="26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DC7D9471-42F8-11A1-1252-F1780AEA8DA7}"/>
                    </a:ext>
                  </a:extLst>
                </p14:cNvPr>
                <p14:cNvContentPartPr/>
                <p14:nvPr/>
              </p14:nvContentPartPr>
              <p14:xfrm>
                <a:off x="1354926" y="4993503"/>
                <a:ext cx="177840" cy="42768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DC7D9471-42F8-11A1-1252-F1780AEA8DA7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1336926" y="4975863"/>
                  <a:ext cx="213480" cy="46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C2EDE499-BA59-09A5-D5A4-FD9DC281BB15}"/>
                    </a:ext>
                  </a:extLst>
                </p14:cNvPr>
                <p14:cNvContentPartPr/>
                <p14:nvPr/>
              </p14:nvContentPartPr>
              <p14:xfrm>
                <a:off x="1008606" y="4985583"/>
                <a:ext cx="136080" cy="37584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C2EDE499-BA59-09A5-D5A4-FD9DC281BB15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990966" y="4967943"/>
                  <a:ext cx="171720" cy="41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BEEF250A-6160-2FC8-4142-762CB3F632B6}"/>
                    </a:ext>
                  </a:extLst>
                </p14:cNvPr>
                <p14:cNvContentPartPr/>
                <p14:nvPr/>
              </p14:nvContentPartPr>
              <p14:xfrm>
                <a:off x="1613766" y="4890543"/>
                <a:ext cx="27360" cy="20160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BEEF250A-6160-2FC8-4142-762CB3F632B6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1596126" y="4872543"/>
                  <a:ext cx="6300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BC754DDC-F2A7-478D-A950-AB09B3427A9D}"/>
                    </a:ext>
                  </a:extLst>
                </p14:cNvPr>
                <p14:cNvContentPartPr/>
                <p14:nvPr/>
              </p14:nvContentPartPr>
              <p14:xfrm>
                <a:off x="1700886" y="5004303"/>
                <a:ext cx="119880" cy="4140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BC754DDC-F2A7-478D-A950-AB09B3427A9D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1683246" y="4986303"/>
                  <a:ext cx="15552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341A4091-920C-3612-036E-1468C620340A}"/>
                    </a:ext>
                  </a:extLst>
                </p14:cNvPr>
                <p14:cNvContentPartPr/>
                <p14:nvPr/>
              </p14:nvContentPartPr>
              <p14:xfrm>
                <a:off x="1753446" y="4928343"/>
                <a:ext cx="32040" cy="17784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341A4091-920C-3612-036E-1468C620340A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1735446" y="4910343"/>
                  <a:ext cx="6768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59FB640C-AA78-7922-919C-457A41877250}"/>
                    </a:ext>
                  </a:extLst>
                </p14:cNvPr>
                <p14:cNvContentPartPr/>
                <p14:nvPr/>
              </p14:nvContentPartPr>
              <p14:xfrm>
                <a:off x="1890606" y="4883703"/>
                <a:ext cx="137520" cy="22392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59FB640C-AA78-7922-919C-457A41877250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1872966" y="4866063"/>
                  <a:ext cx="173160" cy="259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38">
            <p14:nvContentPartPr>
              <p14:cNvPr id="164" name="Ink 163">
                <a:extLst>
                  <a:ext uri="{FF2B5EF4-FFF2-40B4-BE49-F238E27FC236}">
                    <a16:creationId xmlns:a16="http://schemas.microsoft.com/office/drawing/2014/main" id="{D45A2166-21F7-ADF3-E65D-F6D1F7C097C2}"/>
                  </a:ext>
                </a:extLst>
              </p14:cNvPr>
              <p14:cNvContentPartPr/>
              <p14:nvPr/>
            </p14:nvContentPartPr>
            <p14:xfrm>
              <a:off x="2189046" y="4859583"/>
              <a:ext cx="37440" cy="951840"/>
            </p14:xfrm>
          </p:contentPart>
        </mc:Choice>
        <mc:Fallback>
          <p:pic>
            <p:nvPicPr>
              <p:cNvPr id="164" name="Ink 163">
                <a:extLst>
                  <a:ext uri="{FF2B5EF4-FFF2-40B4-BE49-F238E27FC236}">
                    <a16:creationId xmlns:a16="http://schemas.microsoft.com/office/drawing/2014/main" id="{D45A2166-21F7-ADF3-E65D-F6D1F7C097C2}"/>
                  </a:ext>
                </a:extLst>
              </p:cNvPr>
              <p:cNvPicPr/>
              <p:nvPr/>
            </p:nvPicPr>
            <p:blipFill>
              <a:blip r:embed="rId239"/>
              <a:stretch>
                <a:fillRect/>
              </a:stretch>
            </p:blipFill>
            <p:spPr>
              <a:xfrm>
                <a:off x="2171406" y="4841943"/>
                <a:ext cx="73080" cy="987480"/>
              </a:xfrm>
              <a:prstGeom prst="rect">
                <a:avLst/>
              </a:prstGeom>
            </p:spPr>
          </p:pic>
        </mc:Fallback>
      </mc:AlternateContent>
      <p:grpSp>
        <p:nvGrpSpPr>
          <p:cNvPr id="176" name="Group 175">
            <a:extLst>
              <a:ext uri="{FF2B5EF4-FFF2-40B4-BE49-F238E27FC236}">
                <a16:creationId xmlns:a16="http://schemas.microsoft.com/office/drawing/2014/main" id="{14B5213B-9BAA-52AD-B1B1-3B97574A23F3}"/>
              </a:ext>
            </a:extLst>
          </p:cNvPr>
          <p:cNvGrpSpPr/>
          <p:nvPr/>
        </p:nvGrpSpPr>
        <p:grpSpPr>
          <a:xfrm>
            <a:off x="3680166" y="5113743"/>
            <a:ext cx="132120" cy="159840"/>
            <a:chOff x="3680166" y="5113743"/>
            <a:chExt cx="132120" cy="159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BB29D938-2B5D-C523-5A7D-122519C0F1D5}"/>
                    </a:ext>
                  </a:extLst>
                </p14:cNvPr>
                <p14:cNvContentPartPr/>
                <p14:nvPr/>
              </p14:nvContentPartPr>
              <p14:xfrm>
                <a:off x="3702126" y="5113743"/>
                <a:ext cx="110160" cy="6624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BB29D938-2B5D-C523-5A7D-122519C0F1D5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3684486" y="5096103"/>
                  <a:ext cx="14580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FDFB0F3C-CE55-6824-BF77-7D46EBB0E3EC}"/>
                    </a:ext>
                  </a:extLst>
                </p14:cNvPr>
                <p14:cNvContentPartPr/>
                <p14:nvPr/>
              </p14:nvContentPartPr>
              <p14:xfrm>
                <a:off x="3680166" y="5239023"/>
                <a:ext cx="123120" cy="3456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FDFB0F3C-CE55-6824-BF77-7D46EBB0E3EC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3662526" y="5221023"/>
                  <a:ext cx="158760" cy="70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44">
            <p14:nvContentPartPr>
              <p14:cNvPr id="131" name="Ink 130">
                <a:extLst>
                  <a:ext uri="{FF2B5EF4-FFF2-40B4-BE49-F238E27FC236}">
                    <a16:creationId xmlns:a16="http://schemas.microsoft.com/office/drawing/2014/main" id="{0F1EBCC5-8CE5-0D9E-3453-1B267CEBC27D}"/>
                  </a:ext>
                </a:extLst>
              </p14:cNvPr>
              <p14:cNvContentPartPr/>
              <p14:nvPr/>
            </p14:nvContentPartPr>
            <p14:xfrm>
              <a:off x="2413326" y="3995943"/>
              <a:ext cx="127800" cy="203040"/>
            </p14:xfrm>
          </p:contentPart>
        </mc:Choice>
        <mc:Fallback>
          <p:pic>
            <p:nvPicPr>
              <p:cNvPr id="131" name="Ink 130">
                <a:extLst>
                  <a:ext uri="{FF2B5EF4-FFF2-40B4-BE49-F238E27FC236}">
                    <a16:creationId xmlns:a16="http://schemas.microsoft.com/office/drawing/2014/main" id="{0F1EBCC5-8CE5-0D9E-3453-1B267CEBC27D}"/>
                  </a:ext>
                </a:extLst>
              </p:cNvPr>
              <p:cNvPicPr/>
              <p:nvPr/>
            </p:nvPicPr>
            <p:blipFill>
              <a:blip r:embed="rId245"/>
              <a:stretch>
                <a:fillRect/>
              </a:stretch>
            </p:blipFill>
            <p:spPr>
              <a:xfrm>
                <a:off x="2395686" y="3978303"/>
                <a:ext cx="163440" cy="23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6">
            <p14:nvContentPartPr>
              <p14:cNvPr id="132" name="Ink 131">
                <a:extLst>
                  <a:ext uri="{FF2B5EF4-FFF2-40B4-BE49-F238E27FC236}">
                    <a16:creationId xmlns:a16="http://schemas.microsoft.com/office/drawing/2014/main" id="{90D1D217-CB25-1628-7369-9DB27511DD3B}"/>
                  </a:ext>
                </a:extLst>
              </p14:cNvPr>
              <p14:cNvContentPartPr/>
              <p14:nvPr/>
            </p14:nvContentPartPr>
            <p14:xfrm>
              <a:off x="2822646" y="3992343"/>
              <a:ext cx="154440" cy="213480"/>
            </p14:xfrm>
          </p:contentPart>
        </mc:Choice>
        <mc:Fallback>
          <p:pic>
            <p:nvPicPr>
              <p:cNvPr id="132" name="Ink 131">
                <a:extLst>
                  <a:ext uri="{FF2B5EF4-FFF2-40B4-BE49-F238E27FC236}">
                    <a16:creationId xmlns:a16="http://schemas.microsoft.com/office/drawing/2014/main" id="{90D1D217-CB25-1628-7369-9DB27511DD3B}"/>
                  </a:ext>
                </a:extLst>
              </p:cNvPr>
              <p:cNvPicPr/>
              <p:nvPr/>
            </p:nvPicPr>
            <p:blipFill>
              <a:blip r:embed="rId247"/>
              <a:stretch>
                <a:fillRect/>
              </a:stretch>
            </p:blipFill>
            <p:spPr>
              <a:xfrm>
                <a:off x="2805006" y="3974703"/>
                <a:ext cx="190080" cy="24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8">
            <p14:nvContentPartPr>
              <p14:cNvPr id="133" name="Ink 132">
                <a:extLst>
                  <a:ext uri="{FF2B5EF4-FFF2-40B4-BE49-F238E27FC236}">
                    <a16:creationId xmlns:a16="http://schemas.microsoft.com/office/drawing/2014/main" id="{95681398-FBAF-3B1B-336A-47372A555F27}"/>
                  </a:ext>
                </a:extLst>
              </p14:cNvPr>
              <p14:cNvContentPartPr/>
              <p14:nvPr/>
            </p14:nvContentPartPr>
            <p14:xfrm>
              <a:off x="2425926" y="4382223"/>
              <a:ext cx="244440" cy="144000"/>
            </p14:xfrm>
          </p:contentPart>
        </mc:Choice>
        <mc:Fallback>
          <p:pic>
            <p:nvPicPr>
              <p:cNvPr id="133" name="Ink 132">
                <a:extLst>
                  <a:ext uri="{FF2B5EF4-FFF2-40B4-BE49-F238E27FC236}">
                    <a16:creationId xmlns:a16="http://schemas.microsoft.com/office/drawing/2014/main" id="{95681398-FBAF-3B1B-336A-47372A555F27}"/>
                  </a:ext>
                </a:extLst>
              </p:cNvPr>
              <p:cNvPicPr/>
              <p:nvPr/>
            </p:nvPicPr>
            <p:blipFill>
              <a:blip r:embed="rId249"/>
              <a:stretch>
                <a:fillRect/>
              </a:stretch>
            </p:blipFill>
            <p:spPr>
              <a:xfrm>
                <a:off x="2408286" y="4364583"/>
                <a:ext cx="280080" cy="17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0">
            <p14:nvContentPartPr>
              <p14:cNvPr id="134" name="Ink 133">
                <a:extLst>
                  <a:ext uri="{FF2B5EF4-FFF2-40B4-BE49-F238E27FC236}">
                    <a16:creationId xmlns:a16="http://schemas.microsoft.com/office/drawing/2014/main" id="{E73D5A98-784C-5394-0729-FF7093BFA09D}"/>
                  </a:ext>
                </a:extLst>
              </p14:cNvPr>
              <p14:cNvContentPartPr/>
              <p14:nvPr/>
            </p14:nvContentPartPr>
            <p14:xfrm>
              <a:off x="2895366" y="4355943"/>
              <a:ext cx="105120" cy="151920"/>
            </p14:xfrm>
          </p:contentPart>
        </mc:Choice>
        <mc:Fallback>
          <p:pic>
            <p:nvPicPr>
              <p:cNvPr id="134" name="Ink 133">
                <a:extLst>
                  <a:ext uri="{FF2B5EF4-FFF2-40B4-BE49-F238E27FC236}">
                    <a16:creationId xmlns:a16="http://schemas.microsoft.com/office/drawing/2014/main" id="{E73D5A98-784C-5394-0729-FF7093BFA09D}"/>
                  </a:ext>
                </a:extLst>
              </p:cNvPr>
              <p:cNvPicPr/>
              <p:nvPr/>
            </p:nvPicPr>
            <p:blipFill>
              <a:blip r:embed="rId251"/>
              <a:stretch>
                <a:fillRect/>
              </a:stretch>
            </p:blipFill>
            <p:spPr>
              <a:xfrm>
                <a:off x="2877366" y="4337943"/>
                <a:ext cx="140760" cy="18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2">
            <p14:nvContentPartPr>
              <p14:cNvPr id="137" name="Ink 136">
                <a:extLst>
                  <a:ext uri="{FF2B5EF4-FFF2-40B4-BE49-F238E27FC236}">
                    <a16:creationId xmlns:a16="http://schemas.microsoft.com/office/drawing/2014/main" id="{DAA2B7C0-AB9A-249A-8F33-08D8CDA57DA7}"/>
                  </a:ext>
                </a:extLst>
              </p14:cNvPr>
              <p14:cNvContentPartPr/>
              <p14:nvPr/>
            </p14:nvContentPartPr>
            <p14:xfrm>
              <a:off x="3090486" y="3824223"/>
              <a:ext cx="133560" cy="787320"/>
            </p14:xfrm>
          </p:contentPart>
        </mc:Choice>
        <mc:Fallback>
          <p:pic>
            <p:nvPicPr>
              <p:cNvPr id="137" name="Ink 136">
                <a:extLst>
                  <a:ext uri="{FF2B5EF4-FFF2-40B4-BE49-F238E27FC236}">
                    <a16:creationId xmlns:a16="http://schemas.microsoft.com/office/drawing/2014/main" id="{DAA2B7C0-AB9A-249A-8F33-08D8CDA57DA7}"/>
                  </a:ext>
                </a:extLst>
              </p:cNvPr>
              <p:cNvPicPr/>
              <p:nvPr/>
            </p:nvPicPr>
            <p:blipFill>
              <a:blip r:embed="rId253"/>
              <a:stretch>
                <a:fillRect/>
              </a:stretch>
            </p:blipFill>
            <p:spPr>
              <a:xfrm>
                <a:off x="3072846" y="3806583"/>
                <a:ext cx="169200" cy="82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4">
            <p14:nvContentPartPr>
              <p14:cNvPr id="138" name="Ink 137">
                <a:extLst>
                  <a:ext uri="{FF2B5EF4-FFF2-40B4-BE49-F238E27FC236}">
                    <a16:creationId xmlns:a16="http://schemas.microsoft.com/office/drawing/2014/main" id="{DFDCAA8B-C972-2C7C-6BC0-34A55D641171}"/>
                  </a:ext>
                </a:extLst>
              </p14:cNvPr>
              <p14:cNvContentPartPr/>
              <p14:nvPr/>
            </p14:nvContentPartPr>
            <p14:xfrm>
              <a:off x="2957286" y="4552143"/>
              <a:ext cx="4320" cy="5400"/>
            </p14:xfrm>
          </p:contentPart>
        </mc:Choice>
        <mc:Fallback>
          <p:pic>
            <p:nvPicPr>
              <p:cNvPr id="138" name="Ink 137">
                <a:extLst>
                  <a:ext uri="{FF2B5EF4-FFF2-40B4-BE49-F238E27FC236}">
                    <a16:creationId xmlns:a16="http://schemas.microsoft.com/office/drawing/2014/main" id="{DFDCAA8B-C972-2C7C-6BC0-34A55D641171}"/>
                  </a:ext>
                </a:extLst>
              </p:cNvPr>
              <p:cNvPicPr/>
              <p:nvPr/>
            </p:nvPicPr>
            <p:blipFill>
              <a:blip r:embed="rId255"/>
              <a:stretch>
                <a:fillRect/>
              </a:stretch>
            </p:blipFill>
            <p:spPr>
              <a:xfrm>
                <a:off x="2939646" y="4534503"/>
                <a:ext cx="39960" cy="4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6">
            <p14:nvContentPartPr>
              <p14:cNvPr id="139" name="Ink 138">
                <a:extLst>
                  <a:ext uri="{FF2B5EF4-FFF2-40B4-BE49-F238E27FC236}">
                    <a16:creationId xmlns:a16="http://schemas.microsoft.com/office/drawing/2014/main" id="{C0143000-B02D-0A80-FA82-E55145178FB7}"/>
                  </a:ext>
                </a:extLst>
              </p14:cNvPr>
              <p14:cNvContentPartPr/>
              <p14:nvPr/>
            </p14:nvContentPartPr>
            <p14:xfrm>
              <a:off x="2404686" y="4112943"/>
              <a:ext cx="14400" cy="17640"/>
            </p14:xfrm>
          </p:contentPart>
        </mc:Choice>
        <mc:Fallback>
          <p:pic>
            <p:nvPicPr>
              <p:cNvPr id="139" name="Ink 138">
                <a:extLst>
                  <a:ext uri="{FF2B5EF4-FFF2-40B4-BE49-F238E27FC236}">
                    <a16:creationId xmlns:a16="http://schemas.microsoft.com/office/drawing/2014/main" id="{C0143000-B02D-0A80-FA82-E55145178FB7}"/>
                  </a:ext>
                </a:extLst>
              </p:cNvPr>
              <p:cNvPicPr/>
              <p:nvPr/>
            </p:nvPicPr>
            <p:blipFill>
              <a:blip r:embed="rId257"/>
              <a:stretch>
                <a:fillRect/>
              </a:stretch>
            </p:blipFill>
            <p:spPr>
              <a:xfrm>
                <a:off x="2386686" y="4094943"/>
                <a:ext cx="50040" cy="5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8">
            <p14:nvContentPartPr>
              <p14:cNvPr id="140" name="Ink 139">
                <a:extLst>
                  <a:ext uri="{FF2B5EF4-FFF2-40B4-BE49-F238E27FC236}">
                    <a16:creationId xmlns:a16="http://schemas.microsoft.com/office/drawing/2014/main" id="{F0137297-7A37-1F9C-2D3B-F8EB2D23D9FA}"/>
                  </a:ext>
                </a:extLst>
              </p14:cNvPr>
              <p14:cNvContentPartPr/>
              <p14:nvPr/>
            </p14:nvContentPartPr>
            <p14:xfrm>
              <a:off x="3002286" y="4539543"/>
              <a:ext cx="8640" cy="11520"/>
            </p14:xfrm>
          </p:contentPart>
        </mc:Choice>
        <mc:Fallback>
          <p:pic>
            <p:nvPicPr>
              <p:cNvPr id="140" name="Ink 139">
                <a:extLst>
                  <a:ext uri="{FF2B5EF4-FFF2-40B4-BE49-F238E27FC236}">
                    <a16:creationId xmlns:a16="http://schemas.microsoft.com/office/drawing/2014/main" id="{F0137297-7A37-1F9C-2D3B-F8EB2D23D9FA}"/>
                  </a:ext>
                </a:extLst>
              </p:cNvPr>
              <p:cNvPicPr/>
              <p:nvPr/>
            </p:nvPicPr>
            <p:blipFill>
              <a:blip r:embed="rId259"/>
              <a:stretch>
                <a:fillRect/>
              </a:stretch>
            </p:blipFill>
            <p:spPr>
              <a:xfrm>
                <a:off x="2984286" y="4521543"/>
                <a:ext cx="44280" cy="4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0">
            <p14:nvContentPartPr>
              <p14:cNvPr id="141" name="Ink 140">
                <a:extLst>
                  <a:ext uri="{FF2B5EF4-FFF2-40B4-BE49-F238E27FC236}">
                    <a16:creationId xmlns:a16="http://schemas.microsoft.com/office/drawing/2014/main" id="{65E1BA1C-117B-530E-DF4F-3F585C746DE4}"/>
                  </a:ext>
                </a:extLst>
              </p14:cNvPr>
              <p14:cNvContentPartPr/>
              <p14:nvPr/>
            </p14:nvContentPartPr>
            <p14:xfrm>
              <a:off x="2485686" y="4500303"/>
              <a:ext cx="23040" cy="13320"/>
            </p14:xfrm>
          </p:contentPart>
        </mc:Choice>
        <mc:Fallback>
          <p:pic>
            <p:nvPicPr>
              <p:cNvPr id="141" name="Ink 140">
                <a:extLst>
                  <a:ext uri="{FF2B5EF4-FFF2-40B4-BE49-F238E27FC236}">
                    <a16:creationId xmlns:a16="http://schemas.microsoft.com/office/drawing/2014/main" id="{65E1BA1C-117B-530E-DF4F-3F585C746DE4}"/>
                  </a:ext>
                </a:extLst>
              </p:cNvPr>
              <p:cNvPicPr/>
              <p:nvPr/>
            </p:nvPicPr>
            <p:blipFill>
              <a:blip r:embed="rId261"/>
              <a:stretch>
                <a:fillRect/>
              </a:stretch>
            </p:blipFill>
            <p:spPr>
              <a:xfrm>
                <a:off x="2468046" y="4482663"/>
                <a:ext cx="58680" cy="4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2">
            <p14:nvContentPartPr>
              <p14:cNvPr id="142" name="Ink 141">
                <a:extLst>
                  <a:ext uri="{FF2B5EF4-FFF2-40B4-BE49-F238E27FC236}">
                    <a16:creationId xmlns:a16="http://schemas.microsoft.com/office/drawing/2014/main" id="{5B37D40F-0297-FB68-8EAC-848E81ABACE6}"/>
                  </a:ext>
                </a:extLst>
              </p14:cNvPr>
              <p14:cNvContentPartPr/>
              <p14:nvPr/>
            </p14:nvContentPartPr>
            <p14:xfrm>
              <a:off x="2941086" y="4112223"/>
              <a:ext cx="13320" cy="7920"/>
            </p14:xfrm>
          </p:contentPart>
        </mc:Choice>
        <mc:Fallback>
          <p:pic>
            <p:nvPicPr>
              <p:cNvPr id="142" name="Ink 141">
                <a:extLst>
                  <a:ext uri="{FF2B5EF4-FFF2-40B4-BE49-F238E27FC236}">
                    <a16:creationId xmlns:a16="http://schemas.microsoft.com/office/drawing/2014/main" id="{5B37D40F-0297-FB68-8EAC-848E81ABACE6}"/>
                  </a:ext>
                </a:extLst>
              </p:cNvPr>
              <p:cNvPicPr/>
              <p:nvPr/>
            </p:nvPicPr>
            <p:blipFill>
              <a:blip r:embed="rId263"/>
              <a:stretch>
                <a:fillRect/>
              </a:stretch>
            </p:blipFill>
            <p:spPr>
              <a:xfrm>
                <a:off x="2923446" y="4094223"/>
                <a:ext cx="48960" cy="43560"/>
              </a:xfrm>
              <a:prstGeom prst="rect">
                <a:avLst/>
              </a:prstGeom>
            </p:spPr>
          </p:pic>
        </mc:Fallback>
      </mc:AlternateContent>
      <p:grpSp>
        <p:nvGrpSpPr>
          <p:cNvPr id="189" name="Group 188">
            <a:extLst>
              <a:ext uri="{FF2B5EF4-FFF2-40B4-BE49-F238E27FC236}">
                <a16:creationId xmlns:a16="http://schemas.microsoft.com/office/drawing/2014/main" id="{00887DBD-F09E-0EBB-8EFA-95CB5D158C4C}"/>
              </a:ext>
            </a:extLst>
          </p:cNvPr>
          <p:cNvGrpSpPr/>
          <p:nvPr/>
        </p:nvGrpSpPr>
        <p:grpSpPr>
          <a:xfrm>
            <a:off x="4255806" y="4954983"/>
            <a:ext cx="837720" cy="290880"/>
            <a:chOff x="4255806" y="4954983"/>
            <a:chExt cx="837720" cy="290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6DEF3350-FA37-3877-A9C5-72E6837ECBB5}"/>
                    </a:ext>
                  </a:extLst>
                </p14:cNvPr>
                <p14:cNvContentPartPr/>
                <p14:nvPr/>
              </p14:nvContentPartPr>
              <p14:xfrm>
                <a:off x="4255806" y="4989543"/>
                <a:ext cx="160200" cy="25632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6DEF3350-FA37-3877-A9C5-72E6837ECBB5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4238166" y="4971543"/>
                  <a:ext cx="195840" cy="29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DDF5053E-17A1-9E07-1904-D44059A8E945}"/>
                    </a:ext>
                  </a:extLst>
                </p14:cNvPr>
                <p14:cNvContentPartPr/>
                <p14:nvPr/>
              </p14:nvContentPartPr>
              <p14:xfrm>
                <a:off x="4560006" y="5095383"/>
                <a:ext cx="136080" cy="1260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DDF5053E-17A1-9E07-1904-D44059A8E945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4542366" y="5077743"/>
                  <a:ext cx="17172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6ED21FFE-EF90-C02B-9EA2-426238A461B3}"/>
                    </a:ext>
                  </a:extLst>
                </p14:cNvPr>
                <p14:cNvContentPartPr/>
                <p14:nvPr/>
              </p14:nvContentPartPr>
              <p14:xfrm>
                <a:off x="4774926" y="4954983"/>
                <a:ext cx="15120" cy="28080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6ED21FFE-EF90-C02B-9EA2-426238A461B3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4757286" y="4937343"/>
                  <a:ext cx="50760" cy="31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B8169B65-AAD4-08CD-3255-19EECD80A049}"/>
                    </a:ext>
                  </a:extLst>
                </p14:cNvPr>
                <p14:cNvContentPartPr/>
                <p14:nvPr/>
              </p14:nvContentPartPr>
              <p14:xfrm>
                <a:off x="4935486" y="4960023"/>
                <a:ext cx="158040" cy="24120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B8169B65-AAD4-08CD-3255-19EECD80A049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4917486" y="4942023"/>
                  <a:ext cx="193680" cy="276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8" name="Group 187">
            <a:extLst>
              <a:ext uri="{FF2B5EF4-FFF2-40B4-BE49-F238E27FC236}">
                <a16:creationId xmlns:a16="http://schemas.microsoft.com/office/drawing/2014/main" id="{D3CB9F37-E104-A536-869A-8947C84BC39D}"/>
              </a:ext>
            </a:extLst>
          </p:cNvPr>
          <p:cNvGrpSpPr/>
          <p:nvPr/>
        </p:nvGrpSpPr>
        <p:grpSpPr>
          <a:xfrm>
            <a:off x="5364606" y="5045343"/>
            <a:ext cx="149400" cy="133200"/>
            <a:chOff x="5364606" y="5045343"/>
            <a:chExt cx="149400" cy="133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0DA4F9ED-75A9-D036-FF29-F2A9E0AEABCB}"/>
                    </a:ext>
                  </a:extLst>
                </p14:cNvPr>
                <p14:cNvContentPartPr/>
                <p14:nvPr/>
              </p14:nvContentPartPr>
              <p14:xfrm>
                <a:off x="5377206" y="5045343"/>
                <a:ext cx="100800" cy="4356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0DA4F9ED-75A9-D036-FF29-F2A9E0AEABCB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5359566" y="5027703"/>
                  <a:ext cx="13644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4B727AFB-B5E9-8237-F613-422A64916D57}"/>
                    </a:ext>
                  </a:extLst>
                </p14:cNvPr>
                <p14:cNvContentPartPr/>
                <p14:nvPr/>
              </p14:nvContentPartPr>
              <p14:xfrm>
                <a:off x="5364606" y="5145063"/>
                <a:ext cx="149400" cy="33480"/>
              </p14:xfrm>
            </p:contentPart>
          </mc:Choice>
          <mc:Fallback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4B727AFB-B5E9-8237-F613-422A64916D57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5346606" y="5127063"/>
                  <a:ext cx="185040" cy="69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7" name="Group 186">
            <a:extLst>
              <a:ext uri="{FF2B5EF4-FFF2-40B4-BE49-F238E27FC236}">
                <a16:creationId xmlns:a16="http://schemas.microsoft.com/office/drawing/2014/main" id="{7F15D348-CCE1-91F2-EAC6-6DD2A4E28915}"/>
              </a:ext>
            </a:extLst>
          </p:cNvPr>
          <p:cNvGrpSpPr/>
          <p:nvPr/>
        </p:nvGrpSpPr>
        <p:grpSpPr>
          <a:xfrm>
            <a:off x="5757006" y="4884783"/>
            <a:ext cx="539640" cy="237600"/>
            <a:chOff x="5757006" y="4884783"/>
            <a:chExt cx="539640" cy="237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416DD4F7-CC7A-C210-3774-6304A12612F9}"/>
                    </a:ext>
                  </a:extLst>
                </p14:cNvPr>
                <p14:cNvContentPartPr/>
                <p14:nvPr/>
              </p14:nvContentPartPr>
              <p14:xfrm>
                <a:off x="5757006" y="5025543"/>
                <a:ext cx="107280" cy="25920"/>
              </p14:xfrm>
            </p:contentPart>
          </mc:Choice>
          <mc:Fallback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416DD4F7-CC7A-C210-3774-6304A12612F9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5739366" y="5007543"/>
                  <a:ext cx="14292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20A126DF-C4C3-D304-FE4F-99C243AA3D62}"/>
                    </a:ext>
                  </a:extLst>
                </p14:cNvPr>
                <p14:cNvContentPartPr/>
                <p14:nvPr/>
              </p14:nvContentPartPr>
              <p14:xfrm>
                <a:off x="5986686" y="4884783"/>
                <a:ext cx="51480" cy="237600"/>
              </p14:xfrm>
            </p:contentPart>
          </mc:Choice>
          <mc:Fallback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20A126DF-C4C3-D304-FE4F-99C243AA3D62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5968686" y="4867143"/>
                  <a:ext cx="87120" cy="27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9FA6DDE6-8D10-4CBA-F0D1-90CD970322A2}"/>
                    </a:ext>
                  </a:extLst>
                </p14:cNvPr>
                <p14:cNvContentPartPr/>
                <p14:nvPr/>
              </p14:nvContentPartPr>
              <p14:xfrm>
                <a:off x="6106926" y="4897743"/>
                <a:ext cx="189720" cy="212400"/>
              </p14:xfrm>
            </p:contentPart>
          </mc:Choice>
          <mc:Fallback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9FA6DDE6-8D10-4CBA-F0D1-90CD970322A2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6089286" y="4879743"/>
                  <a:ext cx="225360" cy="248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5" name="Group 204">
            <a:extLst>
              <a:ext uri="{FF2B5EF4-FFF2-40B4-BE49-F238E27FC236}">
                <a16:creationId xmlns:a16="http://schemas.microsoft.com/office/drawing/2014/main" id="{C93EAECB-3D2B-1B1A-EF92-7E605B3E4E12}"/>
              </a:ext>
            </a:extLst>
          </p:cNvPr>
          <p:cNvGrpSpPr/>
          <p:nvPr/>
        </p:nvGrpSpPr>
        <p:grpSpPr>
          <a:xfrm>
            <a:off x="9901326" y="804543"/>
            <a:ext cx="1061640" cy="1403640"/>
            <a:chOff x="9901326" y="804543"/>
            <a:chExt cx="1061640" cy="1403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D8D4CE0F-9410-8DF8-5842-C3678F23FD3B}"/>
                    </a:ext>
                  </a:extLst>
                </p14:cNvPr>
                <p14:cNvContentPartPr/>
                <p14:nvPr/>
              </p14:nvContentPartPr>
              <p14:xfrm>
                <a:off x="9913926" y="1000743"/>
                <a:ext cx="17640" cy="196920"/>
              </p14:xfrm>
            </p:contentPart>
          </mc:Choice>
          <mc:Fallback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D8D4CE0F-9410-8DF8-5842-C3678F23FD3B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9895926" y="982743"/>
                  <a:ext cx="5328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4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515CE1BD-D3DB-A88E-B607-5A3D191FD909}"/>
                    </a:ext>
                  </a:extLst>
                </p14:cNvPr>
                <p14:cNvContentPartPr/>
                <p14:nvPr/>
              </p14:nvContentPartPr>
              <p14:xfrm>
                <a:off x="9901326" y="955383"/>
                <a:ext cx="123120" cy="252360"/>
              </p14:xfrm>
            </p:contentPart>
          </mc:Choice>
          <mc:Fallback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515CE1BD-D3DB-A88E-B607-5A3D191FD909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9883686" y="937743"/>
                  <a:ext cx="158760" cy="28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EBAD1CE3-E5E9-1BB4-78C8-CA80EDEE6C91}"/>
                    </a:ext>
                  </a:extLst>
                </p14:cNvPr>
                <p14:cNvContentPartPr/>
                <p14:nvPr/>
              </p14:nvContentPartPr>
              <p14:xfrm>
                <a:off x="10139646" y="1041423"/>
                <a:ext cx="82080" cy="7560"/>
              </p14:xfrm>
            </p:contentPart>
          </mc:Choice>
          <mc:Fallback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EBAD1CE3-E5E9-1BB4-78C8-CA80EDEE6C91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10122006" y="1023423"/>
                  <a:ext cx="11772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7073D553-448E-6F0C-381D-32E26AC23AD7}"/>
                    </a:ext>
                  </a:extLst>
                </p14:cNvPr>
                <p14:cNvContentPartPr/>
                <p14:nvPr/>
              </p14:nvContentPartPr>
              <p14:xfrm>
                <a:off x="10112646" y="1109463"/>
                <a:ext cx="149760" cy="27000"/>
              </p14:xfrm>
            </p:contentPart>
          </mc:Choice>
          <mc:Fallback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7073D553-448E-6F0C-381D-32E26AC23AD7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10095006" y="1091823"/>
                  <a:ext cx="18540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590480C9-AA6A-FA0B-2C48-A69C1DC30468}"/>
                    </a:ext>
                  </a:extLst>
                </p14:cNvPr>
                <p14:cNvContentPartPr/>
                <p14:nvPr/>
              </p14:nvContentPartPr>
              <p14:xfrm>
                <a:off x="10429806" y="804543"/>
                <a:ext cx="249120" cy="1403640"/>
              </p14:xfrm>
            </p:contentPart>
          </mc:Choice>
          <mc:Fallback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590480C9-AA6A-FA0B-2C48-A69C1DC30468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10411806" y="786903"/>
                  <a:ext cx="284760" cy="143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2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19203F66-A6B3-4539-8251-1E3E95DE30B7}"/>
                    </a:ext>
                  </a:extLst>
                </p14:cNvPr>
                <p14:cNvContentPartPr/>
                <p14:nvPr/>
              </p14:nvContentPartPr>
              <p14:xfrm>
                <a:off x="10653366" y="917943"/>
                <a:ext cx="13680" cy="227160"/>
              </p14:xfrm>
            </p:contentPart>
          </mc:Choice>
          <mc:Fallback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19203F66-A6B3-4539-8251-1E3E95DE30B7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10635726" y="899943"/>
                  <a:ext cx="49320" cy="26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926BB612-EF49-AEB0-4F03-DA08BD6C470D}"/>
                    </a:ext>
                  </a:extLst>
                </p14:cNvPr>
                <p14:cNvContentPartPr/>
                <p14:nvPr/>
              </p14:nvContentPartPr>
              <p14:xfrm>
                <a:off x="10774686" y="963663"/>
                <a:ext cx="128880" cy="181080"/>
              </p14:xfrm>
            </p:contentPart>
          </mc:Choice>
          <mc:Fallback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926BB612-EF49-AEB0-4F03-DA08BD6C470D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10757046" y="946023"/>
                  <a:ext cx="16452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6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1321E2BD-FCD8-CAAD-2B2B-C7F8E9AA99E5}"/>
                    </a:ext>
                  </a:extLst>
                </p14:cNvPr>
                <p14:cNvContentPartPr/>
                <p14:nvPr/>
              </p14:nvContentPartPr>
              <p14:xfrm>
                <a:off x="10845606" y="888063"/>
                <a:ext cx="117360" cy="66960"/>
              </p14:xfrm>
            </p:contentPart>
          </mc:Choice>
          <mc:Fallback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1321E2BD-FCD8-CAAD-2B2B-C7F8E9AA99E5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10827966" y="870063"/>
                  <a:ext cx="153000" cy="102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98">
            <p14:nvContentPartPr>
              <p14:cNvPr id="199" name="Ink 198">
                <a:extLst>
                  <a:ext uri="{FF2B5EF4-FFF2-40B4-BE49-F238E27FC236}">
                    <a16:creationId xmlns:a16="http://schemas.microsoft.com/office/drawing/2014/main" id="{E214DDBC-0E69-870E-2F82-79E17713F6CB}"/>
                  </a:ext>
                </a:extLst>
              </p14:cNvPr>
              <p14:cNvContentPartPr/>
              <p14:nvPr/>
            </p14:nvContentPartPr>
            <p14:xfrm>
              <a:off x="11185806" y="930903"/>
              <a:ext cx="162000" cy="204120"/>
            </p14:xfrm>
          </p:contentPart>
        </mc:Choice>
        <mc:Fallback>
          <p:pic>
            <p:nvPicPr>
              <p:cNvPr id="199" name="Ink 198">
                <a:extLst>
                  <a:ext uri="{FF2B5EF4-FFF2-40B4-BE49-F238E27FC236}">
                    <a16:creationId xmlns:a16="http://schemas.microsoft.com/office/drawing/2014/main" id="{E214DDBC-0E69-870E-2F82-79E17713F6CB}"/>
                  </a:ext>
                </a:extLst>
              </p:cNvPr>
              <p:cNvPicPr/>
              <p:nvPr/>
            </p:nvPicPr>
            <p:blipFill>
              <a:blip r:embed="rId299"/>
              <a:stretch>
                <a:fillRect/>
              </a:stretch>
            </p:blipFill>
            <p:spPr>
              <a:xfrm>
                <a:off x="11167806" y="912903"/>
                <a:ext cx="197640" cy="239760"/>
              </a:xfrm>
              <a:prstGeom prst="rect">
                <a:avLst/>
              </a:prstGeom>
            </p:spPr>
          </p:pic>
        </mc:Fallback>
      </mc:AlternateContent>
      <p:grpSp>
        <p:nvGrpSpPr>
          <p:cNvPr id="204" name="Group 203">
            <a:extLst>
              <a:ext uri="{FF2B5EF4-FFF2-40B4-BE49-F238E27FC236}">
                <a16:creationId xmlns:a16="http://schemas.microsoft.com/office/drawing/2014/main" id="{F67748A2-279A-6516-D7B8-1571FA78F2F8}"/>
              </a:ext>
            </a:extLst>
          </p:cNvPr>
          <p:cNvGrpSpPr/>
          <p:nvPr/>
        </p:nvGrpSpPr>
        <p:grpSpPr>
          <a:xfrm>
            <a:off x="11590086" y="813543"/>
            <a:ext cx="561240" cy="1301400"/>
            <a:chOff x="11590086" y="813543"/>
            <a:chExt cx="561240" cy="1301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0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C40BE928-A6D8-1D71-14F4-C28D01C96C36}"/>
                    </a:ext>
                  </a:extLst>
                </p14:cNvPr>
                <p14:cNvContentPartPr/>
                <p14:nvPr/>
              </p14:nvContentPartPr>
              <p14:xfrm>
                <a:off x="11590086" y="1028103"/>
                <a:ext cx="118440" cy="14040"/>
              </p14:xfrm>
            </p:contentPart>
          </mc:Choice>
          <mc:Fallback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C40BE928-A6D8-1D71-14F4-C28D01C96C36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11572446" y="1010463"/>
                  <a:ext cx="15408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2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49751195-C98D-427C-B561-633763A76F07}"/>
                    </a:ext>
                  </a:extLst>
                </p14:cNvPr>
                <p14:cNvContentPartPr/>
                <p14:nvPr/>
              </p14:nvContentPartPr>
              <p14:xfrm>
                <a:off x="11802846" y="918663"/>
                <a:ext cx="3240" cy="238680"/>
              </p14:xfrm>
            </p:contentPart>
          </mc:Choice>
          <mc:Fallback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49751195-C98D-427C-B561-633763A76F07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11784846" y="900663"/>
                  <a:ext cx="38880" cy="27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4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F9D9DD18-9FE7-A0C8-0F38-4F72570A3445}"/>
                    </a:ext>
                  </a:extLst>
                </p14:cNvPr>
                <p14:cNvContentPartPr/>
                <p14:nvPr/>
              </p14:nvContentPartPr>
              <p14:xfrm>
                <a:off x="11914446" y="944943"/>
                <a:ext cx="81360" cy="162000"/>
              </p14:xfrm>
            </p:contentPart>
          </mc:Choice>
          <mc:Fallback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F9D9DD18-9FE7-A0C8-0F38-4F72570A3445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11896806" y="926943"/>
                  <a:ext cx="11700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6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A14F3D51-AAD1-921B-35F6-EB4A7B62F6D9}"/>
                    </a:ext>
                  </a:extLst>
                </p14:cNvPr>
                <p14:cNvContentPartPr/>
                <p14:nvPr/>
              </p14:nvContentPartPr>
              <p14:xfrm>
                <a:off x="11880246" y="813543"/>
                <a:ext cx="271080" cy="1301400"/>
              </p14:xfrm>
            </p:contentPart>
          </mc:Choice>
          <mc:Fallback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A14F3D51-AAD1-921B-35F6-EB4A7B62F6D9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11862606" y="795543"/>
                  <a:ext cx="306720" cy="1337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08">
            <p14:nvContentPartPr>
              <p14:cNvPr id="206" name="Ink 205">
                <a:extLst>
                  <a:ext uri="{FF2B5EF4-FFF2-40B4-BE49-F238E27FC236}">
                    <a16:creationId xmlns:a16="http://schemas.microsoft.com/office/drawing/2014/main" id="{8EB77C20-BA21-167E-B265-C62FD20B598D}"/>
                  </a:ext>
                </a:extLst>
              </p14:cNvPr>
              <p14:cNvContentPartPr/>
              <p14:nvPr/>
            </p14:nvContentPartPr>
            <p14:xfrm>
              <a:off x="4824541" y="4151823"/>
              <a:ext cx="1080" cy="3960"/>
            </p14:xfrm>
          </p:contentPart>
        </mc:Choice>
        <mc:Fallback>
          <p:pic>
            <p:nvPicPr>
              <p:cNvPr id="206" name="Ink 205">
                <a:extLst>
                  <a:ext uri="{FF2B5EF4-FFF2-40B4-BE49-F238E27FC236}">
                    <a16:creationId xmlns:a16="http://schemas.microsoft.com/office/drawing/2014/main" id="{8EB77C20-BA21-167E-B265-C62FD20B598D}"/>
                  </a:ext>
                </a:extLst>
              </p:cNvPr>
              <p:cNvPicPr/>
              <p:nvPr/>
            </p:nvPicPr>
            <p:blipFill>
              <a:blip r:embed="rId255"/>
              <a:stretch>
                <a:fillRect/>
              </a:stretch>
            </p:blipFill>
            <p:spPr>
              <a:xfrm>
                <a:off x="4806541" y="4134183"/>
                <a:ext cx="36720" cy="39600"/>
              </a:xfrm>
              <a:prstGeom prst="rect">
                <a:avLst/>
              </a:prstGeom>
            </p:spPr>
          </p:pic>
        </mc:Fallback>
      </mc:AlternateContent>
      <p:grpSp>
        <p:nvGrpSpPr>
          <p:cNvPr id="223" name="Group 222">
            <a:extLst>
              <a:ext uri="{FF2B5EF4-FFF2-40B4-BE49-F238E27FC236}">
                <a16:creationId xmlns:a16="http://schemas.microsoft.com/office/drawing/2014/main" id="{3AD84CEA-3D6C-454B-5405-FE9FC2349B7C}"/>
              </a:ext>
            </a:extLst>
          </p:cNvPr>
          <p:cNvGrpSpPr/>
          <p:nvPr/>
        </p:nvGrpSpPr>
        <p:grpSpPr>
          <a:xfrm>
            <a:off x="6632461" y="2457303"/>
            <a:ext cx="1960200" cy="1074240"/>
            <a:chOff x="6632461" y="2457303"/>
            <a:chExt cx="1960200" cy="1074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9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6995D9C3-0ABC-5AE1-EC33-18181FE41488}"/>
                    </a:ext>
                  </a:extLst>
                </p14:cNvPr>
                <p14:cNvContentPartPr/>
                <p14:nvPr/>
              </p14:nvContentPartPr>
              <p14:xfrm>
                <a:off x="6643621" y="2724063"/>
                <a:ext cx="150480" cy="268200"/>
              </p14:xfrm>
            </p:contentPart>
          </mc:Choice>
          <mc:Fallback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6995D9C3-0ABC-5AE1-EC33-18181FE41488}"/>
                    </a:ext>
                  </a:extLst>
                </p:cNvPr>
                <p:cNvPicPr/>
                <p:nvPr/>
              </p:nvPicPr>
              <p:blipFill>
                <a:blip r:embed="rId310"/>
                <a:stretch>
                  <a:fillRect/>
                </a:stretch>
              </p:blipFill>
              <p:spPr>
                <a:xfrm>
                  <a:off x="6625981" y="2706063"/>
                  <a:ext cx="186120" cy="30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1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EA4018CE-59AD-D309-0435-100C6A87F659}"/>
                    </a:ext>
                  </a:extLst>
                </p14:cNvPr>
                <p14:cNvContentPartPr/>
                <p14:nvPr/>
              </p14:nvContentPartPr>
              <p14:xfrm>
                <a:off x="6632461" y="2853303"/>
                <a:ext cx="141120" cy="40680"/>
              </p14:xfrm>
            </p:contentPart>
          </mc:Choice>
          <mc:Fallback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EA4018CE-59AD-D309-0435-100C6A87F659}"/>
                    </a:ext>
                  </a:extLst>
                </p:cNvPr>
                <p:cNvPicPr/>
                <p:nvPr/>
              </p:nvPicPr>
              <p:blipFill>
                <a:blip r:embed="rId312"/>
                <a:stretch>
                  <a:fillRect/>
                </a:stretch>
              </p:blipFill>
              <p:spPr>
                <a:xfrm>
                  <a:off x="6614461" y="2835303"/>
                  <a:ext cx="17676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3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66499659-1835-D438-AC96-FCA18C162B88}"/>
                    </a:ext>
                  </a:extLst>
                </p14:cNvPr>
                <p14:cNvContentPartPr/>
                <p14:nvPr/>
              </p14:nvContentPartPr>
              <p14:xfrm>
                <a:off x="6868981" y="2908023"/>
                <a:ext cx="102240" cy="146160"/>
              </p14:xfrm>
            </p:contentPart>
          </mc:Choice>
          <mc:Fallback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66499659-1835-D438-AC96-FCA18C162B88}"/>
                    </a:ext>
                  </a:extLst>
                </p:cNvPr>
                <p:cNvPicPr/>
                <p:nvPr/>
              </p:nvPicPr>
              <p:blipFill>
                <a:blip r:embed="rId314"/>
                <a:stretch>
                  <a:fillRect/>
                </a:stretch>
              </p:blipFill>
              <p:spPr>
                <a:xfrm>
                  <a:off x="6851341" y="2890023"/>
                  <a:ext cx="13788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5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5B870280-06EC-BCE5-984D-D85B5964CEF3}"/>
                    </a:ext>
                  </a:extLst>
                </p14:cNvPr>
                <p14:cNvContentPartPr/>
                <p14:nvPr/>
              </p14:nvContentPartPr>
              <p14:xfrm>
                <a:off x="7075261" y="2884983"/>
                <a:ext cx="15840" cy="197280"/>
              </p14:xfrm>
            </p:contentPart>
          </mc:Choice>
          <mc:Fallback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5B870280-06EC-BCE5-984D-D85B5964CEF3}"/>
                    </a:ext>
                  </a:extLst>
                </p:cNvPr>
                <p:cNvPicPr/>
                <p:nvPr/>
              </p:nvPicPr>
              <p:blipFill>
                <a:blip r:embed="rId316"/>
                <a:stretch>
                  <a:fillRect/>
                </a:stretch>
              </p:blipFill>
              <p:spPr>
                <a:xfrm>
                  <a:off x="7057621" y="2866983"/>
                  <a:ext cx="51480" cy="23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7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E198373F-892F-28CA-81C9-68C3D3C27095}"/>
                    </a:ext>
                  </a:extLst>
                </p14:cNvPr>
                <p14:cNvContentPartPr/>
                <p14:nvPr/>
              </p14:nvContentPartPr>
              <p14:xfrm>
                <a:off x="7238341" y="2857623"/>
                <a:ext cx="74160" cy="51480"/>
              </p14:xfrm>
            </p:contentPart>
          </mc:Choice>
          <mc:Fallback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E198373F-892F-28CA-81C9-68C3D3C27095}"/>
                    </a:ext>
                  </a:extLst>
                </p:cNvPr>
                <p:cNvPicPr/>
                <p:nvPr/>
              </p:nvPicPr>
              <p:blipFill>
                <a:blip r:embed="rId318"/>
                <a:stretch>
                  <a:fillRect/>
                </a:stretch>
              </p:blipFill>
              <p:spPr>
                <a:xfrm>
                  <a:off x="7220701" y="2839623"/>
                  <a:ext cx="10980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9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7FD4535D-0E1C-FB48-91AD-1BDBFD2FDCB2}"/>
                    </a:ext>
                  </a:extLst>
                </p14:cNvPr>
                <p14:cNvContentPartPr/>
                <p14:nvPr/>
              </p14:nvContentPartPr>
              <p14:xfrm>
                <a:off x="7200181" y="2926383"/>
                <a:ext cx="146520" cy="28440"/>
              </p14:xfrm>
            </p:contentPart>
          </mc:Choice>
          <mc:Fallback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7FD4535D-0E1C-FB48-91AD-1BDBFD2FDCB2}"/>
                    </a:ext>
                  </a:extLst>
                </p:cNvPr>
                <p:cNvPicPr/>
                <p:nvPr/>
              </p:nvPicPr>
              <p:blipFill>
                <a:blip r:embed="rId320"/>
                <a:stretch>
                  <a:fillRect/>
                </a:stretch>
              </p:blipFill>
              <p:spPr>
                <a:xfrm>
                  <a:off x="7182181" y="2908743"/>
                  <a:ext cx="18216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1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14C3CC38-453F-6B4D-1BCA-252A494E2686}"/>
                    </a:ext>
                  </a:extLst>
                </p14:cNvPr>
                <p14:cNvContentPartPr/>
                <p14:nvPr/>
              </p14:nvContentPartPr>
              <p14:xfrm>
                <a:off x="7542901" y="2822343"/>
                <a:ext cx="123120" cy="35280"/>
              </p14:xfrm>
            </p:contentPart>
          </mc:Choice>
          <mc:Fallback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14C3CC38-453F-6B4D-1BCA-252A494E2686}"/>
                    </a:ext>
                  </a:extLst>
                </p:cNvPr>
                <p:cNvPicPr/>
                <p:nvPr/>
              </p:nvPicPr>
              <p:blipFill>
                <a:blip r:embed="rId322"/>
                <a:stretch>
                  <a:fillRect/>
                </a:stretch>
              </p:blipFill>
              <p:spPr>
                <a:xfrm>
                  <a:off x="7525261" y="2804703"/>
                  <a:ext cx="15876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3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7FB4CA0F-9E38-E3E9-1A23-F9B30BD9C96D}"/>
                    </a:ext>
                  </a:extLst>
                </p14:cNvPr>
                <p14:cNvContentPartPr/>
                <p14:nvPr/>
              </p14:nvContentPartPr>
              <p14:xfrm>
                <a:off x="7758541" y="2687703"/>
                <a:ext cx="17640" cy="284760"/>
              </p14:xfrm>
            </p:contentPart>
          </mc:Choice>
          <mc:Fallback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7FB4CA0F-9E38-E3E9-1A23-F9B30BD9C96D}"/>
                    </a:ext>
                  </a:extLst>
                </p:cNvPr>
                <p:cNvPicPr/>
                <p:nvPr/>
              </p:nvPicPr>
              <p:blipFill>
                <a:blip r:embed="rId324"/>
                <a:stretch>
                  <a:fillRect/>
                </a:stretch>
              </p:blipFill>
              <p:spPr>
                <a:xfrm>
                  <a:off x="7740901" y="2670063"/>
                  <a:ext cx="53280" cy="32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5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4AFDE8EF-D89D-F5C6-5D1D-3F77D7D7EC70}"/>
                    </a:ext>
                  </a:extLst>
                </p14:cNvPr>
                <p14:cNvContentPartPr/>
                <p14:nvPr/>
              </p14:nvContentPartPr>
              <p14:xfrm>
                <a:off x="7744141" y="2572143"/>
                <a:ext cx="250560" cy="544680"/>
              </p14:xfrm>
            </p:contentPart>
          </mc:Choice>
          <mc:Fallback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4AFDE8EF-D89D-F5C6-5D1D-3F77D7D7EC70}"/>
                    </a:ext>
                  </a:extLst>
                </p:cNvPr>
                <p:cNvPicPr/>
                <p:nvPr/>
              </p:nvPicPr>
              <p:blipFill>
                <a:blip r:embed="rId326"/>
                <a:stretch>
                  <a:fillRect/>
                </a:stretch>
              </p:blipFill>
              <p:spPr>
                <a:xfrm>
                  <a:off x="7726501" y="2554143"/>
                  <a:ext cx="286200" cy="58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7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A54C9B83-60D9-C9DB-159A-DCA01E5BF552}"/>
                    </a:ext>
                  </a:extLst>
                </p14:cNvPr>
                <p14:cNvContentPartPr/>
                <p14:nvPr/>
              </p14:nvContentPartPr>
              <p14:xfrm>
                <a:off x="7433821" y="2621823"/>
                <a:ext cx="204480" cy="528840"/>
              </p14:xfrm>
            </p:contentPart>
          </mc:Choice>
          <mc:Fallback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A54C9B83-60D9-C9DB-159A-DCA01E5BF552}"/>
                    </a:ext>
                  </a:extLst>
                </p:cNvPr>
                <p:cNvPicPr/>
                <p:nvPr/>
              </p:nvPicPr>
              <p:blipFill>
                <a:blip r:embed="rId328"/>
                <a:stretch>
                  <a:fillRect/>
                </a:stretch>
              </p:blipFill>
              <p:spPr>
                <a:xfrm>
                  <a:off x="7416181" y="2604183"/>
                  <a:ext cx="240120" cy="56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9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ED30E411-2B7D-CB6E-0F3A-1EBB3CD0D4C3}"/>
                    </a:ext>
                  </a:extLst>
                </p14:cNvPr>
                <p14:cNvContentPartPr/>
                <p14:nvPr/>
              </p14:nvContentPartPr>
              <p14:xfrm>
                <a:off x="8053021" y="2507703"/>
                <a:ext cx="151200" cy="108360"/>
              </p14:xfrm>
            </p:contentPart>
          </mc:Choice>
          <mc:Fallback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ED30E411-2B7D-CB6E-0F3A-1EBB3CD0D4C3}"/>
                    </a:ext>
                  </a:extLst>
                </p:cNvPr>
                <p:cNvPicPr/>
                <p:nvPr/>
              </p:nvPicPr>
              <p:blipFill>
                <a:blip r:embed="rId330"/>
                <a:stretch>
                  <a:fillRect/>
                </a:stretch>
              </p:blipFill>
              <p:spPr>
                <a:xfrm>
                  <a:off x="8035021" y="2489703"/>
                  <a:ext cx="18684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1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8534C538-9D71-8A98-3C93-480A89523B32}"/>
                    </a:ext>
                  </a:extLst>
                </p14:cNvPr>
                <p14:cNvContentPartPr/>
                <p14:nvPr/>
              </p14:nvContentPartPr>
              <p14:xfrm>
                <a:off x="8214301" y="2501583"/>
                <a:ext cx="81000" cy="7560"/>
              </p14:xfrm>
            </p:contentPart>
          </mc:Choice>
          <mc:Fallback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8534C538-9D71-8A98-3C93-480A89523B32}"/>
                    </a:ext>
                  </a:extLst>
                </p:cNvPr>
                <p:cNvPicPr/>
                <p:nvPr/>
              </p:nvPicPr>
              <p:blipFill>
                <a:blip r:embed="rId332"/>
                <a:stretch>
                  <a:fillRect/>
                </a:stretch>
              </p:blipFill>
              <p:spPr>
                <a:xfrm>
                  <a:off x="8196301" y="2483943"/>
                  <a:ext cx="11664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3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F98F7B7A-4467-41C5-300D-3CF4F55C77E1}"/>
                    </a:ext>
                  </a:extLst>
                </p14:cNvPr>
                <p14:cNvContentPartPr/>
                <p14:nvPr/>
              </p14:nvContentPartPr>
              <p14:xfrm>
                <a:off x="8249221" y="2457303"/>
                <a:ext cx="19800" cy="155520"/>
              </p14:xfrm>
            </p:contentPart>
          </mc:Choice>
          <mc:Fallback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F98F7B7A-4467-41C5-300D-3CF4F55C77E1}"/>
                    </a:ext>
                  </a:extLst>
                </p:cNvPr>
                <p:cNvPicPr/>
                <p:nvPr/>
              </p:nvPicPr>
              <p:blipFill>
                <a:blip r:embed="rId334"/>
                <a:stretch>
                  <a:fillRect/>
                </a:stretch>
              </p:blipFill>
              <p:spPr>
                <a:xfrm>
                  <a:off x="8231221" y="2439303"/>
                  <a:ext cx="5544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5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E3A01AB6-C97A-4B24-64E5-C10C3DCC82D2}"/>
                    </a:ext>
                  </a:extLst>
                </p14:cNvPr>
                <p14:cNvContentPartPr/>
                <p14:nvPr/>
              </p14:nvContentPartPr>
              <p14:xfrm>
                <a:off x="8361181" y="2473143"/>
                <a:ext cx="32400" cy="149040"/>
              </p14:xfrm>
            </p:contentPart>
          </mc:Choice>
          <mc:Fallback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E3A01AB6-C97A-4B24-64E5-C10C3DCC82D2}"/>
                    </a:ext>
                  </a:extLst>
                </p:cNvPr>
                <p:cNvPicPr/>
                <p:nvPr/>
              </p:nvPicPr>
              <p:blipFill>
                <a:blip r:embed="rId336"/>
                <a:stretch>
                  <a:fillRect/>
                </a:stretch>
              </p:blipFill>
              <p:spPr>
                <a:xfrm>
                  <a:off x="8343541" y="2455143"/>
                  <a:ext cx="6804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7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B8A8AF52-277A-631B-B114-E277698641DF}"/>
                    </a:ext>
                  </a:extLst>
                </p14:cNvPr>
                <p14:cNvContentPartPr/>
                <p14:nvPr/>
              </p14:nvContentPartPr>
              <p14:xfrm>
                <a:off x="8527141" y="2556663"/>
                <a:ext cx="65520" cy="974880"/>
              </p14:xfrm>
            </p:contentPart>
          </mc:Choice>
          <mc:Fallback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B8A8AF52-277A-631B-B114-E277698641DF}"/>
                    </a:ext>
                  </a:extLst>
                </p:cNvPr>
                <p:cNvPicPr/>
                <p:nvPr/>
              </p:nvPicPr>
              <p:blipFill>
                <a:blip r:embed="rId338"/>
                <a:stretch>
                  <a:fillRect/>
                </a:stretch>
              </p:blipFill>
              <p:spPr>
                <a:xfrm>
                  <a:off x="8509501" y="2538663"/>
                  <a:ext cx="101160" cy="1010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39">
            <p14:nvContentPartPr>
              <p14:cNvPr id="224" name="Ink 223">
                <a:extLst>
                  <a:ext uri="{FF2B5EF4-FFF2-40B4-BE49-F238E27FC236}">
                    <a16:creationId xmlns:a16="http://schemas.microsoft.com/office/drawing/2014/main" id="{5143FFF1-F670-4FC9-95FE-EF96F546989E}"/>
                  </a:ext>
                </a:extLst>
              </p14:cNvPr>
              <p14:cNvContentPartPr/>
              <p14:nvPr/>
            </p14:nvContentPartPr>
            <p14:xfrm>
              <a:off x="6198301" y="1565583"/>
              <a:ext cx="18720" cy="5760"/>
            </p14:xfrm>
          </p:contentPart>
        </mc:Choice>
        <mc:Fallback>
          <p:pic>
            <p:nvPicPr>
              <p:cNvPr id="224" name="Ink 223">
                <a:extLst>
                  <a:ext uri="{FF2B5EF4-FFF2-40B4-BE49-F238E27FC236}">
                    <a16:creationId xmlns:a16="http://schemas.microsoft.com/office/drawing/2014/main" id="{5143FFF1-F670-4FC9-95FE-EF96F546989E}"/>
                  </a:ext>
                </a:extLst>
              </p:cNvPr>
              <p:cNvPicPr/>
              <p:nvPr/>
            </p:nvPicPr>
            <p:blipFill>
              <a:blip r:embed="rId340"/>
              <a:stretch>
                <a:fillRect/>
              </a:stretch>
            </p:blipFill>
            <p:spPr>
              <a:xfrm>
                <a:off x="6180301" y="1547583"/>
                <a:ext cx="54360" cy="4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1">
            <p14:nvContentPartPr>
              <p14:cNvPr id="225" name="Ink 224">
                <a:extLst>
                  <a:ext uri="{FF2B5EF4-FFF2-40B4-BE49-F238E27FC236}">
                    <a16:creationId xmlns:a16="http://schemas.microsoft.com/office/drawing/2014/main" id="{E7015053-0B94-6CC1-CF1E-3B817261C201}"/>
                  </a:ext>
                </a:extLst>
              </p14:cNvPr>
              <p14:cNvContentPartPr/>
              <p14:nvPr/>
            </p14:nvContentPartPr>
            <p14:xfrm>
              <a:off x="5161861" y="2271183"/>
              <a:ext cx="360" cy="360"/>
            </p14:xfrm>
          </p:contentPart>
        </mc:Choice>
        <mc:Fallback>
          <p:pic>
            <p:nvPicPr>
              <p:cNvPr id="225" name="Ink 224">
                <a:extLst>
                  <a:ext uri="{FF2B5EF4-FFF2-40B4-BE49-F238E27FC236}">
                    <a16:creationId xmlns:a16="http://schemas.microsoft.com/office/drawing/2014/main" id="{E7015053-0B94-6CC1-CF1E-3B817261C201}"/>
                  </a:ext>
                </a:extLst>
              </p:cNvPr>
              <p:cNvPicPr/>
              <p:nvPr/>
            </p:nvPicPr>
            <p:blipFill>
              <a:blip r:embed="rId342"/>
              <a:stretch>
                <a:fillRect/>
              </a:stretch>
            </p:blipFill>
            <p:spPr>
              <a:xfrm>
                <a:off x="5144221" y="2253183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3">
            <p14:nvContentPartPr>
              <p14:cNvPr id="226" name="Ink 225">
                <a:extLst>
                  <a:ext uri="{FF2B5EF4-FFF2-40B4-BE49-F238E27FC236}">
                    <a16:creationId xmlns:a16="http://schemas.microsoft.com/office/drawing/2014/main" id="{473D0F3D-224C-0775-1E3A-46C42C3B3CEF}"/>
                  </a:ext>
                </a:extLst>
              </p14:cNvPr>
              <p14:cNvContentPartPr/>
              <p14:nvPr/>
            </p14:nvContentPartPr>
            <p14:xfrm>
              <a:off x="5485861" y="1342023"/>
              <a:ext cx="7200" cy="3960"/>
            </p14:xfrm>
          </p:contentPart>
        </mc:Choice>
        <mc:Fallback>
          <p:pic>
            <p:nvPicPr>
              <p:cNvPr id="226" name="Ink 225">
                <a:extLst>
                  <a:ext uri="{FF2B5EF4-FFF2-40B4-BE49-F238E27FC236}">
                    <a16:creationId xmlns:a16="http://schemas.microsoft.com/office/drawing/2014/main" id="{473D0F3D-224C-0775-1E3A-46C42C3B3CEF}"/>
                  </a:ext>
                </a:extLst>
              </p:cNvPr>
              <p:cNvPicPr/>
              <p:nvPr/>
            </p:nvPicPr>
            <p:blipFill>
              <a:blip r:embed="rId344"/>
              <a:stretch>
                <a:fillRect/>
              </a:stretch>
            </p:blipFill>
            <p:spPr>
              <a:xfrm>
                <a:off x="5468221" y="1324383"/>
                <a:ext cx="42840" cy="3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5">
            <p14:nvContentPartPr>
              <p14:cNvPr id="227" name="Ink 226">
                <a:extLst>
                  <a:ext uri="{FF2B5EF4-FFF2-40B4-BE49-F238E27FC236}">
                    <a16:creationId xmlns:a16="http://schemas.microsoft.com/office/drawing/2014/main" id="{F73593DF-29F1-D0F9-9AEC-B39720748599}"/>
                  </a:ext>
                </a:extLst>
              </p14:cNvPr>
              <p14:cNvContentPartPr/>
              <p14:nvPr/>
            </p14:nvContentPartPr>
            <p14:xfrm>
              <a:off x="6213421" y="1231143"/>
              <a:ext cx="7560" cy="3240"/>
            </p14:xfrm>
          </p:contentPart>
        </mc:Choice>
        <mc:Fallback>
          <p:pic>
            <p:nvPicPr>
              <p:cNvPr id="227" name="Ink 226">
                <a:extLst>
                  <a:ext uri="{FF2B5EF4-FFF2-40B4-BE49-F238E27FC236}">
                    <a16:creationId xmlns:a16="http://schemas.microsoft.com/office/drawing/2014/main" id="{F73593DF-29F1-D0F9-9AEC-B39720748599}"/>
                  </a:ext>
                </a:extLst>
              </p:cNvPr>
              <p:cNvPicPr/>
              <p:nvPr/>
            </p:nvPicPr>
            <p:blipFill>
              <a:blip r:embed="rId346"/>
              <a:stretch>
                <a:fillRect/>
              </a:stretch>
            </p:blipFill>
            <p:spPr>
              <a:xfrm>
                <a:off x="6195781" y="1213143"/>
                <a:ext cx="43200" cy="3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7">
            <p14:nvContentPartPr>
              <p14:cNvPr id="228" name="Ink 227">
                <a:extLst>
                  <a:ext uri="{FF2B5EF4-FFF2-40B4-BE49-F238E27FC236}">
                    <a16:creationId xmlns:a16="http://schemas.microsoft.com/office/drawing/2014/main" id="{20A2226E-24BB-95A3-6A6B-C3C81B679D32}"/>
                  </a:ext>
                </a:extLst>
              </p14:cNvPr>
              <p14:cNvContentPartPr/>
              <p14:nvPr/>
            </p14:nvContentPartPr>
            <p14:xfrm>
              <a:off x="5550661" y="2150223"/>
              <a:ext cx="23400" cy="4680"/>
            </p14:xfrm>
          </p:contentPart>
        </mc:Choice>
        <mc:Fallback>
          <p:pic>
            <p:nvPicPr>
              <p:cNvPr id="228" name="Ink 227">
                <a:extLst>
                  <a:ext uri="{FF2B5EF4-FFF2-40B4-BE49-F238E27FC236}">
                    <a16:creationId xmlns:a16="http://schemas.microsoft.com/office/drawing/2014/main" id="{20A2226E-24BB-95A3-6A6B-C3C81B679D32}"/>
                  </a:ext>
                </a:extLst>
              </p:cNvPr>
              <p:cNvPicPr/>
              <p:nvPr/>
            </p:nvPicPr>
            <p:blipFill>
              <a:blip r:embed="rId348"/>
              <a:stretch>
                <a:fillRect/>
              </a:stretch>
            </p:blipFill>
            <p:spPr>
              <a:xfrm>
                <a:off x="5533021" y="2132223"/>
                <a:ext cx="59040" cy="4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9">
            <p14:nvContentPartPr>
              <p14:cNvPr id="229" name="Ink 228">
                <a:extLst>
                  <a:ext uri="{FF2B5EF4-FFF2-40B4-BE49-F238E27FC236}">
                    <a16:creationId xmlns:a16="http://schemas.microsoft.com/office/drawing/2014/main" id="{0B37AFA7-B651-8A0A-965D-64A94FDA9288}"/>
                  </a:ext>
                </a:extLst>
              </p14:cNvPr>
              <p14:cNvContentPartPr/>
              <p14:nvPr/>
            </p14:nvContentPartPr>
            <p14:xfrm>
              <a:off x="6265981" y="2074623"/>
              <a:ext cx="11520" cy="4320"/>
            </p14:xfrm>
          </p:contentPart>
        </mc:Choice>
        <mc:Fallback>
          <p:pic>
            <p:nvPicPr>
              <p:cNvPr id="229" name="Ink 228">
                <a:extLst>
                  <a:ext uri="{FF2B5EF4-FFF2-40B4-BE49-F238E27FC236}">
                    <a16:creationId xmlns:a16="http://schemas.microsoft.com/office/drawing/2014/main" id="{0B37AFA7-B651-8A0A-965D-64A94FDA9288}"/>
                  </a:ext>
                </a:extLst>
              </p:cNvPr>
              <p:cNvPicPr/>
              <p:nvPr/>
            </p:nvPicPr>
            <p:blipFill>
              <a:blip r:embed="rId350"/>
              <a:stretch>
                <a:fillRect/>
              </a:stretch>
            </p:blipFill>
            <p:spPr>
              <a:xfrm>
                <a:off x="6248341" y="2056623"/>
                <a:ext cx="47160" cy="3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1">
            <p14:nvContentPartPr>
              <p14:cNvPr id="230" name="Ink 229">
                <a:extLst>
                  <a:ext uri="{FF2B5EF4-FFF2-40B4-BE49-F238E27FC236}">
                    <a16:creationId xmlns:a16="http://schemas.microsoft.com/office/drawing/2014/main" id="{164A3BAA-7830-CB4F-4BE2-095FBF7ACFAD}"/>
                  </a:ext>
                </a:extLst>
              </p14:cNvPr>
              <p14:cNvContentPartPr/>
              <p14:nvPr/>
            </p14:nvContentPartPr>
            <p14:xfrm>
              <a:off x="8705341" y="2639463"/>
              <a:ext cx="252360" cy="164520"/>
            </p14:xfrm>
          </p:contentPart>
        </mc:Choice>
        <mc:Fallback>
          <p:pic>
            <p:nvPicPr>
              <p:cNvPr id="230" name="Ink 229">
                <a:extLst>
                  <a:ext uri="{FF2B5EF4-FFF2-40B4-BE49-F238E27FC236}">
                    <a16:creationId xmlns:a16="http://schemas.microsoft.com/office/drawing/2014/main" id="{164A3BAA-7830-CB4F-4BE2-095FBF7ACFAD}"/>
                  </a:ext>
                </a:extLst>
              </p:cNvPr>
              <p:cNvPicPr/>
              <p:nvPr/>
            </p:nvPicPr>
            <p:blipFill>
              <a:blip r:embed="rId352"/>
              <a:stretch>
                <a:fillRect/>
              </a:stretch>
            </p:blipFill>
            <p:spPr>
              <a:xfrm>
                <a:off x="8687701" y="2621463"/>
                <a:ext cx="288000" cy="20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3">
            <p14:nvContentPartPr>
              <p14:cNvPr id="233" name="Ink 232">
                <a:extLst>
                  <a:ext uri="{FF2B5EF4-FFF2-40B4-BE49-F238E27FC236}">
                    <a16:creationId xmlns:a16="http://schemas.microsoft.com/office/drawing/2014/main" id="{73FC1227-6D1E-D7BF-B01B-35030B155BCF}"/>
                  </a:ext>
                </a:extLst>
              </p14:cNvPr>
              <p14:cNvContentPartPr/>
              <p14:nvPr/>
            </p14:nvContentPartPr>
            <p14:xfrm>
              <a:off x="8789941" y="3037983"/>
              <a:ext cx="141840" cy="247680"/>
            </p14:xfrm>
          </p:contentPart>
        </mc:Choice>
        <mc:Fallback>
          <p:pic>
            <p:nvPicPr>
              <p:cNvPr id="233" name="Ink 232">
                <a:extLst>
                  <a:ext uri="{FF2B5EF4-FFF2-40B4-BE49-F238E27FC236}">
                    <a16:creationId xmlns:a16="http://schemas.microsoft.com/office/drawing/2014/main" id="{73FC1227-6D1E-D7BF-B01B-35030B155BCF}"/>
                  </a:ext>
                </a:extLst>
              </p:cNvPr>
              <p:cNvPicPr/>
              <p:nvPr/>
            </p:nvPicPr>
            <p:blipFill>
              <a:blip r:embed="rId354"/>
              <a:stretch>
                <a:fillRect/>
              </a:stretch>
            </p:blipFill>
            <p:spPr>
              <a:xfrm>
                <a:off x="8771941" y="3019983"/>
                <a:ext cx="177480" cy="28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5">
            <p14:nvContentPartPr>
              <p14:cNvPr id="238" name="Ink 237">
                <a:extLst>
                  <a:ext uri="{FF2B5EF4-FFF2-40B4-BE49-F238E27FC236}">
                    <a16:creationId xmlns:a16="http://schemas.microsoft.com/office/drawing/2014/main" id="{BED37ABB-DBD0-063B-E345-D581AD679E5A}"/>
                  </a:ext>
                </a:extLst>
              </p14:cNvPr>
              <p14:cNvContentPartPr/>
              <p14:nvPr/>
            </p14:nvContentPartPr>
            <p14:xfrm>
              <a:off x="8693101" y="2813703"/>
              <a:ext cx="16920" cy="9000"/>
            </p14:xfrm>
          </p:contentPart>
        </mc:Choice>
        <mc:Fallback>
          <p:pic>
            <p:nvPicPr>
              <p:cNvPr id="238" name="Ink 237">
                <a:extLst>
                  <a:ext uri="{FF2B5EF4-FFF2-40B4-BE49-F238E27FC236}">
                    <a16:creationId xmlns:a16="http://schemas.microsoft.com/office/drawing/2014/main" id="{BED37ABB-DBD0-063B-E345-D581AD679E5A}"/>
                  </a:ext>
                </a:extLst>
              </p:cNvPr>
              <p:cNvPicPr/>
              <p:nvPr/>
            </p:nvPicPr>
            <p:blipFill>
              <a:blip r:embed="rId356"/>
              <a:stretch>
                <a:fillRect/>
              </a:stretch>
            </p:blipFill>
            <p:spPr>
              <a:xfrm>
                <a:off x="8675461" y="2795703"/>
                <a:ext cx="52560" cy="44640"/>
              </a:xfrm>
              <a:prstGeom prst="rect">
                <a:avLst/>
              </a:prstGeom>
            </p:spPr>
          </p:pic>
        </mc:Fallback>
      </mc:AlternateContent>
      <p:grpSp>
        <p:nvGrpSpPr>
          <p:cNvPr id="252" name="Group 251">
            <a:extLst>
              <a:ext uri="{FF2B5EF4-FFF2-40B4-BE49-F238E27FC236}">
                <a16:creationId xmlns:a16="http://schemas.microsoft.com/office/drawing/2014/main" id="{30CC82A7-A3F0-99B0-119D-98AC5369B5EF}"/>
              </a:ext>
            </a:extLst>
          </p:cNvPr>
          <p:cNvGrpSpPr/>
          <p:nvPr/>
        </p:nvGrpSpPr>
        <p:grpSpPr>
          <a:xfrm>
            <a:off x="9138781" y="2373423"/>
            <a:ext cx="2871000" cy="1150200"/>
            <a:chOff x="9138781" y="2373423"/>
            <a:chExt cx="2871000" cy="1150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7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1C62D2D0-C681-7C64-D325-DA5CF45B8AEA}"/>
                    </a:ext>
                  </a:extLst>
                </p14:cNvPr>
                <p14:cNvContentPartPr/>
                <p14:nvPr/>
              </p14:nvContentPartPr>
              <p14:xfrm>
                <a:off x="9139861" y="2578623"/>
                <a:ext cx="141840" cy="221040"/>
              </p14:xfrm>
            </p:contentPart>
          </mc:Choice>
          <mc:Fallback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1C62D2D0-C681-7C64-D325-DA5CF45B8AEA}"/>
                    </a:ext>
                  </a:extLst>
                </p:cNvPr>
                <p:cNvPicPr/>
                <p:nvPr/>
              </p:nvPicPr>
              <p:blipFill>
                <a:blip r:embed="rId358"/>
                <a:stretch>
                  <a:fillRect/>
                </a:stretch>
              </p:blipFill>
              <p:spPr>
                <a:xfrm>
                  <a:off x="9122221" y="2560623"/>
                  <a:ext cx="177480" cy="25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9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756EA88A-28FB-3526-DCBB-54BE74A29EFC}"/>
                    </a:ext>
                  </a:extLst>
                </p14:cNvPr>
                <p14:cNvContentPartPr/>
                <p14:nvPr/>
              </p14:nvContentPartPr>
              <p14:xfrm>
                <a:off x="9138781" y="3045183"/>
                <a:ext cx="146520" cy="232920"/>
              </p14:xfrm>
            </p:contentPart>
          </mc:Choice>
          <mc:Fallback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756EA88A-28FB-3526-DCBB-54BE74A29EFC}"/>
                    </a:ext>
                  </a:extLst>
                </p:cNvPr>
                <p:cNvPicPr/>
                <p:nvPr/>
              </p:nvPicPr>
              <p:blipFill>
                <a:blip r:embed="rId360"/>
                <a:stretch>
                  <a:fillRect/>
                </a:stretch>
              </p:blipFill>
              <p:spPr>
                <a:xfrm>
                  <a:off x="9120781" y="3027543"/>
                  <a:ext cx="182160" cy="26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1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F7EC8858-476B-BA0F-7E8D-FBE12891C561}"/>
                    </a:ext>
                  </a:extLst>
                </p14:cNvPr>
                <p14:cNvContentPartPr/>
                <p14:nvPr/>
              </p14:nvContentPartPr>
              <p14:xfrm>
                <a:off x="9358381" y="2373423"/>
                <a:ext cx="195480" cy="1150200"/>
              </p14:xfrm>
            </p:contentPart>
          </mc:Choice>
          <mc:Fallback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F7EC8858-476B-BA0F-7E8D-FBE12891C561}"/>
                    </a:ext>
                  </a:extLst>
                </p:cNvPr>
                <p:cNvPicPr/>
                <p:nvPr/>
              </p:nvPicPr>
              <p:blipFill>
                <a:blip r:embed="rId362"/>
                <a:stretch>
                  <a:fillRect/>
                </a:stretch>
              </p:blipFill>
              <p:spPr>
                <a:xfrm>
                  <a:off x="9340741" y="2355783"/>
                  <a:ext cx="231120" cy="118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3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9A28B6A6-358F-9897-AE22-67B040C31536}"/>
                    </a:ext>
                  </a:extLst>
                </p14:cNvPr>
                <p14:cNvContentPartPr/>
                <p14:nvPr/>
              </p14:nvContentPartPr>
              <p14:xfrm>
                <a:off x="9735661" y="2894703"/>
                <a:ext cx="104760" cy="28440"/>
              </p14:xfrm>
            </p:contentPart>
          </mc:Choice>
          <mc:Fallback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9A28B6A6-358F-9897-AE22-67B040C31536}"/>
                    </a:ext>
                  </a:extLst>
                </p:cNvPr>
                <p:cNvPicPr/>
                <p:nvPr/>
              </p:nvPicPr>
              <p:blipFill>
                <a:blip r:embed="rId364"/>
                <a:stretch>
                  <a:fillRect/>
                </a:stretch>
              </p:blipFill>
              <p:spPr>
                <a:xfrm>
                  <a:off x="9717661" y="2877063"/>
                  <a:ext cx="14040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5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D6653F50-E2BD-6ACF-5722-870D3A7E62DA}"/>
                    </a:ext>
                  </a:extLst>
                </p14:cNvPr>
                <p14:cNvContentPartPr/>
                <p14:nvPr/>
              </p14:nvContentPartPr>
              <p14:xfrm>
                <a:off x="9710101" y="2994063"/>
                <a:ext cx="145440" cy="47520"/>
              </p14:xfrm>
            </p:contentPart>
          </mc:Choice>
          <mc:Fallback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D6653F50-E2BD-6ACF-5722-870D3A7E62DA}"/>
                    </a:ext>
                  </a:extLst>
                </p:cNvPr>
                <p:cNvPicPr/>
                <p:nvPr/>
              </p:nvPicPr>
              <p:blipFill>
                <a:blip r:embed="rId366"/>
                <a:stretch>
                  <a:fillRect/>
                </a:stretch>
              </p:blipFill>
              <p:spPr>
                <a:xfrm>
                  <a:off x="9692461" y="2976423"/>
                  <a:ext cx="18108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7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79298826-A3BC-7C0C-7E55-000163A20306}"/>
                    </a:ext>
                  </a:extLst>
                </p14:cNvPr>
                <p14:cNvContentPartPr/>
                <p14:nvPr/>
              </p14:nvContentPartPr>
              <p14:xfrm>
                <a:off x="9204661" y="3161823"/>
                <a:ext cx="21240" cy="13320"/>
              </p14:xfrm>
            </p:contentPart>
          </mc:Choice>
          <mc:Fallback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79298826-A3BC-7C0C-7E55-000163A20306}"/>
                    </a:ext>
                  </a:extLst>
                </p:cNvPr>
                <p:cNvPicPr/>
                <p:nvPr/>
              </p:nvPicPr>
              <p:blipFill>
                <a:blip r:embed="rId368"/>
                <a:stretch>
                  <a:fillRect/>
                </a:stretch>
              </p:blipFill>
              <p:spPr>
                <a:xfrm>
                  <a:off x="9186661" y="3144183"/>
                  <a:ext cx="5688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9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11E0CA51-14B4-37EB-AF8B-26549B95EC5B}"/>
                    </a:ext>
                  </a:extLst>
                </p14:cNvPr>
                <p14:cNvContentPartPr/>
                <p14:nvPr/>
              </p14:nvContentPartPr>
              <p14:xfrm>
                <a:off x="10004581" y="2851503"/>
                <a:ext cx="197640" cy="35640"/>
              </p14:xfrm>
            </p:contentPart>
          </mc:Choice>
          <mc:Fallback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11E0CA51-14B4-37EB-AF8B-26549B95EC5B}"/>
                    </a:ext>
                  </a:extLst>
                </p:cNvPr>
                <p:cNvPicPr/>
                <p:nvPr/>
              </p:nvPicPr>
              <p:blipFill>
                <a:blip r:embed="rId370"/>
                <a:stretch>
                  <a:fillRect/>
                </a:stretch>
              </p:blipFill>
              <p:spPr>
                <a:xfrm>
                  <a:off x="9986941" y="2833503"/>
                  <a:ext cx="23328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1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028BC7BC-A76C-F7F4-8562-1E223B9CB771}"/>
                    </a:ext>
                  </a:extLst>
                </p14:cNvPr>
                <p14:cNvContentPartPr/>
                <p14:nvPr/>
              </p14:nvContentPartPr>
              <p14:xfrm>
                <a:off x="10341181" y="2575383"/>
                <a:ext cx="129240" cy="674640"/>
              </p14:xfrm>
            </p:contentPart>
          </mc:Choice>
          <mc:Fallback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028BC7BC-A76C-F7F4-8562-1E223B9CB771}"/>
                    </a:ext>
                  </a:extLst>
                </p:cNvPr>
                <p:cNvPicPr/>
                <p:nvPr/>
              </p:nvPicPr>
              <p:blipFill>
                <a:blip r:embed="rId372"/>
                <a:stretch>
                  <a:fillRect/>
                </a:stretch>
              </p:blipFill>
              <p:spPr>
                <a:xfrm>
                  <a:off x="10323181" y="2557743"/>
                  <a:ext cx="164880" cy="71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3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DBE02B04-3B0E-EDD8-81A0-499B3CA5D7D2}"/>
                    </a:ext>
                  </a:extLst>
                </p14:cNvPr>
                <p14:cNvContentPartPr/>
                <p14:nvPr/>
              </p14:nvContentPartPr>
              <p14:xfrm>
                <a:off x="10520461" y="2695263"/>
                <a:ext cx="102600" cy="305640"/>
              </p14:xfrm>
            </p:contentPart>
          </mc:Choice>
          <mc:Fallback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DBE02B04-3B0E-EDD8-81A0-499B3CA5D7D2}"/>
                    </a:ext>
                  </a:extLst>
                </p:cNvPr>
                <p:cNvPicPr/>
                <p:nvPr/>
              </p:nvPicPr>
              <p:blipFill>
                <a:blip r:embed="rId374"/>
                <a:stretch>
                  <a:fillRect/>
                </a:stretch>
              </p:blipFill>
              <p:spPr>
                <a:xfrm>
                  <a:off x="10502461" y="2677263"/>
                  <a:ext cx="138240" cy="34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5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4810DA6E-7CE1-5191-D358-0539394AF2AE}"/>
                    </a:ext>
                  </a:extLst>
                </p14:cNvPr>
                <p14:cNvContentPartPr/>
                <p14:nvPr/>
              </p14:nvContentPartPr>
              <p14:xfrm>
                <a:off x="10780021" y="2861223"/>
                <a:ext cx="138600" cy="19080"/>
              </p14:xfrm>
            </p:contentPart>
          </mc:Choice>
          <mc:Fallback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4810DA6E-7CE1-5191-D358-0539394AF2AE}"/>
                    </a:ext>
                  </a:extLst>
                </p:cNvPr>
                <p:cNvPicPr/>
                <p:nvPr/>
              </p:nvPicPr>
              <p:blipFill>
                <a:blip r:embed="rId376"/>
                <a:stretch>
                  <a:fillRect/>
                </a:stretch>
              </p:blipFill>
              <p:spPr>
                <a:xfrm>
                  <a:off x="10762381" y="2843223"/>
                  <a:ext cx="17424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7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2B3D984F-EA54-A5E4-9AA7-79E1191DBAE7}"/>
                    </a:ext>
                  </a:extLst>
                </p14:cNvPr>
                <p14:cNvContentPartPr/>
                <p14:nvPr/>
              </p14:nvContentPartPr>
              <p14:xfrm>
                <a:off x="11054701" y="2725143"/>
                <a:ext cx="13680" cy="308160"/>
              </p14:xfrm>
            </p:contentPart>
          </mc:Choice>
          <mc:Fallback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2B3D984F-EA54-A5E4-9AA7-79E1191DBAE7}"/>
                    </a:ext>
                  </a:extLst>
                </p:cNvPr>
                <p:cNvPicPr/>
                <p:nvPr/>
              </p:nvPicPr>
              <p:blipFill>
                <a:blip r:embed="rId378"/>
                <a:stretch>
                  <a:fillRect/>
                </a:stretch>
              </p:blipFill>
              <p:spPr>
                <a:xfrm>
                  <a:off x="11036701" y="2707143"/>
                  <a:ext cx="49320" cy="34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9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7FBE02DB-9FD1-9EBD-9D1C-DB910CC67C82}"/>
                    </a:ext>
                  </a:extLst>
                </p14:cNvPr>
                <p14:cNvContentPartPr/>
                <p14:nvPr/>
              </p14:nvContentPartPr>
              <p14:xfrm>
                <a:off x="11175661" y="2778063"/>
                <a:ext cx="173880" cy="197640"/>
              </p14:xfrm>
            </p:contentPart>
          </mc:Choice>
          <mc:Fallback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7FBE02DB-9FD1-9EBD-9D1C-DB910CC67C82}"/>
                    </a:ext>
                  </a:extLst>
                </p:cNvPr>
                <p:cNvPicPr/>
                <p:nvPr/>
              </p:nvPicPr>
              <p:blipFill>
                <a:blip r:embed="rId380"/>
                <a:stretch>
                  <a:fillRect/>
                </a:stretch>
              </p:blipFill>
              <p:spPr>
                <a:xfrm>
                  <a:off x="11157661" y="2760423"/>
                  <a:ext cx="209520" cy="23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1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9E060B5A-6CE3-F449-A7C3-F15C9F10DB43}"/>
                    </a:ext>
                  </a:extLst>
                </p14:cNvPr>
                <p14:cNvContentPartPr/>
                <p14:nvPr/>
              </p14:nvContentPartPr>
              <p14:xfrm>
                <a:off x="11274301" y="2642703"/>
                <a:ext cx="156600" cy="578520"/>
              </p14:xfrm>
            </p:contentPart>
          </mc:Choice>
          <mc:Fallback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9E060B5A-6CE3-F449-A7C3-F15C9F10DB43}"/>
                    </a:ext>
                  </a:extLst>
                </p:cNvPr>
                <p:cNvPicPr/>
                <p:nvPr/>
              </p:nvPicPr>
              <p:blipFill>
                <a:blip r:embed="rId382"/>
                <a:stretch>
                  <a:fillRect/>
                </a:stretch>
              </p:blipFill>
              <p:spPr>
                <a:xfrm>
                  <a:off x="11256301" y="2624703"/>
                  <a:ext cx="192240" cy="61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3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1C7CD49B-4542-825B-7781-88DD0BA0485C}"/>
                    </a:ext>
                  </a:extLst>
                </p14:cNvPr>
                <p14:cNvContentPartPr/>
                <p14:nvPr/>
              </p14:nvContentPartPr>
              <p14:xfrm>
                <a:off x="11621341" y="2865183"/>
                <a:ext cx="74880" cy="11520"/>
              </p14:xfrm>
            </p:contentPart>
          </mc:Choice>
          <mc:Fallback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1C7CD49B-4542-825B-7781-88DD0BA0485C}"/>
                    </a:ext>
                  </a:extLst>
                </p:cNvPr>
                <p:cNvPicPr/>
                <p:nvPr/>
              </p:nvPicPr>
              <p:blipFill>
                <a:blip r:embed="rId384"/>
                <a:stretch>
                  <a:fillRect/>
                </a:stretch>
              </p:blipFill>
              <p:spPr>
                <a:xfrm>
                  <a:off x="11603701" y="2847543"/>
                  <a:ext cx="11052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5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E8F81385-2EE1-6AC8-5C26-CC0B94225AD7}"/>
                    </a:ext>
                  </a:extLst>
                </p14:cNvPr>
                <p14:cNvContentPartPr/>
                <p14:nvPr/>
              </p14:nvContentPartPr>
              <p14:xfrm>
                <a:off x="11596501" y="2932503"/>
                <a:ext cx="127800" cy="35280"/>
              </p14:xfrm>
            </p:contentPart>
          </mc:Choice>
          <mc:Fallback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E8F81385-2EE1-6AC8-5C26-CC0B94225AD7}"/>
                    </a:ext>
                  </a:extLst>
                </p:cNvPr>
                <p:cNvPicPr/>
                <p:nvPr/>
              </p:nvPicPr>
              <p:blipFill>
                <a:blip r:embed="rId386"/>
                <a:stretch>
                  <a:fillRect/>
                </a:stretch>
              </p:blipFill>
              <p:spPr>
                <a:xfrm>
                  <a:off x="11578501" y="2914863"/>
                  <a:ext cx="16344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7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A8B3FCA9-373C-A7AC-E968-C5FF81B1ECEC}"/>
                    </a:ext>
                  </a:extLst>
                </p14:cNvPr>
                <p14:cNvContentPartPr/>
                <p14:nvPr/>
              </p14:nvContentPartPr>
              <p14:xfrm>
                <a:off x="11860021" y="2689863"/>
                <a:ext cx="149760" cy="343440"/>
              </p14:xfrm>
            </p:contentPart>
          </mc:Choice>
          <mc:Fallback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A8B3FCA9-373C-A7AC-E968-C5FF81B1ECEC}"/>
                    </a:ext>
                  </a:extLst>
                </p:cNvPr>
                <p:cNvPicPr/>
                <p:nvPr/>
              </p:nvPicPr>
              <p:blipFill>
                <a:blip r:embed="rId388"/>
                <a:stretch>
                  <a:fillRect/>
                </a:stretch>
              </p:blipFill>
              <p:spPr>
                <a:xfrm>
                  <a:off x="11842381" y="2672223"/>
                  <a:ext cx="185400" cy="379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7" name="Group 256">
            <a:extLst>
              <a:ext uri="{FF2B5EF4-FFF2-40B4-BE49-F238E27FC236}">
                <a16:creationId xmlns:a16="http://schemas.microsoft.com/office/drawing/2014/main" id="{1F1C8CE3-63FE-E1BA-7954-E7D7FE28DB6F}"/>
              </a:ext>
            </a:extLst>
          </p:cNvPr>
          <p:cNvGrpSpPr/>
          <p:nvPr/>
        </p:nvGrpSpPr>
        <p:grpSpPr>
          <a:xfrm>
            <a:off x="6495661" y="3828183"/>
            <a:ext cx="720000" cy="356040"/>
            <a:chOff x="6495661" y="3828183"/>
            <a:chExt cx="720000" cy="356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89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D555425D-20E4-9A1A-F488-F2C4FEDCDE3C}"/>
                    </a:ext>
                  </a:extLst>
                </p14:cNvPr>
                <p14:cNvContentPartPr/>
                <p14:nvPr/>
              </p14:nvContentPartPr>
              <p14:xfrm>
                <a:off x="6500341" y="3828183"/>
                <a:ext cx="140400" cy="267120"/>
              </p14:xfrm>
            </p:contentPart>
          </mc:Choice>
          <mc:Fallback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D555425D-20E4-9A1A-F488-F2C4FEDCDE3C}"/>
                    </a:ext>
                  </a:extLst>
                </p:cNvPr>
                <p:cNvPicPr/>
                <p:nvPr/>
              </p:nvPicPr>
              <p:blipFill>
                <a:blip r:embed="rId390"/>
                <a:stretch>
                  <a:fillRect/>
                </a:stretch>
              </p:blipFill>
              <p:spPr>
                <a:xfrm>
                  <a:off x="6482341" y="3810543"/>
                  <a:ext cx="176040" cy="30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1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546A34E0-C1CD-C06C-A07F-8A51D199A9A4}"/>
                    </a:ext>
                  </a:extLst>
                </p14:cNvPr>
                <p14:cNvContentPartPr/>
                <p14:nvPr/>
              </p14:nvContentPartPr>
              <p14:xfrm>
                <a:off x="6495661" y="4017183"/>
                <a:ext cx="138960" cy="39240"/>
              </p14:xfrm>
            </p:contentPart>
          </mc:Choice>
          <mc:Fallback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546A34E0-C1CD-C06C-A07F-8A51D199A9A4}"/>
                    </a:ext>
                  </a:extLst>
                </p:cNvPr>
                <p:cNvPicPr/>
                <p:nvPr/>
              </p:nvPicPr>
              <p:blipFill>
                <a:blip r:embed="rId392"/>
                <a:stretch>
                  <a:fillRect/>
                </a:stretch>
              </p:blipFill>
              <p:spPr>
                <a:xfrm>
                  <a:off x="6477661" y="3999183"/>
                  <a:ext cx="17460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3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BFC18E59-ADEE-4498-844C-B494A4D659C8}"/>
                    </a:ext>
                  </a:extLst>
                </p14:cNvPr>
                <p14:cNvContentPartPr/>
                <p14:nvPr/>
              </p14:nvContentPartPr>
              <p14:xfrm>
                <a:off x="6742981" y="4025103"/>
                <a:ext cx="115200" cy="159120"/>
              </p14:xfrm>
            </p:contentPart>
          </mc:Choice>
          <mc:Fallback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BFC18E59-ADEE-4498-844C-B494A4D659C8}"/>
                    </a:ext>
                  </a:extLst>
                </p:cNvPr>
                <p:cNvPicPr/>
                <p:nvPr/>
              </p:nvPicPr>
              <p:blipFill>
                <a:blip r:embed="rId394"/>
                <a:stretch>
                  <a:fillRect/>
                </a:stretch>
              </p:blipFill>
              <p:spPr>
                <a:xfrm>
                  <a:off x="6725341" y="4007103"/>
                  <a:ext cx="15084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5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973BC1F8-B714-5549-31DA-2BA52A515468}"/>
                    </a:ext>
                  </a:extLst>
                </p14:cNvPr>
                <p14:cNvContentPartPr/>
                <p14:nvPr/>
              </p14:nvContentPartPr>
              <p14:xfrm>
                <a:off x="7002181" y="4032303"/>
                <a:ext cx="213480" cy="145440"/>
              </p14:xfrm>
            </p:contentPart>
          </mc:Choice>
          <mc:Fallback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973BC1F8-B714-5549-31DA-2BA52A515468}"/>
                    </a:ext>
                  </a:extLst>
                </p:cNvPr>
                <p:cNvPicPr/>
                <p:nvPr/>
              </p:nvPicPr>
              <p:blipFill>
                <a:blip r:embed="rId396"/>
                <a:stretch>
                  <a:fillRect/>
                </a:stretch>
              </p:blipFill>
              <p:spPr>
                <a:xfrm>
                  <a:off x="6984181" y="4014303"/>
                  <a:ext cx="249120" cy="181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0" name="Group 269">
            <a:extLst>
              <a:ext uri="{FF2B5EF4-FFF2-40B4-BE49-F238E27FC236}">
                <a16:creationId xmlns:a16="http://schemas.microsoft.com/office/drawing/2014/main" id="{F7235773-11F7-A420-E0B5-FD2357E3AA45}"/>
              </a:ext>
            </a:extLst>
          </p:cNvPr>
          <p:cNvGrpSpPr/>
          <p:nvPr/>
        </p:nvGrpSpPr>
        <p:grpSpPr>
          <a:xfrm>
            <a:off x="7339501" y="3729543"/>
            <a:ext cx="1346400" cy="843840"/>
            <a:chOff x="7339501" y="3729543"/>
            <a:chExt cx="1346400" cy="843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97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0FA3AA76-DC93-C6BB-9BEE-F9F6091718E5}"/>
                    </a:ext>
                  </a:extLst>
                </p14:cNvPr>
                <p14:cNvContentPartPr/>
                <p14:nvPr/>
              </p14:nvContentPartPr>
              <p14:xfrm>
                <a:off x="7339501" y="3977583"/>
                <a:ext cx="115920" cy="27000"/>
              </p14:xfrm>
            </p:contentPart>
          </mc:Choice>
          <mc:Fallback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0FA3AA76-DC93-C6BB-9BEE-F9F6091718E5}"/>
                    </a:ext>
                  </a:extLst>
                </p:cNvPr>
                <p:cNvPicPr/>
                <p:nvPr/>
              </p:nvPicPr>
              <p:blipFill>
                <a:blip r:embed="rId398"/>
                <a:stretch>
                  <a:fillRect/>
                </a:stretch>
              </p:blipFill>
              <p:spPr>
                <a:xfrm>
                  <a:off x="7321861" y="3959943"/>
                  <a:ext cx="15156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9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BCAB3606-2C15-2E43-A640-00C5E42E5357}"/>
                    </a:ext>
                  </a:extLst>
                </p14:cNvPr>
                <p14:cNvContentPartPr/>
                <p14:nvPr/>
              </p14:nvContentPartPr>
              <p14:xfrm>
                <a:off x="7379101" y="4031583"/>
                <a:ext cx="91080" cy="27360"/>
              </p14:xfrm>
            </p:contentPart>
          </mc:Choice>
          <mc:Fallback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BCAB3606-2C15-2E43-A640-00C5E42E5357}"/>
                    </a:ext>
                  </a:extLst>
                </p:cNvPr>
                <p:cNvPicPr/>
                <p:nvPr/>
              </p:nvPicPr>
              <p:blipFill>
                <a:blip r:embed="rId400"/>
                <a:stretch>
                  <a:fillRect/>
                </a:stretch>
              </p:blipFill>
              <p:spPr>
                <a:xfrm>
                  <a:off x="7361101" y="4013943"/>
                  <a:ext cx="12672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1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5A949411-7115-9EC7-EEEF-3C2E1999238F}"/>
                    </a:ext>
                  </a:extLst>
                </p14:cNvPr>
                <p14:cNvContentPartPr/>
                <p14:nvPr/>
              </p14:nvContentPartPr>
              <p14:xfrm>
                <a:off x="7742341" y="4036983"/>
                <a:ext cx="84240" cy="38520"/>
              </p14:xfrm>
            </p:contentPart>
          </mc:Choice>
          <mc:Fallback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5A949411-7115-9EC7-EEEF-3C2E1999238F}"/>
                    </a:ext>
                  </a:extLst>
                </p:cNvPr>
                <p:cNvPicPr/>
                <p:nvPr/>
              </p:nvPicPr>
              <p:blipFill>
                <a:blip r:embed="rId402"/>
                <a:stretch>
                  <a:fillRect/>
                </a:stretch>
              </p:blipFill>
              <p:spPr>
                <a:xfrm>
                  <a:off x="7724341" y="4019343"/>
                  <a:ext cx="11988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3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215264CF-5C85-8525-5079-14BFF8DB808E}"/>
                    </a:ext>
                  </a:extLst>
                </p14:cNvPr>
                <p14:cNvContentPartPr/>
                <p14:nvPr/>
              </p14:nvContentPartPr>
              <p14:xfrm>
                <a:off x="7888861" y="3937623"/>
                <a:ext cx="28440" cy="128880"/>
              </p14:xfrm>
            </p:contentPart>
          </mc:Choice>
          <mc:Fallback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215264CF-5C85-8525-5079-14BFF8DB808E}"/>
                    </a:ext>
                  </a:extLst>
                </p:cNvPr>
                <p:cNvPicPr/>
                <p:nvPr/>
              </p:nvPicPr>
              <p:blipFill>
                <a:blip r:embed="rId404"/>
                <a:stretch>
                  <a:fillRect/>
                </a:stretch>
              </p:blipFill>
              <p:spPr>
                <a:xfrm>
                  <a:off x="7870861" y="3919983"/>
                  <a:ext cx="6408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5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BD0CE119-AC65-81F7-F32F-93EE54519305}"/>
                    </a:ext>
                  </a:extLst>
                </p14:cNvPr>
                <p14:cNvContentPartPr/>
                <p14:nvPr/>
              </p14:nvContentPartPr>
              <p14:xfrm>
                <a:off x="7906501" y="3826023"/>
                <a:ext cx="88920" cy="392040"/>
              </p14:xfrm>
            </p:contentPart>
          </mc:Choice>
          <mc:Fallback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BD0CE119-AC65-81F7-F32F-93EE54519305}"/>
                    </a:ext>
                  </a:extLst>
                </p:cNvPr>
                <p:cNvPicPr/>
                <p:nvPr/>
              </p:nvPicPr>
              <p:blipFill>
                <a:blip r:embed="rId406"/>
                <a:stretch>
                  <a:fillRect/>
                </a:stretch>
              </p:blipFill>
              <p:spPr>
                <a:xfrm>
                  <a:off x="7888861" y="3808383"/>
                  <a:ext cx="124560" cy="42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7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65E96FE5-FCC1-BD42-4198-9593A72E4760}"/>
                    </a:ext>
                  </a:extLst>
                </p14:cNvPr>
                <p14:cNvContentPartPr/>
                <p14:nvPr/>
              </p14:nvContentPartPr>
              <p14:xfrm>
                <a:off x="7595821" y="3933303"/>
                <a:ext cx="110880" cy="298800"/>
              </p14:xfrm>
            </p:contentPart>
          </mc:Choice>
          <mc:Fallback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65E96FE5-FCC1-BD42-4198-9593A72E4760}"/>
                    </a:ext>
                  </a:extLst>
                </p:cNvPr>
                <p:cNvPicPr/>
                <p:nvPr/>
              </p:nvPicPr>
              <p:blipFill>
                <a:blip r:embed="rId408"/>
                <a:stretch>
                  <a:fillRect/>
                </a:stretch>
              </p:blipFill>
              <p:spPr>
                <a:xfrm>
                  <a:off x="7578181" y="3915663"/>
                  <a:ext cx="146520" cy="33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9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A0AC35C1-4063-7FD5-654F-780ED102F2C8}"/>
                    </a:ext>
                  </a:extLst>
                </p14:cNvPr>
                <p14:cNvContentPartPr/>
                <p14:nvPr/>
              </p14:nvContentPartPr>
              <p14:xfrm>
                <a:off x="8059861" y="3746463"/>
                <a:ext cx="127800" cy="153000"/>
              </p14:xfrm>
            </p:contentPart>
          </mc:Choice>
          <mc:Fallback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A0AC35C1-4063-7FD5-654F-780ED102F2C8}"/>
                    </a:ext>
                  </a:extLst>
                </p:cNvPr>
                <p:cNvPicPr/>
                <p:nvPr/>
              </p:nvPicPr>
              <p:blipFill>
                <a:blip r:embed="rId410"/>
                <a:stretch>
                  <a:fillRect/>
                </a:stretch>
              </p:blipFill>
              <p:spPr>
                <a:xfrm>
                  <a:off x="8041861" y="3728463"/>
                  <a:ext cx="16344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1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0EB8BC0A-653B-055D-7EDF-E2114EECA18A}"/>
                    </a:ext>
                  </a:extLst>
                </p14:cNvPr>
                <p14:cNvContentPartPr/>
                <p14:nvPr/>
              </p14:nvContentPartPr>
              <p14:xfrm>
                <a:off x="8244181" y="3784623"/>
                <a:ext cx="71280" cy="15120"/>
              </p14:xfrm>
            </p:contentPart>
          </mc:Choice>
          <mc:Fallback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0EB8BC0A-653B-055D-7EDF-E2114EECA18A}"/>
                    </a:ext>
                  </a:extLst>
                </p:cNvPr>
                <p:cNvPicPr/>
                <p:nvPr/>
              </p:nvPicPr>
              <p:blipFill>
                <a:blip r:embed="rId412"/>
                <a:stretch>
                  <a:fillRect/>
                </a:stretch>
              </p:blipFill>
              <p:spPr>
                <a:xfrm>
                  <a:off x="8226541" y="3766623"/>
                  <a:ext cx="10692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3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A9489FD9-429E-3AC3-862C-208ED066CA4B}"/>
                    </a:ext>
                  </a:extLst>
                </p14:cNvPr>
                <p14:cNvContentPartPr/>
                <p14:nvPr/>
              </p14:nvContentPartPr>
              <p14:xfrm>
                <a:off x="8262901" y="3729543"/>
                <a:ext cx="32760" cy="146160"/>
              </p14:xfrm>
            </p:contentPart>
          </mc:Choice>
          <mc:Fallback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A9489FD9-429E-3AC3-862C-208ED066CA4B}"/>
                    </a:ext>
                  </a:extLst>
                </p:cNvPr>
                <p:cNvPicPr/>
                <p:nvPr/>
              </p:nvPicPr>
              <p:blipFill>
                <a:blip r:embed="rId414"/>
                <a:stretch>
                  <a:fillRect/>
                </a:stretch>
              </p:blipFill>
              <p:spPr>
                <a:xfrm>
                  <a:off x="8245261" y="3711543"/>
                  <a:ext cx="6840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5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2342B966-9620-79A8-B6A3-1CB0F796517A}"/>
                    </a:ext>
                  </a:extLst>
                </p14:cNvPr>
                <p14:cNvContentPartPr/>
                <p14:nvPr/>
              </p14:nvContentPartPr>
              <p14:xfrm>
                <a:off x="8399701" y="3732423"/>
                <a:ext cx="131400" cy="151920"/>
              </p14:xfrm>
            </p:contentPart>
          </mc:Choice>
          <mc:Fallback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2342B966-9620-79A8-B6A3-1CB0F796517A}"/>
                    </a:ext>
                  </a:extLst>
                </p:cNvPr>
                <p:cNvPicPr/>
                <p:nvPr/>
              </p:nvPicPr>
              <p:blipFill>
                <a:blip r:embed="rId416"/>
                <a:stretch>
                  <a:fillRect/>
                </a:stretch>
              </p:blipFill>
              <p:spPr>
                <a:xfrm>
                  <a:off x="8381701" y="3714783"/>
                  <a:ext cx="16704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7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CD759BB5-F5B4-F0C0-6A08-45E7E839E35F}"/>
                    </a:ext>
                  </a:extLst>
                </p14:cNvPr>
                <p14:cNvContentPartPr/>
                <p14:nvPr/>
              </p14:nvContentPartPr>
              <p14:xfrm>
                <a:off x="8642701" y="3767703"/>
                <a:ext cx="43200" cy="805680"/>
              </p14:xfrm>
            </p:contentPart>
          </mc:Choice>
          <mc:Fallback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CD759BB5-F5B4-F0C0-6A08-45E7E839E35F}"/>
                    </a:ext>
                  </a:extLst>
                </p:cNvPr>
                <p:cNvPicPr/>
                <p:nvPr/>
              </p:nvPicPr>
              <p:blipFill>
                <a:blip r:embed="rId418"/>
                <a:stretch>
                  <a:fillRect/>
                </a:stretch>
              </p:blipFill>
              <p:spPr>
                <a:xfrm>
                  <a:off x="8624701" y="3750063"/>
                  <a:ext cx="78840" cy="841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8" name="Group 277">
            <a:extLst>
              <a:ext uri="{FF2B5EF4-FFF2-40B4-BE49-F238E27FC236}">
                <a16:creationId xmlns:a16="http://schemas.microsoft.com/office/drawing/2014/main" id="{19DA22C3-0778-A5F9-7509-3F4A5A992A48}"/>
              </a:ext>
            </a:extLst>
          </p:cNvPr>
          <p:cNvGrpSpPr/>
          <p:nvPr/>
        </p:nvGrpSpPr>
        <p:grpSpPr>
          <a:xfrm>
            <a:off x="8934661" y="3545943"/>
            <a:ext cx="1019160" cy="930240"/>
            <a:chOff x="8934661" y="3545943"/>
            <a:chExt cx="1019160" cy="930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19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95DA1903-7E4E-54B7-7C21-89F0E5FEA5DF}"/>
                    </a:ext>
                  </a:extLst>
                </p14:cNvPr>
                <p14:cNvContentPartPr/>
                <p14:nvPr/>
              </p14:nvContentPartPr>
              <p14:xfrm>
                <a:off x="8976421" y="3856983"/>
                <a:ext cx="10080" cy="170280"/>
              </p14:xfrm>
            </p:contentPart>
          </mc:Choice>
          <mc:Fallback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95DA1903-7E4E-54B7-7C21-89F0E5FEA5DF}"/>
                    </a:ext>
                  </a:extLst>
                </p:cNvPr>
                <p:cNvPicPr/>
                <p:nvPr/>
              </p:nvPicPr>
              <p:blipFill>
                <a:blip r:embed="rId420"/>
                <a:stretch>
                  <a:fillRect/>
                </a:stretch>
              </p:blipFill>
              <p:spPr>
                <a:xfrm>
                  <a:off x="8958421" y="3839343"/>
                  <a:ext cx="4572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1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BF5EC3BC-99EB-C9C4-1ED7-7CCAA517C61B}"/>
                    </a:ext>
                  </a:extLst>
                </p14:cNvPr>
                <p14:cNvContentPartPr/>
                <p14:nvPr/>
              </p14:nvContentPartPr>
              <p14:xfrm>
                <a:off x="9241381" y="3800463"/>
                <a:ext cx="162720" cy="186480"/>
              </p14:xfrm>
            </p:contentPart>
          </mc:Choice>
          <mc:Fallback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BF5EC3BC-99EB-C9C4-1ED7-7CCAA517C61B}"/>
                    </a:ext>
                  </a:extLst>
                </p:cNvPr>
                <p:cNvPicPr/>
                <p:nvPr/>
              </p:nvPicPr>
              <p:blipFill>
                <a:blip r:embed="rId422"/>
                <a:stretch>
                  <a:fillRect/>
                </a:stretch>
              </p:blipFill>
              <p:spPr>
                <a:xfrm>
                  <a:off x="9223381" y="3782823"/>
                  <a:ext cx="19836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3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E3DFEC6A-D705-080A-ACA1-502C6EAE1A13}"/>
                    </a:ext>
                  </a:extLst>
                </p14:cNvPr>
                <p14:cNvContentPartPr/>
                <p14:nvPr/>
              </p14:nvContentPartPr>
              <p14:xfrm>
                <a:off x="8934661" y="4239303"/>
                <a:ext cx="190800" cy="141120"/>
              </p14:xfrm>
            </p:contentPart>
          </mc:Choice>
          <mc:Fallback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E3DFEC6A-D705-080A-ACA1-502C6EAE1A13}"/>
                    </a:ext>
                  </a:extLst>
                </p:cNvPr>
                <p:cNvPicPr/>
                <p:nvPr/>
              </p:nvPicPr>
              <p:blipFill>
                <a:blip r:embed="rId424"/>
                <a:stretch>
                  <a:fillRect/>
                </a:stretch>
              </p:blipFill>
              <p:spPr>
                <a:xfrm>
                  <a:off x="8917021" y="4221303"/>
                  <a:ext cx="22644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5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44CE712A-719F-8AA4-4F86-25AF073C6370}"/>
                    </a:ext>
                  </a:extLst>
                </p14:cNvPr>
                <p14:cNvContentPartPr/>
                <p14:nvPr/>
              </p14:nvContentPartPr>
              <p14:xfrm>
                <a:off x="9285301" y="4143183"/>
                <a:ext cx="93600" cy="216000"/>
              </p14:xfrm>
            </p:contentPart>
          </mc:Choice>
          <mc:Fallback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44CE712A-719F-8AA4-4F86-25AF073C6370}"/>
                    </a:ext>
                  </a:extLst>
                </p:cNvPr>
                <p:cNvPicPr/>
                <p:nvPr/>
              </p:nvPicPr>
              <p:blipFill>
                <a:blip r:embed="rId426"/>
                <a:stretch>
                  <a:fillRect/>
                </a:stretch>
              </p:blipFill>
              <p:spPr>
                <a:xfrm>
                  <a:off x="9267301" y="4125183"/>
                  <a:ext cx="129240" cy="25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7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1DDC8BD7-A1E6-5B99-B8E2-1CCE6ABD464E}"/>
                    </a:ext>
                  </a:extLst>
                </p14:cNvPr>
                <p14:cNvContentPartPr/>
                <p14:nvPr/>
              </p14:nvContentPartPr>
              <p14:xfrm>
                <a:off x="9495901" y="3545943"/>
                <a:ext cx="119520" cy="930240"/>
              </p14:xfrm>
            </p:contentPart>
          </mc:Choice>
          <mc:Fallback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1DDC8BD7-A1E6-5B99-B8E2-1CCE6ABD464E}"/>
                    </a:ext>
                  </a:extLst>
                </p:cNvPr>
                <p:cNvPicPr/>
                <p:nvPr/>
              </p:nvPicPr>
              <p:blipFill>
                <a:blip r:embed="rId428"/>
                <a:stretch>
                  <a:fillRect/>
                </a:stretch>
              </p:blipFill>
              <p:spPr>
                <a:xfrm>
                  <a:off x="9478261" y="3527943"/>
                  <a:ext cx="155160" cy="9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9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AE10C6D5-7CA1-02B0-B749-05CF79050BED}"/>
                    </a:ext>
                  </a:extLst>
                </p14:cNvPr>
                <p14:cNvContentPartPr/>
                <p14:nvPr/>
              </p14:nvContentPartPr>
              <p14:xfrm>
                <a:off x="9796861" y="4046703"/>
                <a:ext cx="94320" cy="73440"/>
              </p14:xfrm>
            </p:contentPart>
          </mc:Choice>
          <mc:Fallback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AE10C6D5-7CA1-02B0-B749-05CF79050BED}"/>
                    </a:ext>
                  </a:extLst>
                </p:cNvPr>
                <p:cNvPicPr/>
                <p:nvPr/>
              </p:nvPicPr>
              <p:blipFill>
                <a:blip r:embed="rId430"/>
                <a:stretch>
                  <a:fillRect/>
                </a:stretch>
              </p:blipFill>
              <p:spPr>
                <a:xfrm>
                  <a:off x="9778861" y="4028703"/>
                  <a:ext cx="12996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1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C28E6809-E1D1-7865-4668-8D20E0F99D72}"/>
                    </a:ext>
                  </a:extLst>
                </p14:cNvPr>
                <p14:cNvContentPartPr/>
                <p14:nvPr/>
              </p14:nvContentPartPr>
              <p14:xfrm>
                <a:off x="9775981" y="4133103"/>
                <a:ext cx="177840" cy="24840"/>
              </p14:xfrm>
            </p:contentPart>
          </mc:Choice>
          <mc:Fallback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C28E6809-E1D1-7865-4668-8D20E0F99D72}"/>
                    </a:ext>
                  </a:extLst>
                </p:cNvPr>
                <p:cNvPicPr/>
                <p:nvPr/>
              </p:nvPicPr>
              <p:blipFill>
                <a:blip r:embed="rId432"/>
                <a:stretch>
                  <a:fillRect/>
                </a:stretch>
              </p:blipFill>
              <p:spPr>
                <a:xfrm>
                  <a:off x="9757981" y="4115103"/>
                  <a:ext cx="213480" cy="60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8" name="Group 287">
            <a:extLst>
              <a:ext uri="{FF2B5EF4-FFF2-40B4-BE49-F238E27FC236}">
                <a16:creationId xmlns:a16="http://schemas.microsoft.com/office/drawing/2014/main" id="{19570797-D6B5-16E1-5B83-C6668465EA37}"/>
              </a:ext>
            </a:extLst>
          </p:cNvPr>
          <p:cNvGrpSpPr/>
          <p:nvPr/>
        </p:nvGrpSpPr>
        <p:grpSpPr>
          <a:xfrm>
            <a:off x="10144981" y="3791103"/>
            <a:ext cx="665640" cy="308160"/>
            <a:chOff x="10144981" y="3791103"/>
            <a:chExt cx="665640" cy="308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33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74C5B63B-4522-1FF2-3FF1-93FEA17822B7}"/>
                    </a:ext>
                  </a:extLst>
                </p14:cNvPr>
                <p14:cNvContentPartPr/>
                <p14:nvPr/>
              </p14:nvContentPartPr>
              <p14:xfrm>
                <a:off x="10144981" y="3856263"/>
                <a:ext cx="126720" cy="243000"/>
              </p14:xfrm>
            </p:contentPart>
          </mc:Choice>
          <mc:Fallback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74C5B63B-4522-1FF2-3FF1-93FEA17822B7}"/>
                    </a:ext>
                  </a:extLst>
                </p:cNvPr>
                <p:cNvPicPr/>
                <p:nvPr/>
              </p:nvPicPr>
              <p:blipFill>
                <a:blip r:embed="rId434"/>
                <a:stretch>
                  <a:fillRect/>
                </a:stretch>
              </p:blipFill>
              <p:spPr>
                <a:xfrm>
                  <a:off x="10127341" y="3838263"/>
                  <a:ext cx="162360" cy="27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5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25ED5031-4B4E-DF3C-9A65-EF7607FEB99A}"/>
                    </a:ext>
                  </a:extLst>
                </p14:cNvPr>
                <p14:cNvContentPartPr/>
                <p14:nvPr/>
              </p14:nvContentPartPr>
              <p14:xfrm>
                <a:off x="10423261" y="3938343"/>
                <a:ext cx="118440" cy="36360"/>
              </p14:xfrm>
            </p:contentPart>
          </mc:Choice>
          <mc:Fallback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25ED5031-4B4E-DF3C-9A65-EF7607FEB99A}"/>
                    </a:ext>
                  </a:extLst>
                </p:cNvPr>
                <p:cNvPicPr/>
                <p:nvPr/>
              </p:nvPicPr>
              <p:blipFill>
                <a:blip r:embed="rId436"/>
                <a:stretch>
                  <a:fillRect/>
                </a:stretch>
              </p:blipFill>
              <p:spPr>
                <a:xfrm>
                  <a:off x="10405261" y="3920703"/>
                  <a:ext cx="15408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7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2A1AD969-D4D2-86E5-D734-6000C03D0ED1}"/>
                    </a:ext>
                  </a:extLst>
                </p14:cNvPr>
                <p14:cNvContentPartPr/>
                <p14:nvPr/>
              </p14:nvContentPartPr>
              <p14:xfrm>
                <a:off x="10681021" y="3791103"/>
                <a:ext cx="129600" cy="279000"/>
              </p14:xfrm>
            </p:contentPart>
          </mc:Choice>
          <mc:Fallback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2A1AD969-D4D2-86E5-D734-6000C03D0ED1}"/>
                    </a:ext>
                  </a:extLst>
                </p:cNvPr>
                <p:cNvPicPr/>
                <p:nvPr/>
              </p:nvPicPr>
              <p:blipFill>
                <a:blip r:embed="rId438"/>
                <a:stretch>
                  <a:fillRect/>
                </a:stretch>
              </p:blipFill>
              <p:spPr>
                <a:xfrm>
                  <a:off x="10663381" y="3773463"/>
                  <a:ext cx="165240" cy="314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7" name="Group 286">
            <a:extLst>
              <a:ext uri="{FF2B5EF4-FFF2-40B4-BE49-F238E27FC236}">
                <a16:creationId xmlns:a16="http://schemas.microsoft.com/office/drawing/2014/main" id="{48221336-74CE-7182-34C5-981DB746309F}"/>
              </a:ext>
            </a:extLst>
          </p:cNvPr>
          <p:cNvGrpSpPr/>
          <p:nvPr/>
        </p:nvGrpSpPr>
        <p:grpSpPr>
          <a:xfrm>
            <a:off x="11050741" y="3895503"/>
            <a:ext cx="173160" cy="142200"/>
            <a:chOff x="11050741" y="3895503"/>
            <a:chExt cx="173160" cy="142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39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31E903A6-070C-7DD5-E1B8-610AAA689D73}"/>
                    </a:ext>
                  </a:extLst>
                </p14:cNvPr>
                <p14:cNvContentPartPr/>
                <p14:nvPr/>
              </p14:nvContentPartPr>
              <p14:xfrm>
                <a:off x="11134981" y="3895503"/>
                <a:ext cx="88920" cy="29880"/>
              </p14:xfrm>
            </p:contentPart>
          </mc:Choice>
          <mc:Fallback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31E903A6-070C-7DD5-E1B8-610AAA689D73}"/>
                    </a:ext>
                  </a:extLst>
                </p:cNvPr>
                <p:cNvPicPr/>
                <p:nvPr/>
              </p:nvPicPr>
              <p:blipFill>
                <a:blip r:embed="rId440"/>
                <a:stretch>
                  <a:fillRect/>
                </a:stretch>
              </p:blipFill>
              <p:spPr>
                <a:xfrm>
                  <a:off x="11116981" y="3877503"/>
                  <a:ext cx="12456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1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8A1C67F1-A5B0-3177-516D-F8294146A632}"/>
                    </a:ext>
                  </a:extLst>
                </p14:cNvPr>
                <p14:cNvContentPartPr/>
                <p14:nvPr/>
              </p14:nvContentPartPr>
              <p14:xfrm>
                <a:off x="11050741" y="3996303"/>
                <a:ext cx="140760" cy="41400"/>
              </p14:xfrm>
            </p:contentPart>
          </mc:Choice>
          <mc:Fallback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8A1C67F1-A5B0-3177-516D-F8294146A632}"/>
                    </a:ext>
                  </a:extLst>
                </p:cNvPr>
                <p:cNvPicPr/>
                <p:nvPr/>
              </p:nvPicPr>
              <p:blipFill>
                <a:blip r:embed="rId442"/>
                <a:stretch>
                  <a:fillRect/>
                </a:stretch>
              </p:blipFill>
              <p:spPr>
                <a:xfrm>
                  <a:off x="11033101" y="3978663"/>
                  <a:ext cx="176400" cy="77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6" name="Group 285">
            <a:extLst>
              <a:ext uri="{FF2B5EF4-FFF2-40B4-BE49-F238E27FC236}">
                <a16:creationId xmlns:a16="http://schemas.microsoft.com/office/drawing/2014/main" id="{AD758600-D9BE-BB94-FDB7-4CB3B1AEB8A2}"/>
              </a:ext>
            </a:extLst>
          </p:cNvPr>
          <p:cNvGrpSpPr/>
          <p:nvPr/>
        </p:nvGrpSpPr>
        <p:grpSpPr>
          <a:xfrm>
            <a:off x="11510821" y="3710823"/>
            <a:ext cx="372960" cy="304560"/>
            <a:chOff x="11510821" y="3710823"/>
            <a:chExt cx="372960" cy="304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43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28FCD6E5-71F9-4A37-49BB-A5E524A2B3BF}"/>
                    </a:ext>
                  </a:extLst>
                </p14:cNvPr>
                <p14:cNvContentPartPr/>
                <p14:nvPr/>
              </p14:nvContentPartPr>
              <p14:xfrm>
                <a:off x="11510821" y="3883983"/>
                <a:ext cx="136440" cy="40680"/>
              </p14:xfrm>
            </p:contentPart>
          </mc:Choice>
          <mc:Fallback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28FCD6E5-71F9-4A37-49BB-A5E524A2B3BF}"/>
                    </a:ext>
                  </a:extLst>
                </p:cNvPr>
                <p:cNvPicPr/>
                <p:nvPr/>
              </p:nvPicPr>
              <p:blipFill>
                <a:blip r:embed="rId444"/>
                <a:stretch>
                  <a:fillRect/>
                </a:stretch>
              </p:blipFill>
              <p:spPr>
                <a:xfrm>
                  <a:off x="11493181" y="3866343"/>
                  <a:ext cx="17208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5">
              <p14:nvContentPartPr>
                <p14:cNvPr id="285" name="Ink 284">
                  <a:extLst>
                    <a:ext uri="{FF2B5EF4-FFF2-40B4-BE49-F238E27FC236}">
                      <a16:creationId xmlns:a16="http://schemas.microsoft.com/office/drawing/2014/main" id="{6662709D-3D86-7788-5CAB-86AD4058FB4F}"/>
                    </a:ext>
                  </a:extLst>
                </p14:cNvPr>
                <p14:cNvContentPartPr/>
                <p14:nvPr/>
              </p14:nvContentPartPr>
              <p14:xfrm>
                <a:off x="11721421" y="3710823"/>
                <a:ext cx="162360" cy="304560"/>
              </p14:xfrm>
            </p:contentPart>
          </mc:Choice>
          <mc:Fallback>
            <p:pic>
              <p:nvPicPr>
                <p:cNvPr id="285" name="Ink 284">
                  <a:extLst>
                    <a:ext uri="{FF2B5EF4-FFF2-40B4-BE49-F238E27FC236}">
                      <a16:creationId xmlns:a16="http://schemas.microsoft.com/office/drawing/2014/main" id="{6662709D-3D86-7788-5CAB-86AD4058FB4F}"/>
                    </a:ext>
                  </a:extLst>
                </p:cNvPr>
                <p:cNvPicPr/>
                <p:nvPr/>
              </p:nvPicPr>
              <p:blipFill>
                <a:blip r:embed="rId446"/>
                <a:stretch>
                  <a:fillRect/>
                </a:stretch>
              </p:blipFill>
              <p:spPr>
                <a:xfrm>
                  <a:off x="11703421" y="3692823"/>
                  <a:ext cx="198000" cy="340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4" name="Group 303">
            <a:extLst>
              <a:ext uri="{FF2B5EF4-FFF2-40B4-BE49-F238E27FC236}">
                <a16:creationId xmlns:a16="http://schemas.microsoft.com/office/drawing/2014/main" id="{96A364D8-D913-E658-91F3-90C4004A1896}"/>
              </a:ext>
            </a:extLst>
          </p:cNvPr>
          <p:cNvGrpSpPr/>
          <p:nvPr/>
        </p:nvGrpSpPr>
        <p:grpSpPr>
          <a:xfrm>
            <a:off x="6695821" y="4728543"/>
            <a:ext cx="2095920" cy="725400"/>
            <a:chOff x="6695821" y="4728543"/>
            <a:chExt cx="2095920" cy="725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47">
              <p14:nvContentPartPr>
                <p14:cNvPr id="289" name="Ink 288">
                  <a:extLst>
                    <a:ext uri="{FF2B5EF4-FFF2-40B4-BE49-F238E27FC236}">
                      <a16:creationId xmlns:a16="http://schemas.microsoft.com/office/drawing/2014/main" id="{FB10E107-5A77-15F6-9D15-B6DD99E5A294}"/>
                    </a:ext>
                  </a:extLst>
                </p14:cNvPr>
                <p14:cNvContentPartPr/>
                <p14:nvPr/>
              </p14:nvContentPartPr>
              <p14:xfrm>
                <a:off x="6695821" y="4915383"/>
                <a:ext cx="146880" cy="261000"/>
              </p14:xfrm>
            </p:contentPart>
          </mc:Choice>
          <mc:Fallback>
            <p:pic>
              <p:nvPicPr>
                <p:cNvPr id="289" name="Ink 288">
                  <a:extLst>
                    <a:ext uri="{FF2B5EF4-FFF2-40B4-BE49-F238E27FC236}">
                      <a16:creationId xmlns:a16="http://schemas.microsoft.com/office/drawing/2014/main" id="{FB10E107-5A77-15F6-9D15-B6DD99E5A294}"/>
                    </a:ext>
                  </a:extLst>
                </p:cNvPr>
                <p:cNvPicPr/>
                <p:nvPr/>
              </p:nvPicPr>
              <p:blipFill>
                <a:blip r:embed="rId448"/>
                <a:stretch>
                  <a:fillRect/>
                </a:stretch>
              </p:blipFill>
              <p:spPr>
                <a:xfrm>
                  <a:off x="6677821" y="4897743"/>
                  <a:ext cx="182520" cy="29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9">
              <p14:nvContentPartPr>
                <p14:cNvPr id="290" name="Ink 289">
                  <a:extLst>
                    <a:ext uri="{FF2B5EF4-FFF2-40B4-BE49-F238E27FC236}">
                      <a16:creationId xmlns:a16="http://schemas.microsoft.com/office/drawing/2014/main" id="{6D7E67BD-D74E-F4DC-18F6-9C2691B6956C}"/>
                    </a:ext>
                  </a:extLst>
                </p14:cNvPr>
                <p14:cNvContentPartPr/>
                <p14:nvPr/>
              </p14:nvContentPartPr>
              <p14:xfrm>
                <a:off x="6718141" y="5067303"/>
                <a:ext cx="128520" cy="52920"/>
              </p14:xfrm>
            </p:contentPart>
          </mc:Choice>
          <mc:Fallback>
            <p:pic>
              <p:nvPicPr>
                <p:cNvPr id="290" name="Ink 289">
                  <a:extLst>
                    <a:ext uri="{FF2B5EF4-FFF2-40B4-BE49-F238E27FC236}">
                      <a16:creationId xmlns:a16="http://schemas.microsoft.com/office/drawing/2014/main" id="{6D7E67BD-D74E-F4DC-18F6-9C2691B6956C}"/>
                    </a:ext>
                  </a:extLst>
                </p:cNvPr>
                <p:cNvPicPr/>
                <p:nvPr/>
              </p:nvPicPr>
              <p:blipFill>
                <a:blip r:embed="rId450"/>
                <a:stretch>
                  <a:fillRect/>
                </a:stretch>
              </p:blipFill>
              <p:spPr>
                <a:xfrm>
                  <a:off x="6700141" y="5049663"/>
                  <a:ext cx="16416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1">
              <p14:nvContentPartPr>
                <p14:cNvPr id="291" name="Ink 290">
                  <a:extLst>
                    <a:ext uri="{FF2B5EF4-FFF2-40B4-BE49-F238E27FC236}">
                      <a16:creationId xmlns:a16="http://schemas.microsoft.com/office/drawing/2014/main" id="{A3FD92B2-8B98-218D-A1D7-C38487F77C2C}"/>
                    </a:ext>
                  </a:extLst>
                </p14:cNvPr>
                <p14:cNvContentPartPr/>
                <p14:nvPr/>
              </p14:nvContentPartPr>
              <p14:xfrm>
                <a:off x="6945661" y="5069463"/>
                <a:ext cx="135000" cy="132120"/>
              </p14:xfrm>
            </p:contentPart>
          </mc:Choice>
          <mc:Fallback>
            <p:pic>
              <p:nvPicPr>
                <p:cNvPr id="291" name="Ink 290">
                  <a:extLst>
                    <a:ext uri="{FF2B5EF4-FFF2-40B4-BE49-F238E27FC236}">
                      <a16:creationId xmlns:a16="http://schemas.microsoft.com/office/drawing/2014/main" id="{A3FD92B2-8B98-218D-A1D7-C38487F77C2C}"/>
                    </a:ext>
                  </a:extLst>
                </p:cNvPr>
                <p:cNvPicPr/>
                <p:nvPr/>
              </p:nvPicPr>
              <p:blipFill>
                <a:blip r:embed="rId452"/>
                <a:stretch>
                  <a:fillRect/>
                </a:stretch>
              </p:blipFill>
              <p:spPr>
                <a:xfrm>
                  <a:off x="6927661" y="5051823"/>
                  <a:ext cx="17064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3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D2AB307F-56B7-964C-BD80-BF5F3AD474C4}"/>
                    </a:ext>
                  </a:extLst>
                </p14:cNvPr>
                <p14:cNvContentPartPr/>
                <p14:nvPr/>
              </p14:nvContentPartPr>
              <p14:xfrm>
                <a:off x="7120621" y="5066223"/>
                <a:ext cx="83160" cy="171360"/>
              </p14:xfrm>
            </p:contentPart>
          </mc:Choice>
          <mc:Fallback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D2AB307F-56B7-964C-BD80-BF5F3AD474C4}"/>
                    </a:ext>
                  </a:extLst>
                </p:cNvPr>
                <p:cNvPicPr/>
                <p:nvPr/>
              </p:nvPicPr>
              <p:blipFill>
                <a:blip r:embed="rId454"/>
                <a:stretch>
                  <a:fillRect/>
                </a:stretch>
              </p:blipFill>
              <p:spPr>
                <a:xfrm>
                  <a:off x="7102981" y="5048223"/>
                  <a:ext cx="11880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5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B531B65A-DE59-4D01-179E-FB0EEA395CF3}"/>
                    </a:ext>
                  </a:extLst>
                </p14:cNvPr>
                <p14:cNvContentPartPr/>
                <p14:nvPr/>
              </p14:nvContentPartPr>
              <p14:xfrm>
                <a:off x="7350661" y="5087823"/>
                <a:ext cx="64440" cy="25200"/>
              </p14:xfrm>
            </p:contentPart>
          </mc:Choice>
          <mc:Fallback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B531B65A-DE59-4D01-179E-FB0EEA395CF3}"/>
                    </a:ext>
                  </a:extLst>
                </p:cNvPr>
                <p:cNvPicPr/>
                <p:nvPr/>
              </p:nvPicPr>
              <p:blipFill>
                <a:blip r:embed="rId456"/>
                <a:stretch>
                  <a:fillRect/>
                </a:stretch>
              </p:blipFill>
              <p:spPr>
                <a:xfrm>
                  <a:off x="7332661" y="5069823"/>
                  <a:ext cx="10008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7">
              <p14:nvContentPartPr>
                <p14:cNvPr id="294" name="Ink 293">
                  <a:extLst>
                    <a:ext uri="{FF2B5EF4-FFF2-40B4-BE49-F238E27FC236}">
                      <a16:creationId xmlns:a16="http://schemas.microsoft.com/office/drawing/2014/main" id="{A0C20DFE-1A6B-8341-2196-726934A0E480}"/>
                    </a:ext>
                  </a:extLst>
                </p14:cNvPr>
                <p14:cNvContentPartPr/>
                <p14:nvPr/>
              </p14:nvContentPartPr>
              <p14:xfrm>
                <a:off x="7349941" y="5157663"/>
                <a:ext cx="112680" cy="26280"/>
              </p14:xfrm>
            </p:contentPart>
          </mc:Choice>
          <mc:Fallback>
            <p:pic>
              <p:nvPicPr>
                <p:cNvPr id="294" name="Ink 293">
                  <a:extLst>
                    <a:ext uri="{FF2B5EF4-FFF2-40B4-BE49-F238E27FC236}">
                      <a16:creationId xmlns:a16="http://schemas.microsoft.com/office/drawing/2014/main" id="{A0C20DFE-1A6B-8341-2196-726934A0E480}"/>
                    </a:ext>
                  </a:extLst>
                </p:cNvPr>
                <p:cNvPicPr/>
                <p:nvPr/>
              </p:nvPicPr>
              <p:blipFill>
                <a:blip r:embed="rId458"/>
                <a:stretch>
                  <a:fillRect/>
                </a:stretch>
              </p:blipFill>
              <p:spPr>
                <a:xfrm>
                  <a:off x="7331941" y="5140023"/>
                  <a:ext cx="14832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9">
              <p14:nvContentPartPr>
                <p14:cNvPr id="295" name="Ink 294">
                  <a:extLst>
                    <a:ext uri="{FF2B5EF4-FFF2-40B4-BE49-F238E27FC236}">
                      <a16:creationId xmlns:a16="http://schemas.microsoft.com/office/drawing/2014/main" id="{8E9F47E8-B29D-C3AA-F648-DAD4BE3A9C60}"/>
                    </a:ext>
                  </a:extLst>
                </p14:cNvPr>
                <p14:cNvContentPartPr/>
                <p14:nvPr/>
              </p14:nvContentPartPr>
              <p14:xfrm>
                <a:off x="7657381" y="5061903"/>
                <a:ext cx="95040" cy="29520"/>
              </p14:xfrm>
            </p:contentPart>
          </mc:Choice>
          <mc:Fallback>
            <p:pic>
              <p:nvPicPr>
                <p:cNvPr id="295" name="Ink 294">
                  <a:extLst>
                    <a:ext uri="{FF2B5EF4-FFF2-40B4-BE49-F238E27FC236}">
                      <a16:creationId xmlns:a16="http://schemas.microsoft.com/office/drawing/2014/main" id="{8E9F47E8-B29D-C3AA-F648-DAD4BE3A9C60}"/>
                    </a:ext>
                  </a:extLst>
                </p:cNvPr>
                <p:cNvPicPr/>
                <p:nvPr/>
              </p:nvPicPr>
              <p:blipFill>
                <a:blip r:embed="rId460"/>
                <a:stretch>
                  <a:fillRect/>
                </a:stretch>
              </p:blipFill>
              <p:spPr>
                <a:xfrm>
                  <a:off x="7639741" y="5043903"/>
                  <a:ext cx="13068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1">
              <p14:nvContentPartPr>
                <p14:cNvPr id="296" name="Ink 295">
                  <a:extLst>
                    <a:ext uri="{FF2B5EF4-FFF2-40B4-BE49-F238E27FC236}">
                      <a16:creationId xmlns:a16="http://schemas.microsoft.com/office/drawing/2014/main" id="{A8627176-40B7-5524-8EA8-A74C5262FA92}"/>
                    </a:ext>
                  </a:extLst>
                </p14:cNvPr>
                <p14:cNvContentPartPr/>
                <p14:nvPr/>
              </p14:nvContentPartPr>
              <p14:xfrm>
                <a:off x="7874101" y="4967583"/>
                <a:ext cx="31680" cy="191520"/>
              </p14:xfrm>
            </p:contentPart>
          </mc:Choice>
          <mc:Fallback>
            <p:pic>
              <p:nvPicPr>
                <p:cNvPr id="296" name="Ink 295">
                  <a:extLst>
                    <a:ext uri="{FF2B5EF4-FFF2-40B4-BE49-F238E27FC236}">
                      <a16:creationId xmlns:a16="http://schemas.microsoft.com/office/drawing/2014/main" id="{A8627176-40B7-5524-8EA8-A74C5262FA92}"/>
                    </a:ext>
                  </a:extLst>
                </p:cNvPr>
                <p:cNvPicPr/>
                <p:nvPr/>
              </p:nvPicPr>
              <p:blipFill>
                <a:blip r:embed="rId462"/>
                <a:stretch>
                  <a:fillRect/>
                </a:stretch>
              </p:blipFill>
              <p:spPr>
                <a:xfrm>
                  <a:off x="7856461" y="4949943"/>
                  <a:ext cx="6732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3">
              <p14:nvContentPartPr>
                <p14:cNvPr id="297" name="Ink 296">
                  <a:extLst>
                    <a:ext uri="{FF2B5EF4-FFF2-40B4-BE49-F238E27FC236}">
                      <a16:creationId xmlns:a16="http://schemas.microsoft.com/office/drawing/2014/main" id="{890223E6-9739-AD97-1EA1-9104B49B0B93}"/>
                    </a:ext>
                  </a:extLst>
                </p14:cNvPr>
                <p14:cNvContentPartPr/>
                <p14:nvPr/>
              </p14:nvContentPartPr>
              <p14:xfrm>
                <a:off x="7938181" y="4877583"/>
                <a:ext cx="131400" cy="400320"/>
              </p14:xfrm>
            </p:contentPart>
          </mc:Choice>
          <mc:Fallback>
            <p:pic>
              <p:nvPicPr>
                <p:cNvPr id="297" name="Ink 296">
                  <a:extLst>
                    <a:ext uri="{FF2B5EF4-FFF2-40B4-BE49-F238E27FC236}">
                      <a16:creationId xmlns:a16="http://schemas.microsoft.com/office/drawing/2014/main" id="{890223E6-9739-AD97-1EA1-9104B49B0B93}"/>
                    </a:ext>
                  </a:extLst>
                </p:cNvPr>
                <p:cNvPicPr/>
                <p:nvPr/>
              </p:nvPicPr>
              <p:blipFill>
                <a:blip r:embed="rId464"/>
                <a:stretch>
                  <a:fillRect/>
                </a:stretch>
              </p:blipFill>
              <p:spPr>
                <a:xfrm>
                  <a:off x="7920541" y="4859583"/>
                  <a:ext cx="167040" cy="43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5">
              <p14:nvContentPartPr>
                <p14:cNvPr id="298" name="Ink 297">
                  <a:extLst>
                    <a:ext uri="{FF2B5EF4-FFF2-40B4-BE49-F238E27FC236}">
                      <a16:creationId xmlns:a16="http://schemas.microsoft.com/office/drawing/2014/main" id="{3399B968-4AB5-9102-185F-C609C586CBC5}"/>
                    </a:ext>
                  </a:extLst>
                </p14:cNvPr>
                <p14:cNvContentPartPr/>
                <p14:nvPr/>
              </p14:nvContentPartPr>
              <p14:xfrm>
                <a:off x="7564861" y="4854183"/>
                <a:ext cx="84960" cy="474120"/>
              </p14:xfrm>
            </p:contentPart>
          </mc:Choice>
          <mc:Fallback>
            <p:pic>
              <p:nvPicPr>
                <p:cNvPr id="298" name="Ink 297">
                  <a:extLst>
                    <a:ext uri="{FF2B5EF4-FFF2-40B4-BE49-F238E27FC236}">
                      <a16:creationId xmlns:a16="http://schemas.microsoft.com/office/drawing/2014/main" id="{3399B968-4AB5-9102-185F-C609C586CBC5}"/>
                    </a:ext>
                  </a:extLst>
                </p:cNvPr>
                <p:cNvPicPr/>
                <p:nvPr/>
              </p:nvPicPr>
              <p:blipFill>
                <a:blip r:embed="rId466"/>
                <a:stretch>
                  <a:fillRect/>
                </a:stretch>
              </p:blipFill>
              <p:spPr>
                <a:xfrm>
                  <a:off x="7546861" y="4836183"/>
                  <a:ext cx="120600" cy="50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7">
              <p14:nvContentPartPr>
                <p14:cNvPr id="299" name="Ink 298">
                  <a:extLst>
                    <a:ext uri="{FF2B5EF4-FFF2-40B4-BE49-F238E27FC236}">
                      <a16:creationId xmlns:a16="http://schemas.microsoft.com/office/drawing/2014/main" id="{24B327CD-257D-4520-18AA-5751F9DD3B1A}"/>
                    </a:ext>
                  </a:extLst>
                </p14:cNvPr>
                <p14:cNvContentPartPr/>
                <p14:nvPr/>
              </p14:nvContentPartPr>
              <p14:xfrm>
                <a:off x="8143741" y="4786503"/>
                <a:ext cx="105840" cy="112680"/>
              </p14:xfrm>
            </p:contentPart>
          </mc:Choice>
          <mc:Fallback>
            <p:pic>
              <p:nvPicPr>
                <p:cNvPr id="299" name="Ink 298">
                  <a:extLst>
                    <a:ext uri="{FF2B5EF4-FFF2-40B4-BE49-F238E27FC236}">
                      <a16:creationId xmlns:a16="http://schemas.microsoft.com/office/drawing/2014/main" id="{24B327CD-257D-4520-18AA-5751F9DD3B1A}"/>
                    </a:ext>
                  </a:extLst>
                </p:cNvPr>
                <p:cNvPicPr/>
                <p:nvPr/>
              </p:nvPicPr>
              <p:blipFill>
                <a:blip r:embed="rId468"/>
                <a:stretch>
                  <a:fillRect/>
                </a:stretch>
              </p:blipFill>
              <p:spPr>
                <a:xfrm>
                  <a:off x="8126101" y="4768863"/>
                  <a:ext cx="14148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9">
              <p14:nvContentPartPr>
                <p14:cNvPr id="300" name="Ink 299">
                  <a:extLst>
                    <a:ext uri="{FF2B5EF4-FFF2-40B4-BE49-F238E27FC236}">
                      <a16:creationId xmlns:a16="http://schemas.microsoft.com/office/drawing/2014/main" id="{D8B189FC-90F4-9108-EB59-149F8FE4DDCD}"/>
                    </a:ext>
                  </a:extLst>
                </p14:cNvPr>
                <p14:cNvContentPartPr/>
                <p14:nvPr/>
              </p14:nvContentPartPr>
              <p14:xfrm>
                <a:off x="8265061" y="4808463"/>
                <a:ext cx="121320" cy="18720"/>
              </p14:xfrm>
            </p:contentPart>
          </mc:Choice>
          <mc:Fallback>
            <p:pic>
              <p:nvPicPr>
                <p:cNvPr id="300" name="Ink 299">
                  <a:extLst>
                    <a:ext uri="{FF2B5EF4-FFF2-40B4-BE49-F238E27FC236}">
                      <a16:creationId xmlns:a16="http://schemas.microsoft.com/office/drawing/2014/main" id="{D8B189FC-90F4-9108-EB59-149F8FE4DDCD}"/>
                    </a:ext>
                  </a:extLst>
                </p:cNvPr>
                <p:cNvPicPr/>
                <p:nvPr/>
              </p:nvPicPr>
              <p:blipFill>
                <a:blip r:embed="rId470"/>
                <a:stretch>
                  <a:fillRect/>
                </a:stretch>
              </p:blipFill>
              <p:spPr>
                <a:xfrm>
                  <a:off x="8247421" y="4790823"/>
                  <a:ext cx="15696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1">
              <p14:nvContentPartPr>
                <p14:cNvPr id="301" name="Ink 300">
                  <a:extLst>
                    <a:ext uri="{FF2B5EF4-FFF2-40B4-BE49-F238E27FC236}">
                      <a16:creationId xmlns:a16="http://schemas.microsoft.com/office/drawing/2014/main" id="{F9FCF825-A5A9-F9D7-6588-6F3BDC59F52A}"/>
                    </a:ext>
                  </a:extLst>
                </p14:cNvPr>
                <p14:cNvContentPartPr/>
                <p14:nvPr/>
              </p14:nvContentPartPr>
              <p14:xfrm>
                <a:off x="8326981" y="4737903"/>
                <a:ext cx="29520" cy="169560"/>
              </p14:xfrm>
            </p:contentPart>
          </mc:Choice>
          <mc:Fallback>
            <p:pic>
              <p:nvPicPr>
                <p:cNvPr id="301" name="Ink 300">
                  <a:extLst>
                    <a:ext uri="{FF2B5EF4-FFF2-40B4-BE49-F238E27FC236}">
                      <a16:creationId xmlns:a16="http://schemas.microsoft.com/office/drawing/2014/main" id="{F9FCF825-A5A9-F9D7-6588-6F3BDC59F52A}"/>
                    </a:ext>
                  </a:extLst>
                </p:cNvPr>
                <p:cNvPicPr/>
                <p:nvPr/>
              </p:nvPicPr>
              <p:blipFill>
                <a:blip r:embed="rId472"/>
                <a:stretch>
                  <a:fillRect/>
                </a:stretch>
              </p:blipFill>
              <p:spPr>
                <a:xfrm>
                  <a:off x="8309341" y="4719903"/>
                  <a:ext cx="6516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3">
              <p14:nvContentPartPr>
                <p14:cNvPr id="302" name="Ink 301">
                  <a:extLst>
                    <a:ext uri="{FF2B5EF4-FFF2-40B4-BE49-F238E27FC236}">
                      <a16:creationId xmlns:a16="http://schemas.microsoft.com/office/drawing/2014/main" id="{04861766-A400-5650-F4C7-DE649DCC28DF}"/>
                    </a:ext>
                  </a:extLst>
                </p14:cNvPr>
                <p14:cNvContentPartPr/>
                <p14:nvPr/>
              </p14:nvContentPartPr>
              <p14:xfrm>
                <a:off x="8457301" y="4728543"/>
                <a:ext cx="125280" cy="188280"/>
              </p14:xfrm>
            </p:contentPart>
          </mc:Choice>
          <mc:Fallback>
            <p:pic>
              <p:nvPicPr>
                <p:cNvPr id="302" name="Ink 301">
                  <a:extLst>
                    <a:ext uri="{FF2B5EF4-FFF2-40B4-BE49-F238E27FC236}">
                      <a16:creationId xmlns:a16="http://schemas.microsoft.com/office/drawing/2014/main" id="{04861766-A400-5650-F4C7-DE649DCC28DF}"/>
                    </a:ext>
                  </a:extLst>
                </p:cNvPr>
                <p:cNvPicPr/>
                <p:nvPr/>
              </p:nvPicPr>
              <p:blipFill>
                <a:blip r:embed="rId474"/>
                <a:stretch>
                  <a:fillRect/>
                </a:stretch>
              </p:blipFill>
              <p:spPr>
                <a:xfrm>
                  <a:off x="8439661" y="4710543"/>
                  <a:ext cx="16092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5">
              <p14:nvContentPartPr>
                <p14:cNvPr id="303" name="Ink 302">
                  <a:extLst>
                    <a:ext uri="{FF2B5EF4-FFF2-40B4-BE49-F238E27FC236}">
                      <a16:creationId xmlns:a16="http://schemas.microsoft.com/office/drawing/2014/main" id="{F86F7170-867E-53B8-9A4F-5808FF8D7A8E}"/>
                    </a:ext>
                  </a:extLst>
                </p14:cNvPr>
                <p14:cNvContentPartPr/>
                <p14:nvPr/>
              </p14:nvContentPartPr>
              <p14:xfrm>
                <a:off x="8684461" y="4790463"/>
                <a:ext cx="107280" cy="663480"/>
              </p14:xfrm>
            </p:contentPart>
          </mc:Choice>
          <mc:Fallback>
            <p:pic>
              <p:nvPicPr>
                <p:cNvPr id="303" name="Ink 302">
                  <a:extLst>
                    <a:ext uri="{FF2B5EF4-FFF2-40B4-BE49-F238E27FC236}">
                      <a16:creationId xmlns:a16="http://schemas.microsoft.com/office/drawing/2014/main" id="{F86F7170-867E-53B8-9A4F-5808FF8D7A8E}"/>
                    </a:ext>
                  </a:extLst>
                </p:cNvPr>
                <p:cNvPicPr/>
                <p:nvPr/>
              </p:nvPicPr>
              <p:blipFill>
                <a:blip r:embed="rId476"/>
                <a:stretch>
                  <a:fillRect/>
                </a:stretch>
              </p:blipFill>
              <p:spPr>
                <a:xfrm>
                  <a:off x="8666821" y="4772463"/>
                  <a:ext cx="142920" cy="699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77">
            <p14:nvContentPartPr>
              <p14:cNvPr id="305" name="Ink 304">
                <a:extLst>
                  <a:ext uri="{FF2B5EF4-FFF2-40B4-BE49-F238E27FC236}">
                    <a16:creationId xmlns:a16="http://schemas.microsoft.com/office/drawing/2014/main" id="{02E85345-0418-5924-93CC-2A5EE9E6A5BE}"/>
                  </a:ext>
                </a:extLst>
              </p14:cNvPr>
              <p14:cNvContentPartPr/>
              <p14:nvPr/>
            </p14:nvContentPartPr>
            <p14:xfrm>
              <a:off x="9032221" y="4832223"/>
              <a:ext cx="36000" cy="143280"/>
            </p14:xfrm>
          </p:contentPart>
        </mc:Choice>
        <mc:Fallback>
          <p:pic>
            <p:nvPicPr>
              <p:cNvPr id="305" name="Ink 304">
                <a:extLst>
                  <a:ext uri="{FF2B5EF4-FFF2-40B4-BE49-F238E27FC236}">
                    <a16:creationId xmlns:a16="http://schemas.microsoft.com/office/drawing/2014/main" id="{02E85345-0418-5924-93CC-2A5EE9E6A5BE}"/>
                  </a:ext>
                </a:extLst>
              </p:cNvPr>
              <p:cNvPicPr/>
              <p:nvPr/>
            </p:nvPicPr>
            <p:blipFill>
              <a:blip r:embed="rId478"/>
              <a:stretch>
                <a:fillRect/>
              </a:stretch>
            </p:blipFill>
            <p:spPr>
              <a:xfrm>
                <a:off x="9014581" y="4814583"/>
                <a:ext cx="71640" cy="17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79">
            <p14:nvContentPartPr>
              <p14:cNvPr id="306" name="Ink 305">
                <a:extLst>
                  <a:ext uri="{FF2B5EF4-FFF2-40B4-BE49-F238E27FC236}">
                    <a16:creationId xmlns:a16="http://schemas.microsoft.com/office/drawing/2014/main" id="{BD790F3E-BE05-F241-A96E-37E71C4963F3}"/>
                  </a:ext>
                </a:extLst>
              </p14:cNvPr>
              <p14:cNvContentPartPr/>
              <p14:nvPr/>
            </p14:nvContentPartPr>
            <p14:xfrm>
              <a:off x="9407701" y="4801623"/>
              <a:ext cx="258840" cy="152640"/>
            </p14:xfrm>
          </p:contentPart>
        </mc:Choice>
        <mc:Fallback>
          <p:pic>
            <p:nvPicPr>
              <p:cNvPr id="306" name="Ink 305">
                <a:extLst>
                  <a:ext uri="{FF2B5EF4-FFF2-40B4-BE49-F238E27FC236}">
                    <a16:creationId xmlns:a16="http://schemas.microsoft.com/office/drawing/2014/main" id="{BD790F3E-BE05-F241-A96E-37E71C4963F3}"/>
                  </a:ext>
                </a:extLst>
              </p:cNvPr>
              <p:cNvPicPr/>
              <p:nvPr/>
            </p:nvPicPr>
            <p:blipFill>
              <a:blip r:embed="rId480"/>
              <a:stretch>
                <a:fillRect/>
              </a:stretch>
            </p:blipFill>
            <p:spPr>
              <a:xfrm>
                <a:off x="9390061" y="4783623"/>
                <a:ext cx="294480" cy="18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1">
            <p14:nvContentPartPr>
              <p14:cNvPr id="307" name="Ink 306">
                <a:extLst>
                  <a:ext uri="{FF2B5EF4-FFF2-40B4-BE49-F238E27FC236}">
                    <a16:creationId xmlns:a16="http://schemas.microsoft.com/office/drawing/2014/main" id="{FF34DB69-0EAC-6A89-E3BE-B51AFD614D31}"/>
                  </a:ext>
                </a:extLst>
              </p14:cNvPr>
              <p14:cNvContentPartPr/>
              <p14:nvPr/>
            </p14:nvContentPartPr>
            <p14:xfrm>
              <a:off x="9011701" y="5227863"/>
              <a:ext cx="245160" cy="148680"/>
            </p14:xfrm>
          </p:contentPart>
        </mc:Choice>
        <mc:Fallback>
          <p:pic>
            <p:nvPicPr>
              <p:cNvPr id="307" name="Ink 306">
                <a:extLst>
                  <a:ext uri="{FF2B5EF4-FFF2-40B4-BE49-F238E27FC236}">
                    <a16:creationId xmlns:a16="http://schemas.microsoft.com/office/drawing/2014/main" id="{FF34DB69-0EAC-6A89-E3BE-B51AFD614D31}"/>
                  </a:ext>
                </a:extLst>
              </p:cNvPr>
              <p:cNvPicPr/>
              <p:nvPr/>
            </p:nvPicPr>
            <p:blipFill>
              <a:blip r:embed="rId482"/>
              <a:stretch>
                <a:fillRect/>
              </a:stretch>
            </p:blipFill>
            <p:spPr>
              <a:xfrm>
                <a:off x="8994061" y="5210223"/>
                <a:ext cx="280800" cy="18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3">
            <p14:nvContentPartPr>
              <p14:cNvPr id="308" name="Ink 307">
                <a:extLst>
                  <a:ext uri="{FF2B5EF4-FFF2-40B4-BE49-F238E27FC236}">
                    <a16:creationId xmlns:a16="http://schemas.microsoft.com/office/drawing/2014/main" id="{C162A3BC-3099-6303-46D4-E75E9DD34198}"/>
                  </a:ext>
                </a:extLst>
              </p14:cNvPr>
              <p14:cNvContentPartPr/>
              <p14:nvPr/>
            </p14:nvContentPartPr>
            <p14:xfrm>
              <a:off x="9492661" y="5134623"/>
              <a:ext cx="141480" cy="264240"/>
            </p14:xfrm>
          </p:contentPart>
        </mc:Choice>
        <mc:Fallback>
          <p:pic>
            <p:nvPicPr>
              <p:cNvPr id="308" name="Ink 307">
                <a:extLst>
                  <a:ext uri="{FF2B5EF4-FFF2-40B4-BE49-F238E27FC236}">
                    <a16:creationId xmlns:a16="http://schemas.microsoft.com/office/drawing/2014/main" id="{C162A3BC-3099-6303-46D4-E75E9DD34198}"/>
                  </a:ext>
                </a:extLst>
              </p:cNvPr>
              <p:cNvPicPr/>
              <p:nvPr/>
            </p:nvPicPr>
            <p:blipFill>
              <a:blip r:embed="rId484"/>
              <a:stretch>
                <a:fillRect/>
              </a:stretch>
            </p:blipFill>
            <p:spPr>
              <a:xfrm>
                <a:off x="9475021" y="5116623"/>
                <a:ext cx="177120" cy="29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5">
            <p14:nvContentPartPr>
              <p14:cNvPr id="309" name="Ink 308">
                <a:extLst>
                  <a:ext uri="{FF2B5EF4-FFF2-40B4-BE49-F238E27FC236}">
                    <a16:creationId xmlns:a16="http://schemas.microsoft.com/office/drawing/2014/main" id="{53905A53-CE8B-47BE-134A-763F72E26DE3}"/>
                  </a:ext>
                </a:extLst>
              </p14:cNvPr>
              <p14:cNvContentPartPr/>
              <p14:nvPr/>
            </p14:nvContentPartPr>
            <p14:xfrm>
              <a:off x="9848701" y="4598943"/>
              <a:ext cx="52920" cy="911880"/>
            </p14:xfrm>
          </p:contentPart>
        </mc:Choice>
        <mc:Fallback>
          <p:pic>
            <p:nvPicPr>
              <p:cNvPr id="309" name="Ink 308">
                <a:extLst>
                  <a:ext uri="{FF2B5EF4-FFF2-40B4-BE49-F238E27FC236}">
                    <a16:creationId xmlns:a16="http://schemas.microsoft.com/office/drawing/2014/main" id="{53905A53-CE8B-47BE-134A-763F72E26DE3}"/>
                  </a:ext>
                </a:extLst>
              </p:cNvPr>
              <p:cNvPicPr/>
              <p:nvPr/>
            </p:nvPicPr>
            <p:blipFill>
              <a:blip r:embed="rId486"/>
              <a:stretch>
                <a:fillRect/>
              </a:stretch>
            </p:blipFill>
            <p:spPr>
              <a:xfrm>
                <a:off x="9830701" y="4581303"/>
                <a:ext cx="88560" cy="947520"/>
              </a:xfrm>
              <a:prstGeom prst="rect">
                <a:avLst/>
              </a:prstGeom>
            </p:spPr>
          </p:pic>
        </mc:Fallback>
      </mc:AlternateContent>
      <p:grpSp>
        <p:nvGrpSpPr>
          <p:cNvPr id="319" name="Group 318">
            <a:extLst>
              <a:ext uri="{FF2B5EF4-FFF2-40B4-BE49-F238E27FC236}">
                <a16:creationId xmlns:a16="http://schemas.microsoft.com/office/drawing/2014/main" id="{5064F9E5-FD08-C74A-CA04-A3B55647728C}"/>
              </a:ext>
            </a:extLst>
          </p:cNvPr>
          <p:cNvGrpSpPr/>
          <p:nvPr/>
        </p:nvGrpSpPr>
        <p:grpSpPr>
          <a:xfrm>
            <a:off x="10090621" y="4889463"/>
            <a:ext cx="1241280" cy="325080"/>
            <a:chOff x="10090621" y="4889463"/>
            <a:chExt cx="1241280" cy="325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87">
              <p14:nvContentPartPr>
                <p14:cNvPr id="310" name="Ink 309">
                  <a:extLst>
                    <a:ext uri="{FF2B5EF4-FFF2-40B4-BE49-F238E27FC236}">
                      <a16:creationId xmlns:a16="http://schemas.microsoft.com/office/drawing/2014/main" id="{D92E41A9-8E78-EB10-F027-A9E185304D73}"/>
                    </a:ext>
                  </a:extLst>
                </p14:cNvPr>
                <p14:cNvContentPartPr/>
                <p14:nvPr/>
              </p14:nvContentPartPr>
              <p14:xfrm>
                <a:off x="10109701" y="5066583"/>
                <a:ext cx="96840" cy="45720"/>
              </p14:xfrm>
            </p:contentPart>
          </mc:Choice>
          <mc:Fallback>
            <p:pic>
              <p:nvPicPr>
                <p:cNvPr id="310" name="Ink 309">
                  <a:extLst>
                    <a:ext uri="{FF2B5EF4-FFF2-40B4-BE49-F238E27FC236}">
                      <a16:creationId xmlns:a16="http://schemas.microsoft.com/office/drawing/2014/main" id="{D92E41A9-8E78-EB10-F027-A9E185304D73}"/>
                    </a:ext>
                  </a:extLst>
                </p:cNvPr>
                <p:cNvPicPr/>
                <p:nvPr/>
              </p:nvPicPr>
              <p:blipFill>
                <a:blip r:embed="rId488"/>
                <a:stretch>
                  <a:fillRect/>
                </a:stretch>
              </p:blipFill>
              <p:spPr>
                <a:xfrm>
                  <a:off x="10091701" y="5048943"/>
                  <a:ext cx="13248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9">
              <p14:nvContentPartPr>
                <p14:cNvPr id="311" name="Ink 310">
                  <a:extLst>
                    <a:ext uri="{FF2B5EF4-FFF2-40B4-BE49-F238E27FC236}">
                      <a16:creationId xmlns:a16="http://schemas.microsoft.com/office/drawing/2014/main" id="{D5CD8AD3-EF7C-2C82-EF84-FFF650FA78F6}"/>
                    </a:ext>
                  </a:extLst>
                </p14:cNvPr>
                <p14:cNvContentPartPr/>
                <p14:nvPr/>
              </p14:nvContentPartPr>
              <p14:xfrm>
                <a:off x="10090621" y="5177103"/>
                <a:ext cx="181080" cy="30240"/>
              </p14:xfrm>
            </p:contentPart>
          </mc:Choice>
          <mc:Fallback>
            <p:pic>
              <p:nvPicPr>
                <p:cNvPr id="311" name="Ink 310">
                  <a:extLst>
                    <a:ext uri="{FF2B5EF4-FFF2-40B4-BE49-F238E27FC236}">
                      <a16:creationId xmlns:a16="http://schemas.microsoft.com/office/drawing/2014/main" id="{D5CD8AD3-EF7C-2C82-EF84-FFF650FA78F6}"/>
                    </a:ext>
                  </a:extLst>
                </p:cNvPr>
                <p:cNvPicPr/>
                <p:nvPr/>
              </p:nvPicPr>
              <p:blipFill>
                <a:blip r:embed="rId490"/>
                <a:stretch>
                  <a:fillRect/>
                </a:stretch>
              </p:blipFill>
              <p:spPr>
                <a:xfrm>
                  <a:off x="10072621" y="5159463"/>
                  <a:ext cx="21672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1">
              <p14:nvContentPartPr>
                <p14:cNvPr id="313" name="Ink 312">
                  <a:extLst>
                    <a:ext uri="{FF2B5EF4-FFF2-40B4-BE49-F238E27FC236}">
                      <a16:creationId xmlns:a16="http://schemas.microsoft.com/office/drawing/2014/main" id="{B8B79159-7564-7FA9-752C-E76CF8E0FC6B}"/>
                    </a:ext>
                  </a:extLst>
                </p14:cNvPr>
                <p14:cNvContentPartPr/>
                <p14:nvPr/>
              </p14:nvContentPartPr>
              <p14:xfrm>
                <a:off x="10441621" y="4889463"/>
                <a:ext cx="122040" cy="325080"/>
              </p14:xfrm>
            </p:contentPart>
          </mc:Choice>
          <mc:Fallback>
            <p:pic>
              <p:nvPicPr>
                <p:cNvPr id="313" name="Ink 312">
                  <a:extLst>
                    <a:ext uri="{FF2B5EF4-FFF2-40B4-BE49-F238E27FC236}">
                      <a16:creationId xmlns:a16="http://schemas.microsoft.com/office/drawing/2014/main" id="{B8B79159-7564-7FA9-752C-E76CF8E0FC6B}"/>
                    </a:ext>
                  </a:extLst>
                </p:cNvPr>
                <p:cNvPicPr/>
                <p:nvPr/>
              </p:nvPicPr>
              <p:blipFill>
                <a:blip r:embed="rId492"/>
                <a:stretch>
                  <a:fillRect/>
                </a:stretch>
              </p:blipFill>
              <p:spPr>
                <a:xfrm>
                  <a:off x="10423981" y="4871823"/>
                  <a:ext cx="157680" cy="36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3">
              <p14:nvContentPartPr>
                <p14:cNvPr id="314" name="Ink 313">
                  <a:extLst>
                    <a:ext uri="{FF2B5EF4-FFF2-40B4-BE49-F238E27FC236}">
                      <a16:creationId xmlns:a16="http://schemas.microsoft.com/office/drawing/2014/main" id="{3E2243A5-084E-ED38-90D7-A4F812741F26}"/>
                    </a:ext>
                  </a:extLst>
                </p14:cNvPr>
                <p14:cNvContentPartPr/>
                <p14:nvPr/>
              </p14:nvContentPartPr>
              <p14:xfrm>
                <a:off x="10647901" y="5046783"/>
                <a:ext cx="126720" cy="67680"/>
              </p14:xfrm>
            </p:contentPart>
          </mc:Choice>
          <mc:Fallback>
            <p:pic>
              <p:nvPicPr>
                <p:cNvPr id="314" name="Ink 313">
                  <a:extLst>
                    <a:ext uri="{FF2B5EF4-FFF2-40B4-BE49-F238E27FC236}">
                      <a16:creationId xmlns:a16="http://schemas.microsoft.com/office/drawing/2014/main" id="{3E2243A5-084E-ED38-90D7-A4F812741F26}"/>
                    </a:ext>
                  </a:extLst>
                </p:cNvPr>
                <p:cNvPicPr/>
                <p:nvPr/>
              </p:nvPicPr>
              <p:blipFill>
                <a:blip r:embed="rId494"/>
                <a:stretch>
                  <a:fillRect/>
                </a:stretch>
              </p:blipFill>
              <p:spPr>
                <a:xfrm>
                  <a:off x="10630261" y="5029143"/>
                  <a:ext cx="16236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5">
              <p14:nvContentPartPr>
                <p14:cNvPr id="315" name="Ink 314">
                  <a:extLst>
                    <a:ext uri="{FF2B5EF4-FFF2-40B4-BE49-F238E27FC236}">
                      <a16:creationId xmlns:a16="http://schemas.microsoft.com/office/drawing/2014/main" id="{B12B9E66-2EA9-1F3A-C27E-79DF53EB80F8}"/>
                    </a:ext>
                  </a:extLst>
                </p14:cNvPr>
                <p14:cNvContentPartPr/>
                <p14:nvPr/>
              </p14:nvContentPartPr>
              <p14:xfrm>
                <a:off x="10876141" y="4902783"/>
                <a:ext cx="122400" cy="311400"/>
              </p14:xfrm>
            </p:contentPart>
          </mc:Choice>
          <mc:Fallback>
            <p:pic>
              <p:nvPicPr>
                <p:cNvPr id="315" name="Ink 314">
                  <a:extLst>
                    <a:ext uri="{FF2B5EF4-FFF2-40B4-BE49-F238E27FC236}">
                      <a16:creationId xmlns:a16="http://schemas.microsoft.com/office/drawing/2014/main" id="{B12B9E66-2EA9-1F3A-C27E-79DF53EB80F8}"/>
                    </a:ext>
                  </a:extLst>
                </p:cNvPr>
                <p:cNvPicPr/>
                <p:nvPr/>
              </p:nvPicPr>
              <p:blipFill>
                <a:blip r:embed="rId496"/>
                <a:stretch>
                  <a:fillRect/>
                </a:stretch>
              </p:blipFill>
              <p:spPr>
                <a:xfrm>
                  <a:off x="10858501" y="4885143"/>
                  <a:ext cx="158040" cy="34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7">
              <p14:nvContentPartPr>
                <p14:cNvPr id="316" name="Ink 315">
                  <a:extLst>
                    <a:ext uri="{FF2B5EF4-FFF2-40B4-BE49-F238E27FC236}">
                      <a16:creationId xmlns:a16="http://schemas.microsoft.com/office/drawing/2014/main" id="{34B1C8A5-05FD-6D7E-73C0-D45A30643131}"/>
                    </a:ext>
                  </a:extLst>
                </p14:cNvPr>
                <p14:cNvContentPartPr/>
                <p14:nvPr/>
              </p14:nvContentPartPr>
              <p14:xfrm>
                <a:off x="11180341" y="5016183"/>
                <a:ext cx="132840" cy="54000"/>
              </p14:xfrm>
            </p:contentPart>
          </mc:Choice>
          <mc:Fallback>
            <p:pic>
              <p:nvPicPr>
                <p:cNvPr id="316" name="Ink 315">
                  <a:extLst>
                    <a:ext uri="{FF2B5EF4-FFF2-40B4-BE49-F238E27FC236}">
                      <a16:creationId xmlns:a16="http://schemas.microsoft.com/office/drawing/2014/main" id="{34B1C8A5-05FD-6D7E-73C0-D45A30643131}"/>
                    </a:ext>
                  </a:extLst>
                </p:cNvPr>
                <p:cNvPicPr/>
                <p:nvPr/>
              </p:nvPicPr>
              <p:blipFill>
                <a:blip r:embed="rId498"/>
                <a:stretch>
                  <a:fillRect/>
                </a:stretch>
              </p:blipFill>
              <p:spPr>
                <a:xfrm>
                  <a:off x="11162341" y="4998183"/>
                  <a:ext cx="16848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9">
              <p14:nvContentPartPr>
                <p14:cNvPr id="317" name="Ink 316">
                  <a:extLst>
                    <a:ext uri="{FF2B5EF4-FFF2-40B4-BE49-F238E27FC236}">
                      <a16:creationId xmlns:a16="http://schemas.microsoft.com/office/drawing/2014/main" id="{79FE5F5C-8E2D-DB64-A0B3-A6F12A79CB72}"/>
                    </a:ext>
                  </a:extLst>
                </p14:cNvPr>
                <p14:cNvContentPartPr/>
                <p14:nvPr/>
              </p14:nvContentPartPr>
              <p14:xfrm>
                <a:off x="11161261" y="5111943"/>
                <a:ext cx="170640" cy="23400"/>
              </p14:xfrm>
            </p:contentPart>
          </mc:Choice>
          <mc:Fallback>
            <p:pic>
              <p:nvPicPr>
                <p:cNvPr id="317" name="Ink 316">
                  <a:extLst>
                    <a:ext uri="{FF2B5EF4-FFF2-40B4-BE49-F238E27FC236}">
                      <a16:creationId xmlns:a16="http://schemas.microsoft.com/office/drawing/2014/main" id="{79FE5F5C-8E2D-DB64-A0B3-A6F12A79CB72}"/>
                    </a:ext>
                  </a:extLst>
                </p:cNvPr>
                <p:cNvPicPr/>
                <p:nvPr/>
              </p:nvPicPr>
              <p:blipFill>
                <a:blip r:embed="rId500"/>
                <a:stretch>
                  <a:fillRect/>
                </a:stretch>
              </p:blipFill>
              <p:spPr>
                <a:xfrm>
                  <a:off x="11143261" y="5093943"/>
                  <a:ext cx="206280" cy="59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01">
            <p14:nvContentPartPr>
              <p14:cNvPr id="318" name="Ink 317">
                <a:extLst>
                  <a:ext uri="{FF2B5EF4-FFF2-40B4-BE49-F238E27FC236}">
                    <a16:creationId xmlns:a16="http://schemas.microsoft.com/office/drawing/2014/main" id="{CCCE1EE0-27D0-4F4A-28CF-489AEDD11CEB}"/>
                  </a:ext>
                </a:extLst>
              </p14:cNvPr>
              <p14:cNvContentPartPr/>
              <p14:nvPr/>
            </p14:nvContentPartPr>
            <p14:xfrm>
              <a:off x="11605141" y="4900623"/>
              <a:ext cx="246600" cy="250560"/>
            </p14:xfrm>
          </p:contentPart>
        </mc:Choice>
        <mc:Fallback>
          <p:pic>
            <p:nvPicPr>
              <p:cNvPr id="318" name="Ink 317">
                <a:extLst>
                  <a:ext uri="{FF2B5EF4-FFF2-40B4-BE49-F238E27FC236}">
                    <a16:creationId xmlns:a16="http://schemas.microsoft.com/office/drawing/2014/main" id="{CCCE1EE0-27D0-4F4A-28CF-489AEDD11CEB}"/>
                  </a:ext>
                </a:extLst>
              </p:cNvPr>
              <p:cNvPicPr/>
              <p:nvPr/>
            </p:nvPicPr>
            <p:blipFill>
              <a:blip r:embed="rId502"/>
              <a:stretch>
                <a:fillRect/>
              </a:stretch>
            </p:blipFill>
            <p:spPr>
              <a:xfrm>
                <a:off x="11587501" y="4882983"/>
                <a:ext cx="282240" cy="286200"/>
              </a:xfrm>
              <a:prstGeom prst="rect">
                <a:avLst/>
              </a:prstGeom>
            </p:spPr>
          </p:pic>
        </mc:Fallback>
      </mc:AlternateContent>
      <p:grpSp>
        <p:nvGrpSpPr>
          <p:cNvPr id="327" name="Group 326">
            <a:extLst>
              <a:ext uri="{FF2B5EF4-FFF2-40B4-BE49-F238E27FC236}">
                <a16:creationId xmlns:a16="http://schemas.microsoft.com/office/drawing/2014/main" id="{EDD82B23-6243-B764-182A-D7B70A185DC5}"/>
              </a:ext>
            </a:extLst>
          </p:cNvPr>
          <p:cNvGrpSpPr/>
          <p:nvPr/>
        </p:nvGrpSpPr>
        <p:grpSpPr>
          <a:xfrm>
            <a:off x="77941" y="5938503"/>
            <a:ext cx="408600" cy="316080"/>
            <a:chOff x="77941" y="5938503"/>
            <a:chExt cx="408600" cy="316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03">
              <p14:nvContentPartPr>
                <p14:cNvPr id="320" name="Ink 319">
                  <a:extLst>
                    <a:ext uri="{FF2B5EF4-FFF2-40B4-BE49-F238E27FC236}">
                      <a16:creationId xmlns:a16="http://schemas.microsoft.com/office/drawing/2014/main" id="{CF9B804A-2B80-DB9F-DB3A-16C9E9C20B9C}"/>
                    </a:ext>
                  </a:extLst>
                </p14:cNvPr>
                <p14:cNvContentPartPr/>
                <p14:nvPr/>
              </p14:nvContentPartPr>
              <p14:xfrm>
                <a:off x="77941" y="5938503"/>
                <a:ext cx="193320" cy="300240"/>
              </p14:xfrm>
            </p:contentPart>
          </mc:Choice>
          <mc:Fallback>
            <p:pic>
              <p:nvPicPr>
                <p:cNvPr id="320" name="Ink 319">
                  <a:extLst>
                    <a:ext uri="{FF2B5EF4-FFF2-40B4-BE49-F238E27FC236}">
                      <a16:creationId xmlns:a16="http://schemas.microsoft.com/office/drawing/2014/main" id="{CF9B804A-2B80-DB9F-DB3A-16C9E9C20B9C}"/>
                    </a:ext>
                  </a:extLst>
                </p:cNvPr>
                <p:cNvPicPr/>
                <p:nvPr/>
              </p:nvPicPr>
              <p:blipFill>
                <a:blip r:embed="rId504"/>
                <a:stretch>
                  <a:fillRect/>
                </a:stretch>
              </p:blipFill>
              <p:spPr>
                <a:xfrm>
                  <a:off x="60301" y="5920503"/>
                  <a:ext cx="228960" cy="33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5">
              <p14:nvContentPartPr>
                <p14:cNvPr id="321" name="Ink 320">
                  <a:extLst>
                    <a:ext uri="{FF2B5EF4-FFF2-40B4-BE49-F238E27FC236}">
                      <a16:creationId xmlns:a16="http://schemas.microsoft.com/office/drawing/2014/main" id="{463A579E-26BA-6255-4D6C-BC7CFC7AFE30}"/>
                    </a:ext>
                  </a:extLst>
                </p14:cNvPr>
                <p14:cNvContentPartPr/>
                <p14:nvPr/>
              </p14:nvContentPartPr>
              <p14:xfrm>
                <a:off x="124381" y="6108423"/>
                <a:ext cx="158400" cy="54720"/>
              </p14:xfrm>
            </p:contentPart>
          </mc:Choice>
          <mc:Fallback>
            <p:pic>
              <p:nvPicPr>
                <p:cNvPr id="321" name="Ink 320">
                  <a:extLst>
                    <a:ext uri="{FF2B5EF4-FFF2-40B4-BE49-F238E27FC236}">
                      <a16:creationId xmlns:a16="http://schemas.microsoft.com/office/drawing/2014/main" id="{463A579E-26BA-6255-4D6C-BC7CFC7AFE30}"/>
                    </a:ext>
                  </a:extLst>
                </p:cNvPr>
                <p:cNvPicPr/>
                <p:nvPr/>
              </p:nvPicPr>
              <p:blipFill>
                <a:blip r:embed="rId506"/>
                <a:stretch>
                  <a:fillRect/>
                </a:stretch>
              </p:blipFill>
              <p:spPr>
                <a:xfrm>
                  <a:off x="106741" y="6090783"/>
                  <a:ext cx="19404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7">
              <p14:nvContentPartPr>
                <p14:cNvPr id="322" name="Ink 321">
                  <a:extLst>
                    <a:ext uri="{FF2B5EF4-FFF2-40B4-BE49-F238E27FC236}">
                      <a16:creationId xmlns:a16="http://schemas.microsoft.com/office/drawing/2014/main" id="{E90470D2-B67E-3F83-1C93-1F79907C1A02}"/>
                    </a:ext>
                  </a:extLst>
                </p14:cNvPr>
                <p14:cNvContentPartPr/>
                <p14:nvPr/>
              </p14:nvContentPartPr>
              <p14:xfrm>
                <a:off x="393661" y="6087903"/>
                <a:ext cx="92880" cy="166680"/>
              </p14:xfrm>
            </p:contentPart>
          </mc:Choice>
          <mc:Fallback>
            <p:pic>
              <p:nvPicPr>
                <p:cNvPr id="322" name="Ink 321">
                  <a:extLst>
                    <a:ext uri="{FF2B5EF4-FFF2-40B4-BE49-F238E27FC236}">
                      <a16:creationId xmlns:a16="http://schemas.microsoft.com/office/drawing/2014/main" id="{E90470D2-B67E-3F83-1C93-1F79907C1A02}"/>
                    </a:ext>
                  </a:extLst>
                </p:cNvPr>
                <p:cNvPicPr/>
                <p:nvPr/>
              </p:nvPicPr>
              <p:blipFill>
                <a:blip r:embed="rId508"/>
                <a:stretch>
                  <a:fillRect/>
                </a:stretch>
              </p:blipFill>
              <p:spPr>
                <a:xfrm>
                  <a:off x="376021" y="6069903"/>
                  <a:ext cx="128520" cy="202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7" name="Group 336">
            <a:extLst>
              <a:ext uri="{FF2B5EF4-FFF2-40B4-BE49-F238E27FC236}">
                <a16:creationId xmlns:a16="http://schemas.microsoft.com/office/drawing/2014/main" id="{FC3376B5-385D-B03C-8BE4-BF212758FD0B}"/>
              </a:ext>
            </a:extLst>
          </p:cNvPr>
          <p:cNvGrpSpPr/>
          <p:nvPr/>
        </p:nvGrpSpPr>
        <p:grpSpPr>
          <a:xfrm>
            <a:off x="648901" y="5812143"/>
            <a:ext cx="1405800" cy="517680"/>
            <a:chOff x="648901" y="5812143"/>
            <a:chExt cx="1405800" cy="517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09">
              <p14:nvContentPartPr>
                <p14:cNvPr id="323" name="Ink 322">
                  <a:extLst>
                    <a:ext uri="{FF2B5EF4-FFF2-40B4-BE49-F238E27FC236}">
                      <a16:creationId xmlns:a16="http://schemas.microsoft.com/office/drawing/2014/main" id="{7914FB60-2092-BFDF-E42E-6C7005ABB099}"/>
                    </a:ext>
                  </a:extLst>
                </p14:cNvPr>
                <p14:cNvContentPartPr/>
                <p14:nvPr/>
              </p14:nvContentPartPr>
              <p14:xfrm>
                <a:off x="648901" y="6099063"/>
                <a:ext cx="26640" cy="202680"/>
              </p14:xfrm>
            </p:contentPart>
          </mc:Choice>
          <mc:Fallback>
            <p:pic>
              <p:nvPicPr>
                <p:cNvPr id="323" name="Ink 322">
                  <a:extLst>
                    <a:ext uri="{FF2B5EF4-FFF2-40B4-BE49-F238E27FC236}">
                      <a16:creationId xmlns:a16="http://schemas.microsoft.com/office/drawing/2014/main" id="{7914FB60-2092-BFDF-E42E-6C7005ABB099}"/>
                    </a:ext>
                  </a:extLst>
                </p:cNvPr>
                <p:cNvPicPr/>
                <p:nvPr/>
              </p:nvPicPr>
              <p:blipFill>
                <a:blip r:embed="rId510"/>
                <a:stretch>
                  <a:fillRect/>
                </a:stretch>
              </p:blipFill>
              <p:spPr>
                <a:xfrm>
                  <a:off x="630901" y="6081063"/>
                  <a:ext cx="62280" cy="23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1">
              <p14:nvContentPartPr>
                <p14:cNvPr id="324" name="Ink 323">
                  <a:extLst>
                    <a:ext uri="{FF2B5EF4-FFF2-40B4-BE49-F238E27FC236}">
                      <a16:creationId xmlns:a16="http://schemas.microsoft.com/office/drawing/2014/main" id="{7E443080-9329-8042-A152-66B879129F69}"/>
                    </a:ext>
                  </a:extLst>
                </p14:cNvPr>
                <p14:cNvContentPartPr/>
                <p14:nvPr/>
              </p14:nvContentPartPr>
              <p14:xfrm>
                <a:off x="851581" y="6085383"/>
                <a:ext cx="89280" cy="28440"/>
              </p14:xfrm>
            </p:contentPart>
          </mc:Choice>
          <mc:Fallback>
            <p:pic>
              <p:nvPicPr>
                <p:cNvPr id="324" name="Ink 323">
                  <a:extLst>
                    <a:ext uri="{FF2B5EF4-FFF2-40B4-BE49-F238E27FC236}">
                      <a16:creationId xmlns:a16="http://schemas.microsoft.com/office/drawing/2014/main" id="{7E443080-9329-8042-A152-66B879129F69}"/>
                    </a:ext>
                  </a:extLst>
                </p:cNvPr>
                <p:cNvPicPr/>
                <p:nvPr/>
              </p:nvPicPr>
              <p:blipFill>
                <a:blip r:embed="rId512"/>
                <a:stretch>
                  <a:fillRect/>
                </a:stretch>
              </p:blipFill>
              <p:spPr>
                <a:xfrm>
                  <a:off x="833581" y="6067383"/>
                  <a:ext cx="12492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3">
              <p14:nvContentPartPr>
                <p14:cNvPr id="325" name="Ink 324">
                  <a:extLst>
                    <a:ext uri="{FF2B5EF4-FFF2-40B4-BE49-F238E27FC236}">
                      <a16:creationId xmlns:a16="http://schemas.microsoft.com/office/drawing/2014/main" id="{364EF557-2255-66AB-F0A9-87EEBB1D1C2F}"/>
                    </a:ext>
                  </a:extLst>
                </p14:cNvPr>
                <p14:cNvContentPartPr/>
                <p14:nvPr/>
              </p14:nvContentPartPr>
              <p14:xfrm>
                <a:off x="809101" y="6184383"/>
                <a:ext cx="164520" cy="34560"/>
              </p14:xfrm>
            </p:contentPart>
          </mc:Choice>
          <mc:Fallback>
            <p:pic>
              <p:nvPicPr>
                <p:cNvPr id="325" name="Ink 324">
                  <a:extLst>
                    <a:ext uri="{FF2B5EF4-FFF2-40B4-BE49-F238E27FC236}">
                      <a16:creationId xmlns:a16="http://schemas.microsoft.com/office/drawing/2014/main" id="{364EF557-2255-66AB-F0A9-87EEBB1D1C2F}"/>
                    </a:ext>
                  </a:extLst>
                </p:cNvPr>
                <p:cNvPicPr/>
                <p:nvPr/>
              </p:nvPicPr>
              <p:blipFill>
                <a:blip r:embed="rId514"/>
                <a:stretch>
                  <a:fillRect/>
                </a:stretch>
              </p:blipFill>
              <p:spPr>
                <a:xfrm>
                  <a:off x="791461" y="6166383"/>
                  <a:ext cx="20016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5">
              <p14:nvContentPartPr>
                <p14:cNvPr id="328" name="Ink 327">
                  <a:extLst>
                    <a:ext uri="{FF2B5EF4-FFF2-40B4-BE49-F238E27FC236}">
                      <a16:creationId xmlns:a16="http://schemas.microsoft.com/office/drawing/2014/main" id="{EE5A4F1E-DB7A-F495-B5F3-77B42E50BAD1}"/>
                    </a:ext>
                  </a:extLst>
                </p14:cNvPr>
                <p14:cNvContentPartPr/>
                <p14:nvPr/>
              </p14:nvContentPartPr>
              <p14:xfrm>
                <a:off x="1218781" y="6117783"/>
                <a:ext cx="142200" cy="30600"/>
              </p14:xfrm>
            </p:contentPart>
          </mc:Choice>
          <mc:Fallback>
            <p:pic>
              <p:nvPicPr>
                <p:cNvPr id="328" name="Ink 327">
                  <a:extLst>
                    <a:ext uri="{FF2B5EF4-FFF2-40B4-BE49-F238E27FC236}">
                      <a16:creationId xmlns:a16="http://schemas.microsoft.com/office/drawing/2014/main" id="{EE5A4F1E-DB7A-F495-B5F3-77B42E50BAD1}"/>
                    </a:ext>
                  </a:extLst>
                </p:cNvPr>
                <p:cNvPicPr/>
                <p:nvPr/>
              </p:nvPicPr>
              <p:blipFill>
                <a:blip r:embed="rId516"/>
                <a:stretch>
                  <a:fillRect/>
                </a:stretch>
              </p:blipFill>
              <p:spPr>
                <a:xfrm>
                  <a:off x="1200781" y="6100143"/>
                  <a:ext cx="17784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7">
              <p14:nvContentPartPr>
                <p14:cNvPr id="329" name="Ink 328">
                  <a:extLst>
                    <a:ext uri="{FF2B5EF4-FFF2-40B4-BE49-F238E27FC236}">
                      <a16:creationId xmlns:a16="http://schemas.microsoft.com/office/drawing/2014/main" id="{13983423-5A24-8532-D1A0-79E696504EB3}"/>
                    </a:ext>
                  </a:extLst>
                </p14:cNvPr>
                <p14:cNvContentPartPr/>
                <p14:nvPr/>
              </p14:nvContentPartPr>
              <p14:xfrm>
                <a:off x="1477621" y="6022023"/>
                <a:ext cx="30240" cy="159480"/>
              </p14:xfrm>
            </p:contentPart>
          </mc:Choice>
          <mc:Fallback>
            <p:pic>
              <p:nvPicPr>
                <p:cNvPr id="329" name="Ink 328">
                  <a:extLst>
                    <a:ext uri="{FF2B5EF4-FFF2-40B4-BE49-F238E27FC236}">
                      <a16:creationId xmlns:a16="http://schemas.microsoft.com/office/drawing/2014/main" id="{13983423-5A24-8532-D1A0-79E696504EB3}"/>
                    </a:ext>
                  </a:extLst>
                </p:cNvPr>
                <p:cNvPicPr/>
                <p:nvPr/>
              </p:nvPicPr>
              <p:blipFill>
                <a:blip r:embed="rId518"/>
                <a:stretch>
                  <a:fillRect/>
                </a:stretch>
              </p:blipFill>
              <p:spPr>
                <a:xfrm>
                  <a:off x="1459621" y="6004023"/>
                  <a:ext cx="6588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9">
              <p14:nvContentPartPr>
                <p14:cNvPr id="330" name="Ink 329">
                  <a:extLst>
                    <a:ext uri="{FF2B5EF4-FFF2-40B4-BE49-F238E27FC236}">
                      <a16:creationId xmlns:a16="http://schemas.microsoft.com/office/drawing/2014/main" id="{569D227E-7867-4D96-4FA3-B0D8A76190CB}"/>
                    </a:ext>
                  </a:extLst>
                </p14:cNvPr>
                <p14:cNvContentPartPr/>
                <p14:nvPr/>
              </p14:nvContentPartPr>
              <p14:xfrm>
                <a:off x="1562941" y="5896023"/>
                <a:ext cx="72360" cy="395280"/>
              </p14:xfrm>
            </p:contentPart>
          </mc:Choice>
          <mc:Fallback>
            <p:pic>
              <p:nvPicPr>
                <p:cNvPr id="330" name="Ink 329">
                  <a:extLst>
                    <a:ext uri="{FF2B5EF4-FFF2-40B4-BE49-F238E27FC236}">
                      <a16:creationId xmlns:a16="http://schemas.microsoft.com/office/drawing/2014/main" id="{569D227E-7867-4D96-4FA3-B0D8A76190CB}"/>
                    </a:ext>
                  </a:extLst>
                </p:cNvPr>
                <p:cNvPicPr/>
                <p:nvPr/>
              </p:nvPicPr>
              <p:blipFill>
                <a:blip r:embed="rId520"/>
                <a:stretch>
                  <a:fillRect/>
                </a:stretch>
              </p:blipFill>
              <p:spPr>
                <a:xfrm>
                  <a:off x="1545301" y="5878383"/>
                  <a:ext cx="108000" cy="43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1">
              <p14:nvContentPartPr>
                <p14:cNvPr id="331" name="Ink 330">
                  <a:extLst>
                    <a:ext uri="{FF2B5EF4-FFF2-40B4-BE49-F238E27FC236}">
                      <a16:creationId xmlns:a16="http://schemas.microsoft.com/office/drawing/2014/main" id="{44E8B732-46A3-81F5-F311-9B99486EF7FE}"/>
                    </a:ext>
                  </a:extLst>
                </p14:cNvPr>
                <p14:cNvContentPartPr/>
                <p14:nvPr/>
              </p14:nvContentPartPr>
              <p14:xfrm>
                <a:off x="1099261" y="5902143"/>
                <a:ext cx="246240" cy="427680"/>
              </p14:xfrm>
            </p:contentPart>
          </mc:Choice>
          <mc:Fallback>
            <p:pic>
              <p:nvPicPr>
                <p:cNvPr id="331" name="Ink 330">
                  <a:extLst>
                    <a:ext uri="{FF2B5EF4-FFF2-40B4-BE49-F238E27FC236}">
                      <a16:creationId xmlns:a16="http://schemas.microsoft.com/office/drawing/2014/main" id="{44E8B732-46A3-81F5-F311-9B99486EF7FE}"/>
                    </a:ext>
                  </a:extLst>
                </p:cNvPr>
                <p:cNvPicPr/>
                <p:nvPr/>
              </p:nvPicPr>
              <p:blipFill>
                <a:blip r:embed="rId522"/>
                <a:stretch>
                  <a:fillRect/>
                </a:stretch>
              </p:blipFill>
              <p:spPr>
                <a:xfrm>
                  <a:off x="1081621" y="5884143"/>
                  <a:ext cx="281880" cy="46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3">
              <p14:nvContentPartPr>
                <p14:cNvPr id="332" name="Ink 331">
                  <a:extLst>
                    <a:ext uri="{FF2B5EF4-FFF2-40B4-BE49-F238E27FC236}">
                      <a16:creationId xmlns:a16="http://schemas.microsoft.com/office/drawing/2014/main" id="{D0531BB7-C651-FC0C-453D-C62D5372A2C6}"/>
                    </a:ext>
                  </a:extLst>
                </p14:cNvPr>
                <p14:cNvContentPartPr/>
                <p14:nvPr/>
              </p14:nvContentPartPr>
              <p14:xfrm>
                <a:off x="1711621" y="5812143"/>
                <a:ext cx="153000" cy="195120"/>
              </p14:xfrm>
            </p:contentPart>
          </mc:Choice>
          <mc:Fallback>
            <p:pic>
              <p:nvPicPr>
                <p:cNvPr id="332" name="Ink 331">
                  <a:extLst>
                    <a:ext uri="{FF2B5EF4-FFF2-40B4-BE49-F238E27FC236}">
                      <a16:creationId xmlns:a16="http://schemas.microsoft.com/office/drawing/2014/main" id="{D0531BB7-C651-FC0C-453D-C62D5372A2C6}"/>
                    </a:ext>
                  </a:extLst>
                </p:cNvPr>
                <p:cNvPicPr/>
                <p:nvPr/>
              </p:nvPicPr>
              <p:blipFill>
                <a:blip r:embed="rId524"/>
                <a:stretch>
                  <a:fillRect/>
                </a:stretch>
              </p:blipFill>
              <p:spPr>
                <a:xfrm>
                  <a:off x="1693621" y="5794503"/>
                  <a:ext cx="188640" cy="23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5">
              <p14:nvContentPartPr>
                <p14:cNvPr id="333" name="Ink 332">
                  <a:extLst>
                    <a:ext uri="{FF2B5EF4-FFF2-40B4-BE49-F238E27FC236}">
                      <a16:creationId xmlns:a16="http://schemas.microsoft.com/office/drawing/2014/main" id="{1A99E1B5-B84E-9BE4-9D5D-C9551EE08E90}"/>
                    </a:ext>
                  </a:extLst>
                </p14:cNvPr>
                <p14:cNvContentPartPr/>
                <p14:nvPr/>
              </p14:nvContentPartPr>
              <p14:xfrm>
                <a:off x="1901701" y="5933823"/>
                <a:ext cx="102960" cy="26640"/>
              </p14:xfrm>
            </p:contentPart>
          </mc:Choice>
          <mc:Fallback>
            <p:pic>
              <p:nvPicPr>
                <p:cNvPr id="333" name="Ink 332">
                  <a:extLst>
                    <a:ext uri="{FF2B5EF4-FFF2-40B4-BE49-F238E27FC236}">
                      <a16:creationId xmlns:a16="http://schemas.microsoft.com/office/drawing/2014/main" id="{1A99E1B5-B84E-9BE4-9D5D-C9551EE08E90}"/>
                    </a:ext>
                  </a:extLst>
                </p:cNvPr>
                <p:cNvPicPr/>
                <p:nvPr/>
              </p:nvPicPr>
              <p:blipFill>
                <a:blip r:embed="rId526"/>
                <a:stretch>
                  <a:fillRect/>
                </a:stretch>
              </p:blipFill>
              <p:spPr>
                <a:xfrm>
                  <a:off x="1883701" y="5916183"/>
                  <a:ext cx="13860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7">
              <p14:nvContentPartPr>
                <p14:cNvPr id="334" name="Ink 333">
                  <a:extLst>
                    <a:ext uri="{FF2B5EF4-FFF2-40B4-BE49-F238E27FC236}">
                      <a16:creationId xmlns:a16="http://schemas.microsoft.com/office/drawing/2014/main" id="{51F51FEA-45ED-BF8B-42DA-65133591F6EA}"/>
                    </a:ext>
                  </a:extLst>
                </p14:cNvPr>
                <p14:cNvContentPartPr/>
                <p14:nvPr/>
              </p14:nvContentPartPr>
              <p14:xfrm>
                <a:off x="1954261" y="5847423"/>
                <a:ext cx="24120" cy="162360"/>
              </p14:xfrm>
            </p:contentPart>
          </mc:Choice>
          <mc:Fallback>
            <p:pic>
              <p:nvPicPr>
                <p:cNvPr id="334" name="Ink 333">
                  <a:extLst>
                    <a:ext uri="{FF2B5EF4-FFF2-40B4-BE49-F238E27FC236}">
                      <a16:creationId xmlns:a16="http://schemas.microsoft.com/office/drawing/2014/main" id="{51F51FEA-45ED-BF8B-42DA-65133591F6EA}"/>
                    </a:ext>
                  </a:extLst>
                </p:cNvPr>
                <p:cNvPicPr/>
                <p:nvPr/>
              </p:nvPicPr>
              <p:blipFill>
                <a:blip r:embed="rId528"/>
                <a:stretch>
                  <a:fillRect/>
                </a:stretch>
              </p:blipFill>
              <p:spPr>
                <a:xfrm>
                  <a:off x="1936261" y="5829423"/>
                  <a:ext cx="5976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9">
              <p14:nvContentPartPr>
                <p14:cNvPr id="335" name="Ink 334">
                  <a:extLst>
                    <a:ext uri="{FF2B5EF4-FFF2-40B4-BE49-F238E27FC236}">
                      <a16:creationId xmlns:a16="http://schemas.microsoft.com/office/drawing/2014/main" id="{24C0731C-6D4E-BE07-085B-5C4C6D76E01D}"/>
                    </a:ext>
                  </a:extLst>
                </p14:cNvPr>
                <p14:cNvContentPartPr/>
                <p14:nvPr/>
              </p14:nvContentPartPr>
              <p14:xfrm>
                <a:off x="2038861" y="5893863"/>
                <a:ext cx="15840" cy="120240"/>
              </p14:xfrm>
            </p:contentPart>
          </mc:Choice>
          <mc:Fallback>
            <p:pic>
              <p:nvPicPr>
                <p:cNvPr id="335" name="Ink 334">
                  <a:extLst>
                    <a:ext uri="{FF2B5EF4-FFF2-40B4-BE49-F238E27FC236}">
                      <a16:creationId xmlns:a16="http://schemas.microsoft.com/office/drawing/2014/main" id="{24C0731C-6D4E-BE07-085B-5C4C6D76E01D}"/>
                    </a:ext>
                  </a:extLst>
                </p:cNvPr>
                <p:cNvPicPr/>
                <p:nvPr/>
              </p:nvPicPr>
              <p:blipFill>
                <a:blip r:embed="rId530"/>
                <a:stretch>
                  <a:fillRect/>
                </a:stretch>
              </p:blipFill>
              <p:spPr>
                <a:xfrm>
                  <a:off x="2021221" y="5875863"/>
                  <a:ext cx="51480" cy="155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31">
            <p14:nvContentPartPr>
              <p14:cNvPr id="336" name="Ink 335">
                <a:extLst>
                  <a:ext uri="{FF2B5EF4-FFF2-40B4-BE49-F238E27FC236}">
                    <a16:creationId xmlns:a16="http://schemas.microsoft.com/office/drawing/2014/main" id="{79CBF6BC-09A9-66DF-748D-EFE3AA25CD40}"/>
                  </a:ext>
                </a:extLst>
              </p14:cNvPr>
              <p14:cNvContentPartPr/>
              <p14:nvPr/>
            </p14:nvContentPartPr>
            <p14:xfrm>
              <a:off x="2310661" y="5910423"/>
              <a:ext cx="46080" cy="601560"/>
            </p14:xfrm>
          </p:contentPart>
        </mc:Choice>
        <mc:Fallback>
          <p:pic>
            <p:nvPicPr>
              <p:cNvPr id="336" name="Ink 335">
                <a:extLst>
                  <a:ext uri="{FF2B5EF4-FFF2-40B4-BE49-F238E27FC236}">
                    <a16:creationId xmlns:a16="http://schemas.microsoft.com/office/drawing/2014/main" id="{79CBF6BC-09A9-66DF-748D-EFE3AA25CD40}"/>
                  </a:ext>
                </a:extLst>
              </p:cNvPr>
              <p:cNvPicPr/>
              <p:nvPr/>
            </p:nvPicPr>
            <p:blipFill>
              <a:blip r:embed="rId532"/>
              <a:stretch>
                <a:fillRect/>
              </a:stretch>
            </p:blipFill>
            <p:spPr>
              <a:xfrm>
                <a:off x="2293021" y="5892783"/>
                <a:ext cx="81720" cy="63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33">
            <p14:nvContentPartPr>
              <p14:cNvPr id="338" name="Ink 337">
                <a:extLst>
                  <a:ext uri="{FF2B5EF4-FFF2-40B4-BE49-F238E27FC236}">
                    <a16:creationId xmlns:a16="http://schemas.microsoft.com/office/drawing/2014/main" id="{FFE006AE-8761-4A1F-F0DF-4CFD145E23AD}"/>
                  </a:ext>
                </a:extLst>
              </p14:cNvPr>
              <p14:cNvContentPartPr/>
              <p14:nvPr/>
            </p14:nvContentPartPr>
            <p14:xfrm>
              <a:off x="10628821" y="1336623"/>
              <a:ext cx="155520" cy="279360"/>
            </p14:xfrm>
          </p:contentPart>
        </mc:Choice>
        <mc:Fallback>
          <p:pic>
            <p:nvPicPr>
              <p:cNvPr id="338" name="Ink 337">
                <a:extLst>
                  <a:ext uri="{FF2B5EF4-FFF2-40B4-BE49-F238E27FC236}">
                    <a16:creationId xmlns:a16="http://schemas.microsoft.com/office/drawing/2014/main" id="{FFE006AE-8761-4A1F-F0DF-4CFD145E23AD}"/>
                  </a:ext>
                </a:extLst>
              </p:cNvPr>
              <p:cNvPicPr/>
              <p:nvPr/>
            </p:nvPicPr>
            <p:blipFill>
              <a:blip r:embed="rId534"/>
              <a:stretch>
                <a:fillRect/>
              </a:stretch>
            </p:blipFill>
            <p:spPr>
              <a:xfrm>
                <a:off x="10610821" y="1318983"/>
                <a:ext cx="191160" cy="315000"/>
              </a:xfrm>
              <a:prstGeom prst="rect">
                <a:avLst/>
              </a:prstGeom>
            </p:spPr>
          </p:pic>
        </mc:Fallback>
      </mc:AlternateContent>
      <p:grpSp>
        <p:nvGrpSpPr>
          <p:cNvPr id="342" name="Group 341">
            <a:extLst>
              <a:ext uri="{FF2B5EF4-FFF2-40B4-BE49-F238E27FC236}">
                <a16:creationId xmlns:a16="http://schemas.microsoft.com/office/drawing/2014/main" id="{2369936A-6A2C-4514-E49A-DEE904F687A7}"/>
              </a:ext>
            </a:extLst>
          </p:cNvPr>
          <p:cNvGrpSpPr/>
          <p:nvPr/>
        </p:nvGrpSpPr>
        <p:grpSpPr>
          <a:xfrm>
            <a:off x="11050381" y="1372623"/>
            <a:ext cx="284040" cy="204840"/>
            <a:chOff x="11050381" y="1372623"/>
            <a:chExt cx="284040" cy="204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35">
              <p14:nvContentPartPr>
                <p14:cNvPr id="339" name="Ink 338">
                  <a:extLst>
                    <a:ext uri="{FF2B5EF4-FFF2-40B4-BE49-F238E27FC236}">
                      <a16:creationId xmlns:a16="http://schemas.microsoft.com/office/drawing/2014/main" id="{4067564A-1BAB-368E-55E7-8847254BAF1B}"/>
                    </a:ext>
                  </a:extLst>
                </p14:cNvPr>
                <p14:cNvContentPartPr/>
                <p14:nvPr/>
              </p14:nvContentPartPr>
              <p14:xfrm>
                <a:off x="11050381" y="1464063"/>
                <a:ext cx="151920" cy="24840"/>
              </p14:xfrm>
            </p:contentPart>
          </mc:Choice>
          <mc:Fallback>
            <p:pic>
              <p:nvPicPr>
                <p:cNvPr id="339" name="Ink 338">
                  <a:extLst>
                    <a:ext uri="{FF2B5EF4-FFF2-40B4-BE49-F238E27FC236}">
                      <a16:creationId xmlns:a16="http://schemas.microsoft.com/office/drawing/2014/main" id="{4067564A-1BAB-368E-55E7-8847254BAF1B}"/>
                    </a:ext>
                  </a:extLst>
                </p:cNvPr>
                <p:cNvPicPr/>
                <p:nvPr/>
              </p:nvPicPr>
              <p:blipFill>
                <a:blip r:embed="rId536"/>
                <a:stretch>
                  <a:fillRect/>
                </a:stretch>
              </p:blipFill>
              <p:spPr>
                <a:xfrm>
                  <a:off x="11032381" y="1446423"/>
                  <a:ext cx="18756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7">
              <p14:nvContentPartPr>
                <p14:cNvPr id="340" name="Ink 339">
                  <a:extLst>
                    <a:ext uri="{FF2B5EF4-FFF2-40B4-BE49-F238E27FC236}">
                      <a16:creationId xmlns:a16="http://schemas.microsoft.com/office/drawing/2014/main" id="{159D24DF-E101-7506-FD4F-2D0668B2335F}"/>
                    </a:ext>
                  </a:extLst>
                </p14:cNvPr>
                <p14:cNvContentPartPr/>
                <p14:nvPr/>
              </p14:nvContentPartPr>
              <p14:xfrm>
                <a:off x="11202661" y="1372623"/>
                <a:ext cx="131760" cy="204840"/>
              </p14:xfrm>
            </p:contentPart>
          </mc:Choice>
          <mc:Fallback>
            <p:pic>
              <p:nvPicPr>
                <p:cNvPr id="340" name="Ink 339">
                  <a:extLst>
                    <a:ext uri="{FF2B5EF4-FFF2-40B4-BE49-F238E27FC236}">
                      <a16:creationId xmlns:a16="http://schemas.microsoft.com/office/drawing/2014/main" id="{159D24DF-E101-7506-FD4F-2D0668B2335F}"/>
                    </a:ext>
                  </a:extLst>
                </p:cNvPr>
                <p:cNvPicPr/>
                <p:nvPr/>
              </p:nvPicPr>
              <p:blipFill>
                <a:blip r:embed="rId538"/>
                <a:stretch>
                  <a:fillRect/>
                </a:stretch>
              </p:blipFill>
              <p:spPr>
                <a:xfrm>
                  <a:off x="11185021" y="1354983"/>
                  <a:ext cx="167400" cy="240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39">
            <p14:nvContentPartPr>
              <p14:cNvPr id="341" name="Ink 340">
                <a:extLst>
                  <a:ext uri="{FF2B5EF4-FFF2-40B4-BE49-F238E27FC236}">
                    <a16:creationId xmlns:a16="http://schemas.microsoft.com/office/drawing/2014/main" id="{F3C97378-AF33-713F-6B80-2F57B485D23F}"/>
                  </a:ext>
                </a:extLst>
              </p14:cNvPr>
              <p14:cNvContentPartPr/>
              <p14:nvPr/>
            </p14:nvContentPartPr>
            <p14:xfrm>
              <a:off x="11704501" y="1408263"/>
              <a:ext cx="179280" cy="185040"/>
            </p14:xfrm>
          </p:contentPart>
        </mc:Choice>
        <mc:Fallback>
          <p:pic>
            <p:nvPicPr>
              <p:cNvPr id="341" name="Ink 340">
                <a:extLst>
                  <a:ext uri="{FF2B5EF4-FFF2-40B4-BE49-F238E27FC236}">
                    <a16:creationId xmlns:a16="http://schemas.microsoft.com/office/drawing/2014/main" id="{F3C97378-AF33-713F-6B80-2F57B485D23F}"/>
                  </a:ext>
                </a:extLst>
              </p:cNvPr>
              <p:cNvPicPr/>
              <p:nvPr/>
            </p:nvPicPr>
            <p:blipFill>
              <a:blip r:embed="rId540"/>
              <a:stretch>
                <a:fillRect/>
              </a:stretch>
            </p:blipFill>
            <p:spPr>
              <a:xfrm>
                <a:off x="11686501" y="1390263"/>
                <a:ext cx="214920" cy="220680"/>
              </a:xfrm>
              <a:prstGeom prst="rect">
                <a:avLst/>
              </a:prstGeom>
            </p:spPr>
          </p:pic>
        </mc:Fallback>
      </mc:AlternateContent>
      <p:grpSp>
        <p:nvGrpSpPr>
          <p:cNvPr id="352" name="Group 351">
            <a:extLst>
              <a:ext uri="{FF2B5EF4-FFF2-40B4-BE49-F238E27FC236}">
                <a16:creationId xmlns:a16="http://schemas.microsoft.com/office/drawing/2014/main" id="{2FBBE090-87B7-B26F-E765-E60AF38BC395}"/>
              </a:ext>
            </a:extLst>
          </p:cNvPr>
          <p:cNvGrpSpPr/>
          <p:nvPr/>
        </p:nvGrpSpPr>
        <p:grpSpPr>
          <a:xfrm>
            <a:off x="2466966" y="4674903"/>
            <a:ext cx="957960" cy="1784520"/>
            <a:chOff x="2466966" y="4674903"/>
            <a:chExt cx="957960" cy="1784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41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B4A1D379-07B8-0840-2981-BCCF2CFB923B}"/>
                    </a:ext>
                  </a:extLst>
                </p14:cNvPr>
                <p14:cNvContentPartPr/>
                <p14:nvPr/>
              </p14:nvContentPartPr>
              <p14:xfrm>
                <a:off x="2568846" y="4919703"/>
                <a:ext cx="121680" cy="16164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B4A1D379-07B8-0840-2981-BCCF2CFB923B}"/>
                    </a:ext>
                  </a:extLst>
                </p:cNvPr>
                <p:cNvPicPr/>
                <p:nvPr/>
              </p:nvPicPr>
              <p:blipFill>
                <a:blip r:embed="rId542"/>
                <a:stretch>
                  <a:fillRect/>
                </a:stretch>
              </p:blipFill>
              <p:spPr>
                <a:xfrm>
                  <a:off x="2551206" y="4901703"/>
                  <a:ext cx="15732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3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ABE562F1-FF60-B824-7686-502B5C9F5C46}"/>
                    </a:ext>
                  </a:extLst>
                </p14:cNvPr>
                <p14:cNvContentPartPr/>
                <p14:nvPr/>
              </p14:nvContentPartPr>
              <p14:xfrm>
                <a:off x="3012006" y="4851663"/>
                <a:ext cx="90720" cy="2376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ABE562F1-FF60-B824-7686-502B5C9F5C46}"/>
                    </a:ext>
                  </a:extLst>
                </p:cNvPr>
                <p:cNvPicPr/>
                <p:nvPr/>
              </p:nvPicPr>
              <p:blipFill>
                <a:blip r:embed="rId544"/>
                <a:stretch>
                  <a:fillRect/>
                </a:stretch>
              </p:blipFill>
              <p:spPr>
                <a:xfrm>
                  <a:off x="2994006" y="4834023"/>
                  <a:ext cx="12636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5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F1D36380-E994-7703-39FB-0E4FC90BF717}"/>
                    </a:ext>
                  </a:extLst>
                </p14:cNvPr>
                <p14:cNvContentPartPr/>
                <p14:nvPr/>
              </p14:nvContentPartPr>
              <p14:xfrm>
                <a:off x="2927766" y="4883703"/>
                <a:ext cx="129240" cy="16236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F1D36380-E994-7703-39FB-0E4FC90BF717}"/>
                    </a:ext>
                  </a:extLst>
                </p:cNvPr>
                <p:cNvPicPr/>
                <p:nvPr/>
              </p:nvPicPr>
              <p:blipFill>
                <a:blip r:embed="rId546"/>
                <a:stretch>
                  <a:fillRect/>
                </a:stretch>
              </p:blipFill>
              <p:spPr>
                <a:xfrm>
                  <a:off x="2909766" y="4865703"/>
                  <a:ext cx="16488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7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7E42D85A-B321-A583-C2D6-D35907DB6EE1}"/>
                    </a:ext>
                  </a:extLst>
                </p14:cNvPr>
                <p14:cNvContentPartPr/>
                <p14:nvPr/>
              </p14:nvContentPartPr>
              <p14:xfrm>
                <a:off x="2466966" y="5352783"/>
                <a:ext cx="281520" cy="12744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7E42D85A-B321-A583-C2D6-D35907DB6EE1}"/>
                    </a:ext>
                  </a:extLst>
                </p:cNvPr>
                <p:cNvPicPr/>
                <p:nvPr/>
              </p:nvPicPr>
              <p:blipFill>
                <a:blip r:embed="rId548"/>
                <a:stretch>
                  <a:fillRect/>
                </a:stretch>
              </p:blipFill>
              <p:spPr>
                <a:xfrm>
                  <a:off x="2449326" y="5334783"/>
                  <a:ext cx="31716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9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DAB0B7CA-A400-E865-5AD6-CA4879955768}"/>
                    </a:ext>
                  </a:extLst>
                </p14:cNvPr>
                <p14:cNvContentPartPr/>
                <p14:nvPr/>
              </p14:nvContentPartPr>
              <p14:xfrm>
                <a:off x="2947926" y="5268903"/>
                <a:ext cx="140040" cy="20160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DAB0B7CA-A400-E865-5AD6-CA4879955768}"/>
                    </a:ext>
                  </a:extLst>
                </p:cNvPr>
                <p:cNvPicPr/>
                <p:nvPr/>
              </p:nvPicPr>
              <p:blipFill>
                <a:blip r:embed="rId550"/>
                <a:stretch>
                  <a:fillRect/>
                </a:stretch>
              </p:blipFill>
              <p:spPr>
                <a:xfrm>
                  <a:off x="2930286" y="5250903"/>
                  <a:ext cx="17568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1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0BBB8D2A-C598-E21F-8F94-4A4BDD843B8A}"/>
                    </a:ext>
                  </a:extLst>
                </p14:cNvPr>
                <p14:cNvContentPartPr/>
                <p14:nvPr/>
              </p14:nvContentPartPr>
              <p14:xfrm>
                <a:off x="3258966" y="4674903"/>
                <a:ext cx="148680" cy="102744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0BBB8D2A-C598-E21F-8F94-4A4BDD843B8A}"/>
                    </a:ext>
                  </a:extLst>
                </p:cNvPr>
                <p:cNvPicPr/>
                <p:nvPr/>
              </p:nvPicPr>
              <p:blipFill>
                <a:blip r:embed="rId552"/>
                <a:stretch>
                  <a:fillRect/>
                </a:stretch>
              </p:blipFill>
              <p:spPr>
                <a:xfrm>
                  <a:off x="3241326" y="4656903"/>
                  <a:ext cx="184320" cy="10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3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501A89BA-9687-3FC4-F1B3-61EA93B13A32}"/>
                    </a:ext>
                  </a:extLst>
                </p14:cNvPr>
                <p14:cNvContentPartPr/>
                <p14:nvPr/>
              </p14:nvContentPartPr>
              <p14:xfrm>
                <a:off x="3304326" y="4807383"/>
                <a:ext cx="120600" cy="98064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501A89BA-9687-3FC4-F1B3-61EA93B13A32}"/>
                    </a:ext>
                  </a:extLst>
                </p:cNvPr>
                <p:cNvPicPr/>
                <p:nvPr/>
              </p:nvPicPr>
              <p:blipFill>
                <a:blip r:embed="rId554"/>
                <a:stretch>
                  <a:fillRect/>
                </a:stretch>
              </p:blipFill>
              <p:spPr>
                <a:xfrm>
                  <a:off x="3286326" y="4789743"/>
                  <a:ext cx="156240" cy="10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5">
              <p14:nvContentPartPr>
                <p14:cNvPr id="343" name="Ink 342">
                  <a:extLst>
                    <a:ext uri="{FF2B5EF4-FFF2-40B4-BE49-F238E27FC236}">
                      <a16:creationId xmlns:a16="http://schemas.microsoft.com/office/drawing/2014/main" id="{39E09912-E7EB-2B81-CC46-007E1E348B2A}"/>
                    </a:ext>
                  </a:extLst>
                </p14:cNvPr>
                <p14:cNvContentPartPr/>
                <p14:nvPr/>
              </p14:nvContentPartPr>
              <p14:xfrm>
                <a:off x="2502901" y="5926263"/>
                <a:ext cx="236160" cy="176760"/>
              </p14:xfrm>
            </p:contentPart>
          </mc:Choice>
          <mc:Fallback>
            <p:pic>
              <p:nvPicPr>
                <p:cNvPr id="343" name="Ink 342">
                  <a:extLst>
                    <a:ext uri="{FF2B5EF4-FFF2-40B4-BE49-F238E27FC236}">
                      <a16:creationId xmlns:a16="http://schemas.microsoft.com/office/drawing/2014/main" id="{39E09912-E7EB-2B81-CC46-007E1E348B2A}"/>
                    </a:ext>
                  </a:extLst>
                </p:cNvPr>
                <p:cNvPicPr/>
                <p:nvPr/>
              </p:nvPicPr>
              <p:blipFill>
                <a:blip r:embed="rId556"/>
                <a:stretch>
                  <a:fillRect/>
                </a:stretch>
              </p:blipFill>
              <p:spPr>
                <a:xfrm>
                  <a:off x="2484901" y="5908623"/>
                  <a:ext cx="27180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7">
              <p14:nvContentPartPr>
                <p14:cNvPr id="344" name="Ink 343">
                  <a:extLst>
                    <a:ext uri="{FF2B5EF4-FFF2-40B4-BE49-F238E27FC236}">
                      <a16:creationId xmlns:a16="http://schemas.microsoft.com/office/drawing/2014/main" id="{6009E7E7-A9B5-F648-9A12-E4BB4775A042}"/>
                    </a:ext>
                  </a:extLst>
                </p14:cNvPr>
                <p14:cNvContentPartPr/>
                <p14:nvPr/>
              </p14:nvContentPartPr>
              <p14:xfrm>
                <a:off x="2902861" y="5890623"/>
                <a:ext cx="165240" cy="201240"/>
              </p14:xfrm>
            </p:contentPart>
          </mc:Choice>
          <mc:Fallback>
            <p:pic>
              <p:nvPicPr>
                <p:cNvPr id="344" name="Ink 343">
                  <a:extLst>
                    <a:ext uri="{FF2B5EF4-FFF2-40B4-BE49-F238E27FC236}">
                      <a16:creationId xmlns:a16="http://schemas.microsoft.com/office/drawing/2014/main" id="{6009E7E7-A9B5-F648-9A12-E4BB4775A042}"/>
                    </a:ext>
                  </a:extLst>
                </p:cNvPr>
                <p:cNvPicPr/>
                <p:nvPr/>
              </p:nvPicPr>
              <p:blipFill>
                <a:blip r:embed="rId558"/>
                <a:stretch>
                  <a:fillRect/>
                </a:stretch>
              </p:blipFill>
              <p:spPr>
                <a:xfrm>
                  <a:off x="2884861" y="5872983"/>
                  <a:ext cx="20088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9">
              <p14:nvContentPartPr>
                <p14:cNvPr id="345" name="Ink 344">
                  <a:extLst>
                    <a:ext uri="{FF2B5EF4-FFF2-40B4-BE49-F238E27FC236}">
                      <a16:creationId xmlns:a16="http://schemas.microsoft.com/office/drawing/2014/main" id="{5E2809A2-B953-AE9E-87C0-CE7720972983}"/>
                    </a:ext>
                  </a:extLst>
                </p14:cNvPr>
                <p14:cNvContentPartPr/>
                <p14:nvPr/>
              </p14:nvContentPartPr>
              <p14:xfrm>
                <a:off x="2570221" y="6270423"/>
                <a:ext cx="140040" cy="46080"/>
              </p14:xfrm>
            </p:contentPart>
          </mc:Choice>
          <mc:Fallback>
            <p:pic>
              <p:nvPicPr>
                <p:cNvPr id="345" name="Ink 344">
                  <a:extLst>
                    <a:ext uri="{FF2B5EF4-FFF2-40B4-BE49-F238E27FC236}">
                      <a16:creationId xmlns:a16="http://schemas.microsoft.com/office/drawing/2014/main" id="{5E2809A2-B953-AE9E-87C0-CE7720972983}"/>
                    </a:ext>
                  </a:extLst>
                </p:cNvPr>
                <p:cNvPicPr/>
                <p:nvPr/>
              </p:nvPicPr>
              <p:blipFill>
                <a:blip r:embed="rId560"/>
                <a:stretch>
                  <a:fillRect/>
                </a:stretch>
              </p:blipFill>
              <p:spPr>
                <a:xfrm>
                  <a:off x="2552221" y="6252783"/>
                  <a:ext cx="17568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1">
              <p14:nvContentPartPr>
                <p14:cNvPr id="346" name="Ink 345">
                  <a:extLst>
                    <a:ext uri="{FF2B5EF4-FFF2-40B4-BE49-F238E27FC236}">
                      <a16:creationId xmlns:a16="http://schemas.microsoft.com/office/drawing/2014/main" id="{D3CA29EE-3C2A-4537-1297-CAE718383703}"/>
                    </a:ext>
                  </a:extLst>
                </p14:cNvPr>
                <p14:cNvContentPartPr/>
                <p14:nvPr/>
              </p14:nvContentPartPr>
              <p14:xfrm>
                <a:off x="2563741" y="6312543"/>
                <a:ext cx="134640" cy="146880"/>
              </p14:xfrm>
            </p:contentPart>
          </mc:Choice>
          <mc:Fallback>
            <p:pic>
              <p:nvPicPr>
                <p:cNvPr id="346" name="Ink 345">
                  <a:extLst>
                    <a:ext uri="{FF2B5EF4-FFF2-40B4-BE49-F238E27FC236}">
                      <a16:creationId xmlns:a16="http://schemas.microsoft.com/office/drawing/2014/main" id="{D3CA29EE-3C2A-4537-1297-CAE718383703}"/>
                    </a:ext>
                  </a:extLst>
                </p:cNvPr>
                <p:cNvPicPr/>
                <p:nvPr/>
              </p:nvPicPr>
              <p:blipFill>
                <a:blip r:embed="rId562"/>
                <a:stretch>
                  <a:fillRect/>
                </a:stretch>
              </p:blipFill>
              <p:spPr>
                <a:xfrm>
                  <a:off x="2545741" y="6294543"/>
                  <a:ext cx="17028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3">
              <p14:nvContentPartPr>
                <p14:cNvPr id="347" name="Ink 346">
                  <a:extLst>
                    <a:ext uri="{FF2B5EF4-FFF2-40B4-BE49-F238E27FC236}">
                      <a16:creationId xmlns:a16="http://schemas.microsoft.com/office/drawing/2014/main" id="{0D7FC038-DE53-7210-873E-06B186698C64}"/>
                    </a:ext>
                  </a:extLst>
                </p14:cNvPr>
                <p14:cNvContentPartPr/>
                <p14:nvPr/>
              </p14:nvContentPartPr>
              <p14:xfrm>
                <a:off x="2998261" y="6258903"/>
                <a:ext cx="129960" cy="162720"/>
              </p14:xfrm>
            </p:contentPart>
          </mc:Choice>
          <mc:Fallback>
            <p:pic>
              <p:nvPicPr>
                <p:cNvPr id="347" name="Ink 346">
                  <a:extLst>
                    <a:ext uri="{FF2B5EF4-FFF2-40B4-BE49-F238E27FC236}">
                      <a16:creationId xmlns:a16="http://schemas.microsoft.com/office/drawing/2014/main" id="{0D7FC038-DE53-7210-873E-06B186698C64}"/>
                    </a:ext>
                  </a:extLst>
                </p:cNvPr>
                <p:cNvPicPr/>
                <p:nvPr/>
              </p:nvPicPr>
              <p:blipFill>
                <a:blip r:embed="rId564"/>
                <a:stretch>
                  <a:fillRect/>
                </a:stretch>
              </p:blipFill>
              <p:spPr>
                <a:xfrm>
                  <a:off x="2980621" y="6240903"/>
                  <a:ext cx="16560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5">
              <p14:nvContentPartPr>
                <p14:cNvPr id="348" name="Ink 347">
                  <a:extLst>
                    <a:ext uri="{FF2B5EF4-FFF2-40B4-BE49-F238E27FC236}">
                      <a16:creationId xmlns:a16="http://schemas.microsoft.com/office/drawing/2014/main" id="{A1EC754F-5B46-AA5F-AFF4-2F81DE7B81B8}"/>
                    </a:ext>
                  </a:extLst>
                </p14:cNvPr>
                <p14:cNvContentPartPr/>
                <p14:nvPr/>
              </p14:nvContentPartPr>
              <p14:xfrm>
                <a:off x="3214621" y="5804223"/>
                <a:ext cx="138600" cy="605880"/>
              </p14:xfrm>
            </p:contentPart>
          </mc:Choice>
          <mc:Fallback>
            <p:pic>
              <p:nvPicPr>
                <p:cNvPr id="348" name="Ink 347">
                  <a:extLst>
                    <a:ext uri="{FF2B5EF4-FFF2-40B4-BE49-F238E27FC236}">
                      <a16:creationId xmlns:a16="http://schemas.microsoft.com/office/drawing/2014/main" id="{A1EC754F-5B46-AA5F-AFF4-2F81DE7B81B8}"/>
                    </a:ext>
                  </a:extLst>
                </p:cNvPr>
                <p:cNvPicPr/>
                <p:nvPr/>
              </p:nvPicPr>
              <p:blipFill>
                <a:blip r:embed="rId566"/>
                <a:stretch>
                  <a:fillRect/>
                </a:stretch>
              </p:blipFill>
              <p:spPr>
                <a:xfrm>
                  <a:off x="3196981" y="5786223"/>
                  <a:ext cx="174240" cy="641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1" name="Group 350">
            <a:extLst>
              <a:ext uri="{FF2B5EF4-FFF2-40B4-BE49-F238E27FC236}">
                <a16:creationId xmlns:a16="http://schemas.microsoft.com/office/drawing/2014/main" id="{669A7E5E-0528-57EB-0DD9-CDAF836CC40B}"/>
              </a:ext>
            </a:extLst>
          </p:cNvPr>
          <p:cNvGrpSpPr/>
          <p:nvPr/>
        </p:nvGrpSpPr>
        <p:grpSpPr>
          <a:xfrm>
            <a:off x="3620341" y="6003663"/>
            <a:ext cx="137520" cy="113400"/>
            <a:chOff x="3620341" y="6003663"/>
            <a:chExt cx="137520" cy="113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67">
              <p14:nvContentPartPr>
                <p14:cNvPr id="349" name="Ink 348">
                  <a:extLst>
                    <a:ext uri="{FF2B5EF4-FFF2-40B4-BE49-F238E27FC236}">
                      <a16:creationId xmlns:a16="http://schemas.microsoft.com/office/drawing/2014/main" id="{5FD37A78-8FD3-830B-A8B0-131EAB4D0A2D}"/>
                    </a:ext>
                  </a:extLst>
                </p14:cNvPr>
                <p14:cNvContentPartPr/>
                <p14:nvPr/>
              </p14:nvContentPartPr>
              <p14:xfrm>
                <a:off x="3620341" y="6003663"/>
                <a:ext cx="108360" cy="70560"/>
              </p14:xfrm>
            </p:contentPart>
          </mc:Choice>
          <mc:Fallback>
            <p:pic>
              <p:nvPicPr>
                <p:cNvPr id="349" name="Ink 348">
                  <a:extLst>
                    <a:ext uri="{FF2B5EF4-FFF2-40B4-BE49-F238E27FC236}">
                      <a16:creationId xmlns:a16="http://schemas.microsoft.com/office/drawing/2014/main" id="{5FD37A78-8FD3-830B-A8B0-131EAB4D0A2D}"/>
                    </a:ext>
                  </a:extLst>
                </p:cNvPr>
                <p:cNvPicPr/>
                <p:nvPr/>
              </p:nvPicPr>
              <p:blipFill>
                <a:blip r:embed="rId568"/>
                <a:stretch>
                  <a:fillRect/>
                </a:stretch>
              </p:blipFill>
              <p:spPr>
                <a:xfrm>
                  <a:off x="3602341" y="5985663"/>
                  <a:ext cx="14400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9">
              <p14:nvContentPartPr>
                <p14:cNvPr id="350" name="Ink 349">
                  <a:extLst>
                    <a:ext uri="{FF2B5EF4-FFF2-40B4-BE49-F238E27FC236}">
                      <a16:creationId xmlns:a16="http://schemas.microsoft.com/office/drawing/2014/main" id="{A90DDCA6-F8EE-D310-0A81-4934BA1736EF}"/>
                    </a:ext>
                  </a:extLst>
                </p14:cNvPr>
                <p14:cNvContentPartPr/>
                <p14:nvPr/>
              </p14:nvContentPartPr>
              <p14:xfrm>
                <a:off x="3631861" y="6084303"/>
                <a:ext cx="126000" cy="32760"/>
              </p14:xfrm>
            </p:contentPart>
          </mc:Choice>
          <mc:Fallback>
            <p:pic>
              <p:nvPicPr>
                <p:cNvPr id="350" name="Ink 349">
                  <a:extLst>
                    <a:ext uri="{FF2B5EF4-FFF2-40B4-BE49-F238E27FC236}">
                      <a16:creationId xmlns:a16="http://schemas.microsoft.com/office/drawing/2014/main" id="{A90DDCA6-F8EE-D310-0A81-4934BA1736EF}"/>
                    </a:ext>
                  </a:extLst>
                </p:cNvPr>
                <p:cNvPicPr/>
                <p:nvPr/>
              </p:nvPicPr>
              <p:blipFill>
                <a:blip r:embed="rId570"/>
                <a:stretch>
                  <a:fillRect/>
                </a:stretch>
              </p:blipFill>
              <p:spPr>
                <a:xfrm>
                  <a:off x="3614221" y="6066303"/>
                  <a:ext cx="161640" cy="68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4" name="Group 363">
            <a:extLst>
              <a:ext uri="{FF2B5EF4-FFF2-40B4-BE49-F238E27FC236}">
                <a16:creationId xmlns:a16="http://schemas.microsoft.com/office/drawing/2014/main" id="{2864AF18-5373-5621-FDBD-59346EEE71D1}"/>
              </a:ext>
            </a:extLst>
          </p:cNvPr>
          <p:cNvGrpSpPr/>
          <p:nvPr/>
        </p:nvGrpSpPr>
        <p:grpSpPr>
          <a:xfrm>
            <a:off x="4048741" y="5795583"/>
            <a:ext cx="1833120" cy="403200"/>
            <a:chOff x="4048741" y="5795583"/>
            <a:chExt cx="1833120" cy="403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71">
              <p14:nvContentPartPr>
                <p14:cNvPr id="353" name="Ink 352">
                  <a:extLst>
                    <a:ext uri="{FF2B5EF4-FFF2-40B4-BE49-F238E27FC236}">
                      <a16:creationId xmlns:a16="http://schemas.microsoft.com/office/drawing/2014/main" id="{42F60AC1-B60B-6B8D-0A5F-0597F965838E}"/>
                    </a:ext>
                  </a:extLst>
                </p14:cNvPr>
                <p14:cNvContentPartPr/>
                <p14:nvPr/>
              </p14:nvContentPartPr>
              <p14:xfrm>
                <a:off x="4048741" y="5962623"/>
                <a:ext cx="180720" cy="236160"/>
              </p14:xfrm>
            </p:contentPart>
          </mc:Choice>
          <mc:Fallback>
            <p:pic>
              <p:nvPicPr>
                <p:cNvPr id="353" name="Ink 352">
                  <a:extLst>
                    <a:ext uri="{FF2B5EF4-FFF2-40B4-BE49-F238E27FC236}">
                      <a16:creationId xmlns:a16="http://schemas.microsoft.com/office/drawing/2014/main" id="{42F60AC1-B60B-6B8D-0A5F-0597F965838E}"/>
                    </a:ext>
                  </a:extLst>
                </p:cNvPr>
                <p:cNvPicPr/>
                <p:nvPr/>
              </p:nvPicPr>
              <p:blipFill>
                <a:blip r:embed="rId572"/>
                <a:stretch>
                  <a:fillRect/>
                </a:stretch>
              </p:blipFill>
              <p:spPr>
                <a:xfrm>
                  <a:off x="4030741" y="5944623"/>
                  <a:ext cx="216360" cy="27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3">
              <p14:nvContentPartPr>
                <p14:cNvPr id="354" name="Ink 353">
                  <a:extLst>
                    <a:ext uri="{FF2B5EF4-FFF2-40B4-BE49-F238E27FC236}">
                      <a16:creationId xmlns:a16="http://schemas.microsoft.com/office/drawing/2014/main" id="{773F6081-308E-44E3-3642-9DBF96FEA886}"/>
                    </a:ext>
                  </a:extLst>
                </p14:cNvPr>
                <p14:cNvContentPartPr/>
                <p14:nvPr/>
              </p14:nvContentPartPr>
              <p14:xfrm>
                <a:off x="4363741" y="6037863"/>
                <a:ext cx="115200" cy="24480"/>
              </p14:xfrm>
            </p:contentPart>
          </mc:Choice>
          <mc:Fallback>
            <p:pic>
              <p:nvPicPr>
                <p:cNvPr id="354" name="Ink 353">
                  <a:extLst>
                    <a:ext uri="{FF2B5EF4-FFF2-40B4-BE49-F238E27FC236}">
                      <a16:creationId xmlns:a16="http://schemas.microsoft.com/office/drawing/2014/main" id="{773F6081-308E-44E3-3642-9DBF96FEA886}"/>
                    </a:ext>
                  </a:extLst>
                </p:cNvPr>
                <p:cNvPicPr/>
                <p:nvPr/>
              </p:nvPicPr>
              <p:blipFill>
                <a:blip r:embed="rId574"/>
                <a:stretch>
                  <a:fillRect/>
                </a:stretch>
              </p:blipFill>
              <p:spPr>
                <a:xfrm>
                  <a:off x="4345741" y="6019863"/>
                  <a:ext cx="15084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5">
              <p14:nvContentPartPr>
                <p14:cNvPr id="355" name="Ink 354">
                  <a:extLst>
                    <a:ext uri="{FF2B5EF4-FFF2-40B4-BE49-F238E27FC236}">
                      <a16:creationId xmlns:a16="http://schemas.microsoft.com/office/drawing/2014/main" id="{22213DBB-8585-56D1-6799-52A04300F457}"/>
                    </a:ext>
                  </a:extLst>
                </p14:cNvPr>
                <p14:cNvContentPartPr/>
                <p14:nvPr/>
              </p14:nvContentPartPr>
              <p14:xfrm>
                <a:off x="4542661" y="5925903"/>
                <a:ext cx="6120" cy="213120"/>
              </p14:xfrm>
            </p:contentPart>
          </mc:Choice>
          <mc:Fallback>
            <p:pic>
              <p:nvPicPr>
                <p:cNvPr id="355" name="Ink 354">
                  <a:extLst>
                    <a:ext uri="{FF2B5EF4-FFF2-40B4-BE49-F238E27FC236}">
                      <a16:creationId xmlns:a16="http://schemas.microsoft.com/office/drawing/2014/main" id="{22213DBB-8585-56D1-6799-52A04300F457}"/>
                    </a:ext>
                  </a:extLst>
                </p:cNvPr>
                <p:cNvPicPr/>
                <p:nvPr/>
              </p:nvPicPr>
              <p:blipFill>
                <a:blip r:embed="rId576"/>
                <a:stretch>
                  <a:fillRect/>
                </a:stretch>
              </p:blipFill>
              <p:spPr>
                <a:xfrm>
                  <a:off x="4524661" y="5907903"/>
                  <a:ext cx="41760" cy="2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7">
              <p14:nvContentPartPr>
                <p14:cNvPr id="356" name="Ink 355">
                  <a:extLst>
                    <a:ext uri="{FF2B5EF4-FFF2-40B4-BE49-F238E27FC236}">
                      <a16:creationId xmlns:a16="http://schemas.microsoft.com/office/drawing/2014/main" id="{CA5B9CFE-6BF9-9A42-8652-DCE2A7AD7A0E}"/>
                    </a:ext>
                  </a:extLst>
                </p14:cNvPr>
                <p14:cNvContentPartPr/>
                <p14:nvPr/>
              </p14:nvContentPartPr>
              <p14:xfrm>
                <a:off x="4657501" y="5939583"/>
                <a:ext cx="92160" cy="176040"/>
              </p14:xfrm>
            </p:contentPart>
          </mc:Choice>
          <mc:Fallback>
            <p:pic>
              <p:nvPicPr>
                <p:cNvPr id="356" name="Ink 355">
                  <a:extLst>
                    <a:ext uri="{FF2B5EF4-FFF2-40B4-BE49-F238E27FC236}">
                      <a16:creationId xmlns:a16="http://schemas.microsoft.com/office/drawing/2014/main" id="{CA5B9CFE-6BF9-9A42-8652-DCE2A7AD7A0E}"/>
                    </a:ext>
                  </a:extLst>
                </p:cNvPr>
                <p:cNvPicPr/>
                <p:nvPr/>
              </p:nvPicPr>
              <p:blipFill>
                <a:blip r:embed="rId578"/>
                <a:stretch>
                  <a:fillRect/>
                </a:stretch>
              </p:blipFill>
              <p:spPr>
                <a:xfrm>
                  <a:off x="4639501" y="5921583"/>
                  <a:ext cx="12780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9">
              <p14:nvContentPartPr>
                <p14:cNvPr id="357" name="Ink 356">
                  <a:extLst>
                    <a:ext uri="{FF2B5EF4-FFF2-40B4-BE49-F238E27FC236}">
                      <a16:creationId xmlns:a16="http://schemas.microsoft.com/office/drawing/2014/main" id="{22571998-9A40-61CC-9CFF-E0ED9D7B8DDD}"/>
                    </a:ext>
                  </a:extLst>
                </p14:cNvPr>
                <p14:cNvContentPartPr/>
                <p14:nvPr/>
              </p14:nvContentPartPr>
              <p14:xfrm>
                <a:off x="4748941" y="5894943"/>
                <a:ext cx="165600" cy="55800"/>
              </p14:xfrm>
            </p:contentPart>
          </mc:Choice>
          <mc:Fallback>
            <p:pic>
              <p:nvPicPr>
                <p:cNvPr id="357" name="Ink 356">
                  <a:extLst>
                    <a:ext uri="{FF2B5EF4-FFF2-40B4-BE49-F238E27FC236}">
                      <a16:creationId xmlns:a16="http://schemas.microsoft.com/office/drawing/2014/main" id="{22571998-9A40-61CC-9CFF-E0ED9D7B8DDD}"/>
                    </a:ext>
                  </a:extLst>
                </p:cNvPr>
                <p:cNvPicPr/>
                <p:nvPr/>
              </p:nvPicPr>
              <p:blipFill>
                <a:blip r:embed="rId580"/>
                <a:stretch>
                  <a:fillRect/>
                </a:stretch>
              </p:blipFill>
              <p:spPr>
                <a:xfrm>
                  <a:off x="4730941" y="5877303"/>
                  <a:ext cx="20124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1">
              <p14:nvContentPartPr>
                <p14:cNvPr id="358" name="Ink 357">
                  <a:extLst>
                    <a:ext uri="{FF2B5EF4-FFF2-40B4-BE49-F238E27FC236}">
                      <a16:creationId xmlns:a16="http://schemas.microsoft.com/office/drawing/2014/main" id="{93AC5D0B-7C31-0703-95CB-167A9F145A95}"/>
                    </a:ext>
                  </a:extLst>
                </p14:cNvPr>
                <p14:cNvContentPartPr/>
                <p14:nvPr/>
              </p14:nvContentPartPr>
              <p14:xfrm>
                <a:off x="5020741" y="5976663"/>
                <a:ext cx="72000" cy="25560"/>
              </p14:xfrm>
            </p:contentPart>
          </mc:Choice>
          <mc:Fallback>
            <p:pic>
              <p:nvPicPr>
                <p:cNvPr id="358" name="Ink 357">
                  <a:extLst>
                    <a:ext uri="{FF2B5EF4-FFF2-40B4-BE49-F238E27FC236}">
                      <a16:creationId xmlns:a16="http://schemas.microsoft.com/office/drawing/2014/main" id="{93AC5D0B-7C31-0703-95CB-167A9F145A95}"/>
                    </a:ext>
                  </a:extLst>
                </p:cNvPr>
                <p:cNvPicPr/>
                <p:nvPr/>
              </p:nvPicPr>
              <p:blipFill>
                <a:blip r:embed="rId582"/>
                <a:stretch>
                  <a:fillRect/>
                </a:stretch>
              </p:blipFill>
              <p:spPr>
                <a:xfrm>
                  <a:off x="5002741" y="5959023"/>
                  <a:ext cx="10764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3">
              <p14:nvContentPartPr>
                <p14:cNvPr id="359" name="Ink 358">
                  <a:extLst>
                    <a:ext uri="{FF2B5EF4-FFF2-40B4-BE49-F238E27FC236}">
                      <a16:creationId xmlns:a16="http://schemas.microsoft.com/office/drawing/2014/main" id="{88B3E99A-E9CF-8070-AEE6-8C2F32984E15}"/>
                    </a:ext>
                  </a:extLst>
                </p14:cNvPr>
                <p14:cNvContentPartPr/>
                <p14:nvPr/>
              </p14:nvContentPartPr>
              <p14:xfrm>
                <a:off x="4984021" y="6110943"/>
                <a:ext cx="104040" cy="30960"/>
              </p14:xfrm>
            </p:contentPart>
          </mc:Choice>
          <mc:Fallback>
            <p:pic>
              <p:nvPicPr>
                <p:cNvPr id="359" name="Ink 358">
                  <a:extLst>
                    <a:ext uri="{FF2B5EF4-FFF2-40B4-BE49-F238E27FC236}">
                      <a16:creationId xmlns:a16="http://schemas.microsoft.com/office/drawing/2014/main" id="{88B3E99A-E9CF-8070-AEE6-8C2F32984E15}"/>
                    </a:ext>
                  </a:extLst>
                </p:cNvPr>
                <p:cNvPicPr/>
                <p:nvPr/>
              </p:nvPicPr>
              <p:blipFill>
                <a:blip r:embed="rId584"/>
                <a:stretch>
                  <a:fillRect/>
                </a:stretch>
              </p:blipFill>
              <p:spPr>
                <a:xfrm>
                  <a:off x="4966021" y="6093303"/>
                  <a:ext cx="13968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5">
              <p14:nvContentPartPr>
                <p14:cNvPr id="360" name="Ink 359">
                  <a:extLst>
                    <a:ext uri="{FF2B5EF4-FFF2-40B4-BE49-F238E27FC236}">
                      <a16:creationId xmlns:a16="http://schemas.microsoft.com/office/drawing/2014/main" id="{86D78F34-5D9B-8F58-5612-F42224CC7191}"/>
                    </a:ext>
                  </a:extLst>
                </p14:cNvPr>
                <p14:cNvContentPartPr/>
                <p14:nvPr/>
              </p14:nvContentPartPr>
              <p14:xfrm>
                <a:off x="5218741" y="5988903"/>
                <a:ext cx="94320" cy="25920"/>
              </p14:xfrm>
            </p:contentPart>
          </mc:Choice>
          <mc:Fallback>
            <p:pic>
              <p:nvPicPr>
                <p:cNvPr id="360" name="Ink 359">
                  <a:extLst>
                    <a:ext uri="{FF2B5EF4-FFF2-40B4-BE49-F238E27FC236}">
                      <a16:creationId xmlns:a16="http://schemas.microsoft.com/office/drawing/2014/main" id="{86D78F34-5D9B-8F58-5612-F42224CC7191}"/>
                    </a:ext>
                  </a:extLst>
                </p:cNvPr>
                <p:cNvPicPr/>
                <p:nvPr/>
              </p:nvPicPr>
              <p:blipFill>
                <a:blip r:embed="rId586"/>
                <a:stretch>
                  <a:fillRect/>
                </a:stretch>
              </p:blipFill>
              <p:spPr>
                <a:xfrm>
                  <a:off x="5200741" y="5971263"/>
                  <a:ext cx="12996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7">
              <p14:nvContentPartPr>
                <p14:cNvPr id="361" name="Ink 360">
                  <a:extLst>
                    <a:ext uri="{FF2B5EF4-FFF2-40B4-BE49-F238E27FC236}">
                      <a16:creationId xmlns:a16="http://schemas.microsoft.com/office/drawing/2014/main" id="{F1E5D692-99C1-0AE1-0F25-5DF57FA17DED}"/>
                    </a:ext>
                  </a:extLst>
                </p14:cNvPr>
                <p14:cNvContentPartPr/>
                <p14:nvPr/>
              </p14:nvContentPartPr>
              <p14:xfrm>
                <a:off x="5409181" y="5865063"/>
                <a:ext cx="12240" cy="245520"/>
              </p14:xfrm>
            </p:contentPart>
          </mc:Choice>
          <mc:Fallback>
            <p:pic>
              <p:nvPicPr>
                <p:cNvPr id="361" name="Ink 360">
                  <a:extLst>
                    <a:ext uri="{FF2B5EF4-FFF2-40B4-BE49-F238E27FC236}">
                      <a16:creationId xmlns:a16="http://schemas.microsoft.com/office/drawing/2014/main" id="{F1E5D692-99C1-0AE1-0F25-5DF57FA17DED}"/>
                    </a:ext>
                  </a:extLst>
                </p:cNvPr>
                <p:cNvPicPr/>
                <p:nvPr/>
              </p:nvPicPr>
              <p:blipFill>
                <a:blip r:embed="rId588"/>
                <a:stretch>
                  <a:fillRect/>
                </a:stretch>
              </p:blipFill>
              <p:spPr>
                <a:xfrm>
                  <a:off x="5391181" y="5847423"/>
                  <a:ext cx="47880" cy="28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9">
              <p14:nvContentPartPr>
                <p14:cNvPr id="362" name="Ink 361">
                  <a:extLst>
                    <a:ext uri="{FF2B5EF4-FFF2-40B4-BE49-F238E27FC236}">
                      <a16:creationId xmlns:a16="http://schemas.microsoft.com/office/drawing/2014/main" id="{17CE3139-08E4-3CE8-26BF-957934F2F66E}"/>
                    </a:ext>
                  </a:extLst>
                </p14:cNvPr>
                <p14:cNvContentPartPr/>
                <p14:nvPr/>
              </p14:nvContentPartPr>
              <p14:xfrm>
                <a:off x="5547421" y="5870463"/>
                <a:ext cx="110520" cy="192960"/>
              </p14:xfrm>
            </p:contentPart>
          </mc:Choice>
          <mc:Fallback>
            <p:pic>
              <p:nvPicPr>
                <p:cNvPr id="362" name="Ink 361">
                  <a:extLst>
                    <a:ext uri="{FF2B5EF4-FFF2-40B4-BE49-F238E27FC236}">
                      <a16:creationId xmlns:a16="http://schemas.microsoft.com/office/drawing/2014/main" id="{17CE3139-08E4-3CE8-26BF-957934F2F66E}"/>
                    </a:ext>
                  </a:extLst>
                </p:cNvPr>
                <p:cNvPicPr/>
                <p:nvPr/>
              </p:nvPicPr>
              <p:blipFill>
                <a:blip r:embed="rId590"/>
                <a:stretch>
                  <a:fillRect/>
                </a:stretch>
              </p:blipFill>
              <p:spPr>
                <a:xfrm>
                  <a:off x="5529421" y="5852463"/>
                  <a:ext cx="14616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1">
              <p14:nvContentPartPr>
                <p14:cNvPr id="363" name="Ink 362">
                  <a:extLst>
                    <a:ext uri="{FF2B5EF4-FFF2-40B4-BE49-F238E27FC236}">
                      <a16:creationId xmlns:a16="http://schemas.microsoft.com/office/drawing/2014/main" id="{EC154C2C-5447-C3B1-F462-6CBFDD5F94DA}"/>
                    </a:ext>
                  </a:extLst>
                </p14:cNvPr>
                <p14:cNvContentPartPr/>
                <p14:nvPr/>
              </p14:nvContentPartPr>
              <p14:xfrm>
                <a:off x="5656861" y="5795583"/>
                <a:ext cx="225000" cy="39240"/>
              </p14:xfrm>
            </p:contentPart>
          </mc:Choice>
          <mc:Fallback>
            <p:pic>
              <p:nvPicPr>
                <p:cNvPr id="363" name="Ink 362">
                  <a:extLst>
                    <a:ext uri="{FF2B5EF4-FFF2-40B4-BE49-F238E27FC236}">
                      <a16:creationId xmlns:a16="http://schemas.microsoft.com/office/drawing/2014/main" id="{EC154C2C-5447-C3B1-F462-6CBFDD5F94DA}"/>
                    </a:ext>
                  </a:extLst>
                </p:cNvPr>
                <p:cNvPicPr/>
                <p:nvPr/>
              </p:nvPicPr>
              <p:blipFill>
                <a:blip r:embed="rId592"/>
                <a:stretch>
                  <a:fillRect/>
                </a:stretch>
              </p:blipFill>
              <p:spPr>
                <a:xfrm>
                  <a:off x="5639221" y="5777583"/>
                  <a:ext cx="260640" cy="74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93">
            <p14:nvContentPartPr>
              <p14:cNvPr id="365" name="Ink 364">
                <a:extLst>
                  <a:ext uri="{FF2B5EF4-FFF2-40B4-BE49-F238E27FC236}">
                    <a16:creationId xmlns:a16="http://schemas.microsoft.com/office/drawing/2014/main" id="{78760DB0-1C20-144E-C909-478DFF069446}"/>
                  </a:ext>
                </a:extLst>
              </p14:cNvPr>
              <p14:cNvContentPartPr/>
              <p14:nvPr/>
            </p14:nvContentPartPr>
            <p14:xfrm>
              <a:off x="6229981" y="6130383"/>
              <a:ext cx="88920" cy="181080"/>
            </p14:xfrm>
          </p:contentPart>
        </mc:Choice>
        <mc:Fallback>
          <p:pic>
            <p:nvPicPr>
              <p:cNvPr id="365" name="Ink 364">
                <a:extLst>
                  <a:ext uri="{FF2B5EF4-FFF2-40B4-BE49-F238E27FC236}">
                    <a16:creationId xmlns:a16="http://schemas.microsoft.com/office/drawing/2014/main" id="{78760DB0-1C20-144E-C909-478DFF069446}"/>
                  </a:ext>
                </a:extLst>
              </p:cNvPr>
              <p:cNvPicPr/>
              <p:nvPr/>
            </p:nvPicPr>
            <p:blipFill>
              <a:blip r:embed="rId594"/>
              <a:stretch>
                <a:fillRect/>
              </a:stretch>
            </p:blipFill>
            <p:spPr>
              <a:xfrm>
                <a:off x="6212341" y="6112383"/>
                <a:ext cx="124560" cy="216720"/>
              </a:xfrm>
              <a:prstGeom prst="rect">
                <a:avLst/>
              </a:prstGeom>
            </p:spPr>
          </p:pic>
        </mc:Fallback>
      </mc:AlternateContent>
      <p:grpSp>
        <p:nvGrpSpPr>
          <p:cNvPr id="371" name="Group 370">
            <a:extLst>
              <a:ext uri="{FF2B5EF4-FFF2-40B4-BE49-F238E27FC236}">
                <a16:creationId xmlns:a16="http://schemas.microsoft.com/office/drawing/2014/main" id="{1A5D1ECB-1D17-5976-1E31-CAAE1B260407}"/>
              </a:ext>
            </a:extLst>
          </p:cNvPr>
          <p:cNvGrpSpPr/>
          <p:nvPr/>
        </p:nvGrpSpPr>
        <p:grpSpPr>
          <a:xfrm>
            <a:off x="6742621" y="5888103"/>
            <a:ext cx="694800" cy="417240"/>
            <a:chOff x="6742621" y="5888103"/>
            <a:chExt cx="694800" cy="417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95">
              <p14:nvContentPartPr>
                <p14:cNvPr id="366" name="Ink 365">
                  <a:extLst>
                    <a:ext uri="{FF2B5EF4-FFF2-40B4-BE49-F238E27FC236}">
                      <a16:creationId xmlns:a16="http://schemas.microsoft.com/office/drawing/2014/main" id="{762817D5-E9C2-C6BD-E39C-95216ED34BE0}"/>
                    </a:ext>
                  </a:extLst>
                </p14:cNvPr>
                <p14:cNvContentPartPr/>
                <p14:nvPr/>
              </p14:nvContentPartPr>
              <p14:xfrm>
                <a:off x="6742621" y="5888103"/>
                <a:ext cx="189360" cy="299880"/>
              </p14:xfrm>
            </p:contentPart>
          </mc:Choice>
          <mc:Fallback>
            <p:pic>
              <p:nvPicPr>
                <p:cNvPr id="366" name="Ink 365">
                  <a:extLst>
                    <a:ext uri="{FF2B5EF4-FFF2-40B4-BE49-F238E27FC236}">
                      <a16:creationId xmlns:a16="http://schemas.microsoft.com/office/drawing/2014/main" id="{762817D5-E9C2-C6BD-E39C-95216ED34BE0}"/>
                    </a:ext>
                  </a:extLst>
                </p:cNvPr>
                <p:cNvPicPr/>
                <p:nvPr/>
              </p:nvPicPr>
              <p:blipFill>
                <a:blip r:embed="rId596"/>
                <a:stretch>
                  <a:fillRect/>
                </a:stretch>
              </p:blipFill>
              <p:spPr>
                <a:xfrm>
                  <a:off x="6724981" y="5870103"/>
                  <a:ext cx="225000" cy="33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7">
              <p14:nvContentPartPr>
                <p14:cNvPr id="367" name="Ink 366">
                  <a:extLst>
                    <a:ext uri="{FF2B5EF4-FFF2-40B4-BE49-F238E27FC236}">
                      <a16:creationId xmlns:a16="http://schemas.microsoft.com/office/drawing/2014/main" id="{349E2616-5E94-8D3A-112C-C93CC87050DF}"/>
                    </a:ext>
                  </a:extLst>
                </p14:cNvPr>
                <p14:cNvContentPartPr/>
                <p14:nvPr/>
              </p14:nvContentPartPr>
              <p14:xfrm>
                <a:off x="6786181" y="6068103"/>
                <a:ext cx="195120" cy="54720"/>
              </p14:xfrm>
            </p:contentPart>
          </mc:Choice>
          <mc:Fallback>
            <p:pic>
              <p:nvPicPr>
                <p:cNvPr id="367" name="Ink 366">
                  <a:extLst>
                    <a:ext uri="{FF2B5EF4-FFF2-40B4-BE49-F238E27FC236}">
                      <a16:creationId xmlns:a16="http://schemas.microsoft.com/office/drawing/2014/main" id="{349E2616-5E94-8D3A-112C-C93CC87050DF}"/>
                    </a:ext>
                  </a:extLst>
                </p:cNvPr>
                <p:cNvPicPr/>
                <p:nvPr/>
              </p:nvPicPr>
              <p:blipFill>
                <a:blip r:embed="rId598"/>
                <a:stretch>
                  <a:fillRect/>
                </a:stretch>
              </p:blipFill>
              <p:spPr>
                <a:xfrm>
                  <a:off x="6768541" y="6050463"/>
                  <a:ext cx="23076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9">
              <p14:nvContentPartPr>
                <p14:cNvPr id="369" name="Ink 368">
                  <a:extLst>
                    <a:ext uri="{FF2B5EF4-FFF2-40B4-BE49-F238E27FC236}">
                      <a16:creationId xmlns:a16="http://schemas.microsoft.com/office/drawing/2014/main" id="{B7602869-7A76-175B-CFB2-D9E18CEE2AD2}"/>
                    </a:ext>
                  </a:extLst>
                </p14:cNvPr>
                <p14:cNvContentPartPr/>
                <p14:nvPr/>
              </p14:nvContentPartPr>
              <p14:xfrm>
                <a:off x="7105141" y="6087903"/>
                <a:ext cx="84240" cy="217440"/>
              </p14:xfrm>
            </p:contentPart>
          </mc:Choice>
          <mc:Fallback>
            <p:pic>
              <p:nvPicPr>
                <p:cNvPr id="369" name="Ink 368">
                  <a:extLst>
                    <a:ext uri="{FF2B5EF4-FFF2-40B4-BE49-F238E27FC236}">
                      <a16:creationId xmlns:a16="http://schemas.microsoft.com/office/drawing/2014/main" id="{B7602869-7A76-175B-CFB2-D9E18CEE2AD2}"/>
                    </a:ext>
                  </a:extLst>
                </p:cNvPr>
                <p:cNvPicPr/>
                <p:nvPr/>
              </p:nvPicPr>
              <p:blipFill>
                <a:blip r:embed="rId600"/>
                <a:stretch>
                  <a:fillRect/>
                </a:stretch>
              </p:blipFill>
              <p:spPr>
                <a:xfrm>
                  <a:off x="7087141" y="6070263"/>
                  <a:ext cx="119880" cy="25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1">
              <p14:nvContentPartPr>
                <p14:cNvPr id="370" name="Ink 369">
                  <a:extLst>
                    <a:ext uri="{FF2B5EF4-FFF2-40B4-BE49-F238E27FC236}">
                      <a16:creationId xmlns:a16="http://schemas.microsoft.com/office/drawing/2014/main" id="{AC49A194-4732-98BB-F8EF-A3993EA48B80}"/>
                    </a:ext>
                  </a:extLst>
                </p14:cNvPr>
                <p14:cNvContentPartPr/>
                <p14:nvPr/>
              </p14:nvContentPartPr>
              <p14:xfrm>
                <a:off x="7303861" y="6130023"/>
                <a:ext cx="133560" cy="165600"/>
              </p14:xfrm>
            </p:contentPart>
          </mc:Choice>
          <mc:Fallback>
            <p:pic>
              <p:nvPicPr>
                <p:cNvPr id="370" name="Ink 369">
                  <a:extLst>
                    <a:ext uri="{FF2B5EF4-FFF2-40B4-BE49-F238E27FC236}">
                      <a16:creationId xmlns:a16="http://schemas.microsoft.com/office/drawing/2014/main" id="{AC49A194-4732-98BB-F8EF-A3993EA48B80}"/>
                    </a:ext>
                  </a:extLst>
                </p:cNvPr>
                <p:cNvPicPr/>
                <p:nvPr/>
              </p:nvPicPr>
              <p:blipFill>
                <a:blip r:embed="rId602"/>
                <a:stretch>
                  <a:fillRect/>
                </a:stretch>
              </p:blipFill>
              <p:spPr>
                <a:xfrm>
                  <a:off x="7285861" y="6112383"/>
                  <a:ext cx="169200" cy="201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8" name="Group 377">
            <a:extLst>
              <a:ext uri="{FF2B5EF4-FFF2-40B4-BE49-F238E27FC236}">
                <a16:creationId xmlns:a16="http://schemas.microsoft.com/office/drawing/2014/main" id="{AA2986B7-6B10-5A1D-3FF9-2D878FE498C0}"/>
              </a:ext>
            </a:extLst>
          </p:cNvPr>
          <p:cNvGrpSpPr/>
          <p:nvPr/>
        </p:nvGrpSpPr>
        <p:grpSpPr>
          <a:xfrm>
            <a:off x="7456141" y="5708823"/>
            <a:ext cx="715320" cy="464760"/>
            <a:chOff x="7456141" y="5708823"/>
            <a:chExt cx="715320" cy="464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03">
              <p14:nvContentPartPr>
                <p14:cNvPr id="372" name="Ink 371">
                  <a:extLst>
                    <a:ext uri="{FF2B5EF4-FFF2-40B4-BE49-F238E27FC236}">
                      <a16:creationId xmlns:a16="http://schemas.microsoft.com/office/drawing/2014/main" id="{917EFC12-664B-6AF3-B908-371216ADEC82}"/>
                    </a:ext>
                  </a:extLst>
                </p14:cNvPr>
                <p14:cNvContentPartPr/>
                <p14:nvPr/>
              </p14:nvContentPartPr>
              <p14:xfrm>
                <a:off x="7456141" y="5973063"/>
                <a:ext cx="119520" cy="19440"/>
              </p14:xfrm>
            </p:contentPart>
          </mc:Choice>
          <mc:Fallback>
            <p:pic>
              <p:nvPicPr>
                <p:cNvPr id="372" name="Ink 371">
                  <a:extLst>
                    <a:ext uri="{FF2B5EF4-FFF2-40B4-BE49-F238E27FC236}">
                      <a16:creationId xmlns:a16="http://schemas.microsoft.com/office/drawing/2014/main" id="{917EFC12-664B-6AF3-B908-371216ADEC82}"/>
                    </a:ext>
                  </a:extLst>
                </p:cNvPr>
                <p:cNvPicPr/>
                <p:nvPr/>
              </p:nvPicPr>
              <p:blipFill>
                <a:blip r:embed="rId604"/>
                <a:stretch>
                  <a:fillRect/>
                </a:stretch>
              </p:blipFill>
              <p:spPr>
                <a:xfrm>
                  <a:off x="7438141" y="5955063"/>
                  <a:ext cx="15516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5">
              <p14:nvContentPartPr>
                <p14:cNvPr id="373" name="Ink 372">
                  <a:extLst>
                    <a:ext uri="{FF2B5EF4-FFF2-40B4-BE49-F238E27FC236}">
                      <a16:creationId xmlns:a16="http://schemas.microsoft.com/office/drawing/2014/main" id="{325C842E-02C9-56AD-9EE9-E19C73716075}"/>
                    </a:ext>
                  </a:extLst>
                </p14:cNvPr>
                <p14:cNvContentPartPr/>
                <p14:nvPr/>
              </p14:nvContentPartPr>
              <p14:xfrm>
                <a:off x="7486741" y="6060903"/>
                <a:ext cx="109080" cy="4680"/>
              </p14:xfrm>
            </p:contentPart>
          </mc:Choice>
          <mc:Fallback>
            <p:pic>
              <p:nvPicPr>
                <p:cNvPr id="373" name="Ink 372">
                  <a:extLst>
                    <a:ext uri="{FF2B5EF4-FFF2-40B4-BE49-F238E27FC236}">
                      <a16:creationId xmlns:a16="http://schemas.microsoft.com/office/drawing/2014/main" id="{325C842E-02C9-56AD-9EE9-E19C73716075}"/>
                    </a:ext>
                  </a:extLst>
                </p:cNvPr>
                <p:cNvPicPr/>
                <p:nvPr/>
              </p:nvPicPr>
              <p:blipFill>
                <a:blip r:embed="rId606"/>
                <a:stretch>
                  <a:fillRect/>
                </a:stretch>
              </p:blipFill>
              <p:spPr>
                <a:xfrm>
                  <a:off x="7468741" y="6043263"/>
                  <a:ext cx="14472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7">
              <p14:nvContentPartPr>
                <p14:cNvPr id="374" name="Ink 373">
                  <a:extLst>
                    <a:ext uri="{FF2B5EF4-FFF2-40B4-BE49-F238E27FC236}">
                      <a16:creationId xmlns:a16="http://schemas.microsoft.com/office/drawing/2014/main" id="{7EE0D6E1-B52E-C46B-3B84-5E0899D60162}"/>
                    </a:ext>
                  </a:extLst>
                </p14:cNvPr>
                <p14:cNvContentPartPr/>
                <p14:nvPr/>
              </p14:nvContentPartPr>
              <p14:xfrm>
                <a:off x="7745581" y="5924103"/>
                <a:ext cx="129960" cy="46800"/>
              </p14:xfrm>
            </p:contentPart>
          </mc:Choice>
          <mc:Fallback>
            <p:pic>
              <p:nvPicPr>
                <p:cNvPr id="374" name="Ink 373">
                  <a:extLst>
                    <a:ext uri="{FF2B5EF4-FFF2-40B4-BE49-F238E27FC236}">
                      <a16:creationId xmlns:a16="http://schemas.microsoft.com/office/drawing/2014/main" id="{7EE0D6E1-B52E-C46B-3B84-5E0899D60162}"/>
                    </a:ext>
                  </a:extLst>
                </p:cNvPr>
                <p:cNvPicPr/>
                <p:nvPr/>
              </p:nvPicPr>
              <p:blipFill>
                <a:blip r:embed="rId608"/>
                <a:stretch>
                  <a:fillRect/>
                </a:stretch>
              </p:blipFill>
              <p:spPr>
                <a:xfrm>
                  <a:off x="7727581" y="5906103"/>
                  <a:ext cx="16560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9">
              <p14:nvContentPartPr>
                <p14:cNvPr id="375" name="Ink 374">
                  <a:extLst>
                    <a:ext uri="{FF2B5EF4-FFF2-40B4-BE49-F238E27FC236}">
                      <a16:creationId xmlns:a16="http://schemas.microsoft.com/office/drawing/2014/main" id="{DEC10F13-6D54-2C53-05C4-940A7CA25D67}"/>
                    </a:ext>
                  </a:extLst>
                </p14:cNvPr>
                <p14:cNvContentPartPr/>
                <p14:nvPr/>
              </p14:nvContentPartPr>
              <p14:xfrm>
                <a:off x="7963381" y="5832663"/>
                <a:ext cx="26280" cy="216000"/>
              </p14:xfrm>
            </p:contentPart>
          </mc:Choice>
          <mc:Fallback>
            <p:pic>
              <p:nvPicPr>
                <p:cNvPr id="375" name="Ink 374">
                  <a:extLst>
                    <a:ext uri="{FF2B5EF4-FFF2-40B4-BE49-F238E27FC236}">
                      <a16:creationId xmlns:a16="http://schemas.microsoft.com/office/drawing/2014/main" id="{DEC10F13-6D54-2C53-05C4-940A7CA25D67}"/>
                    </a:ext>
                  </a:extLst>
                </p:cNvPr>
                <p:cNvPicPr/>
                <p:nvPr/>
              </p:nvPicPr>
              <p:blipFill>
                <a:blip r:embed="rId610"/>
                <a:stretch>
                  <a:fillRect/>
                </a:stretch>
              </p:blipFill>
              <p:spPr>
                <a:xfrm>
                  <a:off x="7945381" y="5815023"/>
                  <a:ext cx="61920" cy="25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1">
              <p14:nvContentPartPr>
                <p14:cNvPr id="376" name="Ink 375">
                  <a:extLst>
                    <a:ext uri="{FF2B5EF4-FFF2-40B4-BE49-F238E27FC236}">
                      <a16:creationId xmlns:a16="http://schemas.microsoft.com/office/drawing/2014/main" id="{7C2BB652-C08C-EA68-0A7D-02DC36154530}"/>
                    </a:ext>
                  </a:extLst>
                </p14:cNvPr>
                <p14:cNvContentPartPr/>
                <p14:nvPr/>
              </p14:nvContentPartPr>
              <p14:xfrm>
                <a:off x="8015581" y="5747703"/>
                <a:ext cx="155880" cy="415440"/>
              </p14:xfrm>
            </p:contentPart>
          </mc:Choice>
          <mc:Fallback>
            <p:pic>
              <p:nvPicPr>
                <p:cNvPr id="376" name="Ink 375">
                  <a:extLst>
                    <a:ext uri="{FF2B5EF4-FFF2-40B4-BE49-F238E27FC236}">
                      <a16:creationId xmlns:a16="http://schemas.microsoft.com/office/drawing/2014/main" id="{7C2BB652-C08C-EA68-0A7D-02DC36154530}"/>
                    </a:ext>
                  </a:extLst>
                </p:cNvPr>
                <p:cNvPicPr/>
                <p:nvPr/>
              </p:nvPicPr>
              <p:blipFill>
                <a:blip r:embed="rId612"/>
                <a:stretch>
                  <a:fillRect/>
                </a:stretch>
              </p:blipFill>
              <p:spPr>
                <a:xfrm>
                  <a:off x="7997941" y="5730063"/>
                  <a:ext cx="191520" cy="45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3">
              <p14:nvContentPartPr>
                <p14:cNvPr id="377" name="Ink 376">
                  <a:extLst>
                    <a:ext uri="{FF2B5EF4-FFF2-40B4-BE49-F238E27FC236}">
                      <a16:creationId xmlns:a16="http://schemas.microsoft.com/office/drawing/2014/main" id="{5842C409-5C1F-8B2F-2DEF-7C372027EF7D}"/>
                    </a:ext>
                  </a:extLst>
                </p14:cNvPr>
                <p14:cNvContentPartPr/>
                <p14:nvPr/>
              </p14:nvContentPartPr>
              <p14:xfrm>
                <a:off x="7655941" y="5708823"/>
                <a:ext cx="151560" cy="464760"/>
              </p14:xfrm>
            </p:contentPart>
          </mc:Choice>
          <mc:Fallback>
            <p:pic>
              <p:nvPicPr>
                <p:cNvPr id="377" name="Ink 376">
                  <a:extLst>
                    <a:ext uri="{FF2B5EF4-FFF2-40B4-BE49-F238E27FC236}">
                      <a16:creationId xmlns:a16="http://schemas.microsoft.com/office/drawing/2014/main" id="{5842C409-5C1F-8B2F-2DEF-7C372027EF7D}"/>
                    </a:ext>
                  </a:extLst>
                </p:cNvPr>
                <p:cNvPicPr/>
                <p:nvPr/>
              </p:nvPicPr>
              <p:blipFill>
                <a:blip r:embed="rId614"/>
                <a:stretch>
                  <a:fillRect/>
                </a:stretch>
              </p:blipFill>
              <p:spPr>
                <a:xfrm>
                  <a:off x="7638301" y="5690823"/>
                  <a:ext cx="187200" cy="500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4" name="Group 383">
            <a:extLst>
              <a:ext uri="{FF2B5EF4-FFF2-40B4-BE49-F238E27FC236}">
                <a16:creationId xmlns:a16="http://schemas.microsoft.com/office/drawing/2014/main" id="{C5615BC6-FD07-FBE9-95C4-1D7938314E52}"/>
              </a:ext>
            </a:extLst>
          </p:cNvPr>
          <p:cNvGrpSpPr/>
          <p:nvPr/>
        </p:nvGrpSpPr>
        <p:grpSpPr>
          <a:xfrm>
            <a:off x="8228701" y="5709543"/>
            <a:ext cx="599040" cy="681840"/>
            <a:chOff x="8228701" y="5709543"/>
            <a:chExt cx="599040" cy="681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15">
              <p14:nvContentPartPr>
                <p14:cNvPr id="379" name="Ink 378">
                  <a:extLst>
                    <a:ext uri="{FF2B5EF4-FFF2-40B4-BE49-F238E27FC236}">
                      <a16:creationId xmlns:a16="http://schemas.microsoft.com/office/drawing/2014/main" id="{387B882E-F181-3E6C-3560-9EFD2E22A24F}"/>
                    </a:ext>
                  </a:extLst>
                </p14:cNvPr>
                <p14:cNvContentPartPr/>
                <p14:nvPr/>
              </p14:nvContentPartPr>
              <p14:xfrm>
                <a:off x="8228701" y="5718543"/>
                <a:ext cx="95400" cy="124200"/>
              </p14:xfrm>
            </p:contentPart>
          </mc:Choice>
          <mc:Fallback>
            <p:pic>
              <p:nvPicPr>
                <p:cNvPr id="379" name="Ink 378">
                  <a:extLst>
                    <a:ext uri="{FF2B5EF4-FFF2-40B4-BE49-F238E27FC236}">
                      <a16:creationId xmlns:a16="http://schemas.microsoft.com/office/drawing/2014/main" id="{387B882E-F181-3E6C-3560-9EFD2E22A24F}"/>
                    </a:ext>
                  </a:extLst>
                </p:cNvPr>
                <p:cNvPicPr/>
                <p:nvPr/>
              </p:nvPicPr>
              <p:blipFill>
                <a:blip r:embed="rId616"/>
                <a:stretch>
                  <a:fillRect/>
                </a:stretch>
              </p:blipFill>
              <p:spPr>
                <a:xfrm>
                  <a:off x="8211061" y="5700903"/>
                  <a:ext cx="13104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7">
              <p14:nvContentPartPr>
                <p14:cNvPr id="380" name="Ink 379">
                  <a:extLst>
                    <a:ext uri="{FF2B5EF4-FFF2-40B4-BE49-F238E27FC236}">
                      <a16:creationId xmlns:a16="http://schemas.microsoft.com/office/drawing/2014/main" id="{627092EA-46AE-F028-EC85-6999082DA032}"/>
                    </a:ext>
                  </a:extLst>
                </p14:cNvPr>
                <p14:cNvContentPartPr/>
                <p14:nvPr/>
              </p14:nvContentPartPr>
              <p14:xfrm>
                <a:off x="8386381" y="5775423"/>
                <a:ext cx="88560" cy="20520"/>
              </p14:xfrm>
            </p:contentPart>
          </mc:Choice>
          <mc:Fallback>
            <p:pic>
              <p:nvPicPr>
                <p:cNvPr id="380" name="Ink 379">
                  <a:extLst>
                    <a:ext uri="{FF2B5EF4-FFF2-40B4-BE49-F238E27FC236}">
                      <a16:creationId xmlns:a16="http://schemas.microsoft.com/office/drawing/2014/main" id="{627092EA-46AE-F028-EC85-6999082DA032}"/>
                    </a:ext>
                  </a:extLst>
                </p:cNvPr>
                <p:cNvPicPr/>
                <p:nvPr/>
              </p:nvPicPr>
              <p:blipFill>
                <a:blip r:embed="rId618"/>
                <a:stretch>
                  <a:fillRect/>
                </a:stretch>
              </p:blipFill>
              <p:spPr>
                <a:xfrm>
                  <a:off x="8368381" y="5757423"/>
                  <a:ext cx="12420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9">
              <p14:nvContentPartPr>
                <p14:cNvPr id="381" name="Ink 380">
                  <a:extLst>
                    <a:ext uri="{FF2B5EF4-FFF2-40B4-BE49-F238E27FC236}">
                      <a16:creationId xmlns:a16="http://schemas.microsoft.com/office/drawing/2014/main" id="{A65CF86E-62A8-B8CA-7C49-B25E9DBEEB3F}"/>
                    </a:ext>
                  </a:extLst>
                </p14:cNvPr>
                <p14:cNvContentPartPr/>
                <p14:nvPr/>
              </p14:nvContentPartPr>
              <p14:xfrm>
                <a:off x="8422741" y="5719263"/>
                <a:ext cx="13680" cy="120960"/>
              </p14:xfrm>
            </p:contentPart>
          </mc:Choice>
          <mc:Fallback>
            <p:pic>
              <p:nvPicPr>
                <p:cNvPr id="381" name="Ink 380">
                  <a:extLst>
                    <a:ext uri="{FF2B5EF4-FFF2-40B4-BE49-F238E27FC236}">
                      <a16:creationId xmlns:a16="http://schemas.microsoft.com/office/drawing/2014/main" id="{A65CF86E-62A8-B8CA-7C49-B25E9DBEEB3F}"/>
                    </a:ext>
                  </a:extLst>
                </p:cNvPr>
                <p:cNvPicPr/>
                <p:nvPr/>
              </p:nvPicPr>
              <p:blipFill>
                <a:blip r:embed="rId620"/>
                <a:stretch>
                  <a:fillRect/>
                </a:stretch>
              </p:blipFill>
              <p:spPr>
                <a:xfrm>
                  <a:off x="8405101" y="5701263"/>
                  <a:ext cx="4932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1">
              <p14:nvContentPartPr>
                <p14:cNvPr id="382" name="Ink 381">
                  <a:extLst>
                    <a:ext uri="{FF2B5EF4-FFF2-40B4-BE49-F238E27FC236}">
                      <a16:creationId xmlns:a16="http://schemas.microsoft.com/office/drawing/2014/main" id="{86C9C3D2-3414-5A51-6D1A-6B5667839E7A}"/>
                    </a:ext>
                  </a:extLst>
                </p14:cNvPr>
                <p14:cNvContentPartPr/>
                <p14:nvPr/>
              </p14:nvContentPartPr>
              <p14:xfrm>
                <a:off x="8537581" y="5726463"/>
                <a:ext cx="130320" cy="129960"/>
              </p14:xfrm>
            </p:contentPart>
          </mc:Choice>
          <mc:Fallback>
            <p:pic>
              <p:nvPicPr>
                <p:cNvPr id="382" name="Ink 381">
                  <a:extLst>
                    <a:ext uri="{FF2B5EF4-FFF2-40B4-BE49-F238E27FC236}">
                      <a16:creationId xmlns:a16="http://schemas.microsoft.com/office/drawing/2014/main" id="{86C9C3D2-3414-5A51-6D1A-6B5667839E7A}"/>
                    </a:ext>
                  </a:extLst>
                </p:cNvPr>
                <p:cNvPicPr/>
                <p:nvPr/>
              </p:nvPicPr>
              <p:blipFill>
                <a:blip r:embed="rId622"/>
                <a:stretch>
                  <a:fillRect/>
                </a:stretch>
              </p:blipFill>
              <p:spPr>
                <a:xfrm>
                  <a:off x="8519581" y="5708823"/>
                  <a:ext cx="16596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3">
              <p14:nvContentPartPr>
                <p14:cNvPr id="383" name="Ink 382">
                  <a:extLst>
                    <a:ext uri="{FF2B5EF4-FFF2-40B4-BE49-F238E27FC236}">
                      <a16:creationId xmlns:a16="http://schemas.microsoft.com/office/drawing/2014/main" id="{D14EAD0E-55BF-8151-85F0-51536F204FE6}"/>
                    </a:ext>
                  </a:extLst>
                </p14:cNvPr>
                <p14:cNvContentPartPr/>
                <p14:nvPr/>
              </p14:nvContentPartPr>
              <p14:xfrm>
                <a:off x="8802541" y="5709543"/>
                <a:ext cx="25200" cy="681840"/>
              </p14:xfrm>
            </p:contentPart>
          </mc:Choice>
          <mc:Fallback>
            <p:pic>
              <p:nvPicPr>
                <p:cNvPr id="383" name="Ink 382">
                  <a:extLst>
                    <a:ext uri="{FF2B5EF4-FFF2-40B4-BE49-F238E27FC236}">
                      <a16:creationId xmlns:a16="http://schemas.microsoft.com/office/drawing/2014/main" id="{D14EAD0E-55BF-8151-85F0-51536F204FE6}"/>
                    </a:ext>
                  </a:extLst>
                </p:cNvPr>
                <p:cNvPicPr/>
                <p:nvPr/>
              </p:nvPicPr>
              <p:blipFill>
                <a:blip r:embed="rId624"/>
                <a:stretch>
                  <a:fillRect/>
                </a:stretch>
              </p:blipFill>
              <p:spPr>
                <a:xfrm>
                  <a:off x="8784541" y="5691543"/>
                  <a:ext cx="60840" cy="717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3" name="Group 392">
            <a:extLst>
              <a:ext uri="{FF2B5EF4-FFF2-40B4-BE49-F238E27FC236}">
                <a16:creationId xmlns:a16="http://schemas.microsoft.com/office/drawing/2014/main" id="{62D0403B-2A42-BB50-EF89-8F148CD2E5E6}"/>
              </a:ext>
            </a:extLst>
          </p:cNvPr>
          <p:cNvGrpSpPr/>
          <p:nvPr/>
        </p:nvGrpSpPr>
        <p:grpSpPr>
          <a:xfrm>
            <a:off x="9043381" y="5552943"/>
            <a:ext cx="1077480" cy="829800"/>
            <a:chOff x="9043381" y="5552943"/>
            <a:chExt cx="1077480" cy="829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25">
              <p14:nvContentPartPr>
                <p14:cNvPr id="385" name="Ink 384">
                  <a:extLst>
                    <a:ext uri="{FF2B5EF4-FFF2-40B4-BE49-F238E27FC236}">
                      <a16:creationId xmlns:a16="http://schemas.microsoft.com/office/drawing/2014/main" id="{CE70FFD0-1BB5-3E6C-4143-5C793A964E91}"/>
                    </a:ext>
                  </a:extLst>
                </p14:cNvPr>
                <p14:cNvContentPartPr/>
                <p14:nvPr/>
              </p14:nvContentPartPr>
              <p14:xfrm>
                <a:off x="9043381" y="5771463"/>
                <a:ext cx="33840" cy="159480"/>
              </p14:xfrm>
            </p:contentPart>
          </mc:Choice>
          <mc:Fallback>
            <p:pic>
              <p:nvPicPr>
                <p:cNvPr id="385" name="Ink 384">
                  <a:extLst>
                    <a:ext uri="{FF2B5EF4-FFF2-40B4-BE49-F238E27FC236}">
                      <a16:creationId xmlns:a16="http://schemas.microsoft.com/office/drawing/2014/main" id="{CE70FFD0-1BB5-3E6C-4143-5C793A964E91}"/>
                    </a:ext>
                  </a:extLst>
                </p:cNvPr>
                <p:cNvPicPr/>
                <p:nvPr/>
              </p:nvPicPr>
              <p:blipFill>
                <a:blip r:embed="rId626"/>
                <a:stretch>
                  <a:fillRect/>
                </a:stretch>
              </p:blipFill>
              <p:spPr>
                <a:xfrm>
                  <a:off x="9025741" y="5753823"/>
                  <a:ext cx="6948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7">
              <p14:nvContentPartPr>
                <p14:cNvPr id="386" name="Ink 385">
                  <a:extLst>
                    <a:ext uri="{FF2B5EF4-FFF2-40B4-BE49-F238E27FC236}">
                      <a16:creationId xmlns:a16="http://schemas.microsoft.com/office/drawing/2014/main" id="{D6D99A1D-9E5E-16C3-08C1-93F0F0DE313F}"/>
                    </a:ext>
                  </a:extLst>
                </p14:cNvPr>
                <p14:cNvContentPartPr/>
                <p14:nvPr/>
              </p14:nvContentPartPr>
              <p14:xfrm>
                <a:off x="9341461" y="5691183"/>
                <a:ext cx="149400" cy="217440"/>
              </p14:xfrm>
            </p:contentPart>
          </mc:Choice>
          <mc:Fallback>
            <p:pic>
              <p:nvPicPr>
                <p:cNvPr id="386" name="Ink 385">
                  <a:extLst>
                    <a:ext uri="{FF2B5EF4-FFF2-40B4-BE49-F238E27FC236}">
                      <a16:creationId xmlns:a16="http://schemas.microsoft.com/office/drawing/2014/main" id="{D6D99A1D-9E5E-16C3-08C1-93F0F0DE313F}"/>
                    </a:ext>
                  </a:extLst>
                </p:cNvPr>
                <p:cNvPicPr/>
                <p:nvPr/>
              </p:nvPicPr>
              <p:blipFill>
                <a:blip r:embed="rId628"/>
                <a:stretch>
                  <a:fillRect/>
                </a:stretch>
              </p:blipFill>
              <p:spPr>
                <a:xfrm>
                  <a:off x="9323461" y="5673543"/>
                  <a:ext cx="185040" cy="25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9">
              <p14:nvContentPartPr>
                <p14:cNvPr id="387" name="Ink 386">
                  <a:extLst>
                    <a:ext uri="{FF2B5EF4-FFF2-40B4-BE49-F238E27FC236}">
                      <a16:creationId xmlns:a16="http://schemas.microsoft.com/office/drawing/2014/main" id="{F199BE11-7B9E-CF6A-9578-CE9B90F79273}"/>
                    </a:ext>
                  </a:extLst>
                </p14:cNvPr>
                <p14:cNvContentPartPr/>
                <p14:nvPr/>
              </p14:nvContentPartPr>
              <p14:xfrm>
                <a:off x="9054901" y="6136863"/>
                <a:ext cx="182160" cy="185040"/>
              </p14:xfrm>
            </p:contentPart>
          </mc:Choice>
          <mc:Fallback>
            <p:pic>
              <p:nvPicPr>
                <p:cNvPr id="387" name="Ink 386">
                  <a:extLst>
                    <a:ext uri="{FF2B5EF4-FFF2-40B4-BE49-F238E27FC236}">
                      <a16:creationId xmlns:a16="http://schemas.microsoft.com/office/drawing/2014/main" id="{F199BE11-7B9E-CF6A-9578-CE9B90F79273}"/>
                    </a:ext>
                  </a:extLst>
                </p:cNvPr>
                <p:cNvPicPr/>
                <p:nvPr/>
              </p:nvPicPr>
              <p:blipFill>
                <a:blip r:embed="rId630"/>
                <a:stretch>
                  <a:fillRect/>
                </a:stretch>
              </p:blipFill>
              <p:spPr>
                <a:xfrm>
                  <a:off x="9037261" y="6119223"/>
                  <a:ext cx="21780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1">
              <p14:nvContentPartPr>
                <p14:cNvPr id="388" name="Ink 387">
                  <a:extLst>
                    <a:ext uri="{FF2B5EF4-FFF2-40B4-BE49-F238E27FC236}">
                      <a16:creationId xmlns:a16="http://schemas.microsoft.com/office/drawing/2014/main" id="{36CD4614-56F5-C10E-ABE0-07AA5302B45C}"/>
                    </a:ext>
                  </a:extLst>
                </p14:cNvPr>
                <p14:cNvContentPartPr/>
                <p14:nvPr/>
              </p14:nvContentPartPr>
              <p14:xfrm>
                <a:off x="9444421" y="6093303"/>
                <a:ext cx="116280" cy="182520"/>
              </p14:xfrm>
            </p:contentPart>
          </mc:Choice>
          <mc:Fallback>
            <p:pic>
              <p:nvPicPr>
                <p:cNvPr id="388" name="Ink 387">
                  <a:extLst>
                    <a:ext uri="{FF2B5EF4-FFF2-40B4-BE49-F238E27FC236}">
                      <a16:creationId xmlns:a16="http://schemas.microsoft.com/office/drawing/2014/main" id="{36CD4614-56F5-C10E-ABE0-07AA5302B45C}"/>
                    </a:ext>
                  </a:extLst>
                </p:cNvPr>
                <p:cNvPicPr/>
                <p:nvPr/>
              </p:nvPicPr>
              <p:blipFill>
                <a:blip r:embed="rId632"/>
                <a:stretch>
                  <a:fillRect/>
                </a:stretch>
              </p:blipFill>
              <p:spPr>
                <a:xfrm>
                  <a:off x="9426781" y="6075303"/>
                  <a:ext cx="151920" cy="21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3">
              <p14:nvContentPartPr>
                <p14:cNvPr id="389" name="Ink 388">
                  <a:extLst>
                    <a:ext uri="{FF2B5EF4-FFF2-40B4-BE49-F238E27FC236}">
                      <a16:creationId xmlns:a16="http://schemas.microsoft.com/office/drawing/2014/main" id="{B6BB2186-539B-10ED-F201-B346EF09CDA3}"/>
                    </a:ext>
                  </a:extLst>
                </p14:cNvPr>
                <p14:cNvContentPartPr/>
                <p14:nvPr/>
              </p14:nvContentPartPr>
              <p14:xfrm>
                <a:off x="9682741" y="5552943"/>
                <a:ext cx="29880" cy="829800"/>
              </p14:xfrm>
            </p:contentPart>
          </mc:Choice>
          <mc:Fallback>
            <p:pic>
              <p:nvPicPr>
                <p:cNvPr id="389" name="Ink 388">
                  <a:extLst>
                    <a:ext uri="{FF2B5EF4-FFF2-40B4-BE49-F238E27FC236}">
                      <a16:creationId xmlns:a16="http://schemas.microsoft.com/office/drawing/2014/main" id="{B6BB2186-539B-10ED-F201-B346EF09CDA3}"/>
                    </a:ext>
                  </a:extLst>
                </p:cNvPr>
                <p:cNvPicPr/>
                <p:nvPr/>
              </p:nvPicPr>
              <p:blipFill>
                <a:blip r:embed="rId634"/>
                <a:stretch>
                  <a:fillRect/>
                </a:stretch>
              </p:blipFill>
              <p:spPr>
                <a:xfrm>
                  <a:off x="9665101" y="5535303"/>
                  <a:ext cx="65520" cy="86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5">
              <p14:nvContentPartPr>
                <p14:cNvPr id="390" name="Ink 389">
                  <a:extLst>
                    <a:ext uri="{FF2B5EF4-FFF2-40B4-BE49-F238E27FC236}">
                      <a16:creationId xmlns:a16="http://schemas.microsoft.com/office/drawing/2014/main" id="{0CEFADAF-1534-2F47-8E93-9B39DA335950}"/>
                    </a:ext>
                  </a:extLst>
                </p14:cNvPr>
                <p14:cNvContentPartPr/>
                <p14:nvPr/>
              </p14:nvContentPartPr>
              <p14:xfrm>
                <a:off x="9873901" y="5836983"/>
                <a:ext cx="158040" cy="10080"/>
              </p14:xfrm>
            </p:contentPart>
          </mc:Choice>
          <mc:Fallback>
            <p:pic>
              <p:nvPicPr>
                <p:cNvPr id="390" name="Ink 389">
                  <a:extLst>
                    <a:ext uri="{FF2B5EF4-FFF2-40B4-BE49-F238E27FC236}">
                      <a16:creationId xmlns:a16="http://schemas.microsoft.com/office/drawing/2014/main" id="{0CEFADAF-1534-2F47-8E93-9B39DA335950}"/>
                    </a:ext>
                  </a:extLst>
                </p:cNvPr>
                <p:cNvPicPr/>
                <p:nvPr/>
              </p:nvPicPr>
              <p:blipFill>
                <a:blip r:embed="rId636"/>
                <a:stretch>
                  <a:fillRect/>
                </a:stretch>
              </p:blipFill>
              <p:spPr>
                <a:xfrm>
                  <a:off x="9856261" y="5818983"/>
                  <a:ext cx="19368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7">
              <p14:nvContentPartPr>
                <p14:cNvPr id="391" name="Ink 390">
                  <a:extLst>
                    <a:ext uri="{FF2B5EF4-FFF2-40B4-BE49-F238E27FC236}">
                      <a16:creationId xmlns:a16="http://schemas.microsoft.com/office/drawing/2014/main" id="{D1DF9594-F251-24CD-8EB5-07F180F5AFFF}"/>
                    </a:ext>
                  </a:extLst>
                </p14:cNvPr>
                <p14:cNvContentPartPr/>
                <p14:nvPr/>
              </p14:nvContentPartPr>
              <p14:xfrm>
                <a:off x="9926101" y="5925543"/>
                <a:ext cx="194760" cy="28800"/>
              </p14:xfrm>
            </p:contentPart>
          </mc:Choice>
          <mc:Fallback>
            <p:pic>
              <p:nvPicPr>
                <p:cNvPr id="391" name="Ink 390">
                  <a:extLst>
                    <a:ext uri="{FF2B5EF4-FFF2-40B4-BE49-F238E27FC236}">
                      <a16:creationId xmlns:a16="http://schemas.microsoft.com/office/drawing/2014/main" id="{D1DF9594-F251-24CD-8EB5-07F180F5AFFF}"/>
                    </a:ext>
                  </a:extLst>
                </p:cNvPr>
                <p:cNvPicPr/>
                <p:nvPr/>
              </p:nvPicPr>
              <p:blipFill>
                <a:blip r:embed="rId638"/>
                <a:stretch>
                  <a:fillRect/>
                </a:stretch>
              </p:blipFill>
              <p:spPr>
                <a:xfrm>
                  <a:off x="9908461" y="5907543"/>
                  <a:ext cx="230400" cy="64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39">
            <p14:nvContentPartPr>
              <p14:cNvPr id="392" name="Ink 391">
                <a:extLst>
                  <a:ext uri="{FF2B5EF4-FFF2-40B4-BE49-F238E27FC236}">
                    <a16:creationId xmlns:a16="http://schemas.microsoft.com/office/drawing/2014/main" id="{C65FEB04-1AE8-8C54-4D10-4C10B322C37C}"/>
                  </a:ext>
                </a:extLst>
              </p14:cNvPr>
              <p14:cNvContentPartPr/>
              <p14:nvPr/>
            </p14:nvContentPartPr>
            <p14:xfrm>
              <a:off x="10380061" y="5698383"/>
              <a:ext cx="210240" cy="245880"/>
            </p14:xfrm>
          </p:contentPart>
        </mc:Choice>
        <mc:Fallback>
          <p:pic>
            <p:nvPicPr>
              <p:cNvPr id="392" name="Ink 391">
                <a:extLst>
                  <a:ext uri="{FF2B5EF4-FFF2-40B4-BE49-F238E27FC236}">
                    <a16:creationId xmlns:a16="http://schemas.microsoft.com/office/drawing/2014/main" id="{C65FEB04-1AE8-8C54-4D10-4C10B322C37C}"/>
                  </a:ext>
                </a:extLst>
              </p:cNvPr>
              <p:cNvPicPr/>
              <p:nvPr/>
            </p:nvPicPr>
            <p:blipFill>
              <a:blip r:embed="rId640"/>
              <a:stretch>
                <a:fillRect/>
              </a:stretch>
            </p:blipFill>
            <p:spPr>
              <a:xfrm>
                <a:off x="10362421" y="5680383"/>
                <a:ext cx="245880" cy="281520"/>
              </a:xfrm>
              <a:prstGeom prst="rect">
                <a:avLst/>
              </a:prstGeom>
            </p:spPr>
          </p:pic>
        </mc:Fallback>
      </mc:AlternateContent>
      <p:grpSp>
        <p:nvGrpSpPr>
          <p:cNvPr id="410" name="Group 409">
            <a:extLst>
              <a:ext uri="{FF2B5EF4-FFF2-40B4-BE49-F238E27FC236}">
                <a16:creationId xmlns:a16="http://schemas.microsoft.com/office/drawing/2014/main" id="{2102338D-7CB2-AD52-4A2B-129A37B9A94B}"/>
              </a:ext>
            </a:extLst>
          </p:cNvPr>
          <p:cNvGrpSpPr/>
          <p:nvPr/>
        </p:nvGrpSpPr>
        <p:grpSpPr>
          <a:xfrm>
            <a:off x="244261" y="6537903"/>
            <a:ext cx="890640" cy="270000"/>
            <a:chOff x="244261" y="6537903"/>
            <a:chExt cx="890640" cy="270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41">
              <p14:nvContentPartPr>
                <p14:cNvPr id="394" name="Ink 393">
                  <a:extLst>
                    <a:ext uri="{FF2B5EF4-FFF2-40B4-BE49-F238E27FC236}">
                      <a16:creationId xmlns:a16="http://schemas.microsoft.com/office/drawing/2014/main" id="{336B7CA5-366E-305D-5FE0-7E54F0F34D02}"/>
                    </a:ext>
                  </a:extLst>
                </p14:cNvPr>
                <p14:cNvContentPartPr/>
                <p14:nvPr/>
              </p14:nvContentPartPr>
              <p14:xfrm>
                <a:off x="244261" y="6537903"/>
                <a:ext cx="141840" cy="238320"/>
              </p14:xfrm>
            </p:contentPart>
          </mc:Choice>
          <mc:Fallback>
            <p:pic>
              <p:nvPicPr>
                <p:cNvPr id="394" name="Ink 393">
                  <a:extLst>
                    <a:ext uri="{FF2B5EF4-FFF2-40B4-BE49-F238E27FC236}">
                      <a16:creationId xmlns:a16="http://schemas.microsoft.com/office/drawing/2014/main" id="{336B7CA5-366E-305D-5FE0-7E54F0F34D02}"/>
                    </a:ext>
                  </a:extLst>
                </p:cNvPr>
                <p:cNvPicPr/>
                <p:nvPr/>
              </p:nvPicPr>
              <p:blipFill>
                <a:blip r:embed="rId642"/>
                <a:stretch>
                  <a:fillRect/>
                </a:stretch>
              </p:blipFill>
              <p:spPr>
                <a:xfrm>
                  <a:off x="226621" y="6519903"/>
                  <a:ext cx="177480" cy="27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3">
              <p14:nvContentPartPr>
                <p14:cNvPr id="395" name="Ink 394">
                  <a:extLst>
                    <a:ext uri="{FF2B5EF4-FFF2-40B4-BE49-F238E27FC236}">
                      <a16:creationId xmlns:a16="http://schemas.microsoft.com/office/drawing/2014/main" id="{774DDEED-98E0-EED7-8824-D0226C2B950E}"/>
                    </a:ext>
                  </a:extLst>
                </p14:cNvPr>
                <p14:cNvContentPartPr/>
                <p14:nvPr/>
              </p14:nvContentPartPr>
              <p14:xfrm>
                <a:off x="274141" y="6668223"/>
                <a:ext cx="93960" cy="37080"/>
              </p14:xfrm>
            </p:contentPart>
          </mc:Choice>
          <mc:Fallback>
            <p:pic>
              <p:nvPicPr>
                <p:cNvPr id="395" name="Ink 394">
                  <a:extLst>
                    <a:ext uri="{FF2B5EF4-FFF2-40B4-BE49-F238E27FC236}">
                      <a16:creationId xmlns:a16="http://schemas.microsoft.com/office/drawing/2014/main" id="{774DDEED-98E0-EED7-8824-D0226C2B950E}"/>
                    </a:ext>
                  </a:extLst>
                </p:cNvPr>
                <p:cNvPicPr/>
                <p:nvPr/>
              </p:nvPicPr>
              <p:blipFill>
                <a:blip r:embed="rId644"/>
                <a:stretch>
                  <a:fillRect/>
                </a:stretch>
              </p:blipFill>
              <p:spPr>
                <a:xfrm>
                  <a:off x="256501" y="6650223"/>
                  <a:ext cx="12960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5">
              <p14:nvContentPartPr>
                <p14:cNvPr id="396" name="Ink 395">
                  <a:extLst>
                    <a:ext uri="{FF2B5EF4-FFF2-40B4-BE49-F238E27FC236}">
                      <a16:creationId xmlns:a16="http://schemas.microsoft.com/office/drawing/2014/main" id="{B273C8F6-EB40-5FDF-971D-7D6D91A0CF01}"/>
                    </a:ext>
                  </a:extLst>
                </p14:cNvPr>
                <p14:cNvContentPartPr/>
                <p14:nvPr/>
              </p14:nvContentPartPr>
              <p14:xfrm>
                <a:off x="513181" y="6659583"/>
                <a:ext cx="88200" cy="144720"/>
              </p14:xfrm>
            </p:contentPart>
          </mc:Choice>
          <mc:Fallback>
            <p:pic>
              <p:nvPicPr>
                <p:cNvPr id="396" name="Ink 395">
                  <a:extLst>
                    <a:ext uri="{FF2B5EF4-FFF2-40B4-BE49-F238E27FC236}">
                      <a16:creationId xmlns:a16="http://schemas.microsoft.com/office/drawing/2014/main" id="{B273C8F6-EB40-5FDF-971D-7D6D91A0CF01}"/>
                    </a:ext>
                  </a:extLst>
                </p:cNvPr>
                <p:cNvPicPr/>
                <p:nvPr/>
              </p:nvPicPr>
              <p:blipFill>
                <a:blip r:embed="rId646"/>
                <a:stretch>
                  <a:fillRect/>
                </a:stretch>
              </p:blipFill>
              <p:spPr>
                <a:xfrm>
                  <a:off x="495541" y="6641583"/>
                  <a:ext cx="12384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7">
              <p14:nvContentPartPr>
                <p14:cNvPr id="397" name="Ink 396">
                  <a:extLst>
                    <a:ext uri="{FF2B5EF4-FFF2-40B4-BE49-F238E27FC236}">
                      <a16:creationId xmlns:a16="http://schemas.microsoft.com/office/drawing/2014/main" id="{6DC1BC1F-1919-4089-E6AF-3A5B11D0ADA8}"/>
                    </a:ext>
                  </a:extLst>
                </p14:cNvPr>
                <p14:cNvContentPartPr/>
                <p14:nvPr/>
              </p14:nvContentPartPr>
              <p14:xfrm>
                <a:off x="692101" y="6639783"/>
                <a:ext cx="124200" cy="168120"/>
              </p14:xfrm>
            </p:contentPart>
          </mc:Choice>
          <mc:Fallback>
            <p:pic>
              <p:nvPicPr>
                <p:cNvPr id="397" name="Ink 396">
                  <a:extLst>
                    <a:ext uri="{FF2B5EF4-FFF2-40B4-BE49-F238E27FC236}">
                      <a16:creationId xmlns:a16="http://schemas.microsoft.com/office/drawing/2014/main" id="{6DC1BC1F-1919-4089-E6AF-3A5B11D0ADA8}"/>
                    </a:ext>
                  </a:extLst>
                </p:cNvPr>
                <p:cNvPicPr/>
                <p:nvPr/>
              </p:nvPicPr>
              <p:blipFill>
                <a:blip r:embed="rId648"/>
                <a:stretch>
                  <a:fillRect/>
                </a:stretch>
              </p:blipFill>
              <p:spPr>
                <a:xfrm>
                  <a:off x="674101" y="6621783"/>
                  <a:ext cx="15984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9">
              <p14:nvContentPartPr>
                <p14:cNvPr id="398" name="Ink 397">
                  <a:extLst>
                    <a:ext uri="{FF2B5EF4-FFF2-40B4-BE49-F238E27FC236}">
                      <a16:creationId xmlns:a16="http://schemas.microsoft.com/office/drawing/2014/main" id="{92FBD302-3E44-DADF-FE24-D4D4D3D34FE5}"/>
                    </a:ext>
                  </a:extLst>
                </p14:cNvPr>
                <p14:cNvContentPartPr/>
                <p14:nvPr/>
              </p14:nvContentPartPr>
              <p14:xfrm>
                <a:off x="952021" y="6695583"/>
                <a:ext cx="90000" cy="14400"/>
              </p14:xfrm>
            </p:contentPart>
          </mc:Choice>
          <mc:Fallback>
            <p:pic>
              <p:nvPicPr>
                <p:cNvPr id="398" name="Ink 397">
                  <a:extLst>
                    <a:ext uri="{FF2B5EF4-FFF2-40B4-BE49-F238E27FC236}">
                      <a16:creationId xmlns:a16="http://schemas.microsoft.com/office/drawing/2014/main" id="{92FBD302-3E44-DADF-FE24-D4D4D3D34FE5}"/>
                    </a:ext>
                  </a:extLst>
                </p:cNvPr>
                <p:cNvPicPr/>
                <p:nvPr/>
              </p:nvPicPr>
              <p:blipFill>
                <a:blip r:embed="rId650"/>
                <a:stretch>
                  <a:fillRect/>
                </a:stretch>
              </p:blipFill>
              <p:spPr>
                <a:xfrm>
                  <a:off x="934021" y="6677943"/>
                  <a:ext cx="12564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1">
              <p14:nvContentPartPr>
                <p14:cNvPr id="399" name="Ink 398">
                  <a:extLst>
                    <a:ext uri="{FF2B5EF4-FFF2-40B4-BE49-F238E27FC236}">
                      <a16:creationId xmlns:a16="http://schemas.microsoft.com/office/drawing/2014/main" id="{DBE74D22-D0E1-B61C-B3F1-FEEAF858E7FB}"/>
                    </a:ext>
                  </a:extLst>
                </p14:cNvPr>
                <p14:cNvContentPartPr/>
                <p14:nvPr/>
              </p14:nvContentPartPr>
              <p14:xfrm>
                <a:off x="1007461" y="6733383"/>
                <a:ext cx="127440" cy="29520"/>
              </p14:xfrm>
            </p:contentPart>
          </mc:Choice>
          <mc:Fallback>
            <p:pic>
              <p:nvPicPr>
                <p:cNvPr id="399" name="Ink 398">
                  <a:extLst>
                    <a:ext uri="{FF2B5EF4-FFF2-40B4-BE49-F238E27FC236}">
                      <a16:creationId xmlns:a16="http://schemas.microsoft.com/office/drawing/2014/main" id="{DBE74D22-D0E1-B61C-B3F1-FEEAF858E7FB}"/>
                    </a:ext>
                  </a:extLst>
                </p:cNvPr>
                <p:cNvPicPr/>
                <p:nvPr/>
              </p:nvPicPr>
              <p:blipFill>
                <a:blip r:embed="rId652"/>
                <a:stretch>
                  <a:fillRect/>
                </a:stretch>
              </p:blipFill>
              <p:spPr>
                <a:xfrm>
                  <a:off x="989461" y="6715743"/>
                  <a:ext cx="163080" cy="65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9" name="Group 408">
            <a:extLst>
              <a:ext uri="{FF2B5EF4-FFF2-40B4-BE49-F238E27FC236}">
                <a16:creationId xmlns:a16="http://schemas.microsoft.com/office/drawing/2014/main" id="{F6AD87C6-3169-AE8E-699B-F4E6AD1A1B33}"/>
              </a:ext>
            </a:extLst>
          </p:cNvPr>
          <p:cNvGrpSpPr/>
          <p:nvPr/>
        </p:nvGrpSpPr>
        <p:grpSpPr>
          <a:xfrm>
            <a:off x="1358821" y="6443223"/>
            <a:ext cx="973440" cy="484560"/>
            <a:chOff x="1358821" y="6443223"/>
            <a:chExt cx="973440" cy="484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53">
              <p14:nvContentPartPr>
                <p14:cNvPr id="400" name="Ink 399">
                  <a:extLst>
                    <a:ext uri="{FF2B5EF4-FFF2-40B4-BE49-F238E27FC236}">
                      <a16:creationId xmlns:a16="http://schemas.microsoft.com/office/drawing/2014/main" id="{7AF071F2-27FA-9B24-2970-87EE76102C82}"/>
                    </a:ext>
                  </a:extLst>
                </p14:cNvPr>
                <p14:cNvContentPartPr/>
                <p14:nvPr/>
              </p14:nvContentPartPr>
              <p14:xfrm>
                <a:off x="1564021" y="6670023"/>
                <a:ext cx="112680" cy="31680"/>
              </p14:xfrm>
            </p:contentPart>
          </mc:Choice>
          <mc:Fallback>
            <p:pic>
              <p:nvPicPr>
                <p:cNvPr id="400" name="Ink 399">
                  <a:extLst>
                    <a:ext uri="{FF2B5EF4-FFF2-40B4-BE49-F238E27FC236}">
                      <a16:creationId xmlns:a16="http://schemas.microsoft.com/office/drawing/2014/main" id="{7AF071F2-27FA-9B24-2970-87EE76102C82}"/>
                    </a:ext>
                  </a:extLst>
                </p:cNvPr>
                <p:cNvPicPr/>
                <p:nvPr/>
              </p:nvPicPr>
              <p:blipFill>
                <a:blip r:embed="rId654"/>
                <a:stretch>
                  <a:fillRect/>
                </a:stretch>
              </p:blipFill>
              <p:spPr>
                <a:xfrm>
                  <a:off x="1546021" y="6652023"/>
                  <a:ext cx="14832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5">
              <p14:nvContentPartPr>
                <p14:cNvPr id="401" name="Ink 400">
                  <a:extLst>
                    <a:ext uri="{FF2B5EF4-FFF2-40B4-BE49-F238E27FC236}">
                      <a16:creationId xmlns:a16="http://schemas.microsoft.com/office/drawing/2014/main" id="{8A22245B-99B2-E5D6-8B57-B9FFCD4BCEA3}"/>
                    </a:ext>
                  </a:extLst>
                </p14:cNvPr>
                <p14:cNvContentPartPr/>
                <p14:nvPr/>
              </p14:nvContentPartPr>
              <p14:xfrm>
                <a:off x="1764541" y="6574623"/>
                <a:ext cx="71640" cy="201240"/>
              </p14:xfrm>
            </p:contentPart>
          </mc:Choice>
          <mc:Fallback>
            <p:pic>
              <p:nvPicPr>
                <p:cNvPr id="401" name="Ink 400">
                  <a:extLst>
                    <a:ext uri="{FF2B5EF4-FFF2-40B4-BE49-F238E27FC236}">
                      <a16:creationId xmlns:a16="http://schemas.microsoft.com/office/drawing/2014/main" id="{8A22245B-99B2-E5D6-8B57-B9FFCD4BCEA3}"/>
                    </a:ext>
                  </a:extLst>
                </p:cNvPr>
                <p:cNvPicPr/>
                <p:nvPr/>
              </p:nvPicPr>
              <p:blipFill>
                <a:blip r:embed="rId656"/>
                <a:stretch>
                  <a:fillRect/>
                </a:stretch>
              </p:blipFill>
              <p:spPr>
                <a:xfrm>
                  <a:off x="1746541" y="6556623"/>
                  <a:ext cx="10728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7">
              <p14:nvContentPartPr>
                <p14:cNvPr id="402" name="Ink 401">
                  <a:extLst>
                    <a:ext uri="{FF2B5EF4-FFF2-40B4-BE49-F238E27FC236}">
                      <a16:creationId xmlns:a16="http://schemas.microsoft.com/office/drawing/2014/main" id="{76BC4864-4B6A-8AD9-D202-C28CD784BC0E}"/>
                    </a:ext>
                  </a:extLst>
                </p14:cNvPr>
                <p14:cNvContentPartPr/>
                <p14:nvPr/>
              </p14:nvContentPartPr>
              <p14:xfrm>
                <a:off x="1858501" y="6460863"/>
                <a:ext cx="114480" cy="397080"/>
              </p14:xfrm>
            </p:contentPart>
          </mc:Choice>
          <mc:Fallback>
            <p:pic>
              <p:nvPicPr>
                <p:cNvPr id="402" name="Ink 401">
                  <a:extLst>
                    <a:ext uri="{FF2B5EF4-FFF2-40B4-BE49-F238E27FC236}">
                      <a16:creationId xmlns:a16="http://schemas.microsoft.com/office/drawing/2014/main" id="{76BC4864-4B6A-8AD9-D202-C28CD784BC0E}"/>
                    </a:ext>
                  </a:extLst>
                </p:cNvPr>
                <p:cNvPicPr/>
                <p:nvPr/>
              </p:nvPicPr>
              <p:blipFill>
                <a:blip r:embed="rId658"/>
                <a:stretch>
                  <a:fillRect/>
                </a:stretch>
              </p:blipFill>
              <p:spPr>
                <a:xfrm>
                  <a:off x="1840501" y="6442863"/>
                  <a:ext cx="150120" cy="43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9">
              <p14:nvContentPartPr>
                <p14:cNvPr id="403" name="Ink 402">
                  <a:extLst>
                    <a:ext uri="{FF2B5EF4-FFF2-40B4-BE49-F238E27FC236}">
                      <a16:creationId xmlns:a16="http://schemas.microsoft.com/office/drawing/2014/main" id="{37397991-970C-FA1F-CAC7-8647412CD517}"/>
                    </a:ext>
                  </a:extLst>
                </p14:cNvPr>
                <p14:cNvContentPartPr/>
                <p14:nvPr/>
              </p14:nvContentPartPr>
              <p14:xfrm>
                <a:off x="1358821" y="6553743"/>
                <a:ext cx="126000" cy="374040"/>
              </p14:xfrm>
            </p:contentPart>
          </mc:Choice>
          <mc:Fallback>
            <p:pic>
              <p:nvPicPr>
                <p:cNvPr id="403" name="Ink 402">
                  <a:extLst>
                    <a:ext uri="{FF2B5EF4-FFF2-40B4-BE49-F238E27FC236}">
                      <a16:creationId xmlns:a16="http://schemas.microsoft.com/office/drawing/2014/main" id="{37397991-970C-FA1F-CAC7-8647412CD517}"/>
                    </a:ext>
                  </a:extLst>
                </p:cNvPr>
                <p:cNvPicPr/>
                <p:nvPr/>
              </p:nvPicPr>
              <p:blipFill>
                <a:blip r:embed="rId660"/>
                <a:stretch>
                  <a:fillRect/>
                </a:stretch>
              </p:blipFill>
              <p:spPr>
                <a:xfrm>
                  <a:off x="1340821" y="6536103"/>
                  <a:ext cx="161640" cy="40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1">
              <p14:nvContentPartPr>
                <p14:cNvPr id="404" name="Ink 403">
                  <a:extLst>
                    <a:ext uri="{FF2B5EF4-FFF2-40B4-BE49-F238E27FC236}">
                      <a16:creationId xmlns:a16="http://schemas.microsoft.com/office/drawing/2014/main" id="{F914A6EE-4298-EDB2-A4F6-A3F341099326}"/>
                    </a:ext>
                  </a:extLst>
                </p14:cNvPr>
                <p14:cNvContentPartPr/>
                <p14:nvPr/>
              </p14:nvContentPartPr>
              <p14:xfrm>
                <a:off x="1929061" y="6443223"/>
                <a:ext cx="119160" cy="172080"/>
              </p14:xfrm>
            </p:contentPart>
          </mc:Choice>
          <mc:Fallback>
            <p:pic>
              <p:nvPicPr>
                <p:cNvPr id="404" name="Ink 403">
                  <a:extLst>
                    <a:ext uri="{FF2B5EF4-FFF2-40B4-BE49-F238E27FC236}">
                      <a16:creationId xmlns:a16="http://schemas.microsoft.com/office/drawing/2014/main" id="{F914A6EE-4298-EDB2-A4F6-A3F341099326}"/>
                    </a:ext>
                  </a:extLst>
                </p:cNvPr>
                <p:cNvPicPr/>
                <p:nvPr/>
              </p:nvPicPr>
              <p:blipFill>
                <a:blip r:embed="rId662"/>
                <a:stretch>
                  <a:fillRect/>
                </a:stretch>
              </p:blipFill>
              <p:spPr>
                <a:xfrm>
                  <a:off x="1911061" y="6425583"/>
                  <a:ext cx="15480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3">
              <p14:nvContentPartPr>
                <p14:cNvPr id="405" name="Ink 404">
                  <a:extLst>
                    <a:ext uri="{FF2B5EF4-FFF2-40B4-BE49-F238E27FC236}">
                      <a16:creationId xmlns:a16="http://schemas.microsoft.com/office/drawing/2014/main" id="{051CEC78-4D84-0663-A79C-466D927E59F7}"/>
                    </a:ext>
                  </a:extLst>
                </p14:cNvPr>
                <p14:cNvContentPartPr/>
                <p14:nvPr/>
              </p14:nvContentPartPr>
              <p14:xfrm>
                <a:off x="2093581" y="6518823"/>
                <a:ext cx="93240" cy="19080"/>
              </p14:xfrm>
            </p:contentPart>
          </mc:Choice>
          <mc:Fallback>
            <p:pic>
              <p:nvPicPr>
                <p:cNvPr id="405" name="Ink 404">
                  <a:extLst>
                    <a:ext uri="{FF2B5EF4-FFF2-40B4-BE49-F238E27FC236}">
                      <a16:creationId xmlns:a16="http://schemas.microsoft.com/office/drawing/2014/main" id="{051CEC78-4D84-0663-A79C-466D927E59F7}"/>
                    </a:ext>
                  </a:extLst>
                </p:cNvPr>
                <p:cNvPicPr/>
                <p:nvPr/>
              </p:nvPicPr>
              <p:blipFill>
                <a:blip r:embed="rId664"/>
                <a:stretch>
                  <a:fillRect/>
                </a:stretch>
              </p:blipFill>
              <p:spPr>
                <a:xfrm>
                  <a:off x="2075581" y="6501183"/>
                  <a:ext cx="12888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5">
              <p14:nvContentPartPr>
                <p14:cNvPr id="406" name="Ink 405">
                  <a:extLst>
                    <a:ext uri="{FF2B5EF4-FFF2-40B4-BE49-F238E27FC236}">
                      <a16:creationId xmlns:a16="http://schemas.microsoft.com/office/drawing/2014/main" id="{ABE192FC-4133-35CB-F21F-07ADA05DA03F}"/>
                    </a:ext>
                  </a:extLst>
                </p14:cNvPr>
                <p14:cNvContentPartPr/>
                <p14:nvPr/>
              </p14:nvContentPartPr>
              <p14:xfrm>
                <a:off x="2139301" y="6466263"/>
                <a:ext cx="32040" cy="128880"/>
              </p14:xfrm>
            </p:contentPart>
          </mc:Choice>
          <mc:Fallback>
            <p:pic>
              <p:nvPicPr>
                <p:cNvPr id="406" name="Ink 405">
                  <a:extLst>
                    <a:ext uri="{FF2B5EF4-FFF2-40B4-BE49-F238E27FC236}">
                      <a16:creationId xmlns:a16="http://schemas.microsoft.com/office/drawing/2014/main" id="{ABE192FC-4133-35CB-F21F-07ADA05DA03F}"/>
                    </a:ext>
                  </a:extLst>
                </p:cNvPr>
                <p:cNvPicPr/>
                <p:nvPr/>
              </p:nvPicPr>
              <p:blipFill>
                <a:blip r:embed="rId666"/>
                <a:stretch>
                  <a:fillRect/>
                </a:stretch>
              </p:blipFill>
              <p:spPr>
                <a:xfrm>
                  <a:off x="2121301" y="6448263"/>
                  <a:ext cx="6768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7">
              <p14:nvContentPartPr>
                <p14:cNvPr id="407" name="Ink 406">
                  <a:extLst>
                    <a:ext uri="{FF2B5EF4-FFF2-40B4-BE49-F238E27FC236}">
                      <a16:creationId xmlns:a16="http://schemas.microsoft.com/office/drawing/2014/main" id="{72F57CD5-6AAD-187B-C153-DD7F3135AC0E}"/>
                    </a:ext>
                  </a:extLst>
                </p14:cNvPr>
                <p14:cNvContentPartPr/>
                <p14:nvPr/>
              </p14:nvContentPartPr>
              <p14:xfrm>
                <a:off x="2209861" y="6455463"/>
                <a:ext cx="122400" cy="191160"/>
              </p14:xfrm>
            </p:contentPart>
          </mc:Choice>
          <mc:Fallback>
            <p:pic>
              <p:nvPicPr>
                <p:cNvPr id="407" name="Ink 406">
                  <a:extLst>
                    <a:ext uri="{FF2B5EF4-FFF2-40B4-BE49-F238E27FC236}">
                      <a16:creationId xmlns:a16="http://schemas.microsoft.com/office/drawing/2014/main" id="{72F57CD5-6AAD-187B-C153-DD7F3135AC0E}"/>
                    </a:ext>
                  </a:extLst>
                </p:cNvPr>
                <p:cNvPicPr/>
                <p:nvPr/>
              </p:nvPicPr>
              <p:blipFill>
                <a:blip r:embed="rId668"/>
                <a:stretch>
                  <a:fillRect/>
                </a:stretch>
              </p:blipFill>
              <p:spPr>
                <a:xfrm>
                  <a:off x="2192221" y="6437463"/>
                  <a:ext cx="158040" cy="226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69">
            <p14:nvContentPartPr>
              <p14:cNvPr id="408" name="Ink 407">
                <a:extLst>
                  <a:ext uri="{FF2B5EF4-FFF2-40B4-BE49-F238E27FC236}">
                    <a16:creationId xmlns:a16="http://schemas.microsoft.com/office/drawing/2014/main" id="{14C0B69B-F248-9AA8-E553-2C66CA68E208}"/>
                  </a:ext>
                </a:extLst>
              </p14:cNvPr>
              <p14:cNvContentPartPr/>
              <p14:nvPr/>
            </p14:nvContentPartPr>
            <p14:xfrm>
              <a:off x="2535661" y="6580383"/>
              <a:ext cx="61920" cy="313560"/>
            </p14:xfrm>
          </p:contentPart>
        </mc:Choice>
        <mc:Fallback>
          <p:pic>
            <p:nvPicPr>
              <p:cNvPr id="408" name="Ink 407">
                <a:extLst>
                  <a:ext uri="{FF2B5EF4-FFF2-40B4-BE49-F238E27FC236}">
                    <a16:creationId xmlns:a16="http://schemas.microsoft.com/office/drawing/2014/main" id="{14C0B69B-F248-9AA8-E553-2C66CA68E208}"/>
                  </a:ext>
                </a:extLst>
              </p:cNvPr>
              <p:cNvPicPr/>
              <p:nvPr/>
            </p:nvPicPr>
            <p:blipFill>
              <a:blip r:embed="rId670"/>
              <a:stretch>
                <a:fillRect/>
              </a:stretch>
            </p:blipFill>
            <p:spPr>
              <a:xfrm>
                <a:off x="2517661" y="6562383"/>
                <a:ext cx="97560" cy="349200"/>
              </a:xfrm>
              <a:prstGeom prst="rect">
                <a:avLst/>
              </a:prstGeom>
            </p:spPr>
          </p:pic>
        </mc:Fallback>
      </mc:AlternateContent>
      <p:grpSp>
        <p:nvGrpSpPr>
          <p:cNvPr id="420" name="Group 419">
            <a:extLst>
              <a:ext uri="{FF2B5EF4-FFF2-40B4-BE49-F238E27FC236}">
                <a16:creationId xmlns:a16="http://schemas.microsoft.com/office/drawing/2014/main" id="{2881D87F-68E5-E351-3C86-56F028653699}"/>
              </a:ext>
            </a:extLst>
          </p:cNvPr>
          <p:cNvGrpSpPr/>
          <p:nvPr/>
        </p:nvGrpSpPr>
        <p:grpSpPr>
          <a:xfrm>
            <a:off x="2767141" y="6551583"/>
            <a:ext cx="439200" cy="316440"/>
            <a:chOff x="2767141" y="6551583"/>
            <a:chExt cx="439200" cy="316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71">
              <p14:nvContentPartPr>
                <p14:cNvPr id="411" name="Ink 410">
                  <a:extLst>
                    <a:ext uri="{FF2B5EF4-FFF2-40B4-BE49-F238E27FC236}">
                      <a16:creationId xmlns:a16="http://schemas.microsoft.com/office/drawing/2014/main" id="{9A6D53CE-2F6C-DD66-9D47-778347AD910E}"/>
                    </a:ext>
                  </a:extLst>
                </p14:cNvPr>
                <p14:cNvContentPartPr/>
                <p14:nvPr/>
              </p14:nvContentPartPr>
              <p14:xfrm>
                <a:off x="2780101" y="6552663"/>
                <a:ext cx="16560" cy="117000"/>
              </p14:xfrm>
            </p:contentPart>
          </mc:Choice>
          <mc:Fallback>
            <p:pic>
              <p:nvPicPr>
                <p:cNvPr id="411" name="Ink 410">
                  <a:extLst>
                    <a:ext uri="{FF2B5EF4-FFF2-40B4-BE49-F238E27FC236}">
                      <a16:creationId xmlns:a16="http://schemas.microsoft.com/office/drawing/2014/main" id="{9A6D53CE-2F6C-DD66-9D47-778347AD910E}"/>
                    </a:ext>
                  </a:extLst>
                </p:cNvPr>
                <p:cNvPicPr/>
                <p:nvPr/>
              </p:nvPicPr>
              <p:blipFill>
                <a:blip r:embed="rId672"/>
                <a:stretch>
                  <a:fillRect/>
                </a:stretch>
              </p:blipFill>
              <p:spPr>
                <a:xfrm>
                  <a:off x="2762461" y="6534663"/>
                  <a:ext cx="5220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3">
              <p14:nvContentPartPr>
                <p14:cNvPr id="412" name="Ink 411">
                  <a:extLst>
                    <a:ext uri="{FF2B5EF4-FFF2-40B4-BE49-F238E27FC236}">
                      <a16:creationId xmlns:a16="http://schemas.microsoft.com/office/drawing/2014/main" id="{DB75D697-2437-62DF-4A56-C56006B48DB7}"/>
                    </a:ext>
                  </a:extLst>
                </p14:cNvPr>
                <p14:cNvContentPartPr/>
                <p14:nvPr/>
              </p14:nvContentPartPr>
              <p14:xfrm>
                <a:off x="2964061" y="6551583"/>
                <a:ext cx="184320" cy="132120"/>
              </p14:xfrm>
            </p:contentPart>
          </mc:Choice>
          <mc:Fallback>
            <p:pic>
              <p:nvPicPr>
                <p:cNvPr id="412" name="Ink 411">
                  <a:extLst>
                    <a:ext uri="{FF2B5EF4-FFF2-40B4-BE49-F238E27FC236}">
                      <a16:creationId xmlns:a16="http://schemas.microsoft.com/office/drawing/2014/main" id="{DB75D697-2437-62DF-4A56-C56006B48DB7}"/>
                    </a:ext>
                  </a:extLst>
                </p:cNvPr>
                <p:cNvPicPr/>
                <p:nvPr/>
              </p:nvPicPr>
              <p:blipFill>
                <a:blip r:embed="rId674"/>
                <a:stretch>
                  <a:fillRect/>
                </a:stretch>
              </p:blipFill>
              <p:spPr>
                <a:xfrm>
                  <a:off x="2946061" y="6533583"/>
                  <a:ext cx="21996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5">
              <p14:nvContentPartPr>
                <p14:cNvPr id="413" name="Ink 412">
                  <a:extLst>
                    <a:ext uri="{FF2B5EF4-FFF2-40B4-BE49-F238E27FC236}">
                      <a16:creationId xmlns:a16="http://schemas.microsoft.com/office/drawing/2014/main" id="{85060977-3160-3E2E-8408-61C534350E6F}"/>
                    </a:ext>
                  </a:extLst>
                </p14:cNvPr>
                <p14:cNvContentPartPr/>
                <p14:nvPr/>
              </p14:nvContentPartPr>
              <p14:xfrm>
                <a:off x="2767141" y="6758943"/>
                <a:ext cx="129240" cy="109080"/>
              </p14:xfrm>
            </p:contentPart>
          </mc:Choice>
          <mc:Fallback>
            <p:pic>
              <p:nvPicPr>
                <p:cNvPr id="413" name="Ink 412">
                  <a:extLst>
                    <a:ext uri="{FF2B5EF4-FFF2-40B4-BE49-F238E27FC236}">
                      <a16:creationId xmlns:a16="http://schemas.microsoft.com/office/drawing/2014/main" id="{85060977-3160-3E2E-8408-61C534350E6F}"/>
                    </a:ext>
                  </a:extLst>
                </p:cNvPr>
                <p:cNvPicPr/>
                <p:nvPr/>
              </p:nvPicPr>
              <p:blipFill>
                <a:blip r:embed="rId676"/>
                <a:stretch>
                  <a:fillRect/>
                </a:stretch>
              </p:blipFill>
              <p:spPr>
                <a:xfrm>
                  <a:off x="2749141" y="6740943"/>
                  <a:ext cx="16488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7">
              <p14:nvContentPartPr>
                <p14:cNvPr id="414" name="Ink 413">
                  <a:extLst>
                    <a:ext uri="{FF2B5EF4-FFF2-40B4-BE49-F238E27FC236}">
                      <a16:creationId xmlns:a16="http://schemas.microsoft.com/office/drawing/2014/main" id="{90A4B077-A82E-23D1-25AE-2952E5633130}"/>
                    </a:ext>
                  </a:extLst>
                </p14:cNvPr>
                <p14:cNvContentPartPr/>
                <p14:nvPr/>
              </p14:nvContentPartPr>
              <p14:xfrm>
                <a:off x="3124621" y="6691623"/>
                <a:ext cx="81720" cy="57600"/>
              </p14:xfrm>
            </p:contentPart>
          </mc:Choice>
          <mc:Fallback>
            <p:pic>
              <p:nvPicPr>
                <p:cNvPr id="414" name="Ink 413">
                  <a:extLst>
                    <a:ext uri="{FF2B5EF4-FFF2-40B4-BE49-F238E27FC236}">
                      <a16:creationId xmlns:a16="http://schemas.microsoft.com/office/drawing/2014/main" id="{90A4B077-A82E-23D1-25AE-2952E5633130}"/>
                    </a:ext>
                  </a:extLst>
                </p:cNvPr>
                <p:cNvPicPr/>
                <p:nvPr/>
              </p:nvPicPr>
              <p:blipFill>
                <a:blip r:embed="rId678"/>
                <a:stretch>
                  <a:fillRect/>
                </a:stretch>
              </p:blipFill>
              <p:spPr>
                <a:xfrm>
                  <a:off x="3106981" y="6673983"/>
                  <a:ext cx="11736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9">
              <p14:nvContentPartPr>
                <p14:cNvPr id="415" name="Ink 414">
                  <a:extLst>
                    <a:ext uri="{FF2B5EF4-FFF2-40B4-BE49-F238E27FC236}">
                      <a16:creationId xmlns:a16="http://schemas.microsoft.com/office/drawing/2014/main" id="{A2386B51-BA4B-991C-6655-B491598A51E4}"/>
                    </a:ext>
                  </a:extLst>
                </p14:cNvPr>
                <p14:cNvContentPartPr/>
                <p14:nvPr/>
              </p14:nvContentPartPr>
              <p14:xfrm>
                <a:off x="3082861" y="6733383"/>
                <a:ext cx="111600" cy="116280"/>
              </p14:xfrm>
            </p:contentPart>
          </mc:Choice>
          <mc:Fallback>
            <p:pic>
              <p:nvPicPr>
                <p:cNvPr id="415" name="Ink 414">
                  <a:extLst>
                    <a:ext uri="{FF2B5EF4-FFF2-40B4-BE49-F238E27FC236}">
                      <a16:creationId xmlns:a16="http://schemas.microsoft.com/office/drawing/2014/main" id="{A2386B51-BA4B-991C-6655-B491598A51E4}"/>
                    </a:ext>
                  </a:extLst>
                </p:cNvPr>
                <p:cNvPicPr/>
                <p:nvPr/>
              </p:nvPicPr>
              <p:blipFill>
                <a:blip r:embed="rId680"/>
                <a:stretch>
                  <a:fillRect/>
                </a:stretch>
              </p:blipFill>
              <p:spPr>
                <a:xfrm>
                  <a:off x="3065221" y="6715743"/>
                  <a:ext cx="147240" cy="151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81">
            <p14:nvContentPartPr>
              <p14:cNvPr id="416" name="Ink 415">
                <a:extLst>
                  <a:ext uri="{FF2B5EF4-FFF2-40B4-BE49-F238E27FC236}">
                    <a16:creationId xmlns:a16="http://schemas.microsoft.com/office/drawing/2014/main" id="{BB0579C1-778B-83C6-3964-C18175D4D87D}"/>
                  </a:ext>
                </a:extLst>
              </p14:cNvPr>
              <p14:cNvContentPartPr/>
              <p14:nvPr/>
            </p14:nvContentPartPr>
            <p14:xfrm>
              <a:off x="3381661" y="6504063"/>
              <a:ext cx="88920" cy="353880"/>
            </p14:xfrm>
          </p:contentPart>
        </mc:Choice>
        <mc:Fallback>
          <p:pic>
            <p:nvPicPr>
              <p:cNvPr id="416" name="Ink 415">
                <a:extLst>
                  <a:ext uri="{FF2B5EF4-FFF2-40B4-BE49-F238E27FC236}">
                    <a16:creationId xmlns:a16="http://schemas.microsoft.com/office/drawing/2014/main" id="{BB0579C1-778B-83C6-3964-C18175D4D87D}"/>
                  </a:ext>
                </a:extLst>
              </p:cNvPr>
              <p:cNvPicPr/>
              <p:nvPr/>
            </p:nvPicPr>
            <p:blipFill>
              <a:blip r:embed="rId682"/>
              <a:stretch>
                <a:fillRect/>
              </a:stretch>
            </p:blipFill>
            <p:spPr>
              <a:xfrm>
                <a:off x="3364021" y="6486063"/>
                <a:ext cx="124560" cy="389520"/>
              </a:xfrm>
              <a:prstGeom prst="rect">
                <a:avLst/>
              </a:prstGeom>
            </p:spPr>
          </p:pic>
        </mc:Fallback>
      </mc:AlternateContent>
      <p:grpSp>
        <p:nvGrpSpPr>
          <p:cNvPr id="419" name="Group 418">
            <a:extLst>
              <a:ext uri="{FF2B5EF4-FFF2-40B4-BE49-F238E27FC236}">
                <a16:creationId xmlns:a16="http://schemas.microsoft.com/office/drawing/2014/main" id="{963C85A5-D124-D781-B01E-E7373CB2779A}"/>
              </a:ext>
            </a:extLst>
          </p:cNvPr>
          <p:cNvGrpSpPr/>
          <p:nvPr/>
        </p:nvGrpSpPr>
        <p:grpSpPr>
          <a:xfrm>
            <a:off x="3763261" y="6558423"/>
            <a:ext cx="136800" cy="113760"/>
            <a:chOff x="3763261" y="6558423"/>
            <a:chExt cx="136800" cy="113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83">
              <p14:nvContentPartPr>
                <p14:cNvPr id="417" name="Ink 416">
                  <a:extLst>
                    <a:ext uri="{FF2B5EF4-FFF2-40B4-BE49-F238E27FC236}">
                      <a16:creationId xmlns:a16="http://schemas.microsoft.com/office/drawing/2014/main" id="{F4E09DE4-BAB6-5FD7-5661-C4BC5ABDB0E2}"/>
                    </a:ext>
                  </a:extLst>
                </p14:cNvPr>
                <p14:cNvContentPartPr/>
                <p14:nvPr/>
              </p14:nvContentPartPr>
              <p14:xfrm>
                <a:off x="3763261" y="6558423"/>
                <a:ext cx="108720" cy="60120"/>
              </p14:xfrm>
            </p:contentPart>
          </mc:Choice>
          <mc:Fallback>
            <p:pic>
              <p:nvPicPr>
                <p:cNvPr id="417" name="Ink 416">
                  <a:extLst>
                    <a:ext uri="{FF2B5EF4-FFF2-40B4-BE49-F238E27FC236}">
                      <a16:creationId xmlns:a16="http://schemas.microsoft.com/office/drawing/2014/main" id="{F4E09DE4-BAB6-5FD7-5661-C4BC5ABDB0E2}"/>
                    </a:ext>
                  </a:extLst>
                </p:cNvPr>
                <p:cNvPicPr/>
                <p:nvPr/>
              </p:nvPicPr>
              <p:blipFill>
                <a:blip r:embed="rId684"/>
                <a:stretch>
                  <a:fillRect/>
                </a:stretch>
              </p:blipFill>
              <p:spPr>
                <a:xfrm>
                  <a:off x="3745261" y="6540423"/>
                  <a:ext cx="14436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5">
              <p14:nvContentPartPr>
                <p14:cNvPr id="418" name="Ink 417">
                  <a:extLst>
                    <a:ext uri="{FF2B5EF4-FFF2-40B4-BE49-F238E27FC236}">
                      <a16:creationId xmlns:a16="http://schemas.microsoft.com/office/drawing/2014/main" id="{A2D685EA-7CDA-D54A-545C-5040B2FC4E3D}"/>
                    </a:ext>
                  </a:extLst>
                </p14:cNvPr>
                <p14:cNvContentPartPr/>
                <p14:nvPr/>
              </p14:nvContentPartPr>
              <p14:xfrm>
                <a:off x="3773701" y="6647343"/>
                <a:ext cx="126360" cy="24840"/>
              </p14:xfrm>
            </p:contentPart>
          </mc:Choice>
          <mc:Fallback>
            <p:pic>
              <p:nvPicPr>
                <p:cNvPr id="418" name="Ink 417">
                  <a:extLst>
                    <a:ext uri="{FF2B5EF4-FFF2-40B4-BE49-F238E27FC236}">
                      <a16:creationId xmlns:a16="http://schemas.microsoft.com/office/drawing/2014/main" id="{A2D685EA-7CDA-D54A-545C-5040B2FC4E3D}"/>
                    </a:ext>
                  </a:extLst>
                </p:cNvPr>
                <p:cNvPicPr/>
                <p:nvPr/>
              </p:nvPicPr>
              <p:blipFill>
                <a:blip r:embed="rId686"/>
                <a:stretch>
                  <a:fillRect/>
                </a:stretch>
              </p:blipFill>
              <p:spPr>
                <a:xfrm>
                  <a:off x="3756061" y="6629703"/>
                  <a:ext cx="162000" cy="60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0" name="Group 429">
            <a:extLst>
              <a:ext uri="{FF2B5EF4-FFF2-40B4-BE49-F238E27FC236}">
                <a16:creationId xmlns:a16="http://schemas.microsoft.com/office/drawing/2014/main" id="{14C82841-3B68-A7A8-C453-F56BC26DF110}"/>
              </a:ext>
            </a:extLst>
          </p:cNvPr>
          <p:cNvGrpSpPr/>
          <p:nvPr/>
        </p:nvGrpSpPr>
        <p:grpSpPr>
          <a:xfrm>
            <a:off x="4431421" y="6531423"/>
            <a:ext cx="619200" cy="239040"/>
            <a:chOff x="4431421" y="6531423"/>
            <a:chExt cx="619200" cy="239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87">
              <p14:nvContentPartPr>
                <p14:cNvPr id="421" name="Ink 420">
                  <a:extLst>
                    <a:ext uri="{FF2B5EF4-FFF2-40B4-BE49-F238E27FC236}">
                      <a16:creationId xmlns:a16="http://schemas.microsoft.com/office/drawing/2014/main" id="{2D8EA4B9-51BC-FF27-C0A3-A75FB51A94A3}"/>
                    </a:ext>
                  </a:extLst>
                </p14:cNvPr>
                <p14:cNvContentPartPr/>
                <p14:nvPr/>
              </p14:nvContentPartPr>
              <p14:xfrm>
                <a:off x="4499821" y="6531423"/>
                <a:ext cx="118440" cy="41400"/>
              </p14:xfrm>
            </p:contentPart>
          </mc:Choice>
          <mc:Fallback>
            <p:pic>
              <p:nvPicPr>
                <p:cNvPr id="421" name="Ink 420">
                  <a:extLst>
                    <a:ext uri="{FF2B5EF4-FFF2-40B4-BE49-F238E27FC236}">
                      <a16:creationId xmlns:a16="http://schemas.microsoft.com/office/drawing/2014/main" id="{2D8EA4B9-51BC-FF27-C0A3-A75FB51A94A3}"/>
                    </a:ext>
                  </a:extLst>
                </p:cNvPr>
                <p:cNvPicPr/>
                <p:nvPr/>
              </p:nvPicPr>
              <p:blipFill>
                <a:blip r:embed="rId688"/>
                <a:stretch>
                  <a:fillRect/>
                </a:stretch>
              </p:blipFill>
              <p:spPr>
                <a:xfrm>
                  <a:off x="4482181" y="6513783"/>
                  <a:ext cx="15408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9">
              <p14:nvContentPartPr>
                <p14:cNvPr id="422" name="Ink 421">
                  <a:extLst>
                    <a:ext uri="{FF2B5EF4-FFF2-40B4-BE49-F238E27FC236}">
                      <a16:creationId xmlns:a16="http://schemas.microsoft.com/office/drawing/2014/main" id="{FEEE2526-55FC-BE13-E22A-30ADEB022DC2}"/>
                    </a:ext>
                  </a:extLst>
                </p14:cNvPr>
                <p14:cNvContentPartPr/>
                <p14:nvPr/>
              </p14:nvContentPartPr>
              <p14:xfrm>
                <a:off x="4431421" y="6563103"/>
                <a:ext cx="143280" cy="207360"/>
              </p14:xfrm>
            </p:contentPart>
          </mc:Choice>
          <mc:Fallback>
            <p:pic>
              <p:nvPicPr>
                <p:cNvPr id="422" name="Ink 421">
                  <a:extLst>
                    <a:ext uri="{FF2B5EF4-FFF2-40B4-BE49-F238E27FC236}">
                      <a16:creationId xmlns:a16="http://schemas.microsoft.com/office/drawing/2014/main" id="{FEEE2526-55FC-BE13-E22A-30ADEB022DC2}"/>
                    </a:ext>
                  </a:extLst>
                </p:cNvPr>
                <p:cNvPicPr/>
                <p:nvPr/>
              </p:nvPicPr>
              <p:blipFill>
                <a:blip r:embed="rId690"/>
                <a:stretch>
                  <a:fillRect/>
                </a:stretch>
              </p:blipFill>
              <p:spPr>
                <a:xfrm>
                  <a:off x="4413421" y="6545463"/>
                  <a:ext cx="178920" cy="24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1">
              <p14:nvContentPartPr>
                <p14:cNvPr id="423" name="Ink 422">
                  <a:extLst>
                    <a:ext uri="{FF2B5EF4-FFF2-40B4-BE49-F238E27FC236}">
                      <a16:creationId xmlns:a16="http://schemas.microsoft.com/office/drawing/2014/main" id="{D6615EE3-FE89-C893-B615-C307C3CFCE66}"/>
                    </a:ext>
                  </a:extLst>
                </p14:cNvPr>
                <p14:cNvContentPartPr/>
                <p14:nvPr/>
              </p14:nvContentPartPr>
              <p14:xfrm>
                <a:off x="4707901" y="6649143"/>
                <a:ext cx="126720" cy="45360"/>
              </p14:xfrm>
            </p:contentPart>
          </mc:Choice>
          <mc:Fallback>
            <p:pic>
              <p:nvPicPr>
                <p:cNvPr id="423" name="Ink 422">
                  <a:extLst>
                    <a:ext uri="{FF2B5EF4-FFF2-40B4-BE49-F238E27FC236}">
                      <a16:creationId xmlns:a16="http://schemas.microsoft.com/office/drawing/2014/main" id="{D6615EE3-FE89-C893-B615-C307C3CFCE66}"/>
                    </a:ext>
                  </a:extLst>
                </p:cNvPr>
                <p:cNvPicPr/>
                <p:nvPr/>
              </p:nvPicPr>
              <p:blipFill>
                <a:blip r:embed="rId692"/>
                <a:stretch>
                  <a:fillRect/>
                </a:stretch>
              </p:blipFill>
              <p:spPr>
                <a:xfrm>
                  <a:off x="4689901" y="6631503"/>
                  <a:ext cx="16236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3">
              <p14:nvContentPartPr>
                <p14:cNvPr id="424" name="Ink 423">
                  <a:extLst>
                    <a:ext uri="{FF2B5EF4-FFF2-40B4-BE49-F238E27FC236}">
                      <a16:creationId xmlns:a16="http://schemas.microsoft.com/office/drawing/2014/main" id="{2501D22D-63A1-2820-0BFA-9D88AC8599AC}"/>
                    </a:ext>
                  </a:extLst>
                </p14:cNvPr>
                <p14:cNvContentPartPr/>
                <p14:nvPr/>
              </p14:nvContentPartPr>
              <p14:xfrm>
                <a:off x="4954861" y="6539343"/>
                <a:ext cx="95760" cy="167760"/>
              </p14:xfrm>
            </p:contentPart>
          </mc:Choice>
          <mc:Fallback>
            <p:pic>
              <p:nvPicPr>
                <p:cNvPr id="424" name="Ink 423">
                  <a:extLst>
                    <a:ext uri="{FF2B5EF4-FFF2-40B4-BE49-F238E27FC236}">
                      <a16:creationId xmlns:a16="http://schemas.microsoft.com/office/drawing/2014/main" id="{2501D22D-63A1-2820-0BFA-9D88AC8599AC}"/>
                    </a:ext>
                  </a:extLst>
                </p:cNvPr>
                <p:cNvPicPr/>
                <p:nvPr/>
              </p:nvPicPr>
              <p:blipFill>
                <a:blip r:embed="rId694"/>
                <a:stretch>
                  <a:fillRect/>
                </a:stretch>
              </p:blipFill>
              <p:spPr>
                <a:xfrm>
                  <a:off x="4937221" y="6521703"/>
                  <a:ext cx="131400" cy="203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29" name="Group 428">
            <a:extLst>
              <a:ext uri="{FF2B5EF4-FFF2-40B4-BE49-F238E27FC236}">
                <a16:creationId xmlns:a16="http://schemas.microsoft.com/office/drawing/2014/main" id="{2A53A017-99C4-1FE7-77E5-C4FFB8626956}"/>
              </a:ext>
            </a:extLst>
          </p:cNvPr>
          <p:cNvGrpSpPr/>
          <p:nvPr/>
        </p:nvGrpSpPr>
        <p:grpSpPr>
          <a:xfrm>
            <a:off x="5257261" y="6463743"/>
            <a:ext cx="539640" cy="262440"/>
            <a:chOff x="5257261" y="6463743"/>
            <a:chExt cx="539640" cy="262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95">
              <p14:nvContentPartPr>
                <p14:cNvPr id="425" name="Ink 424">
                  <a:extLst>
                    <a:ext uri="{FF2B5EF4-FFF2-40B4-BE49-F238E27FC236}">
                      <a16:creationId xmlns:a16="http://schemas.microsoft.com/office/drawing/2014/main" id="{1EBC73CC-1C94-7948-695F-BC6D14A1EF42}"/>
                    </a:ext>
                  </a:extLst>
                </p14:cNvPr>
                <p14:cNvContentPartPr/>
                <p14:nvPr/>
              </p14:nvContentPartPr>
              <p14:xfrm>
                <a:off x="5262661" y="6586143"/>
                <a:ext cx="70920" cy="9000"/>
              </p14:xfrm>
            </p:contentPart>
          </mc:Choice>
          <mc:Fallback>
            <p:pic>
              <p:nvPicPr>
                <p:cNvPr id="425" name="Ink 424">
                  <a:extLst>
                    <a:ext uri="{FF2B5EF4-FFF2-40B4-BE49-F238E27FC236}">
                      <a16:creationId xmlns:a16="http://schemas.microsoft.com/office/drawing/2014/main" id="{1EBC73CC-1C94-7948-695F-BC6D14A1EF42}"/>
                    </a:ext>
                  </a:extLst>
                </p:cNvPr>
                <p:cNvPicPr/>
                <p:nvPr/>
              </p:nvPicPr>
              <p:blipFill>
                <a:blip r:embed="rId696"/>
                <a:stretch>
                  <a:fillRect/>
                </a:stretch>
              </p:blipFill>
              <p:spPr>
                <a:xfrm>
                  <a:off x="5244661" y="6568503"/>
                  <a:ext cx="10656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7">
              <p14:nvContentPartPr>
                <p14:cNvPr id="426" name="Ink 425">
                  <a:extLst>
                    <a:ext uri="{FF2B5EF4-FFF2-40B4-BE49-F238E27FC236}">
                      <a16:creationId xmlns:a16="http://schemas.microsoft.com/office/drawing/2014/main" id="{2E9668C2-C9C3-D0CD-6200-A764AFDF5B34}"/>
                    </a:ext>
                  </a:extLst>
                </p14:cNvPr>
                <p14:cNvContentPartPr/>
                <p14:nvPr/>
              </p14:nvContentPartPr>
              <p14:xfrm>
                <a:off x="5257261" y="6642663"/>
                <a:ext cx="198720" cy="41760"/>
              </p14:xfrm>
            </p:contentPart>
          </mc:Choice>
          <mc:Fallback>
            <p:pic>
              <p:nvPicPr>
                <p:cNvPr id="426" name="Ink 425">
                  <a:extLst>
                    <a:ext uri="{FF2B5EF4-FFF2-40B4-BE49-F238E27FC236}">
                      <a16:creationId xmlns:a16="http://schemas.microsoft.com/office/drawing/2014/main" id="{2E9668C2-C9C3-D0CD-6200-A764AFDF5B34}"/>
                    </a:ext>
                  </a:extLst>
                </p:cNvPr>
                <p:cNvPicPr/>
                <p:nvPr/>
              </p:nvPicPr>
              <p:blipFill>
                <a:blip r:embed="rId698"/>
                <a:stretch>
                  <a:fillRect/>
                </a:stretch>
              </p:blipFill>
              <p:spPr>
                <a:xfrm>
                  <a:off x="5239261" y="6624663"/>
                  <a:ext cx="23436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9">
              <p14:nvContentPartPr>
                <p14:cNvPr id="427" name="Ink 426">
                  <a:extLst>
                    <a:ext uri="{FF2B5EF4-FFF2-40B4-BE49-F238E27FC236}">
                      <a16:creationId xmlns:a16="http://schemas.microsoft.com/office/drawing/2014/main" id="{6A9BA42B-6872-B257-5DCA-D7732E02CC60}"/>
                    </a:ext>
                  </a:extLst>
                </p14:cNvPr>
                <p14:cNvContentPartPr/>
                <p14:nvPr/>
              </p14:nvContentPartPr>
              <p14:xfrm>
                <a:off x="5616901" y="6463743"/>
                <a:ext cx="154080" cy="49320"/>
              </p14:xfrm>
            </p:contentPart>
          </mc:Choice>
          <mc:Fallback>
            <p:pic>
              <p:nvPicPr>
                <p:cNvPr id="427" name="Ink 426">
                  <a:extLst>
                    <a:ext uri="{FF2B5EF4-FFF2-40B4-BE49-F238E27FC236}">
                      <a16:creationId xmlns:a16="http://schemas.microsoft.com/office/drawing/2014/main" id="{6A9BA42B-6872-B257-5DCA-D7732E02CC60}"/>
                    </a:ext>
                  </a:extLst>
                </p:cNvPr>
                <p:cNvPicPr/>
                <p:nvPr/>
              </p:nvPicPr>
              <p:blipFill>
                <a:blip r:embed="rId700"/>
                <a:stretch>
                  <a:fillRect/>
                </a:stretch>
              </p:blipFill>
              <p:spPr>
                <a:xfrm>
                  <a:off x="5599261" y="6445743"/>
                  <a:ext cx="18972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1">
              <p14:nvContentPartPr>
                <p14:cNvPr id="428" name="Ink 427">
                  <a:extLst>
                    <a:ext uri="{FF2B5EF4-FFF2-40B4-BE49-F238E27FC236}">
                      <a16:creationId xmlns:a16="http://schemas.microsoft.com/office/drawing/2014/main" id="{F50E9591-0562-563B-C4B4-A51BE98F26DE}"/>
                    </a:ext>
                  </a:extLst>
                </p14:cNvPr>
                <p14:cNvContentPartPr/>
                <p14:nvPr/>
              </p14:nvContentPartPr>
              <p14:xfrm>
                <a:off x="5588461" y="6478863"/>
                <a:ext cx="208440" cy="247320"/>
              </p14:xfrm>
            </p:contentPart>
          </mc:Choice>
          <mc:Fallback>
            <p:pic>
              <p:nvPicPr>
                <p:cNvPr id="428" name="Ink 427">
                  <a:extLst>
                    <a:ext uri="{FF2B5EF4-FFF2-40B4-BE49-F238E27FC236}">
                      <a16:creationId xmlns:a16="http://schemas.microsoft.com/office/drawing/2014/main" id="{F50E9591-0562-563B-C4B4-A51BE98F26DE}"/>
                    </a:ext>
                  </a:extLst>
                </p:cNvPr>
                <p:cNvPicPr/>
                <p:nvPr/>
              </p:nvPicPr>
              <p:blipFill>
                <a:blip r:embed="rId702"/>
                <a:stretch>
                  <a:fillRect/>
                </a:stretch>
              </p:blipFill>
              <p:spPr>
                <a:xfrm>
                  <a:off x="5570461" y="6461223"/>
                  <a:ext cx="244080" cy="282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03">
            <p14:nvContentPartPr>
              <p14:cNvPr id="431" name="Ink 430">
                <a:extLst>
                  <a:ext uri="{FF2B5EF4-FFF2-40B4-BE49-F238E27FC236}">
                    <a16:creationId xmlns:a16="http://schemas.microsoft.com/office/drawing/2014/main" id="{8B1977A5-C768-F7BB-B020-37C07B4B64B7}"/>
                  </a:ext>
                </a:extLst>
              </p14:cNvPr>
              <p14:cNvContentPartPr/>
              <p14:nvPr/>
            </p14:nvContentPartPr>
            <p14:xfrm>
              <a:off x="11249821" y="5756343"/>
              <a:ext cx="4680" cy="1440"/>
            </p14:xfrm>
          </p:contentPart>
        </mc:Choice>
        <mc:Fallback>
          <p:pic>
            <p:nvPicPr>
              <p:cNvPr id="431" name="Ink 430">
                <a:extLst>
                  <a:ext uri="{FF2B5EF4-FFF2-40B4-BE49-F238E27FC236}">
                    <a16:creationId xmlns:a16="http://schemas.microsoft.com/office/drawing/2014/main" id="{8B1977A5-C768-F7BB-B020-37C07B4B64B7}"/>
                  </a:ext>
                </a:extLst>
              </p:cNvPr>
              <p:cNvPicPr/>
              <p:nvPr/>
            </p:nvPicPr>
            <p:blipFill>
              <a:blip r:embed="rId255"/>
              <a:stretch>
                <a:fillRect/>
              </a:stretch>
            </p:blipFill>
            <p:spPr>
              <a:xfrm>
                <a:off x="11231821" y="5738703"/>
                <a:ext cx="40320" cy="3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04">
            <p14:nvContentPartPr>
              <p14:cNvPr id="432" name="Ink 431">
                <a:extLst>
                  <a:ext uri="{FF2B5EF4-FFF2-40B4-BE49-F238E27FC236}">
                    <a16:creationId xmlns:a16="http://schemas.microsoft.com/office/drawing/2014/main" id="{976B4BC0-8C52-5AB8-2212-E8C350E358D6}"/>
                  </a:ext>
                </a:extLst>
              </p14:cNvPr>
              <p14:cNvContentPartPr/>
              <p14:nvPr/>
            </p14:nvContentPartPr>
            <p14:xfrm>
              <a:off x="6076261" y="6511983"/>
              <a:ext cx="2880" cy="4680"/>
            </p14:xfrm>
          </p:contentPart>
        </mc:Choice>
        <mc:Fallback>
          <p:pic>
            <p:nvPicPr>
              <p:cNvPr id="432" name="Ink 431">
                <a:extLst>
                  <a:ext uri="{FF2B5EF4-FFF2-40B4-BE49-F238E27FC236}">
                    <a16:creationId xmlns:a16="http://schemas.microsoft.com/office/drawing/2014/main" id="{976B4BC0-8C52-5AB8-2212-E8C350E358D6}"/>
                  </a:ext>
                </a:extLst>
              </p:cNvPr>
              <p:cNvPicPr/>
              <p:nvPr/>
            </p:nvPicPr>
            <p:blipFill>
              <a:blip r:embed="rId705"/>
              <a:stretch>
                <a:fillRect/>
              </a:stretch>
            </p:blipFill>
            <p:spPr>
              <a:xfrm>
                <a:off x="6058261" y="6493983"/>
                <a:ext cx="38520" cy="40320"/>
              </a:xfrm>
              <a:prstGeom prst="rect">
                <a:avLst/>
              </a:prstGeom>
            </p:spPr>
          </p:pic>
        </mc:Fallback>
      </mc:AlternateContent>
      <p:grpSp>
        <p:nvGrpSpPr>
          <p:cNvPr id="441" name="Group 440">
            <a:extLst>
              <a:ext uri="{FF2B5EF4-FFF2-40B4-BE49-F238E27FC236}">
                <a16:creationId xmlns:a16="http://schemas.microsoft.com/office/drawing/2014/main" id="{FB441B6E-9096-E5CE-C1DA-8837200E71AC}"/>
              </a:ext>
            </a:extLst>
          </p:cNvPr>
          <p:cNvGrpSpPr/>
          <p:nvPr/>
        </p:nvGrpSpPr>
        <p:grpSpPr>
          <a:xfrm>
            <a:off x="10514341" y="1816503"/>
            <a:ext cx="365040" cy="209520"/>
            <a:chOff x="10514341" y="1816503"/>
            <a:chExt cx="365040" cy="209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06">
              <p14:nvContentPartPr>
                <p14:cNvPr id="433" name="Ink 432">
                  <a:extLst>
                    <a:ext uri="{FF2B5EF4-FFF2-40B4-BE49-F238E27FC236}">
                      <a16:creationId xmlns:a16="http://schemas.microsoft.com/office/drawing/2014/main" id="{A1396637-2F07-4C6C-5DDB-D8365CEEB6D1}"/>
                    </a:ext>
                  </a:extLst>
                </p14:cNvPr>
                <p14:cNvContentPartPr/>
                <p14:nvPr/>
              </p14:nvContentPartPr>
              <p14:xfrm>
                <a:off x="10514341" y="1887063"/>
                <a:ext cx="78840" cy="17640"/>
              </p14:xfrm>
            </p:contentPart>
          </mc:Choice>
          <mc:Fallback>
            <p:pic>
              <p:nvPicPr>
                <p:cNvPr id="433" name="Ink 432">
                  <a:extLst>
                    <a:ext uri="{FF2B5EF4-FFF2-40B4-BE49-F238E27FC236}">
                      <a16:creationId xmlns:a16="http://schemas.microsoft.com/office/drawing/2014/main" id="{A1396637-2F07-4C6C-5DDB-D8365CEEB6D1}"/>
                    </a:ext>
                  </a:extLst>
                </p:cNvPr>
                <p:cNvPicPr/>
                <p:nvPr/>
              </p:nvPicPr>
              <p:blipFill>
                <a:blip r:embed="rId707"/>
                <a:stretch>
                  <a:fillRect/>
                </a:stretch>
              </p:blipFill>
              <p:spPr>
                <a:xfrm>
                  <a:off x="10496701" y="1869423"/>
                  <a:ext cx="11448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8">
              <p14:nvContentPartPr>
                <p14:cNvPr id="434" name="Ink 433">
                  <a:extLst>
                    <a:ext uri="{FF2B5EF4-FFF2-40B4-BE49-F238E27FC236}">
                      <a16:creationId xmlns:a16="http://schemas.microsoft.com/office/drawing/2014/main" id="{F2D28091-D53B-C0DF-3BCA-84DDE191D248}"/>
                    </a:ext>
                  </a:extLst>
                </p14:cNvPr>
                <p14:cNvContentPartPr/>
                <p14:nvPr/>
              </p14:nvContentPartPr>
              <p14:xfrm>
                <a:off x="10642861" y="1816503"/>
                <a:ext cx="10440" cy="199080"/>
              </p14:xfrm>
            </p:contentPart>
          </mc:Choice>
          <mc:Fallback>
            <p:pic>
              <p:nvPicPr>
                <p:cNvPr id="434" name="Ink 433">
                  <a:extLst>
                    <a:ext uri="{FF2B5EF4-FFF2-40B4-BE49-F238E27FC236}">
                      <a16:creationId xmlns:a16="http://schemas.microsoft.com/office/drawing/2014/main" id="{F2D28091-D53B-C0DF-3BCA-84DDE191D248}"/>
                    </a:ext>
                  </a:extLst>
                </p:cNvPr>
                <p:cNvPicPr/>
                <p:nvPr/>
              </p:nvPicPr>
              <p:blipFill>
                <a:blip r:embed="rId709"/>
                <a:stretch>
                  <a:fillRect/>
                </a:stretch>
              </p:blipFill>
              <p:spPr>
                <a:xfrm>
                  <a:off x="10624861" y="1798863"/>
                  <a:ext cx="46080" cy="23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0">
              <p14:nvContentPartPr>
                <p14:cNvPr id="435" name="Ink 434">
                  <a:extLst>
                    <a:ext uri="{FF2B5EF4-FFF2-40B4-BE49-F238E27FC236}">
                      <a16:creationId xmlns:a16="http://schemas.microsoft.com/office/drawing/2014/main" id="{66D06B6E-7286-AAB6-0A7B-1EAE1555EB63}"/>
                    </a:ext>
                  </a:extLst>
                </p14:cNvPr>
                <p14:cNvContentPartPr/>
                <p14:nvPr/>
              </p14:nvContentPartPr>
              <p14:xfrm>
                <a:off x="10808461" y="1824063"/>
                <a:ext cx="70920" cy="40320"/>
              </p14:xfrm>
            </p:contentPart>
          </mc:Choice>
          <mc:Fallback>
            <p:pic>
              <p:nvPicPr>
                <p:cNvPr id="435" name="Ink 434">
                  <a:extLst>
                    <a:ext uri="{FF2B5EF4-FFF2-40B4-BE49-F238E27FC236}">
                      <a16:creationId xmlns:a16="http://schemas.microsoft.com/office/drawing/2014/main" id="{66D06B6E-7286-AAB6-0A7B-1EAE1555EB63}"/>
                    </a:ext>
                  </a:extLst>
                </p:cNvPr>
                <p:cNvPicPr/>
                <p:nvPr/>
              </p:nvPicPr>
              <p:blipFill>
                <a:blip r:embed="rId711"/>
                <a:stretch>
                  <a:fillRect/>
                </a:stretch>
              </p:blipFill>
              <p:spPr>
                <a:xfrm>
                  <a:off x="10790821" y="1806063"/>
                  <a:ext cx="10656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2">
              <p14:nvContentPartPr>
                <p14:cNvPr id="436" name="Ink 435">
                  <a:extLst>
                    <a:ext uri="{FF2B5EF4-FFF2-40B4-BE49-F238E27FC236}">
                      <a16:creationId xmlns:a16="http://schemas.microsoft.com/office/drawing/2014/main" id="{FBA74617-77E7-4F0C-79BF-E185A3B6628D}"/>
                    </a:ext>
                  </a:extLst>
                </p14:cNvPr>
                <p14:cNvContentPartPr/>
                <p14:nvPr/>
              </p14:nvContentPartPr>
              <p14:xfrm>
                <a:off x="10763821" y="1842423"/>
                <a:ext cx="108360" cy="183600"/>
              </p14:xfrm>
            </p:contentPart>
          </mc:Choice>
          <mc:Fallback>
            <p:pic>
              <p:nvPicPr>
                <p:cNvPr id="436" name="Ink 435">
                  <a:extLst>
                    <a:ext uri="{FF2B5EF4-FFF2-40B4-BE49-F238E27FC236}">
                      <a16:creationId xmlns:a16="http://schemas.microsoft.com/office/drawing/2014/main" id="{FBA74617-77E7-4F0C-79BF-E185A3B6628D}"/>
                    </a:ext>
                  </a:extLst>
                </p:cNvPr>
                <p:cNvPicPr/>
                <p:nvPr/>
              </p:nvPicPr>
              <p:blipFill>
                <a:blip r:embed="rId713"/>
                <a:stretch>
                  <a:fillRect/>
                </a:stretch>
              </p:blipFill>
              <p:spPr>
                <a:xfrm>
                  <a:off x="10746181" y="1824783"/>
                  <a:ext cx="144000" cy="219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14">
            <p14:nvContentPartPr>
              <p14:cNvPr id="437" name="Ink 436">
                <a:extLst>
                  <a:ext uri="{FF2B5EF4-FFF2-40B4-BE49-F238E27FC236}">
                    <a16:creationId xmlns:a16="http://schemas.microsoft.com/office/drawing/2014/main" id="{2B5CD1BB-ACA5-0C31-92E8-B5DF065D504C}"/>
                  </a:ext>
                </a:extLst>
              </p14:cNvPr>
              <p14:cNvContentPartPr/>
              <p14:nvPr/>
            </p14:nvContentPartPr>
            <p14:xfrm>
              <a:off x="11129221" y="1845663"/>
              <a:ext cx="137880" cy="182520"/>
            </p14:xfrm>
          </p:contentPart>
        </mc:Choice>
        <mc:Fallback>
          <p:pic>
            <p:nvPicPr>
              <p:cNvPr id="437" name="Ink 436">
                <a:extLst>
                  <a:ext uri="{FF2B5EF4-FFF2-40B4-BE49-F238E27FC236}">
                    <a16:creationId xmlns:a16="http://schemas.microsoft.com/office/drawing/2014/main" id="{2B5CD1BB-ACA5-0C31-92E8-B5DF065D504C}"/>
                  </a:ext>
                </a:extLst>
              </p:cNvPr>
              <p:cNvPicPr/>
              <p:nvPr/>
            </p:nvPicPr>
            <p:blipFill>
              <a:blip r:embed="rId715"/>
              <a:stretch>
                <a:fillRect/>
              </a:stretch>
            </p:blipFill>
            <p:spPr>
              <a:xfrm>
                <a:off x="11111221" y="1827663"/>
                <a:ext cx="173520" cy="218160"/>
              </a:xfrm>
              <a:prstGeom prst="rect">
                <a:avLst/>
              </a:prstGeom>
            </p:spPr>
          </p:pic>
        </mc:Fallback>
      </mc:AlternateContent>
      <p:grpSp>
        <p:nvGrpSpPr>
          <p:cNvPr id="440" name="Group 439">
            <a:extLst>
              <a:ext uri="{FF2B5EF4-FFF2-40B4-BE49-F238E27FC236}">
                <a16:creationId xmlns:a16="http://schemas.microsoft.com/office/drawing/2014/main" id="{6AC31E32-C46B-2822-5852-39B2AE99A87E}"/>
              </a:ext>
            </a:extLst>
          </p:cNvPr>
          <p:cNvGrpSpPr/>
          <p:nvPr/>
        </p:nvGrpSpPr>
        <p:grpSpPr>
          <a:xfrm>
            <a:off x="11634661" y="1810383"/>
            <a:ext cx="140400" cy="226440"/>
            <a:chOff x="11634661" y="1810383"/>
            <a:chExt cx="140400" cy="226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16">
              <p14:nvContentPartPr>
                <p14:cNvPr id="438" name="Ink 437">
                  <a:extLst>
                    <a:ext uri="{FF2B5EF4-FFF2-40B4-BE49-F238E27FC236}">
                      <a16:creationId xmlns:a16="http://schemas.microsoft.com/office/drawing/2014/main" id="{A0EF7DFC-F18C-8BE0-030A-5CCB6D5B5A14}"/>
                    </a:ext>
                  </a:extLst>
                </p14:cNvPr>
                <p14:cNvContentPartPr/>
                <p14:nvPr/>
              </p14:nvContentPartPr>
              <p14:xfrm>
                <a:off x="11635381" y="1810383"/>
                <a:ext cx="100080" cy="15480"/>
              </p14:xfrm>
            </p:contentPart>
          </mc:Choice>
          <mc:Fallback>
            <p:pic>
              <p:nvPicPr>
                <p:cNvPr id="438" name="Ink 437">
                  <a:extLst>
                    <a:ext uri="{FF2B5EF4-FFF2-40B4-BE49-F238E27FC236}">
                      <a16:creationId xmlns:a16="http://schemas.microsoft.com/office/drawing/2014/main" id="{A0EF7DFC-F18C-8BE0-030A-5CCB6D5B5A14}"/>
                    </a:ext>
                  </a:extLst>
                </p:cNvPr>
                <p:cNvPicPr/>
                <p:nvPr/>
              </p:nvPicPr>
              <p:blipFill>
                <a:blip r:embed="rId717"/>
                <a:stretch>
                  <a:fillRect/>
                </a:stretch>
              </p:blipFill>
              <p:spPr>
                <a:xfrm>
                  <a:off x="11617381" y="1792383"/>
                  <a:ext cx="13572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8">
              <p14:nvContentPartPr>
                <p14:cNvPr id="439" name="Ink 438">
                  <a:extLst>
                    <a:ext uri="{FF2B5EF4-FFF2-40B4-BE49-F238E27FC236}">
                      <a16:creationId xmlns:a16="http://schemas.microsoft.com/office/drawing/2014/main" id="{30522EBF-B881-9703-F9DD-65763605BBEC}"/>
                    </a:ext>
                  </a:extLst>
                </p14:cNvPr>
                <p14:cNvContentPartPr/>
                <p14:nvPr/>
              </p14:nvContentPartPr>
              <p14:xfrm>
                <a:off x="11634661" y="1811103"/>
                <a:ext cx="140400" cy="225720"/>
              </p14:xfrm>
            </p:contentPart>
          </mc:Choice>
          <mc:Fallback>
            <p:pic>
              <p:nvPicPr>
                <p:cNvPr id="439" name="Ink 438">
                  <a:extLst>
                    <a:ext uri="{FF2B5EF4-FFF2-40B4-BE49-F238E27FC236}">
                      <a16:creationId xmlns:a16="http://schemas.microsoft.com/office/drawing/2014/main" id="{30522EBF-B881-9703-F9DD-65763605BBEC}"/>
                    </a:ext>
                  </a:extLst>
                </p:cNvPr>
                <p:cNvPicPr/>
                <p:nvPr/>
              </p:nvPicPr>
              <p:blipFill>
                <a:blip r:embed="rId719"/>
                <a:stretch>
                  <a:fillRect/>
                </a:stretch>
              </p:blipFill>
              <p:spPr>
                <a:xfrm>
                  <a:off x="11617021" y="1793463"/>
                  <a:ext cx="176040" cy="2613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2160355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BD762811-B430-18F2-23A7-63792AEA50C3}"/>
              </a:ext>
            </a:extLst>
          </p:cNvPr>
          <p:cNvGrpSpPr/>
          <p:nvPr/>
        </p:nvGrpSpPr>
        <p:grpSpPr>
          <a:xfrm>
            <a:off x="1367166" y="352743"/>
            <a:ext cx="210240" cy="352800"/>
            <a:chOff x="1367166" y="352743"/>
            <a:chExt cx="210240" cy="352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1662AEDF-D126-1152-43C0-5C0AD05974C3}"/>
                    </a:ext>
                  </a:extLst>
                </p14:cNvPr>
                <p14:cNvContentPartPr/>
                <p14:nvPr/>
              </p14:nvContentPartPr>
              <p14:xfrm>
                <a:off x="1367166" y="372183"/>
                <a:ext cx="72360" cy="33336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1662AEDF-D126-1152-43C0-5C0AD05974C3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349526" y="354543"/>
                  <a:ext cx="108000" cy="36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ABA4BD59-EEA0-7AB4-2586-9E3E10226D45}"/>
                    </a:ext>
                  </a:extLst>
                </p14:cNvPr>
                <p14:cNvContentPartPr/>
                <p14:nvPr/>
              </p14:nvContentPartPr>
              <p14:xfrm>
                <a:off x="1377966" y="352743"/>
                <a:ext cx="199440" cy="34272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ABA4BD59-EEA0-7AB4-2586-9E3E10226D45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359966" y="334743"/>
                  <a:ext cx="235080" cy="378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A1702947-500C-9D75-79F8-12C39995AEDC}"/>
              </a:ext>
            </a:extLst>
          </p:cNvPr>
          <p:cNvGrpSpPr/>
          <p:nvPr/>
        </p:nvGrpSpPr>
        <p:grpSpPr>
          <a:xfrm>
            <a:off x="1808526" y="514023"/>
            <a:ext cx="209160" cy="164160"/>
            <a:chOff x="1808526" y="514023"/>
            <a:chExt cx="209160" cy="164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0573CDC0-252A-075F-B384-044B0926EF8D}"/>
                    </a:ext>
                  </a:extLst>
                </p14:cNvPr>
                <p14:cNvContentPartPr/>
                <p14:nvPr/>
              </p14:nvContentPartPr>
              <p14:xfrm>
                <a:off x="1862526" y="514023"/>
                <a:ext cx="114480" cy="1800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0573CDC0-252A-075F-B384-044B0926EF8D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844886" y="496023"/>
                  <a:ext cx="15012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2CC9D788-D16F-5FC9-000A-CD7E0F37D0B1}"/>
                    </a:ext>
                  </a:extLst>
                </p14:cNvPr>
                <p14:cNvContentPartPr/>
                <p14:nvPr/>
              </p14:nvContentPartPr>
              <p14:xfrm>
                <a:off x="1808526" y="632823"/>
                <a:ext cx="209160" cy="4536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2CC9D788-D16F-5FC9-000A-CD7E0F37D0B1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790526" y="615183"/>
                  <a:ext cx="244800" cy="81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DB4B4DE1-C6FD-D1F6-4F9A-EB52582B48A2}"/>
                  </a:ext>
                </a:extLst>
              </p14:cNvPr>
              <p14:cNvContentPartPr/>
              <p14:nvPr/>
            </p14:nvContentPartPr>
            <p14:xfrm>
              <a:off x="2801766" y="318183"/>
              <a:ext cx="369720" cy="139212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DB4B4DE1-C6FD-D1F6-4F9A-EB52582B48A2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783766" y="300183"/>
                <a:ext cx="405360" cy="1427760"/>
              </a:xfrm>
              <a:prstGeom prst="rect">
                <a:avLst/>
              </a:prstGeom>
            </p:spPr>
          </p:pic>
        </mc:Fallback>
      </mc:AlternateContent>
      <p:grpSp>
        <p:nvGrpSpPr>
          <p:cNvPr id="23" name="Group 22">
            <a:extLst>
              <a:ext uri="{FF2B5EF4-FFF2-40B4-BE49-F238E27FC236}">
                <a16:creationId xmlns:a16="http://schemas.microsoft.com/office/drawing/2014/main" id="{F20ADAF9-07A9-932B-BB2A-46C0AA1B7C32}"/>
              </a:ext>
            </a:extLst>
          </p:cNvPr>
          <p:cNvGrpSpPr/>
          <p:nvPr/>
        </p:nvGrpSpPr>
        <p:grpSpPr>
          <a:xfrm>
            <a:off x="3465246" y="384423"/>
            <a:ext cx="332280" cy="255960"/>
            <a:chOff x="3465246" y="384423"/>
            <a:chExt cx="332280" cy="255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BA0B879B-61DB-9C8D-4C0B-D40862FA9FF2}"/>
                    </a:ext>
                  </a:extLst>
                </p14:cNvPr>
                <p14:cNvContentPartPr/>
                <p14:nvPr/>
              </p14:nvContentPartPr>
              <p14:xfrm>
                <a:off x="3465246" y="463263"/>
                <a:ext cx="16200" cy="17712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BA0B879B-61DB-9C8D-4C0B-D40862FA9FF2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447606" y="445623"/>
                  <a:ext cx="5184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FA07903F-C418-CED6-EC50-D9B6E6B8515D}"/>
                    </a:ext>
                  </a:extLst>
                </p14:cNvPr>
                <p14:cNvContentPartPr/>
                <p14:nvPr/>
              </p14:nvContentPartPr>
              <p14:xfrm>
                <a:off x="3586566" y="472983"/>
                <a:ext cx="93600" cy="14688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FA07903F-C418-CED6-EC50-D9B6E6B8515D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568566" y="455343"/>
                  <a:ext cx="12924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A9D3407A-A3F9-2BCF-F688-4AC34A6BC05C}"/>
                    </a:ext>
                  </a:extLst>
                </p14:cNvPr>
                <p14:cNvContentPartPr/>
                <p14:nvPr/>
              </p14:nvContentPartPr>
              <p14:xfrm>
                <a:off x="3634806" y="384423"/>
                <a:ext cx="162720" cy="6300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A9D3407A-A3F9-2BCF-F688-4AC34A6BC05C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617166" y="366423"/>
                  <a:ext cx="198360" cy="98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F81FB808-7351-691A-DBA9-A199B3D4635A}"/>
                  </a:ext>
                </a:extLst>
              </p14:cNvPr>
              <p14:cNvContentPartPr/>
              <p14:nvPr/>
            </p14:nvContentPartPr>
            <p14:xfrm>
              <a:off x="4705446" y="339783"/>
              <a:ext cx="198720" cy="22248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F81FB808-7351-691A-DBA9-A199B3D4635A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4687806" y="321783"/>
                <a:ext cx="234360" cy="25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86158BC6-D1A7-EB4C-AC26-F3103317B01C}"/>
                  </a:ext>
                </a:extLst>
              </p14:cNvPr>
              <p14:cNvContentPartPr/>
              <p14:nvPr/>
            </p14:nvContentPartPr>
            <p14:xfrm>
              <a:off x="5516526" y="490263"/>
              <a:ext cx="161280" cy="1152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86158BC6-D1A7-EB4C-AC26-F3103317B01C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5498886" y="472263"/>
                <a:ext cx="196920" cy="47160"/>
              </a:xfrm>
              <a:prstGeom prst="rect">
                <a:avLst/>
              </a:prstGeom>
            </p:spPr>
          </p:pic>
        </mc:Fallback>
      </mc:AlternateContent>
      <p:grpSp>
        <p:nvGrpSpPr>
          <p:cNvPr id="22" name="Group 21">
            <a:extLst>
              <a:ext uri="{FF2B5EF4-FFF2-40B4-BE49-F238E27FC236}">
                <a16:creationId xmlns:a16="http://schemas.microsoft.com/office/drawing/2014/main" id="{FE1C7AF8-23C0-E6A2-BC9A-96C6DBA9382B}"/>
              </a:ext>
            </a:extLst>
          </p:cNvPr>
          <p:cNvGrpSpPr/>
          <p:nvPr/>
        </p:nvGrpSpPr>
        <p:grpSpPr>
          <a:xfrm>
            <a:off x="5898846" y="329343"/>
            <a:ext cx="408600" cy="237240"/>
            <a:chOff x="5898846" y="329343"/>
            <a:chExt cx="408600" cy="237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6934C9DE-57E1-EC3A-6B3A-366043647065}"/>
                    </a:ext>
                  </a:extLst>
                </p14:cNvPr>
                <p14:cNvContentPartPr/>
                <p14:nvPr/>
              </p14:nvContentPartPr>
              <p14:xfrm>
                <a:off x="5898846" y="329343"/>
                <a:ext cx="59400" cy="23724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6934C9DE-57E1-EC3A-6B3A-366043647065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5880846" y="311703"/>
                  <a:ext cx="95040" cy="27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319D9AD3-D410-29BE-E033-AFE619161C0E}"/>
                    </a:ext>
                  </a:extLst>
                </p14:cNvPr>
                <p14:cNvContentPartPr/>
                <p14:nvPr/>
              </p14:nvContentPartPr>
              <p14:xfrm>
                <a:off x="6108726" y="343023"/>
                <a:ext cx="198720" cy="18324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319D9AD3-D410-29BE-E033-AFE619161C0E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6090726" y="325383"/>
                  <a:ext cx="234360" cy="218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DD0934EE-6F0E-9B89-7C26-FC48BBFE9F04}"/>
                  </a:ext>
                </a:extLst>
              </p14:cNvPr>
              <p14:cNvContentPartPr/>
              <p14:nvPr/>
            </p14:nvContentPartPr>
            <p14:xfrm>
              <a:off x="3640206" y="883743"/>
              <a:ext cx="138240" cy="19332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DD0934EE-6F0E-9B89-7C26-FC48BBFE9F04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3622206" y="866103"/>
                <a:ext cx="173880" cy="228960"/>
              </a:xfrm>
              <a:prstGeom prst="rect">
                <a:avLst/>
              </a:prstGeom>
            </p:spPr>
          </p:pic>
        </mc:Fallback>
      </mc:AlternateContent>
      <p:grpSp>
        <p:nvGrpSpPr>
          <p:cNvPr id="21" name="Group 20">
            <a:extLst>
              <a:ext uri="{FF2B5EF4-FFF2-40B4-BE49-F238E27FC236}">
                <a16:creationId xmlns:a16="http://schemas.microsoft.com/office/drawing/2014/main" id="{8F897CEB-4AD9-89F2-9EDC-41547D9D9DB5}"/>
              </a:ext>
            </a:extLst>
          </p:cNvPr>
          <p:cNvGrpSpPr/>
          <p:nvPr/>
        </p:nvGrpSpPr>
        <p:grpSpPr>
          <a:xfrm>
            <a:off x="4375686" y="854583"/>
            <a:ext cx="468360" cy="188280"/>
            <a:chOff x="4375686" y="854583"/>
            <a:chExt cx="468360" cy="188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C059C240-A39A-1847-A30E-1FB424CEC339}"/>
                    </a:ext>
                  </a:extLst>
                </p14:cNvPr>
                <p14:cNvContentPartPr/>
                <p14:nvPr/>
              </p14:nvContentPartPr>
              <p14:xfrm>
                <a:off x="4375686" y="994623"/>
                <a:ext cx="135360" cy="2520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C059C240-A39A-1847-A30E-1FB424CEC339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358046" y="976623"/>
                  <a:ext cx="17100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4993F2B5-2790-320A-9CBD-73320D01BECA}"/>
                    </a:ext>
                  </a:extLst>
                </p14:cNvPr>
                <p14:cNvContentPartPr/>
                <p14:nvPr/>
              </p14:nvContentPartPr>
              <p14:xfrm>
                <a:off x="4662966" y="854583"/>
                <a:ext cx="181080" cy="18828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4993F2B5-2790-320A-9CBD-73320D01BECA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645326" y="836943"/>
                  <a:ext cx="216720" cy="223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0D9C87AB-C016-F0FD-7FBB-FC6EA237705A}"/>
                  </a:ext>
                </a:extLst>
              </p14:cNvPr>
              <p14:cNvContentPartPr/>
              <p14:nvPr/>
            </p14:nvContentPartPr>
            <p14:xfrm>
              <a:off x="5699766" y="802023"/>
              <a:ext cx="170640" cy="19044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0D9C87AB-C016-F0FD-7FBB-FC6EA237705A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5682126" y="784023"/>
                <a:ext cx="206280" cy="226080"/>
              </a:xfrm>
              <a:prstGeom prst="rect">
                <a:avLst/>
              </a:prstGeom>
            </p:spPr>
          </p:pic>
        </mc:Fallback>
      </mc:AlternateContent>
      <p:grpSp>
        <p:nvGrpSpPr>
          <p:cNvPr id="28" name="Group 27">
            <a:extLst>
              <a:ext uri="{FF2B5EF4-FFF2-40B4-BE49-F238E27FC236}">
                <a16:creationId xmlns:a16="http://schemas.microsoft.com/office/drawing/2014/main" id="{BB85A6A5-0C06-01A0-9D3F-5E82FD2CCE40}"/>
              </a:ext>
            </a:extLst>
          </p:cNvPr>
          <p:cNvGrpSpPr/>
          <p:nvPr/>
        </p:nvGrpSpPr>
        <p:grpSpPr>
          <a:xfrm>
            <a:off x="3205326" y="1286583"/>
            <a:ext cx="588600" cy="244080"/>
            <a:chOff x="3205326" y="1286583"/>
            <a:chExt cx="588600" cy="244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6F81B1F9-54A2-E1D3-4644-CDE6C6DA4FBD}"/>
                    </a:ext>
                  </a:extLst>
                </p14:cNvPr>
                <p14:cNvContentPartPr/>
                <p14:nvPr/>
              </p14:nvContentPartPr>
              <p14:xfrm>
                <a:off x="3205326" y="1373343"/>
                <a:ext cx="167400" cy="2448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6F81B1F9-54A2-E1D3-4644-CDE6C6DA4FBD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187686" y="1355343"/>
                  <a:ext cx="20304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3D663356-34CB-D3D9-8087-8908B1086399}"/>
                    </a:ext>
                  </a:extLst>
                </p14:cNvPr>
                <p14:cNvContentPartPr/>
                <p14:nvPr/>
              </p14:nvContentPartPr>
              <p14:xfrm>
                <a:off x="3448686" y="1330863"/>
                <a:ext cx="22680" cy="19980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3D663356-34CB-D3D9-8087-8908B1086399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430686" y="1313223"/>
                  <a:ext cx="58320" cy="23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74621414-B9E8-587A-FE47-F090F547D2D1}"/>
                    </a:ext>
                  </a:extLst>
                </p14:cNvPr>
                <p14:cNvContentPartPr/>
                <p14:nvPr/>
              </p14:nvContentPartPr>
              <p14:xfrm>
                <a:off x="3648486" y="1286583"/>
                <a:ext cx="117000" cy="6372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74621414-B9E8-587A-FE47-F090F547D2D1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630486" y="1268943"/>
                  <a:ext cx="15264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82D5F8FC-60EA-6674-B6A8-DC3A29F891F3}"/>
                    </a:ext>
                  </a:extLst>
                </p14:cNvPr>
                <p14:cNvContentPartPr/>
                <p14:nvPr/>
              </p14:nvContentPartPr>
              <p14:xfrm>
                <a:off x="3631926" y="1304223"/>
                <a:ext cx="162000" cy="19836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82D5F8FC-60EA-6674-B6A8-DC3A29F891F3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613926" y="1286583"/>
                  <a:ext cx="197640" cy="234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481D6933-8CE2-27BF-8986-D349C6AB3DDA}"/>
                  </a:ext>
                </a:extLst>
              </p14:cNvPr>
              <p14:cNvContentPartPr/>
              <p14:nvPr/>
            </p14:nvContentPartPr>
            <p14:xfrm>
              <a:off x="4611126" y="1334103"/>
              <a:ext cx="144000" cy="162360"/>
            </p14:xfrm>
          </p:contentPart>
        </mc:Choice>
        <mc:Fallback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481D6933-8CE2-27BF-8986-D349C6AB3DDA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4593126" y="1316463"/>
                <a:ext cx="179640" cy="19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33" name="Group 32">
            <a:extLst>
              <a:ext uri="{FF2B5EF4-FFF2-40B4-BE49-F238E27FC236}">
                <a16:creationId xmlns:a16="http://schemas.microsoft.com/office/drawing/2014/main" id="{E6369168-D25C-6471-A1CA-C68663531622}"/>
              </a:ext>
            </a:extLst>
          </p:cNvPr>
          <p:cNvGrpSpPr/>
          <p:nvPr/>
        </p:nvGrpSpPr>
        <p:grpSpPr>
          <a:xfrm>
            <a:off x="5709126" y="1208823"/>
            <a:ext cx="182160" cy="265680"/>
            <a:chOff x="5709126" y="1208823"/>
            <a:chExt cx="182160" cy="265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5DBEDF64-24AD-950F-FA4B-922A88C2DEFB}"/>
                    </a:ext>
                  </a:extLst>
                </p14:cNvPr>
                <p14:cNvContentPartPr/>
                <p14:nvPr/>
              </p14:nvContentPartPr>
              <p14:xfrm>
                <a:off x="5802366" y="1208823"/>
                <a:ext cx="82800" cy="2592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5DBEDF64-24AD-950F-FA4B-922A88C2DEFB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784366" y="1190823"/>
                  <a:ext cx="11844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C9EFB037-F813-2912-9A4F-EAB5EBB68C9F}"/>
                    </a:ext>
                  </a:extLst>
                </p14:cNvPr>
                <p14:cNvContentPartPr/>
                <p14:nvPr/>
              </p14:nvContentPartPr>
              <p14:xfrm>
                <a:off x="5709126" y="1222503"/>
                <a:ext cx="182160" cy="25200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C9EFB037-F813-2912-9A4F-EAB5EBB68C9F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691126" y="1204863"/>
                  <a:ext cx="217800" cy="287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41DD506C-A49D-B32F-1EBF-881F052D02CB}"/>
                  </a:ext>
                </a:extLst>
              </p14:cNvPr>
              <p14:cNvContentPartPr/>
              <p14:nvPr/>
            </p14:nvContentPartPr>
            <p14:xfrm>
              <a:off x="6328326" y="222783"/>
              <a:ext cx="383040" cy="1433880"/>
            </p14:xfrm>
          </p:contentPart>
        </mc:Choice>
        <mc:Fallback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41DD506C-A49D-B32F-1EBF-881F052D02CB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6310326" y="205143"/>
                <a:ext cx="418680" cy="1469520"/>
              </a:xfrm>
              <a:prstGeom prst="rect">
                <a:avLst/>
              </a:prstGeom>
            </p:spPr>
          </p:pic>
        </mc:Fallback>
      </mc:AlternateContent>
      <p:grpSp>
        <p:nvGrpSpPr>
          <p:cNvPr id="42" name="Group 41">
            <a:extLst>
              <a:ext uri="{FF2B5EF4-FFF2-40B4-BE49-F238E27FC236}">
                <a16:creationId xmlns:a16="http://schemas.microsoft.com/office/drawing/2014/main" id="{E3BFA9F8-FEEF-F17E-7961-B58B4771E444}"/>
              </a:ext>
            </a:extLst>
          </p:cNvPr>
          <p:cNvGrpSpPr/>
          <p:nvPr/>
        </p:nvGrpSpPr>
        <p:grpSpPr>
          <a:xfrm>
            <a:off x="391206" y="2220783"/>
            <a:ext cx="1156320" cy="693720"/>
            <a:chOff x="391206" y="2220783"/>
            <a:chExt cx="1156320" cy="693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5A42CA0C-BC73-AEC2-D046-D5AF622C76D9}"/>
                    </a:ext>
                  </a:extLst>
                </p14:cNvPr>
                <p14:cNvContentPartPr/>
                <p14:nvPr/>
              </p14:nvContentPartPr>
              <p14:xfrm>
                <a:off x="391206" y="2441103"/>
                <a:ext cx="217080" cy="21600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5A42CA0C-BC73-AEC2-D046-D5AF622C76D9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73206" y="2423103"/>
                  <a:ext cx="252720" cy="25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5423EE94-4614-0B8C-CF5C-862415FE13F7}"/>
                    </a:ext>
                  </a:extLst>
                </p14:cNvPr>
                <p14:cNvContentPartPr/>
                <p14:nvPr/>
              </p14:nvContentPartPr>
              <p14:xfrm>
                <a:off x="687126" y="2316183"/>
                <a:ext cx="122400" cy="32040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5423EE94-4614-0B8C-CF5C-862415FE13F7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69126" y="2298543"/>
                  <a:ext cx="158040" cy="35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7A81E6B1-C918-B994-9047-18BA515E8EE6}"/>
                    </a:ext>
                  </a:extLst>
                </p14:cNvPr>
                <p14:cNvContentPartPr/>
                <p14:nvPr/>
              </p14:nvContentPartPr>
              <p14:xfrm>
                <a:off x="708006" y="2485743"/>
                <a:ext cx="212040" cy="42876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7A81E6B1-C918-B994-9047-18BA515E8EE6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690006" y="2468103"/>
                  <a:ext cx="247680" cy="46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30296300-B625-2996-DC56-708D9B603F2E}"/>
                    </a:ext>
                  </a:extLst>
                </p14:cNvPr>
                <p14:cNvContentPartPr/>
                <p14:nvPr/>
              </p14:nvContentPartPr>
              <p14:xfrm>
                <a:off x="1004646" y="2220783"/>
                <a:ext cx="6840" cy="4320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30296300-B625-2996-DC56-708D9B603F2E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986646" y="2203143"/>
                  <a:ext cx="4248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A9C8324B-5266-57D9-CF06-0C3ED65E0C3C}"/>
                    </a:ext>
                  </a:extLst>
                </p14:cNvPr>
                <p14:cNvContentPartPr/>
                <p14:nvPr/>
              </p14:nvContentPartPr>
              <p14:xfrm>
                <a:off x="1101846" y="2366223"/>
                <a:ext cx="186840" cy="33660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A9C8324B-5266-57D9-CF06-0C3ED65E0C3C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083846" y="2348583"/>
                  <a:ext cx="222480" cy="37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1A6EBADF-015A-E097-FA2B-338B3878CB7C}"/>
                    </a:ext>
                  </a:extLst>
                </p14:cNvPr>
                <p14:cNvContentPartPr/>
                <p14:nvPr/>
              </p14:nvContentPartPr>
              <p14:xfrm>
                <a:off x="1104006" y="2525343"/>
                <a:ext cx="143640" cy="3528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1A6EBADF-015A-E097-FA2B-338B3878CB7C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086366" y="2507703"/>
                  <a:ext cx="17928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EC407F25-C5EA-F5E6-4333-942FC36C8C44}"/>
                    </a:ext>
                  </a:extLst>
                </p14:cNvPr>
                <p14:cNvContentPartPr/>
                <p14:nvPr/>
              </p14:nvContentPartPr>
              <p14:xfrm>
                <a:off x="1417926" y="2499423"/>
                <a:ext cx="78120" cy="1008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EC407F25-C5EA-F5E6-4333-942FC36C8C44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399926" y="2481423"/>
                  <a:ext cx="11376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EF3EF17B-DF0C-4167-63E9-2CC58ED1A3DB}"/>
                    </a:ext>
                  </a:extLst>
                </p14:cNvPr>
                <p14:cNvContentPartPr/>
                <p14:nvPr/>
              </p14:nvContentPartPr>
              <p14:xfrm>
                <a:off x="1427646" y="2563503"/>
                <a:ext cx="119880" cy="2736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EF3EF17B-DF0C-4167-63E9-2CC58ED1A3DB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410006" y="2545503"/>
                  <a:ext cx="155520" cy="63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D743069F-6821-9133-CDD9-958DFC445514}"/>
              </a:ext>
            </a:extLst>
          </p:cNvPr>
          <p:cNvGrpSpPr/>
          <p:nvPr/>
        </p:nvGrpSpPr>
        <p:grpSpPr>
          <a:xfrm>
            <a:off x="1943526" y="2164263"/>
            <a:ext cx="1851480" cy="801720"/>
            <a:chOff x="1943526" y="2164263"/>
            <a:chExt cx="1851480" cy="801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781D30D1-17A6-E40F-2673-179181EEECEA}"/>
                    </a:ext>
                  </a:extLst>
                </p14:cNvPr>
                <p14:cNvContentPartPr/>
                <p14:nvPr/>
              </p14:nvContentPartPr>
              <p14:xfrm>
                <a:off x="2017686" y="2164263"/>
                <a:ext cx="141480" cy="41904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781D30D1-17A6-E40F-2673-179181EEECEA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2000046" y="2146263"/>
                  <a:ext cx="177120" cy="45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EB23937D-FBDE-26DA-C716-E9B003F05A43}"/>
                    </a:ext>
                  </a:extLst>
                </p14:cNvPr>
                <p14:cNvContentPartPr/>
                <p14:nvPr/>
              </p14:nvContentPartPr>
              <p14:xfrm>
                <a:off x="1943526" y="2338143"/>
                <a:ext cx="158040" cy="3132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EB23937D-FBDE-26DA-C716-E9B003F05A43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925886" y="2320503"/>
                  <a:ext cx="19368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6F403EB1-231A-C8C6-8473-053F34AD2D5B}"/>
                    </a:ext>
                  </a:extLst>
                </p14:cNvPr>
                <p14:cNvContentPartPr/>
                <p14:nvPr/>
              </p14:nvContentPartPr>
              <p14:xfrm>
                <a:off x="2166006" y="2335623"/>
                <a:ext cx="119880" cy="20772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6F403EB1-231A-C8C6-8473-053F34AD2D5B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2148006" y="2317983"/>
                  <a:ext cx="155520" cy="24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4946750D-E080-9BBD-7663-53A5EF80A094}"/>
                    </a:ext>
                  </a:extLst>
                </p14:cNvPr>
                <p14:cNvContentPartPr/>
                <p14:nvPr/>
              </p14:nvContentPartPr>
              <p14:xfrm>
                <a:off x="2328366" y="2363343"/>
                <a:ext cx="147240" cy="17136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4946750D-E080-9BBD-7663-53A5EF80A094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2310726" y="2345343"/>
                  <a:ext cx="18288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6C606010-454E-7F30-29D9-13108BE8049F}"/>
                    </a:ext>
                  </a:extLst>
                </p14:cNvPr>
                <p14:cNvContentPartPr/>
                <p14:nvPr/>
              </p14:nvContentPartPr>
              <p14:xfrm>
                <a:off x="2544366" y="2393943"/>
                <a:ext cx="173160" cy="14364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6C606010-454E-7F30-29D9-13108BE8049F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2526726" y="2375943"/>
                  <a:ext cx="20880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62BB098A-4E29-B11B-4704-732F113612A8}"/>
                    </a:ext>
                  </a:extLst>
                </p14:cNvPr>
                <p14:cNvContentPartPr/>
                <p14:nvPr/>
              </p14:nvContentPartPr>
              <p14:xfrm>
                <a:off x="2768646" y="2358663"/>
                <a:ext cx="70200" cy="16416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62BB098A-4E29-B11B-4704-732F113612A8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2751006" y="2340663"/>
                  <a:ext cx="10584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349C0E1B-8F32-7E10-24ED-9FDD6891B908}"/>
                    </a:ext>
                  </a:extLst>
                </p14:cNvPr>
                <p14:cNvContentPartPr/>
                <p14:nvPr/>
              </p14:nvContentPartPr>
              <p14:xfrm>
                <a:off x="2953326" y="2331303"/>
                <a:ext cx="74520" cy="63468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349C0E1B-8F32-7E10-24ED-9FDD6891B908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2935326" y="2313663"/>
                  <a:ext cx="110160" cy="67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77EFF86E-32B3-A4F0-E7B7-1A67F96818D5}"/>
                    </a:ext>
                  </a:extLst>
                </p14:cNvPr>
                <p14:cNvContentPartPr/>
                <p14:nvPr/>
              </p14:nvContentPartPr>
              <p14:xfrm>
                <a:off x="2988606" y="2372343"/>
                <a:ext cx="164520" cy="15120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77EFF86E-32B3-A4F0-E7B7-1A67F96818D5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2970966" y="2354703"/>
                  <a:ext cx="20016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2426C959-74B3-6785-5032-15A1B21501C2}"/>
                    </a:ext>
                  </a:extLst>
                </p14:cNvPr>
                <p14:cNvContentPartPr/>
                <p14:nvPr/>
              </p14:nvContentPartPr>
              <p14:xfrm>
                <a:off x="3190206" y="2325903"/>
                <a:ext cx="604800" cy="21312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2426C959-74B3-6785-5032-15A1B21501C2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3172566" y="2308263"/>
                  <a:ext cx="640440" cy="248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84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3E50F7E2-034F-3DFC-537D-DE6CA28376CC}"/>
                  </a:ext>
                </a:extLst>
              </p14:cNvPr>
              <p14:cNvContentPartPr/>
              <p14:nvPr/>
            </p14:nvContentPartPr>
            <p14:xfrm>
              <a:off x="4193886" y="2222223"/>
              <a:ext cx="351360" cy="742320"/>
            </p14:xfrm>
          </p:contentPart>
        </mc:Choice>
        <mc:Fallback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3E50F7E2-034F-3DFC-537D-DE6CA28376CC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4176246" y="2204223"/>
                <a:ext cx="387000" cy="777960"/>
              </a:xfrm>
              <a:prstGeom prst="rect">
                <a:avLst/>
              </a:prstGeom>
            </p:spPr>
          </p:pic>
        </mc:Fallback>
      </mc:AlternateContent>
      <p:grpSp>
        <p:nvGrpSpPr>
          <p:cNvPr id="83" name="Group 82">
            <a:extLst>
              <a:ext uri="{FF2B5EF4-FFF2-40B4-BE49-F238E27FC236}">
                <a16:creationId xmlns:a16="http://schemas.microsoft.com/office/drawing/2014/main" id="{9E525D14-E04F-F94D-86F6-BF5FE9506BE6}"/>
              </a:ext>
            </a:extLst>
          </p:cNvPr>
          <p:cNvGrpSpPr/>
          <p:nvPr/>
        </p:nvGrpSpPr>
        <p:grpSpPr>
          <a:xfrm>
            <a:off x="5037366" y="2236263"/>
            <a:ext cx="194400" cy="261720"/>
            <a:chOff x="5037366" y="2236263"/>
            <a:chExt cx="194400" cy="261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5DD2A214-6D15-69D3-3016-D08DA9441B84}"/>
                    </a:ext>
                  </a:extLst>
                </p14:cNvPr>
                <p14:cNvContentPartPr/>
                <p14:nvPr/>
              </p14:nvContentPartPr>
              <p14:xfrm>
                <a:off x="5039886" y="2252103"/>
                <a:ext cx="62640" cy="24588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5DD2A214-6D15-69D3-3016-D08DA9441B84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5022246" y="2234463"/>
                  <a:ext cx="98280" cy="28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CE5D77B7-CBB3-73CF-1D4E-CE5E7E5DC586}"/>
                    </a:ext>
                  </a:extLst>
                </p14:cNvPr>
                <p14:cNvContentPartPr/>
                <p14:nvPr/>
              </p14:nvContentPartPr>
              <p14:xfrm>
                <a:off x="5037366" y="2236263"/>
                <a:ext cx="194400" cy="24768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CE5D77B7-CBB3-73CF-1D4E-CE5E7E5DC586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5019726" y="2218623"/>
                  <a:ext cx="230040" cy="283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5C23F73B-1E05-1CDA-BB35-BFC96222FC7A}"/>
              </a:ext>
            </a:extLst>
          </p:cNvPr>
          <p:cNvGrpSpPr/>
          <p:nvPr/>
        </p:nvGrpSpPr>
        <p:grpSpPr>
          <a:xfrm>
            <a:off x="5545686" y="2307183"/>
            <a:ext cx="182880" cy="126360"/>
            <a:chOff x="5545686" y="2307183"/>
            <a:chExt cx="182880" cy="126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A72E61EA-4554-1B9D-00CF-EEE06F26CCED}"/>
                    </a:ext>
                  </a:extLst>
                </p14:cNvPr>
                <p14:cNvContentPartPr/>
                <p14:nvPr/>
              </p14:nvContentPartPr>
              <p14:xfrm>
                <a:off x="5606166" y="2307183"/>
                <a:ext cx="91800" cy="936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A72E61EA-4554-1B9D-00CF-EEE06F26CCED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5588526" y="2289183"/>
                  <a:ext cx="12744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63393470-60D4-5C27-1087-98AAF7410C33}"/>
                    </a:ext>
                  </a:extLst>
                </p14:cNvPr>
                <p14:cNvContentPartPr/>
                <p14:nvPr/>
              </p14:nvContentPartPr>
              <p14:xfrm>
                <a:off x="5545686" y="2393583"/>
                <a:ext cx="182880" cy="3996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63393470-60D4-5C27-1087-98AAF7410C33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5528046" y="2375943"/>
                  <a:ext cx="218520" cy="75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14C2DB5C-8356-602C-006E-34F2362214C3}"/>
              </a:ext>
            </a:extLst>
          </p:cNvPr>
          <p:cNvGrpSpPr/>
          <p:nvPr/>
        </p:nvGrpSpPr>
        <p:grpSpPr>
          <a:xfrm>
            <a:off x="6561966" y="1990383"/>
            <a:ext cx="1095480" cy="1602720"/>
            <a:chOff x="6561966" y="1990383"/>
            <a:chExt cx="1095480" cy="1602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713FB417-D220-0B38-C899-2204D10ABA38}"/>
                    </a:ext>
                  </a:extLst>
                </p14:cNvPr>
                <p14:cNvContentPartPr/>
                <p14:nvPr/>
              </p14:nvContentPartPr>
              <p14:xfrm>
                <a:off x="6561966" y="1990383"/>
                <a:ext cx="370080" cy="160272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713FB417-D220-0B38-C899-2204D10ABA38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6544326" y="1972743"/>
                  <a:ext cx="405720" cy="163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7FF8DCB6-86B8-5B08-C77F-C3F74E15435C}"/>
                    </a:ext>
                  </a:extLst>
                </p14:cNvPr>
                <p14:cNvContentPartPr/>
                <p14:nvPr/>
              </p14:nvContentPartPr>
              <p14:xfrm>
                <a:off x="7123566" y="2100903"/>
                <a:ext cx="14400" cy="26424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7FF8DCB6-86B8-5B08-C77F-C3F74E15435C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7105566" y="2083263"/>
                  <a:ext cx="50040" cy="29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A6C84F18-0465-B972-913C-D7E19DD3F188}"/>
                    </a:ext>
                  </a:extLst>
                </p14:cNvPr>
                <p14:cNvContentPartPr/>
                <p14:nvPr/>
              </p14:nvContentPartPr>
              <p14:xfrm>
                <a:off x="7362606" y="2126463"/>
                <a:ext cx="83160" cy="17316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A6C84F18-0465-B972-913C-D7E19DD3F188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7344966" y="2108463"/>
                  <a:ext cx="11880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6A8BC117-EFC0-FC73-8E76-1E5ACF17EB42}"/>
                    </a:ext>
                  </a:extLst>
                </p14:cNvPr>
                <p14:cNvContentPartPr/>
                <p14:nvPr/>
              </p14:nvContentPartPr>
              <p14:xfrm>
                <a:off x="7415886" y="2105223"/>
                <a:ext cx="241560" cy="3312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6A8BC117-EFC0-FC73-8E76-1E5ACF17EB42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7397886" y="2087223"/>
                  <a:ext cx="27720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20F53C13-4148-0D20-CCE9-DB579B8FA665}"/>
                    </a:ext>
                  </a:extLst>
                </p14:cNvPr>
                <p14:cNvContentPartPr/>
                <p14:nvPr/>
              </p14:nvContentPartPr>
              <p14:xfrm>
                <a:off x="7103046" y="2746383"/>
                <a:ext cx="162360" cy="20196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20F53C13-4148-0D20-CCE9-DB579B8FA665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7085406" y="2728743"/>
                  <a:ext cx="19800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7CD0D929-29F4-957B-DB8C-09A6442AB043}"/>
                    </a:ext>
                  </a:extLst>
                </p14:cNvPr>
                <p14:cNvContentPartPr/>
                <p14:nvPr/>
              </p14:nvContentPartPr>
              <p14:xfrm>
                <a:off x="7023126" y="3276663"/>
                <a:ext cx="146880" cy="4248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7CD0D929-29F4-957B-DB8C-09A6442AB043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7005486" y="3259023"/>
                  <a:ext cx="18252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46EA01C8-24C5-3D98-C776-23EAB9387173}"/>
                    </a:ext>
                  </a:extLst>
                </p14:cNvPr>
                <p14:cNvContentPartPr/>
                <p14:nvPr/>
              </p14:nvContentPartPr>
              <p14:xfrm>
                <a:off x="7284126" y="3178023"/>
                <a:ext cx="15480" cy="22788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46EA01C8-24C5-3D98-C776-23EAB9387173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7266126" y="3160023"/>
                  <a:ext cx="51120" cy="26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3952DC84-F7B2-48AA-BA83-AE86CEAFAFE8}"/>
                    </a:ext>
                  </a:extLst>
                </p14:cNvPr>
                <p14:cNvContentPartPr/>
                <p14:nvPr/>
              </p14:nvContentPartPr>
              <p14:xfrm>
                <a:off x="7445406" y="3189183"/>
                <a:ext cx="157680" cy="20304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3952DC84-F7B2-48AA-BA83-AE86CEAFAFE8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7427406" y="3171183"/>
                  <a:ext cx="193320" cy="238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10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07B10691-4CBF-D77C-97FC-F67A59CE39CA}"/>
                  </a:ext>
                </a:extLst>
              </p14:cNvPr>
              <p14:cNvContentPartPr/>
              <p14:nvPr/>
            </p14:nvContentPartPr>
            <p14:xfrm>
              <a:off x="8197086" y="1963743"/>
              <a:ext cx="178920" cy="308160"/>
            </p14:xfrm>
          </p:contentPart>
        </mc:Choice>
        <mc:Fallback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07B10691-4CBF-D77C-97FC-F67A59CE39CA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8179086" y="1945743"/>
                <a:ext cx="214560" cy="343800"/>
              </a:xfrm>
              <a:prstGeom prst="rect">
                <a:avLst/>
              </a:prstGeom>
            </p:spPr>
          </p:pic>
        </mc:Fallback>
      </mc:AlternateContent>
      <p:grpSp>
        <p:nvGrpSpPr>
          <p:cNvPr id="79" name="Group 78">
            <a:extLst>
              <a:ext uri="{FF2B5EF4-FFF2-40B4-BE49-F238E27FC236}">
                <a16:creationId xmlns:a16="http://schemas.microsoft.com/office/drawing/2014/main" id="{F7728DF8-3DDE-63A0-90BB-A2980739B745}"/>
              </a:ext>
            </a:extLst>
          </p:cNvPr>
          <p:cNvGrpSpPr/>
          <p:nvPr/>
        </p:nvGrpSpPr>
        <p:grpSpPr>
          <a:xfrm>
            <a:off x="8101326" y="2631183"/>
            <a:ext cx="341640" cy="223560"/>
            <a:chOff x="8101326" y="2631183"/>
            <a:chExt cx="341640" cy="223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70ED3840-7127-DDA4-8379-597A5F73B1E4}"/>
                    </a:ext>
                  </a:extLst>
                </p14:cNvPr>
                <p14:cNvContentPartPr/>
                <p14:nvPr/>
              </p14:nvContentPartPr>
              <p14:xfrm>
                <a:off x="8101326" y="2730183"/>
                <a:ext cx="138240" cy="3816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70ED3840-7127-DDA4-8379-597A5F73B1E4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8083326" y="2712183"/>
                  <a:ext cx="17388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5C8C6569-7519-1D02-AB47-2C20EA986609}"/>
                    </a:ext>
                  </a:extLst>
                </p14:cNvPr>
                <p14:cNvContentPartPr/>
                <p14:nvPr/>
              </p14:nvContentPartPr>
              <p14:xfrm>
                <a:off x="8298606" y="2631183"/>
                <a:ext cx="144360" cy="22356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5C8C6569-7519-1D02-AB47-2C20EA986609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8280966" y="2613543"/>
                  <a:ext cx="180000" cy="259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16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28E7D633-BE64-0D7C-17C5-16BA9EEBB037}"/>
                  </a:ext>
                </a:extLst>
              </p14:cNvPr>
              <p14:cNvContentPartPr/>
              <p14:nvPr/>
            </p14:nvContentPartPr>
            <p14:xfrm>
              <a:off x="8271606" y="3089463"/>
              <a:ext cx="157320" cy="269280"/>
            </p14:xfrm>
          </p:contentPart>
        </mc:Choice>
        <mc:Fallback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28E7D633-BE64-0D7C-17C5-16BA9EEBB037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8253606" y="3071823"/>
                <a:ext cx="192960" cy="304920"/>
              </a:xfrm>
              <a:prstGeom prst="rect">
                <a:avLst/>
              </a:prstGeom>
            </p:spPr>
          </p:pic>
        </mc:Fallback>
      </mc:AlternateContent>
      <p:grpSp>
        <p:nvGrpSpPr>
          <p:cNvPr id="78" name="Group 77">
            <a:extLst>
              <a:ext uri="{FF2B5EF4-FFF2-40B4-BE49-F238E27FC236}">
                <a16:creationId xmlns:a16="http://schemas.microsoft.com/office/drawing/2014/main" id="{882C5E1D-947A-8F08-DE8B-22019C1C0354}"/>
              </a:ext>
            </a:extLst>
          </p:cNvPr>
          <p:cNvGrpSpPr/>
          <p:nvPr/>
        </p:nvGrpSpPr>
        <p:grpSpPr>
          <a:xfrm>
            <a:off x="9276006" y="1793103"/>
            <a:ext cx="1164240" cy="1799280"/>
            <a:chOff x="9276006" y="1793103"/>
            <a:chExt cx="1164240" cy="1799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C928A5B8-C65C-50D8-F82E-839D5EC08448}"/>
                    </a:ext>
                  </a:extLst>
                </p14:cNvPr>
                <p14:cNvContentPartPr/>
                <p14:nvPr/>
              </p14:nvContentPartPr>
              <p14:xfrm>
                <a:off x="9276006" y="2082903"/>
                <a:ext cx="110160" cy="1512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C928A5B8-C65C-50D8-F82E-839D5EC08448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9258366" y="2065263"/>
                  <a:ext cx="14580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C883EBC9-1BF7-6081-9C31-79A4291D51E6}"/>
                    </a:ext>
                  </a:extLst>
                </p14:cNvPr>
                <p14:cNvContentPartPr/>
                <p14:nvPr/>
              </p14:nvContentPartPr>
              <p14:xfrm>
                <a:off x="9521886" y="1962663"/>
                <a:ext cx="29880" cy="24228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C883EBC9-1BF7-6081-9C31-79A4291D51E6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9504246" y="1944663"/>
                  <a:ext cx="65520" cy="27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20809EFF-A9CF-E170-68F7-9459E0718D60}"/>
                    </a:ext>
                  </a:extLst>
                </p14:cNvPr>
                <p14:cNvContentPartPr/>
                <p14:nvPr/>
              </p14:nvContentPartPr>
              <p14:xfrm>
                <a:off x="9672366" y="2014143"/>
                <a:ext cx="94320" cy="16776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20809EFF-A9CF-E170-68F7-9459E0718D60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9654366" y="1996143"/>
                  <a:ext cx="12996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F678A0FB-FC98-4082-32BC-8DCEE5E0F2B4}"/>
                    </a:ext>
                  </a:extLst>
                </p14:cNvPr>
                <p14:cNvContentPartPr/>
                <p14:nvPr/>
              </p14:nvContentPartPr>
              <p14:xfrm>
                <a:off x="9756966" y="1945743"/>
                <a:ext cx="197280" cy="5544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F678A0FB-FC98-4082-32BC-8DCEE5E0F2B4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9739326" y="1927743"/>
                  <a:ext cx="23292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CE6BB8EB-E428-7E1A-1C92-9BFC20B9E260}"/>
                    </a:ext>
                  </a:extLst>
                </p14:cNvPr>
                <p14:cNvContentPartPr/>
                <p14:nvPr/>
              </p14:nvContentPartPr>
              <p14:xfrm>
                <a:off x="9467886" y="2477823"/>
                <a:ext cx="177480" cy="21960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CE6BB8EB-E428-7E1A-1C92-9BFC20B9E260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9450246" y="2459823"/>
                  <a:ext cx="213120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42C6C979-04A9-A64C-CA37-02F0238C2F62}"/>
                    </a:ext>
                  </a:extLst>
                </p14:cNvPr>
                <p14:cNvContentPartPr/>
                <p14:nvPr/>
              </p14:nvContentPartPr>
              <p14:xfrm>
                <a:off x="9409566" y="3027903"/>
                <a:ext cx="142920" cy="1764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42C6C979-04A9-A64C-CA37-02F0238C2F62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9391926" y="3010263"/>
                  <a:ext cx="17856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0E7346F8-461C-F857-ABD7-63F2BFA56FAD}"/>
                    </a:ext>
                  </a:extLst>
                </p14:cNvPr>
                <p14:cNvContentPartPr/>
                <p14:nvPr/>
              </p14:nvContentPartPr>
              <p14:xfrm>
                <a:off x="9387966" y="3060303"/>
                <a:ext cx="163440" cy="24552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0E7346F8-461C-F857-ABD7-63F2BFA56FAD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9369966" y="3042303"/>
                  <a:ext cx="199080" cy="28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ADFF58C2-4E04-D07A-E273-D3E8449CC9BD}"/>
                    </a:ext>
                  </a:extLst>
                </p14:cNvPr>
                <p14:cNvContentPartPr/>
                <p14:nvPr/>
              </p14:nvContentPartPr>
              <p14:xfrm>
                <a:off x="10143966" y="1793103"/>
                <a:ext cx="296280" cy="179928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ADFF58C2-4E04-D07A-E273-D3E8449CC9BD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10125966" y="1775463"/>
                  <a:ext cx="331920" cy="18349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8975083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DB968068-119E-2882-EA57-84E7AC824B6F}"/>
                  </a:ext>
                </a:extLst>
              </p14:cNvPr>
              <p14:cNvContentPartPr/>
              <p14:nvPr/>
            </p14:nvContentPartPr>
            <p14:xfrm>
              <a:off x="8831046" y="570183"/>
              <a:ext cx="33480" cy="7560"/>
            </p14:xfrm>
          </p:contentPart>
        </mc:Choice>
        <mc:Fallback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DB968068-119E-2882-EA57-84E7AC824B6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813406" y="552543"/>
                <a:ext cx="69120" cy="43200"/>
              </a:xfrm>
              <a:prstGeom prst="rect">
                <a:avLst/>
              </a:prstGeom>
            </p:spPr>
          </p:pic>
        </mc:Fallback>
      </mc:AlternateContent>
      <p:grpSp>
        <p:nvGrpSpPr>
          <p:cNvPr id="75" name="Group 74">
            <a:extLst>
              <a:ext uri="{FF2B5EF4-FFF2-40B4-BE49-F238E27FC236}">
                <a16:creationId xmlns:a16="http://schemas.microsoft.com/office/drawing/2014/main" id="{70C052B3-A1E2-4F47-B2C8-79CD62A7D7DE}"/>
              </a:ext>
            </a:extLst>
          </p:cNvPr>
          <p:cNvGrpSpPr/>
          <p:nvPr/>
        </p:nvGrpSpPr>
        <p:grpSpPr>
          <a:xfrm>
            <a:off x="8471046" y="1074543"/>
            <a:ext cx="832680" cy="293040"/>
            <a:chOff x="8471046" y="1074543"/>
            <a:chExt cx="832680" cy="293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80E6E062-4B2D-E8D9-D536-DFC566612CB2}"/>
                    </a:ext>
                  </a:extLst>
                </p14:cNvPr>
                <p14:cNvContentPartPr/>
                <p14:nvPr/>
              </p14:nvContentPartPr>
              <p14:xfrm>
                <a:off x="8471046" y="1074543"/>
                <a:ext cx="832680" cy="29304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80E6E062-4B2D-E8D9-D536-DFC566612CB2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8453406" y="1056903"/>
                  <a:ext cx="868320" cy="32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12C29B29-F67E-90B7-EAA3-603CE7AF3D5B}"/>
                    </a:ext>
                  </a:extLst>
                </p14:cNvPr>
                <p14:cNvContentPartPr/>
                <p14:nvPr/>
              </p14:nvContentPartPr>
              <p14:xfrm>
                <a:off x="8962446" y="1150143"/>
                <a:ext cx="108720" cy="15336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12C29B29-F67E-90B7-EAA3-603CE7AF3D5B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944446" y="1132503"/>
                  <a:ext cx="14436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203089EE-A23F-65A6-438B-E7FC83D035D8}"/>
                    </a:ext>
                  </a:extLst>
                </p14:cNvPr>
                <p14:cNvContentPartPr/>
                <p14:nvPr/>
              </p14:nvContentPartPr>
              <p14:xfrm>
                <a:off x="8986206" y="1168863"/>
                <a:ext cx="108720" cy="8388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203089EE-A23F-65A6-438B-E7FC83D035D8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968206" y="1151223"/>
                  <a:ext cx="14436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A8ACB8AE-7F1B-B496-A1C3-B80C1AFAC1A9}"/>
                    </a:ext>
                  </a:extLst>
                </p14:cNvPr>
                <p14:cNvContentPartPr/>
                <p14:nvPr/>
              </p14:nvContentPartPr>
              <p14:xfrm>
                <a:off x="8583006" y="1105863"/>
                <a:ext cx="95760" cy="2988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A8ACB8AE-7F1B-B496-A1C3-B80C1AFAC1A9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565366" y="1088223"/>
                  <a:ext cx="131400" cy="65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E3BD643A-1C64-A05C-1D1F-19A964DFF3FD}"/>
              </a:ext>
            </a:extLst>
          </p:cNvPr>
          <p:cNvGrpSpPr/>
          <p:nvPr/>
        </p:nvGrpSpPr>
        <p:grpSpPr>
          <a:xfrm>
            <a:off x="9758046" y="1014423"/>
            <a:ext cx="1147320" cy="578880"/>
            <a:chOff x="9758046" y="1014423"/>
            <a:chExt cx="1147320" cy="578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DE444022-AB4C-C0F1-1099-8AE91B8636C5}"/>
                    </a:ext>
                  </a:extLst>
                </p14:cNvPr>
                <p14:cNvContentPartPr/>
                <p14:nvPr/>
              </p14:nvContentPartPr>
              <p14:xfrm>
                <a:off x="9758046" y="1165263"/>
                <a:ext cx="154080" cy="16272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DE444022-AB4C-C0F1-1099-8AE91B8636C5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9740406" y="1147263"/>
                  <a:ext cx="18972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B988819A-AA77-62D6-DE43-5AB41E550955}"/>
                    </a:ext>
                  </a:extLst>
                </p14:cNvPr>
                <p14:cNvContentPartPr/>
                <p14:nvPr/>
              </p14:nvContentPartPr>
              <p14:xfrm>
                <a:off x="9939126" y="1016223"/>
                <a:ext cx="191520" cy="30312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B988819A-AA77-62D6-DE43-5AB41E550955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9921486" y="998583"/>
                  <a:ext cx="227160" cy="33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4E5F27F1-37EC-41AD-A533-345B8E6BD727}"/>
                    </a:ext>
                  </a:extLst>
                </p14:cNvPr>
                <p14:cNvContentPartPr/>
                <p14:nvPr/>
              </p14:nvContentPartPr>
              <p14:xfrm>
                <a:off x="10048206" y="1208463"/>
                <a:ext cx="167760" cy="38484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4E5F27F1-37EC-41AD-A533-345B8E6BD727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0030206" y="1190823"/>
                  <a:ext cx="203400" cy="42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9D26AFDE-8D03-188A-1E72-DF39781849AC}"/>
                    </a:ext>
                  </a:extLst>
                </p14:cNvPr>
                <p14:cNvContentPartPr/>
                <p14:nvPr/>
              </p14:nvContentPartPr>
              <p14:xfrm>
                <a:off x="10246566" y="1014423"/>
                <a:ext cx="13680" cy="3384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9D26AFDE-8D03-188A-1E72-DF39781849AC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0228566" y="996783"/>
                  <a:ext cx="4932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3FF5A839-B72C-C32A-EA39-1C8973DE4DC2}"/>
                    </a:ext>
                  </a:extLst>
                </p14:cNvPr>
                <p14:cNvContentPartPr/>
                <p14:nvPr/>
              </p14:nvContentPartPr>
              <p14:xfrm>
                <a:off x="10377606" y="1120623"/>
                <a:ext cx="188640" cy="25992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3FF5A839-B72C-C32A-EA39-1C8973DE4DC2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0359966" y="1102983"/>
                  <a:ext cx="224280" cy="29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4F09AD48-BA82-963E-6D2C-3ECC465903E9}"/>
                    </a:ext>
                  </a:extLst>
                </p14:cNvPr>
                <p14:cNvContentPartPr/>
                <p14:nvPr/>
              </p14:nvContentPartPr>
              <p14:xfrm>
                <a:off x="10771446" y="1183623"/>
                <a:ext cx="133920" cy="1116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4F09AD48-BA82-963E-6D2C-3ECC465903E9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0753446" y="1165983"/>
                  <a:ext cx="16956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23F429A0-D2D7-0D56-783A-31FDCFE1D1D8}"/>
                    </a:ext>
                  </a:extLst>
                </p14:cNvPr>
                <p14:cNvContentPartPr/>
                <p14:nvPr/>
              </p14:nvContentPartPr>
              <p14:xfrm>
                <a:off x="10770006" y="1261743"/>
                <a:ext cx="98640" cy="4248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23F429A0-D2D7-0D56-783A-31FDCFE1D1D8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0752366" y="1243743"/>
                  <a:ext cx="134280" cy="78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99AD7D4F-97EC-5E93-BD0A-0CCEFA7EDF92}"/>
                  </a:ext>
                </a:extLst>
              </p14:cNvPr>
              <p14:cNvContentPartPr/>
              <p14:nvPr/>
            </p14:nvContentPartPr>
            <p14:xfrm>
              <a:off x="11149086" y="1032783"/>
              <a:ext cx="211320" cy="293400"/>
            </p14:xfrm>
          </p:contentPart>
        </mc:Choice>
        <mc:Fallback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99AD7D4F-97EC-5E93-BD0A-0CCEFA7EDF92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1131446" y="1015143"/>
                <a:ext cx="246960" cy="329040"/>
              </a:xfrm>
              <a:prstGeom prst="rect">
                <a:avLst/>
              </a:prstGeom>
            </p:spPr>
          </p:pic>
        </mc:Fallback>
      </mc:AlternateContent>
      <p:grpSp>
        <p:nvGrpSpPr>
          <p:cNvPr id="79" name="Group 78">
            <a:extLst>
              <a:ext uri="{FF2B5EF4-FFF2-40B4-BE49-F238E27FC236}">
                <a16:creationId xmlns:a16="http://schemas.microsoft.com/office/drawing/2014/main" id="{E3AE63AB-CC52-177E-9B19-70A363E76B17}"/>
              </a:ext>
            </a:extLst>
          </p:cNvPr>
          <p:cNvGrpSpPr/>
          <p:nvPr/>
        </p:nvGrpSpPr>
        <p:grpSpPr>
          <a:xfrm>
            <a:off x="173406" y="2186943"/>
            <a:ext cx="173160" cy="443880"/>
            <a:chOff x="173406" y="2186943"/>
            <a:chExt cx="173160" cy="443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8FC020E3-606B-5FCD-410F-EAD45714F56D}"/>
                    </a:ext>
                  </a:extLst>
                </p14:cNvPr>
                <p14:cNvContentPartPr/>
                <p14:nvPr/>
              </p14:nvContentPartPr>
              <p14:xfrm>
                <a:off x="173406" y="2314023"/>
                <a:ext cx="30960" cy="18576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8FC020E3-606B-5FCD-410F-EAD45714F56D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55406" y="2296023"/>
                  <a:ext cx="6660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B65E5A05-5C35-9020-0CE1-0000832A13F6}"/>
                    </a:ext>
                  </a:extLst>
                </p14:cNvPr>
                <p14:cNvContentPartPr/>
                <p14:nvPr/>
              </p14:nvContentPartPr>
              <p14:xfrm>
                <a:off x="261606" y="2329143"/>
                <a:ext cx="12960" cy="14940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B65E5A05-5C35-9020-0CE1-0000832A13F6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43606" y="2311143"/>
                  <a:ext cx="4860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A5FF9B7D-E3FB-69AB-F956-D129D95D6AAE}"/>
                    </a:ext>
                  </a:extLst>
                </p14:cNvPr>
                <p14:cNvContentPartPr/>
                <p14:nvPr/>
              </p14:nvContentPartPr>
              <p14:xfrm>
                <a:off x="259446" y="2186943"/>
                <a:ext cx="87120" cy="44388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A5FF9B7D-E3FB-69AB-F956-D129D95D6AAE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241446" y="2168943"/>
                  <a:ext cx="122760" cy="479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001141ED-FB73-14C6-E802-7182937B07C1}"/>
              </a:ext>
            </a:extLst>
          </p:cNvPr>
          <p:cNvGrpSpPr/>
          <p:nvPr/>
        </p:nvGrpSpPr>
        <p:grpSpPr>
          <a:xfrm>
            <a:off x="942726" y="2160663"/>
            <a:ext cx="450720" cy="737640"/>
            <a:chOff x="942726" y="2160663"/>
            <a:chExt cx="450720" cy="737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EEEEDA39-2B83-F163-EDBA-BBB11EF2DB8D}"/>
                    </a:ext>
                  </a:extLst>
                </p14:cNvPr>
                <p14:cNvContentPartPr/>
                <p14:nvPr/>
              </p14:nvContentPartPr>
              <p14:xfrm>
                <a:off x="942726" y="2177943"/>
                <a:ext cx="202680" cy="29160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EEEEDA39-2B83-F163-EDBA-BBB11EF2DB8D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925086" y="2160303"/>
                  <a:ext cx="238320" cy="32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6E04CFF9-BA95-F7D1-211B-615F908F830C}"/>
                    </a:ext>
                  </a:extLst>
                </p14:cNvPr>
                <p14:cNvContentPartPr/>
                <p14:nvPr/>
              </p14:nvContentPartPr>
              <p14:xfrm>
                <a:off x="1203006" y="2160663"/>
                <a:ext cx="190440" cy="73764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6E04CFF9-BA95-F7D1-211B-615F908F830C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185366" y="2142663"/>
                  <a:ext cx="226080" cy="773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485233F8-AF96-8A50-DD6F-98A8F4EBD53E}"/>
                  </a:ext>
                </a:extLst>
              </p14:cNvPr>
              <p14:cNvContentPartPr/>
              <p14:nvPr/>
            </p14:nvContentPartPr>
            <p14:xfrm>
              <a:off x="1740126" y="2119623"/>
              <a:ext cx="297000" cy="424080"/>
            </p14:xfrm>
          </p:contentPart>
        </mc:Choice>
        <mc:Fallback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485233F8-AF96-8A50-DD6F-98A8F4EBD53E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1722126" y="2101983"/>
                <a:ext cx="332640" cy="459720"/>
              </a:xfrm>
              <a:prstGeom prst="rect">
                <a:avLst/>
              </a:prstGeom>
            </p:spPr>
          </p:pic>
        </mc:Fallback>
      </mc:AlternateContent>
      <p:grpSp>
        <p:nvGrpSpPr>
          <p:cNvPr id="107" name="Group 106">
            <a:extLst>
              <a:ext uri="{FF2B5EF4-FFF2-40B4-BE49-F238E27FC236}">
                <a16:creationId xmlns:a16="http://schemas.microsoft.com/office/drawing/2014/main" id="{E37E26DC-DBB9-987C-0FA2-9D41AD7112C1}"/>
              </a:ext>
            </a:extLst>
          </p:cNvPr>
          <p:cNvGrpSpPr/>
          <p:nvPr/>
        </p:nvGrpSpPr>
        <p:grpSpPr>
          <a:xfrm>
            <a:off x="2725086" y="2221503"/>
            <a:ext cx="168840" cy="263160"/>
            <a:chOff x="2725086" y="2221503"/>
            <a:chExt cx="168840" cy="263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9FF8C15C-2673-629F-3150-3C5D7CF14720}"/>
                    </a:ext>
                  </a:extLst>
                </p14:cNvPr>
                <p14:cNvContentPartPr/>
                <p14:nvPr/>
              </p14:nvContentPartPr>
              <p14:xfrm>
                <a:off x="2725086" y="2319063"/>
                <a:ext cx="24120" cy="16560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9FF8C15C-2673-629F-3150-3C5D7CF14720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2707446" y="2301423"/>
                  <a:ext cx="5976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D02DC429-07CD-232E-FC8A-DB319286B182}"/>
                    </a:ext>
                  </a:extLst>
                </p14:cNvPr>
                <p14:cNvContentPartPr/>
                <p14:nvPr/>
              </p14:nvContentPartPr>
              <p14:xfrm>
                <a:off x="2770806" y="2323023"/>
                <a:ext cx="123120" cy="13464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D02DC429-07CD-232E-FC8A-DB319286B182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2753166" y="2305023"/>
                  <a:ext cx="15876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9EC49307-8D98-D03C-F6A7-1BDAD2F97C06}"/>
                    </a:ext>
                  </a:extLst>
                </p14:cNvPr>
                <p14:cNvContentPartPr/>
                <p14:nvPr/>
              </p14:nvContentPartPr>
              <p14:xfrm>
                <a:off x="2727966" y="2221503"/>
                <a:ext cx="4680" cy="3348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9EC49307-8D98-D03C-F6A7-1BDAD2F97C06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2710326" y="2203863"/>
                  <a:ext cx="40320" cy="69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87" name="Ink 86">
                <a:extLst>
                  <a:ext uri="{FF2B5EF4-FFF2-40B4-BE49-F238E27FC236}">
                    <a16:creationId xmlns:a16="http://schemas.microsoft.com/office/drawing/2014/main" id="{8241CB60-3CFF-0092-8ECB-99A805CE48C3}"/>
                  </a:ext>
                </a:extLst>
              </p14:cNvPr>
              <p14:cNvContentPartPr/>
              <p14:nvPr/>
            </p14:nvContentPartPr>
            <p14:xfrm>
              <a:off x="3343566" y="2308983"/>
              <a:ext cx="301320" cy="199800"/>
            </p14:xfrm>
          </p:contentPart>
        </mc:Choice>
        <mc:Fallback>
          <p:pic>
            <p:nvPicPr>
              <p:cNvPr id="87" name="Ink 86">
                <a:extLst>
                  <a:ext uri="{FF2B5EF4-FFF2-40B4-BE49-F238E27FC236}">
                    <a16:creationId xmlns:a16="http://schemas.microsoft.com/office/drawing/2014/main" id="{8241CB60-3CFF-0092-8ECB-99A805CE48C3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3325926" y="2290983"/>
                <a:ext cx="336960" cy="235440"/>
              </a:xfrm>
              <a:prstGeom prst="rect">
                <a:avLst/>
              </a:prstGeom>
            </p:spPr>
          </p:pic>
        </mc:Fallback>
      </mc:AlternateContent>
      <p:grpSp>
        <p:nvGrpSpPr>
          <p:cNvPr id="106" name="Group 105">
            <a:extLst>
              <a:ext uri="{FF2B5EF4-FFF2-40B4-BE49-F238E27FC236}">
                <a16:creationId xmlns:a16="http://schemas.microsoft.com/office/drawing/2014/main" id="{8C832BB9-4366-127E-2AE0-C7B8FA2BF7FB}"/>
              </a:ext>
            </a:extLst>
          </p:cNvPr>
          <p:cNvGrpSpPr/>
          <p:nvPr/>
        </p:nvGrpSpPr>
        <p:grpSpPr>
          <a:xfrm>
            <a:off x="4167246" y="2187663"/>
            <a:ext cx="816840" cy="296280"/>
            <a:chOff x="4167246" y="2187663"/>
            <a:chExt cx="816840" cy="296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F26AD3B3-5A09-F140-706F-4B62F5D79C29}"/>
                    </a:ext>
                  </a:extLst>
                </p14:cNvPr>
                <p14:cNvContentPartPr/>
                <p14:nvPr/>
              </p14:nvContentPartPr>
              <p14:xfrm>
                <a:off x="4167246" y="2284503"/>
                <a:ext cx="154080" cy="19944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F26AD3B3-5A09-F140-706F-4B62F5D79C29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149246" y="2266503"/>
                  <a:ext cx="18972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F0EF476F-2C23-6389-D84F-DDCCF81F6CD2}"/>
                    </a:ext>
                  </a:extLst>
                </p14:cNvPr>
                <p14:cNvContentPartPr/>
                <p14:nvPr/>
              </p14:nvContentPartPr>
              <p14:xfrm>
                <a:off x="4403046" y="2334183"/>
                <a:ext cx="162000" cy="12996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F0EF476F-2C23-6389-D84F-DDCCF81F6CD2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4385046" y="2316543"/>
                  <a:ext cx="19764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F75D94A6-08CB-2096-32A3-B7F5195B3109}"/>
                    </a:ext>
                  </a:extLst>
                </p14:cNvPr>
                <p14:cNvContentPartPr/>
                <p14:nvPr/>
              </p14:nvContentPartPr>
              <p14:xfrm>
                <a:off x="4682046" y="2316903"/>
                <a:ext cx="52560" cy="12276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F75D94A6-08CB-2096-32A3-B7F5195B3109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4664406" y="2298903"/>
                  <a:ext cx="8820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692CDB2C-CCC2-7A74-F95D-2B5B5BCF229F}"/>
                    </a:ext>
                  </a:extLst>
                </p14:cNvPr>
                <p14:cNvContentPartPr/>
                <p14:nvPr/>
              </p14:nvContentPartPr>
              <p14:xfrm>
                <a:off x="4717686" y="2208183"/>
                <a:ext cx="21240" cy="2844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692CDB2C-CCC2-7A74-F95D-2B5B5BCF229F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700046" y="2190183"/>
                  <a:ext cx="5688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CEC775A6-9DE9-9D19-DED8-447133D9005C}"/>
                    </a:ext>
                  </a:extLst>
                </p14:cNvPr>
                <p14:cNvContentPartPr/>
                <p14:nvPr/>
              </p14:nvContentPartPr>
              <p14:xfrm>
                <a:off x="4890126" y="2187663"/>
                <a:ext cx="56160" cy="26136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CEC775A6-9DE9-9D19-DED8-447133D9005C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4872486" y="2170023"/>
                  <a:ext cx="91800" cy="29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A94F8E20-752D-CF88-C136-7D42B626C7F3}"/>
                    </a:ext>
                  </a:extLst>
                </p14:cNvPr>
                <p14:cNvContentPartPr/>
                <p14:nvPr/>
              </p14:nvContentPartPr>
              <p14:xfrm>
                <a:off x="4836126" y="2266863"/>
                <a:ext cx="147960" cy="3924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A94F8E20-752D-CF88-C136-7D42B626C7F3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4818126" y="2248863"/>
                  <a:ext cx="183600" cy="74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9166E3A0-58AE-0121-BB52-D8AFE0E9C486}"/>
              </a:ext>
            </a:extLst>
          </p:cNvPr>
          <p:cNvGrpSpPr/>
          <p:nvPr/>
        </p:nvGrpSpPr>
        <p:grpSpPr>
          <a:xfrm>
            <a:off x="5434086" y="2097303"/>
            <a:ext cx="1667520" cy="545760"/>
            <a:chOff x="5434086" y="2097303"/>
            <a:chExt cx="1667520" cy="545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9DA15430-740D-7EB2-A085-3FE10C4692DC}"/>
                    </a:ext>
                  </a:extLst>
                </p14:cNvPr>
                <p14:cNvContentPartPr/>
                <p14:nvPr/>
              </p14:nvContentPartPr>
              <p14:xfrm>
                <a:off x="5434086" y="2301423"/>
                <a:ext cx="331920" cy="15876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9DA15430-740D-7EB2-A085-3FE10C4692DC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416446" y="2283423"/>
                  <a:ext cx="36756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17981084-71CC-7537-1964-6F3DCF6394B9}"/>
                    </a:ext>
                  </a:extLst>
                </p14:cNvPr>
                <p14:cNvContentPartPr/>
                <p14:nvPr/>
              </p14:nvContentPartPr>
              <p14:xfrm>
                <a:off x="5825766" y="2097303"/>
                <a:ext cx="563760" cy="40212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17981084-71CC-7537-1964-6F3DCF6394B9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5808126" y="2079303"/>
                  <a:ext cx="599400" cy="43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E0A7E39D-95DC-9B00-65E4-8B8C33965D0F}"/>
                    </a:ext>
                  </a:extLst>
                </p14:cNvPr>
                <p14:cNvContentPartPr/>
                <p14:nvPr/>
              </p14:nvContentPartPr>
              <p14:xfrm>
                <a:off x="6427326" y="2299623"/>
                <a:ext cx="33840" cy="15372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E0A7E39D-95DC-9B00-65E4-8B8C33965D0F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6409326" y="2281983"/>
                  <a:ext cx="6948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8468B4CA-CEAB-1E86-37C5-66C8AFE77F07}"/>
                    </a:ext>
                  </a:extLst>
                </p14:cNvPr>
                <p14:cNvContentPartPr/>
                <p14:nvPr/>
              </p14:nvContentPartPr>
              <p14:xfrm>
                <a:off x="6563766" y="2294583"/>
                <a:ext cx="97200" cy="13032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8468B4CA-CEAB-1E86-37C5-66C8AFE77F07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6546126" y="2276583"/>
                  <a:ext cx="13284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F7E119C9-0305-2F3C-D818-D91143C59E40}"/>
                    </a:ext>
                  </a:extLst>
                </p14:cNvPr>
                <p14:cNvContentPartPr/>
                <p14:nvPr/>
              </p14:nvContentPartPr>
              <p14:xfrm>
                <a:off x="6507246" y="2261103"/>
                <a:ext cx="189360" cy="19764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F7E119C9-0305-2F3C-D818-D91143C59E40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6489246" y="2243103"/>
                  <a:ext cx="225000" cy="23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A05FD9A4-F9A3-E486-24D7-83624B4C8F7D}"/>
                    </a:ext>
                  </a:extLst>
                </p14:cNvPr>
                <p14:cNvContentPartPr/>
                <p14:nvPr/>
              </p14:nvContentPartPr>
              <p14:xfrm>
                <a:off x="6508686" y="2122503"/>
                <a:ext cx="34920" cy="5796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A05FD9A4-F9A3-E486-24D7-83624B4C8F7D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6490686" y="2104503"/>
                  <a:ext cx="7056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DAB55A3F-C631-2BB5-7021-74F1D0DCE3E4}"/>
                    </a:ext>
                  </a:extLst>
                </p14:cNvPr>
                <p14:cNvContentPartPr/>
                <p14:nvPr/>
              </p14:nvContentPartPr>
              <p14:xfrm>
                <a:off x="5996406" y="2154543"/>
                <a:ext cx="230760" cy="3672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DAB55A3F-C631-2BB5-7021-74F1D0DCE3E4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5978766" y="2136543"/>
                  <a:ext cx="26640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45CECBF0-2721-BE72-5BBA-2B814456220F}"/>
                    </a:ext>
                  </a:extLst>
                </p14:cNvPr>
                <p14:cNvContentPartPr/>
                <p14:nvPr/>
              </p14:nvContentPartPr>
              <p14:xfrm>
                <a:off x="6961926" y="2487543"/>
                <a:ext cx="139680" cy="15552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45CECBF0-2721-BE72-5BBA-2B814456220F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6943926" y="2469903"/>
                  <a:ext cx="175320" cy="191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37022170-1C92-1C7B-2A34-E97D5E60CE20}"/>
              </a:ext>
            </a:extLst>
          </p:cNvPr>
          <p:cNvGrpSpPr/>
          <p:nvPr/>
        </p:nvGrpSpPr>
        <p:grpSpPr>
          <a:xfrm>
            <a:off x="7762206" y="2179023"/>
            <a:ext cx="723600" cy="313920"/>
            <a:chOff x="7762206" y="2179023"/>
            <a:chExt cx="723600" cy="313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56B05E5E-9EFB-14E7-E697-8B8A987B0BC8}"/>
                    </a:ext>
                  </a:extLst>
                </p14:cNvPr>
                <p14:cNvContentPartPr/>
                <p14:nvPr/>
              </p14:nvContentPartPr>
              <p14:xfrm>
                <a:off x="7762206" y="2179023"/>
                <a:ext cx="723600" cy="31392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56B05E5E-9EFB-14E7-E697-8B8A987B0BC8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7744566" y="2161023"/>
                  <a:ext cx="759240" cy="34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C5D62B48-8E4F-34E6-FFA0-CD4CAC418890}"/>
                    </a:ext>
                  </a:extLst>
                </p14:cNvPr>
                <p14:cNvContentPartPr/>
                <p14:nvPr/>
              </p14:nvContentPartPr>
              <p14:xfrm>
                <a:off x="7921326" y="2241663"/>
                <a:ext cx="162000" cy="2304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C5D62B48-8E4F-34E6-FFA0-CD4CAC418890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7903326" y="2224023"/>
                  <a:ext cx="197640" cy="58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E0E21227-DE89-BB7E-EB9A-5965C576734E}"/>
              </a:ext>
            </a:extLst>
          </p:cNvPr>
          <p:cNvGrpSpPr/>
          <p:nvPr/>
        </p:nvGrpSpPr>
        <p:grpSpPr>
          <a:xfrm>
            <a:off x="1930926" y="2068143"/>
            <a:ext cx="334440" cy="487080"/>
            <a:chOff x="1930926" y="2068143"/>
            <a:chExt cx="334440" cy="487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57494225-B954-CECA-FDA8-50325B27BD62}"/>
                    </a:ext>
                  </a:extLst>
                </p14:cNvPr>
                <p14:cNvContentPartPr/>
                <p14:nvPr/>
              </p14:nvContentPartPr>
              <p14:xfrm>
                <a:off x="1937046" y="2068143"/>
                <a:ext cx="328320" cy="21024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57494225-B954-CECA-FDA8-50325B27BD62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919046" y="2050143"/>
                  <a:ext cx="363960" cy="24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D590E5FD-008C-B046-7509-34EF6878ABC0}"/>
                    </a:ext>
                  </a:extLst>
                </p14:cNvPr>
                <p14:cNvContentPartPr/>
                <p14:nvPr/>
              </p14:nvContentPartPr>
              <p14:xfrm>
                <a:off x="2029206" y="2173623"/>
                <a:ext cx="13680" cy="22104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D590E5FD-008C-B046-7509-34EF6878ABC0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2011566" y="2155983"/>
                  <a:ext cx="49320" cy="25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B4C272D1-941E-05F1-F7D0-F406F45B0AA9}"/>
                    </a:ext>
                  </a:extLst>
                </p14:cNvPr>
                <p14:cNvContentPartPr/>
                <p14:nvPr/>
              </p14:nvContentPartPr>
              <p14:xfrm>
                <a:off x="1930926" y="2428863"/>
                <a:ext cx="231120" cy="12636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B4C272D1-941E-05F1-F7D0-F406F45B0AA9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913286" y="2410863"/>
                  <a:ext cx="266760" cy="162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5" name="Group 134">
            <a:extLst>
              <a:ext uri="{FF2B5EF4-FFF2-40B4-BE49-F238E27FC236}">
                <a16:creationId xmlns:a16="http://schemas.microsoft.com/office/drawing/2014/main" id="{4BCE1868-77A6-C85D-FCB9-36C502AE2A07}"/>
              </a:ext>
            </a:extLst>
          </p:cNvPr>
          <p:cNvGrpSpPr/>
          <p:nvPr/>
        </p:nvGrpSpPr>
        <p:grpSpPr>
          <a:xfrm>
            <a:off x="9040926" y="1989303"/>
            <a:ext cx="1869480" cy="672840"/>
            <a:chOff x="9040926" y="1989303"/>
            <a:chExt cx="1869480" cy="672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2406583B-4E8B-D908-0061-1F49F54383BF}"/>
                    </a:ext>
                  </a:extLst>
                </p14:cNvPr>
                <p14:cNvContentPartPr/>
                <p14:nvPr/>
              </p14:nvContentPartPr>
              <p14:xfrm>
                <a:off x="9040926" y="2240583"/>
                <a:ext cx="176400" cy="16020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2406583B-4E8B-D908-0061-1F49F54383BF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9023286" y="2222583"/>
                  <a:ext cx="21204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427BB759-F2CB-BF3E-156B-C07BFB92FBB2}"/>
                    </a:ext>
                  </a:extLst>
                </p14:cNvPr>
                <p14:cNvContentPartPr/>
                <p14:nvPr/>
              </p14:nvContentPartPr>
              <p14:xfrm>
                <a:off x="9263406" y="2100543"/>
                <a:ext cx="209160" cy="30780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427BB759-F2CB-BF3E-156B-C07BFB92FBB2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9245406" y="2082543"/>
                  <a:ext cx="244800" cy="34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51E783D1-9374-3DAD-F6F6-4DAE92009A1D}"/>
                    </a:ext>
                  </a:extLst>
                </p14:cNvPr>
                <p14:cNvContentPartPr/>
                <p14:nvPr/>
              </p14:nvContentPartPr>
              <p14:xfrm>
                <a:off x="9364566" y="2311863"/>
                <a:ext cx="227160" cy="35028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51E783D1-9374-3DAD-F6F6-4DAE92009A1D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9346926" y="2293863"/>
                  <a:ext cx="262800" cy="38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8E641C49-0709-3CC6-88C0-E122A818AE64}"/>
                    </a:ext>
                  </a:extLst>
                </p14:cNvPr>
                <p14:cNvContentPartPr/>
                <p14:nvPr/>
              </p14:nvContentPartPr>
              <p14:xfrm>
                <a:off x="9455646" y="2066703"/>
                <a:ext cx="61560" cy="6300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8E641C49-0709-3CC6-88C0-E122A818AE64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9437646" y="2048703"/>
                  <a:ext cx="9720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6AC9E30C-13AD-1320-F6DD-2DD48903FB16}"/>
                    </a:ext>
                  </a:extLst>
                </p14:cNvPr>
                <p14:cNvContentPartPr/>
                <p14:nvPr/>
              </p14:nvContentPartPr>
              <p14:xfrm>
                <a:off x="9676686" y="2366223"/>
                <a:ext cx="7920" cy="1800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6AC9E30C-13AD-1320-F6DD-2DD48903FB16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9658686" y="2348583"/>
                  <a:ext cx="4356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FC17F301-225C-A070-3392-2750689688F3}"/>
                    </a:ext>
                  </a:extLst>
                </p14:cNvPr>
                <p14:cNvContentPartPr/>
                <p14:nvPr/>
              </p14:nvContentPartPr>
              <p14:xfrm>
                <a:off x="9652206" y="2190543"/>
                <a:ext cx="7920" cy="2052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FC17F301-225C-A070-3392-2750689688F3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9634206" y="2172543"/>
                  <a:ext cx="4356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157B9FEE-4DA6-79EB-5656-86EDB975BBC5}"/>
                    </a:ext>
                  </a:extLst>
                </p14:cNvPr>
                <p14:cNvContentPartPr/>
                <p14:nvPr/>
              </p14:nvContentPartPr>
              <p14:xfrm>
                <a:off x="10246566" y="2277303"/>
                <a:ext cx="74520" cy="648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157B9FEE-4DA6-79EB-5656-86EDB975BBC5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10228566" y="2259303"/>
                  <a:ext cx="11016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7387693F-E88A-B159-D90B-8165BBB4782F}"/>
                    </a:ext>
                  </a:extLst>
                </p14:cNvPr>
                <p14:cNvContentPartPr/>
                <p14:nvPr/>
              </p14:nvContentPartPr>
              <p14:xfrm>
                <a:off x="10228206" y="2337423"/>
                <a:ext cx="149760" cy="3492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7387693F-E88A-B159-D90B-8165BBB4782F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10210206" y="2319783"/>
                  <a:ext cx="18540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EF8CA9B3-8180-315E-2B0A-BC161E1DB728}"/>
                    </a:ext>
                  </a:extLst>
                </p14:cNvPr>
                <p14:cNvContentPartPr/>
                <p14:nvPr/>
              </p14:nvContentPartPr>
              <p14:xfrm>
                <a:off x="9830766" y="1992183"/>
                <a:ext cx="290520" cy="17352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EF8CA9B3-8180-315E-2B0A-BC161E1DB728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9813126" y="1974183"/>
                  <a:ext cx="32616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786CC293-5909-CADA-FE1C-CA0FAA8D91C6}"/>
                    </a:ext>
                  </a:extLst>
                </p14:cNvPr>
                <p14:cNvContentPartPr/>
                <p14:nvPr/>
              </p14:nvContentPartPr>
              <p14:xfrm>
                <a:off x="9792606" y="2358663"/>
                <a:ext cx="258840" cy="7308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786CC293-5909-CADA-FE1C-CA0FAA8D91C6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9774966" y="2341023"/>
                  <a:ext cx="29448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6F8011D0-4105-A1A0-A163-C158E1C85B82}"/>
                    </a:ext>
                  </a:extLst>
                </p14:cNvPr>
                <p14:cNvContentPartPr/>
                <p14:nvPr/>
              </p14:nvContentPartPr>
              <p14:xfrm>
                <a:off x="9890166" y="2012703"/>
                <a:ext cx="97920" cy="45792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6F8011D0-4105-A1A0-A163-C158E1C85B82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9872166" y="1994703"/>
                  <a:ext cx="133560" cy="49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B8C8E191-47AC-4E2E-3174-4E953C0178AF}"/>
                    </a:ext>
                  </a:extLst>
                </p14:cNvPr>
                <p14:cNvContentPartPr/>
                <p14:nvPr/>
              </p14:nvContentPartPr>
              <p14:xfrm>
                <a:off x="10588926" y="1989303"/>
                <a:ext cx="203760" cy="8784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B8C8E191-47AC-4E2E-3174-4E953C0178AF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0571286" y="1971663"/>
                  <a:ext cx="23940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14F8AA9A-8197-C3BA-3CD9-C43D383DBD84}"/>
                    </a:ext>
                  </a:extLst>
                </p14:cNvPr>
                <p14:cNvContentPartPr/>
                <p14:nvPr/>
              </p14:nvContentPartPr>
              <p14:xfrm>
                <a:off x="10678926" y="2040423"/>
                <a:ext cx="51120" cy="32436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14F8AA9A-8197-C3BA-3CD9-C43D383DBD84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0660926" y="2022423"/>
                  <a:ext cx="86760" cy="36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FFA72EE4-C645-77C7-2B10-29B8A2077A03}"/>
                    </a:ext>
                  </a:extLst>
                </p14:cNvPr>
                <p14:cNvContentPartPr/>
                <p14:nvPr/>
              </p14:nvContentPartPr>
              <p14:xfrm>
                <a:off x="10587486" y="2375223"/>
                <a:ext cx="268560" cy="8136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FFA72EE4-C645-77C7-2B10-29B8A2077A03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0569846" y="2357583"/>
                  <a:ext cx="30420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E8F553DF-CF64-11C7-A2B2-290C3DC18924}"/>
                    </a:ext>
                  </a:extLst>
                </p14:cNvPr>
                <p14:cNvContentPartPr/>
                <p14:nvPr/>
              </p14:nvContentPartPr>
              <p14:xfrm>
                <a:off x="10875126" y="2435343"/>
                <a:ext cx="35280" cy="1980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E8F553DF-CF64-11C7-A2B2-290C3DC18924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0857126" y="2417343"/>
                  <a:ext cx="70920" cy="55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0" name="Group 139">
            <a:extLst>
              <a:ext uri="{FF2B5EF4-FFF2-40B4-BE49-F238E27FC236}">
                <a16:creationId xmlns:a16="http://schemas.microsoft.com/office/drawing/2014/main" id="{37DE7B91-D578-6353-23BF-B7271AE6BD0B}"/>
              </a:ext>
            </a:extLst>
          </p:cNvPr>
          <p:cNvGrpSpPr/>
          <p:nvPr/>
        </p:nvGrpSpPr>
        <p:grpSpPr>
          <a:xfrm>
            <a:off x="246486" y="3216543"/>
            <a:ext cx="303840" cy="446400"/>
            <a:chOff x="246486" y="3216543"/>
            <a:chExt cx="303840" cy="446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70A69648-A158-7232-6E33-C3D22815BBEA}"/>
                    </a:ext>
                  </a:extLst>
                </p14:cNvPr>
                <p14:cNvContentPartPr/>
                <p14:nvPr/>
              </p14:nvContentPartPr>
              <p14:xfrm>
                <a:off x="246486" y="3264423"/>
                <a:ext cx="7200" cy="18468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70A69648-A158-7232-6E33-C3D22815BBEA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228846" y="3246783"/>
                  <a:ext cx="4284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0EB15A2D-19A4-2E54-F0E2-470F850BB6F3}"/>
                    </a:ext>
                  </a:extLst>
                </p14:cNvPr>
                <p14:cNvContentPartPr/>
                <p14:nvPr/>
              </p14:nvContentPartPr>
              <p14:xfrm>
                <a:off x="352326" y="3316983"/>
                <a:ext cx="11160" cy="13968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0EB15A2D-19A4-2E54-F0E2-470F850BB6F3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334326" y="3299343"/>
                  <a:ext cx="4680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F664F361-F9C8-4F04-C506-F5F04F329C2F}"/>
                    </a:ext>
                  </a:extLst>
                </p14:cNvPr>
                <p14:cNvContentPartPr/>
                <p14:nvPr/>
              </p14:nvContentPartPr>
              <p14:xfrm>
                <a:off x="419286" y="3326703"/>
                <a:ext cx="23400" cy="15228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F664F361-F9C8-4F04-C506-F5F04F329C2F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401646" y="3309063"/>
                  <a:ext cx="5904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006F5DDD-77FF-0591-76B6-5ECC5F521252}"/>
                    </a:ext>
                  </a:extLst>
                </p14:cNvPr>
                <p14:cNvContentPartPr/>
                <p14:nvPr/>
              </p14:nvContentPartPr>
              <p14:xfrm>
                <a:off x="417486" y="3216543"/>
                <a:ext cx="132840" cy="44640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006F5DDD-77FF-0591-76B6-5ECC5F521252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399486" y="3198543"/>
                  <a:ext cx="168480" cy="482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5" name="Group 164">
            <a:extLst>
              <a:ext uri="{FF2B5EF4-FFF2-40B4-BE49-F238E27FC236}">
                <a16:creationId xmlns:a16="http://schemas.microsoft.com/office/drawing/2014/main" id="{8BC7F9A7-EF3B-AB54-6E86-382B0D75C8E4}"/>
              </a:ext>
            </a:extLst>
          </p:cNvPr>
          <p:cNvGrpSpPr/>
          <p:nvPr/>
        </p:nvGrpSpPr>
        <p:grpSpPr>
          <a:xfrm>
            <a:off x="987726" y="3275583"/>
            <a:ext cx="446040" cy="650520"/>
            <a:chOff x="987726" y="3275583"/>
            <a:chExt cx="446040" cy="650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C082415D-AAD3-3817-AF7C-5B8C11A8FEA3}"/>
                    </a:ext>
                  </a:extLst>
                </p14:cNvPr>
                <p14:cNvContentPartPr/>
                <p14:nvPr/>
              </p14:nvContentPartPr>
              <p14:xfrm>
                <a:off x="987726" y="3276303"/>
                <a:ext cx="228960" cy="30780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C082415D-AAD3-3817-AF7C-5B8C11A8FEA3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970086" y="3258303"/>
                  <a:ext cx="264600" cy="34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9C1350C2-826D-C941-B996-79427E990489}"/>
                    </a:ext>
                  </a:extLst>
                </p14:cNvPr>
                <p14:cNvContentPartPr/>
                <p14:nvPr/>
              </p14:nvContentPartPr>
              <p14:xfrm>
                <a:off x="1242966" y="3275583"/>
                <a:ext cx="190800" cy="65052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9C1350C2-826D-C941-B996-79427E990489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225326" y="3257583"/>
                  <a:ext cx="226440" cy="686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28">
            <p14:nvContentPartPr>
              <p14:cNvPr id="153" name="Ink 152">
                <a:extLst>
                  <a:ext uri="{FF2B5EF4-FFF2-40B4-BE49-F238E27FC236}">
                    <a16:creationId xmlns:a16="http://schemas.microsoft.com/office/drawing/2014/main" id="{6D36E54C-617D-37A6-39E7-2CD434F2ACD0}"/>
                  </a:ext>
                </a:extLst>
              </p14:cNvPr>
              <p14:cNvContentPartPr/>
              <p14:nvPr/>
            </p14:nvContentPartPr>
            <p14:xfrm>
              <a:off x="1825446" y="3269463"/>
              <a:ext cx="261000" cy="312840"/>
            </p14:xfrm>
          </p:contentPart>
        </mc:Choice>
        <mc:Fallback>
          <p:pic>
            <p:nvPicPr>
              <p:cNvPr id="153" name="Ink 152">
                <a:extLst>
                  <a:ext uri="{FF2B5EF4-FFF2-40B4-BE49-F238E27FC236}">
                    <a16:creationId xmlns:a16="http://schemas.microsoft.com/office/drawing/2014/main" id="{6D36E54C-617D-37A6-39E7-2CD434F2ACD0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1807446" y="3251823"/>
                <a:ext cx="296640" cy="348480"/>
              </a:xfrm>
              <a:prstGeom prst="rect">
                <a:avLst/>
              </a:prstGeom>
            </p:spPr>
          </p:pic>
        </mc:Fallback>
      </mc:AlternateContent>
      <p:grpSp>
        <p:nvGrpSpPr>
          <p:cNvPr id="164" name="Group 163">
            <a:extLst>
              <a:ext uri="{FF2B5EF4-FFF2-40B4-BE49-F238E27FC236}">
                <a16:creationId xmlns:a16="http://schemas.microsoft.com/office/drawing/2014/main" id="{8236A66E-B772-1936-A030-63F2CD0A4AA6}"/>
              </a:ext>
            </a:extLst>
          </p:cNvPr>
          <p:cNvGrpSpPr/>
          <p:nvPr/>
        </p:nvGrpSpPr>
        <p:grpSpPr>
          <a:xfrm>
            <a:off x="2628246" y="3183783"/>
            <a:ext cx="218520" cy="309600"/>
            <a:chOff x="2628246" y="3183783"/>
            <a:chExt cx="218520" cy="309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29472973-F826-5BEF-24D6-A3EB88B54F9F}"/>
                    </a:ext>
                  </a:extLst>
                </p14:cNvPr>
                <p14:cNvContentPartPr/>
                <p14:nvPr/>
              </p14:nvContentPartPr>
              <p14:xfrm>
                <a:off x="2628246" y="3340023"/>
                <a:ext cx="38160" cy="14904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29472973-F826-5BEF-24D6-A3EB88B54F9F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2610246" y="3322383"/>
                  <a:ext cx="7380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9A8293C0-CB71-21D5-098D-4D7D524B520D}"/>
                    </a:ext>
                  </a:extLst>
                </p14:cNvPr>
                <p14:cNvContentPartPr/>
                <p14:nvPr/>
              </p14:nvContentPartPr>
              <p14:xfrm>
                <a:off x="2731926" y="3344343"/>
                <a:ext cx="114840" cy="14904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9A8293C0-CB71-21D5-098D-4D7D524B520D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2713926" y="3326343"/>
                  <a:ext cx="15048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F0B2882B-C3E7-B144-0CC7-11081E4FA258}"/>
                    </a:ext>
                  </a:extLst>
                </p14:cNvPr>
                <p14:cNvContentPartPr/>
                <p14:nvPr/>
              </p14:nvContentPartPr>
              <p14:xfrm>
                <a:off x="2820126" y="3183783"/>
                <a:ext cx="1440" cy="2628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F0B2882B-C3E7-B144-0CC7-11081E4FA258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2802486" y="3165783"/>
                  <a:ext cx="37080" cy="61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36">
            <p14:nvContentPartPr>
              <p14:cNvPr id="157" name="Ink 156">
                <a:extLst>
                  <a:ext uri="{FF2B5EF4-FFF2-40B4-BE49-F238E27FC236}">
                    <a16:creationId xmlns:a16="http://schemas.microsoft.com/office/drawing/2014/main" id="{3CB951FD-ECB7-2DC7-F590-2468686D72D5}"/>
                  </a:ext>
                </a:extLst>
              </p14:cNvPr>
              <p14:cNvContentPartPr/>
              <p14:nvPr/>
            </p14:nvContentPartPr>
            <p14:xfrm>
              <a:off x="3600966" y="3268023"/>
              <a:ext cx="288000" cy="184680"/>
            </p14:xfrm>
          </p:contentPart>
        </mc:Choice>
        <mc:Fallback>
          <p:pic>
            <p:nvPicPr>
              <p:cNvPr id="157" name="Ink 156">
                <a:extLst>
                  <a:ext uri="{FF2B5EF4-FFF2-40B4-BE49-F238E27FC236}">
                    <a16:creationId xmlns:a16="http://schemas.microsoft.com/office/drawing/2014/main" id="{3CB951FD-ECB7-2DC7-F590-2468686D72D5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3582966" y="3250383"/>
                <a:ext cx="323640" cy="220320"/>
              </a:xfrm>
              <a:prstGeom prst="rect">
                <a:avLst/>
              </a:prstGeom>
            </p:spPr>
          </p:pic>
        </mc:Fallback>
      </mc:AlternateContent>
      <p:grpSp>
        <p:nvGrpSpPr>
          <p:cNvPr id="163" name="Group 162">
            <a:extLst>
              <a:ext uri="{FF2B5EF4-FFF2-40B4-BE49-F238E27FC236}">
                <a16:creationId xmlns:a16="http://schemas.microsoft.com/office/drawing/2014/main" id="{089F3342-D2EB-CA3D-F59B-4F658938960F}"/>
              </a:ext>
            </a:extLst>
          </p:cNvPr>
          <p:cNvGrpSpPr/>
          <p:nvPr/>
        </p:nvGrpSpPr>
        <p:grpSpPr>
          <a:xfrm>
            <a:off x="4381446" y="3233463"/>
            <a:ext cx="1301400" cy="441000"/>
            <a:chOff x="4381446" y="3233463"/>
            <a:chExt cx="1301400" cy="441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6C36FE9F-20EA-FE9D-010C-70F9709ED0C4}"/>
                    </a:ext>
                  </a:extLst>
                </p14:cNvPr>
                <p14:cNvContentPartPr/>
                <p14:nvPr/>
              </p14:nvContentPartPr>
              <p14:xfrm>
                <a:off x="4381446" y="3243543"/>
                <a:ext cx="145800" cy="18396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6C36FE9F-20EA-FE9D-010C-70F9709ED0C4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4363806" y="3225543"/>
                  <a:ext cx="18144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4774813A-95FA-4B7C-7F9F-93FA750E74B7}"/>
                    </a:ext>
                  </a:extLst>
                </p14:cNvPr>
                <p14:cNvContentPartPr/>
                <p14:nvPr/>
              </p14:nvContentPartPr>
              <p14:xfrm>
                <a:off x="4578366" y="3268383"/>
                <a:ext cx="138600" cy="40608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4774813A-95FA-4B7C-7F9F-93FA750E74B7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4560366" y="3250743"/>
                  <a:ext cx="174240" cy="44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8F5C64BA-1952-AE30-9486-6897323F2795}"/>
                    </a:ext>
                  </a:extLst>
                </p14:cNvPr>
                <p14:cNvContentPartPr/>
                <p14:nvPr/>
              </p14:nvContentPartPr>
              <p14:xfrm>
                <a:off x="4853766" y="3273063"/>
                <a:ext cx="176760" cy="14616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8F5C64BA-1952-AE30-9486-6897323F2795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4835766" y="3255423"/>
                  <a:ext cx="21240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A4985477-8346-62EB-8D81-655BEA3C218F}"/>
                    </a:ext>
                  </a:extLst>
                </p14:cNvPr>
                <p14:cNvContentPartPr/>
                <p14:nvPr/>
              </p14:nvContentPartPr>
              <p14:xfrm>
                <a:off x="5057886" y="3233463"/>
                <a:ext cx="624960" cy="18720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A4985477-8346-62EB-8D81-655BEA3C218F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5040246" y="3215463"/>
                  <a:ext cx="660600" cy="222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3" name="Group 172">
            <a:extLst>
              <a:ext uri="{FF2B5EF4-FFF2-40B4-BE49-F238E27FC236}">
                <a16:creationId xmlns:a16="http://schemas.microsoft.com/office/drawing/2014/main" id="{2FF46E67-D75A-4CDA-E2CE-E0DAA8A2B598}"/>
              </a:ext>
            </a:extLst>
          </p:cNvPr>
          <p:cNvGrpSpPr/>
          <p:nvPr/>
        </p:nvGrpSpPr>
        <p:grpSpPr>
          <a:xfrm>
            <a:off x="6142926" y="3066423"/>
            <a:ext cx="1400040" cy="471960"/>
            <a:chOff x="6142926" y="3066423"/>
            <a:chExt cx="1400040" cy="471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6AC30F2D-4603-9AD4-8413-0BC7D8194F9F}"/>
                    </a:ext>
                  </a:extLst>
                </p14:cNvPr>
                <p14:cNvContentPartPr/>
                <p14:nvPr/>
              </p14:nvContentPartPr>
              <p14:xfrm>
                <a:off x="6142926" y="3272703"/>
                <a:ext cx="333000" cy="13752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6AC30F2D-4603-9AD4-8413-0BC7D8194F9F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6124926" y="3254703"/>
                  <a:ext cx="36864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30D06A12-75AC-3658-CEB8-183E9184F420}"/>
                    </a:ext>
                  </a:extLst>
                </p14:cNvPr>
                <p14:cNvContentPartPr/>
                <p14:nvPr/>
              </p14:nvContentPartPr>
              <p14:xfrm>
                <a:off x="6511926" y="3073623"/>
                <a:ext cx="514440" cy="36612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30D06A12-75AC-3658-CEB8-183E9184F420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6493926" y="3055623"/>
                  <a:ext cx="550080" cy="40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B71A66BB-D7F2-C647-F4AD-7A6E10BD7159}"/>
                    </a:ext>
                  </a:extLst>
                </p14:cNvPr>
                <p14:cNvContentPartPr/>
                <p14:nvPr/>
              </p14:nvContentPartPr>
              <p14:xfrm>
                <a:off x="7094406" y="3258303"/>
                <a:ext cx="46800" cy="16092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B71A66BB-D7F2-C647-F4AD-7A6E10BD7159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7076406" y="3240663"/>
                  <a:ext cx="8244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A052C2C6-4157-3083-B9CF-D53503A0F077}"/>
                    </a:ext>
                  </a:extLst>
                </p14:cNvPr>
                <p14:cNvContentPartPr/>
                <p14:nvPr/>
              </p14:nvContentPartPr>
              <p14:xfrm>
                <a:off x="7196286" y="3277743"/>
                <a:ext cx="104040" cy="10728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A052C2C6-4157-3083-B9CF-D53503A0F077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7178286" y="3260103"/>
                  <a:ext cx="13968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DD091A73-730C-B05C-1ABE-81A9C6A1EC7F}"/>
                    </a:ext>
                  </a:extLst>
                </p14:cNvPr>
                <p14:cNvContentPartPr/>
                <p14:nvPr/>
              </p14:nvContentPartPr>
              <p14:xfrm>
                <a:off x="7160286" y="3253623"/>
                <a:ext cx="196200" cy="17676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DD091A73-730C-B05C-1ABE-81A9C6A1EC7F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7142286" y="3235623"/>
                  <a:ext cx="23184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7E213229-2140-5D67-BF6D-5201B19922F9}"/>
                    </a:ext>
                  </a:extLst>
                </p14:cNvPr>
                <p14:cNvContentPartPr/>
                <p14:nvPr/>
              </p14:nvContentPartPr>
              <p14:xfrm>
                <a:off x="7236246" y="3066423"/>
                <a:ext cx="16560" cy="3924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7E213229-2140-5D67-BF6D-5201B19922F9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7218246" y="3048783"/>
                  <a:ext cx="5220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E389F4BE-6832-B48F-CBBF-3E7FFCDC88F3}"/>
                    </a:ext>
                  </a:extLst>
                </p14:cNvPr>
                <p14:cNvContentPartPr/>
                <p14:nvPr/>
              </p14:nvContentPartPr>
              <p14:xfrm>
                <a:off x="6642606" y="3093063"/>
                <a:ext cx="349920" cy="3744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E389F4BE-6832-B48F-CBBF-3E7FFCDC88F3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6624966" y="3075423"/>
                  <a:ext cx="38556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3D6A5EA6-4D47-C72F-F135-9DBED3D069C4}"/>
                    </a:ext>
                  </a:extLst>
                </p14:cNvPr>
                <p14:cNvContentPartPr/>
                <p14:nvPr/>
              </p14:nvContentPartPr>
              <p14:xfrm>
                <a:off x="7437126" y="3432903"/>
                <a:ext cx="105840" cy="10548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3D6A5EA6-4D47-C72F-F135-9DBED3D069C4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7419486" y="3415263"/>
                  <a:ext cx="141480" cy="141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6" name="Group 175">
            <a:extLst>
              <a:ext uri="{FF2B5EF4-FFF2-40B4-BE49-F238E27FC236}">
                <a16:creationId xmlns:a16="http://schemas.microsoft.com/office/drawing/2014/main" id="{E142E605-9C93-01DE-C3E5-97D9F729AA5C}"/>
              </a:ext>
            </a:extLst>
          </p:cNvPr>
          <p:cNvGrpSpPr/>
          <p:nvPr/>
        </p:nvGrpSpPr>
        <p:grpSpPr>
          <a:xfrm>
            <a:off x="8284566" y="3133383"/>
            <a:ext cx="811440" cy="320040"/>
            <a:chOff x="8284566" y="3133383"/>
            <a:chExt cx="811440" cy="320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58383596-70A3-C47A-EE07-3AA9C7420FD0}"/>
                    </a:ext>
                  </a:extLst>
                </p14:cNvPr>
                <p14:cNvContentPartPr/>
                <p14:nvPr/>
              </p14:nvContentPartPr>
              <p14:xfrm>
                <a:off x="8284566" y="3133383"/>
                <a:ext cx="811440" cy="32004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58383596-70A3-C47A-EE07-3AA9C7420FD0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8266566" y="3115383"/>
                  <a:ext cx="847080" cy="35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D9785ED7-8ED3-767E-C6C8-CDC77F04DEF0}"/>
                    </a:ext>
                  </a:extLst>
                </p14:cNvPr>
                <p14:cNvContentPartPr/>
                <p14:nvPr/>
              </p14:nvContentPartPr>
              <p14:xfrm>
                <a:off x="8376366" y="3257943"/>
                <a:ext cx="65160" cy="2052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D9785ED7-8ED3-767E-C6C8-CDC77F04DEF0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8358726" y="3239943"/>
                  <a:ext cx="100800" cy="56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66">
            <p14:nvContentPartPr>
              <p14:cNvPr id="413" name="Ink 412">
                <a:extLst>
                  <a:ext uri="{FF2B5EF4-FFF2-40B4-BE49-F238E27FC236}">
                    <a16:creationId xmlns:a16="http://schemas.microsoft.com/office/drawing/2014/main" id="{439888D0-42B2-FEFD-4FF8-CCDB4AB59DC3}"/>
                  </a:ext>
                </a:extLst>
              </p14:cNvPr>
              <p14:cNvContentPartPr/>
              <p14:nvPr/>
            </p14:nvContentPartPr>
            <p14:xfrm>
              <a:off x="4714677" y="530223"/>
              <a:ext cx="3496680" cy="186120"/>
            </p14:xfrm>
          </p:contentPart>
        </mc:Choice>
        <mc:Fallback>
          <p:pic>
            <p:nvPicPr>
              <p:cNvPr id="413" name="Ink 412">
                <a:extLst>
                  <a:ext uri="{FF2B5EF4-FFF2-40B4-BE49-F238E27FC236}">
                    <a16:creationId xmlns:a16="http://schemas.microsoft.com/office/drawing/2014/main" id="{439888D0-42B2-FEFD-4FF8-CCDB4AB59DC3}"/>
                  </a:ext>
                </a:extLst>
              </p:cNvPr>
              <p:cNvPicPr/>
              <p:nvPr/>
            </p:nvPicPr>
            <p:blipFill>
              <a:blip r:embed="rId167"/>
              <a:stretch>
                <a:fillRect/>
              </a:stretch>
            </p:blipFill>
            <p:spPr>
              <a:xfrm>
                <a:off x="4696677" y="512583"/>
                <a:ext cx="3532320" cy="221760"/>
              </a:xfrm>
              <a:prstGeom prst="rect">
                <a:avLst/>
              </a:prstGeom>
            </p:spPr>
          </p:pic>
        </mc:Fallback>
      </mc:AlternateContent>
      <p:grpSp>
        <p:nvGrpSpPr>
          <p:cNvPr id="416" name="Group 415">
            <a:extLst>
              <a:ext uri="{FF2B5EF4-FFF2-40B4-BE49-F238E27FC236}">
                <a16:creationId xmlns:a16="http://schemas.microsoft.com/office/drawing/2014/main" id="{EEFC290C-CCA8-E9E4-033E-14A2EA65352D}"/>
              </a:ext>
            </a:extLst>
          </p:cNvPr>
          <p:cNvGrpSpPr/>
          <p:nvPr/>
        </p:nvGrpSpPr>
        <p:grpSpPr>
          <a:xfrm>
            <a:off x="223086" y="160143"/>
            <a:ext cx="7939440" cy="1676880"/>
            <a:chOff x="223086" y="160143"/>
            <a:chExt cx="7939440" cy="1676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59323EFC-CD93-7665-F6E0-DD9E98C7C7D4}"/>
                    </a:ext>
                  </a:extLst>
                </p14:cNvPr>
                <p14:cNvContentPartPr/>
                <p14:nvPr/>
              </p14:nvContentPartPr>
              <p14:xfrm>
                <a:off x="223086" y="265623"/>
                <a:ext cx="77040" cy="36000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59323EFC-CD93-7665-F6E0-DD9E98C7C7D4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205446" y="247983"/>
                  <a:ext cx="112680" cy="39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89374068-B9F4-F949-BC53-D4B9D3FFAE8F}"/>
                    </a:ext>
                  </a:extLst>
                </p14:cNvPr>
                <p14:cNvContentPartPr/>
                <p14:nvPr/>
              </p14:nvContentPartPr>
              <p14:xfrm>
                <a:off x="234246" y="221703"/>
                <a:ext cx="214920" cy="18972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89374068-B9F4-F949-BC53-D4B9D3FFAE8F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216606" y="203703"/>
                  <a:ext cx="25056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F9D9A4E7-0F9A-52D2-9AFB-393925E880B6}"/>
                    </a:ext>
                  </a:extLst>
                </p14:cNvPr>
                <p14:cNvContentPartPr/>
                <p14:nvPr/>
              </p14:nvContentPartPr>
              <p14:xfrm>
                <a:off x="379326" y="451743"/>
                <a:ext cx="182520" cy="14904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F9D9A4E7-0F9A-52D2-9AFB-393925E880B6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361326" y="433743"/>
                  <a:ext cx="21816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A6DE469B-F072-3850-8BD0-D05F69E97A51}"/>
                    </a:ext>
                  </a:extLst>
                </p14:cNvPr>
                <p14:cNvContentPartPr/>
                <p14:nvPr/>
              </p14:nvContentPartPr>
              <p14:xfrm>
                <a:off x="620886" y="485583"/>
                <a:ext cx="132480" cy="14904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A6DE469B-F072-3850-8BD0-D05F69E97A51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603246" y="467943"/>
                  <a:ext cx="16812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2A75C1A5-2588-FBDE-2B48-93236DA615A0}"/>
                    </a:ext>
                  </a:extLst>
                </p14:cNvPr>
                <p14:cNvContentPartPr/>
                <p14:nvPr/>
              </p14:nvContentPartPr>
              <p14:xfrm>
                <a:off x="855246" y="327903"/>
                <a:ext cx="72720" cy="62208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2A75C1A5-2588-FBDE-2B48-93236DA615A0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837606" y="309903"/>
                  <a:ext cx="108360" cy="65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586BB83E-CE88-918C-AD85-792B5B24F928}"/>
                    </a:ext>
                  </a:extLst>
                </p14:cNvPr>
                <p14:cNvContentPartPr/>
                <p14:nvPr/>
              </p14:nvContentPartPr>
              <p14:xfrm>
                <a:off x="789726" y="501063"/>
                <a:ext cx="191880" cy="13392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586BB83E-CE88-918C-AD85-792B5B24F928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772086" y="483423"/>
                  <a:ext cx="22752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47107A08-21FF-0BA7-1D16-F837BD609AD7}"/>
                    </a:ext>
                  </a:extLst>
                </p14:cNvPr>
                <p14:cNvContentPartPr/>
                <p14:nvPr/>
              </p14:nvContentPartPr>
              <p14:xfrm>
                <a:off x="1012566" y="229983"/>
                <a:ext cx="631800" cy="39456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47107A08-21FF-0BA7-1D16-F837BD609AD7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994926" y="212343"/>
                  <a:ext cx="667440" cy="43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389B26E4-2EFF-2A25-D38B-9F48F2EFBBF3}"/>
                    </a:ext>
                  </a:extLst>
                </p14:cNvPr>
                <p14:cNvContentPartPr/>
                <p14:nvPr/>
              </p14:nvContentPartPr>
              <p14:xfrm>
                <a:off x="1443846" y="350583"/>
                <a:ext cx="132840" cy="2592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389B26E4-2EFF-2A25-D38B-9F48F2EFBBF3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1426206" y="332583"/>
                  <a:ext cx="16848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E5D500DB-99AA-0269-589B-7035C655FEAF}"/>
                    </a:ext>
                  </a:extLst>
                </p14:cNvPr>
                <p14:cNvContentPartPr/>
                <p14:nvPr/>
              </p14:nvContentPartPr>
              <p14:xfrm>
                <a:off x="1724286" y="406023"/>
                <a:ext cx="50760" cy="16992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E5D500DB-99AA-0269-589B-7035C655FEAF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1706646" y="388023"/>
                  <a:ext cx="8640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D1A248DE-0C49-C627-099B-10A741B0844C}"/>
                    </a:ext>
                  </a:extLst>
                </p14:cNvPr>
                <p14:cNvContentPartPr/>
                <p14:nvPr/>
              </p14:nvContentPartPr>
              <p14:xfrm>
                <a:off x="1822566" y="313863"/>
                <a:ext cx="9000" cy="3024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D1A248DE-0C49-C627-099B-10A741B0844C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1804566" y="295863"/>
                  <a:ext cx="4464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010944C6-1431-E52D-DB5D-A154E0A47955}"/>
                    </a:ext>
                  </a:extLst>
                </p14:cNvPr>
                <p14:cNvContentPartPr/>
                <p14:nvPr/>
              </p14:nvContentPartPr>
              <p14:xfrm>
                <a:off x="1889526" y="381543"/>
                <a:ext cx="144360" cy="16740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010944C6-1431-E52D-DB5D-A154E0A47955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1871526" y="363543"/>
                  <a:ext cx="18000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53B76F98-1234-5376-20FD-F3239FE91C67}"/>
                    </a:ext>
                  </a:extLst>
                </p14:cNvPr>
                <p14:cNvContentPartPr/>
                <p14:nvPr/>
              </p14:nvContentPartPr>
              <p14:xfrm>
                <a:off x="2075646" y="362103"/>
                <a:ext cx="138600" cy="17280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53B76F98-1234-5376-20FD-F3239FE91C67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2058006" y="344103"/>
                  <a:ext cx="17424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CAB8C127-2ED1-20B2-07D3-7DDBB7EB816C}"/>
                    </a:ext>
                  </a:extLst>
                </p14:cNvPr>
                <p14:cNvContentPartPr/>
                <p14:nvPr/>
              </p14:nvContentPartPr>
              <p14:xfrm>
                <a:off x="2818686" y="214143"/>
                <a:ext cx="318240" cy="72540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CAB8C127-2ED1-20B2-07D3-7DDBB7EB816C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2801046" y="196503"/>
                  <a:ext cx="353880" cy="76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522EAF9B-CB9D-48FC-4D50-112E3987023E}"/>
                    </a:ext>
                  </a:extLst>
                </p14:cNvPr>
                <p14:cNvContentPartPr/>
                <p14:nvPr/>
              </p14:nvContentPartPr>
              <p14:xfrm>
                <a:off x="3692406" y="330063"/>
                <a:ext cx="250560" cy="19116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522EAF9B-CB9D-48FC-4D50-112E3987023E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3674406" y="312063"/>
                  <a:ext cx="286200" cy="22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1AB1FF8E-2332-88ED-1463-D67CB8F01CA6}"/>
                    </a:ext>
                  </a:extLst>
                </p14:cNvPr>
                <p14:cNvContentPartPr/>
                <p14:nvPr/>
              </p14:nvContentPartPr>
              <p14:xfrm>
                <a:off x="3993366" y="344823"/>
                <a:ext cx="229320" cy="15228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1AB1FF8E-2332-88ED-1463-D67CB8F01CA6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3975366" y="327183"/>
                  <a:ext cx="26496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C1197B03-16B7-A3B7-C70E-15C83A5353B8}"/>
                    </a:ext>
                  </a:extLst>
                </p14:cNvPr>
                <p14:cNvContentPartPr/>
                <p14:nvPr/>
              </p14:nvContentPartPr>
              <p14:xfrm>
                <a:off x="270246" y="1243383"/>
                <a:ext cx="31680" cy="15840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C1197B03-16B7-A3B7-C70E-15C83A5353B8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252606" y="1225383"/>
                  <a:ext cx="6732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203795EE-3E59-3386-1184-45E4D1FEEE58}"/>
                    </a:ext>
                  </a:extLst>
                </p14:cNvPr>
                <p14:cNvContentPartPr/>
                <p14:nvPr/>
              </p14:nvContentPartPr>
              <p14:xfrm>
                <a:off x="315606" y="1035663"/>
                <a:ext cx="211680" cy="66744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203795EE-3E59-3386-1184-45E4D1FEEE58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297606" y="1018023"/>
                  <a:ext cx="247320" cy="70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C01147B0-3367-2ED5-92F0-AF09B0B7D7C6}"/>
                    </a:ext>
                  </a:extLst>
                </p14:cNvPr>
                <p14:cNvContentPartPr/>
                <p14:nvPr/>
              </p14:nvContentPartPr>
              <p14:xfrm>
                <a:off x="1082766" y="1162383"/>
                <a:ext cx="183240" cy="38160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C01147B0-3367-2ED5-92F0-AF09B0B7D7C6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1065126" y="1144743"/>
                  <a:ext cx="218880" cy="41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EC36C197-13A0-BCF7-EFAE-42287DCE1CBC}"/>
                    </a:ext>
                  </a:extLst>
                </p14:cNvPr>
                <p14:cNvContentPartPr/>
                <p14:nvPr/>
              </p14:nvContentPartPr>
              <p14:xfrm>
                <a:off x="1336566" y="1140063"/>
                <a:ext cx="322560" cy="69696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EC36C197-13A0-BCF7-EFAE-42287DCE1CBC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1318926" y="1122063"/>
                  <a:ext cx="358200" cy="73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48545E06-D53A-797D-F1E8-A1C888E5C75C}"/>
                    </a:ext>
                  </a:extLst>
                </p14:cNvPr>
                <p14:cNvContentPartPr/>
                <p14:nvPr/>
              </p14:nvContentPartPr>
              <p14:xfrm>
                <a:off x="2205966" y="1194423"/>
                <a:ext cx="210240" cy="30204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48545E06-D53A-797D-F1E8-A1C888E5C75C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2187966" y="1176783"/>
                  <a:ext cx="245880" cy="33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344C5204-E20E-FBFD-CFAD-3CD4120AB644}"/>
                    </a:ext>
                  </a:extLst>
                </p14:cNvPr>
                <p14:cNvContentPartPr/>
                <p14:nvPr/>
              </p14:nvContentPartPr>
              <p14:xfrm>
                <a:off x="3015246" y="1281903"/>
                <a:ext cx="171720" cy="20448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344C5204-E20E-FBFD-CFAD-3CD4120AB644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2997246" y="1263903"/>
                  <a:ext cx="207360" cy="2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EB9B7D65-C79C-5FF2-245D-6476DD44D265}"/>
                    </a:ext>
                  </a:extLst>
                </p14:cNvPr>
                <p14:cNvContentPartPr/>
                <p14:nvPr/>
              </p14:nvContentPartPr>
              <p14:xfrm>
                <a:off x="3273726" y="1303863"/>
                <a:ext cx="118800" cy="15120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EB9B7D65-C79C-5FF2-245D-6476DD44D265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3256086" y="1286223"/>
                  <a:ext cx="15444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6FCE9C02-608D-775F-AD21-52227C592CAE}"/>
                    </a:ext>
                  </a:extLst>
                </p14:cNvPr>
                <p14:cNvContentPartPr/>
                <p14:nvPr/>
              </p14:nvContentPartPr>
              <p14:xfrm>
                <a:off x="3297126" y="1126023"/>
                <a:ext cx="10080" cy="3996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6FCE9C02-608D-775F-AD21-52227C592CAE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3279126" y="1108383"/>
                  <a:ext cx="4572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12505D2C-7DCF-A0C6-2BD9-8CAEF4562D5D}"/>
                    </a:ext>
                  </a:extLst>
                </p14:cNvPr>
                <p14:cNvContentPartPr/>
                <p14:nvPr/>
              </p14:nvContentPartPr>
              <p14:xfrm>
                <a:off x="4250766" y="1204863"/>
                <a:ext cx="267120" cy="24264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12505D2C-7DCF-A0C6-2BD9-8CAEF4562D5D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4233126" y="1186863"/>
                  <a:ext cx="302760" cy="27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CC3DAC68-4C3C-6A9E-8AE9-2B725E750C61}"/>
                    </a:ext>
                  </a:extLst>
                </p14:cNvPr>
                <p14:cNvContentPartPr/>
                <p14:nvPr/>
              </p14:nvContentPartPr>
              <p14:xfrm>
                <a:off x="4888326" y="1021983"/>
                <a:ext cx="825120" cy="40392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CC3DAC68-4C3C-6A9E-8AE9-2B725E750C61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4870326" y="1004343"/>
                  <a:ext cx="860760" cy="43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023F5E61-A458-07B8-2B4E-8EA6AE74036C}"/>
                    </a:ext>
                  </a:extLst>
                </p14:cNvPr>
                <p14:cNvContentPartPr/>
                <p14:nvPr/>
              </p14:nvContentPartPr>
              <p14:xfrm>
                <a:off x="6155526" y="1184703"/>
                <a:ext cx="278280" cy="19224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023F5E61-A458-07B8-2B4E-8EA6AE74036C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6137526" y="1167063"/>
                  <a:ext cx="31392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5CEE07C2-DFEA-1DB0-4D57-8DED7A719360}"/>
                    </a:ext>
                  </a:extLst>
                </p14:cNvPr>
                <p14:cNvContentPartPr/>
                <p14:nvPr/>
              </p14:nvContentPartPr>
              <p14:xfrm>
                <a:off x="6516246" y="963663"/>
                <a:ext cx="756000" cy="42444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5CEE07C2-DFEA-1DB0-4D57-8DED7A719360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6498246" y="946023"/>
                  <a:ext cx="791640" cy="46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87024FC8-D570-CADF-3A62-AF5828936C81}"/>
                    </a:ext>
                  </a:extLst>
                </p14:cNvPr>
                <p14:cNvContentPartPr/>
                <p14:nvPr/>
              </p14:nvContentPartPr>
              <p14:xfrm>
                <a:off x="7366926" y="1179663"/>
                <a:ext cx="106200" cy="14328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87024FC8-D570-CADF-3A62-AF5828936C81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7349286" y="1162023"/>
                  <a:ext cx="14184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63C5A873-5B82-1848-F107-E377E1F60868}"/>
                    </a:ext>
                  </a:extLst>
                </p14:cNvPr>
                <p14:cNvContentPartPr/>
                <p14:nvPr/>
              </p14:nvContentPartPr>
              <p14:xfrm>
                <a:off x="7329846" y="1156263"/>
                <a:ext cx="172800" cy="20412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63C5A873-5B82-1848-F107-E377E1F60868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7312206" y="1138623"/>
                  <a:ext cx="208440" cy="23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97471E9A-DFE3-5A51-AF80-3FA2F862555B}"/>
                    </a:ext>
                  </a:extLst>
                </p14:cNvPr>
                <p14:cNvContentPartPr/>
                <p14:nvPr/>
              </p14:nvContentPartPr>
              <p14:xfrm>
                <a:off x="7328046" y="966903"/>
                <a:ext cx="57600" cy="5580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97471E9A-DFE3-5A51-AF80-3FA2F862555B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7310046" y="948903"/>
                  <a:ext cx="9324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A3E2FB66-4848-7B5F-0674-D13EB88F5D8A}"/>
                    </a:ext>
                  </a:extLst>
                </p14:cNvPr>
                <p14:cNvContentPartPr/>
                <p14:nvPr/>
              </p14:nvContentPartPr>
              <p14:xfrm>
                <a:off x="6710286" y="1030263"/>
                <a:ext cx="360000" cy="2988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A3E2FB66-4848-7B5F-0674-D13EB88F5D8A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6692646" y="1012623"/>
                  <a:ext cx="39564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6EDC7950-DAF4-ACBD-E13F-904873088AFC}"/>
                    </a:ext>
                  </a:extLst>
                </p14:cNvPr>
                <p14:cNvContentPartPr/>
                <p14:nvPr/>
              </p14:nvContentPartPr>
              <p14:xfrm>
                <a:off x="8063886" y="1294863"/>
                <a:ext cx="59040" cy="9288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6EDC7950-DAF4-ACBD-E13F-904873088AFC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8046246" y="1277223"/>
                  <a:ext cx="9468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1FE05C73-340B-5944-F7FF-82F23ACC9011}"/>
                    </a:ext>
                  </a:extLst>
                </p14:cNvPr>
                <p14:cNvContentPartPr/>
                <p14:nvPr/>
              </p14:nvContentPartPr>
              <p14:xfrm>
                <a:off x="4733166" y="345543"/>
                <a:ext cx="196200" cy="17532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1FE05C73-340B-5944-F7FF-82F23ACC9011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4715166" y="327903"/>
                  <a:ext cx="23184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E544950B-CD4C-35E1-211C-0F5E55FF0829}"/>
                    </a:ext>
                  </a:extLst>
                </p14:cNvPr>
                <p14:cNvContentPartPr/>
                <p14:nvPr/>
              </p14:nvContentPartPr>
              <p14:xfrm>
                <a:off x="4994886" y="197583"/>
                <a:ext cx="176760" cy="31608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E544950B-CD4C-35E1-211C-0F5E55FF0829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4976886" y="179583"/>
                  <a:ext cx="212400" cy="35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D4B4EA47-741A-24C4-F72F-38DDAFB0B33E}"/>
                    </a:ext>
                  </a:extLst>
                </p14:cNvPr>
                <p14:cNvContentPartPr/>
                <p14:nvPr/>
              </p14:nvContentPartPr>
              <p14:xfrm>
                <a:off x="5158326" y="376503"/>
                <a:ext cx="122400" cy="44856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D4B4EA47-741A-24C4-F72F-38DDAFB0B33E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5140686" y="358863"/>
                  <a:ext cx="158040" cy="48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6B2C084C-8839-6F91-B27B-648E9439DEC5}"/>
                    </a:ext>
                  </a:extLst>
                </p14:cNvPr>
                <p14:cNvContentPartPr/>
                <p14:nvPr/>
              </p14:nvContentPartPr>
              <p14:xfrm>
                <a:off x="5250486" y="204063"/>
                <a:ext cx="19800" cy="5328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6B2C084C-8839-6F91-B27B-648E9439DEC5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5232846" y="186063"/>
                  <a:ext cx="5544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88ABC92D-5328-BB4A-8841-27D38C91517A}"/>
                    </a:ext>
                  </a:extLst>
                </p14:cNvPr>
                <p14:cNvContentPartPr/>
                <p14:nvPr/>
              </p14:nvContentPartPr>
              <p14:xfrm>
                <a:off x="5420766" y="360303"/>
                <a:ext cx="96120" cy="17316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88ABC92D-5328-BB4A-8841-27D38C91517A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5403126" y="342663"/>
                  <a:ext cx="13176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A7A8591B-FBF3-1FD5-D55C-7B1C3D05EDBA}"/>
                    </a:ext>
                  </a:extLst>
                </p14:cNvPr>
                <p14:cNvContentPartPr/>
                <p14:nvPr/>
              </p14:nvContentPartPr>
              <p14:xfrm>
                <a:off x="5626326" y="366423"/>
                <a:ext cx="103320" cy="14940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A7A8591B-FBF3-1FD5-D55C-7B1C3D05EDBA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5608686" y="348423"/>
                  <a:ext cx="13896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7CDF1530-6DCA-B325-DEE3-BD5304F61270}"/>
                    </a:ext>
                  </a:extLst>
                </p14:cNvPr>
                <p14:cNvContentPartPr/>
                <p14:nvPr/>
              </p14:nvContentPartPr>
              <p14:xfrm>
                <a:off x="5685726" y="236463"/>
                <a:ext cx="53280" cy="3924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7CDF1530-6DCA-B325-DEE3-BD5304F61270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5667726" y="218463"/>
                  <a:ext cx="8892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2685D216-BB93-5243-CEEF-5D0CB714CDCD}"/>
                    </a:ext>
                  </a:extLst>
                </p14:cNvPr>
                <p14:cNvContentPartPr/>
                <p14:nvPr/>
              </p14:nvContentPartPr>
              <p14:xfrm>
                <a:off x="5747646" y="352383"/>
                <a:ext cx="267120" cy="16344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2685D216-BB93-5243-CEEF-5D0CB714CDCD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5730006" y="334383"/>
                  <a:ext cx="30276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03F04C2F-8D2E-3CB1-C862-94F424BFD3A9}"/>
                    </a:ext>
                  </a:extLst>
                </p14:cNvPr>
                <p14:cNvContentPartPr/>
                <p14:nvPr/>
              </p14:nvContentPartPr>
              <p14:xfrm>
                <a:off x="6113406" y="220983"/>
                <a:ext cx="162000" cy="29916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03F04C2F-8D2E-3CB1-C862-94F424BFD3A9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6095766" y="203343"/>
                  <a:ext cx="197640" cy="33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A7B2EE19-9697-793E-0861-A9EFEB54825A}"/>
                    </a:ext>
                  </a:extLst>
                </p14:cNvPr>
                <p14:cNvContentPartPr/>
                <p14:nvPr/>
              </p14:nvContentPartPr>
              <p14:xfrm>
                <a:off x="6067686" y="289383"/>
                <a:ext cx="183960" cy="1980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A7B2EE19-9697-793E-0861-A9EFEB54825A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6050046" y="271383"/>
                  <a:ext cx="21960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E4FFD93B-E3C3-025B-AD06-D645ED5F0374}"/>
                    </a:ext>
                  </a:extLst>
                </p14:cNvPr>
                <p14:cNvContentPartPr/>
                <p14:nvPr/>
              </p14:nvContentPartPr>
              <p14:xfrm>
                <a:off x="6646206" y="341943"/>
                <a:ext cx="345240" cy="17244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E4FFD93B-E3C3-025B-AD06-D645ED5F0374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6628566" y="324303"/>
                  <a:ext cx="38088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D00D4732-316D-A809-A435-14F128F29AE6}"/>
                    </a:ext>
                  </a:extLst>
                </p14:cNvPr>
                <p14:cNvContentPartPr/>
                <p14:nvPr/>
              </p14:nvContentPartPr>
              <p14:xfrm>
                <a:off x="7022046" y="160143"/>
                <a:ext cx="751680" cy="40644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D00D4732-316D-A809-A435-14F128F29AE6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7004406" y="142143"/>
                  <a:ext cx="787320" cy="44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0C80C727-069D-4854-57A5-9E53FD0D96F1}"/>
                    </a:ext>
                  </a:extLst>
                </p14:cNvPr>
                <p14:cNvContentPartPr/>
                <p14:nvPr/>
              </p14:nvContentPartPr>
              <p14:xfrm>
                <a:off x="7791366" y="346623"/>
                <a:ext cx="64800" cy="19980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0C80C727-069D-4854-57A5-9E53FD0D96F1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7773366" y="328983"/>
                  <a:ext cx="100440" cy="23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0CF1FDB8-C3F8-0582-BD60-472E5D18C0AA}"/>
                    </a:ext>
                  </a:extLst>
                </p14:cNvPr>
                <p14:cNvContentPartPr/>
                <p14:nvPr/>
              </p14:nvContentPartPr>
              <p14:xfrm>
                <a:off x="7941846" y="366423"/>
                <a:ext cx="176400" cy="12960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0CF1FDB8-C3F8-0582-BD60-472E5D18C0AA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7924206" y="348423"/>
                  <a:ext cx="21204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36C0D586-AD2E-EAF5-E226-5015C8E52F10}"/>
                    </a:ext>
                  </a:extLst>
                </p14:cNvPr>
                <p14:cNvContentPartPr/>
                <p14:nvPr/>
              </p14:nvContentPartPr>
              <p14:xfrm>
                <a:off x="7907286" y="321063"/>
                <a:ext cx="255240" cy="21384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36C0D586-AD2E-EAF5-E226-5015C8E52F10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7889286" y="303423"/>
                  <a:ext cx="290880" cy="24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3E38CF6B-2948-38A1-17D1-D8BB55AFAE32}"/>
                    </a:ext>
                  </a:extLst>
                </p14:cNvPr>
                <p14:cNvContentPartPr/>
                <p14:nvPr/>
              </p14:nvContentPartPr>
              <p14:xfrm>
                <a:off x="7777686" y="227463"/>
                <a:ext cx="40680" cy="4464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3E38CF6B-2948-38A1-17D1-D8BB55AFAE32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7760046" y="209823"/>
                  <a:ext cx="7632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9F7038C6-5BF2-B7C3-8F3D-616E2E56FAED}"/>
                    </a:ext>
                  </a:extLst>
                </p14:cNvPr>
                <p14:cNvContentPartPr/>
                <p14:nvPr/>
              </p14:nvContentPartPr>
              <p14:xfrm>
                <a:off x="6883446" y="245463"/>
                <a:ext cx="546480" cy="4860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9F7038C6-5BF2-B7C3-8F3D-616E2E56FAED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6865806" y="227823"/>
                  <a:ext cx="58212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415" name="Ink 414">
                  <a:extLst>
                    <a:ext uri="{FF2B5EF4-FFF2-40B4-BE49-F238E27FC236}">
                      <a16:creationId xmlns:a16="http://schemas.microsoft.com/office/drawing/2014/main" id="{99C7375F-7ED7-0598-9D7C-A37A8B2E60E5}"/>
                    </a:ext>
                  </a:extLst>
                </p14:cNvPr>
                <p14:cNvContentPartPr/>
                <p14:nvPr/>
              </p14:nvContentPartPr>
              <p14:xfrm>
                <a:off x="226197" y="688983"/>
                <a:ext cx="4662360" cy="101880"/>
              </p14:xfrm>
            </p:contentPart>
          </mc:Choice>
          <mc:Fallback>
            <p:pic>
              <p:nvPicPr>
                <p:cNvPr id="415" name="Ink 414">
                  <a:extLst>
                    <a:ext uri="{FF2B5EF4-FFF2-40B4-BE49-F238E27FC236}">
                      <a16:creationId xmlns:a16="http://schemas.microsoft.com/office/drawing/2014/main" id="{99C7375F-7ED7-0598-9D7C-A37A8B2E60E5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208557" y="671343"/>
                  <a:ext cx="4698000" cy="137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68">
            <p14:nvContentPartPr>
              <p14:cNvPr id="417" name="Ink 416">
                <a:extLst>
                  <a:ext uri="{FF2B5EF4-FFF2-40B4-BE49-F238E27FC236}">
                    <a16:creationId xmlns:a16="http://schemas.microsoft.com/office/drawing/2014/main" id="{9BD18D9D-46F4-65B0-183A-276C80443787}"/>
                  </a:ext>
                </a:extLst>
              </p14:cNvPr>
              <p14:cNvContentPartPr/>
              <p14:nvPr/>
            </p14:nvContentPartPr>
            <p14:xfrm>
              <a:off x="182277" y="624183"/>
              <a:ext cx="7979400" cy="160560"/>
            </p14:xfrm>
          </p:contentPart>
        </mc:Choice>
        <mc:Fallback>
          <p:pic>
            <p:nvPicPr>
              <p:cNvPr id="417" name="Ink 416">
                <a:extLst>
                  <a:ext uri="{FF2B5EF4-FFF2-40B4-BE49-F238E27FC236}">
                    <a16:creationId xmlns:a16="http://schemas.microsoft.com/office/drawing/2014/main" id="{9BD18D9D-46F4-65B0-183A-276C80443787}"/>
                  </a:ext>
                </a:extLst>
              </p:cNvPr>
              <p:cNvPicPr/>
              <p:nvPr/>
            </p:nvPicPr>
            <p:blipFill>
              <a:blip r:embed="rId269"/>
              <a:stretch>
                <a:fillRect/>
              </a:stretch>
            </p:blipFill>
            <p:spPr>
              <a:xfrm>
                <a:off x="146637" y="552543"/>
                <a:ext cx="8051040" cy="30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0">
            <p14:nvContentPartPr>
              <p14:cNvPr id="418" name="Ink 417">
                <a:extLst>
                  <a:ext uri="{FF2B5EF4-FFF2-40B4-BE49-F238E27FC236}">
                    <a16:creationId xmlns:a16="http://schemas.microsoft.com/office/drawing/2014/main" id="{C48F82EB-32AF-0344-FB52-C49CEED5D619}"/>
                  </a:ext>
                </a:extLst>
              </p14:cNvPr>
              <p14:cNvContentPartPr/>
              <p14:nvPr/>
            </p14:nvContentPartPr>
            <p14:xfrm>
              <a:off x="6084837" y="1353903"/>
              <a:ext cx="30240" cy="10080"/>
            </p14:xfrm>
          </p:contentPart>
        </mc:Choice>
        <mc:Fallback>
          <p:pic>
            <p:nvPicPr>
              <p:cNvPr id="418" name="Ink 417">
                <a:extLst>
                  <a:ext uri="{FF2B5EF4-FFF2-40B4-BE49-F238E27FC236}">
                    <a16:creationId xmlns:a16="http://schemas.microsoft.com/office/drawing/2014/main" id="{C48F82EB-32AF-0344-FB52-C49CEED5D619}"/>
                  </a:ext>
                </a:extLst>
              </p:cNvPr>
              <p:cNvPicPr/>
              <p:nvPr/>
            </p:nvPicPr>
            <p:blipFill>
              <a:blip r:embed="rId271"/>
              <a:stretch>
                <a:fillRect/>
              </a:stretch>
            </p:blipFill>
            <p:spPr>
              <a:xfrm>
                <a:off x="6048837" y="1281903"/>
                <a:ext cx="101880" cy="15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2">
            <p14:nvContentPartPr>
              <p14:cNvPr id="419" name="Ink 418">
                <a:extLst>
                  <a:ext uri="{FF2B5EF4-FFF2-40B4-BE49-F238E27FC236}">
                    <a16:creationId xmlns:a16="http://schemas.microsoft.com/office/drawing/2014/main" id="{1C1F21AF-1A06-BCEB-4FE9-B91814D5F476}"/>
                  </a:ext>
                </a:extLst>
              </p14:cNvPr>
              <p14:cNvContentPartPr/>
              <p14:nvPr/>
            </p14:nvContentPartPr>
            <p14:xfrm>
              <a:off x="11922957" y="1487463"/>
              <a:ext cx="23400" cy="2160"/>
            </p14:xfrm>
          </p:contentPart>
        </mc:Choice>
        <mc:Fallback>
          <p:pic>
            <p:nvPicPr>
              <p:cNvPr id="419" name="Ink 418">
                <a:extLst>
                  <a:ext uri="{FF2B5EF4-FFF2-40B4-BE49-F238E27FC236}">
                    <a16:creationId xmlns:a16="http://schemas.microsoft.com/office/drawing/2014/main" id="{1C1F21AF-1A06-BCEB-4FE9-B91814D5F476}"/>
                  </a:ext>
                </a:extLst>
              </p:cNvPr>
              <p:cNvPicPr/>
              <p:nvPr/>
            </p:nvPicPr>
            <p:blipFill>
              <a:blip r:embed="rId273"/>
              <a:stretch>
                <a:fillRect/>
              </a:stretch>
            </p:blipFill>
            <p:spPr>
              <a:xfrm>
                <a:off x="11886957" y="1415463"/>
                <a:ext cx="95040" cy="14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4">
            <p14:nvContentPartPr>
              <p14:cNvPr id="420" name="Ink 419">
                <a:extLst>
                  <a:ext uri="{FF2B5EF4-FFF2-40B4-BE49-F238E27FC236}">
                    <a16:creationId xmlns:a16="http://schemas.microsoft.com/office/drawing/2014/main" id="{A3C6C513-B87D-94EC-ADB6-A68A43ED82B5}"/>
                  </a:ext>
                </a:extLst>
              </p14:cNvPr>
              <p14:cNvContentPartPr/>
              <p14:nvPr/>
            </p14:nvContentPartPr>
            <p14:xfrm>
              <a:off x="11244357" y="1385583"/>
              <a:ext cx="15480" cy="9360"/>
            </p14:xfrm>
          </p:contentPart>
        </mc:Choice>
        <mc:Fallback>
          <p:pic>
            <p:nvPicPr>
              <p:cNvPr id="420" name="Ink 419">
                <a:extLst>
                  <a:ext uri="{FF2B5EF4-FFF2-40B4-BE49-F238E27FC236}">
                    <a16:creationId xmlns:a16="http://schemas.microsoft.com/office/drawing/2014/main" id="{A3C6C513-B87D-94EC-ADB6-A68A43ED82B5}"/>
                  </a:ext>
                </a:extLst>
              </p:cNvPr>
              <p:cNvPicPr/>
              <p:nvPr/>
            </p:nvPicPr>
            <p:blipFill>
              <a:blip r:embed="rId275"/>
              <a:stretch>
                <a:fillRect/>
              </a:stretch>
            </p:blipFill>
            <p:spPr>
              <a:xfrm>
                <a:off x="11226357" y="1367583"/>
                <a:ext cx="51120" cy="4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6">
            <p14:nvContentPartPr>
              <p14:cNvPr id="421" name="Ink 420">
                <a:extLst>
                  <a:ext uri="{FF2B5EF4-FFF2-40B4-BE49-F238E27FC236}">
                    <a16:creationId xmlns:a16="http://schemas.microsoft.com/office/drawing/2014/main" id="{6283C220-DA1C-0D2B-7775-41793379FB92}"/>
                  </a:ext>
                </a:extLst>
              </p14:cNvPr>
              <p14:cNvContentPartPr/>
              <p14:nvPr/>
            </p14:nvContentPartPr>
            <p14:xfrm>
              <a:off x="9593397" y="2656023"/>
              <a:ext cx="2880" cy="2880"/>
            </p14:xfrm>
          </p:contentPart>
        </mc:Choice>
        <mc:Fallback>
          <p:pic>
            <p:nvPicPr>
              <p:cNvPr id="421" name="Ink 420">
                <a:extLst>
                  <a:ext uri="{FF2B5EF4-FFF2-40B4-BE49-F238E27FC236}">
                    <a16:creationId xmlns:a16="http://schemas.microsoft.com/office/drawing/2014/main" id="{6283C220-DA1C-0D2B-7775-41793379FB92}"/>
                  </a:ext>
                </a:extLst>
              </p:cNvPr>
              <p:cNvPicPr/>
              <p:nvPr/>
            </p:nvPicPr>
            <p:blipFill>
              <a:blip r:embed="rId277"/>
              <a:stretch>
                <a:fillRect/>
              </a:stretch>
            </p:blipFill>
            <p:spPr>
              <a:xfrm>
                <a:off x="9575397" y="2638383"/>
                <a:ext cx="38520" cy="3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8">
            <p14:nvContentPartPr>
              <p14:cNvPr id="422" name="Ink 421">
                <a:extLst>
                  <a:ext uri="{FF2B5EF4-FFF2-40B4-BE49-F238E27FC236}">
                    <a16:creationId xmlns:a16="http://schemas.microsoft.com/office/drawing/2014/main" id="{D5CA9AEA-22D8-306D-AA06-7CD9ED709BB5}"/>
                  </a:ext>
                </a:extLst>
              </p14:cNvPr>
              <p14:cNvContentPartPr/>
              <p14:nvPr/>
            </p14:nvContentPartPr>
            <p14:xfrm>
              <a:off x="10932237" y="2591583"/>
              <a:ext cx="7200" cy="2520"/>
            </p14:xfrm>
          </p:contentPart>
        </mc:Choice>
        <mc:Fallback>
          <p:pic>
            <p:nvPicPr>
              <p:cNvPr id="422" name="Ink 421">
                <a:extLst>
                  <a:ext uri="{FF2B5EF4-FFF2-40B4-BE49-F238E27FC236}">
                    <a16:creationId xmlns:a16="http://schemas.microsoft.com/office/drawing/2014/main" id="{D5CA9AEA-22D8-306D-AA06-7CD9ED709BB5}"/>
                  </a:ext>
                </a:extLst>
              </p:cNvPr>
              <p:cNvPicPr/>
              <p:nvPr/>
            </p:nvPicPr>
            <p:blipFill>
              <a:blip r:embed="rId279"/>
              <a:stretch>
                <a:fillRect/>
              </a:stretch>
            </p:blipFill>
            <p:spPr>
              <a:xfrm>
                <a:off x="10914237" y="2573583"/>
                <a:ext cx="42840" cy="3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0">
            <p14:nvContentPartPr>
              <p14:cNvPr id="177" name="Ink 176">
                <a:extLst>
                  <a:ext uri="{FF2B5EF4-FFF2-40B4-BE49-F238E27FC236}">
                    <a16:creationId xmlns:a16="http://schemas.microsoft.com/office/drawing/2014/main" id="{D6C30EB1-4795-9755-5102-99FF92154960}"/>
                  </a:ext>
                </a:extLst>
              </p14:cNvPr>
              <p14:cNvContentPartPr/>
              <p14:nvPr/>
            </p14:nvContentPartPr>
            <p14:xfrm>
              <a:off x="9538806" y="3303303"/>
              <a:ext cx="158400" cy="149040"/>
            </p14:xfrm>
          </p:contentPart>
        </mc:Choice>
        <mc:Fallback>
          <p:pic>
            <p:nvPicPr>
              <p:cNvPr id="177" name="Ink 176">
                <a:extLst>
                  <a:ext uri="{FF2B5EF4-FFF2-40B4-BE49-F238E27FC236}">
                    <a16:creationId xmlns:a16="http://schemas.microsoft.com/office/drawing/2014/main" id="{D6C30EB1-4795-9755-5102-99FF92154960}"/>
                  </a:ext>
                </a:extLst>
              </p:cNvPr>
              <p:cNvPicPr/>
              <p:nvPr/>
            </p:nvPicPr>
            <p:blipFill>
              <a:blip r:embed="rId281"/>
              <a:stretch>
                <a:fillRect/>
              </a:stretch>
            </p:blipFill>
            <p:spPr>
              <a:xfrm>
                <a:off x="9521166" y="3285303"/>
                <a:ext cx="194040" cy="18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2">
            <p14:nvContentPartPr>
              <p14:cNvPr id="178" name="Ink 177">
                <a:extLst>
                  <a:ext uri="{FF2B5EF4-FFF2-40B4-BE49-F238E27FC236}">
                    <a16:creationId xmlns:a16="http://schemas.microsoft.com/office/drawing/2014/main" id="{D318FA36-8B76-1C54-C9BA-9E69FA93BCB2}"/>
                  </a:ext>
                </a:extLst>
              </p14:cNvPr>
              <p14:cNvContentPartPr/>
              <p14:nvPr/>
            </p14:nvContentPartPr>
            <p14:xfrm>
              <a:off x="9751566" y="3168663"/>
              <a:ext cx="169200" cy="257040"/>
            </p14:xfrm>
          </p:contentPart>
        </mc:Choice>
        <mc:Fallback>
          <p:pic>
            <p:nvPicPr>
              <p:cNvPr id="178" name="Ink 177">
                <a:extLst>
                  <a:ext uri="{FF2B5EF4-FFF2-40B4-BE49-F238E27FC236}">
                    <a16:creationId xmlns:a16="http://schemas.microsoft.com/office/drawing/2014/main" id="{D318FA36-8B76-1C54-C9BA-9E69FA93BCB2}"/>
                  </a:ext>
                </a:extLst>
              </p:cNvPr>
              <p:cNvPicPr/>
              <p:nvPr/>
            </p:nvPicPr>
            <p:blipFill>
              <a:blip r:embed="rId283"/>
              <a:stretch>
                <a:fillRect/>
              </a:stretch>
            </p:blipFill>
            <p:spPr>
              <a:xfrm>
                <a:off x="9733926" y="3151023"/>
                <a:ext cx="204840" cy="29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4">
            <p14:nvContentPartPr>
              <p14:cNvPr id="179" name="Ink 178">
                <a:extLst>
                  <a:ext uri="{FF2B5EF4-FFF2-40B4-BE49-F238E27FC236}">
                    <a16:creationId xmlns:a16="http://schemas.microsoft.com/office/drawing/2014/main" id="{8C80F3CF-2A2A-C8FA-15D4-D7D65A1FD224}"/>
                  </a:ext>
                </a:extLst>
              </p14:cNvPr>
              <p14:cNvContentPartPr/>
              <p14:nvPr/>
            </p14:nvContentPartPr>
            <p14:xfrm>
              <a:off x="9832206" y="3283503"/>
              <a:ext cx="187560" cy="339840"/>
            </p14:xfrm>
          </p:contentPart>
        </mc:Choice>
        <mc:Fallback>
          <p:pic>
            <p:nvPicPr>
              <p:cNvPr id="179" name="Ink 178">
                <a:extLst>
                  <a:ext uri="{FF2B5EF4-FFF2-40B4-BE49-F238E27FC236}">
                    <a16:creationId xmlns:a16="http://schemas.microsoft.com/office/drawing/2014/main" id="{8C80F3CF-2A2A-C8FA-15D4-D7D65A1FD224}"/>
                  </a:ext>
                </a:extLst>
              </p:cNvPr>
              <p:cNvPicPr/>
              <p:nvPr/>
            </p:nvPicPr>
            <p:blipFill>
              <a:blip r:embed="rId285"/>
              <a:stretch>
                <a:fillRect/>
              </a:stretch>
            </p:blipFill>
            <p:spPr>
              <a:xfrm>
                <a:off x="9814206" y="3265863"/>
                <a:ext cx="223200" cy="37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6">
            <p14:nvContentPartPr>
              <p14:cNvPr id="180" name="Ink 179">
                <a:extLst>
                  <a:ext uri="{FF2B5EF4-FFF2-40B4-BE49-F238E27FC236}">
                    <a16:creationId xmlns:a16="http://schemas.microsoft.com/office/drawing/2014/main" id="{5037861C-18E7-4978-6CE1-FEAABA195EDF}"/>
                  </a:ext>
                </a:extLst>
              </p14:cNvPr>
              <p14:cNvContentPartPr/>
              <p14:nvPr/>
            </p14:nvContentPartPr>
            <p14:xfrm>
              <a:off x="10012566" y="3136263"/>
              <a:ext cx="7560" cy="44280"/>
            </p14:xfrm>
          </p:contentPart>
        </mc:Choice>
        <mc:Fallback>
          <p:pic>
            <p:nvPicPr>
              <p:cNvPr id="180" name="Ink 179">
                <a:extLst>
                  <a:ext uri="{FF2B5EF4-FFF2-40B4-BE49-F238E27FC236}">
                    <a16:creationId xmlns:a16="http://schemas.microsoft.com/office/drawing/2014/main" id="{5037861C-18E7-4978-6CE1-FEAABA195EDF}"/>
                  </a:ext>
                </a:extLst>
              </p:cNvPr>
              <p:cNvPicPr/>
              <p:nvPr/>
            </p:nvPicPr>
            <p:blipFill>
              <a:blip r:embed="rId287"/>
              <a:stretch>
                <a:fillRect/>
              </a:stretch>
            </p:blipFill>
            <p:spPr>
              <a:xfrm>
                <a:off x="9994926" y="3118623"/>
                <a:ext cx="43200" cy="7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8">
            <p14:nvContentPartPr>
              <p14:cNvPr id="182" name="Ink 181">
                <a:extLst>
                  <a:ext uri="{FF2B5EF4-FFF2-40B4-BE49-F238E27FC236}">
                    <a16:creationId xmlns:a16="http://schemas.microsoft.com/office/drawing/2014/main" id="{6FA71DC2-FAD7-AB73-EAC4-21D39C22ED72}"/>
                  </a:ext>
                </a:extLst>
              </p14:cNvPr>
              <p14:cNvContentPartPr/>
              <p14:nvPr/>
            </p14:nvContentPartPr>
            <p14:xfrm>
              <a:off x="10168446" y="3077943"/>
              <a:ext cx="173160" cy="309240"/>
            </p14:xfrm>
          </p:contentPart>
        </mc:Choice>
        <mc:Fallback>
          <p:pic>
            <p:nvPicPr>
              <p:cNvPr id="182" name="Ink 181">
                <a:extLst>
                  <a:ext uri="{FF2B5EF4-FFF2-40B4-BE49-F238E27FC236}">
                    <a16:creationId xmlns:a16="http://schemas.microsoft.com/office/drawing/2014/main" id="{6FA71DC2-FAD7-AB73-EAC4-21D39C22ED72}"/>
                  </a:ext>
                </a:extLst>
              </p:cNvPr>
              <p:cNvPicPr/>
              <p:nvPr/>
            </p:nvPicPr>
            <p:blipFill>
              <a:blip r:embed="rId289"/>
              <a:stretch>
                <a:fillRect/>
              </a:stretch>
            </p:blipFill>
            <p:spPr>
              <a:xfrm>
                <a:off x="10150446" y="3059943"/>
                <a:ext cx="208800" cy="34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0">
            <p14:nvContentPartPr>
              <p14:cNvPr id="183" name="Ink 182">
                <a:extLst>
                  <a:ext uri="{FF2B5EF4-FFF2-40B4-BE49-F238E27FC236}">
                    <a16:creationId xmlns:a16="http://schemas.microsoft.com/office/drawing/2014/main" id="{EF950626-3F0D-94DF-2198-685EEA688726}"/>
                  </a:ext>
                </a:extLst>
              </p14:cNvPr>
              <p14:cNvContentPartPr/>
              <p14:nvPr/>
            </p14:nvContentPartPr>
            <p14:xfrm>
              <a:off x="10174206" y="3221223"/>
              <a:ext cx="99000" cy="49680"/>
            </p14:xfrm>
          </p:contentPart>
        </mc:Choice>
        <mc:Fallback>
          <p:pic>
            <p:nvPicPr>
              <p:cNvPr id="183" name="Ink 182">
                <a:extLst>
                  <a:ext uri="{FF2B5EF4-FFF2-40B4-BE49-F238E27FC236}">
                    <a16:creationId xmlns:a16="http://schemas.microsoft.com/office/drawing/2014/main" id="{EF950626-3F0D-94DF-2198-685EEA688726}"/>
                  </a:ext>
                </a:extLst>
              </p:cNvPr>
              <p:cNvPicPr/>
              <p:nvPr/>
            </p:nvPicPr>
            <p:blipFill>
              <a:blip r:embed="rId291"/>
              <a:stretch>
                <a:fillRect/>
              </a:stretch>
            </p:blipFill>
            <p:spPr>
              <a:xfrm>
                <a:off x="10156206" y="3203583"/>
                <a:ext cx="134640" cy="8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2">
            <p14:nvContentPartPr>
              <p14:cNvPr id="184" name="Ink 183">
                <a:extLst>
                  <a:ext uri="{FF2B5EF4-FFF2-40B4-BE49-F238E27FC236}">
                    <a16:creationId xmlns:a16="http://schemas.microsoft.com/office/drawing/2014/main" id="{2116BDD2-6956-6AF7-39DE-6488E511ACBD}"/>
                  </a:ext>
                </a:extLst>
              </p14:cNvPr>
              <p14:cNvContentPartPr/>
              <p14:nvPr/>
            </p14:nvContentPartPr>
            <p14:xfrm>
              <a:off x="10445286" y="2982183"/>
              <a:ext cx="14040" cy="143280"/>
            </p14:xfrm>
          </p:contentPart>
        </mc:Choice>
        <mc:Fallback>
          <p:pic>
            <p:nvPicPr>
              <p:cNvPr id="184" name="Ink 183">
                <a:extLst>
                  <a:ext uri="{FF2B5EF4-FFF2-40B4-BE49-F238E27FC236}">
                    <a16:creationId xmlns:a16="http://schemas.microsoft.com/office/drawing/2014/main" id="{2116BDD2-6956-6AF7-39DE-6488E511ACBD}"/>
                  </a:ext>
                </a:extLst>
              </p:cNvPr>
              <p:cNvPicPr/>
              <p:nvPr/>
            </p:nvPicPr>
            <p:blipFill>
              <a:blip r:embed="rId293"/>
              <a:stretch>
                <a:fillRect/>
              </a:stretch>
            </p:blipFill>
            <p:spPr>
              <a:xfrm>
                <a:off x="10427646" y="2964183"/>
                <a:ext cx="49680" cy="17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4">
            <p14:nvContentPartPr>
              <p14:cNvPr id="185" name="Ink 184">
                <a:extLst>
                  <a:ext uri="{FF2B5EF4-FFF2-40B4-BE49-F238E27FC236}">
                    <a16:creationId xmlns:a16="http://schemas.microsoft.com/office/drawing/2014/main" id="{A814477D-796F-4704-1DBB-1A113C7E54D2}"/>
                  </a:ext>
                </a:extLst>
              </p14:cNvPr>
              <p14:cNvContentPartPr/>
              <p14:nvPr/>
            </p14:nvContentPartPr>
            <p14:xfrm>
              <a:off x="10481286" y="3306183"/>
              <a:ext cx="102600" cy="7200"/>
            </p14:xfrm>
          </p:contentPart>
        </mc:Choice>
        <mc:Fallback>
          <p:pic>
            <p:nvPicPr>
              <p:cNvPr id="185" name="Ink 184">
                <a:extLst>
                  <a:ext uri="{FF2B5EF4-FFF2-40B4-BE49-F238E27FC236}">
                    <a16:creationId xmlns:a16="http://schemas.microsoft.com/office/drawing/2014/main" id="{A814477D-796F-4704-1DBB-1A113C7E54D2}"/>
                  </a:ext>
                </a:extLst>
              </p:cNvPr>
              <p:cNvPicPr/>
              <p:nvPr/>
            </p:nvPicPr>
            <p:blipFill>
              <a:blip r:embed="rId295"/>
              <a:stretch>
                <a:fillRect/>
              </a:stretch>
            </p:blipFill>
            <p:spPr>
              <a:xfrm>
                <a:off x="10463646" y="3288183"/>
                <a:ext cx="138240" cy="4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6">
            <p14:nvContentPartPr>
              <p14:cNvPr id="186" name="Ink 185">
                <a:extLst>
                  <a:ext uri="{FF2B5EF4-FFF2-40B4-BE49-F238E27FC236}">
                    <a16:creationId xmlns:a16="http://schemas.microsoft.com/office/drawing/2014/main" id="{C6B57E68-BB86-339C-C057-1346E2485CDA}"/>
                  </a:ext>
                </a:extLst>
              </p14:cNvPr>
              <p14:cNvContentPartPr/>
              <p14:nvPr/>
            </p14:nvContentPartPr>
            <p14:xfrm>
              <a:off x="10476246" y="3376383"/>
              <a:ext cx="216720" cy="46080"/>
            </p14:xfrm>
          </p:contentPart>
        </mc:Choice>
        <mc:Fallback>
          <p:pic>
            <p:nvPicPr>
              <p:cNvPr id="186" name="Ink 185">
                <a:extLst>
                  <a:ext uri="{FF2B5EF4-FFF2-40B4-BE49-F238E27FC236}">
                    <a16:creationId xmlns:a16="http://schemas.microsoft.com/office/drawing/2014/main" id="{C6B57E68-BB86-339C-C057-1346E2485CDA}"/>
                  </a:ext>
                </a:extLst>
              </p:cNvPr>
              <p:cNvPicPr/>
              <p:nvPr/>
            </p:nvPicPr>
            <p:blipFill>
              <a:blip r:embed="rId297"/>
              <a:stretch>
                <a:fillRect/>
              </a:stretch>
            </p:blipFill>
            <p:spPr>
              <a:xfrm>
                <a:off x="10458606" y="3358383"/>
                <a:ext cx="252360" cy="8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8">
            <p14:nvContentPartPr>
              <p14:cNvPr id="201" name="Ink 200">
                <a:extLst>
                  <a:ext uri="{FF2B5EF4-FFF2-40B4-BE49-F238E27FC236}">
                    <a16:creationId xmlns:a16="http://schemas.microsoft.com/office/drawing/2014/main" id="{D5B9A472-8635-3F44-E193-72A367EE505F}"/>
                  </a:ext>
                </a:extLst>
              </p14:cNvPr>
              <p14:cNvContentPartPr/>
              <p14:nvPr/>
            </p14:nvContentPartPr>
            <p14:xfrm>
              <a:off x="10185366" y="3222663"/>
              <a:ext cx="210960" cy="48240"/>
            </p14:xfrm>
          </p:contentPart>
        </mc:Choice>
        <mc:Fallback>
          <p:pic>
            <p:nvPicPr>
              <p:cNvPr id="201" name="Ink 200">
                <a:extLst>
                  <a:ext uri="{FF2B5EF4-FFF2-40B4-BE49-F238E27FC236}">
                    <a16:creationId xmlns:a16="http://schemas.microsoft.com/office/drawing/2014/main" id="{D5B9A472-8635-3F44-E193-72A367EE505F}"/>
                  </a:ext>
                </a:extLst>
              </p:cNvPr>
              <p:cNvPicPr/>
              <p:nvPr/>
            </p:nvPicPr>
            <p:blipFill>
              <a:blip r:embed="rId299"/>
              <a:stretch>
                <a:fillRect/>
              </a:stretch>
            </p:blipFill>
            <p:spPr>
              <a:xfrm>
                <a:off x="10167726" y="3204663"/>
                <a:ext cx="246600" cy="8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0">
            <p14:nvContentPartPr>
              <p14:cNvPr id="423" name="Ink 422">
                <a:extLst>
                  <a:ext uri="{FF2B5EF4-FFF2-40B4-BE49-F238E27FC236}">
                    <a16:creationId xmlns:a16="http://schemas.microsoft.com/office/drawing/2014/main" id="{697DF47E-682B-E7BA-D0AA-287E3F753E8E}"/>
                  </a:ext>
                </a:extLst>
              </p14:cNvPr>
              <p14:cNvContentPartPr/>
              <p14:nvPr/>
            </p14:nvContentPartPr>
            <p14:xfrm>
              <a:off x="9702117" y="3479343"/>
              <a:ext cx="26640" cy="10440"/>
            </p14:xfrm>
          </p:contentPart>
        </mc:Choice>
        <mc:Fallback>
          <p:pic>
            <p:nvPicPr>
              <p:cNvPr id="423" name="Ink 422">
                <a:extLst>
                  <a:ext uri="{FF2B5EF4-FFF2-40B4-BE49-F238E27FC236}">
                    <a16:creationId xmlns:a16="http://schemas.microsoft.com/office/drawing/2014/main" id="{697DF47E-682B-E7BA-D0AA-287E3F753E8E}"/>
                  </a:ext>
                </a:extLst>
              </p:cNvPr>
              <p:cNvPicPr/>
              <p:nvPr/>
            </p:nvPicPr>
            <p:blipFill>
              <a:blip r:embed="rId301"/>
              <a:stretch>
                <a:fillRect/>
              </a:stretch>
            </p:blipFill>
            <p:spPr>
              <a:xfrm>
                <a:off x="9684117" y="3461703"/>
                <a:ext cx="62280" cy="4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2">
            <p14:nvContentPartPr>
              <p14:cNvPr id="428" name="Ink 427">
                <a:extLst>
                  <a:ext uri="{FF2B5EF4-FFF2-40B4-BE49-F238E27FC236}">
                    <a16:creationId xmlns:a16="http://schemas.microsoft.com/office/drawing/2014/main" id="{E27C0FD1-52FA-501C-6B88-9265FCF75AF0}"/>
                  </a:ext>
                </a:extLst>
              </p14:cNvPr>
              <p14:cNvContentPartPr/>
              <p14:nvPr/>
            </p14:nvContentPartPr>
            <p14:xfrm>
              <a:off x="10332477" y="3318423"/>
              <a:ext cx="6480" cy="3960"/>
            </p14:xfrm>
          </p:contentPart>
        </mc:Choice>
        <mc:Fallback>
          <p:pic>
            <p:nvPicPr>
              <p:cNvPr id="428" name="Ink 427">
                <a:extLst>
                  <a:ext uri="{FF2B5EF4-FFF2-40B4-BE49-F238E27FC236}">
                    <a16:creationId xmlns:a16="http://schemas.microsoft.com/office/drawing/2014/main" id="{E27C0FD1-52FA-501C-6B88-9265FCF75AF0}"/>
                  </a:ext>
                </a:extLst>
              </p:cNvPr>
              <p:cNvPicPr/>
              <p:nvPr/>
            </p:nvPicPr>
            <p:blipFill>
              <a:blip r:embed="rId303"/>
              <a:stretch>
                <a:fillRect/>
              </a:stretch>
            </p:blipFill>
            <p:spPr>
              <a:xfrm>
                <a:off x="10314477" y="3300423"/>
                <a:ext cx="42120" cy="3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4">
            <p14:nvContentPartPr>
              <p14:cNvPr id="429" name="Ink 428">
                <a:extLst>
                  <a:ext uri="{FF2B5EF4-FFF2-40B4-BE49-F238E27FC236}">
                    <a16:creationId xmlns:a16="http://schemas.microsoft.com/office/drawing/2014/main" id="{D7B403A8-1AB5-A957-5992-5E53E7768396}"/>
                  </a:ext>
                </a:extLst>
              </p14:cNvPr>
              <p14:cNvContentPartPr/>
              <p14:nvPr/>
            </p14:nvContentPartPr>
            <p14:xfrm>
              <a:off x="9842517" y="3513543"/>
              <a:ext cx="1080" cy="5400"/>
            </p14:xfrm>
          </p:contentPart>
        </mc:Choice>
        <mc:Fallback>
          <p:pic>
            <p:nvPicPr>
              <p:cNvPr id="429" name="Ink 428">
                <a:extLst>
                  <a:ext uri="{FF2B5EF4-FFF2-40B4-BE49-F238E27FC236}">
                    <a16:creationId xmlns:a16="http://schemas.microsoft.com/office/drawing/2014/main" id="{D7B403A8-1AB5-A957-5992-5E53E7768396}"/>
                  </a:ext>
                </a:extLst>
              </p:cNvPr>
              <p:cNvPicPr/>
              <p:nvPr/>
            </p:nvPicPr>
            <p:blipFill>
              <a:blip r:embed="rId279"/>
              <a:stretch>
                <a:fillRect/>
              </a:stretch>
            </p:blipFill>
            <p:spPr>
              <a:xfrm>
                <a:off x="9824517" y="3495903"/>
                <a:ext cx="36720" cy="41040"/>
              </a:xfrm>
              <a:prstGeom prst="rect">
                <a:avLst/>
              </a:prstGeom>
            </p:spPr>
          </p:pic>
        </mc:Fallback>
      </mc:AlternateContent>
      <p:grpSp>
        <p:nvGrpSpPr>
          <p:cNvPr id="433" name="Group 432">
            <a:extLst>
              <a:ext uri="{FF2B5EF4-FFF2-40B4-BE49-F238E27FC236}">
                <a16:creationId xmlns:a16="http://schemas.microsoft.com/office/drawing/2014/main" id="{7E154A15-1941-C256-605D-86AFC4A5E681}"/>
              </a:ext>
            </a:extLst>
          </p:cNvPr>
          <p:cNvGrpSpPr/>
          <p:nvPr/>
        </p:nvGrpSpPr>
        <p:grpSpPr>
          <a:xfrm>
            <a:off x="10894566" y="2828823"/>
            <a:ext cx="1225440" cy="684360"/>
            <a:chOff x="10894566" y="2828823"/>
            <a:chExt cx="1225440" cy="684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5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1D27406E-66A0-67B6-5123-BC57DCC5A7E5}"/>
                    </a:ext>
                  </a:extLst>
                </p14:cNvPr>
                <p14:cNvContentPartPr/>
                <p14:nvPr/>
              </p14:nvContentPartPr>
              <p14:xfrm>
                <a:off x="10894566" y="2928903"/>
                <a:ext cx="185760" cy="523440"/>
              </p14:xfrm>
            </p:contentPart>
          </mc:Choice>
          <mc:Fallback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1D27406E-66A0-67B6-5123-BC57DCC5A7E5}"/>
                    </a:ext>
                  </a:extLst>
                </p:cNvPr>
                <p:cNvPicPr/>
                <p:nvPr/>
              </p:nvPicPr>
              <p:blipFill>
                <a:blip r:embed="rId306"/>
                <a:stretch>
                  <a:fillRect/>
                </a:stretch>
              </p:blipFill>
              <p:spPr>
                <a:xfrm>
                  <a:off x="10876926" y="2911263"/>
                  <a:ext cx="221400" cy="55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7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BAF351AC-978B-0FBD-5284-893D34969F96}"/>
                    </a:ext>
                  </a:extLst>
                </p14:cNvPr>
                <p14:cNvContentPartPr/>
                <p14:nvPr/>
              </p14:nvContentPartPr>
              <p14:xfrm>
                <a:off x="11063406" y="3152463"/>
                <a:ext cx="167400" cy="159120"/>
              </p14:xfrm>
            </p:contentPart>
          </mc:Choice>
          <mc:Fallback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BAF351AC-978B-0FBD-5284-893D34969F96}"/>
                    </a:ext>
                  </a:extLst>
                </p:cNvPr>
                <p:cNvPicPr/>
                <p:nvPr/>
              </p:nvPicPr>
              <p:blipFill>
                <a:blip r:embed="rId308"/>
                <a:stretch>
                  <a:fillRect/>
                </a:stretch>
              </p:blipFill>
              <p:spPr>
                <a:xfrm>
                  <a:off x="11045406" y="3134463"/>
                  <a:ext cx="20304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9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17D45F36-C499-054C-2159-5B9858017F4B}"/>
                    </a:ext>
                  </a:extLst>
                </p14:cNvPr>
                <p14:cNvContentPartPr/>
                <p14:nvPr/>
              </p14:nvContentPartPr>
              <p14:xfrm>
                <a:off x="11288046" y="3014943"/>
                <a:ext cx="168840" cy="299160"/>
              </p14:xfrm>
            </p:contentPart>
          </mc:Choice>
          <mc:Fallback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17D45F36-C499-054C-2159-5B9858017F4B}"/>
                    </a:ext>
                  </a:extLst>
                </p:cNvPr>
                <p:cNvPicPr/>
                <p:nvPr/>
              </p:nvPicPr>
              <p:blipFill>
                <a:blip r:embed="rId310"/>
                <a:stretch>
                  <a:fillRect/>
                </a:stretch>
              </p:blipFill>
              <p:spPr>
                <a:xfrm>
                  <a:off x="11270406" y="2997303"/>
                  <a:ext cx="204480" cy="33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1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89047BB0-93CD-6B58-08AE-51C82FDECD52}"/>
                    </a:ext>
                  </a:extLst>
                </p14:cNvPr>
                <p14:cNvContentPartPr/>
                <p14:nvPr/>
              </p14:nvContentPartPr>
              <p14:xfrm>
                <a:off x="11415486" y="3143103"/>
                <a:ext cx="92880" cy="370080"/>
              </p14:xfrm>
            </p:contentPart>
          </mc:Choice>
          <mc:Fallback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89047BB0-93CD-6B58-08AE-51C82FDECD52}"/>
                    </a:ext>
                  </a:extLst>
                </p:cNvPr>
                <p:cNvPicPr/>
                <p:nvPr/>
              </p:nvPicPr>
              <p:blipFill>
                <a:blip r:embed="rId312"/>
                <a:stretch>
                  <a:fillRect/>
                </a:stretch>
              </p:blipFill>
              <p:spPr>
                <a:xfrm>
                  <a:off x="11397486" y="3125463"/>
                  <a:ext cx="128520" cy="40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3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3B073BAF-FF4C-F947-1BA0-72375AAAE4D0}"/>
                    </a:ext>
                  </a:extLst>
                </p14:cNvPr>
                <p14:cNvContentPartPr/>
                <p14:nvPr/>
              </p14:nvContentPartPr>
              <p14:xfrm>
                <a:off x="11617086" y="3034023"/>
                <a:ext cx="9000" cy="41040"/>
              </p14:xfrm>
            </p:contentPart>
          </mc:Choice>
          <mc:Fallback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3B073BAF-FF4C-F947-1BA0-72375AAAE4D0}"/>
                    </a:ext>
                  </a:extLst>
                </p:cNvPr>
                <p:cNvPicPr/>
                <p:nvPr/>
              </p:nvPicPr>
              <p:blipFill>
                <a:blip r:embed="rId314"/>
                <a:stretch>
                  <a:fillRect/>
                </a:stretch>
              </p:blipFill>
              <p:spPr>
                <a:xfrm>
                  <a:off x="11599446" y="3016383"/>
                  <a:ext cx="4464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5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9E150EAC-4657-37DF-3970-54CC6A224F66}"/>
                    </a:ext>
                  </a:extLst>
                </p14:cNvPr>
                <p14:cNvContentPartPr/>
                <p14:nvPr/>
              </p14:nvContentPartPr>
              <p14:xfrm>
                <a:off x="11702046" y="3045183"/>
                <a:ext cx="142560" cy="264960"/>
              </p14:xfrm>
            </p:contentPart>
          </mc:Choice>
          <mc:Fallback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9E150EAC-4657-37DF-3970-54CC6A224F66}"/>
                    </a:ext>
                  </a:extLst>
                </p:cNvPr>
                <p:cNvPicPr/>
                <p:nvPr/>
              </p:nvPicPr>
              <p:blipFill>
                <a:blip r:embed="rId316"/>
                <a:stretch>
                  <a:fillRect/>
                </a:stretch>
              </p:blipFill>
              <p:spPr>
                <a:xfrm>
                  <a:off x="11684406" y="3027543"/>
                  <a:ext cx="178200" cy="30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7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C3698028-A483-ED53-3E25-24CC5B17E07F}"/>
                    </a:ext>
                  </a:extLst>
                </p14:cNvPr>
                <p14:cNvContentPartPr/>
                <p14:nvPr/>
              </p14:nvContentPartPr>
              <p14:xfrm>
                <a:off x="11707806" y="3148143"/>
                <a:ext cx="81360" cy="60120"/>
              </p14:xfrm>
            </p:contentPart>
          </mc:Choice>
          <mc:Fallback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C3698028-A483-ED53-3E25-24CC5B17E07F}"/>
                    </a:ext>
                  </a:extLst>
                </p:cNvPr>
                <p:cNvPicPr/>
                <p:nvPr/>
              </p:nvPicPr>
              <p:blipFill>
                <a:blip r:embed="rId318"/>
                <a:stretch>
                  <a:fillRect/>
                </a:stretch>
              </p:blipFill>
              <p:spPr>
                <a:xfrm>
                  <a:off x="11689806" y="3130143"/>
                  <a:ext cx="11700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9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4EB57E10-0F29-6460-387B-3BD14EBE51D0}"/>
                    </a:ext>
                  </a:extLst>
                </p14:cNvPr>
                <p14:cNvContentPartPr/>
                <p14:nvPr/>
              </p14:nvContentPartPr>
              <p14:xfrm>
                <a:off x="11914086" y="2957703"/>
                <a:ext cx="108720" cy="392400"/>
              </p14:xfrm>
            </p:contentPart>
          </mc:Choice>
          <mc:Fallback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4EB57E10-0F29-6460-387B-3BD14EBE51D0}"/>
                    </a:ext>
                  </a:extLst>
                </p:cNvPr>
                <p:cNvPicPr/>
                <p:nvPr/>
              </p:nvPicPr>
              <p:blipFill>
                <a:blip r:embed="rId320"/>
                <a:stretch>
                  <a:fillRect/>
                </a:stretch>
              </p:blipFill>
              <p:spPr>
                <a:xfrm>
                  <a:off x="11896086" y="2939703"/>
                  <a:ext cx="144360" cy="42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1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DFA5EF8F-9D4C-836B-4760-D10797A90DB3}"/>
                    </a:ext>
                  </a:extLst>
                </p14:cNvPr>
                <p14:cNvContentPartPr/>
                <p14:nvPr/>
              </p14:nvContentPartPr>
              <p14:xfrm>
                <a:off x="11746686" y="3156063"/>
                <a:ext cx="122760" cy="26280"/>
              </p14:xfrm>
            </p:contentPart>
          </mc:Choice>
          <mc:Fallback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DFA5EF8F-9D4C-836B-4760-D10797A90DB3}"/>
                    </a:ext>
                  </a:extLst>
                </p:cNvPr>
                <p:cNvPicPr/>
                <p:nvPr/>
              </p:nvPicPr>
              <p:blipFill>
                <a:blip r:embed="rId322"/>
                <a:stretch>
                  <a:fillRect/>
                </a:stretch>
              </p:blipFill>
              <p:spPr>
                <a:xfrm>
                  <a:off x="11729046" y="3138423"/>
                  <a:ext cx="15840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3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3CE8E28A-50FC-9EEA-4ABC-71F97EBB650F}"/>
                    </a:ext>
                  </a:extLst>
                </p14:cNvPr>
                <p14:cNvContentPartPr/>
                <p14:nvPr/>
              </p14:nvContentPartPr>
              <p14:xfrm>
                <a:off x="12062766" y="2828823"/>
                <a:ext cx="57240" cy="135720"/>
              </p14:xfrm>
            </p:contentPart>
          </mc:Choice>
          <mc:Fallback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3CE8E28A-50FC-9EEA-4ABC-71F97EBB650F}"/>
                    </a:ext>
                  </a:extLst>
                </p:cNvPr>
                <p:cNvPicPr/>
                <p:nvPr/>
              </p:nvPicPr>
              <p:blipFill>
                <a:blip r:embed="rId324"/>
                <a:stretch>
                  <a:fillRect/>
                </a:stretch>
              </p:blipFill>
              <p:spPr>
                <a:xfrm>
                  <a:off x="12044766" y="2811183"/>
                  <a:ext cx="9288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5">
              <p14:nvContentPartPr>
                <p14:cNvPr id="425" name="Ink 424">
                  <a:extLst>
                    <a:ext uri="{FF2B5EF4-FFF2-40B4-BE49-F238E27FC236}">
                      <a16:creationId xmlns:a16="http://schemas.microsoft.com/office/drawing/2014/main" id="{ACBE8E61-2C4A-E36F-6778-528435B63541}"/>
                    </a:ext>
                  </a:extLst>
                </p14:cNvPr>
                <p14:cNvContentPartPr/>
                <p14:nvPr/>
              </p14:nvContentPartPr>
              <p14:xfrm>
                <a:off x="11662317" y="3367743"/>
                <a:ext cx="9000" cy="2160"/>
              </p14:xfrm>
            </p:contentPart>
          </mc:Choice>
          <mc:Fallback>
            <p:pic>
              <p:nvPicPr>
                <p:cNvPr id="425" name="Ink 424">
                  <a:extLst>
                    <a:ext uri="{FF2B5EF4-FFF2-40B4-BE49-F238E27FC236}">
                      <a16:creationId xmlns:a16="http://schemas.microsoft.com/office/drawing/2014/main" id="{ACBE8E61-2C4A-E36F-6778-528435B63541}"/>
                    </a:ext>
                  </a:extLst>
                </p:cNvPr>
                <p:cNvPicPr/>
                <p:nvPr/>
              </p:nvPicPr>
              <p:blipFill>
                <a:blip r:embed="rId326"/>
                <a:stretch>
                  <a:fillRect/>
                </a:stretch>
              </p:blipFill>
              <p:spPr>
                <a:xfrm>
                  <a:off x="11644317" y="3349743"/>
                  <a:ext cx="4464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7">
              <p14:nvContentPartPr>
                <p14:cNvPr id="426" name="Ink 425">
                  <a:extLst>
                    <a:ext uri="{FF2B5EF4-FFF2-40B4-BE49-F238E27FC236}">
                      <a16:creationId xmlns:a16="http://schemas.microsoft.com/office/drawing/2014/main" id="{A092CAB1-CC3D-D3B2-6CC8-DE990EF711F3}"/>
                    </a:ext>
                  </a:extLst>
                </p14:cNvPr>
                <p14:cNvContentPartPr/>
                <p14:nvPr/>
              </p14:nvContentPartPr>
              <p14:xfrm>
                <a:off x="12072717" y="3036183"/>
                <a:ext cx="12960" cy="10800"/>
              </p14:xfrm>
            </p:contentPart>
          </mc:Choice>
          <mc:Fallback>
            <p:pic>
              <p:nvPicPr>
                <p:cNvPr id="426" name="Ink 425">
                  <a:extLst>
                    <a:ext uri="{FF2B5EF4-FFF2-40B4-BE49-F238E27FC236}">
                      <a16:creationId xmlns:a16="http://schemas.microsoft.com/office/drawing/2014/main" id="{A092CAB1-CC3D-D3B2-6CC8-DE990EF711F3}"/>
                    </a:ext>
                  </a:extLst>
                </p:cNvPr>
                <p:cNvPicPr/>
                <p:nvPr/>
              </p:nvPicPr>
              <p:blipFill>
                <a:blip r:embed="rId328"/>
                <a:stretch>
                  <a:fillRect/>
                </a:stretch>
              </p:blipFill>
              <p:spPr>
                <a:xfrm>
                  <a:off x="12054717" y="3018543"/>
                  <a:ext cx="4860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9">
              <p14:nvContentPartPr>
                <p14:cNvPr id="431" name="Ink 430">
                  <a:extLst>
                    <a:ext uri="{FF2B5EF4-FFF2-40B4-BE49-F238E27FC236}">
                      <a16:creationId xmlns:a16="http://schemas.microsoft.com/office/drawing/2014/main" id="{018A965C-7E08-6834-56B8-8920250E48C7}"/>
                    </a:ext>
                  </a:extLst>
                </p14:cNvPr>
                <p14:cNvContentPartPr/>
                <p14:nvPr/>
              </p14:nvContentPartPr>
              <p14:xfrm>
                <a:off x="11602917" y="3398343"/>
                <a:ext cx="7560" cy="11880"/>
              </p14:xfrm>
            </p:contentPart>
          </mc:Choice>
          <mc:Fallback>
            <p:pic>
              <p:nvPicPr>
                <p:cNvPr id="431" name="Ink 430">
                  <a:extLst>
                    <a:ext uri="{FF2B5EF4-FFF2-40B4-BE49-F238E27FC236}">
                      <a16:creationId xmlns:a16="http://schemas.microsoft.com/office/drawing/2014/main" id="{018A965C-7E08-6834-56B8-8920250E48C7}"/>
                    </a:ext>
                  </a:extLst>
                </p:cNvPr>
                <p:cNvPicPr/>
                <p:nvPr/>
              </p:nvPicPr>
              <p:blipFill>
                <a:blip r:embed="rId330"/>
                <a:stretch>
                  <a:fillRect/>
                </a:stretch>
              </p:blipFill>
              <p:spPr>
                <a:xfrm>
                  <a:off x="11585277" y="3380343"/>
                  <a:ext cx="4320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1">
              <p14:nvContentPartPr>
                <p14:cNvPr id="432" name="Ink 431">
                  <a:extLst>
                    <a:ext uri="{FF2B5EF4-FFF2-40B4-BE49-F238E27FC236}">
                      <a16:creationId xmlns:a16="http://schemas.microsoft.com/office/drawing/2014/main" id="{1342B06F-ECB5-2AA9-F499-138FE47DEF5D}"/>
                    </a:ext>
                  </a:extLst>
                </p14:cNvPr>
                <p14:cNvContentPartPr/>
                <p14:nvPr/>
              </p14:nvContentPartPr>
              <p14:xfrm>
                <a:off x="11987757" y="3040503"/>
                <a:ext cx="5040" cy="9000"/>
              </p14:xfrm>
            </p:contentPart>
          </mc:Choice>
          <mc:Fallback>
            <p:pic>
              <p:nvPicPr>
                <p:cNvPr id="432" name="Ink 431">
                  <a:extLst>
                    <a:ext uri="{FF2B5EF4-FFF2-40B4-BE49-F238E27FC236}">
                      <a16:creationId xmlns:a16="http://schemas.microsoft.com/office/drawing/2014/main" id="{1342B06F-ECB5-2AA9-F499-138FE47DEF5D}"/>
                    </a:ext>
                  </a:extLst>
                </p:cNvPr>
                <p:cNvPicPr/>
                <p:nvPr/>
              </p:nvPicPr>
              <p:blipFill>
                <a:blip r:embed="rId332"/>
                <a:stretch>
                  <a:fillRect/>
                </a:stretch>
              </p:blipFill>
              <p:spPr>
                <a:xfrm>
                  <a:off x="11969757" y="3022863"/>
                  <a:ext cx="40680" cy="44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33">
            <p14:nvContentPartPr>
              <p14:cNvPr id="203" name="Ink 202">
                <a:extLst>
                  <a:ext uri="{FF2B5EF4-FFF2-40B4-BE49-F238E27FC236}">
                    <a16:creationId xmlns:a16="http://schemas.microsoft.com/office/drawing/2014/main" id="{4E37DC01-7CF8-74CB-DBC1-B25FF72CFCB3}"/>
                  </a:ext>
                </a:extLst>
              </p14:cNvPr>
              <p14:cNvContentPartPr/>
              <p14:nvPr/>
            </p14:nvContentPartPr>
            <p14:xfrm>
              <a:off x="324606" y="4250463"/>
              <a:ext cx="24120" cy="189720"/>
            </p14:xfrm>
          </p:contentPart>
        </mc:Choice>
        <mc:Fallback>
          <p:pic>
            <p:nvPicPr>
              <p:cNvPr id="203" name="Ink 202">
                <a:extLst>
                  <a:ext uri="{FF2B5EF4-FFF2-40B4-BE49-F238E27FC236}">
                    <a16:creationId xmlns:a16="http://schemas.microsoft.com/office/drawing/2014/main" id="{4E37DC01-7CF8-74CB-DBC1-B25FF72CFCB3}"/>
                  </a:ext>
                </a:extLst>
              </p:cNvPr>
              <p:cNvPicPr/>
              <p:nvPr/>
            </p:nvPicPr>
            <p:blipFill>
              <a:blip r:embed="rId334"/>
              <a:stretch>
                <a:fillRect/>
              </a:stretch>
            </p:blipFill>
            <p:spPr>
              <a:xfrm>
                <a:off x="306966" y="4232463"/>
                <a:ext cx="59760" cy="22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5">
            <p14:nvContentPartPr>
              <p14:cNvPr id="204" name="Ink 203">
                <a:extLst>
                  <a:ext uri="{FF2B5EF4-FFF2-40B4-BE49-F238E27FC236}">
                    <a16:creationId xmlns:a16="http://schemas.microsoft.com/office/drawing/2014/main" id="{057AF676-9FC4-951F-5297-B1CD19A56349}"/>
                  </a:ext>
                </a:extLst>
              </p14:cNvPr>
              <p14:cNvContentPartPr/>
              <p14:nvPr/>
            </p14:nvContentPartPr>
            <p14:xfrm>
              <a:off x="416766" y="4230303"/>
              <a:ext cx="89640" cy="163080"/>
            </p14:xfrm>
          </p:contentPart>
        </mc:Choice>
        <mc:Fallback>
          <p:pic>
            <p:nvPicPr>
              <p:cNvPr id="204" name="Ink 203">
                <a:extLst>
                  <a:ext uri="{FF2B5EF4-FFF2-40B4-BE49-F238E27FC236}">
                    <a16:creationId xmlns:a16="http://schemas.microsoft.com/office/drawing/2014/main" id="{057AF676-9FC4-951F-5297-B1CD19A56349}"/>
                  </a:ext>
                </a:extLst>
              </p:cNvPr>
              <p:cNvPicPr/>
              <p:nvPr/>
            </p:nvPicPr>
            <p:blipFill>
              <a:blip r:embed="rId336"/>
              <a:stretch>
                <a:fillRect/>
              </a:stretch>
            </p:blipFill>
            <p:spPr>
              <a:xfrm>
                <a:off x="399126" y="4212663"/>
                <a:ext cx="125280" cy="19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7">
            <p14:nvContentPartPr>
              <p14:cNvPr id="205" name="Ink 204">
                <a:extLst>
                  <a:ext uri="{FF2B5EF4-FFF2-40B4-BE49-F238E27FC236}">
                    <a16:creationId xmlns:a16="http://schemas.microsoft.com/office/drawing/2014/main" id="{588D4ED0-E438-F3E6-FC4A-EB4CCE3E38DC}"/>
                  </a:ext>
                </a:extLst>
              </p14:cNvPr>
              <p14:cNvContentPartPr/>
              <p14:nvPr/>
            </p14:nvContentPartPr>
            <p14:xfrm>
              <a:off x="595686" y="4086303"/>
              <a:ext cx="117360" cy="458640"/>
            </p14:xfrm>
          </p:contentPart>
        </mc:Choice>
        <mc:Fallback>
          <p:pic>
            <p:nvPicPr>
              <p:cNvPr id="205" name="Ink 204">
                <a:extLst>
                  <a:ext uri="{FF2B5EF4-FFF2-40B4-BE49-F238E27FC236}">
                    <a16:creationId xmlns:a16="http://schemas.microsoft.com/office/drawing/2014/main" id="{588D4ED0-E438-F3E6-FC4A-EB4CCE3E38DC}"/>
                  </a:ext>
                </a:extLst>
              </p:cNvPr>
              <p:cNvPicPr/>
              <p:nvPr/>
            </p:nvPicPr>
            <p:blipFill>
              <a:blip r:embed="rId338"/>
              <a:stretch>
                <a:fillRect/>
              </a:stretch>
            </p:blipFill>
            <p:spPr>
              <a:xfrm>
                <a:off x="577686" y="4068303"/>
                <a:ext cx="153000" cy="49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9">
            <p14:nvContentPartPr>
              <p14:cNvPr id="207" name="Ink 206">
                <a:extLst>
                  <a:ext uri="{FF2B5EF4-FFF2-40B4-BE49-F238E27FC236}">
                    <a16:creationId xmlns:a16="http://schemas.microsoft.com/office/drawing/2014/main" id="{3631B5AB-F68E-86D4-C6C0-ECB90201D6B9}"/>
                  </a:ext>
                </a:extLst>
              </p14:cNvPr>
              <p14:cNvContentPartPr/>
              <p14:nvPr/>
            </p14:nvContentPartPr>
            <p14:xfrm>
              <a:off x="864966" y="4188543"/>
              <a:ext cx="171000" cy="343800"/>
            </p14:xfrm>
          </p:contentPart>
        </mc:Choice>
        <mc:Fallback>
          <p:pic>
            <p:nvPicPr>
              <p:cNvPr id="207" name="Ink 206">
                <a:extLst>
                  <a:ext uri="{FF2B5EF4-FFF2-40B4-BE49-F238E27FC236}">
                    <a16:creationId xmlns:a16="http://schemas.microsoft.com/office/drawing/2014/main" id="{3631B5AB-F68E-86D4-C6C0-ECB90201D6B9}"/>
                  </a:ext>
                </a:extLst>
              </p:cNvPr>
              <p:cNvPicPr/>
              <p:nvPr/>
            </p:nvPicPr>
            <p:blipFill>
              <a:blip r:embed="rId340"/>
              <a:stretch>
                <a:fillRect/>
              </a:stretch>
            </p:blipFill>
            <p:spPr>
              <a:xfrm>
                <a:off x="846966" y="4170903"/>
                <a:ext cx="206640" cy="37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1">
            <p14:nvContentPartPr>
              <p14:cNvPr id="208" name="Ink 207">
                <a:extLst>
                  <a:ext uri="{FF2B5EF4-FFF2-40B4-BE49-F238E27FC236}">
                    <a16:creationId xmlns:a16="http://schemas.microsoft.com/office/drawing/2014/main" id="{843A27AE-3558-DA8A-F674-CC585B35CD14}"/>
                  </a:ext>
                </a:extLst>
              </p14:cNvPr>
              <p14:cNvContentPartPr/>
              <p14:nvPr/>
            </p14:nvContentPartPr>
            <p14:xfrm>
              <a:off x="1033446" y="4232463"/>
              <a:ext cx="145080" cy="594360"/>
            </p14:xfrm>
          </p:contentPart>
        </mc:Choice>
        <mc:Fallback>
          <p:pic>
            <p:nvPicPr>
              <p:cNvPr id="208" name="Ink 207">
                <a:extLst>
                  <a:ext uri="{FF2B5EF4-FFF2-40B4-BE49-F238E27FC236}">
                    <a16:creationId xmlns:a16="http://schemas.microsoft.com/office/drawing/2014/main" id="{843A27AE-3558-DA8A-F674-CC585B35CD14}"/>
                  </a:ext>
                </a:extLst>
              </p:cNvPr>
              <p:cNvPicPr/>
              <p:nvPr/>
            </p:nvPicPr>
            <p:blipFill>
              <a:blip r:embed="rId342"/>
              <a:stretch>
                <a:fillRect/>
              </a:stretch>
            </p:blipFill>
            <p:spPr>
              <a:xfrm>
                <a:off x="1015446" y="4214463"/>
                <a:ext cx="180720" cy="63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3">
            <p14:nvContentPartPr>
              <p14:cNvPr id="209" name="Ink 208">
                <a:extLst>
                  <a:ext uri="{FF2B5EF4-FFF2-40B4-BE49-F238E27FC236}">
                    <a16:creationId xmlns:a16="http://schemas.microsoft.com/office/drawing/2014/main" id="{0F79BC88-E317-E8AF-5A88-CC4B33377293}"/>
                  </a:ext>
                </a:extLst>
              </p14:cNvPr>
              <p14:cNvContentPartPr/>
              <p14:nvPr/>
            </p14:nvContentPartPr>
            <p14:xfrm>
              <a:off x="1602246" y="4188543"/>
              <a:ext cx="178560" cy="303480"/>
            </p14:xfrm>
          </p:contentPart>
        </mc:Choice>
        <mc:Fallback>
          <p:pic>
            <p:nvPicPr>
              <p:cNvPr id="209" name="Ink 208">
                <a:extLst>
                  <a:ext uri="{FF2B5EF4-FFF2-40B4-BE49-F238E27FC236}">
                    <a16:creationId xmlns:a16="http://schemas.microsoft.com/office/drawing/2014/main" id="{0F79BC88-E317-E8AF-5A88-CC4B33377293}"/>
                  </a:ext>
                </a:extLst>
              </p:cNvPr>
              <p:cNvPicPr/>
              <p:nvPr/>
            </p:nvPicPr>
            <p:blipFill>
              <a:blip r:embed="rId344"/>
              <a:stretch>
                <a:fillRect/>
              </a:stretch>
            </p:blipFill>
            <p:spPr>
              <a:xfrm>
                <a:off x="1584606" y="4170543"/>
                <a:ext cx="214200" cy="33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5">
            <p14:nvContentPartPr>
              <p14:cNvPr id="210" name="Ink 209">
                <a:extLst>
                  <a:ext uri="{FF2B5EF4-FFF2-40B4-BE49-F238E27FC236}">
                    <a16:creationId xmlns:a16="http://schemas.microsoft.com/office/drawing/2014/main" id="{B3FF0811-3587-445B-CD59-5525A89276BD}"/>
                  </a:ext>
                </a:extLst>
              </p14:cNvPr>
              <p14:cNvContentPartPr/>
              <p14:nvPr/>
            </p14:nvContentPartPr>
            <p14:xfrm>
              <a:off x="2323326" y="4297983"/>
              <a:ext cx="38880" cy="128880"/>
            </p14:xfrm>
          </p:contentPart>
        </mc:Choice>
        <mc:Fallback>
          <p:pic>
            <p:nvPicPr>
              <p:cNvPr id="210" name="Ink 209">
                <a:extLst>
                  <a:ext uri="{FF2B5EF4-FFF2-40B4-BE49-F238E27FC236}">
                    <a16:creationId xmlns:a16="http://schemas.microsoft.com/office/drawing/2014/main" id="{B3FF0811-3587-445B-CD59-5525A89276BD}"/>
                  </a:ext>
                </a:extLst>
              </p:cNvPr>
              <p:cNvPicPr/>
              <p:nvPr/>
            </p:nvPicPr>
            <p:blipFill>
              <a:blip r:embed="rId346"/>
              <a:stretch>
                <a:fillRect/>
              </a:stretch>
            </p:blipFill>
            <p:spPr>
              <a:xfrm>
                <a:off x="2305686" y="4279983"/>
                <a:ext cx="74520" cy="16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7">
            <p14:nvContentPartPr>
              <p14:cNvPr id="211" name="Ink 210">
                <a:extLst>
                  <a:ext uri="{FF2B5EF4-FFF2-40B4-BE49-F238E27FC236}">
                    <a16:creationId xmlns:a16="http://schemas.microsoft.com/office/drawing/2014/main" id="{222E56E0-EB44-757F-7631-EAFF3775BAF3}"/>
                  </a:ext>
                </a:extLst>
              </p14:cNvPr>
              <p14:cNvContentPartPr/>
              <p14:nvPr/>
            </p14:nvContentPartPr>
            <p14:xfrm>
              <a:off x="2389206" y="4241103"/>
              <a:ext cx="106560" cy="188280"/>
            </p14:xfrm>
          </p:contentPart>
        </mc:Choice>
        <mc:Fallback>
          <p:pic>
            <p:nvPicPr>
              <p:cNvPr id="211" name="Ink 210">
                <a:extLst>
                  <a:ext uri="{FF2B5EF4-FFF2-40B4-BE49-F238E27FC236}">
                    <a16:creationId xmlns:a16="http://schemas.microsoft.com/office/drawing/2014/main" id="{222E56E0-EB44-757F-7631-EAFF3775BAF3}"/>
                  </a:ext>
                </a:extLst>
              </p:cNvPr>
              <p:cNvPicPr/>
              <p:nvPr/>
            </p:nvPicPr>
            <p:blipFill>
              <a:blip r:embed="rId348"/>
              <a:stretch>
                <a:fillRect/>
              </a:stretch>
            </p:blipFill>
            <p:spPr>
              <a:xfrm>
                <a:off x="2371566" y="4223103"/>
                <a:ext cx="142200" cy="22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9">
            <p14:nvContentPartPr>
              <p14:cNvPr id="212" name="Ink 211">
                <a:extLst>
                  <a:ext uri="{FF2B5EF4-FFF2-40B4-BE49-F238E27FC236}">
                    <a16:creationId xmlns:a16="http://schemas.microsoft.com/office/drawing/2014/main" id="{A1DC1492-39EA-0826-1274-D3B9EE0D13A6}"/>
                  </a:ext>
                </a:extLst>
              </p14:cNvPr>
              <p14:cNvContentPartPr/>
              <p14:nvPr/>
            </p14:nvContentPartPr>
            <p14:xfrm>
              <a:off x="2392446" y="4124463"/>
              <a:ext cx="18720" cy="26640"/>
            </p14:xfrm>
          </p:contentPart>
        </mc:Choice>
        <mc:Fallback>
          <p:pic>
            <p:nvPicPr>
              <p:cNvPr id="212" name="Ink 211">
                <a:extLst>
                  <a:ext uri="{FF2B5EF4-FFF2-40B4-BE49-F238E27FC236}">
                    <a16:creationId xmlns:a16="http://schemas.microsoft.com/office/drawing/2014/main" id="{A1DC1492-39EA-0826-1274-D3B9EE0D13A6}"/>
                  </a:ext>
                </a:extLst>
              </p:cNvPr>
              <p:cNvPicPr/>
              <p:nvPr/>
            </p:nvPicPr>
            <p:blipFill>
              <a:blip r:embed="rId350"/>
              <a:stretch>
                <a:fillRect/>
              </a:stretch>
            </p:blipFill>
            <p:spPr>
              <a:xfrm>
                <a:off x="2374446" y="4106823"/>
                <a:ext cx="54360" cy="6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1">
            <p14:nvContentPartPr>
              <p14:cNvPr id="213" name="Ink 212">
                <a:extLst>
                  <a:ext uri="{FF2B5EF4-FFF2-40B4-BE49-F238E27FC236}">
                    <a16:creationId xmlns:a16="http://schemas.microsoft.com/office/drawing/2014/main" id="{CC0CA7D0-CA0F-55E3-A2A0-00254E25D83A}"/>
                  </a:ext>
                </a:extLst>
              </p14:cNvPr>
              <p14:cNvContentPartPr/>
              <p14:nvPr/>
            </p14:nvContentPartPr>
            <p14:xfrm>
              <a:off x="3067446" y="4191423"/>
              <a:ext cx="199440" cy="198360"/>
            </p14:xfrm>
          </p:contentPart>
        </mc:Choice>
        <mc:Fallback>
          <p:pic>
            <p:nvPicPr>
              <p:cNvPr id="213" name="Ink 212">
                <a:extLst>
                  <a:ext uri="{FF2B5EF4-FFF2-40B4-BE49-F238E27FC236}">
                    <a16:creationId xmlns:a16="http://schemas.microsoft.com/office/drawing/2014/main" id="{CC0CA7D0-CA0F-55E3-A2A0-00254E25D83A}"/>
                  </a:ext>
                </a:extLst>
              </p:cNvPr>
              <p:cNvPicPr/>
              <p:nvPr/>
            </p:nvPicPr>
            <p:blipFill>
              <a:blip r:embed="rId352"/>
              <a:stretch>
                <a:fillRect/>
              </a:stretch>
            </p:blipFill>
            <p:spPr>
              <a:xfrm>
                <a:off x="3049446" y="4173423"/>
                <a:ext cx="235080" cy="23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3">
            <p14:nvContentPartPr>
              <p14:cNvPr id="214" name="Ink 213">
                <a:extLst>
                  <a:ext uri="{FF2B5EF4-FFF2-40B4-BE49-F238E27FC236}">
                    <a16:creationId xmlns:a16="http://schemas.microsoft.com/office/drawing/2014/main" id="{B3AABEFC-2A9E-DCA8-6DB2-4F9F6226EFBB}"/>
                  </a:ext>
                </a:extLst>
              </p14:cNvPr>
              <p14:cNvContentPartPr/>
              <p14:nvPr/>
            </p14:nvContentPartPr>
            <p14:xfrm>
              <a:off x="3464166" y="4198263"/>
              <a:ext cx="124200" cy="204120"/>
            </p14:xfrm>
          </p:contentPart>
        </mc:Choice>
        <mc:Fallback>
          <p:pic>
            <p:nvPicPr>
              <p:cNvPr id="214" name="Ink 213">
                <a:extLst>
                  <a:ext uri="{FF2B5EF4-FFF2-40B4-BE49-F238E27FC236}">
                    <a16:creationId xmlns:a16="http://schemas.microsoft.com/office/drawing/2014/main" id="{B3AABEFC-2A9E-DCA8-6DB2-4F9F6226EFBB}"/>
                  </a:ext>
                </a:extLst>
              </p:cNvPr>
              <p:cNvPicPr/>
              <p:nvPr/>
            </p:nvPicPr>
            <p:blipFill>
              <a:blip r:embed="rId354"/>
              <a:stretch>
                <a:fillRect/>
              </a:stretch>
            </p:blipFill>
            <p:spPr>
              <a:xfrm>
                <a:off x="3446166" y="4180263"/>
                <a:ext cx="159840" cy="23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5">
            <p14:nvContentPartPr>
              <p14:cNvPr id="215" name="Ink 214">
                <a:extLst>
                  <a:ext uri="{FF2B5EF4-FFF2-40B4-BE49-F238E27FC236}">
                    <a16:creationId xmlns:a16="http://schemas.microsoft.com/office/drawing/2014/main" id="{1AC0A4AE-E73F-B396-4434-E2DE75F3572B}"/>
                  </a:ext>
                </a:extLst>
              </p14:cNvPr>
              <p14:cNvContentPartPr/>
              <p14:nvPr/>
            </p14:nvContentPartPr>
            <p14:xfrm>
              <a:off x="3549126" y="4192863"/>
              <a:ext cx="216360" cy="612000"/>
            </p14:xfrm>
          </p:contentPart>
        </mc:Choice>
        <mc:Fallback>
          <p:pic>
            <p:nvPicPr>
              <p:cNvPr id="215" name="Ink 214">
                <a:extLst>
                  <a:ext uri="{FF2B5EF4-FFF2-40B4-BE49-F238E27FC236}">
                    <a16:creationId xmlns:a16="http://schemas.microsoft.com/office/drawing/2014/main" id="{1AC0A4AE-E73F-B396-4434-E2DE75F3572B}"/>
                  </a:ext>
                </a:extLst>
              </p:cNvPr>
              <p:cNvPicPr/>
              <p:nvPr/>
            </p:nvPicPr>
            <p:blipFill>
              <a:blip r:embed="rId356"/>
              <a:stretch>
                <a:fillRect/>
              </a:stretch>
            </p:blipFill>
            <p:spPr>
              <a:xfrm>
                <a:off x="3531126" y="4174863"/>
                <a:ext cx="252000" cy="64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7">
            <p14:nvContentPartPr>
              <p14:cNvPr id="216" name="Ink 215">
                <a:extLst>
                  <a:ext uri="{FF2B5EF4-FFF2-40B4-BE49-F238E27FC236}">
                    <a16:creationId xmlns:a16="http://schemas.microsoft.com/office/drawing/2014/main" id="{7424CE55-250C-6797-1071-E3975D13B6C0}"/>
                  </a:ext>
                </a:extLst>
              </p14:cNvPr>
              <p14:cNvContentPartPr/>
              <p14:nvPr/>
            </p14:nvContentPartPr>
            <p14:xfrm>
              <a:off x="3851526" y="4174503"/>
              <a:ext cx="187200" cy="166320"/>
            </p14:xfrm>
          </p:contentPart>
        </mc:Choice>
        <mc:Fallback>
          <p:pic>
            <p:nvPicPr>
              <p:cNvPr id="216" name="Ink 215">
                <a:extLst>
                  <a:ext uri="{FF2B5EF4-FFF2-40B4-BE49-F238E27FC236}">
                    <a16:creationId xmlns:a16="http://schemas.microsoft.com/office/drawing/2014/main" id="{7424CE55-250C-6797-1071-E3975D13B6C0}"/>
                  </a:ext>
                </a:extLst>
              </p:cNvPr>
              <p:cNvPicPr/>
              <p:nvPr/>
            </p:nvPicPr>
            <p:blipFill>
              <a:blip r:embed="rId358"/>
              <a:stretch>
                <a:fillRect/>
              </a:stretch>
            </p:blipFill>
            <p:spPr>
              <a:xfrm>
                <a:off x="3833886" y="4156863"/>
                <a:ext cx="222840" cy="20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9">
            <p14:nvContentPartPr>
              <p14:cNvPr id="217" name="Ink 216">
                <a:extLst>
                  <a:ext uri="{FF2B5EF4-FFF2-40B4-BE49-F238E27FC236}">
                    <a16:creationId xmlns:a16="http://schemas.microsoft.com/office/drawing/2014/main" id="{072B2CF5-89DB-665D-6544-BFE29CF1D7F1}"/>
                  </a:ext>
                </a:extLst>
              </p14:cNvPr>
              <p14:cNvContentPartPr/>
              <p14:nvPr/>
            </p14:nvContentPartPr>
            <p14:xfrm>
              <a:off x="4101366" y="4196103"/>
              <a:ext cx="194040" cy="188280"/>
            </p14:xfrm>
          </p:contentPart>
        </mc:Choice>
        <mc:Fallback>
          <p:pic>
            <p:nvPicPr>
              <p:cNvPr id="217" name="Ink 216">
                <a:extLst>
                  <a:ext uri="{FF2B5EF4-FFF2-40B4-BE49-F238E27FC236}">
                    <a16:creationId xmlns:a16="http://schemas.microsoft.com/office/drawing/2014/main" id="{072B2CF5-89DB-665D-6544-BFE29CF1D7F1}"/>
                  </a:ext>
                </a:extLst>
              </p:cNvPr>
              <p:cNvPicPr/>
              <p:nvPr/>
            </p:nvPicPr>
            <p:blipFill>
              <a:blip r:embed="rId360"/>
              <a:stretch>
                <a:fillRect/>
              </a:stretch>
            </p:blipFill>
            <p:spPr>
              <a:xfrm>
                <a:off x="4083366" y="4178103"/>
                <a:ext cx="229680" cy="22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1">
            <p14:nvContentPartPr>
              <p14:cNvPr id="221" name="Ink 220">
                <a:extLst>
                  <a:ext uri="{FF2B5EF4-FFF2-40B4-BE49-F238E27FC236}">
                    <a16:creationId xmlns:a16="http://schemas.microsoft.com/office/drawing/2014/main" id="{A0E2236C-4678-EE83-997B-BC3C813909B3}"/>
                  </a:ext>
                </a:extLst>
              </p14:cNvPr>
              <p14:cNvContentPartPr/>
              <p14:nvPr/>
            </p14:nvContentPartPr>
            <p14:xfrm>
              <a:off x="4321686" y="3957063"/>
              <a:ext cx="600480" cy="444240"/>
            </p14:xfrm>
          </p:contentPart>
        </mc:Choice>
        <mc:Fallback>
          <p:pic>
            <p:nvPicPr>
              <p:cNvPr id="221" name="Ink 220">
                <a:extLst>
                  <a:ext uri="{FF2B5EF4-FFF2-40B4-BE49-F238E27FC236}">
                    <a16:creationId xmlns:a16="http://schemas.microsoft.com/office/drawing/2014/main" id="{A0E2236C-4678-EE83-997B-BC3C813909B3}"/>
                  </a:ext>
                </a:extLst>
              </p:cNvPr>
              <p:cNvPicPr/>
              <p:nvPr/>
            </p:nvPicPr>
            <p:blipFill>
              <a:blip r:embed="rId362"/>
              <a:stretch>
                <a:fillRect/>
              </a:stretch>
            </p:blipFill>
            <p:spPr>
              <a:xfrm>
                <a:off x="4304046" y="3939423"/>
                <a:ext cx="636120" cy="47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3">
            <p14:nvContentPartPr>
              <p14:cNvPr id="222" name="Ink 221">
                <a:extLst>
                  <a:ext uri="{FF2B5EF4-FFF2-40B4-BE49-F238E27FC236}">
                    <a16:creationId xmlns:a16="http://schemas.microsoft.com/office/drawing/2014/main" id="{72D5788C-9A01-AE43-F49C-F3A98F6ED1CE}"/>
                  </a:ext>
                </a:extLst>
              </p14:cNvPr>
              <p14:cNvContentPartPr/>
              <p14:nvPr/>
            </p14:nvContentPartPr>
            <p14:xfrm>
              <a:off x="4965366" y="4175223"/>
              <a:ext cx="33840" cy="189000"/>
            </p14:xfrm>
          </p:contentPart>
        </mc:Choice>
        <mc:Fallback>
          <p:pic>
            <p:nvPicPr>
              <p:cNvPr id="222" name="Ink 221">
                <a:extLst>
                  <a:ext uri="{FF2B5EF4-FFF2-40B4-BE49-F238E27FC236}">
                    <a16:creationId xmlns:a16="http://schemas.microsoft.com/office/drawing/2014/main" id="{72D5788C-9A01-AE43-F49C-F3A98F6ED1CE}"/>
                  </a:ext>
                </a:extLst>
              </p:cNvPr>
              <p:cNvPicPr/>
              <p:nvPr/>
            </p:nvPicPr>
            <p:blipFill>
              <a:blip r:embed="rId364"/>
              <a:stretch>
                <a:fillRect/>
              </a:stretch>
            </p:blipFill>
            <p:spPr>
              <a:xfrm>
                <a:off x="4947726" y="4157583"/>
                <a:ext cx="69480" cy="22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5">
            <p14:nvContentPartPr>
              <p14:cNvPr id="223" name="Ink 222">
                <a:extLst>
                  <a:ext uri="{FF2B5EF4-FFF2-40B4-BE49-F238E27FC236}">
                    <a16:creationId xmlns:a16="http://schemas.microsoft.com/office/drawing/2014/main" id="{3FFA191D-1E75-4E49-7A0D-5410028BD47F}"/>
                  </a:ext>
                </a:extLst>
              </p14:cNvPr>
              <p14:cNvContentPartPr/>
              <p14:nvPr/>
            </p14:nvContentPartPr>
            <p14:xfrm>
              <a:off x="5074806" y="4183863"/>
              <a:ext cx="127800" cy="169560"/>
            </p14:xfrm>
          </p:contentPart>
        </mc:Choice>
        <mc:Fallback>
          <p:pic>
            <p:nvPicPr>
              <p:cNvPr id="223" name="Ink 222">
                <a:extLst>
                  <a:ext uri="{FF2B5EF4-FFF2-40B4-BE49-F238E27FC236}">
                    <a16:creationId xmlns:a16="http://schemas.microsoft.com/office/drawing/2014/main" id="{3FFA191D-1E75-4E49-7A0D-5410028BD47F}"/>
                  </a:ext>
                </a:extLst>
              </p:cNvPr>
              <p:cNvPicPr/>
              <p:nvPr/>
            </p:nvPicPr>
            <p:blipFill>
              <a:blip r:embed="rId366"/>
              <a:stretch>
                <a:fillRect/>
              </a:stretch>
            </p:blipFill>
            <p:spPr>
              <a:xfrm>
                <a:off x="5056806" y="4166223"/>
                <a:ext cx="163440" cy="20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7">
            <p14:nvContentPartPr>
              <p14:cNvPr id="224" name="Ink 223">
                <a:extLst>
                  <a:ext uri="{FF2B5EF4-FFF2-40B4-BE49-F238E27FC236}">
                    <a16:creationId xmlns:a16="http://schemas.microsoft.com/office/drawing/2014/main" id="{7EBECEAB-A47C-ACF7-61D2-D6C8E1AE1BC1}"/>
                  </a:ext>
                </a:extLst>
              </p14:cNvPr>
              <p14:cNvContentPartPr/>
              <p14:nvPr/>
            </p14:nvContentPartPr>
            <p14:xfrm>
              <a:off x="4993806" y="3963543"/>
              <a:ext cx="83160" cy="41760"/>
            </p14:xfrm>
          </p:contentPart>
        </mc:Choice>
        <mc:Fallback>
          <p:pic>
            <p:nvPicPr>
              <p:cNvPr id="224" name="Ink 223">
                <a:extLst>
                  <a:ext uri="{FF2B5EF4-FFF2-40B4-BE49-F238E27FC236}">
                    <a16:creationId xmlns:a16="http://schemas.microsoft.com/office/drawing/2014/main" id="{7EBECEAB-A47C-ACF7-61D2-D6C8E1AE1BC1}"/>
                  </a:ext>
                </a:extLst>
              </p:cNvPr>
              <p:cNvPicPr/>
              <p:nvPr/>
            </p:nvPicPr>
            <p:blipFill>
              <a:blip r:embed="rId368"/>
              <a:stretch>
                <a:fillRect/>
              </a:stretch>
            </p:blipFill>
            <p:spPr>
              <a:xfrm>
                <a:off x="4975806" y="3945903"/>
                <a:ext cx="118800" cy="7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9">
            <p14:nvContentPartPr>
              <p14:cNvPr id="225" name="Ink 224">
                <a:extLst>
                  <a:ext uri="{FF2B5EF4-FFF2-40B4-BE49-F238E27FC236}">
                    <a16:creationId xmlns:a16="http://schemas.microsoft.com/office/drawing/2014/main" id="{4EDC1D33-EE7E-7C56-A732-9BC2860A4D1C}"/>
                  </a:ext>
                </a:extLst>
              </p14:cNvPr>
              <p14:cNvContentPartPr/>
              <p14:nvPr/>
            </p14:nvContentPartPr>
            <p14:xfrm>
              <a:off x="4359486" y="4081263"/>
              <a:ext cx="265680" cy="22680"/>
            </p14:xfrm>
          </p:contentPart>
        </mc:Choice>
        <mc:Fallback>
          <p:pic>
            <p:nvPicPr>
              <p:cNvPr id="225" name="Ink 224">
                <a:extLst>
                  <a:ext uri="{FF2B5EF4-FFF2-40B4-BE49-F238E27FC236}">
                    <a16:creationId xmlns:a16="http://schemas.microsoft.com/office/drawing/2014/main" id="{4EDC1D33-EE7E-7C56-A732-9BC2860A4D1C}"/>
                  </a:ext>
                </a:extLst>
              </p:cNvPr>
              <p:cNvPicPr/>
              <p:nvPr/>
            </p:nvPicPr>
            <p:blipFill>
              <a:blip r:embed="rId370"/>
              <a:stretch>
                <a:fillRect/>
              </a:stretch>
            </p:blipFill>
            <p:spPr>
              <a:xfrm>
                <a:off x="4341486" y="4063263"/>
                <a:ext cx="301320" cy="5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71">
            <p14:nvContentPartPr>
              <p14:cNvPr id="227" name="Ink 226">
                <a:extLst>
                  <a:ext uri="{FF2B5EF4-FFF2-40B4-BE49-F238E27FC236}">
                    <a16:creationId xmlns:a16="http://schemas.microsoft.com/office/drawing/2014/main" id="{1D48BEF5-5E2D-473B-156B-8CE64BF297DD}"/>
                  </a:ext>
                </a:extLst>
              </p14:cNvPr>
              <p14:cNvContentPartPr/>
              <p14:nvPr/>
            </p14:nvContentPartPr>
            <p14:xfrm>
              <a:off x="5478726" y="4162623"/>
              <a:ext cx="194400" cy="171720"/>
            </p14:xfrm>
          </p:contentPart>
        </mc:Choice>
        <mc:Fallback>
          <p:pic>
            <p:nvPicPr>
              <p:cNvPr id="227" name="Ink 226">
                <a:extLst>
                  <a:ext uri="{FF2B5EF4-FFF2-40B4-BE49-F238E27FC236}">
                    <a16:creationId xmlns:a16="http://schemas.microsoft.com/office/drawing/2014/main" id="{1D48BEF5-5E2D-473B-156B-8CE64BF297DD}"/>
                  </a:ext>
                </a:extLst>
              </p:cNvPr>
              <p:cNvPicPr/>
              <p:nvPr/>
            </p:nvPicPr>
            <p:blipFill>
              <a:blip r:embed="rId372"/>
              <a:stretch>
                <a:fillRect/>
              </a:stretch>
            </p:blipFill>
            <p:spPr>
              <a:xfrm>
                <a:off x="5461086" y="4144623"/>
                <a:ext cx="230040" cy="20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73">
            <p14:nvContentPartPr>
              <p14:cNvPr id="228" name="Ink 227">
                <a:extLst>
                  <a:ext uri="{FF2B5EF4-FFF2-40B4-BE49-F238E27FC236}">
                    <a16:creationId xmlns:a16="http://schemas.microsoft.com/office/drawing/2014/main" id="{455D8667-017E-A1E1-045D-794F5B48D305}"/>
                  </a:ext>
                </a:extLst>
              </p14:cNvPr>
              <p14:cNvContentPartPr/>
              <p14:nvPr/>
            </p14:nvContentPartPr>
            <p14:xfrm>
              <a:off x="5701926" y="3943383"/>
              <a:ext cx="605880" cy="407160"/>
            </p14:xfrm>
          </p:contentPart>
        </mc:Choice>
        <mc:Fallback>
          <p:pic>
            <p:nvPicPr>
              <p:cNvPr id="228" name="Ink 227">
                <a:extLst>
                  <a:ext uri="{FF2B5EF4-FFF2-40B4-BE49-F238E27FC236}">
                    <a16:creationId xmlns:a16="http://schemas.microsoft.com/office/drawing/2014/main" id="{455D8667-017E-A1E1-045D-794F5B48D305}"/>
                  </a:ext>
                </a:extLst>
              </p:cNvPr>
              <p:cNvPicPr/>
              <p:nvPr/>
            </p:nvPicPr>
            <p:blipFill>
              <a:blip r:embed="rId374"/>
              <a:stretch>
                <a:fillRect/>
              </a:stretch>
            </p:blipFill>
            <p:spPr>
              <a:xfrm>
                <a:off x="5684286" y="3925743"/>
                <a:ext cx="641520" cy="44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75">
            <p14:nvContentPartPr>
              <p14:cNvPr id="229" name="Ink 228">
                <a:extLst>
                  <a:ext uri="{FF2B5EF4-FFF2-40B4-BE49-F238E27FC236}">
                    <a16:creationId xmlns:a16="http://schemas.microsoft.com/office/drawing/2014/main" id="{21F8DD99-E2E9-0171-1256-81ACE6B936D2}"/>
                  </a:ext>
                </a:extLst>
              </p14:cNvPr>
              <p14:cNvContentPartPr/>
              <p14:nvPr/>
            </p14:nvContentPartPr>
            <p14:xfrm>
              <a:off x="6415446" y="4142103"/>
              <a:ext cx="131040" cy="177480"/>
            </p14:xfrm>
          </p:contentPart>
        </mc:Choice>
        <mc:Fallback>
          <p:pic>
            <p:nvPicPr>
              <p:cNvPr id="229" name="Ink 228">
                <a:extLst>
                  <a:ext uri="{FF2B5EF4-FFF2-40B4-BE49-F238E27FC236}">
                    <a16:creationId xmlns:a16="http://schemas.microsoft.com/office/drawing/2014/main" id="{21F8DD99-E2E9-0171-1256-81ACE6B936D2}"/>
                  </a:ext>
                </a:extLst>
              </p:cNvPr>
              <p:cNvPicPr/>
              <p:nvPr/>
            </p:nvPicPr>
            <p:blipFill>
              <a:blip r:embed="rId376"/>
              <a:stretch>
                <a:fillRect/>
              </a:stretch>
            </p:blipFill>
            <p:spPr>
              <a:xfrm>
                <a:off x="6397806" y="4124463"/>
                <a:ext cx="166680" cy="21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77">
            <p14:nvContentPartPr>
              <p14:cNvPr id="230" name="Ink 229">
                <a:extLst>
                  <a:ext uri="{FF2B5EF4-FFF2-40B4-BE49-F238E27FC236}">
                    <a16:creationId xmlns:a16="http://schemas.microsoft.com/office/drawing/2014/main" id="{5DB04B95-67D7-9D14-AA0C-0932B2A22E3C}"/>
                  </a:ext>
                </a:extLst>
              </p14:cNvPr>
              <p14:cNvContentPartPr/>
              <p14:nvPr/>
            </p14:nvContentPartPr>
            <p14:xfrm>
              <a:off x="6343086" y="4152543"/>
              <a:ext cx="216720" cy="211680"/>
            </p14:xfrm>
          </p:contentPart>
        </mc:Choice>
        <mc:Fallback>
          <p:pic>
            <p:nvPicPr>
              <p:cNvPr id="230" name="Ink 229">
                <a:extLst>
                  <a:ext uri="{FF2B5EF4-FFF2-40B4-BE49-F238E27FC236}">
                    <a16:creationId xmlns:a16="http://schemas.microsoft.com/office/drawing/2014/main" id="{5DB04B95-67D7-9D14-AA0C-0932B2A22E3C}"/>
                  </a:ext>
                </a:extLst>
              </p:cNvPr>
              <p:cNvPicPr/>
              <p:nvPr/>
            </p:nvPicPr>
            <p:blipFill>
              <a:blip r:embed="rId378"/>
              <a:stretch>
                <a:fillRect/>
              </a:stretch>
            </p:blipFill>
            <p:spPr>
              <a:xfrm>
                <a:off x="6325446" y="4134543"/>
                <a:ext cx="252360" cy="24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79">
            <p14:nvContentPartPr>
              <p14:cNvPr id="231" name="Ink 230">
                <a:extLst>
                  <a:ext uri="{FF2B5EF4-FFF2-40B4-BE49-F238E27FC236}">
                    <a16:creationId xmlns:a16="http://schemas.microsoft.com/office/drawing/2014/main" id="{10AB6336-75AF-4396-128A-BEC76504F48C}"/>
                  </a:ext>
                </a:extLst>
              </p14:cNvPr>
              <p14:cNvContentPartPr/>
              <p14:nvPr/>
            </p14:nvContentPartPr>
            <p14:xfrm>
              <a:off x="6296286" y="3957063"/>
              <a:ext cx="46800" cy="70920"/>
            </p14:xfrm>
          </p:contentPart>
        </mc:Choice>
        <mc:Fallback>
          <p:pic>
            <p:nvPicPr>
              <p:cNvPr id="231" name="Ink 230">
                <a:extLst>
                  <a:ext uri="{FF2B5EF4-FFF2-40B4-BE49-F238E27FC236}">
                    <a16:creationId xmlns:a16="http://schemas.microsoft.com/office/drawing/2014/main" id="{10AB6336-75AF-4396-128A-BEC76504F48C}"/>
                  </a:ext>
                </a:extLst>
              </p:cNvPr>
              <p:cNvPicPr/>
              <p:nvPr/>
            </p:nvPicPr>
            <p:blipFill>
              <a:blip r:embed="rId380"/>
              <a:stretch>
                <a:fillRect/>
              </a:stretch>
            </p:blipFill>
            <p:spPr>
              <a:xfrm>
                <a:off x="6278646" y="3939063"/>
                <a:ext cx="82440" cy="10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1">
            <p14:nvContentPartPr>
              <p14:cNvPr id="232" name="Ink 231">
                <a:extLst>
                  <a:ext uri="{FF2B5EF4-FFF2-40B4-BE49-F238E27FC236}">
                    <a16:creationId xmlns:a16="http://schemas.microsoft.com/office/drawing/2014/main" id="{103F0260-622F-EABC-A9AF-A07A4FA7B34E}"/>
                  </a:ext>
                </a:extLst>
              </p14:cNvPr>
              <p14:cNvContentPartPr/>
              <p14:nvPr/>
            </p14:nvContentPartPr>
            <p14:xfrm>
              <a:off x="5818206" y="4009263"/>
              <a:ext cx="277560" cy="30600"/>
            </p14:xfrm>
          </p:contentPart>
        </mc:Choice>
        <mc:Fallback>
          <p:pic>
            <p:nvPicPr>
              <p:cNvPr id="232" name="Ink 231">
                <a:extLst>
                  <a:ext uri="{FF2B5EF4-FFF2-40B4-BE49-F238E27FC236}">
                    <a16:creationId xmlns:a16="http://schemas.microsoft.com/office/drawing/2014/main" id="{103F0260-622F-EABC-A9AF-A07A4FA7B34E}"/>
                  </a:ext>
                </a:extLst>
              </p:cNvPr>
              <p:cNvPicPr/>
              <p:nvPr/>
            </p:nvPicPr>
            <p:blipFill>
              <a:blip r:embed="rId382"/>
              <a:stretch>
                <a:fillRect/>
              </a:stretch>
            </p:blipFill>
            <p:spPr>
              <a:xfrm>
                <a:off x="5800206" y="3991263"/>
                <a:ext cx="313200" cy="6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3">
            <p14:nvContentPartPr>
              <p14:cNvPr id="233" name="Ink 232">
                <a:extLst>
                  <a:ext uri="{FF2B5EF4-FFF2-40B4-BE49-F238E27FC236}">
                    <a16:creationId xmlns:a16="http://schemas.microsoft.com/office/drawing/2014/main" id="{2C043896-D3C4-BE2D-FBA6-9FC1F73DA20E}"/>
                  </a:ext>
                </a:extLst>
              </p14:cNvPr>
              <p14:cNvContentPartPr/>
              <p14:nvPr/>
            </p14:nvContentPartPr>
            <p14:xfrm>
              <a:off x="6715326" y="4260543"/>
              <a:ext cx="80280" cy="154800"/>
            </p14:xfrm>
          </p:contentPart>
        </mc:Choice>
        <mc:Fallback>
          <p:pic>
            <p:nvPicPr>
              <p:cNvPr id="233" name="Ink 232">
                <a:extLst>
                  <a:ext uri="{FF2B5EF4-FFF2-40B4-BE49-F238E27FC236}">
                    <a16:creationId xmlns:a16="http://schemas.microsoft.com/office/drawing/2014/main" id="{2C043896-D3C4-BE2D-FBA6-9FC1F73DA20E}"/>
                  </a:ext>
                </a:extLst>
              </p:cNvPr>
              <p:cNvPicPr/>
              <p:nvPr/>
            </p:nvPicPr>
            <p:blipFill>
              <a:blip r:embed="rId384"/>
              <a:stretch>
                <a:fillRect/>
              </a:stretch>
            </p:blipFill>
            <p:spPr>
              <a:xfrm>
                <a:off x="6697326" y="4242903"/>
                <a:ext cx="115920" cy="19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5">
            <p14:nvContentPartPr>
              <p14:cNvPr id="235" name="Ink 234">
                <a:extLst>
                  <a:ext uri="{FF2B5EF4-FFF2-40B4-BE49-F238E27FC236}">
                    <a16:creationId xmlns:a16="http://schemas.microsoft.com/office/drawing/2014/main" id="{FC2B10A9-0BAA-0A03-7D6D-37E0771B13B9}"/>
                  </a:ext>
                </a:extLst>
              </p14:cNvPr>
              <p14:cNvContentPartPr/>
              <p14:nvPr/>
            </p14:nvContentPartPr>
            <p14:xfrm>
              <a:off x="7188006" y="3936903"/>
              <a:ext cx="207360" cy="352080"/>
            </p14:xfrm>
          </p:contentPart>
        </mc:Choice>
        <mc:Fallback>
          <p:pic>
            <p:nvPicPr>
              <p:cNvPr id="235" name="Ink 234">
                <a:extLst>
                  <a:ext uri="{FF2B5EF4-FFF2-40B4-BE49-F238E27FC236}">
                    <a16:creationId xmlns:a16="http://schemas.microsoft.com/office/drawing/2014/main" id="{FC2B10A9-0BAA-0A03-7D6D-37E0771B13B9}"/>
                  </a:ext>
                </a:extLst>
              </p:cNvPr>
              <p:cNvPicPr/>
              <p:nvPr/>
            </p:nvPicPr>
            <p:blipFill>
              <a:blip r:embed="rId386"/>
              <a:stretch>
                <a:fillRect/>
              </a:stretch>
            </p:blipFill>
            <p:spPr>
              <a:xfrm>
                <a:off x="7170366" y="3919263"/>
                <a:ext cx="243000" cy="38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7">
            <p14:nvContentPartPr>
              <p14:cNvPr id="236" name="Ink 235">
                <a:extLst>
                  <a:ext uri="{FF2B5EF4-FFF2-40B4-BE49-F238E27FC236}">
                    <a16:creationId xmlns:a16="http://schemas.microsoft.com/office/drawing/2014/main" id="{02C32F5D-2D5A-4754-45B0-7BD1C415BE04}"/>
                  </a:ext>
                </a:extLst>
              </p14:cNvPr>
              <p14:cNvContentPartPr/>
              <p14:nvPr/>
            </p14:nvContentPartPr>
            <p14:xfrm>
              <a:off x="7489686" y="3941223"/>
              <a:ext cx="135360" cy="291960"/>
            </p14:xfrm>
          </p:contentPart>
        </mc:Choice>
        <mc:Fallback>
          <p:pic>
            <p:nvPicPr>
              <p:cNvPr id="236" name="Ink 235">
                <a:extLst>
                  <a:ext uri="{FF2B5EF4-FFF2-40B4-BE49-F238E27FC236}">
                    <a16:creationId xmlns:a16="http://schemas.microsoft.com/office/drawing/2014/main" id="{02C32F5D-2D5A-4754-45B0-7BD1C415BE04}"/>
                  </a:ext>
                </a:extLst>
              </p:cNvPr>
              <p:cNvPicPr/>
              <p:nvPr/>
            </p:nvPicPr>
            <p:blipFill>
              <a:blip r:embed="rId388"/>
              <a:stretch>
                <a:fillRect/>
              </a:stretch>
            </p:blipFill>
            <p:spPr>
              <a:xfrm>
                <a:off x="7472046" y="3923583"/>
                <a:ext cx="171000" cy="32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9">
            <p14:nvContentPartPr>
              <p14:cNvPr id="237" name="Ink 236">
                <a:extLst>
                  <a:ext uri="{FF2B5EF4-FFF2-40B4-BE49-F238E27FC236}">
                    <a16:creationId xmlns:a16="http://schemas.microsoft.com/office/drawing/2014/main" id="{F20A8533-0994-BC40-A6FA-E77A2A7D4F42}"/>
                  </a:ext>
                </a:extLst>
              </p14:cNvPr>
              <p14:cNvContentPartPr/>
              <p14:nvPr/>
            </p14:nvContentPartPr>
            <p14:xfrm>
              <a:off x="7670766" y="4076943"/>
              <a:ext cx="380160" cy="170640"/>
            </p14:xfrm>
          </p:contentPart>
        </mc:Choice>
        <mc:Fallback>
          <p:pic>
            <p:nvPicPr>
              <p:cNvPr id="237" name="Ink 236">
                <a:extLst>
                  <a:ext uri="{FF2B5EF4-FFF2-40B4-BE49-F238E27FC236}">
                    <a16:creationId xmlns:a16="http://schemas.microsoft.com/office/drawing/2014/main" id="{F20A8533-0994-BC40-A6FA-E77A2A7D4F42}"/>
                  </a:ext>
                </a:extLst>
              </p:cNvPr>
              <p:cNvPicPr/>
              <p:nvPr/>
            </p:nvPicPr>
            <p:blipFill>
              <a:blip r:embed="rId390"/>
              <a:stretch>
                <a:fillRect/>
              </a:stretch>
            </p:blipFill>
            <p:spPr>
              <a:xfrm>
                <a:off x="7653126" y="4058943"/>
                <a:ext cx="415800" cy="20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91">
            <p14:nvContentPartPr>
              <p14:cNvPr id="238" name="Ink 237">
                <a:extLst>
                  <a:ext uri="{FF2B5EF4-FFF2-40B4-BE49-F238E27FC236}">
                    <a16:creationId xmlns:a16="http://schemas.microsoft.com/office/drawing/2014/main" id="{816C01D7-4C55-8093-2AAE-7B4532D9150B}"/>
                  </a:ext>
                </a:extLst>
              </p14:cNvPr>
              <p14:cNvContentPartPr/>
              <p14:nvPr/>
            </p14:nvContentPartPr>
            <p14:xfrm>
              <a:off x="7207806" y="4024383"/>
              <a:ext cx="177840" cy="30960"/>
            </p14:xfrm>
          </p:contentPart>
        </mc:Choice>
        <mc:Fallback>
          <p:pic>
            <p:nvPicPr>
              <p:cNvPr id="238" name="Ink 237">
                <a:extLst>
                  <a:ext uri="{FF2B5EF4-FFF2-40B4-BE49-F238E27FC236}">
                    <a16:creationId xmlns:a16="http://schemas.microsoft.com/office/drawing/2014/main" id="{816C01D7-4C55-8093-2AAE-7B4532D9150B}"/>
                  </a:ext>
                </a:extLst>
              </p:cNvPr>
              <p:cNvPicPr/>
              <p:nvPr/>
            </p:nvPicPr>
            <p:blipFill>
              <a:blip r:embed="rId392"/>
              <a:stretch>
                <a:fillRect/>
              </a:stretch>
            </p:blipFill>
            <p:spPr>
              <a:xfrm>
                <a:off x="7189806" y="4006743"/>
                <a:ext cx="213480" cy="6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93">
            <p14:nvContentPartPr>
              <p14:cNvPr id="239" name="Ink 238">
                <a:extLst>
                  <a:ext uri="{FF2B5EF4-FFF2-40B4-BE49-F238E27FC236}">
                    <a16:creationId xmlns:a16="http://schemas.microsoft.com/office/drawing/2014/main" id="{F58CB536-8AFD-137F-EBDB-260088865833}"/>
                  </a:ext>
                </a:extLst>
              </p14:cNvPr>
              <p14:cNvContentPartPr/>
              <p14:nvPr/>
            </p14:nvContentPartPr>
            <p14:xfrm>
              <a:off x="8377806" y="4044543"/>
              <a:ext cx="193320" cy="160560"/>
            </p14:xfrm>
          </p:contentPart>
        </mc:Choice>
        <mc:Fallback>
          <p:pic>
            <p:nvPicPr>
              <p:cNvPr id="239" name="Ink 238">
                <a:extLst>
                  <a:ext uri="{FF2B5EF4-FFF2-40B4-BE49-F238E27FC236}">
                    <a16:creationId xmlns:a16="http://schemas.microsoft.com/office/drawing/2014/main" id="{F58CB536-8AFD-137F-EBDB-260088865833}"/>
                  </a:ext>
                </a:extLst>
              </p:cNvPr>
              <p:cNvPicPr/>
              <p:nvPr/>
            </p:nvPicPr>
            <p:blipFill>
              <a:blip r:embed="rId394"/>
              <a:stretch>
                <a:fillRect/>
              </a:stretch>
            </p:blipFill>
            <p:spPr>
              <a:xfrm>
                <a:off x="8359806" y="4026543"/>
                <a:ext cx="228960" cy="19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95">
            <p14:nvContentPartPr>
              <p14:cNvPr id="240" name="Ink 239">
                <a:extLst>
                  <a:ext uri="{FF2B5EF4-FFF2-40B4-BE49-F238E27FC236}">
                    <a16:creationId xmlns:a16="http://schemas.microsoft.com/office/drawing/2014/main" id="{87823285-6720-1670-B3BA-FB6634567450}"/>
                  </a:ext>
                </a:extLst>
              </p14:cNvPr>
              <p14:cNvContentPartPr/>
              <p14:nvPr/>
            </p14:nvContentPartPr>
            <p14:xfrm>
              <a:off x="8612886" y="3865623"/>
              <a:ext cx="228600" cy="347760"/>
            </p14:xfrm>
          </p:contentPart>
        </mc:Choice>
        <mc:Fallback>
          <p:pic>
            <p:nvPicPr>
              <p:cNvPr id="240" name="Ink 239">
                <a:extLst>
                  <a:ext uri="{FF2B5EF4-FFF2-40B4-BE49-F238E27FC236}">
                    <a16:creationId xmlns:a16="http://schemas.microsoft.com/office/drawing/2014/main" id="{87823285-6720-1670-B3BA-FB6634567450}"/>
                  </a:ext>
                </a:extLst>
              </p:cNvPr>
              <p:cNvPicPr/>
              <p:nvPr/>
            </p:nvPicPr>
            <p:blipFill>
              <a:blip r:embed="rId396"/>
              <a:stretch>
                <a:fillRect/>
              </a:stretch>
            </p:blipFill>
            <p:spPr>
              <a:xfrm>
                <a:off x="8594886" y="3847983"/>
                <a:ext cx="264240" cy="38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97">
            <p14:nvContentPartPr>
              <p14:cNvPr id="241" name="Ink 240">
                <a:extLst>
                  <a:ext uri="{FF2B5EF4-FFF2-40B4-BE49-F238E27FC236}">
                    <a16:creationId xmlns:a16="http://schemas.microsoft.com/office/drawing/2014/main" id="{D27803FE-58F8-63E8-3976-D347766E3BCE}"/>
                  </a:ext>
                </a:extLst>
              </p14:cNvPr>
              <p14:cNvContentPartPr/>
              <p14:nvPr/>
            </p14:nvContentPartPr>
            <p14:xfrm>
              <a:off x="8728086" y="4067583"/>
              <a:ext cx="199800" cy="437760"/>
            </p14:xfrm>
          </p:contentPart>
        </mc:Choice>
        <mc:Fallback>
          <p:pic>
            <p:nvPicPr>
              <p:cNvPr id="241" name="Ink 240">
                <a:extLst>
                  <a:ext uri="{FF2B5EF4-FFF2-40B4-BE49-F238E27FC236}">
                    <a16:creationId xmlns:a16="http://schemas.microsoft.com/office/drawing/2014/main" id="{D27803FE-58F8-63E8-3976-D347766E3BCE}"/>
                  </a:ext>
                </a:extLst>
              </p:cNvPr>
              <p:cNvPicPr/>
              <p:nvPr/>
            </p:nvPicPr>
            <p:blipFill>
              <a:blip r:embed="rId398"/>
              <a:stretch>
                <a:fillRect/>
              </a:stretch>
            </p:blipFill>
            <p:spPr>
              <a:xfrm>
                <a:off x="8710086" y="4049943"/>
                <a:ext cx="235440" cy="47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99">
            <p14:nvContentPartPr>
              <p14:cNvPr id="242" name="Ink 241">
                <a:extLst>
                  <a:ext uri="{FF2B5EF4-FFF2-40B4-BE49-F238E27FC236}">
                    <a16:creationId xmlns:a16="http://schemas.microsoft.com/office/drawing/2014/main" id="{D108B8A7-FF78-5E81-C840-7C34B17796BF}"/>
                  </a:ext>
                </a:extLst>
              </p14:cNvPr>
              <p14:cNvContentPartPr/>
              <p14:nvPr/>
            </p14:nvContentPartPr>
            <p14:xfrm>
              <a:off x="8926806" y="3865623"/>
              <a:ext cx="39600" cy="63360"/>
            </p14:xfrm>
          </p:contentPart>
        </mc:Choice>
        <mc:Fallback>
          <p:pic>
            <p:nvPicPr>
              <p:cNvPr id="242" name="Ink 241">
                <a:extLst>
                  <a:ext uri="{FF2B5EF4-FFF2-40B4-BE49-F238E27FC236}">
                    <a16:creationId xmlns:a16="http://schemas.microsoft.com/office/drawing/2014/main" id="{D108B8A7-FF78-5E81-C840-7C34B17796BF}"/>
                  </a:ext>
                </a:extLst>
              </p:cNvPr>
              <p:cNvPicPr/>
              <p:nvPr/>
            </p:nvPicPr>
            <p:blipFill>
              <a:blip r:embed="rId400"/>
              <a:stretch>
                <a:fillRect/>
              </a:stretch>
            </p:blipFill>
            <p:spPr>
              <a:xfrm>
                <a:off x="8909166" y="3847623"/>
                <a:ext cx="75240" cy="9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1">
            <p14:nvContentPartPr>
              <p14:cNvPr id="243" name="Ink 242">
                <a:extLst>
                  <a:ext uri="{FF2B5EF4-FFF2-40B4-BE49-F238E27FC236}">
                    <a16:creationId xmlns:a16="http://schemas.microsoft.com/office/drawing/2014/main" id="{5B5FE0A9-81F0-9ED2-93FB-90183C685269}"/>
                  </a:ext>
                </a:extLst>
              </p14:cNvPr>
              <p14:cNvContentPartPr/>
              <p14:nvPr/>
            </p14:nvContentPartPr>
            <p14:xfrm>
              <a:off x="9019326" y="3904143"/>
              <a:ext cx="250920" cy="340200"/>
            </p14:xfrm>
          </p:contentPart>
        </mc:Choice>
        <mc:Fallback>
          <p:pic>
            <p:nvPicPr>
              <p:cNvPr id="243" name="Ink 242">
                <a:extLst>
                  <a:ext uri="{FF2B5EF4-FFF2-40B4-BE49-F238E27FC236}">
                    <a16:creationId xmlns:a16="http://schemas.microsoft.com/office/drawing/2014/main" id="{5B5FE0A9-81F0-9ED2-93FB-90183C685269}"/>
                  </a:ext>
                </a:extLst>
              </p:cNvPr>
              <p:cNvPicPr/>
              <p:nvPr/>
            </p:nvPicPr>
            <p:blipFill>
              <a:blip r:embed="rId402"/>
              <a:stretch>
                <a:fillRect/>
              </a:stretch>
            </p:blipFill>
            <p:spPr>
              <a:xfrm>
                <a:off x="9001686" y="3886143"/>
                <a:ext cx="286560" cy="37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3">
            <p14:nvContentPartPr>
              <p14:cNvPr id="244" name="Ink 243">
                <a:extLst>
                  <a:ext uri="{FF2B5EF4-FFF2-40B4-BE49-F238E27FC236}">
                    <a16:creationId xmlns:a16="http://schemas.microsoft.com/office/drawing/2014/main" id="{D74FD05D-ACAE-D0A7-6C3F-44FC994092BD}"/>
                  </a:ext>
                </a:extLst>
              </p14:cNvPr>
              <p14:cNvContentPartPr/>
              <p14:nvPr/>
            </p14:nvContentPartPr>
            <p14:xfrm>
              <a:off x="9075846" y="4059663"/>
              <a:ext cx="122760" cy="60840"/>
            </p14:xfrm>
          </p:contentPart>
        </mc:Choice>
        <mc:Fallback>
          <p:pic>
            <p:nvPicPr>
              <p:cNvPr id="244" name="Ink 243">
                <a:extLst>
                  <a:ext uri="{FF2B5EF4-FFF2-40B4-BE49-F238E27FC236}">
                    <a16:creationId xmlns:a16="http://schemas.microsoft.com/office/drawing/2014/main" id="{D74FD05D-ACAE-D0A7-6C3F-44FC994092BD}"/>
                  </a:ext>
                </a:extLst>
              </p:cNvPr>
              <p:cNvPicPr/>
              <p:nvPr/>
            </p:nvPicPr>
            <p:blipFill>
              <a:blip r:embed="rId404"/>
              <a:stretch>
                <a:fillRect/>
              </a:stretch>
            </p:blipFill>
            <p:spPr>
              <a:xfrm>
                <a:off x="9058206" y="4042023"/>
                <a:ext cx="158400" cy="9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5">
            <p14:nvContentPartPr>
              <p14:cNvPr id="245" name="Ink 244">
                <a:extLst>
                  <a:ext uri="{FF2B5EF4-FFF2-40B4-BE49-F238E27FC236}">
                    <a16:creationId xmlns:a16="http://schemas.microsoft.com/office/drawing/2014/main" id="{26F97771-0D8E-02D2-3363-78873F04D30A}"/>
                  </a:ext>
                </a:extLst>
              </p14:cNvPr>
              <p14:cNvContentPartPr/>
              <p14:nvPr/>
            </p14:nvContentPartPr>
            <p14:xfrm>
              <a:off x="9638166" y="4031223"/>
              <a:ext cx="56160" cy="143640"/>
            </p14:xfrm>
          </p:contentPart>
        </mc:Choice>
        <mc:Fallback>
          <p:pic>
            <p:nvPicPr>
              <p:cNvPr id="245" name="Ink 244">
                <a:extLst>
                  <a:ext uri="{FF2B5EF4-FFF2-40B4-BE49-F238E27FC236}">
                    <a16:creationId xmlns:a16="http://schemas.microsoft.com/office/drawing/2014/main" id="{26F97771-0D8E-02D2-3363-78873F04D30A}"/>
                  </a:ext>
                </a:extLst>
              </p:cNvPr>
              <p:cNvPicPr/>
              <p:nvPr/>
            </p:nvPicPr>
            <p:blipFill>
              <a:blip r:embed="rId406"/>
              <a:stretch>
                <a:fillRect/>
              </a:stretch>
            </p:blipFill>
            <p:spPr>
              <a:xfrm>
                <a:off x="9620166" y="4013583"/>
                <a:ext cx="91800" cy="17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7">
            <p14:nvContentPartPr>
              <p14:cNvPr id="246" name="Ink 245">
                <a:extLst>
                  <a:ext uri="{FF2B5EF4-FFF2-40B4-BE49-F238E27FC236}">
                    <a16:creationId xmlns:a16="http://schemas.microsoft.com/office/drawing/2014/main" id="{5C90FF9C-1DD7-5ABF-A86A-842798EAF7AE}"/>
                  </a:ext>
                </a:extLst>
              </p14:cNvPr>
              <p14:cNvContentPartPr/>
              <p14:nvPr/>
            </p14:nvContentPartPr>
            <p14:xfrm>
              <a:off x="9728886" y="4038423"/>
              <a:ext cx="91440" cy="159480"/>
            </p14:xfrm>
          </p:contentPart>
        </mc:Choice>
        <mc:Fallback>
          <p:pic>
            <p:nvPicPr>
              <p:cNvPr id="246" name="Ink 245">
                <a:extLst>
                  <a:ext uri="{FF2B5EF4-FFF2-40B4-BE49-F238E27FC236}">
                    <a16:creationId xmlns:a16="http://schemas.microsoft.com/office/drawing/2014/main" id="{5C90FF9C-1DD7-5ABF-A86A-842798EAF7AE}"/>
                  </a:ext>
                </a:extLst>
              </p:cNvPr>
              <p:cNvPicPr/>
              <p:nvPr/>
            </p:nvPicPr>
            <p:blipFill>
              <a:blip r:embed="rId408"/>
              <a:stretch>
                <a:fillRect/>
              </a:stretch>
            </p:blipFill>
            <p:spPr>
              <a:xfrm>
                <a:off x="9711246" y="4020783"/>
                <a:ext cx="127080" cy="19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9">
            <p14:nvContentPartPr>
              <p14:cNvPr id="247" name="Ink 246">
                <a:extLst>
                  <a:ext uri="{FF2B5EF4-FFF2-40B4-BE49-F238E27FC236}">
                    <a16:creationId xmlns:a16="http://schemas.microsoft.com/office/drawing/2014/main" id="{5255A3C1-EEE1-5638-4FFD-416562ECD957}"/>
                  </a:ext>
                </a:extLst>
              </p14:cNvPr>
              <p14:cNvContentPartPr/>
              <p14:nvPr/>
            </p14:nvContentPartPr>
            <p14:xfrm>
              <a:off x="9733566" y="3890823"/>
              <a:ext cx="6120" cy="39240"/>
            </p14:xfrm>
          </p:contentPart>
        </mc:Choice>
        <mc:Fallback>
          <p:pic>
            <p:nvPicPr>
              <p:cNvPr id="247" name="Ink 246">
                <a:extLst>
                  <a:ext uri="{FF2B5EF4-FFF2-40B4-BE49-F238E27FC236}">
                    <a16:creationId xmlns:a16="http://schemas.microsoft.com/office/drawing/2014/main" id="{5255A3C1-EEE1-5638-4FFD-416562ECD957}"/>
                  </a:ext>
                </a:extLst>
              </p:cNvPr>
              <p:cNvPicPr/>
              <p:nvPr/>
            </p:nvPicPr>
            <p:blipFill>
              <a:blip r:embed="rId410"/>
              <a:stretch>
                <a:fillRect/>
              </a:stretch>
            </p:blipFill>
            <p:spPr>
              <a:xfrm>
                <a:off x="9715566" y="3873183"/>
                <a:ext cx="41760" cy="7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11">
            <p14:nvContentPartPr>
              <p14:cNvPr id="248" name="Ink 247">
                <a:extLst>
                  <a:ext uri="{FF2B5EF4-FFF2-40B4-BE49-F238E27FC236}">
                    <a16:creationId xmlns:a16="http://schemas.microsoft.com/office/drawing/2014/main" id="{5C513129-A7E6-2449-08F3-C16AB430B67D}"/>
                  </a:ext>
                </a:extLst>
              </p14:cNvPr>
              <p14:cNvContentPartPr/>
              <p14:nvPr/>
            </p14:nvContentPartPr>
            <p14:xfrm>
              <a:off x="10183566" y="3903063"/>
              <a:ext cx="447120" cy="305640"/>
            </p14:xfrm>
          </p:contentPart>
        </mc:Choice>
        <mc:Fallback>
          <p:pic>
            <p:nvPicPr>
              <p:cNvPr id="248" name="Ink 247">
                <a:extLst>
                  <a:ext uri="{FF2B5EF4-FFF2-40B4-BE49-F238E27FC236}">
                    <a16:creationId xmlns:a16="http://schemas.microsoft.com/office/drawing/2014/main" id="{5C513129-A7E6-2449-08F3-C16AB430B67D}"/>
                  </a:ext>
                </a:extLst>
              </p:cNvPr>
              <p:cNvPicPr/>
              <p:nvPr/>
            </p:nvPicPr>
            <p:blipFill>
              <a:blip r:embed="rId412"/>
              <a:stretch>
                <a:fillRect/>
              </a:stretch>
            </p:blipFill>
            <p:spPr>
              <a:xfrm>
                <a:off x="10165566" y="3885063"/>
                <a:ext cx="482760" cy="34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13">
            <p14:nvContentPartPr>
              <p14:cNvPr id="249" name="Ink 248">
                <a:extLst>
                  <a:ext uri="{FF2B5EF4-FFF2-40B4-BE49-F238E27FC236}">
                    <a16:creationId xmlns:a16="http://schemas.microsoft.com/office/drawing/2014/main" id="{BCC661DA-1154-7718-76A8-E2D096B5CC5C}"/>
                  </a:ext>
                </a:extLst>
              </p14:cNvPr>
              <p14:cNvContentPartPr/>
              <p14:nvPr/>
            </p14:nvContentPartPr>
            <p14:xfrm>
              <a:off x="10704846" y="4031583"/>
              <a:ext cx="92520" cy="141840"/>
            </p14:xfrm>
          </p:contentPart>
        </mc:Choice>
        <mc:Fallback>
          <p:pic>
            <p:nvPicPr>
              <p:cNvPr id="249" name="Ink 248">
                <a:extLst>
                  <a:ext uri="{FF2B5EF4-FFF2-40B4-BE49-F238E27FC236}">
                    <a16:creationId xmlns:a16="http://schemas.microsoft.com/office/drawing/2014/main" id="{BCC661DA-1154-7718-76A8-E2D096B5CC5C}"/>
                  </a:ext>
                </a:extLst>
              </p:cNvPr>
              <p:cNvPicPr/>
              <p:nvPr/>
            </p:nvPicPr>
            <p:blipFill>
              <a:blip r:embed="rId414"/>
              <a:stretch>
                <a:fillRect/>
              </a:stretch>
            </p:blipFill>
            <p:spPr>
              <a:xfrm>
                <a:off x="10687206" y="4013583"/>
                <a:ext cx="128160" cy="17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15">
            <p14:nvContentPartPr>
              <p14:cNvPr id="254" name="Ink 253">
                <a:extLst>
                  <a:ext uri="{FF2B5EF4-FFF2-40B4-BE49-F238E27FC236}">
                    <a16:creationId xmlns:a16="http://schemas.microsoft.com/office/drawing/2014/main" id="{B8C89CD6-7E6B-5B6A-8B61-188ED9745318}"/>
                  </a:ext>
                </a:extLst>
              </p14:cNvPr>
              <p14:cNvContentPartPr/>
              <p14:nvPr/>
            </p14:nvContentPartPr>
            <p14:xfrm>
              <a:off x="11011206" y="4006743"/>
              <a:ext cx="152280" cy="164160"/>
            </p14:xfrm>
          </p:contentPart>
        </mc:Choice>
        <mc:Fallback>
          <p:pic>
            <p:nvPicPr>
              <p:cNvPr id="254" name="Ink 253">
                <a:extLst>
                  <a:ext uri="{FF2B5EF4-FFF2-40B4-BE49-F238E27FC236}">
                    <a16:creationId xmlns:a16="http://schemas.microsoft.com/office/drawing/2014/main" id="{B8C89CD6-7E6B-5B6A-8B61-188ED9745318}"/>
                  </a:ext>
                </a:extLst>
              </p:cNvPr>
              <p:cNvPicPr/>
              <p:nvPr/>
            </p:nvPicPr>
            <p:blipFill>
              <a:blip r:embed="rId416"/>
              <a:stretch>
                <a:fillRect/>
              </a:stretch>
            </p:blipFill>
            <p:spPr>
              <a:xfrm>
                <a:off x="10993566" y="3988743"/>
                <a:ext cx="187920" cy="19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17">
            <p14:nvContentPartPr>
              <p14:cNvPr id="255" name="Ink 254">
                <a:extLst>
                  <a:ext uri="{FF2B5EF4-FFF2-40B4-BE49-F238E27FC236}">
                    <a16:creationId xmlns:a16="http://schemas.microsoft.com/office/drawing/2014/main" id="{B6B891E4-0358-41BA-F373-522B141AE648}"/>
                  </a:ext>
                </a:extLst>
              </p14:cNvPr>
              <p14:cNvContentPartPr/>
              <p14:nvPr/>
            </p14:nvContentPartPr>
            <p14:xfrm>
              <a:off x="11152686" y="4031583"/>
              <a:ext cx="178920" cy="461880"/>
            </p14:xfrm>
          </p:contentPart>
        </mc:Choice>
        <mc:Fallback>
          <p:pic>
            <p:nvPicPr>
              <p:cNvPr id="255" name="Ink 254">
                <a:extLst>
                  <a:ext uri="{FF2B5EF4-FFF2-40B4-BE49-F238E27FC236}">
                    <a16:creationId xmlns:a16="http://schemas.microsoft.com/office/drawing/2014/main" id="{B6B891E4-0358-41BA-F373-522B141AE648}"/>
                  </a:ext>
                </a:extLst>
              </p:cNvPr>
              <p:cNvPicPr/>
              <p:nvPr/>
            </p:nvPicPr>
            <p:blipFill>
              <a:blip r:embed="rId418"/>
              <a:stretch>
                <a:fillRect/>
              </a:stretch>
            </p:blipFill>
            <p:spPr>
              <a:xfrm>
                <a:off x="11134686" y="4013943"/>
                <a:ext cx="214560" cy="49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19">
            <p14:nvContentPartPr>
              <p14:cNvPr id="256" name="Ink 255">
                <a:extLst>
                  <a:ext uri="{FF2B5EF4-FFF2-40B4-BE49-F238E27FC236}">
                    <a16:creationId xmlns:a16="http://schemas.microsoft.com/office/drawing/2014/main" id="{5AD968E8-3C9C-2A6B-BF4B-37632191655E}"/>
                  </a:ext>
                </a:extLst>
              </p14:cNvPr>
              <p14:cNvContentPartPr/>
              <p14:nvPr/>
            </p14:nvContentPartPr>
            <p14:xfrm>
              <a:off x="11413326" y="4002423"/>
              <a:ext cx="150480" cy="131040"/>
            </p14:xfrm>
          </p:contentPart>
        </mc:Choice>
        <mc:Fallback>
          <p:pic>
            <p:nvPicPr>
              <p:cNvPr id="256" name="Ink 255">
                <a:extLst>
                  <a:ext uri="{FF2B5EF4-FFF2-40B4-BE49-F238E27FC236}">
                    <a16:creationId xmlns:a16="http://schemas.microsoft.com/office/drawing/2014/main" id="{5AD968E8-3C9C-2A6B-BF4B-37632191655E}"/>
                  </a:ext>
                </a:extLst>
              </p:cNvPr>
              <p:cNvPicPr/>
              <p:nvPr/>
            </p:nvPicPr>
            <p:blipFill>
              <a:blip r:embed="rId420"/>
              <a:stretch>
                <a:fillRect/>
              </a:stretch>
            </p:blipFill>
            <p:spPr>
              <a:xfrm>
                <a:off x="11395686" y="3984783"/>
                <a:ext cx="186120" cy="16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1">
            <p14:nvContentPartPr>
              <p14:cNvPr id="257" name="Ink 256">
                <a:extLst>
                  <a:ext uri="{FF2B5EF4-FFF2-40B4-BE49-F238E27FC236}">
                    <a16:creationId xmlns:a16="http://schemas.microsoft.com/office/drawing/2014/main" id="{916CBF59-3FD8-4B2E-BCB1-8862CA200CEC}"/>
                  </a:ext>
                </a:extLst>
              </p14:cNvPr>
              <p14:cNvContentPartPr/>
              <p14:nvPr/>
            </p14:nvContentPartPr>
            <p14:xfrm>
              <a:off x="11614206" y="3998463"/>
              <a:ext cx="151920" cy="131400"/>
            </p14:xfrm>
          </p:contentPart>
        </mc:Choice>
        <mc:Fallback>
          <p:pic>
            <p:nvPicPr>
              <p:cNvPr id="257" name="Ink 256">
                <a:extLst>
                  <a:ext uri="{FF2B5EF4-FFF2-40B4-BE49-F238E27FC236}">
                    <a16:creationId xmlns:a16="http://schemas.microsoft.com/office/drawing/2014/main" id="{916CBF59-3FD8-4B2E-BCB1-8862CA200CEC}"/>
                  </a:ext>
                </a:extLst>
              </p:cNvPr>
              <p:cNvPicPr/>
              <p:nvPr/>
            </p:nvPicPr>
            <p:blipFill>
              <a:blip r:embed="rId422"/>
              <a:stretch>
                <a:fillRect/>
              </a:stretch>
            </p:blipFill>
            <p:spPr>
              <a:xfrm>
                <a:off x="11596206" y="3980823"/>
                <a:ext cx="187560" cy="16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3">
            <p14:nvContentPartPr>
              <p14:cNvPr id="258" name="Ink 257">
                <a:extLst>
                  <a:ext uri="{FF2B5EF4-FFF2-40B4-BE49-F238E27FC236}">
                    <a16:creationId xmlns:a16="http://schemas.microsoft.com/office/drawing/2014/main" id="{C01DEA72-94AC-F49F-B339-CE6BB6DE069A}"/>
                  </a:ext>
                </a:extLst>
              </p14:cNvPr>
              <p14:cNvContentPartPr/>
              <p14:nvPr/>
            </p14:nvContentPartPr>
            <p14:xfrm>
              <a:off x="11799966" y="3978303"/>
              <a:ext cx="95040" cy="130680"/>
            </p14:xfrm>
          </p:contentPart>
        </mc:Choice>
        <mc:Fallback>
          <p:pic>
            <p:nvPicPr>
              <p:cNvPr id="258" name="Ink 257">
                <a:extLst>
                  <a:ext uri="{FF2B5EF4-FFF2-40B4-BE49-F238E27FC236}">
                    <a16:creationId xmlns:a16="http://schemas.microsoft.com/office/drawing/2014/main" id="{C01DEA72-94AC-F49F-B339-CE6BB6DE069A}"/>
                  </a:ext>
                </a:extLst>
              </p:cNvPr>
              <p:cNvPicPr/>
              <p:nvPr/>
            </p:nvPicPr>
            <p:blipFill>
              <a:blip r:embed="rId424"/>
              <a:stretch>
                <a:fillRect/>
              </a:stretch>
            </p:blipFill>
            <p:spPr>
              <a:xfrm>
                <a:off x="11782326" y="3960303"/>
                <a:ext cx="130680" cy="16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5">
            <p14:nvContentPartPr>
              <p14:cNvPr id="259" name="Ink 258">
                <a:extLst>
                  <a:ext uri="{FF2B5EF4-FFF2-40B4-BE49-F238E27FC236}">
                    <a16:creationId xmlns:a16="http://schemas.microsoft.com/office/drawing/2014/main" id="{ADBAB0A6-CC4D-584F-6B1C-66F1D50D7E68}"/>
                  </a:ext>
                </a:extLst>
              </p14:cNvPr>
              <p14:cNvContentPartPr/>
              <p14:nvPr/>
            </p14:nvContentPartPr>
            <p14:xfrm>
              <a:off x="11912646" y="3748983"/>
              <a:ext cx="90000" cy="378000"/>
            </p14:xfrm>
          </p:contentPart>
        </mc:Choice>
        <mc:Fallback>
          <p:pic>
            <p:nvPicPr>
              <p:cNvPr id="259" name="Ink 258">
                <a:extLst>
                  <a:ext uri="{FF2B5EF4-FFF2-40B4-BE49-F238E27FC236}">
                    <a16:creationId xmlns:a16="http://schemas.microsoft.com/office/drawing/2014/main" id="{ADBAB0A6-CC4D-584F-6B1C-66F1D50D7E68}"/>
                  </a:ext>
                </a:extLst>
              </p:cNvPr>
              <p:cNvPicPr/>
              <p:nvPr/>
            </p:nvPicPr>
            <p:blipFill>
              <a:blip r:embed="rId426"/>
              <a:stretch>
                <a:fillRect/>
              </a:stretch>
            </p:blipFill>
            <p:spPr>
              <a:xfrm>
                <a:off x="11894646" y="3731343"/>
                <a:ext cx="125640" cy="41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7">
            <p14:nvContentPartPr>
              <p14:cNvPr id="260" name="Ink 259">
                <a:extLst>
                  <a:ext uri="{FF2B5EF4-FFF2-40B4-BE49-F238E27FC236}">
                    <a16:creationId xmlns:a16="http://schemas.microsoft.com/office/drawing/2014/main" id="{E5A8AA68-E0BA-F9FA-6DD7-D9CD94648280}"/>
                  </a:ext>
                </a:extLst>
              </p14:cNvPr>
              <p14:cNvContentPartPr/>
              <p14:nvPr/>
            </p14:nvContentPartPr>
            <p14:xfrm>
              <a:off x="11976006" y="4018623"/>
              <a:ext cx="119880" cy="111960"/>
            </p14:xfrm>
          </p:contentPart>
        </mc:Choice>
        <mc:Fallback>
          <p:pic>
            <p:nvPicPr>
              <p:cNvPr id="260" name="Ink 259">
                <a:extLst>
                  <a:ext uri="{FF2B5EF4-FFF2-40B4-BE49-F238E27FC236}">
                    <a16:creationId xmlns:a16="http://schemas.microsoft.com/office/drawing/2014/main" id="{E5A8AA68-E0BA-F9FA-6DD7-D9CD94648280}"/>
                  </a:ext>
                </a:extLst>
              </p:cNvPr>
              <p:cNvPicPr/>
              <p:nvPr/>
            </p:nvPicPr>
            <p:blipFill>
              <a:blip r:embed="rId428"/>
              <a:stretch>
                <a:fillRect/>
              </a:stretch>
            </p:blipFill>
            <p:spPr>
              <a:xfrm>
                <a:off x="11958366" y="4000623"/>
                <a:ext cx="155520" cy="14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9">
            <p14:nvContentPartPr>
              <p14:cNvPr id="261" name="Ink 260">
                <a:extLst>
                  <a:ext uri="{FF2B5EF4-FFF2-40B4-BE49-F238E27FC236}">
                    <a16:creationId xmlns:a16="http://schemas.microsoft.com/office/drawing/2014/main" id="{B491C5FA-A837-0F23-4AB3-075CEA6DFA8B}"/>
                  </a:ext>
                </a:extLst>
              </p14:cNvPr>
              <p14:cNvContentPartPr/>
              <p14:nvPr/>
            </p14:nvContentPartPr>
            <p14:xfrm>
              <a:off x="12128646" y="3926823"/>
              <a:ext cx="1440" cy="26640"/>
            </p14:xfrm>
          </p:contentPart>
        </mc:Choice>
        <mc:Fallback>
          <p:pic>
            <p:nvPicPr>
              <p:cNvPr id="261" name="Ink 260">
                <a:extLst>
                  <a:ext uri="{FF2B5EF4-FFF2-40B4-BE49-F238E27FC236}">
                    <a16:creationId xmlns:a16="http://schemas.microsoft.com/office/drawing/2014/main" id="{B491C5FA-A837-0F23-4AB3-075CEA6DFA8B}"/>
                  </a:ext>
                </a:extLst>
              </p:cNvPr>
              <p:cNvPicPr/>
              <p:nvPr/>
            </p:nvPicPr>
            <p:blipFill>
              <a:blip r:embed="rId430"/>
              <a:stretch>
                <a:fillRect/>
              </a:stretch>
            </p:blipFill>
            <p:spPr>
              <a:xfrm>
                <a:off x="12111006" y="3908823"/>
                <a:ext cx="37080" cy="6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31">
            <p14:nvContentPartPr>
              <p14:cNvPr id="262" name="Ink 261">
                <a:extLst>
                  <a:ext uri="{FF2B5EF4-FFF2-40B4-BE49-F238E27FC236}">
                    <a16:creationId xmlns:a16="http://schemas.microsoft.com/office/drawing/2014/main" id="{A1989FC0-34C3-87D4-AE68-AA37759A5402}"/>
                  </a:ext>
                </a:extLst>
              </p14:cNvPr>
              <p14:cNvContentPartPr/>
              <p14:nvPr/>
            </p14:nvContentPartPr>
            <p14:xfrm>
              <a:off x="12162486" y="4038783"/>
              <a:ext cx="70200" cy="98640"/>
            </p14:xfrm>
          </p:contentPart>
        </mc:Choice>
        <mc:Fallback>
          <p:pic>
            <p:nvPicPr>
              <p:cNvPr id="262" name="Ink 261">
                <a:extLst>
                  <a:ext uri="{FF2B5EF4-FFF2-40B4-BE49-F238E27FC236}">
                    <a16:creationId xmlns:a16="http://schemas.microsoft.com/office/drawing/2014/main" id="{A1989FC0-34C3-87D4-AE68-AA37759A5402}"/>
                  </a:ext>
                </a:extLst>
              </p:cNvPr>
              <p:cNvPicPr/>
              <p:nvPr/>
            </p:nvPicPr>
            <p:blipFill>
              <a:blip r:embed="rId432"/>
              <a:stretch>
                <a:fillRect/>
              </a:stretch>
            </p:blipFill>
            <p:spPr>
              <a:xfrm>
                <a:off x="12144846" y="4021143"/>
                <a:ext cx="105840" cy="13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33">
            <p14:nvContentPartPr>
              <p14:cNvPr id="263" name="Ink 262">
                <a:extLst>
                  <a:ext uri="{FF2B5EF4-FFF2-40B4-BE49-F238E27FC236}">
                    <a16:creationId xmlns:a16="http://schemas.microsoft.com/office/drawing/2014/main" id="{26BB4B35-A6D8-77C7-CA08-E218016F493D}"/>
                  </a:ext>
                </a:extLst>
              </p14:cNvPr>
              <p14:cNvContentPartPr/>
              <p14:nvPr/>
            </p14:nvContentPartPr>
            <p14:xfrm>
              <a:off x="11866437" y="3827103"/>
              <a:ext cx="130680" cy="9000"/>
            </p14:xfrm>
          </p:contentPart>
        </mc:Choice>
        <mc:Fallback>
          <p:pic>
            <p:nvPicPr>
              <p:cNvPr id="263" name="Ink 262">
                <a:extLst>
                  <a:ext uri="{FF2B5EF4-FFF2-40B4-BE49-F238E27FC236}">
                    <a16:creationId xmlns:a16="http://schemas.microsoft.com/office/drawing/2014/main" id="{26BB4B35-A6D8-77C7-CA08-E218016F493D}"/>
                  </a:ext>
                </a:extLst>
              </p:cNvPr>
              <p:cNvPicPr/>
              <p:nvPr/>
            </p:nvPicPr>
            <p:blipFill>
              <a:blip r:embed="rId434"/>
              <a:stretch>
                <a:fillRect/>
              </a:stretch>
            </p:blipFill>
            <p:spPr>
              <a:xfrm>
                <a:off x="11848437" y="3809463"/>
                <a:ext cx="166320" cy="4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35">
            <p14:nvContentPartPr>
              <p14:cNvPr id="265" name="Ink 264">
                <a:extLst>
                  <a:ext uri="{FF2B5EF4-FFF2-40B4-BE49-F238E27FC236}">
                    <a16:creationId xmlns:a16="http://schemas.microsoft.com/office/drawing/2014/main" id="{74998099-03F5-DD97-7508-866C2BD87836}"/>
                  </a:ext>
                </a:extLst>
              </p14:cNvPr>
              <p14:cNvContentPartPr/>
              <p14:nvPr/>
            </p14:nvContentPartPr>
            <p14:xfrm>
              <a:off x="12093597" y="4242543"/>
              <a:ext cx="8640" cy="1800"/>
            </p14:xfrm>
          </p:contentPart>
        </mc:Choice>
        <mc:Fallback>
          <p:pic>
            <p:nvPicPr>
              <p:cNvPr id="265" name="Ink 264">
                <a:extLst>
                  <a:ext uri="{FF2B5EF4-FFF2-40B4-BE49-F238E27FC236}">
                    <a16:creationId xmlns:a16="http://schemas.microsoft.com/office/drawing/2014/main" id="{74998099-03F5-DD97-7508-866C2BD87836}"/>
                  </a:ext>
                </a:extLst>
              </p:cNvPr>
              <p:cNvPicPr/>
              <p:nvPr/>
            </p:nvPicPr>
            <p:blipFill>
              <a:blip r:embed="rId436"/>
              <a:stretch>
                <a:fillRect/>
              </a:stretch>
            </p:blipFill>
            <p:spPr>
              <a:xfrm>
                <a:off x="12075957" y="4224903"/>
                <a:ext cx="44280" cy="3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37">
            <p14:nvContentPartPr>
              <p14:cNvPr id="267" name="Ink 266">
                <a:extLst>
                  <a:ext uri="{FF2B5EF4-FFF2-40B4-BE49-F238E27FC236}">
                    <a16:creationId xmlns:a16="http://schemas.microsoft.com/office/drawing/2014/main" id="{C818C34A-5807-9959-36B2-1FCEFAA58FF0}"/>
                  </a:ext>
                </a:extLst>
              </p14:cNvPr>
              <p14:cNvContentPartPr/>
              <p14:nvPr/>
            </p14:nvContentPartPr>
            <p14:xfrm>
              <a:off x="360117" y="5049663"/>
              <a:ext cx="2160" cy="11520"/>
            </p14:xfrm>
          </p:contentPart>
        </mc:Choice>
        <mc:Fallback>
          <p:pic>
            <p:nvPicPr>
              <p:cNvPr id="267" name="Ink 266">
                <a:extLst>
                  <a:ext uri="{FF2B5EF4-FFF2-40B4-BE49-F238E27FC236}">
                    <a16:creationId xmlns:a16="http://schemas.microsoft.com/office/drawing/2014/main" id="{C818C34A-5807-9959-36B2-1FCEFAA58FF0}"/>
                  </a:ext>
                </a:extLst>
              </p:cNvPr>
              <p:cNvPicPr/>
              <p:nvPr/>
            </p:nvPicPr>
            <p:blipFill>
              <a:blip r:embed="rId438"/>
              <a:stretch>
                <a:fillRect/>
              </a:stretch>
            </p:blipFill>
            <p:spPr>
              <a:xfrm>
                <a:off x="342117" y="5032023"/>
                <a:ext cx="37800" cy="4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39">
            <p14:nvContentPartPr>
              <p14:cNvPr id="268" name="Ink 267">
                <a:extLst>
                  <a:ext uri="{FF2B5EF4-FFF2-40B4-BE49-F238E27FC236}">
                    <a16:creationId xmlns:a16="http://schemas.microsoft.com/office/drawing/2014/main" id="{DA696D98-6CE7-A6AC-0801-776ED853E090}"/>
                  </a:ext>
                </a:extLst>
              </p14:cNvPr>
              <p14:cNvContentPartPr/>
              <p14:nvPr/>
            </p14:nvContentPartPr>
            <p14:xfrm>
              <a:off x="157437" y="5044263"/>
              <a:ext cx="185400" cy="149760"/>
            </p14:xfrm>
          </p:contentPart>
        </mc:Choice>
        <mc:Fallback>
          <p:pic>
            <p:nvPicPr>
              <p:cNvPr id="268" name="Ink 267">
                <a:extLst>
                  <a:ext uri="{FF2B5EF4-FFF2-40B4-BE49-F238E27FC236}">
                    <a16:creationId xmlns:a16="http://schemas.microsoft.com/office/drawing/2014/main" id="{DA696D98-6CE7-A6AC-0801-776ED853E090}"/>
                  </a:ext>
                </a:extLst>
              </p:cNvPr>
              <p:cNvPicPr/>
              <p:nvPr/>
            </p:nvPicPr>
            <p:blipFill>
              <a:blip r:embed="rId440"/>
              <a:stretch>
                <a:fillRect/>
              </a:stretch>
            </p:blipFill>
            <p:spPr>
              <a:xfrm>
                <a:off x="139437" y="5026263"/>
                <a:ext cx="221040" cy="18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1">
            <p14:nvContentPartPr>
              <p14:cNvPr id="269" name="Ink 268">
                <a:extLst>
                  <a:ext uri="{FF2B5EF4-FFF2-40B4-BE49-F238E27FC236}">
                    <a16:creationId xmlns:a16="http://schemas.microsoft.com/office/drawing/2014/main" id="{1191FDE5-5517-D0B0-BC55-8C9DE91E3CF0}"/>
                  </a:ext>
                </a:extLst>
              </p14:cNvPr>
              <p14:cNvContentPartPr/>
              <p14:nvPr/>
            </p14:nvContentPartPr>
            <p14:xfrm>
              <a:off x="376677" y="4942743"/>
              <a:ext cx="55080" cy="374760"/>
            </p14:xfrm>
          </p:contentPart>
        </mc:Choice>
        <mc:Fallback>
          <p:pic>
            <p:nvPicPr>
              <p:cNvPr id="269" name="Ink 268">
                <a:extLst>
                  <a:ext uri="{FF2B5EF4-FFF2-40B4-BE49-F238E27FC236}">
                    <a16:creationId xmlns:a16="http://schemas.microsoft.com/office/drawing/2014/main" id="{1191FDE5-5517-D0B0-BC55-8C9DE91E3CF0}"/>
                  </a:ext>
                </a:extLst>
              </p:cNvPr>
              <p:cNvPicPr/>
              <p:nvPr/>
            </p:nvPicPr>
            <p:blipFill>
              <a:blip r:embed="rId442"/>
              <a:stretch>
                <a:fillRect/>
              </a:stretch>
            </p:blipFill>
            <p:spPr>
              <a:xfrm>
                <a:off x="359037" y="4924743"/>
                <a:ext cx="90720" cy="41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3">
            <p14:nvContentPartPr>
              <p14:cNvPr id="271" name="Ink 270">
                <a:extLst>
                  <a:ext uri="{FF2B5EF4-FFF2-40B4-BE49-F238E27FC236}">
                    <a16:creationId xmlns:a16="http://schemas.microsoft.com/office/drawing/2014/main" id="{2D7ECF82-FC98-CC04-2D78-4EC25C16B592}"/>
                  </a:ext>
                </a:extLst>
              </p14:cNvPr>
              <p14:cNvContentPartPr/>
              <p14:nvPr/>
            </p14:nvContentPartPr>
            <p14:xfrm>
              <a:off x="884277" y="5008623"/>
              <a:ext cx="240840" cy="55440"/>
            </p14:xfrm>
          </p:contentPart>
        </mc:Choice>
        <mc:Fallback>
          <p:pic>
            <p:nvPicPr>
              <p:cNvPr id="271" name="Ink 270">
                <a:extLst>
                  <a:ext uri="{FF2B5EF4-FFF2-40B4-BE49-F238E27FC236}">
                    <a16:creationId xmlns:a16="http://schemas.microsoft.com/office/drawing/2014/main" id="{2D7ECF82-FC98-CC04-2D78-4EC25C16B592}"/>
                  </a:ext>
                </a:extLst>
              </p:cNvPr>
              <p:cNvPicPr/>
              <p:nvPr/>
            </p:nvPicPr>
            <p:blipFill>
              <a:blip r:embed="rId444"/>
              <a:stretch>
                <a:fillRect/>
              </a:stretch>
            </p:blipFill>
            <p:spPr>
              <a:xfrm>
                <a:off x="866637" y="4990623"/>
                <a:ext cx="276480" cy="9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5">
            <p14:nvContentPartPr>
              <p14:cNvPr id="272" name="Ink 271">
                <a:extLst>
                  <a:ext uri="{FF2B5EF4-FFF2-40B4-BE49-F238E27FC236}">
                    <a16:creationId xmlns:a16="http://schemas.microsoft.com/office/drawing/2014/main" id="{CD1E4881-A8E2-71F6-24EB-365363911B4C}"/>
                  </a:ext>
                </a:extLst>
              </p14:cNvPr>
              <p14:cNvContentPartPr/>
              <p14:nvPr/>
            </p14:nvContentPartPr>
            <p14:xfrm>
              <a:off x="953397" y="5065503"/>
              <a:ext cx="24120" cy="317160"/>
            </p14:xfrm>
          </p:contentPart>
        </mc:Choice>
        <mc:Fallback>
          <p:pic>
            <p:nvPicPr>
              <p:cNvPr id="272" name="Ink 271">
                <a:extLst>
                  <a:ext uri="{FF2B5EF4-FFF2-40B4-BE49-F238E27FC236}">
                    <a16:creationId xmlns:a16="http://schemas.microsoft.com/office/drawing/2014/main" id="{CD1E4881-A8E2-71F6-24EB-365363911B4C}"/>
                  </a:ext>
                </a:extLst>
              </p:cNvPr>
              <p:cNvPicPr/>
              <p:nvPr/>
            </p:nvPicPr>
            <p:blipFill>
              <a:blip r:embed="rId446"/>
              <a:stretch>
                <a:fillRect/>
              </a:stretch>
            </p:blipFill>
            <p:spPr>
              <a:xfrm>
                <a:off x="935757" y="5047863"/>
                <a:ext cx="59760" cy="35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7">
            <p14:nvContentPartPr>
              <p14:cNvPr id="273" name="Ink 272">
                <a:extLst>
                  <a:ext uri="{FF2B5EF4-FFF2-40B4-BE49-F238E27FC236}">
                    <a16:creationId xmlns:a16="http://schemas.microsoft.com/office/drawing/2014/main" id="{28739205-FCF3-6A51-E524-DC5239E58188}"/>
                  </a:ext>
                </a:extLst>
              </p14:cNvPr>
              <p14:cNvContentPartPr/>
              <p14:nvPr/>
            </p14:nvContentPartPr>
            <p14:xfrm>
              <a:off x="1045917" y="5058303"/>
              <a:ext cx="411120" cy="246600"/>
            </p14:xfrm>
          </p:contentPart>
        </mc:Choice>
        <mc:Fallback>
          <p:pic>
            <p:nvPicPr>
              <p:cNvPr id="273" name="Ink 272">
                <a:extLst>
                  <a:ext uri="{FF2B5EF4-FFF2-40B4-BE49-F238E27FC236}">
                    <a16:creationId xmlns:a16="http://schemas.microsoft.com/office/drawing/2014/main" id="{28739205-FCF3-6A51-E524-DC5239E58188}"/>
                  </a:ext>
                </a:extLst>
              </p:cNvPr>
              <p:cNvPicPr/>
              <p:nvPr/>
            </p:nvPicPr>
            <p:blipFill>
              <a:blip r:embed="rId448"/>
              <a:stretch>
                <a:fillRect/>
              </a:stretch>
            </p:blipFill>
            <p:spPr>
              <a:xfrm>
                <a:off x="1028277" y="5040303"/>
                <a:ext cx="446760" cy="28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9">
            <p14:nvContentPartPr>
              <p14:cNvPr id="274" name="Ink 273">
                <a:extLst>
                  <a:ext uri="{FF2B5EF4-FFF2-40B4-BE49-F238E27FC236}">
                    <a16:creationId xmlns:a16="http://schemas.microsoft.com/office/drawing/2014/main" id="{264498E5-FBDA-9CEF-21C5-53BECB720923}"/>
                  </a:ext>
                </a:extLst>
              </p14:cNvPr>
              <p14:cNvContentPartPr/>
              <p14:nvPr/>
            </p14:nvContentPartPr>
            <p14:xfrm>
              <a:off x="1838637" y="4963623"/>
              <a:ext cx="119880" cy="603360"/>
            </p14:xfrm>
          </p:contentPart>
        </mc:Choice>
        <mc:Fallback>
          <p:pic>
            <p:nvPicPr>
              <p:cNvPr id="274" name="Ink 273">
                <a:extLst>
                  <a:ext uri="{FF2B5EF4-FFF2-40B4-BE49-F238E27FC236}">
                    <a16:creationId xmlns:a16="http://schemas.microsoft.com/office/drawing/2014/main" id="{264498E5-FBDA-9CEF-21C5-53BECB720923}"/>
                  </a:ext>
                </a:extLst>
              </p:cNvPr>
              <p:cNvPicPr/>
              <p:nvPr/>
            </p:nvPicPr>
            <p:blipFill>
              <a:blip r:embed="rId450"/>
              <a:stretch>
                <a:fillRect/>
              </a:stretch>
            </p:blipFill>
            <p:spPr>
              <a:xfrm>
                <a:off x="1820997" y="4945983"/>
                <a:ext cx="155520" cy="63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51">
            <p14:nvContentPartPr>
              <p14:cNvPr id="275" name="Ink 274">
                <a:extLst>
                  <a:ext uri="{FF2B5EF4-FFF2-40B4-BE49-F238E27FC236}">
                    <a16:creationId xmlns:a16="http://schemas.microsoft.com/office/drawing/2014/main" id="{5CE69431-F093-C2F9-31F6-B9FEF0BF6C9F}"/>
                  </a:ext>
                </a:extLst>
              </p14:cNvPr>
              <p14:cNvContentPartPr/>
              <p14:nvPr/>
            </p14:nvContentPartPr>
            <p14:xfrm>
              <a:off x="1960677" y="5120943"/>
              <a:ext cx="71280" cy="124560"/>
            </p14:xfrm>
          </p:contentPart>
        </mc:Choice>
        <mc:Fallback>
          <p:pic>
            <p:nvPicPr>
              <p:cNvPr id="275" name="Ink 274">
                <a:extLst>
                  <a:ext uri="{FF2B5EF4-FFF2-40B4-BE49-F238E27FC236}">
                    <a16:creationId xmlns:a16="http://schemas.microsoft.com/office/drawing/2014/main" id="{5CE69431-F093-C2F9-31F6-B9FEF0BF6C9F}"/>
                  </a:ext>
                </a:extLst>
              </p:cNvPr>
              <p:cNvPicPr/>
              <p:nvPr/>
            </p:nvPicPr>
            <p:blipFill>
              <a:blip r:embed="rId452"/>
              <a:stretch>
                <a:fillRect/>
              </a:stretch>
            </p:blipFill>
            <p:spPr>
              <a:xfrm>
                <a:off x="1943037" y="5103303"/>
                <a:ext cx="106920" cy="16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53">
            <p14:nvContentPartPr>
              <p14:cNvPr id="276" name="Ink 275">
                <a:extLst>
                  <a:ext uri="{FF2B5EF4-FFF2-40B4-BE49-F238E27FC236}">
                    <a16:creationId xmlns:a16="http://schemas.microsoft.com/office/drawing/2014/main" id="{34103BEB-9C51-548E-1DCF-6C54C178A583}"/>
                  </a:ext>
                </a:extLst>
              </p14:cNvPr>
              <p14:cNvContentPartPr/>
              <p14:nvPr/>
            </p14:nvContentPartPr>
            <p14:xfrm>
              <a:off x="2131677" y="5081343"/>
              <a:ext cx="249480" cy="152280"/>
            </p14:xfrm>
          </p:contentPart>
        </mc:Choice>
        <mc:Fallback>
          <p:pic>
            <p:nvPicPr>
              <p:cNvPr id="276" name="Ink 275">
                <a:extLst>
                  <a:ext uri="{FF2B5EF4-FFF2-40B4-BE49-F238E27FC236}">
                    <a16:creationId xmlns:a16="http://schemas.microsoft.com/office/drawing/2014/main" id="{34103BEB-9C51-548E-1DCF-6C54C178A583}"/>
                  </a:ext>
                </a:extLst>
              </p:cNvPr>
              <p:cNvPicPr/>
              <p:nvPr/>
            </p:nvPicPr>
            <p:blipFill>
              <a:blip r:embed="rId454"/>
              <a:stretch>
                <a:fillRect/>
              </a:stretch>
            </p:blipFill>
            <p:spPr>
              <a:xfrm>
                <a:off x="2114037" y="5063343"/>
                <a:ext cx="285120" cy="18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55">
            <p14:nvContentPartPr>
              <p14:cNvPr id="277" name="Ink 276">
                <a:extLst>
                  <a:ext uri="{FF2B5EF4-FFF2-40B4-BE49-F238E27FC236}">
                    <a16:creationId xmlns:a16="http://schemas.microsoft.com/office/drawing/2014/main" id="{DB0F76D8-5D02-722A-B389-3CB1E0407912}"/>
                  </a:ext>
                </a:extLst>
              </p14:cNvPr>
              <p14:cNvContentPartPr/>
              <p14:nvPr/>
            </p14:nvContentPartPr>
            <p14:xfrm>
              <a:off x="2419317" y="4951383"/>
              <a:ext cx="429120" cy="286560"/>
            </p14:xfrm>
          </p:contentPart>
        </mc:Choice>
        <mc:Fallback>
          <p:pic>
            <p:nvPicPr>
              <p:cNvPr id="277" name="Ink 276">
                <a:extLst>
                  <a:ext uri="{FF2B5EF4-FFF2-40B4-BE49-F238E27FC236}">
                    <a16:creationId xmlns:a16="http://schemas.microsoft.com/office/drawing/2014/main" id="{DB0F76D8-5D02-722A-B389-3CB1E0407912}"/>
                  </a:ext>
                </a:extLst>
              </p:cNvPr>
              <p:cNvPicPr/>
              <p:nvPr/>
            </p:nvPicPr>
            <p:blipFill>
              <a:blip r:embed="rId456"/>
              <a:stretch>
                <a:fillRect/>
              </a:stretch>
            </p:blipFill>
            <p:spPr>
              <a:xfrm>
                <a:off x="2401317" y="4933743"/>
                <a:ext cx="464760" cy="32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57">
            <p14:nvContentPartPr>
              <p14:cNvPr id="278" name="Ink 277">
                <a:extLst>
                  <a:ext uri="{FF2B5EF4-FFF2-40B4-BE49-F238E27FC236}">
                    <a16:creationId xmlns:a16="http://schemas.microsoft.com/office/drawing/2014/main" id="{3100DBB5-DB6A-3F35-1BE0-4E9AB197FA2A}"/>
                  </a:ext>
                </a:extLst>
              </p14:cNvPr>
              <p14:cNvContentPartPr/>
              <p14:nvPr/>
            </p14:nvContentPartPr>
            <p14:xfrm>
              <a:off x="2929437" y="5023383"/>
              <a:ext cx="119880" cy="160200"/>
            </p14:xfrm>
          </p:contentPart>
        </mc:Choice>
        <mc:Fallback>
          <p:pic>
            <p:nvPicPr>
              <p:cNvPr id="278" name="Ink 277">
                <a:extLst>
                  <a:ext uri="{FF2B5EF4-FFF2-40B4-BE49-F238E27FC236}">
                    <a16:creationId xmlns:a16="http://schemas.microsoft.com/office/drawing/2014/main" id="{3100DBB5-DB6A-3F35-1BE0-4E9AB197FA2A}"/>
                  </a:ext>
                </a:extLst>
              </p:cNvPr>
              <p:cNvPicPr/>
              <p:nvPr/>
            </p:nvPicPr>
            <p:blipFill>
              <a:blip r:embed="rId458"/>
              <a:stretch>
                <a:fillRect/>
              </a:stretch>
            </p:blipFill>
            <p:spPr>
              <a:xfrm>
                <a:off x="2911437" y="5005383"/>
                <a:ext cx="155520" cy="19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59">
            <p14:nvContentPartPr>
              <p14:cNvPr id="279" name="Ink 278">
                <a:extLst>
                  <a:ext uri="{FF2B5EF4-FFF2-40B4-BE49-F238E27FC236}">
                    <a16:creationId xmlns:a16="http://schemas.microsoft.com/office/drawing/2014/main" id="{8215B2BF-AFB8-A8CA-E473-39618E2C6C12}"/>
                  </a:ext>
                </a:extLst>
              </p14:cNvPr>
              <p14:cNvContentPartPr/>
              <p14:nvPr/>
            </p14:nvContentPartPr>
            <p14:xfrm>
              <a:off x="3086397" y="4846983"/>
              <a:ext cx="58680" cy="289080"/>
            </p14:xfrm>
          </p:contentPart>
        </mc:Choice>
        <mc:Fallback>
          <p:pic>
            <p:nvPicPr>
              <p:cNvPr id="279" name="Ink 278">
                <a:extLst>
                  <a:ext uri="{FF2B5EF4-FFF2-40B4-BE49-F238E27FC236}">
                    <a16:creationId xmlns:a16="http://schemas.microsoft.com/office/drawing/2014/main" id="{8215B2BF-AFB8-A8CA-E473-39618E2C6C12}"/>
                  </a:ext>
                </a:extLst>
              </p:cNvPr>
              <p:cNvPicPr/>
              <p:nvPr/>
            </p:nvPicPr>
            <p:blipFill>
              <a:blip r:embed="rId460"/>
              <a:stretch>
                <a:fillRect/>
              </a:stretch>
            </p:blipFill>
            <p:spPr>
              <a:xfrm>
                <a:off x="3068397" y="4829343"/>
                <a:ext cx="94320" cy="32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1">
            <p14:nvContentPartPr>
              <p14:cNvPr id="280" name="Ink 279">
                <a:extLst>
                  <a:ext uri="{FF2B5EF4-FFF2-40B4-BE49-F238E27FC236}">
                    <a16:creationId xmlns:a16="http://schemas.microsoft.com/office/drawing/2014/main" id="{B1458135-334D-1F34-6B83-0E7588B2508B}"/>
                  </a:ext>
                </a:extLst>
              </p14:cNvPr>
              <p14:cNvContentPartPr/>
              <p14:nvPr/>
            </p14:nvContentPartPr>
            <p14:xfrm>
              <a:off x="3073077" y="4898823"/>
              <a:ext cx="149040" cy="41760"/>
            </p14:xfrm>
          </p:contentPart>
        </mc:Choice>
        <mc:Fallback>
          <p:pic>
            <p:nvPicPr>
              <p:cNvPr id="280" name="Ink 279">
                <a:extLst>
                  <a:ext uri="{FF2B5EF4-FFF2-40B4-BE49-F238E27FC236}">
                    <a16:creationId xmlns:a16="http://schemas.microsoft.com/office/drawing/2014/main" id="{B1458135-334D-1F34-6B83-0E7588B2508B}"/>
                  </a:ext>
                </a:extLst>
              </p:cNvPr>
              <p:cNvPicPr/>
              <p:nvPr/>
            </p:nvPicPr>
            <p:blipFill>
              <a:blip r:embed="rId462"/>
              <a:stretch>
                <a:fillRect/>
              </a:stretch>
            </p:blipFill>
            <p:spPr>
              <a:xfrm>
                <a:off x="3055437" y="4881183"/>
                <a:ext cx="184680" cy="7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3">
            <p14:nvContentPartPr>
              <p14:cNvPr id="281" name="Ink 280">
                <a:extLst>
                  <a:ext uri="{FF2B5EF4-FFF2-40B4-BE49-F238E27FC236}">
                    <a16:creationId xmlns:a16="http://schemas.microsoft.com/office/drawing/2014/main" id="{845293E8-D016-FD8A-25C2-EB28B785F493}"/>
                  </a:ext>
                </a:extLst>
              </p14:cNvPr>
              <p14:cNvContentPartPr/>
              <p14:nvPr/>
            </p14:nvContentPartPr>
            <p14:xfrm>
              <a:off x="3524157" y="4918623"/>
              <a:ext cx="343080" cy="705240"/>
            </p14:xfrm>
          </p:contentPart>
        </mc:Choice>
        <mc:Fallback>
          <p:pic>
            <p:nvPicPr>
              <p:cNvPr id="281" name="Ink 280">
                <a:extLst>
                  <a:ext uri="{FF2B5EF4-FFF2-40B4-BE49-F238E27FC236}">
                    <a16:creationId xmlns:a16="http://schemas.microsoft.com/office/drawing/2014/main" id="{845293E8-D016-FD8A-25C2-EB28B785F493}"/>
                  </a:ext>
                </a:extLst>
              </p:cNvPr>
              <p:cNvPicPr/>
              <p:nvPr/>
            </p:nvPicPr>
            <p:blipFill>
              <a:blip r:embed="rId464"/>
              <a:stretch>
                <a:fillRect/>
              </a:stretch>
            </p:blipFill>
            <p:spPr>
              <a:xfrm>
                <a:off x="3506157" y="4900623"/>
                <a:ext cx="378720" cy="74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5">
            <p14:nvContentPartPr>
              <p14:cNvPr id="282" name="Ink 281">
                <a:extLst>
                  <a:ext uri="{FF2B5EF4-FFF2-40B4-BE49-F238E27FC236}">
                    <a16:creationId xmlns:a16="http://schemas.microsoft.com/office/drawing/2014/main" id="{12E056A6-D282-6DD8-FF5F-772BAC29032D}"/>
                  </a:ext>
                </a:extLst>
              </p14:cNvPr>
              <p14:cNvContentPartPr/>
              <p14:nvPr/>
            </p14:nvContentPartPr>
            <p14:xfrm>
              <a:off x="4107357" y="4983783"/>
              <a:ext cx="289800" cy="189000"/>
            </p14:xfrm>
          </p:contentPart>
        </mc:Choice>
        <mc:Fallback>
          <p:pic>
            <p:nvPicPr>
              <p:cNvPr id="282" name="Ink 281">
                <a:extLst>
                  <a:ext uri="{FF2B5EF4-FFF2-40B4-BE49-F238E27FC236}">
                    <a16:creationId xmlns:a16="http://schemas.microsoft.com/office/drawing/2014/main" id="{12E056A6-D282-6DD8-FF5F-772BAC29032D}"/>
                  </a:ext>
                </a:extLst>
              </p:cNvPr>
              <p:cNvPicPr/>
              <p:nvPr/>
            </p:nvPicPr>
            <p:blipFill>
              <a:blip r:embed="rId466"/>
              <a:stretch>
                <a:fillRect/>
              </a:stretch>
            </p:blipFill>
            <p:spPr>
              <a:xfrm>
                <a:off x="4089357" y="4965783"/>
                <a:ext cx="325440" cy="22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7">
            <p14:nvContentPartPr>
              <p14:cNvPr id="291" name="Ink 290">
                <a:extLst>
                  <a:ext uri="{FF2B5EF4-FFF2-40B4-BE49-F238E27FC236}">
                    <a16:creationId xmlns:a16="http://schemas.microsoft.com/office/drawing/2014/main" id="{5635D7F8-D1D0-E3AF-2A97-87B35E9A4C9B}"/>
                  </a:ext>
                </a:extLst>
              </p14:cNvPr>
              <p14:cNvContentPartPr/>
              <p14:nvPr/>
            </p14:nvContentPartPr>
            <p14:xfrm>
              <a:off x="6787557" y="4920423"/>
              <a:ext cx="203040" cy="177120"/>
            </p14:xfrm>
          </p:contentPart>
        </mc:Choice>
        <mc:Fallback>
          <p:pic>
            <p:nvPicPr>
              <p:cNvPr id="291" name="Ink 290">
                <a:extLst>
                  <a:ext uri="{FF2B5EF4-FFF2-40B4-BE49-F238E27FC236}">
                    <a16:creationId xmlns:a16="http://schemas.microsoft.com/office/drawing/2014/main" id="{5635D7F8-D1D0-E3AF-2A97-87B35E9A4C9B}"/>
                  </a:ext>
                </a:extLst>
              </p:cNvPr>
              <p:cNvPicPr/>
              <p:nvPr/>
            </p:nvPicPr>
            <p:blipFill>
              <a:blip r:embed="rId468"/>
              <a:stretch>
                <a:fillRect/>
              </a:stretch>
            </p:blipFill>
            <p:spPr>
              <a:xfrm>
                <a:off x="6769917" y="4902783"/>
                <a:ext cx="238680" cy="21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9">
            <p14:nvContentPartPr>
              <p14:cNvPr id="292" name="Ink 291">
                <a:extLst>
                  <a:ext uri="{FF2B5EF4-FFF2-40B4-BE49-F238E27FC236}">
                    <a16:creationId xmlns:a16="http://schemas.microsoft.com/office/drawing/2014/main" id="{05424DB2-33A0-2E2A-79DF-BAED177997EC}"/>
                  </a:ext>
                </a:extLst>
              </p14:cNvPr>
              <p14:cNvContentPartPr/>
              <p14:nvPr/>
            </p14:nvContentPartPr>
            <p14:xfrm>
              <a:off x="7036677" y="4928703"/>
              <a:ext cx="190080" cy="137520"/>
            </p14:xfrm>
          </p:contentPart>
        </mc:Choice>
        <mc:Fallback>
          <p:pic>
            <p:nvPicPr>
              <p:cNvPr id="292" name="Ink 291">
                <a:extLst>
                  <a:ext uri="{FF2B5EF4-FFF2-40B4-BE49-F238E27FC236}">
                    <a16:creationId xmlns:a16="http://schemas.microsoft.com/office/drawing/2014/main" id="{05424DB2-33A0-2E2A-79DF-BAED177997EC}"/>
                  </a:ext>
                </a:extLst>
              </p:cNvPr>
              <p:cNvPicPr/>
              <p:nvPr/>
            </p:nvPicPr>
            <p:blipFill>
              <a:blip r:embed="rId470"/>
              <a:stretch>
                <a:fillRect/>
              </a:stretch>
            </p:blipFill>
            <p:spPr>
              <a:xfrm>
                <a:off x="7019037" y="4911063"/>
                <a:ext cx="225720" cy="17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71">
            <p14:nvContentPartPr>
              <p14:cNvPr id="293" name="Ink 292">
                <a:extLst>
                  <a:ext uri="{FF2B5EF4-FFF2-40B4-BE49-F238E27FC236}">
                    <a16:creationId xmlns:a16="http://schemas.microsoft.com/office/drawing/2014/main" id="{0637BDE1-A688-FABE-6CCC-2B4E3BB7CFEF}"/>
                  </a:ext>
                </a:extLst>
              </p14:cNvPr>
              <p14:cNvContentPartPr/>
              <p14:nvPr/>
            </p14:nvContentPartPr>
            <p14:xfrm>
              <a:off x="7296597" y="4740783"/>
              <a:ext cx="246240" cy="309600"/>
            </p14:xfrm>
          </p:contentPart>
        </mc:Choice>
        <mc:Fallback>
          <p:pic>
            <p:nvPicPr>
              <p:cNvPr id="293" name="Ink 292">
                <a:extLst>
                  <a:ext uri="{FF2B5EF4-FFF2-40B4-BE49-F238E27FC236}">
                    <a16:creationId xmlns:a16="http://schemas.microsoft.com/office/drawing/2014/main" id="{0637BDE1-A688-FABE-6CCC-2B4E3BB7CFEF}"/>
                  </a:ext>
                </a:extLst>
              </p:cNvPr>
              <p:cNvPicPr/>
              <p:nvPr/>
            </p:nvPicPr>
            <p:blipFill>
              <a:blip r:embed="rId472"/>
              <a:stretch>
                <a:fillRect/>
              </a:stretch>
            </p:blipFill>
            <p:spPr>
              <a:xfrm>
                <a:off x="7278957" y="4722783"/>
                <a:ext cx="281880" cy="34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73">
            <p14:nvContentPartPr>
              <p14:cNvPr id="294" name="Ink 293">
                <a:extLst>
                  <a:ext uri="{FF2B5EF4-FFF2-40B4-BE49-F238E27FC236}">
                    <a16:creationId xmlns:a16="http://schemas.microsoft.com/office/drawing/2014/main" id="{09BEE003-52AD-15FE-44EF-0BB192F600C1}"/>
                  </a:ext>
                </a:extLst>
              </p14:cNvPr>
              <p14:cNvContentPartPr/>
              <p14:nvPr/>
            </p14:nvContentPartPr>
            <p14:xfrm>
              <a:off x="7950357" y="4880823"/>
              <a:ext cx="192600" cy="185400"/>
            </p14:xfrm>
          </p:contentPart>
        </mc:Choice>
        <mc:Fallback>
          <p:pic>
            <p:nvPicPr>
              <p:cNvPr id="294" name="Ink 293">
                <a:extLst>
                  <a:ext uri="{FF2B5EF4-FFF2-40B4-BE49-F238E27FC236}">
                    <a16:creationId xmlns:a16="http://schemas.microsoft.com/office/drawing/2014/main" id="{09BEE003-52AD-15FE-44EF-0BB192F600C1}"/>
                  </a:ext>
                </a:extLst>
              </p:cNvPr>
              <p:cNvPicPr/>
              <p:nvPr/>
            </p:nvPicPr>
            <p:blipFill>
              <a:blip r:embed="rId474"/>
              <a:stretch>
                <a:fillRect/>
              </a:stretch>
            </p:blipFill>
            <p:spPr>
              <a:xfrm>
                <a:off x="7932357" y="4863183"/>
                <a:ext cx="228240" cy="22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75">
            <p14:nvContentPartPr>
              <p14:cNvPr id="295" name="Ink 294">
                <a:extLst>
                  <a:ext uri="{FF2B5EF4-FFF2-40B4-BE49-F238E27FC236}">
                    <a16:creationId xmlns:a16="http://schemas.microsoft.com/office/drawing/2014/main" id="{D98E4B1C-A7C3-3C40-C5D1-A22270C63830}"/>
                  </a:ext>
                </a:extLst>
              </p14:cNvPr>
              <p14:cNvContentPartPr/>
              <p14:nvPr/>
            </p14:nvContentPartPr>
            <p14:xfrm>
              <a:off x="8086437" y="4746183"/>
              <a:ext cx="50040" cy="29880"/>
            </p14:xfrm>
          </p:contentPart>
        </mc:Choice>
        <mc:Fallback>
          <p:pic>
            <p:nvPicPr>
              <p:cNvPr id="295" name="Ink 294">
                <a:extLst>
                  <a:ext uri="{FF2B5EF4-FFF2-40B4-BE49-F238E27FC236}">
                    <a16:creationId xmlns:a16="http://schemas.microsoft.com/office/drawing/2014/main" id="{D98E4B1C-A7C3-3C40-C5D1-A22270C63830}"/>
                  </a:ext>
                </a:extLst>
              </p:cNvPr>
              <p:cNvPicPr/>
              <p:nvPr/>
            </p:nvPicPr>
            <p:blipFill>
              <a:blip r:embed="rId476"/>
              <a:stretch>
                <a:fillRect/>
              </a:stretch>
            </p:blipFill>
            <p:spPr>
              <a:xfrm>
                <a:off x="8068437" y="4728543"/>
                <a:ext cx="85680" cy="6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77">
            <p14:nvContentPartPr>
              <p14:cNvPr id="296" name="Ink 295">
                <a:extLst>
                  <a:ext uri="{FF2B5EF4-FFF2-40B4-BE49-F238E27FC236}">
                    <a16:creationId xmlns:a16="http://schemas.microsoft.com/office/drawing/2014/main" id="{8750D11B-7FAD-9FDF-47DE-28825C8B731B}"/>
                  </a:ext>
                </a:extLst>
              </p14:cNvPr>
              <p14:cNvContentPartPr/>
              <p14:nvPr/>
            </p14:nvContentPartPr>
            <p14:xfrm>
              <a:off x="8213517" y="4762383"/>
              <a:ext cx="58680" cy="266400"/>
            </p14:xfrm>
          </p:contentPart>
        </mc:Choice>
        <mc:Fallback>
          <p:pic>
            <p:nvPicPr>
              <p:cNvPr id="296" name="Ink 295">
                <a:extLst>
                  <a:ext uri="{FF2B5EF4-FFF2-40B4-BE49-F238E27FC236}">
                    <a16:creationId xmlns:a16="http://schemas.microsoft.com/office/drawing/2014/main" id="{8750D11B-7FAD-9FDF-47DE-28825C8B731B}"/>
                  </a:ext>
                </a:extLst>
              </p:cNvPr>
              <p:cNvPicPr/>
              <p:nvPr/>
            </p:nvPicPr>
            <p:blipFill>
              <a:blip r:embed="rId478"/>
              <a:stretch>
                <a:fillRect/>
              </a:stretch>
            </p:blipFill>
            <p:spPr>
              <a:xfrm>
                <a:off x="8195877" y="4744743"/>
                <a:ext cx="94320" cy="30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79">
            <p14:nvContentPartPr>
              <p14:cNvPr id="297" name="Ink 296">
                <a:extLst>
                  <a:ext uri="{FF2B5EF4-FFF2-40B4-BE49-F238E27FC236}">
                    <a16:creationId xmlns:a16="http://schemas.microsoft.com/office/drawing/2014/main" id="{112A7102-2014-757D-F335-642D385CABEA}"/>
                  </a:ext>
                </a:extLst>
              </p14:cNvPr>
              <p14:cNvContentPartPr/>
              <p14:nvPr/>
            </p14:nvContentPartPr>
            <p14:xfrm>
              <a:off x="8275077" y="4891623"/>
              <a:ext cx="115920" cy="138240"/>
            </p14:xfrm>
          </p:contentPart>
        </mc:Choice>
        <mc:Fallback>
          <p:pic>
            <p:nvPicPr>
              <p:cNvPr id="297" name="Ink 296">
                <a:extLst>
                  <a:ext uri="{FF2B5EF4-FFF2-40B4-BE49-F238E27FC236}">
                    <a16:creationId xmlns:a16="http://schemas.microsoft.com/office/drawing/2014/main" id="{112A7102-2014-757D-F335-642D385CABEA}"/>
                  </a:ext>
                </a:extLst>
              </p:cNvPr>
              <p:cNvPicPr/>
              <p:nvPr/>
            </p:nvPicPr>
            <p:blipFill>
              <a:blip r:embed="rId480"/>
              <a:stretch>
                <a:fillRect/>
              </a:stretch>
            </p:blipFill>
            <p:spPr>
              <a:xfrm>
                <a:off x="8257437" y="4873623"/>
                <a:ext cx="151560" cy="17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1">
            <p14:nvContentPartPr>
              <p14:cNvPr id="298" name="Ink 297">
                <a:extLst>
                  <a:ext uri="{FF2B5EF4-FFF2-40B4-BE49-F238E27FC236}">
                    <a16:creationId xmlns:a16="http://schemas.microsoft.com/office/drawing/2014/main" id="{D772981B-4283-23AF-9F23-86F71D50D802}"/>
                  </a:ext>
                </a:extLst>
              </p14:cNvPr>
              <p14:cNvContentPartPr/>
              <p14:nvPr/>
            </p14:nvContentPartPr>
            <p14:xfrm>
              <a:off x="8211717" y="4825743"/>
              <a:ext cx="195120" cy="35640"/>
            </p14:xfrm>
          </p:contentPart>
        </mc:Choice>
        <mc:Fallback>
          <p:pic>
            <p:nvPicPr>
              <p:cNvPr id="298" name="Ink 297">
                <a:extLst>
                  <a:ext uri="{FF2B5EF4-FFF2-40B4-BE49-F238E27FC236}">
                    <a16:creationId xmlns:a16="http://schemas.microsoft.com/office/drawing/2014/main" id="{D772981B-4283-23AF-9F23-86F71D50D802}"/>
                  </a:ext>
                </a:extLst>
              </p:cNvPr>
              <p:cNvPicPr/>
              <p:nvPr/>
            </p:nvPicPr>
            <p:blipFill>
              <a:blip r:embed="rId482"/>
              <a:stretch>
                <a:fillRect/>
              </a:stretch>
            </p:blipFill>
            <p:spPr>
              <a:xfrm>
                <a:off x="8193717" y="4807743"/>
                <a:ext cx="230760" cy="7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3">
            <p14:nvContentPartPr>
              <p14:cNvPr id="304" name="Ink 303">
                <a:extLst>
                  <a:ext uri="{FF2B5EF4-FFF2-40B4-BE49-F238E27FC236}">
                    <a16:creationId xmlns:a16="http://schemas.microsoft.com/office/drawing/2014/main" id="{BF27C937-D316-B0F6-A866-D7B5E01DB7B3}"/>
                  </a:ext>
                </a:extLst>
              </p14:cNvPr>
              <p14:cNvContentPartPr/>
              <p14:nvPr/>
            </p14:nvContentPartPr>
            <p14:xfrm>
              <a:off x="8830917" y="4891623"/>
              <a:ext cx="179280" cy="160920"/>
            </p14:xfrm>
          </p:contentPart>
        </mc:Choice>
        <mc:Fallback>
          <p:pic>
            <p:nvPicPr>
              <p:cNvPr id="304" name="Ink 303">
                <a:extLst>
                  <a:ext uri="{FF2B5EF4-FFF2-40B4-BE49-F238E27FC236}">
                    <a16:creationId xmlns:a16="http://schemas.microsoft.com/office/drawing/2014/main" id="{BF27C937-D316-B0F6-A866-D7B5E01DB7B3}"/>
                  </a:ext>
                </a:extLst>
              </p:cNvPr>
              <p:cNvPicPr/>
              <p:nvPr/>
            </p:nvPicPr>
            <p:blipFill>
              <a:blip r:embed="rId484"/>
              <a:stretch>
                <a:fillRect/>
              </a:stretch>
            </p:blipFill>
            <p:spPr>
              <a:xfrm>
                <a:off x="8813277" y="4873983"/>
                <a:ext cx="214920" cy="19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5">
            <p14:nvContentPartPr>
              <p14:cNvPr id="305" name="Ink 304">
                <a:extLst>
                  <a:ext uri="{FF2B5EF4-FFF2-40B4-BE49-F238E27FC236}">
                    <a16:creationId xmlns:a16="http://schemas.microsoft.com/office/drawing/2014/main" id="{9C48900A-549A-A7EC-EB10-EF2095C4521A}"/>
                  </a:ext>
                </a:extLst>
              </p14:cNvPr>
              <p14:cNvContentPartPr/>
              <p14:nvPr/>
            </p14:nvContentPartPr>
            <p14:xfrm>
              <a:off x="9085077" y="4721343"/>
              <a:ext cx="199800" cy="334800"/>
            </p14:xfrm>
          </p:contentPart>
        </mc:Choice>
        <mc:Fallback>
          <p:pic>
            <p:nvPicPr>
              <p:cNvPr id="305" name="Ink 304">
                <a:extLst>
                  <a:ext uri="{FF2B5EF4-FFF2-40B4-BE49-F238E27FC236}">
                    <a16:creationId xmlns:a16="http://schemas.microsoft.com/office/drawing/2014/main" id="{9C48900A-549A-A7EC-EB10-EF2095C4521A}"/>
                  </a:ext>
                </a:extLst>
              </p:cNvPr>
              <p:cNvPicPr/>
              <p:nvPr/>
            </p:nvPicPr>
            <p:blipFill>
              <a:blip r:embed="rId486"/>
              <a:stretch>
                <a:fillRect/>
              </a:stretch>
            </p:blipFill>
            <p:spPr>
              <a:xfrm>
                <a:off x="9067077" y="4703703"/>
                <a:ext cx="235440" cy="37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7">
            <p14:nvContentPartPr>
              <p14:cNvPr id="306" name="Ink 305">
                <a:extLst>
                  <a:ext uri="{FF2B5EF4-FFF2-40B4-BE49-F238E27FC236}">
                    <a16:creationId xmlns:a16="http://schemas.microsoft.com/office/drawing/2014/main" id="{E6279C04-7EB1-28EE-1E31-0887380392AB}"/>
                  </a:ext>
                </a:extLst>
              </p14:cNvPr>
              <p14:cNvContentPartPr/>
              <p14:nvPr/>
            </p14:nvContentPartPr>
            <p14:xfrm>
              <a:off x="9203157" y="4915383"/>
              <a:ext cx="195840" cy="384480"/>
            </p14:xfrm>
          </p:contentPart>
        </mc:Choice>
        <mc:Fallback>
          <p:pic>
            <p:nvPicPr>
              <p:cNvPr id="306" name="Ink 305">
                <a:extLst>
                  <a:ext uri="{FF2B5EF4-FFF2-40B4-BE49-F238E27FC236}">
                    <a16:creationId xmlns:a16="http://schemas.microsoft.com/office/drawing/2014/main" id="{E6279C04-7EB1-28EE-1E31-0887380392AB}"/>
                  </a:ext>
                </a:extLst>
              </p:cNvPr>
              <p:cNvPicPr/>
              <p:nvPr/>
            </p:nvPicPr>
            <p:blipFill>
              <a:blip r:embed="rId488"/>
              <a:stretch>
                <a:fillRect/>
              </a:stretch>
            </p:blipFill>
            <p:spPr>
              <a:xfrm>
                <a:off x="9185517" y="4897743"/>
                <a:ext cx="231480" cy="42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9">
            <p14:nvContentPartPr>
              <p14:cNvPr id="307" name="Ink 306">
                <a:extLst>
                  <a:ext uri="{FF2B5EF4-FFF2-40B4-BE49-F238E27FC236}">
                    <a16:creationId xmlns:a16="http://schemas.microsoft.com/office/drawing/2014/main" id="{FAABA961-5208-F742-00CC-7226290CF48F}"/>
                  </a:ext>
                </a:extLst>
              </p14:cNvPr>
              <p14:cNvContentPartPr/>
              <p14:nvPr/>
            </p14:nvContentPartPr>
            <p14:xfrm>
              <a:off x="9447597" y="4758423"/>
              <a:ext cx="32760" cy="36360"/>
            </p14:xfrm>
          </p:contentPart>
        </mc:Choice>
        <mc:Fallback>
          <p:pic>
            <p:nvPicPr>
              <p:cNvPr id="307" name="Ink 306">
                <a:extLst>
                  <a:ext uri="{FF2B5EF4-FFF2-40B4-BE49-F238E27FC236}">
                    <a16:creationId xmlns:a16="http://schemas.microsoft.com/office/drawing/2014/main" id="{FAABA961-5208-F742-00CC-7226290CF48F}"/>
                  </a:ext>
                </a:extLst>
              </p:cNvPr>
              <p:cNvPicPr/>
              <p:nvPr/>
            </p:nvPicPr>
            <p:blipFill>
              <a:blip r:embed="rId490"/>
              <a:stretch>
                <a:fillRect/>
              </a:stretch>
            </p:blipFill>
            <p:spPr>
              <a:xfrm>
                <a:off x="9429597" y="4740783"/>
                <a:ext cx="684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91">
            <p14:nvContentPartPr>
              <p14:cNvPr id="308" name="Ink 307">
                <a:extLst>
                  <a:ext uri="{FF2B5EF4-FFF2-40B4-BE49-F238E27FC236}">
                    <a16:creationId xmlns:a16="http://schemas.microsoft.com/office/drawing/2014/main" id="{6DB31174-F328-346E-1196-0F68CE1DC930}"/>
                  </a:ext>
                </a:extLst>
              </p14:cNvPr>
              <p14:cNvContentPartPr/>
              <p14:nvPr/>
            </p14:nvContentPartPr>
            <p14:xfrm>
              <a:off x="9570357" y="4896663"/>
              <a:ext cx="97920" cy="142200"/>
            </p14:xfrm>
          </p:contentPart>
        </mc:Choice>
        <mc:Fallback>
          <p:pic>
            <p:nvPicPr>
              <p:cNvPr id="308" name="Ink 307">
                <a:extLst>
                  <a:ext uri="{FF2B5EF4-FFF2-40B4-BE49-F238E27FC236}">
                    <a16:creationId xmlns:a16="http://schemas.microsoft.com/office/drawing/2014/main" id="{6DB31174-F328-346E-1196-0F68CE1DC930}"/>
                  </a:ext>
                </a:extLst>
              </p:cNvPr>
              <p:cNvPicPr/>
              <p:nvPr/>
            </p:nvPicPr>
            <p:blipFill>
              <a:blip r:embed="rId492"/>
              <a:stretch>
                <a:fillRect/>
              </a:stretch>
            </p:blipFill>
            <p:spPr>
              <a:xfrm>
                <a:off x="9552357" y="4879023"/>
                <a:ext cx="133560" cy="17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93">
            <p14:nvContentPartPr>
              <p14:cNvPr id="309" name="Ink 308">
                <a:extLst>
                  <a:ext uri="{FF2B5EF4-FFF2-40B4-BE49-F238E27FC236}">
                    <a16:creationId xmlns:a16="http://schemas.microsoft.com/office/drawing/2014/main" id="{14FFD06F-5E8F-3D0A-8ABA-34442BD52103}"/>
                  </a:ext>
                </a:extLst>
              </p14:cNvPr>
              <p14:cNvContentPartPr/>
              <p14:nvPr/>
            </p14:nvContentPartPr>
            <p14:xfrm>
              <a:off x="9774477" y="4893423"/>
              <a:ext cx="48600" cy="140040"/>
            </p14:xfrm>
          </p:contentPart>
        </mc:Choice>
        <mc:Fallback>
          <p:pic>
            <p:nvPicPr>
              <p:cNvPr id="309" name="Ink 308">
                <a:extLst>
                  <a:ext uri="{FF2B5EF4-FFF2-40B4-BE49-F238E27FC236}">
                    <a16:creationId xmlns:a16="http://schemas.microsoft.com/office/drawing/2014/main" id="{14FFD06F-5E8F-3D0A-8ABA-34442BD52103}"/>
                  </a:ext>
                </a:extLst>
              </p:cNvPr>
              <p:cNvPicPr/>
              <p:nvPr/>
            </p:nvPicPr>
            <p:blipFill>
              <a:blip r:embed="rId494"/>
              <a:stretch>
                <a:fillRect/>
              </a:stretch>
            </p:blipFill>
            <p:spPr>
              <a:xfrm>
                <a:off x="9756837" y="4875783"/>
                <a:ext cx="84240" cy="17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95">
            <p14:nvContentPartPr>
              <p14:cNvPr id="310" name="Ink 309">
                <a:extLst>
                  <a:ext uri="{FF2B5EF4-FFF2-40B4-BE49-F238E27FC236}">
                    <a16:creationId xmlns:a16="http://schemas.microsoft.com/office/drawing/2014/main" id="{78411BCC-BD6D-BBB7-205C-D7E3417890D9}"/>
                  </a:ext>
                </a:extLst>
              </p14:cNvPr>
              <p14:cNvContentPartPr/>
              <p14:nvPr/>
            </p14:nvContentPartPr>
            <p14:xfrm>
              <a:off x="9842877" y="4761663"/>
              <a:ext cx="29520" cy="30240"/>
            </p14:xfrm>
          </p:contentPart>
        </mc:Choice>
        <mc:Fallback>
          <p:pic>
            <p:nvPicPr>
              <p:cNvPr id="310" name="Ink 309">
                <a:extLst>
                  <a:ext uri="{FF2B5EF4-FFF2-40B4-BE49-F238E27FC236}">
                    <a16:creationId xmlns:a16="http://schemas.microsoft.com/office/drawing/2014/main" id="{78411BCC-BD6D-BBB7-205C-D7E3417890D9}"/>
                  </a:ext>
                </a:extLst>
              </p:cNvPr>
              <p:cNvPicPr/>
              <p:nvPr/>
            </p:nvPicPr>
            <p:blipFill>
              <a:blip r:embed="rId496"/>
              <a:stretch>
                <a:fillRect/>
              </a:stretch>
            </p:blipFill>
            <p:spPr>
              <a:xfrm>
                <a:off x="9825237" y="4743663"/>
                <a:ext cx="65160" cy="6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97">
            <p14:nvContentPartPr>
              <p14:cNvPr id="311" name="Ink 310">
                <a:extLst>
                  <a:ext uri="{FF2B5EF4-FFF2-40B4-BE49-F238E27FC236}">
                    <a16:creationId xmlns:a16="http://schemas.microsoft.com/office/drawing/2014/main" id="{0BAAFA72-4E97-6C02-CB09-67CD52929E5F}"/>
                  </a:ext>
                </a:extLst>
              </p14:cNvPr>
              <p14:cNvContentPartPr/>
              <p14:nvPr/>
            </p14:nvContentPartPr>
            <p14:xfrm>
              <a:off x="9890757" y="4862823"/>
              <a:ext cx="164160" cy="133560"/>
            </p14:xfrm>
          </p:contentPart>
        </mc:Choice>
        <mc:Fallback>
          <p:pic>
            <p:nvPicPr>
              <p:cNvPr id="311" name="Ink 310">
                <a:extLst>
                  <a:ext uri="{FF2B5EF4-FFF2-40B4-BE49-F238E27FC236}">
                    <a16:creationId xmlns:a16="http://schemas.microsoft.com/office/drawing/2014/main" id="{0BAAFA72-4E97-6C02-CB09-67CD52929E5F}"/>
                  </a:ext>
                </a:extLst>
              </p:cNvPr>
              <p:cNvPicPr/>
              <p:nvPr/>
            </p:nvPicPr>
            <p:blipFill>
              <a:blip r:embed="rId498"/>
              <a:stretch>
                <a:fillRect/>
              </a:stretch>
            </p:blipFill>
            <p:spPr>
              <a:xfrm>
                <a:off x="9873117" y="4844823"/>
                <a:ext cx="199800" cy="16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99">
            <p14:nvContentPartPr>
              <p14:cNvPr id="312" name="Ink 311">
                <a:extLst>
                  <a:ext uri="{FF2B5EF4-FFF2-40B4-BE49-F238E27FC236}">
                    <a16:creationId xmlns:a16="http://schemas.microsoft.com/office/drawing/2014/main" id="{9F8EA2E6-5BF1-48DE-A31D-99CFC2FD3A3F}"/>
                  </a:ext>
                </a:extLst>
              </p14:cNvPr>
              <p14:cNvContentPartPr/>
              <p14:nvPr/>
            </p14:nvContentPartPr>
            <p14:xfrm>
              <a:off x="10161117" y="4664103"/>
              <a:ext cx="70560" cy="310680"/>
            </p14:xfrm>
          </p:contentPart>
        </mc:Choice>
        <mc:Fallback>
          <p:pic>
            <p:nvPicPr>
              <p:cNvPr id="312" name="Ink 311">
                <a:extLst>
                  <a:ext uri="{FF2B5EF4-FFF2-40B4-BE49-F238E27FC236}">
                    <a16:creationId xmlns:a16="http://schemas.microsoft.com/office/drawing/2014/main" id="{9F8EA2E6-5BF1-48DE-A31D-99CFC2FD3A3F}"/>
                  </a:ext>
                </a:extLst>
              </p:cNvPr>
              <p:cNvPicPr/>
              <p:nvPr/>
            </p:nvPicPr>
            <p:blipFill>
              <a:blip r:embed="rId500"/>
              <a:stretch>
                <a:fillRect/>
              </a:stretch>
            </p:blipFill>
            <p:spPr>
              <a:xfrm>
                <a:off x="10143117" y="4646103"/>
                <a:ext cx="106200" cy="34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1">
            <p14:nvContentPartPr>
              <p14:cNvPr id="313" name="Ink 312">
                <a:extLst>
                  <a:ext uri="{FF2B5EF4-FFF2-40B4-BE49-F238E27FC236}">
                    <a16:creationId xmlns:a16="http://schemas.microsoft.com/office/drawing/2014/main" id="{CDE3ED5E-E64B-CC4F-4ACE-2B6DA8662A29}"/>
                  </a:ext>
                </a:extLst>
              </p14:cNvPr>
              <p14:cNvContentPartPr/>
              <p14:nvPr/>
            </p14:nvContentPartPr>
            <p14:xfrm>
              <a:off x="10054917" y="4795143"/>
              <a:ext cx="142560" cy="34560"/>
            </p14:xfrm>
          </p:contentPart>
        </mc:Choice>
        <mc:Fallback>
          <p:pic>
            <p:nvPicPr>
              <p:cNvPr id="313" name="Ink 312">
                <a:extLst>
                  <a:ext uri="{FF2B5EF4-FFF2-40B4-BE49-F238E27FC236}">
                    <a16:creationId xmlns:a16="http://schemas.microsoft.com/office/drawing/2014/main" id="{CDE3ED5E-E64B-CC4F-4ACE-2B6DA8662A29}"/>
                  </a:ext>
                </a:extLst>
              </p:cNvPr>
              <p:cNvPicPr/>
              <p:nvPr/>
            </p:nvPicPr>
            <p:blipFill>
              <a:blip r:embed="rId502"/>
              <a:stretch>
                <a:fillRect/>
              </a:stretch>
            </p:blipFill>
            <p:spPr>
              <a:xfrm>
                <a:off x="10036917" y="4777503"/>
                <a:ext cx="178200" cy="7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3">
            <p14:nvContentPartPr>
              <p14:cNvPr id="314" name="Ink 313">
                <a:extLst>
                  <a:ext uri="{FF2B5EF4-FFF2-40B4-BE49-F238E27FC236}">
                    <a16:creationId xmlns:a16="http://schemas.microsoft.com/office/drawing/2014/main" id="{54F00E03-B875-1BB7-D4DF-411168F2765A}"/>
                  </a:ext>
                </a:extLst>
              </p14:cNvPr>
              <p14:cNvContentPartPr/>
              <p14:nvPr/>
            </p14:nvContentPartPr>
            <p14:xfrm>
              <a:off x="10673397" y="4733943"/>
              <a:ext cx="61920" cy="172080"/>
            </p14:xfrm>
          </p:contentPart>
        </mc:Choice>
        <mc:Fallback>
          <p:pic>
            <p:nvPicPr>
              <p:cNvPr id="314" name="Ink 313">
                <a:extLst>
                  <a:ext uri="{FF2B5EF4-FFF2-40B4-BE49-F238E27FC236}">
                    <a16:creationId xmlns:a16="http://schemas.microsoft.com/office/drawing/2014/main" id="{54F00E03-B875-1BB7-D4DF-411168F2765A}"/>
                  </a:ext>
                </a:extLst>
              </p:cNvPr>
              <p:cNvPicPr/>
              <p:nvPr/>
            </p:nvPicPr>
            <p:blipFill>
              <a:blip r:embed="rId504"/>
              <a:stretch>
                <a:fillRect/>
              </a:stretch>
            </p:blipFill>
            <p:spPr>
              <a:xfrm>
                <a:off x="10655397" y="4715943"/>
                <a:ext cx="97560" cy="20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5">
            <p14:nvContentPartPr>
              <p14:cNvPr id="315" name="Ink 314">
                <a:extLst>
                  <a:ext uri="{FF2B5EF4-FFF2-40B4-BE49-F238E27FC236}">
                    <a16:creationId xmlns:a16="http://schemas.microsoft.com/office/drawing/2014/main" id="{43DAEBB2-DB4D-74BD-C3EF-876BCC4BFBBE}"/>
                  </a:ext>
                </a:extLst>
              </p14:cNvPr>
              <p14:cNvContentPartPr/>
              <p14:nvPr/>
            </p14:nvContentPartPr>
            <p14:xfrm>
              <a:off x="10788957" y="4758783"/>
              <a:ext cx="109080" cy="155880"/>
            </p14:xfrm>
          </p:contentPart>
        </mc:Choice>
        <mc:Fallback>
          <p:pic>
            <p:nvPicPr>
              <p:cNvPr id="315" name="Ink 314">
                <a:extLst>
                  <a:ext uri="{FF2B5EF4-FFF2-40B4-BE49-F238E27FC236}">
                    <a16:creationId xmlns:a16="http://schemas.microsoft.com/office/drawing/2014/main" id="{43DAEBB2-DB4D-74BD-C3EF-876BCC4BFBBE}"/>
                  </a:ext>
                </a:extLst>
              </p:cNvPr>
              <p:cNvPicPr/>
              <p:nvPr/>
            </p:nvPicPr>
            <p:blipFill>
              <a:blip r:embed="rId506"/>
              <a:stretch>
                <a:fillRect/>
              </a:stretch>
            </p:blipFill>
            <p:spPr>
              <a:xfrm>
                <a:off x="10770957" y="4740783"/>
                <a:ext cx="144720" cy="19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7">
            <p14:nvContentPartPr>
              <p14:cNvPr id="316" name="Ink 315">
                <a:extLst>
                  <a:ext uri="{FF2B5EF4-FFF2-40B4-BE49-F238E27FC236}">
                    <a16:creationId xmlns:a16="http://schemas.microsoft.com/office/drawing/2014/main" id="{7B6B7A5D-AB4E-FEA3-7B08-177A1479CCE9}"/>
                  </a:ext>
                </a:extLst>
              </p14:cNvPr>
              <p14:cNvContentPartPr/>
              <p14:nvPr/>
            </p14:nvContentPartPr>
            <p14:xfrm>
              <a:off x="10815957" y="4617663"/>
              <a:ext cx="3240" cy="35280"/>
            </p14:xfrm>
          </p:contentPart>
        </mc:Choice>
        <mc:Fallback>
          <p:pic>
            <p:nvPicPr>
              <p:cNvPr id="316" name="Ink 315">
                <a:extLst>
                  <a:ext uri="{FF2B5EF4-FFF2-40B4-BE49-F238E27FC236}">
                    <a16:creationId xmlns:a16="http://schemas.microsoft.com/office/drawing/2014/main" id="{7B6B7A5D-AB4E-FEA3-7B08-177A1479CCE9}"/>
                  </a:ext>
                </a:extLst>
              </p:cNvPr>
              <p:cNvPicPr/>
              <p:nvPr/>
            </p:nvPicPr>
            <p:blipFill>
              <a:blip r:embed="rId508"/>
              <a:stretch>
                <a:fillRect/>
              </a:stretch>
            </p:blipFill>
            <p:spPr>
              <a:xfrm>
                <a:off x="10797957" y="4599663"/>
                <a:ext cx="38880" cy="7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9">
            <p14:nvContentPartPr>
              <p14:cNvPr id="317" name="Ink 316">
                <a:extLst>
                  <a:ext uri="{FF2B5EF4-FFF2-40B4-BE49-F238E27FC236}">
                    <a16:creationId xmlns:a16="http://schemas.microsoft.com/office/drawing/2014/main" id="{47490454-EAF0-BA91-B571-951FEDFA9F5F}"/>
                  </a:ext>
                </a:extLst>
              </p14:cNvPr>
              <p14:cNvContentPartPr/>
              <p14:nvPr/>
            </p14:nvContentPartPr>
            <p14:xfrm>
              <a:off x="11081997" y="4770663"/>
              <a:ext cx="147240" cy="147960"/>
            </p14:xfrm>
          </p:contentPart>
        </mc:Choice>
        <mc:Fallback>
          <p:pic>
            <p:nvPicPr>
              <p:cNvPr id="317" name="Ink 316">
                <a:extLst>
                  <a:ext uri="{FF2B5EF4-FFF2-40B4-BE49-F238E27FC236}">
                    <a16:creationId xmlns:a16="http://schemas.microsoft.com/office/drawing/2014/main" id="{47490454-EAF0-BA91-B571-951FEDFA9F5F}"/>
                  </a:ext>
                </a:extLst>
              </p:cNvPr>
              <p:cNvPicPr/>
              <p:nvPr/>
            </p:nvPicPr>
            <p:blipFill>
              <a:blip r:embed="rId510"/>
              <a:stretch>
                <a:fillRect/>
              </a:stretch>
            </p:blipFill>
            <p:spPr>
              <a:xfrm>
                <a:off x="11063997" y="4753023"/>
                <a:ext cx="182880" cy="18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11">
            <p14:nvContentPartPr>
              <p14:cNvPr id="318" name="Ink 317">
                <a:extLst>
                  <a:ext uri="{FF2B5EF4-FFF2-40B4-BE49-F238E27FC236}">
                    <a16:creationId xmlns:a16="http://schemas.microsoft.com/office/drawing/2014/main" id="{99044177-882B-6B78-5720-437F5C285DF5}"/>
                  </a:ext>
                </a:extLst>
              </p14:cNvPr>
              <p14:cNvContentPartPr/>
              <p14:nvPr/>
            </p14:nvContentPartPr>
            <p14:xfrm>
              <a:off x="11226717" y="4755183"/>
              <a:ext cx="152640" cy="475200"/>
            </p14:xfrm>
          </p:contentPart>
        </mc:Choice>
        <mc:Fallback>
          <p:pic>
            <p:nvPicPr>
              <p:cNvPr id="318" name="Ink 317">
                <a:extLst>
                  <a:ext uri="{FF2B5EF4-FFF2-40B4-BE49-F238E27FC236}">
                    <a16:creationId xmlns:a16="http://schemas.microsoft.com/office/drawing/2014/main" id="{99044177-882B-6B78-5720-437F5C285DF5}"/>
                  </a:ext>
                </a:extLst>
              </p:cNvPr>
              <p:cNvPicPr/>
              <p:nvPr/>
            </p:nvPicPr>
            <p:blipFill>
              <a:blip r:embed="rId512"/>
              <a:stretch>
                <a:fillRect/>
              </a:stretch>
            </p:blipFill>
            <p:spPr>
              <a:xfrm>
                <a:off x="11209077" y="4737543"/>
                <a:ext cx="188280" cy="51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13">
            <p14:nvContentPartPr>
              <p14:cNvPr id="319" name="Ink 318">
                <a:extLst>
                  <a:ext uri="{FF2B5EF4-FFF2-40B4-BE49-F238E27FC236}">
                    <a16:creationId xmlns:a16="http://schemas.microsoft.com/office/drawing/2014/main" id="{B3ED34B2-E98A-F11A-3F42-9C4DC4A2DA32}"/>
                  </a:ext>
                </a:extLst>
              </p14:cNvPr>
              <p14:cNvContentPartPr/>
              <p14:nvPr/>
            </p14:nvContentPartPr>
            <p14:xfrm>
              <a:off x="11440197" y="4757703"/>
              <a:ext cx="149760" cy="142920"/>
            </p14:xfrm>
          </p:contentPart>
        </mc:Choice>
        <mc:Fallback>
          <p:pic>
            <p:nvPicPr>
              <p:cNvPr id="319" name="Ink 318">
                <a:extLst>
                  <a:ext uri="{FF2B5EF4-FFF2-40B4-BE49-F238E27FC236}">
                    <a16:creationId xmlns:a16="http://schemas.microsoft.com/office/drawing/2014/main" id="{B3ED34B2-E98A-F11A-3F42-9C4DC4A2DA32}"/>
                  </a:ext>
                </a:extLst>
              </p:cNvPr>
              <p:cNvPicPr/>
              <p:nvPr/>
            </p:nvPicPr>
            <p:blipFill>
              <a:blip r:embed="rId514"/>
              <a:stretch>
                <a:fillRect/>
              </a:stretch>
            </p:blipFill>
            <p:spPr>
              <a:xfrm>
                <a:off x="11422197" y="4739703"/>
                <a:ext cx="185400" cy="17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15">
            <p14:nvContentPartPr>
              <p14:cNvPr id="320" name="Ink 319">
                <a:extLst>
                  <a:ext uri="{FF2B5EF4-FFF2-40B4-BE49-F238E27FC236}">
                    <a16:creationId xmlns:a16="http://schemas.microsoft.com/office/drawing/2014/main" id="{AB4E9B93-EB0E-823C-CDF2-5105FD3CFE97}"/>
                  </a:ext>
                </a:extLst>
              </p14:cNvPr>
              <p14:cNvContentPartPr/>
              <p14:nvPr/>
            </p14:nvContentPartPr>
            <p14:xfrm>
              <a:off x="11627037" y="4553583"/>
              <a:ext cx="400680" cy="335520"/>
            </p14:xfrm>
          </p:contentPart>
        </mc:Choice>
        <mc:Fallback>
          <p:pic>
            <p:nvPicPr>
              <p:cNvPr id="320" name="Ink 319">
                <a:extLst>
                  <a:ext uri="{FF2B5EF4-FFF2-40B4-BE49-F238E27FC236}">
                    <a16:creationId xmlns:a16="http://schemas.microsoft.com/office/drawing/2014/main" id="{AB4E9B93-EB0E-823C-CDF2-5105FD3CFE97}"/>
                  </a:ext>
                </a:extLst>
              </p:cNvPr>
              <p:cNvPicPr/>
              <p:nvPr/>
            </p:nvPicPr>
            <p:blipFill>
              <a:blip r:embed="rId516"/>
              <a:stretch>
                <a:fillRect/>
              </a:stretch>
            </p:blipFill>
            <p:spPr>
              <a:xfrm>
                <a:off x="11609037" y="4535943"/>
                <a:ext cx="436320" cy="37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17">
            <p14:nvContentPartPr>
              <p14:cNvPr id="323" name="Ink 322">
                <a:extLst>
                  <a:ext uri="{FF2B5EF4-FFF2-40B4-BE49-F238E27FC236}">
                    <a16:creationId xmlns:a16="http://schemas.microsoft.com/office/drawing/2014/main" id="{2E865D5B-7F40-A49C-F56D-7CF0B9E7858B}"/>
                  </a:ext>
                </a:extLst>
              </p14:cNvPr>
              <p14:cNvContentPartPr/>
              <p14:nvPr/>
            </p14:nvContentPartPr>
            <p14:xfrm>
              <a:off x="412317" y="5726463"/>
              <a:ext cx="335160" cy="335880"/>
            </p14:xfrm>
          </p:contentPart>
        </mc:Choice>
        <mc:Fallback>
          <p:pic>
            <p:nvPicPr>
              <p:cNvPr id="323" name="Ink 322">
                <a:extLst>
                  <a:ext uri="{FF2B5EF4-FFF2-40B4-BE49-F238E27FC236}">
                    <a16:creationId xmlns:a16="http://schemas.microsoft.com/office/drawing/2014/main" id="{2E865D5B-7F40-A49C-F56D-7CF0B9E7858B}"/>
                  </a:ext>
                </a:extLst>
              </p:cNvPr>
              <p:cNvPicPr/>
              <p:nvPr/>
            </p:nvPicPr>
            <p:blipFill>
              <a:blip r:embed="rId518"/>
              <a:stretch>
                <a:fillRect/>
              </a:stretch>
            </p:blipFill>
            <p:spPr>
              <a:xfrm>
                <a:off x="394677" y="5708823"/>
                <a:ext cx="370800" cy="37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19">
            <p14:nvContentPartPr>
              <p14:cNvPr id="324" name="Ink 323">
                <a:extLst>
                  <a:ext uri="{FF2B5EF4-FFF2-40B4-BE49-F238E27FC236}">
                    <a16:creationId xmlns:a16="http://schemas.microsoft.com/office/drawing/2014/main" id="{7AA78A02-1C17-4845-4239-859BB7F96EC9}"/>
                  </a:ext>
                </a:extLst>
              </p14:cNvPr>
              <p14:cNvContentPartPr/>
              <p14:nvPr/>
            </p14:nvContentPartPr>
            <p14:xfrm>
              <a:off x="397557" y="5821143"/>
              <a:ext cx="214920" cy="49320"/>
            </p14:xfrm>
          </p:contentPart>
        </mc:Choice>
        <mc:Fallback>
          <p:pic>
            <p:nvPicPr>
              <p:cNvPr id="324" name="Ink 323">
                <a:extLst>
                  <a:ext uri="{FF2B5EF4-FFF2-40B4-BE49-F238E27FC236}">
                    <a16:creationId xmlns:a16="http://schemas.microsoft.com/office/drawing/2014/main" id="{7AA78A02-1C17-4845-4239-859BB7F96EC9}"/>
                  </a:ext>
                </a:extLst>
              </p:cNvPr>
              <p:cNvPicPr/>
              <p:nvPr/>
            </p:nvPicPr>
            <p:blipFill>
              <a:blip r:embed="rId520"/>
              <a:stretch>
                <a:fillRect/>
              </a:stretch>
            </p:blipFill>
            <p:spPr>
              <a:xfrm>
                <a:off x="379557" y="5803143"/>
                <a:ext cx="250560" cy="8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1">
            <p14:nvContentPartPr>
              <p14:cNvPr id="325" name="Ink 324">
                <a:extLst>
                  <a:ext uri="{FF2B5EF4-FFF2-40B4-BE49-F238E27FC236}">
                    <a16:creationId xmlns:a16="http://schemas.microsoft.com/office/drawing/2014/main" id="{6D453EBD-71A5-6191-8DA4-4FFE29A6E24F}"/>
                  </a:ext>
                </a:extLst>
              </p14:cNvPr>
              <p14:cNvContentPartPr/>
              <p14:nvPr/>
            </p14:nvContentPartPr>
            <p14:xfrm>
              <a:off x="1091277" y="5852823"/>
              <a:ext cx="169920" cy="184680"/>
            </p14:xfrm>
          </p:contentPart>
        </mc:Choice>
        <mc:Fallback>
          <p:pic>
            <p:nvPicPr>
              <p:cNvPr id="325" name="Ink 324">
                <a:extLst>
                  <a:ext uri="{FF2B5EF4-FFF2-40B4-BE49-F238E27FC236}">
                    <a16:creationId xmlns:a16="http://schemas.microsoft.com/office/drawing/2014/main" id="{6D453EBD-71A5-6191-8DA4-4FFE29A6E24F}"/>
                  </a:ext>
                </a:extLst>
              </p:cNvPr>
              <p:cNvPicPr/>
              <p:nvPr/>
            </p:nvPicPr>
            <p:blipFill>
              <a:blip r:embed="rId522"/>
              <a:stretch>
                <a:fillRect/>
              </a:stretch>
            </p:blipFill>
            <p:spPr>
              <a:xfrm>
                <a:off x="1073277" y="5835183"/>
                <a:ext cx="205560" cy="22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3">
            <p14:nvContentPartPr>
              <p14:cNvPr id="326" name="Ink 325">
                <a:extLst>
                  <a:ext uri="{FF2B5EF4-FFF2-40B4-BE49-F238E27FC236}">
                    <a16:creationId xmlns:a16="http://schemas.microsoft.com/office/drawing/2014/main" id="{B4837B22-45FB-7A31-052C-D01AE11C78D4}"/>
                  </a:ext>
                </a:extLst>
              </p14:cNvPr>
              <p14:cNvContentPartPr/>
              <p14:nvPr/>
            </p14:nvContentPartPr>
            <p14:xfrm>
              <a:off x="1317357" y="5901063"/>
              <a:ext cx="239400" cy="151560"/>
            </p14:xfrm>
          </p:contentPart>
        </mc:Choice>
        <mc:Fallback>
          <p:pic>
            <p:nvPicPr>
              <p:cNvPr id="326" name="Ink 325">
                <a:extLst>
                  <a:ext uri="{FF2B5EF4-FFF2-40B4-BE49-F238E27FC236}">
                    <a16:creationId xmlns:a16="http://schemas.microsoft.com/office/drawing/2014/main" id="{B4837B22-45FB-7A31-052C-D01AE11C78D4}"/>
                  </a:ext>
                </a:extLst>
              </p:cNvPr>
              <p:cNvPicPr/>
              <p:nvPr/>
            </p:nvPicPr>
            <p:blipFill>
              <a:blip r:embed="rId524"/>
              <a:stretch>
                <a:fillRect/>
              </a:stretch>
            </p:blipFill>
            <p:spPr>
              <a:xfrm>
                <a:off x="1299357" y="5883423"/>
                <a:ext cx="275040" cy="18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5">
            <p14:nvContentPartPr>
              <p14:cNvPr id="327" name="Ink 326">
                <a:extLst>
                  <a:ext uri="{FF2B5EF4-FFF2-40B4-BE49-F238E27FC236}">
                    <a16:creationId xmlns:a16="http://schemas.microsoft.com/office/drawing/2014/main" id="{51E28A5D-BA81-BB7B-1745-537DFA452EA4}"/>
                  </a:ext>
                </a:extLst>
              </p14:cNvPr>
              <p14:cNvContentPartPr/>
              <p14:nvPr/>
            </p14:nvContentPartPr>
            <p14:xfrm>
              <a:off x="1518597" y="5759223"/>
              <a:ext cx="30240" cy="32400"/>
            </p14:xfrm>
          </p:contentPart>
        </mc:Choice>
        <mc:Fallback>
          <p:pic>
            <p:nvPicPr>
              <p:cNvPr id="327" name="Ink 326">
                <a:extLst>
                  <a:ext uri="{FF2B5EF4-FFF2-40B4-BE49-F238E27FC236}">
                    <a16:creationId xmlns:a16="http://schemas.microsoft.com/office/drawing/2014/main" id="{51E28A5D-BA81-BB7B-1745-537DFA452EA4}"/>
                  </a:ext>
                </a:extLst>
              </p:cNvPr>
              <p:cNvPicPr/>
              <p:nvPr/>
            </p:nvPicPr>
            <p:blipFill>
              <a:blip r:embed="rId526"/>
              <a:stretch>
                <a:fillRect/>
              </a:stretch>
            </p:blipFill>
            <p:spPr>
              <a:xfrm>
                <a:off x="1500597" y="5741223"/>
                <a:ext cx="65880" cy="6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7">
            <p14:nvContentPartPr>
              <p14:cNvPr id="328" name="Ink 327">
                <a:extLst>
                  <a:ext uri="{FF2B5EF4-FFF2-40B4-BE49-F238E27FC236}">
                    <a16:creationId xmlns:a16="http://schemas.microsoft.com/office/drawing/2014/main" id="{FF9D8B84-CF10-F182-89DF-A371A6A177CE}"/>
                  </a:ext>
                </a:extLst>
              </p14:cNvPr>
              <p14:cNvContentPartPr/>
              <p14:nvPr/>
            </p14:nvContentPartPr>
            <p14:xfrm>
              <a:off x="1606797" y="5763903"/>
              <a:ext cx="103680" cy="300960"/>
            </p14:xfrm>
          </p:contentPart>
        </mc:Choice>
        <mc:Fallback>
          <p:pic>
            <p:nvPicPr>
              <p:cNvPr id="328" name="Ink 327">
                <a:extLst>
                  <a:ext uri="{FF2B5EF4-FFF2-40B4-BE49-F238E27FC236}">
                    <a16:creationId xmlns:a16="http://schemas.microsoft.com/office/drawing/2014/main" id="{FF9D8B84-CF10-F182-89DF-A371A6A177CE}"/>
                  </a:ext>
                </a:extLst>
              </p:cNvPr>
              <p:cNvPicPr/>
              <p:nvPr/>
            </p:nvPicPr>
            <p:blipFill>
              <a:blip r:embed="rId528"/>
              <a:stretch>
                <a:fillRect/>
              </a:stretch>
            </p:blipFill>
            <p:spPr>
              <a:xfrm>
                <a:off x="1589157" y="5746263"/>
                <a:ext cx="139320" cy="33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9">
            <p14:nvContentPartPr>
              <p14:cNvPr id="329" name="Ink 328">
                <a:extLst>
                  <a:ext uri="{FF2B5EF4-FFF2-40B4-BE49-F238E27FC236}">
                    <a16:creationId xmlns:a16="http://schemas.microsoft.com/office/drawing/2014/main" id="{016FD6F1-9AC3-3C40-9279-ED195C1FFB04}"/>
                  </a:ext>
                </a:extLst>
              </p14:cNvPr>
              <p14:cNvContentPartPr/>
              <p14:nvPr/>
            </p14:nvContentPartPr>
            <p14:xfrm>
              <a:off x="1561797" y="5787663"/>
              <a:ext cx="163440" cy="39240"/>
            </p14:xfrm>
          </p:contentPart>
        </mc:Choice>
        <mc:Fallback>
          <p:pic>
            <p:nvPicPr>
              <p:cNvPr id="329" name="Ink 328">
                <a:extLst>
                  <a:ext uri="{FF2B5EF4-FFF2-40B4-BE49-F238E27FC236}">
                    <a16:creationId xmlns:a16="http://schemas.microsoft.com/office/drawing/2014/main" id="{016FD6F1-9AC3-3C40-9279-ED195C1FFB04}"/>
                  </a:ext>
                </a:extLst>
              </p:cNvPr>
              <p:cNvPicPr/>
              <p:nvPr/>
            </p:nvPicPr>
            <p:blipFill>
              <a:blip r:embed="rId530"/>
              <a:stretch>
                <a:fillRect/>
              </a:stretch>
            </p:blipFill>
            <p:spPr>
              <a:xfrm>
                <a:off x="1543797" y="5769663"/>
                <a:ext cx="199080" cy="7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31">
            <p14:nvContentPartPr>
              <p14:cNvPr id="350" name="Ink 349">
                <a:extLst>
                  <a:ext uri="{FF2B5EF4-FFF2-40B4-BE49-F238E27FC236}">
                    <a16:creationId xmlns:a16="http://schemas.microsoft.com/office/drawing/2014/main" id="{5DDEE869-6875-8EF3-5589-BFEDE9B405BA}"/>
                  </a:ext>
                </a:extLst>
              </p14:cNvPr>
              <p14:cNvContentPartPr/>
              <p14:nvPr/>
            </p14:nvContentPartPr>
            <p14:xfrm>
              <a:off x="5845437" y="5650863"/>
              <a:ext cx="138240" cy="271080"/>
            </p14:xfrm>
          </p:contentPart>
        </mc:Choice>
        <mc:Fallback>
          <p:pic>
            <p:nvPicPr>
              <p:cNvPr id="350" name="Ink 349">
                <a:extLst>
                  <a:ext uri="{FF2B5EF4-FFF2-40B4-BE49-F238E27FC236}">
                    <a16:creationId xmlns:a16="http://schemas.microsoft.com/office/drawing/2014/main" id="{5DDEE869-6875-8EF3-5589-BFEDE9B405BA}"/>
                  </a:ext>
                </a:extLst>
              </p:cNvPr>
              <p:cNvPicPr/>
              <p:nvPr/>
            </p:nvPicPr>
            <p:blipFill>
              <a:blip r:embed="rId532"/>
              <a:stretch>
                <a:fillRect/>
              </a:stretch>
            </p:blipFill>
            <p:spPr>
              <a:xfrm>
                <a:off x="5827437" y="5632863"/>
                <a:ext cx="173880" cy="30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33">
            <p14:nvContentPartPr>
              <p14:cNvPr id="351" name="Ink 350">
                <a:extLst>
                  <a:ext uri="{FF2B5EF4-FFF2-40B4-BE49-F238E27FC236}">
                    <a16:creationId xmlns:a16="http://schemas.microsoft.com/office/drawing/2014/main" id="{BE310634-32B2-3CBC-997E-BE6BE6D1708A}"/>
                  </a:ext>
                </a:extLst>
              </p14:cNvPr>
              <p14:cNvContentPartPr/>
              <p14:nvPr/>
            </p14:nvContentPartPr>
            <p14:xfrm>
              <a:off x="5988717" y="5741223"/>
              <a:ext cx="267840" cy="534960"/>
            </p14:xfrm>
          </p:contentPart>
        </mc:Choice>
        <mc:Fallback>
          <p:pic>
            <p:nvPicPr>
              <p:cNvPr id="351" name="Ink 350">
                <a:extLst>
                  <a:ext uri="{FF2B5EF4-FFF2-40B4-BE49-F238E27FC236}">
                    <a16:creationId xmlns:a16="http://schemas.microsoft.com/office/drawing/2014/main" id="{BE310634-32B2-3CBC-997E-BE6BE6D1708A}"/>
                  </a:ext>
                </a:extLst>
              </p:cNvPr>
              <p:cNvPicPr/>
              <p:nvPr/>
            </p:nvPicPr>
            <p:blipFill>
              <a:blip r:embed="rId534"/>
              <a:stretch>
                <a:fillRect/>
              </a:stretch>
            </p:blipFill>
            <p:spPr>
              <a:xfrm>
                <a:off x="5970717" y="5723223"/>
                <a:ext cx="303480" cy="57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35">
            <p14:nvContentPartPr>
              <p14:cNvPr id="352" name="Ink 351">
                <a:extLst>
                  <a:ext uri="{FF2B5EF4-FFF2-40B4-BE49-F238E27FC236}">
                    <a16:creationId xmlns:a16="http://schemas.microsoft.com/office/drawing/2014/main" id="{295893F9-CF61-CBB7-5DBD-96FBF9174BF0}"/>
                  </a:ext>
                </a:extLst>
              </p14:cNvPr>
              <p14:cNvContentPartPr/>
              <p14:nvPr/>
            </p14:nvContentPartPr>
            <p14:xfrm>
              <a:off x="6815997" y="5652663"/>
              <a:ext cx="600120" cy="299160"/>
            </p14:xfrm>
          </p:contentPart>
        </mc:Choice>
        <mc:Fallback>
          <p:pic>
            <p:nvPicPr>
              <p:cNvPr id="352" name="Ink 351">
                <a:extLst>
                  <a:ext uri="{FF2B5EF4-FFF2-40B4-BE49-F238E27FC236}">
                    <a16:creationId xmlns:a16="http://schemas.microsoft.com/office/drawing/2014/main" id="{295893F9-CF61-CBB7-5DBD-96FBF9174BF0}"/>
                  </a:ext>
                </a:extLst>
              </p:cNvPr>
              <p:cNvPicPr/>
              <p:nvPr/>
            </p:nvPicPr>
            <p:blipFill>
              <a:blip r:embed="rId536"/>
              <a:stretch>
                <a:fillRect/>
              </a:stretch>
            </p:blipFill>
            <p:spPr>
              <a:xfrm>
                <a:off x="6797997" y="5634663"/>
                <a:ext cx="635760" cy="33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37">
            <p14:nvContentPartPr>
              <p14:cNvPr id="353" name="Ink 352">
                <a:extLst>
                  <a:ext uri="{FF2B5EF4-FFF2-40B4-BE49-F238E27FC236}">
                    <a16:creationId xmlns:a16="http://schemas.microsoft.com/office/drawing/2014/main" id="{6AB12742-CA80-55BE-0D5E-177D22320F52}"/>
                  </a:ext>
                </a:extLst>
              </p14:cNvPr>
              <p14:cNvContentPartPr/>
              <p14:nvPr/>
            </p14:nvContentPartPr>
            <p14:xfrm>
              <a:off x="6876837" y="5737983"/>
              <a:ext cx="185760" cy="21240"/>
            </p14:xfrm>
          </p:contentPart>
        </mc:Choice>
        <mc:Fallback>
          <p:pic>
            <p:nvPicPr>
              <p:cNvPr id="353" name="Ink 352">
                <a:extLst>
                  <a:ext uri="{FF2B5EF4-FFF2-40B4-BE49-F238E27FC236}">
                    <a16:creationId xmlns:a16="http://schemas.microsoft.com/office/drawing/2014/main" id="{6AB12742-CA80-55BE-0D5E-177D22320F52}"/>
                  </a:ext>
                </a:extLst>
              </p:cNvPr>
              <p:cNvPicPr/>
              <p:nvPr/>
            </p:nvPicPr>
            <p:blipFill>
              <a:blip r:embed="rId538"/>
              <a:stretch>
                <a:fillRect/>
              </a:stretch>
            </p:blipFill>
            <p:spPr>
              <a:xfrm>
                <a:off x="6859197" y="5720343"/>
                <a:ext cx="221400" cy="5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39">
            <p14:nvContentPartPr>
              <p14:cNvPr id="372" name="Ink 371">
                <a:extLst>
                  <a:ext uri="{FF2B5EF4-FFF2-40B4-BE49-F238E27FC236}">
                    <a16:creationId xmlns:a16="http://schemas.microsoft.com/office/drawing/2014/main" id="{4FBBC5F0-30EB-EDE4-8BA7-9F40BA993960}"/>
                  </a:ext>
                </a:extLst>
              </p14:cNvPr>
              <p14:cNvContentPartPr/>
              <p14:nvPr/>
            </p14:nvContentPartPr>
            <p14:xfrm>
              <a:off x="10319157" y="5778303"/>
              <a:ext cx="32400" cy="1080"/>
            </p14:xfrm>
          </p:contentPart>
        </mc:Choice>
        <mc:Fallback>
          <p:pic>
            <p:nvPicPr>
              <p:cNvPr id="372" name="Ink 371">
                <a:extLst>
                  <a:ext uri="{FF2B5EF4-FFF2-40B4-BE49-F238E27FC236}">
                    <a16:creationId xmlns:a16="http://schemas.microsoft.com/office/drawing/2014/main" id="{4FBBC5F0-30EB-EDE4-8BA7-9F40BA993960}"/>
                  </a:ext>
                </a:extLst>
              </p:cNvPr>
              <p:cNvPicPr/>
              <p:nvPr/>
            </p:nvPicPr>
            <p:blipFill>
              <a:blip r:embed="rId540"/>
              <a:stretch>
                <a:fillRect/>
              </a:stretch>
            </p:blipFill>
            <p:spPr>
              <a:xfrm>
                <a:off x="10301157" y="5760663"/>
                <a:ext cx="68040" cy="3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1">
            <p14:nvContentPartPr>
              <p14:cNvPr id="389" name="Ink 388">
                <a:extLst>
                  <a:ext uri="{FF2B5EF4-FFF2-40B4-BE49-F238E27FC236}">
                    <a16:creationId xmlns:a16="http://schemas.microsoft.com/office/drawing/2014/main" id="{A3A6D25C-DA3B-08E6-6BF8-5378685D6BE3}"/>
                  </a:ext>
                </a:extLst>
              </p14:cNvPr>
              <p14:cNvContentPartPr/>
              <p14:nvPr/>
            </p14:nvContentPartPr>
            <p14:xfrm>
              <a:off x="5422797" y="6420183"/>
              <a:ext cx="234720" cy="228960"/>
            </p14:xfrm>
          </p:contentPart>
        </mc:Choice>
        <mc:Fallback>
          <p:pic>
            <p:nvPicPr>
              <p:cNvPr id="389" name="Ink 388">
                <a:extLst>
                  <a:ext uri="{FF2B5EF4-FFF2-40B4-BE49-F238E27FC236}">
                    <a16:creationId xmlns:a16="http://schemas.microsoft.com/office/drawing/2014/main" id="{A3A6D25C-DA3B-08E6-6BF8-5378685D6BE3}"/>
                  </a:ext>
                </a:extLst>
              </p:cNvPr>
              <p:cNvPicPr/>
              <p:nvPr/>
            </p:nvPicPr>
            <p:blipFill>
              <a:blip r:embed="rId542"/>
              <a:stretch>
                <a:fillRect/>
              </a:stretch>
            </p:blipFill>
            <p:spPr>
              <a:xfrm>
                <a:off x="5405157" y="6402543"/>
                <a:ext cx="270360" cy="26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3">
            <p14:nvContentPartPr>
              <p14:cNvPr id="390" name="Ink 389">
                <a:extLst>
                  <a:ext uri="{FF2B5EF4-FFF2-40B4-BE49-F238E27FC236}">
                    <a16:creationId xmlns:a16="http://schemas.microsoft.com/office/drawing/2014/main" id="{D460457E-13DF-87AC-31D9-FC56D9C59AE2}"/>
                  </a:ext>
                </a:extLst>
              </p14:cNvPr>
              <p14:cNvContentPartPr/>
              <p14:nvPr/>
            </p14:nvContentPartPr>
            <p14:xfrm>
              <a:off x="5750397" y="6301383"/>
              <a:ext cx="185040" cy="292680"/>
            </p14:xfrm>
          </p:contentPart>
        </mc:Choice>
        <mc:Fallback>
          <p:pic>
            <p:nvPicPr>
              <p:cNvPr id="390" name="Ink 389">
                <a:extLst>
                  <a:ext uri="{FF2B5EF4-FFF2-40B4-BE49-F238E27FC236}">
                    <a16:creationId xmlns:a16="http://schemas.microsoft.com/office/drawing/2014/main" id="{D460457E-13DF-87AC-31D9-FC56D9C59AE2}"/>
                  </a:ext>
                </a:extLst>
              </p:cNvPr>
              <p:cNvPicPr/>
              <p:nvPr/>
            </p:nvPicPr>
            <p:blipFill>
              <a:blip r:embed="rId544"/>
              <a:stretch>
                <a:fillRect/>
              </a:stretch>
            </p:blipFill>
            <p:spPr>
              <a:xfrm>
                <a:off x="5732757" y="6283743"/>
                <a:ext cx="220680" cy="32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5">
            <p14:nvContentPartPr>
              <p14:cNvPr id="391" name="Ink 390">
                <a:extLst>
                  <a:ext uri="{FF2B5EF4-FFF2-40B4-BE49-F238E27FC236}">
                    <a16:creationId xmlns:a16="http://schemas.microsoft.com/office/drawing/2014/main" id="{7C1CF77A-AE00-E8BC-6A90-E622F6487A89}"/>
                  </a:ext>
                </a:extLst>
              </p14:cNvPr>
              <p14:cNvContentPartPr/>
              <p14:nvPr/>
            </p14:nvContentPartPr>
            <p14:xfrm>
              <a:off x="5945877" y="6454743"/>
              <a:ext cx="161280" cy="271440"/>
            </p14:xfrm>
          </p:contentPart>
        </mc:Choice>
        <mc:Fallback>
          <p:pic>
            <p:nvPicPr>
              <p:cNvPr id="391" name="Ink 390">
                <a:extLst>
                  <a:ext uri="{FF2B5EF4-FFF2-40B4-BE49-F238E27FC236}">
                    <a16:creationId xmlns:a16="http://schemas.microsoft.com/office/drawing/2014/main" id="{7C1CF77A-AE00-E8BC-6A90-E622F6487A89}"/>
                  </a:ext>
                </a:extLst>
              </p:cNvPr>
              <p:cNvPicPr/>
              <p:nvPr/>
            </p:nvPicPr>
            <p:blipFill>
              <a:blip r:embed="rId546"/>
              <a:stretch>
                <a:fillRect/>
              </a:stretch>
            </p:blipFill>
            <p:spPr>
              <a:xfrm>
                <a:off x="5927877" y="6436743"/>
                <a:ext cx="196920" cy="30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7">
            <p14:nvContentPartPr>
              <p14:cNvPr id="392" name="Ink 391">
                <a:extLst>
                  <a:ext uri="{FF2B5EF4-FFF2-40B4-BE49-F238E27FC236}">
                    <a16:creationId xmlns:a16="http://schemas.microsoft.com/office/drawing/2014/main" id="{772416F0-D682-D763-0D31-9F2996661DB6}"/>
                  </a:ext>
                </a:extLst>
              </p14:cNvPr>
              <p14:cNvContentPartPr/>
              <p14:nvPr/>
            </p14:nvContentPartPr>
            <p14:xfrm>
              <a:off x="6079077" y="6304623"/>
              <a:ext cx="13320" cy="43560"/>
            </p14:xfrm>
          </p:contentPart>
        </mc:Choice>
        <mc:Fallback>
          <p:pic>
            <p:nvPicPr>
              <p:cNvPr id="392" name="Ink 391">
                <a:extLst>
                  <a:ext uri="{FF2B5EF4-FFF2-40B4-BE49-F238E27FC236}">
                    <a16:creationId xmlns:a16="http://schemas.microsoft.com/office/drawing/2014/main" id="{772416F0-D682-D763-0D31-9F2996661DB6}"/>
                  </a:ext>
                </a:extLst>
              </p:cNvPr>
              <p:cNvPicPr/>
              <p:nvPr/>
            </p:nvPicPr>
            <p:blipFill>
              <a:blip r:embed="rId548"/>
              <a:stretch>
                <a:fillRect/>
              </a:stretch>
            </p:blipFill>
            <p:spPr>
              <a:xfrm>
                <a:off x="6061437" y="6286623"/>
                <a:ext cx="48960" cy="7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9">
            <p14:nvContentPartPr>
              <p14:cNvPr id="398" name="Ink 397">
                <a:extLst>
                  <a:ext uri="{FF2B5EF4-FFF2-40B4-BE49-F238E27FC236}">
                    <a16:creationId xmlns:a16="http://schemas.microsoft.com/office/drawing/2014/main" id="{2AAF1E97-1CD4-A834-6848-73899D3451A4}"/>
                  </a:ext>
                </a:extLst>
              </p14:cNvPr>
              <p14:cNvContentPartPr/>
              <p14:nvPr/>
            </p14:nvContentPartPr>
            <p14:xfrm>
              <a:off x="5248557" y="6252423"/>
              <a:ext cx="204120" cy="559440"/>
            </p14:xfrm>
          </p:contentPart>
        </mc:Choice>
        <mc:Fallback>
          <p:pic>
            <p:nvPicPr>
              <p:cNvPr id="398" name="Ink 397">
                <a:extLst>
                  <a:ext uri="{FF2B5EF4-FFF2-40B4-BE49-F238E27FC236}">
                    <a16:creationId xmlns:a16="http://schemas.microsoft.com/office/drawing/2014/main" id="{2AAF1E97-1CD4-A834-6848-73899D3451A4}"/>
                  </a:ext>
                </a:extLst>
              </p:cNvPr>
              <p:cNvPicPr/>
              <p:nvPr/>
            </p:nvPicPr>
            <p:blipFill>
              <a:blip r:embed="rId550"/>
              <a:stretch>
                <a:fillRect/>
              </a:stretch>
            </p:blipFill>
            <p:spPr>
              <a:xfrm>
                <a:off x="5230917" y="6234783"/>
                <a:ext cx="239760" cy="59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51">
            <p14:nvContentPartPr>
              <p14:cNvPr id="393" name="Ink 392">
                <a:extLst>
                  <a:ext uri="{FF2B5EF4-FFF2-40B4-BE49-F238E27FC236}">
                    <a16:creationId xmlns:a16="http://schemas.microsoft.com/office/drawing/2014/main" id="{A6EDAA28-CEBB-7763-1A96-FE41A87150A9}"/>
                  </a:ext>
                </a:extLst>
              </p14:cNvPr>
              <p14:cNvContentPartPr/>
              <p14:nvPr/>
            </p14:nvContentPartPr>
            <p14:xfrm>
              <a:off x="6394077" y="6283023"/>
              <a:ext cx="208440" cy="275400"/>
            </p14:xfrm>
          </p:contentPart>
        </mc:Choice>
        <mc:Fallback>
          <p:pic>
            <p:nvPicPr>
              <p:cNvPr id="393" name="Ink 392">
                <a:extLst>
                  <a:ext uri="{FF2B5EF4-FFF2-40B4-BE49-F238E27FC236}">
                    <a16:creationId xmlns:a16="http://schemas.microsoft.com/office/drawing/2014/main" id="{A6EDAA28-CEBB-7763-1A96-FE41A87150A9}"/>
                  </a:ext>
                </a:extLst>
              </p:cNvPr>
              <p:cNvPicPr/>
              <p:nvPr/>
            </p:nvPicPr>
            <p:blipFill>
              <a:blip r:embed="rId552"/>
              <a:stretch>
                <a:fillRect/>
              </a:stretch>
            </p:blipFill>
            <p:spPr>
              <a:xfrm>
                <a:off x="6376077" y="6265383"/>
                <a:ext cx="244080" cy="31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53">
            <p14:nvContentPartPr>
              <p14:cNvPr id="394" name="Ink 393">
                <a:extLst>
                  <a:ext uri="{FF2B5EF4-FFF2-40B4-BE49-F238E27FC236}">
                    <a16:creationId xmlns:a16="http://schemas.microsoft.com/office/drawing/2014/main" id="{B6D26346-0194-DA36-A2DC-A301C09ABDD0}"/>
                  </a:ext>
                </a:extLst>
              </p14:cNvPr>
              <p14:cNvContentPartPr/>
              <p14:nvPr/>
            </p14:nvContentPartPr>
            <p14:xfrm>
              <a:off x="6427197" y="6422703"/>
              <a:ext cx="170280" cy="32760"/>
            </p14:xfrm>
          </p:contentPart>
        </mc:Choice>
        <mc:Fallback>
          <p:pic>
            <p:nvPicPr>
              <p:cNvPr id="394" name="Ink 393">
                <a:extLst>
                  <a:ext uri="{FF2B5EF4-FFF2-40B4-BE49-F238E27FC236}">
                    <a16:creationId xmlns:a16="http://schemas.microsoft.com/office/drawing/2014/main" id="{B6D26346-0194-DA36-A2DC-A301C09ABDD0}"/>
                  </a:ext>
                </a:extLst>
              </p:cNvPr>
              <p:cNvPicPr/>
              <p:nvPr/>
            </p:nvPicPr>
            <p:blipFill>
              <a:blip r:embed="rId554"/>
              <a:stretch>
                <a:fillRect/>
              </a:stretch>
            </p:blipFill>
            <p:spPr>
              <a:xfrm>
                <a:off x="6409197" y="6405063"/>
                <a:ext cx="205920" cy="6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55">
            <p14:nvContentPartPr>
              <p14:cNvPr id="397" name="Ink 396">
                <a:extLst>
                  <a:ext uri="{FF2B5EF4-FFF2-40B4-BE49-F238E27FC236}">
                    <a16:creationId xmlns:a16="http://schemas.microsoft.com/office/drawing/2014/main" id="{8ABDFEF4-A1A1-876F-4A40-E6CC652D2DA0}"/>
                  </a:ext>
                </a:extLst>
              </p14:cNvPr>
              <p14:cNvContentPartPr/>
              <p14:nvPr/>
            </p14:nvContentPartPr>
            <p14:xfrm>
              <a:off x="6544917" y="6244503"/>
              <a:ext cx="247680" cy="538200"/>
            </p14:xfrm>
          </p:contentPart>
        </mc:Choice>
        <mc:Fallback>
          <p:pic>
            <p:nvPicPr>
              <p:cNvPr id="397" name="Ink 396">
                <a:extLst>
                  <a:ext uri="{FF2B5EF4-FFF2-40B4-BE49-F238E27FC236}">
                    <a16:creationId xmlns:a16="http://schemas.microsoft.com/office/drawing/2014/main" id="{8ABDFEF4-A1A1-876F-4A40-E6CC652D2DA0}"/>
                  </a:ext>
                </a:extLst>
              </p:cNvPr>
              <p:cNvPicPr/>
              <p:nvPr/>
            </p:nvPicPr>
            <p:blipFill>
              <a:blip r:embed="rId556"/>
              <a:stretch>
                <a:fillRect/>
              </a:stretch>
            </p:blipFill>
            <p:spPr>
              <a:xfrm>
                <a:off x="6526917" y="6226863"/>
                <a:ext cx="283320" cy="57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57">
            <p14:nvContentPartPr>
              <p14:cNvPr id="400" name="Ink 399">
                <a:extLst>
                  <a:ext uri="{FF2B5EF4-FFF2-40B4-BE49-F238E27FC236}">
                    <a16:creationId xmlns:a16="http://schemas.microsoft.com/office/drawing/2014/main" id="{A45906C6-3DA5-D9BB-7F87-06AC32A893C1}"/>
                  </a:ext>
                </a:extLst>
              </p14:cNvPr>
              <p14:cNvContentPartPr/>
              <p14:nvPr/>
            </p14:nvContentPartPr>
            <p14:xfrm>
              <a:off x="6922557" y="6253503"/>
              <a:ext cx="200160" cy="319320"/>
            </p14:xfrm>
          </p:contentPart>
        </mc:Choice>
        <mc:Fallback>
          <p:pic>
            <p:nvPicPr>
              <p:cNvPr id="400" name="Ink 399">
                <a:extLst>
                  <a:ext uri="{FF2B5EF4-FFF2-40B4-BE49-F238E27FC236}">
                    <a16:creationId xmlns:a16="http://schemas.microsoft.com/office/drawing/2014/main" id="{A45906C6-3DA5-D9BB-7F87-06AC32A893C1}"/>
                  </a:ext>
                </a:extLst>
              </p:cNvPr>
              <p:cNvPicPr/>
              <p:nvPr/>
            </p:nvPicPr>
            <p:blipFill>
              <a:blip r:embed="rId558"/>
              <a:stretch>
                <a:fillRect/>
              </a:stretch>
            </p:blipFill>
            <p:spPr>
              <a:xfrm>
                <a:off x="6904557" y="6235503"/>
                <a:ext cx="235800" cy="35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59">
            <p14:nvContentPartPr>
              <p14:cNvPr id="401" name="Ink 400">
                <a:extLst>
                  <a:ext uri="{FF2B5EF4-FFF2-40B4-BE49-F238E27FC236}">
                    <a16:creationId xmlns:a16="http://schemas.microsoft.com/office/drawing/2014/main" id="{B4C4B09B-C57E-3727-2DC8-7AB786BC8AF2}"/>
                  </a:ext>
                </a:extLst>
              </p14:cNvPr>
              <p14:cNvContentPartPr/>
              <p14:nvPr/>
            </p14:nvContentPartPr>
            <p14:xfrm>
              <a:off x="6938037" y="6444303"/>
              <a:ext cx="176760" cy="24840"/>
            </p14:xfrm>
          </p:contentPart>
        </mc:Choice>
        <mc:Fallback>
          <p:pic>
            <p:nvPicPr>
              <p:cNvPr id="401" name="Ink 400">
                <a:extLst>
                  <a:ext uri="{FF2B5EF4-FFF2-40B4-BE49-F238E27FC236}">
                    <a16:creationId xmlns:a16="http://schemas.microsoft.com/office/drawing/2014/main" id="{B4C4B09B-C57E-3727-2DC8-7AB786BC8AF2}"/>
                  </a:ext>
                </a:extLst>
              </p:cNvPr>
              <p:cNvPicPr/>
              <p:nvPr/>
            </p:nvPicPr>
            <p:blipFill>
              <a:blip r:embed="rId560"/>
              <a:stretch>
                <a:fillRect/>
              </a:stretch>
            </p:blipFill>
            <p:spPr>
              <a:xfrm>
                <a:off x="6920037" y="6426303"/>
                <a:ext cx="212400" cy="6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1">
            <p14:nvContentPartPr>
              <p14:cNvPr id="402" name="Ink 401">
                <a:extLst>
                  <a:ext uri="{FF2B5EF4-FFF2-40B4-BE49-F238E27FC236}">
                    <a16:creationId xmlns:a16="http://schemas.microsoft.com/office/drawing/2014/main" id="{27AC0334-1D81-D55E-8C6E-F4C7B05F92E6}"/>
                  </a:ext>
                </a:extLst>
              </p14:cNvPr>
              <p14:cNvContentPartPr/>
              <p14:nvPr/>
            </p14:nvContentPartPr>
            <p14:xfrm>
              <a:off x="7387677" y="6418023"/>
              <a:ext cx="108360" cy="11880"/>
            </p14:xfrm>
          </p:contentPart>
        </mc:Choice>
        <mc:Fallback>
          <p:pic>
            <p:nvPicPr>
              <p:cNvPr id="402" name="Ink 401">
                <a:extLst>
                  <a:ext uri="{FF2B5EF4-FFF2-40B4-BE49-F238E27FC236}">
                    <a16:creationId xmlns:a16="http://schemas.microsoft.com/office/drawing/2014/main" id="{27AC0334-1D81-D55E-8C6E-F4C7B05F92E6}"/>
                  </a:ext>
                </a:extLst>
              </p:cNvPr>
              <p:cNvPicPr/>
              <p:nvPr/>
            </p:nvPicPr>
            <p:blipFill>
              <a:blip r:embed="rId562"/>
              <a:stretch>
                <a:fillRect/>
              </a:stretch>
            </p:blipFill>
            <p:spPr>
              <a:xfrm>
                <a:off x="7370037" y="6400023"/>
                <a:ext cx="144000" cy="4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3">
            <p14:nvContentPartPr>
              <p14:cNvPr id="403" name="Ink 402">
                <a:extLst>
                  <a:ext uri="{FF2B5EF4-FFF2-40B4-BE49-F238E27FC236}">
                    <a16:creationId xmlns:a16="http://schemas.microsoft.com/office/drawing/2014/main" id="{79B2F6DC-745F-74E1-5EA3-B8404202C1F2}"/>
                  </a:ext>
                </a:extLst>
              </p14:cNvPr>
              <p14:cNvContentPartPr/>
              <p14:nvPr/>
            </p14:nvContentPartPr>
            <p14:xfrm>
              <a:off x="7434477" y="6494343"/>
              <a:ext cx="101160" cy="33480"/>
            </p14:xfrm>
          </p:contentPart>
        </mc:Choice>
        <mc:Fallback>
          <p:pic>
            <p:nvPicPr>
              <p:cNvPr id="403" name="Ink 402">
                <a:extLst>
                  <a:ext uri="{FF2B5EF4-FFF2-40B4-BE49-F238E27FC236}">
                    <a16:creationId xmlns:a16="http://schemas.microsoft.com/office/drawing/2014/main" id="{79B2F6DC-745F-74E1-5EA3-B8404202C1F2}"/>
                  </a:ext>
                </a:extLst>
              </p:cNvPr>
              <p:cNvPicPr/>
              <p:nvPr/>
            </p:nvPicPr>
            <p:blipFill>
              <a:blip r:embed="rId564"/>
              <a:stretch>
                <a:fillRect/>
              </a:stretch>
            </p:blipFill>
            <p:spPr>
              <a:xfrm>
                <a:off x="7416477" y="6476343"/>
                <a:ext cx="136800" cy="6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5">
            <p14:nvContentPartPr>
              <p14:cNvPr id="406" name="Ink 405">
                <a:extLst>
                  <a:ext uri="{FF2B5EF4-FFF2-40B4-BE49-F238E27FC236}">
                    <a16:creationId xmlns:a16="http://schemas.microsoft.com/office/drawing/2014/main" id="{1FF5FD2B-7226-DEAD-EB85-116E5B4A60C2}"/>
                  </a:ext>
                </a:extLst>
              </p14:cNvPr>
              <p14:cNvContentPartPr/>
              <p14:nvPr/>
            </p14:nvContentPartPr>
            <p14:xfrm>
              <a:off x="8051157" y="6265383"/>
              <a:ext cx="234000" cy="275040"/>
            </p14:xfrm>
          </p:contentPart>
        </mc:Choice>
        <mc:Fallback>
          <p:pic>
            <p:nvPicPr>
              <p:cNvPr id="406" name="Ink 405">
                <a:extLst>
                  <a:ext uri="{FF2B5EF4-FFF2-40B4-BE49-F238E27FC236}">
                    <a16:creationId xmlns:a16="http://schemas.microsoft.com/office/drawing/2014/main" id="{1FF5FD2B-7226-DEAD-EB85-116E5B4A60C2}"/>
                  </a:ext>
                </a:extLst>
              </p:cNvPr>
              <p:cNvPicPr/>
              <p:nvPr/>
            </p:nvPicPr>
            <p:blipFill>
              <a:blip r:embed="rId566"/>
              <a:stretch>
                <a:fillRect/>
              </a:stretch>
            </p:blipFill>
            <p:spPr>
              <a:xfrm>
                <a:off x="8033157" y="6247743"/>
                <a:ext cx="269640" cy="31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7">
            <p14:nvContentPartPr>
              <p14:cNvPr id="407" name="Ink 406">
                <a:extLst>
                  <a:ext uri="{FF2B5EF4-FFF2-40B4-BE49-F238E27FC236}">
                    <a16:creationId xmlns:a16="http://schemas.microsoft.com/office/drawing/2014/main" id="{9FD50461-A74F-3A7A-8E6C-4CE3632A3276}"/>
                  </a:ext>
                </a:extLst>
              </p14:cNvPr>
              <p14:cNvContentPartPr/>
              <p14:nvPr/>
            </p14:nvContentPartPr>
            <p14:xfrm>
              <a:off x="8086437" y="6454023"/>
              <a:ext cx="113040" cy="14040"/>
            </p14:xfrm>
          </p:contentPart>
        </mc:Choice>
        <mc:Fallback>
          <p:pic>
            <p:nvPicPr>
              <p:cNvPr id="407" name="Ink 406">
                <a:extLst>
                  <a:ext uri="{FF2B5EF4-FFF2-40B4-BE49-F238E27FC236}">
                    <a16:creationId xmlns:a16="http://schemas.microsoft.com/office/drawing/2014/main" id="{9FD50461-A74F-3A7A-8E6C-4CE3632A3276}"/>
                  </a:ext>
                </a:extLst>
              </p:cNvPr>
              <p:cNvPicPr/>
              <p:nvPr/>
            </p:nvPicPr>
            <p:blipFill>
              <a:blip r:embed="rId568"/>
              <a:stretch>
                <a:fillRect/>
              </a:stretch>
            </p:blipFill>
            <p:spPr>
              <a:xfrm>
                <a:off x="8068797" y="6436023"/>
                <a:ext cx="148680" cy="4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9">
            <p14:nvContentPartPr>
              <p14:cNvPr id="408" name="Ink 407">
                <a:extLst>
                  <a:ext uri="{FF2B5EF4-FFF2-40B4-BE49-F238E27FC236}">
                    <a16:creationId xmlns:a16="http://schemas.microsoft.com/office/drawing/2014/main" id="{C700FB43-EA36-C421-CB11-BA0B4B032BEA}"/>
                  </a:ext>
                </a:extLst>
              </p14:cNvPr>
              <p14:cNvContentPartPr/>
              <p14:nvPr/>
            </p14:nvContentPartPr>
            <p14:xfrm>
              <a:off x="8450757" y="6254943"/>
              <a:ext cx="28080" cy="334440"/>
            </p14:xfrm>
          </p:contentPart>
        </mc:Choice>
        <mc:Fallback>
          <p:pic>
            <p:nvPicPr>
              <p:cNvPr id="408" name="Ink 407">
                <a:extLst>
                  <a:ext uri="{FF2B5EF4-FFF2-40B4-BE49-F238E27FC236}">
                    <a16:creationId xmlns:a16="http://schemas.microsoft.com/office/drawing/2014/main" id="{C700FB43-EA36-C421-CB11-BA0B4B032BEA}"/>
                  </a:ext>
                </a:extLst>
              </p:cNvPr>
              <p:cNvPicPr/>
              <p:nvPr/>
            </p:nvPicPr>
            <p:blipFill>
              <a:blip r:embed="rId570"/>
              <a:stretch>
                <a:fillRect/>
              </a:stretch>
            </p:blipFill>
            <p:spPr>
              <a:xfrm>
                <a:off x="8433117" y="6237303"/>
                <a:ext cx="63720" cy="37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71">
            <p14:nvContentPartPr>
              <p14:cNvPr id="409" name="Ink 408">
                <a:extLst>
                  <a:ext uri="{FF2B5EF4-FFF2-40B4-BE49-F238E27FC236}">
                    <a16:creationId xmlns:a16="http://schemas.microsoft.com/office/drawing/2014/main" id="{C83F6607-CA8D-B3E4-9815-E9F97CE7CF64}"/>
                  </a:ext>
                </a:extLst>
              </p14:cNvPr>
              <p14:cNvContentPartPr/>
              <p14:nvPr/>
            </p14:nvContentPartPr>
            <p14:xfrm>
              <a:off x="7811037" y="6184743"/>
              <a:ext cx="59760" cy="503640"/>
            </p14:xfrm>
          </p:contentPart>
        </mc:Choice>
        <mc:Fallback>
          <p:pic>
            <p:nvPicPr>
              <p:cNvPr id="409" name="Ink 408">
                <a:extLst>
                  <a:ext uri="{FF2B5EF4-FFF2-40B4-BE49-F238E27FC236}">
                    <a16:creationId xmlns:a16="http://schemas.microsoft.com/office/drawing/2014/main" id="{C83F6607-CA8D-B3E4-9815-E9F97CE7CF64}"/>
                  </a:ext>
                </a:extLst>
              </p:cNvPr>
              <p:cNvPicPr/>
              <p:nvPr/>
            </p:nvPicPr>
            <p:blipFill>
              <a:blip r:embed="rId572"/>
              <a:stretch>
                <a:fillRect/>
              </a:stretch>
            </p:blipFill>
            <p:spPr>
              <a:xfrm>
                <a:off x="7793397" y="6167103"/>
                <a:ext cx="95400" cy="53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73">
            <p14:nvContentPartPr>
              <p14:cNvPr id="410" name="Ink 409">
                <a:extLst>
                  <a:ext uri="{FF2B5EF4-FFF2-40B4-BE49-F238E27FC236}">
                    <a16:creationId xmlns:a16="http://schemas.microsoft.com/office/drawing/2014/main" id="{B4BA4FC1-AE2D-444F-64E5-F4862E5BC927}"/>
                  </a:ext>
                </a:extLst>
              </p14:cNvPr>
              <p14:cNvContentPartPr/>
              <p14:nvPr/>
            </p14:nvContentPartPr>
            <p14:xfrm>
              <a:off x="8129277" y="6435663"/>
              <a:ext cx="194040" cy="111600"/>
            </p14:xfrm>
          </p:contentPart>
        </mc:Choice>
        <mc:Fallback>
          <p:pic>
            <p:nvPicPr>
              <p:cNvPr id="410" name="Ink 409">
                <a:extLst>
                  <a:ext uri="{FF2B5EF4-FFF2-40B4-BE49-F238E27FC236}">
                    <a16:creationId xmlns:a16="http://schemas.microsoft.com/office/drawing/2014/main" id="{B4BA4FC1-AE2D-444F-64E5-F4862E5BC927}"/>
                  </a:ext>
                </a:extLst>
              </p:cNvPr>
              <p:cNvPicPr/>
              <p:nvPr/>
            </p:nvPicPr>
            <p:blipFill>
              <a:blip r:embed="rId574"/>
              <a:stretch>
                <a:fillRect/>
              </a:stretch>
            </p:blipFill>
            <p:spPr>
              <a:xfrm>
                <a:off x="8111637" y="6418023"/>
                <a:ext cx="229680" cy="14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75">
            <p14:nvContentPartPr>
              <p14:cNvPr id="411" name="Ink 410">
                <a:extLst>
                  <a:ext uri="{FF2B5EF4-FFF2-40B4-BE49-F238E27FC236}">
                    <a16:creationId xmlns:a16="http://schemas.microsoft.com/office/drawing/2014/main" id="{74FED714-2E5A-F254-D103-C2147543DBD8}"/>
                  </a:ext>
                </a:extLst>
              </p14:cNvPr>
              <p14:cNvContentPartPr/>
              <p14:nvPr/>
            </p14:nvContentPartPr>
            <p14:xfrm>
              <a:off x="8668197" y="6295263"/>
              <a:ext cx="194400" cy="276840"/>
            </p14:xfrm>
          </p:contentPart>
        </mc:Choice>
        <mc:Fallback>
          <p:pic>
            <p:nvPicPr>
              <p:cNvPr id="411" name="Ink 410">
                <a:extLst>
                  <a:ext uri="{FF2B5EF4-FFF2-40B4-BE49-F238E27FC236}">
                    <a16:creationId xmlns:a16="http://schemas.microsoft.com/office/drawing/2014/main" id="{74FED714-2E5A-F254-D103-C2147543DBD8}"/>
                  </a:ext>
                </a:extLst>
              </p:cNvPr>
              <p:cNvPicPr/>
              <p:nvPr/>
            </p:nvPicPr>
            <p:blipFill>
              <a:blip r:embed="rId576"/>
              <a:stretch>
                <a:fillRect/>
              </a:stretch>
            </p:blipFill>
            <p:spPr>
              <a:xfrm>
                <a:off x="8650557" y="6277623"/>
                <a:ext cx="230040" cy="31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77">
            <p14:nvContentPartPr>
              <p14:cNvPr id="434" name="Ink 433">
                <a:extLst>
                  <a:ext uri="{FF2B5EF4-FFF2-40B4-BE49-F238E27FC236}">
                    <a16:creationId xmlns:a16="http://schemas.microsoft.com/office/drawing/2014/main" id="{25B448DD-7A57-3F59-D08A-09561A902115}"/>
                  </a:ext>
                </a:extLst>
              </p14:cNvPr>
              <p14:cNvContentPartPr/>
              <p14:nvPr/>
            </p14:nvContentPartPr>
            <p14:xfrm>
              <a:off x="1990917" y="4587783"/>
              <a:ext cx="175320" cy="282240"/>
            </p14:xfrm>
          </p:contentPart>
        </mc:Choice>
        <mc:Fallback>
          <p:pic>
            <p:nvPicPr>
              <p:cNvPr id="434" name="Ink 433">
                <a:extLst>
                  <a:ext uri="{FF2B5EF4-FFF2-40B4-BE49-F238E27FC236}">
                    <a16:creationId xmlns:a16="http://schemas.microsoft.com/office/drawing/2014/main" id="{25B448DD-7A57-3F59-D08A-09561A902115}"/>
                  </a:ext>
                </a:extLst>
              </p:cNvPr>
              <p:cNvPicPr/>
              <p:nvPr/>
            </p:nvPicPr>
            <p:blipFill>
              <a:blip r:embed="rId578"/>
              <a:stretch>
                <a:fillRect/>
              </a:stretch>
            </p:blipFill>
            <p:spPr>
              <a:xfrm>
                <a:off x="1973277" y="4570143"/>
                <a:ext cx="210960" cy="31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79">
            <p14:nvContentPartPr>
              <p14:cNvPr id="435" name="Ink 434">
                <a:extLst>
                  <a:ext uri="{FF2B5EF4-FFF2-40B4-BE49-F238E27FC236}">
                    <a16:creationId xmlns:a16="http://schemas.microsoft.com/office/drawing/2014/main" id="{3FDAAC7C-18C2-361F-3009-2B2E9EAF4AC0}"/>
                  </a:ext>
                </a:extLst>
              </p14:cNvPr>
              <p14:cNvContentPartPr/>
              <p14:nvPr/>
            </p14:nvContentPartPr>
            <p14:xfrm>
              <a:off x="2003517" y="4750503"/>
              <a:ext cx="86400" cy="37440"/>
            </p14:xfrm>
          </p:contentPart>
        </mc:Choice>
        <mc:Fallback>
          <p:pic>
            <p:nvPicPr>
              <p:cNvPr id="435" name="Ink 434">
                <a:extLst>
                  <a:ext uri="{FF2B5EF4-FFF2-40B4-BE49-F238E27FC236}">
                    <a16:creationId xmlns:a16="http://schemas.microsoft.com/office/drawing/2014/main" id="{3FDAAC7C-18C2-361F-3009-2B2E9EAF4AC0}"/>
                  </a:ext>
                </a:extLst>
              </p:cNvPr>
              <p:cNvPicPr/>
              <p:nvPr/>
            </p:nvPicPr>
            <p:blipFill>
              <a:blip r:embed="rId580"/>
              <a:stretch>
                <a:fillRect/>
              </a:stretch>
            </p:blipFill>
            <p:spPr>
              <a:xfrm>
                <a:off x="1985517" y="4732863"/>
                <a:ext cx="122040" cy="7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1">
            <p14:nvContentPartPr>
              <p14:cNvPr id="436" name="Ink 435">
                <a:extLst>
                  <a:ext uri="{FF2B5EF4-FFF2-40B4-BE49-F238E27FC236}">
                    <a16:creationId xmlns:a16="http://schemas.microsoft.com/office/drawing/2014/main" id="{FA7A88AC-C91E-F5ED-F430-481BBBDB6702}"/>
                  </a:ext>
                </a:extLst>
              </p14:cNvPr>
              <p14:cNvContentPartPr/>
              <p14:nvPr/>
            </p14:nvContentPartPr>
            <p14:xfrm>
              <a:off x="2211237" y="4511463"/>
              <a:ext cx="45000" cy="153720"/>
            </p14:xfrm>
          </p:contentPart>
        </mc:Choice>
        <mc:Fallback>
          <p:pic>
            <p:nvPicPr>
              <p:cNvPr id="436" name="Ink 435">
                <a:extLst>
                  <a:ext uri="{FF2B5EF4-FFF2-40B4-BE49-F238E27FC236}">
                    <a16:creationId xmlns:a16="http://schemas.microsoft.com/office/drawing/2014/main" id="{FA7A88AC-C91E-F5ED-F430-481BBBDB6702}"/>
                  </a:ext>
                </a:extLst>
              </p:cNvPr>
              <p:cNvPicPr/>
              <p:nvPr/>
            </p:nvPicPr>
            <p:blipFill>
              <a:blip r:embed="rId582"/>
              <a:stretch>
                <a:fillRect/>
              </a:stretch>
            </p:blipFill>
            <p:spPr>
              <a:xfrm>
                <a:off x="2193237" y="4493463"/>
                <a:ext cx="80640" cy="18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3">
            <p14:nvContentPartPr>
              <p14:cNvPr id="437" name="Ink 436">
                <a:extLst>
                  <a:ext uri="{FF2B5EF4-FFF2-40B4-BE49-F238E27FC236}">
                    <a16:creationId xmlns:a16="http://schemas.microsoft.com/office/drawing/2014/main" id="{1AA82644-D714-7DA9-5574-87FEA4AD6818}"/>
                  </a:ext>
                </a:extLst>
              </p14:cNvPr>
              <p14:cNvContentPartPr/>
              <p14:nvPr/>
            </p14:nvContentPartPr>
            <p14:xfrm>
              <a:off x="2323197" y="4730703"/>
              <a:ext cx="91800" cy="41040"/>
            </p14:xfrm>
          </p:contentPart>
        </mc:Choice>
        <mc:Fallback>
          <p:pic>
            <p:nvPicPr>
              <p:cNvPr id="437" name="Ink 436">
                <a:extLst>
                  <a:ext uri="{FF2B5EF4-FFF2-40B4-BE49-F238E27FC236}">
                    <a16:creationId xmlns:a16="http://schemas.microsoft.com/office/drawing/2014/main" id="{1AA82644-D714-7DA9-5574-87FEA4AD6818}"/>
                  </a:ext>
                </a:extLst>
              </p:cNvPr>
              <p:cNvPicPr/>
              <p:nvPr/>
            </p:nvPicPr>
            <p:blipFill>
              <a:blip r:embed="rId584"/>
              <a:stretch>
                <a:fillRect/>
              </a:stretch>
            </p:blipFill>
            <p:spPr>
              <a:xfrm>
                <a:off x="2305557" y="4713063"/>
                <a:ext cx="127440" cy="7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5">
            <p14:nvContentPartPr>
              <p14:cNvPr id="438" name="Ink 437">
                <a:extLst>
                  <a:ext uri="{FF2B5EF4-FFF2-40B4-BE49-F238E27FC236}">
                    <a16:creationId xmlns:a16="http://schemas.microsoft.com/office/drawing/2014/main" id="{44E7258A-B6E7-AF3E-3451-F832DC0257CA}"/>
                  </a:ext>
                </a:extLst>
              </p14:cNvPr>
              <p14:cNvContentPartPr/>
              <p14:nvPr/>
            </p14:nvContentPartPr>
            <p14:xfrm>
              <a:off x="2332557" y="4776783"/>
              <a:ext cx="151200" cy="44280"/>
            </p14:xfrm>
          </p:contentPart>
        </mc:Choice>
        <mc:Fallback>
          <p:pic>
            <p:nvPicPr>
              <p:cNvPr id="438" name="Ink 437">
                <a:extLst>
                  <a:ext uri="{FF2B5EF4-FFF2-40B4-BE49-F238E27FC236}">
                    <a16:creationId xmlns:a16="http://schemas.microsoft.com/office/drawing/2014/main" id="{44E7258A-B6E7-AF3E-3451-F832DC0257CA}"/>
                  </a:ext>
                </a:extLst>
              </p:cNvPr>
              <p:cNvPicPr/>
              <p:nvPr/>
            </p:nvPicPr>
            <p:blipFill>
              <a:blip r:embed="rId586"/>
              <a:stretch>
                <a:fillRect/>
              </a:stretch>
            </p:blipFill>
            <p:spPr>
              <a:xfrm>
                <a:off x="2314557" y="4759143"/>
                <a:ext cx="186840" cy="7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7">
            <p14:nvContentPartPr>
              <p14:cNvPr id="439" name="Ink 438">
                <a:extLst>
                  <a:ext uri="{FF2B5EF4-FFF2-40B4-BE49-F238E27FC236}">
                    <a16:creationId xmlns:a16="http://schemas.microsoft.com/office/drawing/2014/main" id="{3C7B7538-E5B8-1694-3E0F-472D1146E260}"/>
                  </a:ext>
                </a:extLst>
              </p14:cNvPr>
              <p14:cNvContentPartPr/>
              <p14:nvPr/>
            </p14:nvContentPartPr>
            <p14:xfrm>
              <a:off x="2675637" y="4520463"/>
              <a:ext cx="184320" cy="298440"/>
            </p14:xfrm>
          </p:contentPart>
        </mc:Choice>
        <mc:Fallback>
          <p:pic>
            <p:nvPicPr>
              <p:cNvPr id="439" name="Ink 438">
                <a:extLst>
                  <a:ext uri="{FF2B5EF4-FFF2-40B4-BE49-F238E27FC236}">
                    <a16:creationId xmlns:a16="http://schemas.microsoft.com/office/drawing/2014/main" id="{3C7B7538-E5B8-1694-3E0F-472D1146E260}"/>
                  </a:ext>
                </a:extLst>
              </p:cNvPr>
              <p:cNvPicPr/>
              <p:nvPr/>
            </p:nvPicPr>
            <p:blipFill>
              <a:blip r:embed="rId588"/>
              <a:stretch>
                <a:fillRect/>
              </a:stretch>
            </p:blipFill>
            <p:spPr>
              <a:xfrm>
                <a:off x="2657997" y="4502463"/>
                <a:ext cx="219960" cy="33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9">
            <p14:nvContentPartPr>
              <p14:cNvPr id="440" name="Ink 439">
                <a:extLst>
                  <a:ext uri="{FF2B5EF4-FFF2-40B4-BE49-F238E27FC236}">
                    <a16:creationId xmlns:a16="http://schemas.microsoft.com/office/drawing/2014/main" id="{8AE4D66A-50E1-6022-C980-6BD0576EF506}"/>
                  </a:ext>
                </a:extLst>
              </p14:cNvPr>
              <p14:cNvContentPartPr/>
              <p14:nvPr/>
            </p14:nvContentPartPr>
            <p14:xfrm>
              <a:off x="2702637" y="4632423"/>
              <a:ext cx="113400" cy="46800"/>
            </p14:xfrm>
          </p:contentPart>
        </mc:Choice>
        <mc:Fallback>
          <p:pic>
            <p:nvPicPr>
              <p:cNvPr id="440" name="Ink 439">
                <a:extLst>
                  <a:ext uri="{FF2B5EF4-FFF2-40B4-BE49-F238E27FC236}">
                    <a16:creationId xmlns:a16="http://schemas.microsoft.com/office/drawing/2014/main" id="{8AE4D66A-50E1-6022-C980-6BD0576EF506}"/>
                  </a:ext>
                </a:extLst>
              </p:cNvPr>
              <p:cNvPicPr/>
              <p:nvPr/>
            </p:nvPicPr>
            <p:blipFill>
              <a:blip r:embed="rId590"/>
              <a:stretch>
                <a:fillRect/>
              </a:stretch>
            </p:blipFill>
            <p:spPr>
              <a:xfrm>
                <a:off x="2684997" y="4614423"/>
                <a:ext cx="149040" cy="8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91">
            <p14:nvContentPartPr>
              <p14:cNvPr id="442" name="Ink 441">
                <a:extLst>
                  <a:ext uri="{FF2B5EF4-FFF2-40B4-BE49-F238E27FC236}">
                    <a16:creationId xmlns:a16="http://schemas.microsoft.com/office/drawing/2014/main" id="{F371158A-DA22-8983-9BB7-E3DEF8CD98EA}"/>
                  </a:ext>
                </a:extLst>
              </p14:cNvPr>
              <p14:cNvContentPartPr/>
              <p14:nvPr/>
            </p14:nvContentPartPr>
            <p14:xfrm>
              <a:off x="7218117" y="4447023"/>
              <a:ext cx="177840" cy="173160"/>
            </p14:xfrm>
          </p:contentPart>
        </mc:Choice>
        <mc:Fallback>
          <p:pic>
            <p:nvPicPr>
              <p:cNvPr id="442" name="Ink 441">
                <a:extLst>
                  <a:ext uri="{FF2B5EF4-FFF2-40B4-BE49-F238E27FC236}">
                    <a16:creationId xmlns:a16="http://schemas.microsoft.com/office/drawing/2014/main" id="{F371158A-DA22-8983-9BB7-E3DEF8CD98EA}"/>
                  </a:ext>
                </a:extLst>
              </p:cNvPr>
              <p:cNvPicPr/>
              <p:nvPr/>
            </p:nvPicPr>
            <p:blipFill>
              <a:blip r:embed="rId592"/>
              <a:stretch>
                <a:fillRect/>
              </a:stretch>
            </p:blipFill>
            <p:spPr>
              <a:xfrm>
                <a:off x="7200477" y="4429383"/>
                <a:ext cx="213480" cy="20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93">
            <p14:nvContentPartPr>
              <p14:cNvPr id="443" name="Ink 442">
                <a:extLst>
                  <a:ext uri="{FF2B5EF4-FFF2-40B4-BE49-F238E27FC236}">
                    <a16:creationId xmlns:a16="http://schemas.microsoft.com/office/drawing/2014/main" id="{40F44B91-2E13-6EF6-2767-95A83A7F2D66}"/>
                  </a:ext>
                </a:extLst>
              </p14:cNvPr>
              <p14:cNvContentPartPr/>
              <p14:nvPr/>
            </p14:nvContentPartPr>
            <p14:xfrm>
              <a:off x="7453917" y="4434783"/>
              <a:ext cx="190440" cy="176040"/>
            </p14:xfrm>
          </p:contentPart>
        </mc:Choice>
        <mc:Fallback>
          <p:pic>
            <p:nvPicPr>
              <p:cNvPr id="443" name="Ink 442">
                <a:extLst>
                  <a:ext uri="{FF2B5EF4-FFF2-40B4-BE49-F238E27FC236}">
                    <a16:creationId xmlns:a16="http://schemas.microsoft.com/office/drawing/2014/main" id="{40F44B91-2E13-6EF6-2767-95A83A7F2D66}"/>
                  </a:ext>
                </a:extLst>
              </p:cNvPr>
              <p:cNvPicPr/>
              <p:nvPr/>
            </p:nvPicPr>
            <p:blipFill>
              <a:blip r:embed="rId594"/>
              <a:stretch>
                <a:fillRect/>
              </a:stretch>
            </p:blipFill>
            <p:spPr>
              <a:xfrm>
                <a:off x="7435917" y="4416783"/>
                <a:ext cx="226080" cy="21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95">
            <p14:nvContentPartPr>
              <p14:cNvPr id="444" name="Ink 443">
                <a:extLst>
                  <a:ext uri="{FF2B5EF4-FFF2-40B4-BE49-F238E27FC236}">
                    <a16:creationId xmlns:a16="http://schemas.microsoft.com/office/drawing/2014/main" id="{EAB0B2E9-7BD1-96C8-5E09-6A3870B8F660}"/>
                  </a:ext>
                </a:extLst>
              </p14:cNvPr>
              <p14:cNvContentPartPr/>
              <p14:nvPr/>
            </p14:nvContentPartPr>
            <p14:xfrm>
              <a:off x="7632837" y="4484103"/>
              <a:ext cx="168480" cy="249120"/>
            </p14:xfrm>
          </p:contentPart>
        </mc:Choice>
        <mc:Fallback>
          <p:pic>
            <p:nvPicPr>
              <p:cNvPr id="444" name="Ink 443">
                <a:extLst>
                  <a:ext uri="{FF2B5EF4-FFF2-40B4-BE49-F238E27FC236}">
                    <a16:creationId xmlns:a16="http://schemas.microsoft.com/office/drawing/2014/main" id="{EAB0B2E9-7BD1-96C8-5E09-6A3870B8F660}"/>
                  </a:ext>
                </a:extLst>
              </p:cNvPr>
              <p:cNvPicPr/>
              <p:nvPr/>
            </p:nvPicPr>
            <p:blipFill>
              <a:blip r:embed="rId596"/>
              <a:stretch>
                <a:fillRect/>
              </a:stretch>
            </p:blipFill>
            <p:spPr>
              <a:xfrm>
                <a:off x="7615197" y="4466103"/>
                <a:ext cx="204120" cy="28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97">
            <p14:nvContentPartPr>
              <p14:cNvPr id="445" name="Ink 444">
                <a:extLst>
                  <a:ext uri="{FF2B5EF4-FFF2-40B4-BE49-F238E27FC236}">
                    <a16:creationId xmlns:a16="http://schemas.microsoft.com/office/drawing/2014/main" id="{47EB1F88-58AE-6215-6C3A-705A250D3489}"/>
                  </a:ext>
                </a:extLst>
              </p14:cNvPr>
              <p14:cNvContentPartPr/>
              <p14:nvPr/>
            </p14:nvContentPartPr>
            <p14:xfrm>
              <a:off x="7737237" y="4367103"/>
              <a:ext cx="7560" cy="26280"/>
            </p14:xfrm>
          </p:contentPart>
        </mc:Choice>
        <mc:Fallback>
          <p:pic>
            <p:nvPicPr>
              <p:cNvPr id="445" name="Ink 444">
                <a:extLst>
                  <a:ext uri="{FF2B5EF4-FFF2-40B4-BE49-F238E27FC236}">
                    <a16:creationId xmlns:a16="http://schemas.microsoft.com/office/drawing/2014/main" id="{47EB1F88-58AE-6215-6C3A-705A250D3489}"/>
                  </a:ext>
                </a:extLst>
              </p:cNvPr>
              <p:cNvPicPr/>
              <p:nvPr/>
            </p:nvPicPr>
            <p:blipFill>
              <a:blip r:embed="rId598"/>
              <a:stretch>
                <a:fillRect/>
              </a:stretch>
            </p:blipFill>
            <p:spPr>
              <a:xfrm>
                <a:off x="7719597" y="4349103"/>
                <a:ext cx="43200" cy="6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99">
            <p14:nvContentPartPr>
              <p14:cNvPr id="446" name="Ink 445">
                <a:extLst>
                  <a:ext uri="{FF2B5EF4-FFF2-40B4-BE49-F238E27FC236}">
                    <a16:creationId xmlns:a16="http://schemas.microsoft.com/office/drawing/2014/main" id="{D17D1696-FE73-B9A0-CE09-68F7B3783BB3}"/>
                  </a:ext>
                </a:extLst>
              </p14:cNvPr>
              <p14:cNvContentPartPr/>
              <p14:nvPr/>
            </p14:nvContentPartPr>
            <p14:xfrm>
              <a:off x="7896357" y="4408863"/>
              <a:ext cx="159120" cy="205920"/>
            </p14:xfrm>
          </p:contentPart>
        </mc:Choice>
        <mc:Fallback>
          <p:pic>
            <p:nvPicPr>
              <p:cNvPr id="446" name="Ink 445">
                <a:extLst>
                  <a:ext uri="{FF2B5EF4-FFF2-40B4-BE49-F238E27FC236}">
                    <a16:creationId xmlns:a16="http://schemas.microsoft.com/office/drawing/2014/main" id="{D17D1696-FE73-B9A0-CE09-68F7B3783BB3}"/>
                  </a:ext>
                </a:extLst>
              </p:cNvPr>
              <p:cNvPicPr/>
              <p:nvPr/>
            </p:nvPicPr>
            <p:blipFill>
              <a:blip r:embed="rId600"/>
              <a:stretch>
                <a:fillRect/>
              </a:stretch>
            </p:blipFill>
            <p:spPr>
              <a:xfrm>
                <a:off x="7878357" y="4391223"/>
                <a:ext cx="194760" cy="24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01">
            <p14:nvContentPartPr>
              <p14:cNvPr id="447" name="Ink 446">
                <a:extLst>
                  <a:ext uri="{FF2B5EF4-FFF2-40B4-BE49-F238E27FC236}">
                    <a16:creationId xmlns:a16="http://schemas.microsoft.com/office/drawing/2014/main" id="{1F487968-EBB5-8EB2-6A8B-D21A0C26C7E7}"/>
                  </a:ext>
                </a:extLst>
              </p14:cNvPr>
              <p14:cNvContentPartPr/>
              <p14:nvPr/>
            </p14:nvContentPartPr>
            <p14:xfrm>
              <a:off x="7963317" y="4479063"/>
              <a:ext cx="117000" cy="37440"/>
            </p14:xfrm>
          </p:contentPart>
        </mc:Choice>
        <mc:Fallback>
          <p:pic>
            <p:nvPicPr>
              <p:cNvPr id="447" name="Ink 446">
                <a:extLst>
                  <a:ext uri="{FF2B5EF4-FFF2-40B4-BE49-F238E27FC236}">
                    <a16:creationId xmlns:a16="http://schemas.microsoft.com/office/drawing/2014/main" id="{1F487968-EBB5-8EB2-6A8B-D21A0C26C7E7}"/>
                  </a:ext>
                </a:extLst>
              </p:cNvPr>
              <p:cNvPicPr/>
              <p:nvPr/>
            </p:nvPicPr>
            <p:blipFill>
              <a:blip r:embed="rId602"/>
              <a:stretch>
                <a:fillRect/>
              </a:stretch>
            </p:blipFill>
            <p:spPr>
              <a:xfrm>
                <a:off x="7945677" y="4461423"/>
                <a:ext cx="152640" cy="7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03">
            <p14:nvContentPartPr>
              <p14:cNvPr id="448" name="Ink 447">
                <a:extLst>
                  <a:ext uri="{FF2B5EF4-FFF2-40B4-BE49-F238E27FC236}">
                    <a16:creationId xmlns:a16="http://schemas.microsoft.com/office/drawing/2014/main" id="{BAC65B2D-AFFA-AE85-A3B5-983DA746D1EF}"/>
                  </a:ext>
                </a:extLst>
              </p14:cNvPr>
              <p14:cNvContentPartPr/>
              <p14:nvPr/>
            </p14:nvContentPartPr>
            <p14:xfrm>
              <a:off x="8030997" y="4321383"/>
              <a:ext cx="263880" cy="394200"/>
            </p14:xfrm>
          </p:contentPart>
        </mc:Choice>
        <mc:Fallback>
          <p:pic>
            <p:nvPicPr>
              <p:cNvPr id="448" name="Ink 447">
                <a:extLst>
                  <a:ext uri="{FF2B5EF4-FFF2-40B4-BE49-F238E27FC236}">
                    <a16:creationId xmlns:a16="http://schemas.microsoft.com/office/drawing/2014/main" id="{BAC65B2D-AFFA-AE85-A3B5-983DA746D1EF}"/>
                  </a:ext>
                </a:extLst>
              </p:cNvPr>
              <p:cNvPicPr/>
              <p:nvPr/>
            </p:nvPicPr>
            <p:blipFill>
              <a:blip r:embed="rId604"/>
              <a:stretch>
                <a:fillRect/>
              </a:stretch>
            </p:blipFill>
            <p:spPr>
              <a:xfrm>
                <a:off x="8012997" y="4303743"/>
                <a:ext cx="299520" cy="42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05">
            <p14:nvContentPartPr>
              <p14:cNvPr id="449" name="Ink 448">
                <a:extLst>
                  <a:ext uri="{FF2B5EF4-FFF2-40B4-BE49-F238E27FC236}">
                    <a16:creationId xmlns:a16="http://schemas.microsoft.com/office/drawing/2014/main" id="{60F48DDB-FFCD-9AEF-A171-5A5EB7F324F8}"/>
                  </a:ext>
                </a:extLst>
              </p14:cNvPr>
              <p14:cNvContentPartPr/>
              <p14:nvPr/>
            </p14:nvContentPartPr>
            <p14:xfrm>
              <a:off x="6984477" y="4344783"/>
              <a:ext cx="291240" cy="380160"/>
            </p14:xfrm>
          </p:contentPart>
        </mc:Choice>
        <mc:Fallback>
          <p:pic>
            <p:nvPicPr>
              <p:cNvPr id="449" name="Ink 448">
                <a:extLst>
                  <a:ext uri="{FF2B5EF4-FFF2-40B4-BE49-F238E27FC236}">
                    <a16:creationId xmlns:a16="http://schemas.microsoft.com/office/drawing/2014/main" id="{60F48DDB-FFCD-9AEF-A171-5A5EB7F324F8}"/>
                  </a:ext>
                </a:extLst>
              </p:cNvPr>
              <p:cNvPicPr/>
              <p:nvPr/>
            </p:nvPicPr>
            <p:blipFill>
              <a:blip r:embed="rId606"/>
              <a:stretch>
                <a:fillRect/>
              </a:stretch>
            </p:blipFill>
            <p:spPr>
              <a:xfrm>
                <a:off x="6966837" y="4326783"/>
                <a:ext cx="326880" cy="41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07">
            <p14:nvContentPartPr>
              <p14:cNvPr id="451" name="Ink 450">
                <a:extLst>
                  <a:ext uri="{FF2B5EF4-FFF2-40B4-BE49-F238E27FC236}">
                    <a16:creationId xmlns:a16="http://schemas.microsoft.com/office/drawing/2014/main" id="{EC850AC8-5480-0905-7257-86EDAE4A1E5F}"/>
                  </a:ext>
                </a:extLst>
              </p14:cNvPr>
              <p14:cNvContentPartPr/>
              <p14:nvPr/>
            </p14:nvContentPartPr>
            <p14:xfrm>
              <a:off x="8433477" y="4273503"/>
              <a:ext cx="63000" cy="120240"/>
            </p14:xfrm>
          </p:contentPart>
        </mc:Choice>
        <mc:Fallback>
          <p:pic>
            <p:nvPicPr>
              <p:cNvPr id="451" name="Ink 450">
                <a:extLst>
                  <a:ext uri="{FF2B5EF4-FFF2-40B4-BE49-F238E27FC236}">
                    <a16:creationId xmlns:a16="http://schemas.microsoft.com/office/drawing/2014/main" id="{EC850AC8-5480-0905-7257-86EDAE4A1E5F}"/>
                  </a:ext>
                </a:extLst>
              </p:cNvPr>
              <p:cNvPicPr/>
              <p:nvPr/>
            </p:nvPicPr>
            <p:blipFill>
              <a:blip r:embed="rId608"/>
              <a:stretch>
                <a:fillRect/>
              </a:stretch>
            </p:blipFill>
            <p:spPr>
              <a:xfrm>
                <a:off x="8415837" y="4255503"/>
                <a:ext cx="98640" cy="15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09">
            <p14:nvContentPartPr>
              <p14:cNvPr id="453" name="Ink 452">
                <a:extLst>
                  <a:ext uri="{FF2B5EF4-FFF2-40B4-BE49-F238E27FC236}">
                    <a16:creationId xmlns:a16="http://schemas.microsoft.com/office/drawing/2014/main" id="{56027116-3A53-6B77-DC41-2EF5608D1747}"/>
                  </a:ext>
                </a:extLst>
              </p14:cNvPr>
              <p14:cNvContentPartPr/>
              <p14:nvPr/>
            </p14:nvContentPartPr>
            <p14:xfrm>
              <a:off x="8776197" y="4553583"/>
              <a:ext cx="100800" cy="16560"/>
            </p14:xfrm>
          </p:contentPart>
        </mc:Choice>
        <mc:Fallback>
          <p:pic>
            <p:nvPicPr>
              <p:cNvPr id="453" name="Ink 452">
                <a:extLst>
                  <a:ext uri="{FF2B5EF4-FFF2-40B4-BE49-F238E27FC236}">
                    <a16:creationId xmlns:a16="http://schemas.microsoft.com/office/drawing/2014/main" id="{56027116-3A53-6B77-DC41-2EF5608D1747}"/>
                  </a:ext>
                </a:extLst>
              </p:cNvPr>
              <p:cNvPicPr/>
              <p:nvPr/>
            </p:nvPicPr>
            <p:blipFill>
              <a:blip r:embed="rId610"/>
              <a:stretch>
                <a:fillRect/>
              </a:stretch>
            </p:blipFill>
            <p:spPr>
              <a:xfrm>
                <a:off x="8758197" y="4535943"/>
                <a:ext cx="136440" cy="5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11">
            <p14:nvContentPartPr>
              <p14:cNvPr id="454" name="Ink 453">
                <a:extLst>
                  <a:ext uri="{FF2B5EF4-FFF2-40B4-BE49-F238E27FC236}">
                    <a16:creationId xmlns:a16="http://schemas.microsoft.com/office/drawing/2014/main" id="{1376436A-E50B-FA73-6493-6C686E54C798}"/>
                  </a:ext>
                </a:extLst>
              </p14:cNvPr>
              <p14:cNvContentPartPr/>
              <p14:nvPr/>
            </p14:nvContentPartPr>
            <p14:xfrm>
              <a:off x="8757477" y="4624143"/>
              <a:ext cx="119160" cy="21240"/>
            </p14:xfrm>
          </p:contentPart>
        </mc:Choice>
        <mc:Fallback>
          <p:pic>
            <p:nvPicPr>
              <p:cNvPr id="454" name="Ink 453">
                <a:extLst>
                  <a:ext uri="{FF2B5EF4-FFF2-40B4-BE49-F238E27FC236}">
                    <a16:creationId xmlns:a16="http://schemas.microsoft.com/office/drawing/2014/main" id="{1376436A-E50B-FA73-6493-6C686E54C798}"/>
                  </a:ext>
                </a:extLst>
              </p:cNvPr>
              <p:cNvPicPr/>
              <p:nvPr/>
            </p:nvPicPr>
            <p:blipFill>
              <a:blip r:embed="rId612"/>
              <a:stretch>
                <a:fillRect/>
              </a:stretch>
            </p:blipFill>
            <p:spPr>
              <a:xfrm>
                <a:off x="8739837" y="4606503"/>
                <a:ext cx="154800" cy="5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13">
            <p14:nvContentPartPr>
              <p14:cNvPr id="455" name="Ink 454">
                <a:extLst>
                  <a:ext uri="{FF2B5EF4-FFF2-40B4-BE49-F238E27FC236}">
                    <a16:creationId xmlns:a16="http://schemas.microsoft.com/office/drawing/2014/main" id="{181713AD-0992-B0F1-2C19-26E80D9967B6}"/>
                  </a:ext>
                </a:extLst>
              </p14:cNvPr>
              <p14:cNvContentPartPr/>
              <p14:nvPr/>
            </p14:nvContentPartPr>
            <p14:xfrm>
              <a:off x="9235917" y="4468623"/>
              <a:ext cx="172440" cy="143280"/>
            </p14:xfrm>
          </p:contentPart>
        </mc:Choice>
        <mc:Fallback>
          <p:pic>
            <p:nvPicPr>
              <p:cNvPr id="455" name="Ink 454">
                <a:extLst>
                  <a:ext uri="{FF2B5EF4-FFF2-40B4-BE49-F238E27FC236}">
                    <a16:creationId xmlns:a16="http://schemas.microsoft.com/office/drawing/2014/main" id="{181713AD-0992-B0F1-2C19-26E80D9967B6}"/>
                  </a:ext>
                </a:extLst>
              </p:cNvPr>
              <p:cNvPicPr/>
              <p:nvPr/>
            </p:nvPicPr>
            <p:blipFill>
              <a:blip r:embed="rId614"/>
              <a:stretch>
                <a:fillRect/>
              </a:stretch>
            </p:blipFill>
            <p:spPr>
              <a:xfrm>
                <a:off x="9217917" y="4450623"/>
                <a:ext cx="208080" cy="17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15">
            <p14:nvContentPartPr>
              <p14:cNvPr id="456" name="Ink 455">
                <a:extLst>
                  <a:ext uri="{FF2B5EF4-FFF2-40B4-BE49-F238E27FC236}">
                    <a16:creationId xmlns:a16="http://schemas.microsoft.com/office/drawing/2014/main" id="{056FF505-E4F9-2A7D-8E31-8AB7F7E683CA}"/>
                  </a:ext>
                </a:extLst>
              </p14:cNvPr>
              <p14:cNvContentPartPr/>
              <p14:nvPr/>
            </p14:nvContentPartPr>
            <p14:xfrm>
              <a:off x="9503397" y="4357383"/>
              <a:ext cx="204840" cy="218520"/>
            </p14:xfrm>
          </p:contentPart>
        </mc:Choice>
        <mc:Fallback>
          <p:pic>
            <p:nvPicPr>
              <p:cNvPr id="456" name="Ink 455">
                <a:extLst>
                  <a:ext uri="{FF2B5EF4-FFF2-40B4-BE49-F238E27FC236}">
                    <a16:creationId xmlns:a16="http://schemas.microsoft.com/office/drawing/2014/main" id="{056FF505-E4F9-2A7D-8E31-8AB7F7E683CA}"/>
                  </a:ext>
                </a:extLst>
              </p:cNvPr>
              <p:cNvPicPr/>
              <p:nvPr/>
            </p:nvPicPr>
            <p:blipFill>
              <a:blip r:embed="rId616"/>
              <a:stretch>
                <a:fillRect/>
              </a:stretch>
            </p:blipFill>
            <p:spPr>
              <a:xfrm>
                <a:off x="9485757" y="4339383"/>
                <a:ext cx="240480" cy="25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17">
            <p14:nvContentPartPr>
              <p14:cNvPr id="457" name="Ink 456">
                <a:extLst>
                  <a:ext uri="{FF2B5EF4-FFF2-40B4-BE49-F238E27FC236}">
                    <a16:creationId xmlns:a16="http://schemas.microsoft.com/office/drawing/2014/main" id="{A1FE82B4-CA7C-7A60-C254-D8E4872B84A8}"/>
                  </a:ext>
                </a:extLst>
              </p14:cNvPr>
              <p14:cNvContentPartPr/>
              <p14:nvPr/>
            </p14:nvContentPartPr>
            <p14:xfrm>
              <a:off x="9700677" y="4475823"/>
              <a:ext cx="137520" cy="243720"/>
            </p14:xfrm>
          </p:contentPart>
        </mc:Choice>
        <mc:Fallback>
          <p:pic>
            <p:nvPicPr>
              <p:cNvPr id="457" name="Ink 456">
                <a:extLst>
                  <a:ext uri="{FF2B5EF4-FFF2-40B4-BE49-F238E27FC236}">
                    <a16:creationId xmlns:a16="http://schemas.microsoft.com/office/drawing/2014/main" id="{A1FE82B4-CA7C-7A60-C254-D8E4872B84A8}"/>
                  </a:ext>
                </a:extLst>
              </p:cNvPr>
              <p:cNvPicPr/>
              <p:nvPr/>
            </p:nvPicPr>
            <p:blipFill>
              <a:blip r:embed="rId618"/>
              <a:stretch>
                <a:fillRect/>
              </a:stretch>
            </p:blipFill>
            <p:spPr>
              <a:xfrm>
                <a:off x="9682677" y="4458183"/>
                <a:ext cx="173160" cy="27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19">
            <p14:nvContentPartPr>
              <p14:cNvPr id="458" name="Ink 457">
                <a:extLst>
                  <a:ext uri="{FF2B5EF4-FFF2-40B4-BE49-F238E27FC236}">
                    <a16:creationId xmlns:a16="http://schemas.microsoft.com/office/drawing/2014/main" id="{5283B3E1-0618-5B19-37A0-034690DECBE5}"/>
                  </a:ext>
                </a:extLst>
              </p14:cNvPr>
              <p14:cNvContentPartPr/>
              <p14:nvPr/>
            </p14:nvContentPartPr>
            <p14:xfrm>
              <a:off x="9857637" y="4318503"/>
              <a:ext cx="29160" cy="27720"/>
            </p14:xfrm>
          </p:contentPart>
        </mc:Choice>
        <mc:Fallback>
          <p:pic>
            <p:nvPicPr>
              <p:cNvPr id="458" name="Ink 457">
                <a:extLst>
                  <a:ext uri="{FF2B5EF4-FFF2-40B4-BE49-F238E27FC236}">
                    <a16:creationId xmlns:a16="http://schemas.microsoft.com/office/drawing/2014/main" id="{5283B3E1-0618-5B19-37A0-034690DECBE5}"/>
                  </a:ext>
                </a:extLst>
              </p:cNvPr>
              <p:cNvPicPr/>
              <p:nvPr/>
            </p:nvPicPr>
            <p:blipFill>
              <a:blip r:embed="rId620"/>
              <a:stretch>
                <a:fillRect/>
              </a:stretch>
            </p:blipFill>
            <p:spPr>
              <a:xfrm>
                <a:off x="9839637" y="4300863"/>
                <a:ext cx="64800" cy="6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21">
            <p14:nvContentPartPr>
              <p14:cNvPr id="459" name="Ink 458">
                <a:extLst>
                  <a:ext uri="{FF2B5EF4-FFF2-40B4-BE49-F238E27FC236}">
                    <a16:creationId xmlns:a16="http://schemas.microsoft.com/office/drawing/2014/main" id="{365368F5-2A24-B2FF-50E0-D410DD526079}"/>
                  </a:ext>
                </a:extLst>
              </p14:cNvPr>
              <p14:cNvContentPartPr/>
              <p14:nvPr/>
            </p14:nvContentPartPr>
            <p14:xfrm>
              <a:off x="10067157" y="4265223"/>
              <a:ext cx="179280" cy="262800"/>
            </p14:xfrm>
          </p:contentPart>
        </mc:Choice>
        <mc:Fallback>
          <p:pic>
            <p:nvPicPr>
              <p:cNvPr id="459" name="Ink 458">
                <a:extLst>
                  <a:ext uri="{FF2B5EF4-FFF2-40B4-BE49-F238E27FC236}">
                    <a16:creationId xmlns:a16="http://schemas.microsoft.com/office/drawing/2014/main" id="{365368F5-2A24-B2FF-50E0-D410DD526079}"/>
                  </a:ext>
                </a:extLst>
              </p:cNvPr>
              <p:cNvPicPr/>
              <p:nvPr/>
            </p:nvPicPr>
            <p:blipFill>
              <a:blip r:embed="rId622"/>
              <a:stretch>
                <a:fillRect/>
              </a:stretch>
            </p:blipFill>
            <p:spPr>
              <a:xfrm>
                <a:off x="10049517" y="4247223"/>
                <a:ext cx="214920" cy="29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23">
            <p14:nvContentPartPr>
              <p14:cNvPr id="460" name="Ink 459">
                <a:extLst>
                  <a:ext uri="{FF2B5EF4-FFF2-40B4-BE49-F238E27FC236}">
                    <a16:creationId xmlns:a16="http://schemas.microsoft.com/office/drawing/2014/main" id="{2AFB78C1-4004-0988-786F-36E5A6FAE42D}"/>
                  </a:ext>
                </a:extLst>
              </p14:cNvPr>
              <p14:cNvContentPartPr/>
              <p14:nvPr/>
            </p14:nvContentPartPr>
            <p14:xfrm>
              <a:off x="10122597" y="4402023"/>
              <a:ext cx="100440" cy="14400"/>
            </p14:xfrm>
          </p:contentPart>
        </mc:Choice>
        <mc:Fallback>
          <p:pic>
            <p:nvPicPr>
              <p:cNvPr id="460" name="Ink 459">
                <a:extLst>
                  <a:ext uri="{FF2B5EF4-FFF2-40B4-BE49-F238E27FC236}">
                    <a16:creationId xmlns:a16="http://schemas.microsoft.com/office/drawing/2014/main" id="{2AFB78C1-4004-0988-786F-36E5A6FAE42D}"/>
                  </a:ext>
                </a:extLst>
              </p:cNvPr>
              <p:cNvPicPr/>
              <p:nvPr/>
            </p:nvPicPr>
            <p:blipFill>
              <a:blip r:embed="rId624"/>
              <a:stretch>
                <a:fillRect/>
              </a:stretch>
            </p:blipFill>
            <p:spPr>
              <a:xfrm>
                <a:off x="10104597" y="4384383"/>
                <a:ext cx="136080" cy="5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25">
            <p14:nvContentPartPr>
              <p14:cNvPr id="462" name="Ink 461">
                <a:extLst>
                  <a:ext uri="{FF2B5EF4-FFF2-40B4-BE49-F238E27FC236}">
                    <a16:creationId xmlns:a16="http://schemas.microsoft.com/office/drawing/2014/main" id="{F4BAB44F-E470-E142-6ABF-95EF3FE6F28C}"/>
                  </a:ext>
                </a:extLst>
              </p14:cNvPr>
              <p14:cNvContentPartPr/>
              <p14:nvPr/>
            </p14:nvContentPartPr>
            <p14:xfrm>
              <a:off x="10433997" y="4415703"/>
              <a:ext cx="98640" cy="24120"/>
            </p14:xfrm>
          </p:contentPart>
        </mc:Choice>
        <mc:Fallback>
          <p:pic>
            <p:nvPicPr>
              <p:cNvPr id="462" name="Ink 461">
                <a:extLst>
                  <a:ext uri="{FF2B5EF4-FFF2-40B4-BE49-F238E27FC236}">
                    <a16:creationId xmlns:a16="http://schemas.microsoft.com/office/drawing/2014/main" id="{F4BAB44F-E470-E142-6ABF-95EF3FE6F28C}"/>
                  </a:ext>
                </a:extLst>
              </p:cNvPr>
              <p:cNvPicPr/>
              <p:nvPr/>
            </p:nvPicPr>
            <p:blipFill>
              <a:blip r:embed="rId626"/>
              <a:stretch>
                <a:fillRect/>
              </a:stretch>
            </p:blipFill>
            <p:spPr>
              <a:xfrm>
                <a:off x="10416357" y="4397703"/>
                <a:ext cx="134280" cy="5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27">
            <p14:nvContentPartPr>
              <p14:cNvPr id="463" name="Ink 462">
                <a:extLst>
                  <a:ext uri="{FF2B5EF4-FFF2-40B4-BE49-F238E27FC236}">
                    <a16:creationId xmlns:a16="http://schemas.microsoft.com/office/drawing/2014/main" id="{4C6E22C9-765A-A7FA-ED7C-58E5A62BC9AF}"/>
                  </a:ext>
                </a:extLst>
              </p14:cNvPr>
              <p14:cNvContentPartPr/>
              <p14:nvPr/>
            </p14:nvContentPartPr>
            <p14:xfrm>
              <a:off x="10439757" y="4521903"/>
              <a:ext cx="102960" cy="24120"/>
            </p14:xfrm>
          </p:contentPart>
        </mc:Choice>
        <mc:Fallback>
          <p:pic>
            <p:nvPicPr>
              <p:cNvPr id="463" name="Ink 462">
                <a:extLst>
                  <a:ext uri="{FF2B5EF4-FFF2-40B4-BE49-F238E27FC236}">
                    <a16:creationId xmlns:a16="http://schemas.microsoft.com/office/drawing/2014/main" id="{4C6E22C9-765A-A7FA-ED7C-58E5A62BC9AF}"/>
                  </a:ext>
                </a:extLst>
              </p:cNvPr>
              <p:cNvPicPr/>
              <p:nvPr/>
            </p:nvPicPr>
            <p:blipFill>
              <a:blip r:embed="rId628"/>
              <a:stretch>
                <a:fillRect/>
              </a:stretch>
            </p:blipFill>
            <p:spPr>
              <a:xfrm>
                <a:off x="10421757" y="4503903"/>
                <a:ext cx="138600" cy="5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29">
            <p14:nvContentPartPr>
              <p14:cNvPr id="464" name="Ink 463">
                <a:extLst>
                  <a:ext uri="{FF2B5EF4-FFF2-40B4-BE49-F238E27FC236}">
                    <a16:creationId xmlns:a16="http://schemas.microsoft.com/office/drawing/2014/main" id="{FC1A9455-09A0-25A2-34D1-C457ED0FB03A}"/>
                  </a:ext>
                </a:extLst>
              </p14:cNvPr>
              <p14:cNvContentPartPr/>
              <p14:nvPr/>
            </p14:nvContentPartPr>
            <p14:xfrm>
              <a:off x="10847277" y="4376103"/>
              <a:ext cx="173160" cy="153360"/>
            </p14:xfrm>
          </p:contentPart>
        </mc:Choice>
        <mc:Fallback>
          <p:pic>
            <p:nvPicPr>
              <p:cNvPr id="464" name="Ink 463">
                <a:extLst>
                  <a:ext uri="{FF2B5EF4-FFF2-40B4-BE49-F238E27FC236}">
                    <a16:creationId xmlns:a16="http://schemas.microsoft.com/office/drawing/2014/main" id="{FC1A9455-09A0-25A2-34D1-C457ED0FB03A}"/>
                  </a:ext>
                </a:extLst>
              </p:cNvPr>
              <p:cNvPicPr/>
              <p:nvPr/>
            </p:nvPicPr>
            <p:blipFill>
              <a:blip r:embed="rId630"/>
              <a:stretch>
                <a:fillRect/>
              </a:stretch>
            </p:blipFill>
            <p:spPr>
              <a:xfrm>
                <a:off x="10829637" y="4358103"/>
                <a:ext cx="208800" cy="18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31">
            <p14:nvContentPartPr>
              <p14:cNvPr id="465" name="Ink 464">
                <a:extLst>
                  <a:ext uri="{FF2B5EF4-FFF2-40B4-BE49-F238E27FC236}">
                    <a16:creationId xmlns:a16="http://schemas.microsoft.com/office/drawing/2014/main" id="{A3401AC8-1953-1BB9-6A12-6C836F44EAEE}"/>
                  </a:ext>
                </a:extLst>
              </p14:cNvPr>
              <p14:cNvContentPartPr/>
              <p14:nvPr/>
            </p14:nvContentPartPr>
            <p14:xfrm>
              <a:off x="11125917" y="4255143"/>
              <a:ext cx="205920" cy="251640"/>
            </p14:xfrm>
          </p:contentPart>
        </mc:Choice>
        <mc:Fallback>
          <p:pic>
            <p:nvPicPr>
              <p:cNvPr id="465" name="Ink 464">
                <a:extLst>
                  <a:ext uri="{FF2B5EF4-FFF2-40B4-BE49-F238E27FC236}">
                    <a16:creationId xmlns:a16="http://schemas.microsoft.com/office/drawing/2014/main" id="{A3401AC8-1953-1BB9-6A12-6C836F44EAEE}"/>
                  </a:ext>
                </a:extLst>
              </p:cNvPr>
              <p:cNvPicPr/>
              <p:nvPr/>
            </p:nvPicPr>
            <p:blipFill>
              <a:blip r:embed="rId632"/>
              <a:stretch>
                <a:fillRect/>
              </a:stretch>
            </p:blipFill>
            <p:spPr>
              <a:xfrm>
                <a:off x="11108277" y="4237143"/>
                <a:ext cx="241560" cy="28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33">
            <p14:nvContentPartPr>
              <p14:cNvPr id="466" name="Ink 465">
                <a:extLst>
                  <a:ext uri="{FF2B5EF4-FFF2-40B4-BE49-F238E27FC236}">
                    <a16:creationId xmlns:a16="http://schemas.microsoft.com/office/drawing/2014/main" id="{16A497B1-EA42-5421-6D5F-516607AB9AEC}"/>
                  </a:ext>
                </a:extLst>
              </p14:cNvPr>
              <p14:cNvContentPartPr/>
              <p14:nvPr/>
            </p14:nvContentPartPr>
            <p14:xfrm>
              <a:off x="11306637" y="4341903"/>
              <a:ext cx="148680" cy="276840"/>
            </p14:xfrm>
          </p:contentPart>
        </mc:Choice>
        <mc:Fallback>
          <p:pic>
            <p:nvPicPr>
              <p:cNvPr id="466" name="Ink 465">
                <a:extLst>
                  <a:ext uri="{FF2B5EF4-FFF2-40B4-BE49-F238E27FC236}">
                    <a16:creationId xmlns:a16="http://schemas.microsoft.com/office/drawing/2014/main" id="{16A497B1-EA42-5421-6D5F-516607AB9AEC}"/>
                  </a:ext>
                </a:extLst>
              </p:cNvPr>
              <p:cNvPicPr/>
              <p:nvPr/>
            </p:nvPicPr>
            <p:blipFill>
              <a:blip r:embed="rId634"/>
              <a:stretch>
                <a:fillRect/>
              </a:stretch>
            </p:blipFill>
            <p:spPr>
              <a:xfrm>
                <a:off x="11288637" y="4323903"/>
                <a:ext cx="184320" cy="31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35">
            <p14:nvContentPartPr>
              <p14:cNvPr id="467" name="Ink 466">
                <a:extLst>
                  <a:ext uri="{FF2B5EF4-FFF2-40B4-BE49-F238E27FC236}">
                    <a16:creationId xmlns:a16="http://schemas.microsoft.com/office/drawing/2014/main" id="{E7BEBE19-34A7-EAFC-0EEA-77B4A2BD3BF2}"/>
                  </a:ext>
                </a:extLst>
              </p14:cNvPr>
              <p14:cNvContentPartPr/>
              <p14:nvPr/>
            </p14:nvContentPartPr>
            <p14:xfrm>
              <a:off x="11420037" y="4258743"/>
              <a:ext cx="32040" cy="29160"/>
            </p14:xfrm>
          </p:contentPart>
        </mc:Choice>
        <mc:Fallback>
          <p:pic>
            <p:nvPicPr>
              <p:cNvPr id="467" name="Ink 466">
                <a:extLst>
                  <a:ext uri="{FF2B5EF4-FFF2-40B4-BE49-F238E27FC236}">
                    <a16:creationId xmlns:a16="http://schemas.microsoft.com/office/drawing/2014/main" id="{E7BEBE19-34A7-EAFC-0EEA-77B4A2BD3BF2}"/>
                  </a:ext>
                </a:extLst>
              </p:cNvPr>
              <p:cNvPicPr/>
              <p:nvPr/>
            </p:nvPicPr>
            <p:blipFill>
              <a:blip r:embed="rId636"/>
              <a:stretch>
                <a:fillRect/>
              </a:stretch>
            </p:blipFill>
            <p:spPr>
              <a:xfrm>
                <a:off x="11402037" y="4241103"/>
                <a:ext cx="67680" cy="6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37">
            <p14:nvContentPartPr>
              <p14:cNvPr id="468" name="Ink 467">
                <a:extLst>
                  <a:ext uri="{FF2B5EF4-FFF2-40B4-BE49-F238E27FC236}">
                    <a16:creationId xmlns:a16="http://schemas.microsoft.com/office/drawing/2014/main" id="{3CF139FD-E1AE-9094-6CD6-9B64DE5BA1AE}"/>
                  </a:ext>
                </a:extLst>
              </p14:cNvPr>
              <p14:cNvContentPartPr/>
              <p14:nvPr/>
            </p14:nvContentPartPr>
            <p14:xfrm>
              <a:off x="11575557" y="4288623"/>
              <a:ext cx="152280" cy="240840"/>
            </p14:xfrm>
          </p:contentPart>
        </mc:Choice>
        <mc:Fallback>
          <p:pic>
            <p:nvPicPr>
              <p:cNvPr id="468" name="Ink 467">
                <a:extLst>
                  <a:ext uri="{FF2B5EF4-FFF2-40B4-BE49-F238E27FC236}">
                    <a16:creationId xmlns:a16="http://schemas.microsoft.com/office/drawing/2014/main" id="{3CF139FD-E1AE-9094-6CD6-9B64DE5BA1AE}"/>
                  </a:ext>
                </a:extLst>
              </p:cNvPr>
              <p:cNvPicPr/>
              <p:nvPr/>
            </p:nvPicPr>
            <p:blipFill>
              <a:blip r:embed="rId638"/>
              <a:stretch>
                <a:fillRect/>
              </a:stretch>
            </p:blipFill>
            <p:spPr>
              <a:xfrm>
                <a:off x="11557917" y="4270983"/>
                <a:ext cx="187920" cy="27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39">
            <p14:nvContentPartPr>
              <p14:cNvPr id="469" name="Ink 468">
                <a:extLst>
                  <a:ext uri="{FF2B5EF4-FFF2-40B4-BE49-F238E27FC236}">
                    <a16:creationId xmlns:a16="http://schemas.microsoft.com/office/drawing/2014/main" id="{DC2D3F90-6BE1-7F14-54EF-79B2D42A6D7E}"/>
                  </a:ext>
                </a:extLst>
              </p14:cNvPr>
              <p14:cNvContentPartPr/>
              <p14:nvPr/>
            </p14:nvContentPartPr>
            <p14:xfrm>
              <a:off x="11580237" y="4361343"/>
              <a:ext cx="137520" cy="65160"/>
            </p14:xfrm>
          </p:contentPart>
        </mc:Choice>
        <mc:Fallback>
          <p:pic>
            <p:nvPicPr>
              <p:cNvPr id="469" name="Ink 468">
                <a:extLst>
                  <a:ext uri="{FF2B5EF4-FFF2-40B4-BE49-F238E27FC236}">
                    <a16:creationId xmlns:a16="http://schemas.microsoft.com/office/drawing/2014/main" id="{DC2D3F90-6BE1-7F14-54EF-79B2D42A6D7E}"/>
                  </a:ext>
                </a:extLst>
              </p:cNvPr>
              <p:cNvPicPr/>
              <p:nvPr/>
            </p:nvPicPr>
            <p:blipFill>
              <a:blip r:embed="rId640"/>
              <a:stretch>
                <a:fillRect/>
              </a:stretch>
            </p:blipFill>
            <p:spPr>
              <a:xfrm>
                <a:off x="11562237" y="4343343"/>
                <a:ext cx="173160" cy="10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41">
            <p14:nvContentPartPr>
              <p14:cNvPr id="470" name="Ink 469">
                <a:extLst>
                  <a:ext uri="{FF2B5EF4-FFF2-40B4-BE49-F238E27FC236}">
                    <a16:creationId xmlns:a16="http://schemas.microsoft.com/office/drawing/2014/main" id="{42593660-28AC-D3EB-33C2-2FD29A84DDBA}"/>
                  </a:ext>
                </a:extLst>
              </p14:cNvPr>
              <p14:cNvContentPartPr/>
              <p14:nvPr/>
            </p14:nvContentPartPr>
            <p14:xfrm>
              <a:off x="11791557" y="4186743"/>
              <a:ext cx="76320" cy="193680"/>
            </p14:xfrm>
          </p:contentPart>
        </mc:Choice>
        <mc:Fallback>
          <p:pic>
            <p:nvPicPr>
              <p:cNvPr id="470" name="Ink 469">
                <a:extLst>
                  <a:ext uri="{FF2B5EF4-FFF2-40B4-BE49-F238E27FC236}">
                    <a16:creationId xmlns:a16="http://schemas.microsoft.com/office/drawing/2014/main" id="{42593660-28AC-D3EB-33C2-2FD29A84DDBA}"/>
                  </a:ext>
                </a:extLst>
              </p:cNvPr>
              <p:cNvPicPr/>
              <p:nvPr/>
            </p:nvPicPr>
            <p:blipFill>
              <a:blip r:embed="rId642"/>
              <a:stretch>
                <a:fillRect/>
              </a:stretch>
            </p:blipFill>
            <p:spPr>
              <a:xfrm>
                <a:off x="11773917" y="4168743"/>
                <a:ext cx="111960" cy="22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43">
            <p14:nvContentPartPr>
              <p14:cNvPr id="472" name="Ink 471">
                <a:extLst>
                  <a:ext uri="{FF2B5EF4-FFF2-40B4-BE49-F238E27FC236}">
                    <a16:creationId xmlns:a16="http://schemas.microsoft.com/office/drawing/2014/main" id="{EB380225-8013-5AF6-37CA-30966E609FA8}"/>
                  </a:ext>
                </a:extLst>
              </p14:cNvPr>
              <p14:cNvContentPartPr/>
              <p14:nvPr/>
            </p14:nvContentPartPr>
            <p14:xfrm>
              <a:off x="10121877" y="4499583"/>
              <a:ext cx="12600" cy="13320"/>
            </p14:xfrm>
          </p:contentPart>
        </mc:Choice>
        <mc:Fallback>
          <p:pic>
            <p:nvPicPr>
              <p:cNvPr id="472" name="Ink 471">
                <a:extLst>
                  <a:ext uri="{FF2B5EF4-FFF2-40B4-BE49-F238E27FC236}">
                    <a16:creationId xmlns:a16="http://schemas.microsoft.com/office/drawing/2014/main" id="{EB380225-8013-5AF6-37CA-30966E609FA8}"/>
                  </a:ext>
                </a:extLst>
              </p:cNvPr>
              <p:cNvPicPr/>
              <p:nvPr/>
            </p:nvPicPr>
            <p:blipFill>
              <a:blip r:embed="rId644"/>
              <a:stretch>
                <a:fillRect/>
              </a:stretch>
            </p:blipFill>
            <p:spPr>
              <a:xfrm>
                <a:off x="10104237" y="4481943"/>
                <a:ext cx="48240" cy="4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45">
            <p14:nvContentPartPr>
              <p14:cNvPr id="283" name="Ink 282">
                <a:extLst>
                  <a:ext uri="{FF2B5EF4-FFF2-40B4-BE49-F238E27FC236}">
                    <a16:creationId xmlns:a16="http://schemas.microsoft.com/office/drawing/2014/main" id="{6F990A3D-F29E-28DC-C01C-F661C26ECA3F}"/>
                  </a:ext>
                </a:extLst>
              </p14:cNvPr>
              <p14:cNvContentPartPr/>
              <p14:nvPr/>
            </p14:nvContentPartPr>
            <p14:xfrm>
              <a:off x="4770837" y="5027343"/>
              <a:ext cx="277920" cy="135720"/>
            </p14:xfrm>
          </p:contentPart>
        </mc:Choice>
        <mc:Fallback>
          <p:pic>
            <p:nvPicPr>
              <p:cNvPr id="283" name="Ink 282">
                <a:extLst>
                  <a:ext uri="{FF2B5EF4-FFF2-40B4-BE49-F238E27FC236}">
                    <a16:creationId xmlns:a16="http://schemas.microsoft.com/office/drawing/2014/main" id="{6F990A3D-F29E-28DC-C01C-F661C26ECA3F}"/>
                  </a:ext>
                </a:extLst>
              </p:cNvPr>
              <p:cNvPicPr/>
              <p:nvPr/>
            </p:nvPicPr>
            <p:blipFill>
              <a:blip r:embed="rId646"/>
              <a:stretch>
                <a:fillRect/>
              </a:stretch>
            </p:blipFill>
            <p:spPr>
              <a:xfrm>
                <a:off x="4752837" y="5009703"/>
                <a:ext cx="313560" cy="17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47">
            <p14:nvContentPartPr>
              <p14:cNvPr id="284" name="Ink 283">
                <a:extLst>
                  <a:ext uri="{FF2B5EF4-FFF2-40B4-BE49-F238E27FC236}">
                    <a16:creationId xmlns:a16="http://schemas.microsoft.com/office/drawing/2014/main" id="{D3FA779A-8447-049E-D96B-7A5442DD16A2}"/>
                  </a:ext>
                </a:extLst>
              </p14:cNvPr>
              <p14:cNvContentPartPr/>
              <p14:nvPr/>
            </p14:nvContentPartPr>
            <p14:xfrm>
              <a:off x="5084757" y="4846623"/>
              <a:ext cx="701280" cy="327600"/>
            </p14:xfrm>
          </p:contentPart>
        </mc:Choice>
        <mc:Fallback>
          <p:pic>
            <p:nvPicPr>
              <p:cNvPr id="284" name="Ink 283">
                <a:extLst>
                  <a:ext uri="{FF2B5EF4-FFF2-40B4-BE49-F238E27FC236}">
                    <a16:creationId xmlns:a16="http://schemas.microsoft.com/office/drawing/2014/main" id="{D3FA779A-8447-049E-D96B-7A5442DD16A2}"/>
                  </a:ext>
                </a:extLst>
              </p:cNvPr>
              <p:cNvPicPr/>
              <p:nvPr/>
            </p:nvPicPr>
            <p:blipFill>
              <a:blip r:embed="rId648"/>
              <a:stretch>
                <a:fillRect/>
              </a:stretch>
            </p:blipFill>
            <p:spPr>
              <a:xfrm>
                <a:off x="5066757" y="4828623"/>
                <a:ext cx="736920" cy="36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49">
            <p14:nvContentPartPr>
              <p14:cNvPr id="285" name="Ink 284">
                <a:extLst>
                  <a:ext uri="{FF2B5EF4-FFF2-40B4-BE49-F238E27FC236}">
                    <a16:creationId xmlns:a16="http://schemas.microsoft.com/office/drawing/2014/main" id="{40FCD868-8295-965D-4080-E984AED53453}"/>
                  </a:ext>
                </a:extLst>
              </p14:cNvPr>
              <p14:cNvContentPartPr/>
              <p14:nvPr/>
            </p14:nvContentPartPr>
            <p14:xfrm>
              <a:off x="5865597" y="4994223"/>
              <a:ext cx="69120" cy="110880"/>
            </p14:xfrm>
          </p:contentPart>
        </mc:Choice>
        <mc:Fallback>
          <p:pic>
            <p:nvPicPr>
              <p:cNvPr id="285" name="Ink 284">
                <a:extLst>
                  <a:ext uri="{FF2B5EF4-FFF2-40B4-BE49-F238E27FC236}">
                    <a16:creationId xmlns:a16="http://schemas.microsoft.com/office/drawing/2014/main" id="{40FCD868-8295-965D-4080-E984AED53453}"/>
                  </a:ext>
                </a:extLst>
              </p:cNvPr>
              <p:cNvPicPr/>
              <p:nvPr/>
            </p:nvPicPr>
            <p:blipFill>
              <a:blip r:embed="rId650"/>
              <a:stretch>
                <a:fillRect/>
              </a:stretch>
            </p:blipFill>
            <p:spPr>
              <a:xfrm>
                <a:off x="5847597" y="4976223"/>
                <a:ext cx="104760" cy="14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51">
            <p14:nvContentPartPr>
              <p14:cNvPr id="286" name="Ink 285">
                <a:extLst>
                  <a:ext uri="{FF2B5EF4-FFF2-40B4-BE49-F238E27FC236}">
                    <a16:creationId xmlns:a16="http://schemas.microsoft.com/office/drawing/2014/main" id="{A780ECAA-29B5-1A59-BF78-A06DCD5958C8}"/>
                  </a:ext>
                </a:extLst>
              </p14:cNvPr>
              <p14:cNvContentPartPr/>
              <p14:nvPr/>
            </p14:nvContentPartPr>
            <p14:xfrm>
              <a:off x="5783157" y="4953183"/>
              <a:ext cx="168120" cy="148680"/>
            </p14:xfrm>
          </p:contentPart>
        </mc:Choice>
        <mc:Fallback>
          <p:pic>
            <p:nvPicPr>
              <p:cNvPr id="286" name="Ink 285">
                <a:extLst>
                  <a:ext uri="{FF2B5EF4-FFF2-40B4-BE49-F238E27FC236}">
                    <a16:creationId xmlns:a16="http://schemas.microsoft.com/office/drawing/2014/main" id="{A780ECAA-29B5-1A59-BF78-A06DCD5958C8}"/>
                  </a:ext>
                </a:extLst>
              </p:cNvPr>
              <p:cNvPicPr/>
              <p:nvPr/>
            </p:nvPicPr>
            <p:blipFill>
              <a:blip r:embed="rId652"/>
              <a:stretch>
                <a:fillRect/>
              </a:stretch>
            </p:blipFill>
            <p:spPr>
              <a:xfrm>
                <a:off x="5765517" y="4935183"/>
                <a:ext cx="203760" cy="18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53">
            <p14:nvContentPartPr>
              <p14:cNvPr id="287" name="Ink 286">
                <a:extLst>
                  <a:ext uri="{FF2B5EF4-FFF2-40B4-BE49-F238E27FC236}">
                    <a16:creationId xmlns:a16="http://schemas.microsoft.com/office/drawing/2014/main" id="{54264E53-3DB7-8BDB-4A8E-95ACEA983E56}"/>
                  </a:ext>
                </a:extLst>
              </p14:cNvPr>
              <p14:cNvContentPartPr/>
              <p14:nvPr/>
            </p14:nvContentPartPr>
            <p14:xfrm>
              <a:off x="5757957" y="4810623"/>
              <a:ext cx="13680" cy="42840"/>
            </p14:xfrm>
          </p:contentPart>
        </mc:Choice>
        <mc:Fallback>
          <p:pic>
            <p:nvPicPr>
              <p:cNvPr id="287" name="Ink 286">
                <a:extLst>
                  <a:ext uri="{FF2B5EF4-FFF2-40B4-BE49-F238E27FC236}">
                    <a16:creationId xmlns:a16="http://schemas.microsoft.com/office/drawing/2014/main" id="{54264E53-3DB7-8BDB-4A8E-95ACEA983E56}"/>
                  </a:ext>
                </a:extLst>
              </p:cNvPr>
              <p:cNvPicPr/>
              <p:nvPr/>
            </p:nvPicPr>
            <p:blipFill>
              <a:blip r:embed="rId654"/>
              <a:stretch>
                <a:fillRect/>
              </a:stretch>
            </p:blipFill>
            <p:spPr>
              <a:xfrm>
                <a:off x="5739957" y="4792623"/>
                <a:ext cx="49320" cy="7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55">
            <p14:nvContentPartPr>
              <p14:cNvPr id="288" name="Ink 287">
                <a:extLst>
                  <a:ext uri="{FF2B5EF4-FFF2-40B4-BE49-F238E27FC236}">
                    <a16:creationId xmlns:a16="http://schemas.microsoft.com/office/drawing/2014/main" id="{66FD2218-C339-172B-5BBF-ADA2FE5EBEB8}"/>
                  </a:ext>
                </a:extLst>
              </p14:cNvPr>
              <p14:cNvContentPartPr/>
              <p14:nvPr/>
            </p14:nvContentPartPr>
            <p14:xfrm>
              <a:off x="5347557" y="4878663"/>
              <a:ext cx="193320" cy="21240"/>
            </p14:xfrm>
          </p:contentPart>
        </mc:Choice>
        <mc:Fallback>
          <p:pic>
            <p:nvPicPr>
              <p:cNvPr id="288" name="Ink 287">
                <a:extLst>
                  <a:ext uri="{FF2B5EF4-FFF2-40B4-BE49-F238E27FC236}">
                    <a16:creationId xmlns:a16="http://schemas.microsoft.com/office/drawing/2014/main" id="{66FD2218-C339-172B-5BBF-ADA2FE5EBEB8}"/>
                  </a:ext>
                </a:extLst>
              </p:cNvPr>
              <p:cNvPicPr/>
              <p:nvPr/>
            </p:nvPicPr>
            <p:blipFill>
              <a:blip r:embed="rId656"/>
              <a:stretch>
                <a:fillRect/>
              </a:stretch>
            </p:blipFill>
            <p:spPr>
              <a:xfrm>
                <a:off x="5329557" y="4861023"/>
                <a:ext cx="228960" cy="5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57">
            <p14:nvContentPartPr>
              <p14:cNvPr id="289" name="Ink 288">
                <a:extLst>
                  <a:ext uri="{FF2B5EF4-FFF2-40B4-BE49-F238E27FC236}">
                    <a16:creationId xmlns:a16="http://schemas.microsoft.com/office/drawing/2014/main" id="{B1EAE89C-0ECD-5488-4FB0-9E1913C5C5DA}"/>
                  </a:ext>
                </a:extLst>
              </p14:cNvPr>
              <p14:cNvContentPartPr/>
              <p14:nvPr/>
            </p14:nvContentPartPr>
            <p14:xfrm>
              <a:off x="6101757" y="4786863"/>
              <a:ext cx="253800" cy="327960"/>
            </p14:xfrm>
          </p:contentPart>
        </mc:Choice>
        <mc:Fallback>
          <p:pic>
            <p:nvPicPr>
              <p:cNvPr id="289" name="Ink 288">
                <a:extLst>
                  <a:ext uri="{FF2B5EF4-FFF2-40B4-BE49-F238E27FC236}">
                    <a16:creationId xmlns:a16="http://schemas.microsoft.com/office/drawing/2014/main" id="{B1EAE89C-0ECD-5488-4FB0-9E1913C5C5DA}"/>
                  </a:ext>
                </a:extLst>
              </p:cNvPr>
              <p:cNvPicPr/>
              <p:nvPr/>
            </p:nvPicPr>
            <p:blipFill>
              <a:blip r:embed="rId658"/>
              <a:stretch>
                <a:fillRect/>
              </a:stretch>
            </p:blipFill>
            <p:spPr>
              <a:xfrm>
                <a:off x="6084117" y="4769223"/>
                <a:ext cx="289440" cy="36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59">
            <p14:nvContentPartPr>
              <p14:cNvPr id="290" name="Ink 289">
                <a:extLst>
                  <a:ext uri="{FF2B5EF4-FFF2-40B4-BE49-F238E27FC236}">
                    <a16:creationId xmlns:a16="http://schemas.microsoft.com/office/drawing/2014/main" id="{7DE9FA5C-FCF7-DFED-01AE-2BF568560B19}"/>
                  </a:ext>
                </a:extLst>
              </p14:cNvPr>
              <p14:cNvContentPartPr/>
              <p14:nvPr/>
            </p14:nvContentPartPr>
            <p14:xfrm>
              <a:off x="6218757" y="4977663"/>
              <a:ext cx="214200" cy="23400"/>
            </p14:xfrm>
          </p:contentPart>
        </mc:Choice>
        <mc:Fallback>
          <p:pic>
            <p:nvPicPr>
              <p:cNvPr id="290" name="Ink 289">
                <a:extLst>
                  <a:ext uri="{FF2B5EF4-FFF2-40B4-BE49-F238E27FC236}">
                    <a16:creationId xmlns:a16="http://schemas.microsoft.com/office/drawing/2014/main" id="{7DE9FA5C-FCF7-DFED-01AE-2BF568560B19}"/>
                  </a:ext>
                </a:extLst>
              </p:cNvPr>
              <p:cNvPicPr/>
              <p:nvPr/>
            </p:nvPicPr>
            <p:blipFill>
              <a:blip r:embed="rId660"/>
              <a:stretch>
                <a:fillRect/>
              </a:stretch>
            </p:blipFill>
            <p:spPr>
              <a:xfrm>
                <a:off x="6200757" y="4960023"/>
                <a:ext cx="249840" cy="5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61">
            <p14:nvContentPartPr>
              <p14:cNvPr id="474" name="Ink 473">
                <a:extLst>
                  <a:ext uri="{FF2B5EF4-FFF2-40B4-BE49-F238E27FC236}">
                    <a16:creationId xmlns:a16="http://schemas.microsoft.com/office/drawing/2014/main" id="{E39F7667-894C-1F71-DA2C-B23194D0C925}"/>
                  </a:ext>
                </a:extLst>
              </p14:cNvPr>
              <p14:cNvContentPartPr/>
              <p14:nvPr/>
            </p14:nvContentPartPr>
            <p14:xfrm>
              <a:off x="5718717" y="4955703"/>
              <a:ext cx="216000" cy="162000"/>
            </p14:xfrm>
          </p:contentPart>
        </mc:Choice>
        <mc:Fallback>
          <p:pic>
            <p:nvPicPr>
              <p:cNvPr id="474" name="Ink 473">
                <a:extLst>
                  <a:ext uri="{FF2B5EF4-FFF2-40B4-BE49-F238E27FC236}">
                    <a16:creationId xmlns:a16="http://schemas.microsoft.com/office/drawing/2014/main" id="{E39F7667-894C-1F71-DA2C-B23194D0C925}"/>
                  </a:ext>
                </a:extLst>
              </p:cNvPr>
              <p:cNvPicPr/>
              <p:nvPr/>
            </p:nvPicPr>
            <p:blipFill>
              <a:blip r:embed="rId662"/>
              <a:stretch>
                <a:fillRect/>
              </a:stretch>
            </p:blipFill>
            <p:spPr>
              <a:xfrm>
                <a:off x="5700717" y="4937703"/>
                <a:ext cx="251640" cy="19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63">
            <p14:nvContentPartPr>
              <p14:cNvPr id="475" name="Ink 474">
                <a:extLst>
                  <a:ext uri="{FF2B5EF4-FFF2-40B4-BE49-F238E27FC236}">
                    <a16:creationId xmlns:a16="http://schemas.microsoft.com/office/drawing/2014/main" id="{4F3E3A90-575E-0BD0-6B29-19738A4CF567}"/>
                  </a:ext>
                </a:extLst>
              </p14:cNvPr>
              <p14:cNvContentPartPr/>
              <p14:nvPr/>
            </p14:nvContentPartPr>
            <p14:xfrm>
              <a:off x="5667957" y="4979823"/>
              <a:ext cx="268920" cy="235080"/>
            </p14:xfrm>
          </p:contentPart>
        </mc:Choice>
        <mc:Fallback>
          <p:pic>
            <p:nvPicPr>
              <p:cNvPr id="475" name="Ink 474">
                <a:extLst>
                  <a:ext uri="{FF2B5EF4-FFF2-40B4-BE49-F238E27FC236}">
                    <a16:creationId xmlns:a16="http://schemas.microsoft.com/office/drawing/2014/main" id="{4F3E3A90-575E-0BD0-6B29-19738A4CF567}"/>
                  </a:ext>
                </a:extLst>
              </p:cNvPr>
              <p:cNvPicPr/>
              <p:nvPr/>
            </p:nvPicPr>
            <p:blipFill>
              <a:blip r:embed="rId664"/>
              <a:stretch>
                <a:fillRect/>
              </a:stretch>
            </p:blipFill>
            <p:spPr>
              <a:xfrm>
                <a:off x="5649957" y="4961823"/>
                <a:ext cx="304560" cy="27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65">
            <p14:nvContentPartPr>
              <p14:cNvPr id="477" name="Ink 476">
                <a:extLst>
                  <a:ext uri="{FF2B5EF4-FFF2-40B4-BE49-F238E27FC236}">
                    <a16:creationId xmlns:a16="http://schemas.microsoft.com/office/drawing/2014/main" id="{0BEE1E8C-DB15-5368-B970-01494C52E4FA}"/>
                  </a:ext>
                </a:extLst>
              </p14:cNvPr>
              <p14:cNvContentPartPr/>
              <p14:nvPr/>
            </p14:nvContentPartPr>
            <p14:xfrm>
              <a:off x="7699437" y="5020503"/>
              <a:ext cx="4680" cy="5400"/>
            </p14:xfrm>
          </p:contentPart>
        </mc:Choice>
        <mc:Fallback>
          <p:pic>
            <p:nvPicPr>
              <p:cNvPr id="477" name="Ink 476">
                <a:extLst>
                  <a:ext uri="{FF2B5EF4-FFF2-40B4-BE49-F238E27FC236}">
                    <a16:creationId xmlns:a16="http://schemas.microsoft.com/office/drawing/2014/main" id="{0BEE1E8C-DB15-5368-B970-01494C52E4FA}"/>
                  </a:ext>
                </a:extLst>
              </p:cNvPr>
              <p:cNvPicPr/>
              <p:nvPr/>
            </p:nvPicPr>
            <p:blipFill>
              <a:blip r:embed="rId279"/>
              <a:stretch>
                <a:fillRect/>
              </a:stretch>
            </p:blipFill>
            <p:spPr>
              <a:xfrm>
                <a:off x="7681797" y="5002503"/>
                <a:ext cx="40320" cy="4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66">
            <p14:nvContentPartPr>
              <p14:cNvPr id="478" name="Ink 477">
                <a:extLst>
                  <a:ext uri="{FF2B5EF4-FFF2-40B4-BE49-F238E27FC236}">
                    <a16:creationId xmlns:a16="http://schemas.microsoft.com/office/drawing/2014/main" id="{857DB129-DC49-C614-1B99-426E4726CC51}"/>
                  </a:ext>
                </a:extLst>
              </p14:cNvPr>
              <p14:cNvContentPartPr/>
              <p14:nvPr/>
            </p14:nvContentPartPr>
            <p14:xfrm>
              <a:off x="9936477" y="4960743"/>
              <a:ext cx="24480" cy="24120"/>
            </p14:xfrm>
          </p:contentPart>
        </mc:Choice>
        <mc:Fallback>
          <p:pic>
            <p:nvPicPr>
              <p:cNvPr id="478" name="Ink 477">
                <a:extLst>
                  <a:ext uri="{FF2B5EF4-FFF2-40B4-BE49-F238E27FC236}">
                    <a16:creationId xmlns:a16="http://schemas.microsoft.com/office/drawing/2014/main" id="{857DB129-DC49-C614-1B99-426E4726CC51}"/>
                  </a:ext>
                </a:extLst>
              </p:cNvPr>
              <p:cNvPicPr/>
              <p:nvPr/>
            </p:nvPicPr>
            <p:blipFill>
              <a:blip r:embed="rId667"/>
              <a:stretch>
                <a:fillRect/>
              </a:stretch>
            </p:blipFill>
            <p:spPr>
              <a:xfrm>
                <a:off x="9918477" y="4942743"/>
                <a:ext cx="60120" cy="5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68">
            <p14:nvContentPartPr>
              <p14:cNvPr id="330" name="Ink 329">
                <a:extLst>
                  <a:ext uri="{FF2B5EF4-FFF2-40B4-BE49-F238E27FC236}">
                    <a16:creationId xmlns:a16="http://schemas.microsoft.com/office/drawing/2014/main" id="{CB69CC01-3594-F990-0CA1-A45DEB15D83C}"/>
                  </a:ext>
                </a:extLst>
              </p14:cNvPr>
              <p14:cNvContentPartPr/>
              <p14:nvPr/>
            </p14:nvContentPartPr>
            <p14:xfrm>
              <a:off x="2081637" y="5864343"/>
              <a:ext cx="278280" cy="120600"/>
            </p14:xfrm>
          </p:contentPart>
        </mc:Choice>
        <mc:Fallback>
          <p:pic>
            <p:nvPicPr>
              <p:cNvPr id="330" name="Ink 329">
                <a:extLst>
                  <a:ext uri="{FF2B5EF4-FFF2-40B4-BE49-F238E27FC236}">
                    <a16:creationId xmlns:a16="http://schemas.microsoft.com/office/drawing/2014/main" id="{CB69CC01-3594-F990-0CA1-A45DEB15D83C}"/>
                  </a:ext>
                </a:extLst>
              </p:cNvPr>
              <p:cNvPicPr/>
              <p:nvPr/>
            </p:nvPicPr>
            <p:blipFill>
              <a:blip r:embed="rId669"/>
              <a:stretch>
                <a:fillRect/>
              </a:stretch>
            </p:blipFill>
            <p:spPr>
              <a:xfrm>
                <a:off x="2063637" y="5846703"/>
                <a:ext cx="313920" cy="15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70">
            <p14:nvContentPartPr>
              <p14:cNvPr id="331" name="Ink 330">
                <a:extLst>
                  <a:ext uri="{FF2B5EF4-FFF2-40B4-BE49-F238E27FC236}">
                    <a16:creationId xmlns:a16="http://schemas.microsoft.com/office/drawing/2014/main" id="{9D40E3E5-2A11-7241-B8C6-6AEA6195F6CE}"/>
                  </a:ext>
                </a:extLst>
              </p14:cNvPr>
              <p14:cNvContentPartPr/>
              <p14:nvPr/>
            </p14:nvContentPartPr>
            <p14:xfrm>
              <a:off x="2393397" y="5852823"/>
              <a:ext cx="161640" cy="164520"/>
            </p14:xfrm>
          </p:contentPart>
        </mc:Choice>
        <mc:Fallback>
          <p:pic>
            <p:nvPicPr>
              <p:cNvPr id="331" name="Ink 330">
                <a:extLst>
                  <a:ext uri="{FF2B5EF4-FFF2-40B4-BE49-F238E27FC236}">
                    <a16:creationId xmlns:a16="http://schemas.microsoft.com/office/drawing/2014/main" id="{9D40E3E5-2A11-7241-B8C6-6AEA6195F6CE}"/>
                  </a:ext>
                </a:extLst>
              </p:cNvPr>
              <p:cNvPicPr/>
              <p:nvPr/>
            </p:nvPicPr>
            <p:blipFill>
              <a:blip r:embed="rId671"/>
              <a:stretch>
                <a:fillRect/>
              </a:stretch>
            </p:blipFill>
            <p:spPr>
              <a:xfrm>
                <a:off x="2375757" y="5835183"/>
                <a:ext cx="197280" cy="20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72">
            <p14:nvContentPartPr>
              <p14:cNvPr id="332" name="Ink 331">
                <a:extLst>
                  <a:ext uri="{FF2B5EF4-FFF2-40B4-BE49-F238E27FC236}">
                    <a16:creationId xmlns:a16="http://schemas.microsoft.com/office/drawing/2014/main" id="{FA87EFCA-0DD7-8B39-7915-58E63044BE15}"/>
                  </a:ext>
                </a:extLst>
              </p14:cNvPr>
              <p14:cNvContentPartPr/>
              <p14:nvPr/>
            </p14:nvContentPartPr>
            <p14:xfrm>
              <a:off x="2611557" y="5658063"/>
              <a:ext cx="16200" cy="312480"/>
            </p14:xfrm>
          </p:contentPart>
        </mc:Choice>
        <mc:Fallback>
          <p:pic>
            <p:nvPicPr>
              <p:cNvPr id="332" name="Ink 331">
                <a:extLst>
                  <a:ext uri="{FF2B5EF4-FFF2-40B4-BE49-F238E27FC236}">
                    <a16:creationId xmlns:a16="http://schemas.microsoft.com/office/drawing/2014/main" id="{FA87EFCA-0DD7-8B39-7915-58E63044BE15}"/>
                  </a:ext>
                </a:extLst>
              </p:cNvPr>
              <p:cNvPicPr/>
              <p:nvPr/>
            </p:nvPicPr>
            <p:blipFill>
              <a:blip r:embed="rId673"/>
              <a:stretch>
                <a:fillRect/>
              </a:stretch>
            </p:blipFill>
            <p:spPr>
              <a:xfrm>
                <a:off x="2593557" y="5640423"/>
                <a:ext cx="51840" cy="34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74">
            <p14:nvContentPartPr>
              <p14:cNvPr id="333" name="Ink 332">
                <a:extLst>
                  <a:ext uri="{FF2B5EF4-FFF2-40B4-BE49-F238E27FC236}">
                    <a16:creationId xmlns:a16="http://schemas.microsoft.com/office/drawing/2014/main" id="{1465332B-C6D7-4F40-E6A3-0314911FD60A}"/>
                  </a:ext>
                </a:extLst>
              </p14:cNvPr>
              <p14:cNvContentPartPr/>
              <p14:nvPr/>
            </p14:nvContentPartPr>
            <p14:xfrm>
              <a:off x="2516877" y="5809623"/>
              <a:ext cx="299880" cy="196560"/>
            </p14:xfrm>
          </p:contentPart>
        </mc:Choice>
        <mc:Fallback>
          <p:pic>
            <p:nvPicPr>
              <p:cNvPr id="333" name="Ink 332">
                <a:extLst>
                  <a:ext uri="{FF2B5EF4-FFF2-40B4-BE49-F238E27FC236}">
                    <a16:creationId xmlns:a16="http://schemas.microsoft.com/office/drawing/2014/main" id="{1465332B-C6D7-4F40-E6A3-0314911FD60A}"/>
                  </a:ext>
                </a:extLst>
              </p:cNvPr>
              <p:cNvPicPr/>
              <p:nvPr/>
            </p:nvPicPr>
            <p:blipFill>
              <a:blip r:embed="rId675"/>
              <a:stretch>
                <a:fillRect/>
              </a:stretch>
            </p:blipFill>
            <p:spPr>
              <a:xfrm>
                <a:off x="2499237" y="5791983"/>
                <a:ext cx="335520" cy="23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76">
            <p14:nvContentPartPr>
              <p14:cNvPr id="334" name="Ink 333">
                <a:extLst>
                  <a:ext uri="{FF2B5EF4-FFF2-40B4-BE49-F238E27FC236}">
                    <a16:creationId xmlns:a16="http://schemas.microsoft.com/office/drawing/2014/main" id="{26F49026-78AA-055E-858E-EE4BA2F8B2B2}"/>
                  </a:ext>
                </a:extLst>
              </p14:cNvPr>
              <p14:cNvContentPartPr/>
              <p14:nvPr/>
            </p14:nvContentPartPr>
            <p14:xfrm>
              <a:off x="2819637" y="5694063"/>
              <a:ext cx="16200" cy="43560"/>
            </p14:xfrm>
          </p:contentPart>
        </mc:Choice>
        <mc:Fallback>
          <p:pic>
            <p:nvPicPr>
              <p:cNvPr id="334" name="Ink 333">
                <a:extLst>
                  <a:ext uri="{FF2B5EF4-FFF2-40B4-BE49-F238E27FC236}">
                    <a16:creationId xmlns:a16="http://schemas.microsoft.com/office/drawing/2014/main" id="{26F49026-78AA-055E-858E-EE4BA2F8B2B2}"/>
                  </a:ext>
                </a:extLst>
              </p:cNvPr>
              <p:cNvPicPr/>
              <p:nvPr/>
            </p:nvPicPr>
            <p:blipFill>
              <a:blip r:embed="rId677"/>
              <a:stretch>
                <a:fillRect/>
              </a:stretch>
            </p:blipFill>
            <p:spPr>
              <a:xfrm>
                <a:off x="2801637" y="5676423"/>
                <a:ext cx="51840" cy="7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78">
            <p14:nvContentPartPr>
              <p14:cNvPr id="335" name="Ink 334">
                <a:extLst>
                  <a:ext uri="{FF2B5EF4-FFF2-40B4-BE49-F238E27FC236}">
                    <a16:creationId xmlns:a16="http://schemas.microsoft.com/office/drawing/2014/main" id="{AECEE543-D192-77E6-3615-6A276BAC47F7}"/>
                  </a:ext>
                </a:extLst>
              </p14:cNvPr>
              <p14:cNvContentPartPr/>
              <p14:nvPr/>
            </p14:nvContentPartPr>
            <p14:xfrm>
              <a:off x="2958597" y="5844543"/>
              <a:ext cx="164520" cy="150120"/>
            </p14:xfrm>
          </p:contentPart>
        </mc:Choice>
        <mc:Fallback>
          <p:pic>
            <p:nvPicPr>
              <p:cNvPr id="335" name="Ink 334">
                <a:extLst>
                  <a:ext uri="{FF2B5EF4-FFF2-40B4-BE49-F238E27FC236}">
                    <a16:creationId xmlns:a16="http://schemas.microsoft.com/office/drawing/2014/main" id="{AECEE543-D192-77E6-3615-6A276BAC47F7}"/>
                  </a:ext>
                </a:extLst>
              </p:cNvPr>
              <p:cNvPicPr/>
              <p:nvPr/>
            </p:nvPicPr>
            <p:blipFill>
              <a:blip r:embed="rId679"/>
              <a:stretch>
                <a:fillRect/>
              </a:stretch>
            </p:blipFill>
            <p:spPr>
              <a:xfrm>
                <a:off x="2940957" y="5826543"/>
                <a:ext cx="200160" cy="18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80">
            <p14:nvContentPartPr>
              <p14:cNvPr id="336" name="Ink 335">
                <a:extLst>
                  <a:ext uri="{FF2B5EF4-FFF2-40B4-BE49-F238E27FC236}">
                    <a16:creationId xmlns:a16="http://schemas.microsoft.com/office/drawing/2014/main" id="{E9263282-E973-6B4C-2CDF-6DFBA14BA702}"/>
                  </a:ext>
                </a:extLst>
              </p14:cNvPr>
              <p14:cNvContentPartPr/>
              <p14:nvPr/>
            </p14:nvContentPartPr>
            <p14:xfrm>
              <a:off x="2910357" y="5808543"/>
              <a:ext cx="229320" cy="190440"/>
            </p14:xfrm>
          </p:contentPart>
        </mc:Choice>
        <mc:Fallback>
          <p:pic>
            <p:nvPicPr>
              <p:cNvPr id="336" name="Ink 335">
                <a:extLst>
                  <a:ext uri="{FF2B5EF4-FFF2-40B4-BE49-F238E27FC236}">
                    <a16:creationId xmlns:a16="http://schemas.microsoft.com/office/drawing/2014/main" id="{E9263282-E973-6B4C-2CDF-6DFBA14BA702}"/>
                  </a:ext>
                </a:extLst>
              </p:cNvPr>
              <p:cNvPicPr/>
              <p:nvPr/>
            </p:nvPicPr>
            <p:blipFill>
              <a:blip r:embed="rId681"/>
              <a:stretch>
                <a:fillRect/>
              </a:stretch>
            </p:blipFill>
            <p:spPr>
              <a:xfrm>
                <a:off x="2892717" y="5790543"/>
                <a:ext cx="264960" cy="22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82">
            <p14:nvContentPartPr>
              <p14:cNvPr id="340" name="Ink 339">
                <a:extLst>
                  <a:ext uri="{FF2B5EF4-FFF2-40B4-BE49-F238E27FC236}">
                    <a16:creationId xmlns:a16="http://schemas.microsoft.com/office/drawing/2014/main" id="{E5F55349-8535-DF60-CD31-84646071BFDA}"/>
                  </a:ext>
                </a:extLst>
              </p14:cNvPr>
              <p14:cNvContentPartPr/>
              <p14:nvPr/>
            </p14:nvContentPartPr>
            <p14:xfrm>
              <a:off x="3544317" y="5607663"/>
              <a:ext cx="785160" cy="359280"/>
            </p14:xfrm>
          </p:contentPart>
        </mc:Choice>
        <mc:Fallback>
          <p:pic>
            <p:nvPicPr>
              <p:cNvPr id="340" name="Ink 339">
                <a:extLst>
                  <a:ext uri="{FF2B5EF4-FFF2-40B4-BE49-F238E27FC236}">
                    <a16:creationId xmlns:a16="http://schemas.microsoft.com/office/drawing/2014/main" id="{E5F55349-8535-DF60-CD31-84646071BFDA}"/>
                  </a:ext>
                </a:extLst>
              </p:cNvPr>
              <p:cNvPicPr/>
              <p:nvPr/>
            </p:nvPicPr>
            <p:blipFill>
              <a:blip r:embed="rId683"/>
              <a:stretch>
                <a:fillRect/>
              </a:stretch>
            </p:blipFill>
            <p:spPr>
              <a:xfrm>
                <a:off x="3526317" y="5589663"/>
                <a:ext cx="820800" cy="39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84">
            <p14:nvContentPartPr>
              <p14:cNvPr id="341" name="Ink 340">
                <a:extLst>
                  <a:ext uri="{FF2B5EF4-FFF2-40B4-BE49-F238E27FC236}">
                    <a16:creationId xmlns:a16="http://schemas.microsoft.com/office/drawing/2014/main" id="{1601E278-E58B-BC09-BB73-E4F3207BC0FC}"/>
                  </a:ext>
                </a:extLst>
              </p14:cNvPr>
              <p14:cNvContentPartPr/>
              <p14:nvPr/>
            </p14:nvContentPartPr>
            <p14:xfrm>
              <a:off x="4226157" y="5799903"/>
              <a:ext cx="149400" cy="26640"/>
            </p14:xfrm>
          </p:contentPart>
        </mc:Choice>
        <mc:Fallback>
          <p:pic>
            <p:nvPicPr>
              <p:cNvPr id="341" name="Ink 340">
                <a:extLst>
                  <a:ext uri="{FF2B5EF4-FFF2-40B4-BE49-F238E27FC236}">
                    <a16:creationId xmlns:a16="http://schemas.microsoft.com/office/drawing/2014/main" id="{1601E278-E58B-BC09-BB73-E4F3207BC0FC}"/>
                  </a:ext>
                </a:extLst>
              </p:cNvPr>
              <p:cNvPicPr/>
              <p:nvPr/>
            </p:nvPicPr>
            <p:blipFill>
              <a:blip r:embed="rId685"/>
              <a:stretch>
                <a:fillRect/>
              </a:stretch>
            </p:blipFill>
            <p:spPr>
              <a:xfrm>
                <a:off x="4208517" y="5781903"/>
                <a:ext cx="185040" cy="6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86">
            <p14:nvContentPartPr>
              <p14:cNvPr id="342" name="Ink 341">
                <a:extLst>
                  <a:ext uri="{FF2B5EF4-FFF2-40B4-BE49-F238E27FC236}">
                    <a16:creationId xmlns:a16="http://schemas.microsoft.com/office/drawing/2014/main" id="{BC7B6DE6-9BDB-4BF3-443D-75E47F15D5B4}"/>
                  </a:ext>
                </a:extLst>
              </p14:cNvPr>
              <p14:cNvContentPartPr/>
              <p14:nvPr/>
            </p14:nvContentPartPr>
            <p14:xfrm>
              <a:off x="4396077" y="5780823"/>
              <a:ext cx="37080" cy="187920"/>
            </p14:xfrm>
          </p:contentPart>
        </mc:Choice>
        <mc:Fallback>
          <p:pic>
            <p:nvPicPr>
              <p:cNvPr id="342" name="Ink 341">
                <a:extLst>
                  <a:ext uri="{FF2B5EF4-FFF2-40B4-BE49-F238E27FC236}">
                    <a16:creationId xmlns:a16="http://schemas.microsoft.com/office/drawing/2014/main" id="{BC7B6DE6-9BDB-4BF3-443D-75E47F15D5B4}"/>
                  </a:ext>
                </a:extLst>
              </p:cNvPr>
              <p:cNvPicPr/>
              <p:nvPr/>
            </p:nvPicPr>
            <p:blipFill>
              <a:blip r:embed="rId687"/>
              <a:stretch>
                <a:fillRect/>
              </a:stretch>
            </p:blipFill>
            <p:spPr>
              <a:xfrm>
                <a:off x="4378437" y="5762823"/>
                <a:ext cx="72720" cy="22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88">
            <p14:nvContentPartPr>
              <p14:cNvPr id="343" name="Ink 342">
                <a:extLst>
                  <a:ext uri="{FF2B5EF4-FFF2-40B4-BE49-F238E27FC236}">
                    <a16:creationId xmlns:a16="http://schemas.microsoft.com/office/drawing/2014/main" id="{8491FD13-A562-7640-FCB3-4E88F40E2CB3}"/>
                  </a:ext>
                </a:extLst>
              </p14:cNvPr>
              <p14:cNvContentPartPr/>
              <p14:nvPr/>
            </p14:nvContentPartPr>
            <p14:xfrm>
              <a:off x="4411197" y="5644023"/>
              <a:ext cx="32040" cy="29160"/>
            </p14:xfrm>
          </p:contentPart>
        </mc:Choice>
        <mc:Fallback>
          <p:pic>
            <p:nvPicPr>
              <p:cNvPr id="343" name="Ink 342">
                <a:extLst>
                  <a:ext uri="{FF2B5EF4-FFF2-40B4-BE49-F238E27FC236}">
                    <a16:creationId xmlns:a16="http://schemas.microsoft.com/office/drawing/2014/main" id="{8491FD13-A562-7640-FCB3-4E88F40E2CB3}"/>
                  </a:ext>
                </a:extLst>
              </p:cNvPr>
              <p:cNvPicPr/>
              <p:nvPr/>
            </p:nvPicPr>
            <p:blipFill>
              <a:blip r:embed="rId689"/>
              <a:stretch>
                <a:fillRect/>
              </a:stretch>
            </p:blipFill>
            <p:spPr>
              <a:xfrm>
                <a:off x="4393557" y="5626383"/>
                <a:ext cx="67680" cy="6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90">
            <p14:nvContentPartPr>
              <p14:cNvPr id="344" name="Ink 343">
                <a:extLst>
                  <a:ext uri="{FF2B5EF4-FFF2-40B4-BE49-F238E27FC236}">
                    <a16:creationId xmlns:a16="http://schemas.microsoft.com/office/drawing/2014/main" id="{F59D57E7-D490-22B1-DE5A-8CAA5BB9F0EA}"/>
                  </a:ext>
                </a:extLst>
              </p14:cNvPr>
              <p14:cNvContentPartPr/>
              <p14:nvPr/>
            </p14:nvContentPartPr>
            <p14:xfrm>
              <a:off x="4483557" y="5822583"/>
              <a:ext cx="93960" cy="453600"/>
            </p14:xfrm>
          </p:contentPart>
        </mc:Choice>
        <mc:Fallback>
          <p:pic>
            <p:nvPicPr>
              <p:cNvPr id="344" name="Ink 343">
                <a:extLst>
                  <a:ext uri="{FF2B5EF4-FFF2-40B4-BE49-F238E27FC236}">
                    <a16:creationId xmlns:a16="http://schemas.microsoft.com/office/drawing/2014/main" id="{F59D57E7-D490-22B1-DE5A-8CAA5BB9F0EA}"/>
                  </a:ext>
                </a:extLst>
              </p:cNvPr>
              <p:cNvPicPr/>
              <p:nvPr/>
            </p:nvPicPr>
            <p:blipFill>
              <a:blip r:embed="rId691"/>
              <a:stretch>
                <a:fillRect/>
              </a:stretch>
            </p:blipFill>
            <p:spPr>
              <a:xfrm>
                <a:off x="4465917" y="5804943"/>
                <a:ext cx="129600" cy="48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92">
            <p14:nvContentPartPr>
              <p14:cNvPr id="345" name="Ink 344">
                <a:extLst>
                  <a:ext uri="{FF2B5EF4-FFF2-40B4-BE49-F238E27FC236}">
                    <a16:creationId xmlns:a16="http://schemas.microsoft.com/office/drawing/2014/main" id="{02EF94F7-F498-E671-BD64-D2FAF45DC5CA}"/>
                  </a:ext>
                </a:extLst>
              </p14:cNvPr>
              <p14:cNvContentPartPr/>
              <p14:nvPr/>
            </p14:nvContentPartPr>
            <p14:xfrm>
              <a:off x="4443237" y="5807103"/>
              <a:ext cx="173160" cy="163800"/>
            </p14:xfrm>
          </p:contentPart>
        </mc:Choice>
        <mc:Fallback>
          <p:pic>
            <p:nvPicPr>
              <p:cNvPr id="345" name="Ink 344">
                <a:extLst>
                  <a:ext uri="{FF2B5EF4-FFF2-40B4-BE49-F238E27FC236}">
                    <a16:creationId xmlns:a16="http://schemas.microsoft.com/office/drawing/2014/main" id="{02EF94F7-F498-E671-BD64-D2FAF45DC5CA}"/>
                  </a:ext>
                </a:extLst>
              </p:cNvPr>
              <p:cNvPicPr/>
              <p:nvPr/>
            </p:nvPicPr>
            <p:blipFill>
              <a:blip r:embed="rId693"/>
              <a:stretch>
                <a:fillRect/>
              </a:stretch>
            </p:blipFill>
            <p:spPr>
              <a:xfrm>
                <a:off x="4425597" y="5789103"/>
                <a:ext cx="208800" cy="19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94">
            <p14:nvContentPartPr>
              <p14:cNvPr id="346" name="Ink 345">
                <a:extLst>
                  <a:ext uri="{FF2B5EF4-FFF2-40B4-BE49-F238E27FC236}">
                    <a16:creationId xmlns:a16="http://schemas.microsoft.com/office/drawing/2014/main" id="{62D2F1CF-CC35-2D95-E247-4266792F2FBE}"/>
                  </a:ext>
                </a:extLst>
              </p14:cNvPr>
              <p14:cNvContentPartPr/>
              <p14:nvPr/>
            </p14:nvContentPartPr>
            <p14:xfrm>
              <a:off x="4686597" y="5612343"/>
              <a:ext cx="211680" cy="320400"/>
            </p14:xfrm>
          </p:contentPart>
        </mc:Choice>
        <mc:Fallback>
          <p:pic>
            <p:nvPicPr>
              <p:cNvPr id="346" name="Ink 345">
                <a:extLst>
                  <a:ext uri="{FF2B5EF4-FFF2-40B4-BE49-F238E27FC236}">
                    <a16:creationId xmlns:a16="http://schemas.microsoft.com/office/drawing/2014/main" id="{62D2F1CF-CC35-2D95-E247-4266792F2FBE}"/>
                  </a:ext>
                </a:extLst>
              </p:cNvPr>
              <p:cNvPicPr/>
              <p:nvPr/>
            </p:nvPicPr>
            <p:blipFill>
              <a:blip r:embed="rId695"/>
              <a:stretch>
                <a:fillRect/>
              </a:stretch>
            </p:blipFill>
            <p:spPr>
              <a:xfrm>
                <a:off x="4668597" y="5594703"/>
                <a:ext cx="247320" cy="35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96">
            <p14:nvContentPartPr>
              <p14:cNvPr id="347" name="Ink 346">
                <a:extLst>
                  <a:ext uri="{FF2B5EF4-FFF2-40B4-BE49-F238E27FC236}">
                    <a16:creationId xmlns:a16="http://schemas.microsoft.com/office/drawing/2014/main" id="{3F229EAF-9B6F-726B-5DC6-06D944EE0517}"/>
                  </a:ext>
                </a:extLst>
              </p14:cNvPr>
              <p14:cNvContentPartPr/>
              <p14:nvPr/>
            </p14:nvContentPartPr>
            <p14:xfrm>
              <a:off x="4865157" y="5635743"/>
              <a:ext cx="22320" cy="33840"/>
            </p14:xfrm>
          </p:contentPart>
        </mc:Choice>
        <mc:Fallback>
          <p:pic>
            <p:nvPicPr>
              <p:cNvPr id="347" name="Ink 346">
                <a:extLst>
                  <a:ext uri="{FF2B5EF4-FFF2-40B4-BE49-F238E27FC236}">
                    <a16:creationId xmlns:a16="http://schemas.microsoft.com/office/drawing/2014/main" id="{3F229EAF-9B6F-726B-5DC6-06D944EE0517}"/>
                  </a:ext>
                </a:extLst>
              </p:cNvPr>
              <p:cNvPicPr/>
              <p:nvPr/>
            </p:nvPicPr>
            <p:blipFill>
              <a:blip r:embed="rId697"/>
              <a:stretch>
                <a:fillRect/>
              </a:stretch>
            </p:blipFill>
            <p:spPr>
              <a:xfrm>
                <a:off x="4847517" y="5617743"/>
                <a:ext cx="57960" cy="6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98">
            <p14:nvContentPartPr>
              <p14:cNvPr id="348" name="Ink 347">
                <a:extLst>
                  <a:ext uri="{FF2B5EF4-FFF2-40B4-BE49-F238E27FC236}">
                    <a16:creationId xmlns:a16="http://schemas.microsoft.com/office/drawing/2014/main" id="{FD07658B-5A6E-B257-C7E2-4D0BC454FA9E}"/>
                  </a:ext>
                </a:extLst>
              </p14:cNvPr>
              <p14:cNvContentPartPr/>
              <p14:nvPr/>
            </p14:nvContentPartPr>
            <p14:xfrm>
              <a:off x="4931037" y="5750583"/>
              <a:ext cx="91800" cy="158760"/>
            </p14:xfrm>
          </p:contentPart>
        </mc:Choice>
        <mc:Fallback>
          <p:pic>
            <p:nvPicPr>
              <p:cNvPr id="348" name="Ink 347">
                <a:extLst>
                  <a:ext uri="{FF2B5EF4-FFF2-40B4-BE49-F238E27FC236}">
                    <a16:creationId xmlns:a16="http://schemas.microsoft.com/office/drawing/2014/main" id="{FD07658B-5A6E-B257-C7E2-4D0BC454FA9E}"/>
                  </a:ext>
                </a:extLst>
              </p:cNvPr>
              <p:cNvPicPr/>
              <p:nvPr/>
            </p:nvPicPr>
            <p:blipFill>
              <a:blip r:embed="rId699"/>
              <a:stretch>
                <a:fillRect/>
              </a:stretch>
            </p:blipFill>
            <p:spPr>
              <a:xfrm>
                <a:off x="4913397" y="5732943"/>
                <a:ext cx="127440" cy="19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00">
            <p14:nvContentPartPr>
              <p14:cNvPr id="349" name="Ink 348">
                <a:extLst>
                  <a:ext uri="{FF2B5EF4-FFF2-40B4-BE49-F238E27FC236}">
                    <a16:creationId xmlns:a16="http://schemas.microsoft.com/office/drawing/2014/main" id="{D943DDE0-7305-7039-8A79-494AE8B91E80}"/>
                  </a:ext>
                </a:extLst>
              </p14:cNvPr>
              <p14:cNvContentPartPr/>
              <p14:nvPr/>
            </p14:nvContentPartPr>
            <p14:xfrm>
              <a:off x="5074677" y="5523063"/>
              <a:ext cx="198720" cy="399240"/>
            </p14:xfrm>
          </p:contentPart>
        </mc:Choice>
        <mc:Fallback>
          <p:pic>
            <p:nvPicPr>
              <p:cNvPr id="349" name="Ink 348">
                <a:extLst>
                  <a:ext uri="{FF2B5EF4-FFF2-40B4-BE49-F238E27FC236}">
                    <a16:creationId xmlns:a16="http://schemas.microsoft.com/office/drawing/2014/main" id="{D943DDE0-7305-7039-8A79-494AE8B91E80}"/>
                  </a:ext>
                </a:extLst>
              </p:cNvPr>
              <p:cNvPicPr/>
              <p:nvPr/>
            </p:nvPicPr>
            <p:blipFill>
              <a:blip r:embed="rId701"/>
              <a:stretch>
                <a:fillRect/>
              </a:stretch>
            </p:blipFill>
            <p:spPr>
              <a:xfrm>
                <a:off x="5056677" y="5505423"/>
                <a:ext cx="234360" cy="43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02">
            <p14:nvContentPartPr>
              <p14:cNvPr id="381" name="Ink 380">
                <a:extLst>
                  <a:ext uri="{FF2B5EF4-FFF2-40B4-BE49-F238E27FC236}">
                    <a16:creationId xmlns:a16="http://schemas.microsoft.com/office/drawing/2014/main" id="{4E812C94-CBA3-87DC-34EB-42875C8A918C}"/>
                  </a:ext>
                </a:extLst>
              </p14:cNvPr>
              <p14:cNvContentPartPr/>
              <p14:nvPr/>
            </p14:nvContentPartPr>
            <p14:xfrm>
              <a:off x="3885237" y="6358263"/>
              <a:ext cx="176400" cy="277560"/>
            </p14:xfrm>
          </p:contentPart>
        </mc:Choice>
        <mc:Fallback>
          <p:pic>
            <p:nvPicPr>
              <p:cNvPr id="381" name="Ink 380">
                <a:extLst>
                  <a:ext uri="{FF2B5EF4-FFF2-40B4-BE49-F238E27FC236}">
                    <a16:creationId xmlns:a16="http://schemas.microsoft.com/office/drawing/2014/main" id="{4E812C94-CBA3-87DC-34EB-42875C8A918C}"/>
                  </a:ext>
                </a:extLst>
              </p:cNvPr>
              <p:cNvPicPr/>
              <p:nvPr/>
            </p:nvPicPr>
            <p:blipFill>
              <a:blip r:embed="rId703"/>
              <a:stretch>
                <a:fillRect/>
              </a:stretch>
            </p:blipFill>
            <p:spPr>
              <a:xfrm>
                <a:off x="3867597" y="6340263"/>
                <a:ext cx="212040" cy="31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04">
            <p14:nvContentPartPr>
              <p14:cNvPr id="382" name="Ink 381">
                <a:extLst>
                  <a:ext uri="{FF2B5EF4-FFF2-40B4-BE49-F238E27FC236}">
                    <a16:creationId xmlns:a16="http://schemas.microsoft.com/office/drawing/2014/main" id="{1814AEA8-C9B7-DA91-858A-04603F668A91}"/>
                  </a:ext>
                </a:extLst>
              </p14:cNvPr>
              <p14:cNvContentPartPr/>
              <p14:nvPr/>
            </p14:nvContentPartPr>
            <p14:xfrm>
              <a:off x="3918717" y="6480663"/>
              <a:ext cx="108360" cy="27720"/>
            </p14:xfrm>
          </p:contentPart>
        </mc:Choice>
        <mc:Fallback>
          <p:pic>
            <p:nvPicPr>
              <p:cNvPr id="382" name="Ink 381">
                <a:extLst>
                  <a:ext uri="{FF2B5EF4-FFF2-40B4-BE49-F238E27FC236}">
                    <a16:creationId xmlns:a16="http://schemas.microsoft.com/office/drawing/2014/main" id="{1814AEA8-C9B7-DA91-858A-04603F668A91}"/>
                  </a:ext>
                </a:extLst>
              </p:cNvPr>
              <p:cNvPicPr/>
              <p:nvPr/>
            </p:nvPicPr>
            <p:blipFill>
              <a:blip r:embed="rId705"/>
              <a:stretch>
                <a:fillRect/>
              </a:stretch>
            </p:blipFill>
            <p:spPr>
              <a:xfrm>
                <a:off x="3900717" y="6463023"/>
                <a:ext cx="144000" cy="6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06">
            <p14:nvContentPartPr>
              <p14:cNvPr id="383" name="Ink 382">
                <a:extLst>
                  <a:ext uri="{FF2B5EF4-FFF2-40B4-BE49-F238E27FC236}">
                    <a16:creationId xmlns:a16="http://schemas.microsoft.com/office/drawing/2014/main" id="{3309B2BB-8BB0-D3D9-6780-98EB0BB22654}"/>
                  </a:ext>
                </a:extLst>
              </p14:cNvPr>
              <p14:cNvContentPartPr/>
              <p14:nvPr/>
            </p14:nvContentPartPr>
            <p14:xfrm>
              <a:off x="4115277" y="6230463"/>
              <a:ext cx="120960" cy="465840"/>
            </p14:xfrm>
          </p:contentPart>
        </mc:Choice>
        <mc:Fallback>
          <p:pic>
            <p:nvPicPr>
              <p:cNvPr id="383" name="Ink 382">
                <a:extLst>
                  <a:ext uri="{FF2B5EF4-FFF2-40B4-BE49-F238E27FC236}">
                    <a16:creationId xmlns:a16="http://schemas.microsoft.com/office/drawing/2014/main" id="{3309B2BB-8BB0-D3D9-6780-98EB0BB22654}"/>
                  </a:ext>
                </a:extLst>
              </p:cNvPr>
              <p:cNvPicPr/>
              <p:nvPr/>
            </p:nvPicPr>
            <p:blipFill>
              <a:blip r:embed="rId707"/>
              <a:stretch>
                <a:fillRect/>
              </a:stretch>
            </p:blipFill>
            <p:spPr>
              <a:xfrm>
                <a:off x="4097277" y="6212823"/>
                <a:ext cx="156600" cy="50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08">
            <p14:nvContentPartPr>
              <p14:cNvPr id="384" name="Ink 383">
                <a:extLst>
                  <a:ext uri="{FF2B5EF4-FFF2-40B4-BE49-F238E27FC236}">
                    <a16:creationId xmlns:a16="http://schemas.microsoft.com/office/drawing/2014/main" id="{016D099D-24A2-A1E5-61CD-5337934E53F6}"/>
                  </a:ext>
                </a:extLst>
              </p14:cNvPr>
              <p14:cNvContentPartPr/>
              <p14:nvPr/>
            </p14:nvContentPartPr>
            <p14:xfrm>
              <a:off x="4505877" y="6521343"/>
              <a:ext cx="159480" cy="17280"/>
            </p14:xfrm>
          </p:contentPart>
        </mc:Choice>
        <mc:Fallback>
          <p:pic>
            <p:nvPicPr>
              <p:cNvPr id="384" name="Ink 383">
                <a:extLst>
                  <a:ext uri="{FF2B5EF4-FFF2-40B4-BE49-F238E27FC236}">
                    <a16:creationId xmlns:a16="http://schemas.microsoft.com/office/drawing/2014/main" id="{016D099D-24A2-A1E5-61CD-5337934E53F6}"/>
                  </a:ext>
                </a:extLst>
              </p:cNvPr>
              <p:cNvPicPr/>
              <p:nvPr/>
            </p:nvPicPr>
            <p:blipFill>
              <a:blip r:embed="rId709"/>
              <a:stretch>
                <a:fillRect/>
              </a:stretch>
            </p:blipFill>
            <p:spPr>
              <a:xfrm>
                <a:off x="4488237" y="6503703"/>
                <a:ext cx="195120" cy="5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10">
            <p14:nvContentPartPr>
              <p14:cNvPr id="385" name="Ink 384">
                <a:extLst>
                  <a:ext uri="{FF2B5EF4-FFF2-40B4-BE49-F238E27FC236}">
                    <a16:creationId xmlns:a16="http://schemas.microsoft.com/office/drawing/2014/main" id="{12D466ED-60B0-F559-D108-FE3862D79262}"/>
                  </a:ext>
                </a:extLst>
              </p14:cNvPr>
              <p14:cNvContentPartPr/>
              <p14:nvPr/>
            </p14:nvContentPartPr>
            <p14:xfrm>
              <a:off x="4559877" y="6564543"/>
              <a:ext cx="140400" cy="23760"/>
            </p14:xfrm>
          </p:contentPart>
        </mc:Choice>
        <mc:Fallback>
          <p:pic>
            <p:nvPicPr>
              <p:cNvPr id="385" name="Ink 384">
                <a:extLst>
                  <a:ext uri="{FF2B5EF4-FFF2-40B4-BE49-F238E27FC236}">
                    <a16:creationId xmlns:a16="http://schemas.microsoft.com/office/drawing/2014/main" id="{12D466ED-60B0-F559-D108-FE3862D79262}"/>
                  </a:ext>
                </a:extLst>
              </p:cNvPr>
              <p:cNvPicPr/>
              <p:nvPr/>
            </p:nvPicPr>
            <p:blipFill>
              <a:blip r:embed="rId711"/>
              <a:stretch>
                <a:fillRect/>
              </a:stretch>
            </p:blipFill>
            <p:spPr>
              <a:xfrm>
                <a:off x="4542237" y="6546543"/>
                <a:ext cx="176040" cy="5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12">
            <p14:nvContentPartPr>
              <p14:cNvPr id="480" name="Ink 479">
                <a:extLst>
                  <a:ext uri="{FF2B5EF4-FFF2-40B4-BE49-F238E27FC236}">
                    <a16:creationId xmlns:a16="http://schemas.microsoft.com/office/drawing/2014/main" id="{0B57F6DB-284E-CB64-DCFB-3EBE6E7CA7E1}"/>
                  </a:ext>
                </a:extLst>
              </p14:cNvPr>
              <p14:cNvContentPartPr/>
              <p14:nvPr/>
            </p14:nvContentPartPr>
            <p14:xfrm>
              <a:off x="2305557" y="6009063"/>
              <a:ext cx="5400" cy="8280"/>
            </p14:xfrm>
          </p:contentPart>
        </mc:Choice>
        <mc:Fallback>
          <p:pic>
            <p:nvPicPr>
              <p:cNvPr id="480" name="Ink 479">
                <a:extLst>
                  <a:ext uri="{FF2B5EF4-FFF2-40B4-BE49-F238E27FC236}">
                    <a16:creationId xmlns:a16="http://schemas.microsoft.com/office/drawing/2014/main" id="{0B57F6DB-284E-CB64-DCFB-3EBE6E7CA7E1}"/>
                  </a:ext>
                </a:extLst>
              </p:cNvPr>
              <p:cNvPicPr/>
              <p:nvPr/>
            </p:nvPicPr>
            <p:blipFill>
              <a:blip r:embed="rId713"/>
              <a:stretch>
                <a:fillRect/>
              </a:stretch>
            </p:blipFill>
            <p:spPr>
              <a:xfrm>
                <a:off x="2287917" y="5991423"/>
                <a:ext cx="41040" cy="4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14">
            <p14:nvContentPartPr>
              <p14:cNvPr id="481" name="Ink 480">
                <a:extLst>
                  <a:ext uri="{FF2B5EF4-FFF2-40B4-BE49-F238E27FC236}">
                    <a16:creationId xmlns:a16="http://schemas.microsoft.com/office/drawing/2014/main" id="{CD24AA45-F4D5-CD6B-44D3-F880DD1819B1}"/>
                  </a:ext>
                </a:extLst>
              </p14:cNvPr>
              <p14:cNvContentPartPr/>
              <p14:nvPr/>
            </p14:nvContentPartPr>
            <p14:xfrm>
              <a:off x="4026357" y="5855703"/>
              <a:ext cx="25200" cy="8640"/>
            </p14:xfrm>
          </p:contentPart>
        </mc:Choice>
        <mc:Fallback>
          <p:pic>
            <p:nvPicPr>
              <p:cNvPr id="481" name="Ink 480">
                <a:extLst>
                  <a:ext uri="{FF2B5EF4-FFF2-40B4-BE49-F238E27FC236}">
                    <a16:creationId xmlns:a16="http://schemas.microsoft.com/office/drawing/2014/main" id="{CD24AA45-F4D5-CD6B-44D3-F880DD1819B1}"/>
                  </a:ext>
                </a:extLst>
              </p:cNvPr>
              <p:cNvPicPr/>
              <p:nvPr/>
            </p:nvPicPr>
            <p:blipFill>
              <a:blip r:embed="rId715"/>
              <a:stretch>
                <a:fillRect/>
              </a:stretch>
            </p:blipFill>
            <p:spPr>
              <a:xfrm>
                <a:off x="4008357" y="5837703"/>
                <a:ext cx="60840" cy="4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16">
            <p14:nvContentPartPr>
              <p14:cNvPr id="482" name="Ink 481">
                <a:extLst>
                  <a:ext uri="{FF2B5EF4-FFF2-40B4-BE49-F238E27FC236}">
                    <a16:creationId xmlns:a16="http://schemas.microsoft.com/office/drawing/2014/main" id="{7D6D9166-03CC-DBB0-AA37-B4E7D41F5363}"/>
                  </a:ext>
                </a:extLst>
              </p14:cNvPr>
              <p14:cNvContentPartPr/>
              <p14:nvPr/>
            </p14:nvContentPartPr>
            <p14:xfrm>
              <a:off x="6760917" y="5890623"/>
              <a:ext cx="2160" cy="10080"/>
            </p14:xfrm>
          </p:contentPart>
        </mc:Choice>
        <mc:Fallback>
          <p:pic>
            <p:nvPicPr>
              <p:cNvPr id="482" name="Ink 481">
                <a:extLst>
                  <a:ext uri="{FF2B5EF4-FFF2-40B4-BE49-F238E27FC236}">
                    <a16:creationId xmlns:a16="http://schemas.microsoft.com/office/drawing/2014/main" id="{7D6D9166-03CC-DBB0-AA37-B4E7D41F5363}"/>
                  </a:ext>
                </a:extLst>
              </p:cNvPr>
              <p:cNvPicPr/>
              <p:nvPr/>
            </p:nvPicPr>
            <p:blipFill>
              <a:blip r:embed="rId717"/>
              <a:stretch>
                <a:fillRect/>
              </a:stretch>
            </p:blipFill>
            <p:spPr>
              <a:xfrm>
                <a:off x="6742917" y="5872983"/>
                <a:ext cx="37800" cy="45720"/>
              </a:xfrm>
              <a:prstGeom prst="rect">
                <a:avLst/>
              </a:prstGeom>
            </p:spPr>
          </p:pic>
        </mc:Fallback>
      </mc:AlternateContent>
      <p:grpSp>
        <p:nvGrpSpPr>
          <p:cNvPr id="484" name="Group 483">
            <a:extLst>
              <a:ext uri="{FF2B5EF4-FFF2-40B4-BE49-F238E27FC236}">
                <a16:creationId xmlns:a16="http://schemas.microsoft.com/office/drawing/2014/main" id="{015E8583-5C36-756A-6710-E8985A524DA8}"/>
              </a:ext>
            </a:extLst>
          </p:cNvPr>
          <p:cNvGrpSpPr/>
          <p:nvPr/>
        </p:nvGrpSpPr>
        <p:grpSpPr>
          <a:xfrm>
            <a:off x="7739397" y="5447103"/>
            <a:ext cx="2326680" cy="499680"/>
            <a:chOff x="7739397" y="5447103"/>
            <a:chExt cx="2326680" cy="499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18">
              <p14:nvContentPartPr>
                <p14:cNvPr id="354" name="Ink 353">
                  <a:extLst>
                    <a:ext uri="{FF2B5EF4-FFF2-40B4-BE49-F238E27FC236}">
                      <a16:creationId xmlns:a16="http://schemas.microsoft.com/office/drawing/2014/main" id="{500F7F8B-CEC0-6313-EDF2-6E2A3A8A8FAA}"/>
                    </a:ext>
                  </a:extLst>
                </p14:cNvPr>
                <p14:cNvContentPartPr/>
                <p14:nvPr/>
              </p14:nvContentPartPr>
              <p14:xfrm>
                <a:off x="7739397" y="5568423"/>
                <a:ext cx="219960" cy="378360"/>
              </p14:xfrm>
            </p:contentPart>
          </mc:Choice>
          <mc:Fallback>
            <p:pic>
              <p:nvPicPr>
                <p:cNvPr id="354" name="Ink 353">
                  <a:extLst>
                    <a:ext uri="{FF2B5EF4-FFF2-40B4-BE49-F238E27FC236}">
                      <a16:creationId xmlns:a16="http://schemas.microsoft.com/office/drawing/2014/main" id="{500F7F8B-CEC0-6313-EDF2-6E2A3A8A8FAA}"/>
                    </a:ext>
                  </a:extLst>
                </p:cNvPr>
                <p:cNvPicPr/>
                <p:nvPr/>
              </p:nvPicPr>
              <p:blipFill>
                <a:blip r:embed="rId719"/>
                <a:stretch>
                  <a:fillRect/>
                </a:stretch>
              </p:blipFill>
              <p:spPr>
                <a:xfrm>
                  <a:off x="7721397" y="5550423"/>
                  <a:ext cx="255600" cy="41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0">
              <p14:nvContentPartPr>
                <p14:cNvPr id="355" name="Ink 354">
                  <a:extLst>
                    <a:ext uri="{FF2B5EF4-FFF2-40B4-BE49-F238E27FC236}">
                      <a16:creationId xmlns:a16="http://schemas.microsoft.com/office/drawing/2014/main" id="{9C570A9E-7DBE-2F97-ABF4-AC14F93CA996}"/>
                    </a:ext>
                  </a:extLst>
                </p14:cNvPr>
                <p14:cNvContentPartPr/>
                <p14:nvPr/>
              </p14:nvContentPartPr>
              <p14:xfrm>
                <a:off x="7988157" y="5717463"/>
                <a:ext cx="144360" cy="173160"/>
              </p14:xfrm>
            </p:contentPart>
          </mc:Choice>
          <mc:Fallback>
            <p:pic>
              <p:nvPicPr>
                <p:cNvPr id="355" name="Ink 354">
                  <a:extLst>
                    <a:ext uri="{FF2B5EF4-FFF2-40B4-BE49-F238E27FC236}">
                      <a16:creationId xmlns:a16="http://schemas.microsoft.com/office/drawing/2014/main" id="{9C570A9E-7DBE-2F97-ABF4-AC14F93CA996}"/>
                    </a:ext>
                  </a:extLst>
                </p:cNvPr>
                <p:cNvPicPr/>
                <p:nvPr/>
              </p:nvPicPr>
              <p:blipFill>
                <a:blip r:embed="rId721"/>
                <a:stretch>
                  <a:fillRect/>
                </a:stretch>
              </p:blipFill>
              <p:spPr>
                <a:xfrm>
                  <a:off x="7970157" y="5699823"/>
                  <a:ext cx="18000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2">
              <p14:nvContentPartPr>
                <p14:cNvPr id="356" name="Ink 355">
                  <a:extLst>
                    <a:ext uri="{FF2B5EF4-FFF2-40B4-BE49-F238E27FC236}">
                      <a16:creationId xmlns:a16="http://schemas.microsoft.com/office/drawing/2014/main" id="{25716017-1898-CDCF-4360-99B86C26C7CF}"/>
                    </a:ext>
                  </a:extLst>
                </p14:cNvPr>
                <p14:cNvContentPartPr/>
                <p14:nvPr/>
              </p14:nvContentPartPr>
              <p14:xfrm>
                <a:off x="8193357" y="5507943"/>
                <a:ext cx="75960" cy="382320"/>
              </p14:xfrm>
            </p:contentPart>
          </mc:Choice>
          <mc:Fallback>
            <p:pic>
              <p:nvPicPr>
                <p:cNvPr id="356" name="Ink 355">
                  <a:extLst>
                    <a:ext uri="{FF2B5EF4-FFF2-40B4-BE49-F238E27FC236}">
                      <a16:creationId xmlns:a16="http://schemas.microsoft.com/office/drawing/2014/main" id="{25716017-1898-CDCF-4360-99B86C26C7CF}"/>
                    </a:ext>
                  </a:extLst>
                </p:cNvPr>
                <p:cNvPicPr/>
                <p:nvPr/>
              </p:nvPicPr>
              <p:blipFill>
                <a:blip r:embed="rId723"/>
                <a:stretch>
                  <a:fillRect/>
                </a:stretch>
              </p:blipFill>
              <p:spPr>
                <a:xfrm>
                  <a:off x="8175357" y="5490303"/>
                  <a:ext cx="111600" cy="41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4">
              <p14:nvContentPartPr>
                <p14:cNvPr id="357" name="Ink 356">
                  <a:extLst>
                    <a:ext uri="{FF2B5EF4-FFF2-40B4-BE49-F238E27FC236}">
                      <a16:creationId xmlns:a16="http://schemas.microsoft.com/office/drawing/2014/main" id="{BA544DB8-AE9F-30DA-F074-C33A00F1775D}"/>
                    </a:ext>
                  </a:extLst>
                </p14:cNvPr>
                <p14:cNvContentPartPr/>
                <p14:nvPr/>
              </p14:nvContentPartPr>
              <p14:xfrm>
                <a:off x="8172117" y="5622063"/>
                <a:ext cx="135360" cy="31680"/>
              </p14:xfrm>
            </p:contentPart>
          </mc:Choice>
          <mc:Fallback>
            <p:pic>
              <p:nvPicPr>
                <p:cNvPr id="357" name="Ink 356">
                  <a:extLst>
                    <a:ext uri="{FF2B5EF4-FFF2-40B4-BE49-F238E27FC236}">
                      <a16:creationId xmlns:a16="http://schemas.microsoft.com/office/drawing/2014/main" id="{BA544DB8-AE9F-30DA-F074-C33A00F1775D}"/>
                    </a:ext>
                  </a:extLst>
                </p:cNvPr>
                <p:cNvPicPr/>
                <p:nvPr/>
              </p:nvPicPr>
              <p:blipFill>
                <a:blip r:embed="rId725"/>
                <a:stretch>
                  <a:fillRect/>
                </a:stretch>
              </p:blipFill>
              <p:spPr>
                <a:xfrm>
                  <a:off x="8154117" y="5604063"/>
                  <a:ext cx="17100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6">
              <p14:nvContentPartPr>
                <p14:cNvPr id="358" name="Ink 357">
                  <a:extLst>
                    <a:ext uri="{FF2B5EF4-FFF2-40B4-BE49-F238E27FC236}">
                      <a16:creationId xmlns:a16="http://schemas.microsoft.com/office/drawing/2014/main" id="{050F29C3-D05F-7FDA-6B4A-872851133710}"/>
                    </a:ext>
                  </a:extLst>
                </p14:cNvPr>
                <p14:cNvContentPartPr/>
                <p14:nvPr/>
              </p14:nvContentPartPr>
              <p14:xfrm>
                <a:off x="8333037" y="5710983"/>
                <a:ext cx="109440" cy="176400"/>
              </p14:xfrm>
            </p:contentPart>
          </mc:Choice>
          <mc:Fallback>
            <p:pic>
              <p:nvPicPr>
                <p:cNvPr id="358" name="Ink 357">
                  <a:extLst>
                    <a:ext uri="{FF2B5EF4-FFF2-40B4-BE49-F238E27FC236}">
                      <a16:creationId xmlns:a16="http://schemas.microsoft.com/office/drawing/2014/main" id="{050F29C3-D05F-7FDA-6B4A-872851133710}"/>
                    </a:ext>
                  </a:extLst>
                </p:cNvPr>
                <p:cNvPicPr/>
                <p:nvPr/>
              </p:nvPicPr>
              <p:blipFill>
                <a:blip r:embed="rId727"/>
                <a:stretch>
                  <a:fillRect/>
                </a:stretch>
              </p:blipFill>
              <p:spPr>
                <a:xfrm>
                  <a:off x="8315397" y="5692983"/>
                  <a:ext cx="145080" cy="21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8">
              <p14:nvContentPartPr>
                <p14:cNvPr id="359" name="Ink 358">
                  <a:extLst>
                    <a:ext uri="{FF2B5EF4-FFF2-40B4-BE49-F238E27FC236}">
                      <a16:creationId xmlns:a16="http://schemas.microsoft.com/office/drawing/2014/main" id="{2D688B29-C2BE-F76F-59FE-1CF9445B8C87}"/>
                    </a:ext>
                  </a:extLst>
                </p14:cNvPr>
                <p14:cNvContentPartPr/>
                <p14:nvPr/>
              </p14:nvContentPartPr>
              <p14:xfrm>
                <a:off x="8511597" y="5686143"/>
                <a:ext cx="116640" cy="188640"/>
              </p14:xfrm>
            </p:contentPart>
          </mc:Choice>
          <mc:Fallback>
            <p:pic>
              <p:nvPicPr>
                <p:cNvPr id="359" name="Ink 358">
                  <a:extLst>
                    <a:ext uri="{FF2B5EF4-FFF2-40B4-BE49-F238E27FC236}">
                      <a16:creationId xmlns:a16="http://schemas.microsoft.com/office/drawing/2014/main" id="{2D688B29-C2BE-F76F-59FE-1CF9445B8C87}"/>
                    </a:ext>
                  </a:extLst>
                </p:cNvPr>
                <p:cNvPicPr/>
                <p:nvPr/>
              </p:nvPicPr>
              <p:blipFill>
                <a:blip r:embed="rId729"/>
                <a:stretch>
                  <a:fillRect/>
                </a:stretch>
              </p:blipFill>
              <p:spPr>
                <a:xfrm>
                  <a:off x="8493597" y="5668503"/>
                  <a:ext cx="15228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0">
              <p14:nvContentPartPr>
                <p14:cNvPr id="364" name="Ink 363">
                  <a:extLst>
                    <a:ext uri="{FF2B5EF4-FFF2-40B4-BE49-F238E27FC236}">
                      <a16:creationId xmlns:a16="http://schemas.microsoft.com/office/drawing/2014/main" id="{D8BFC3DA-CA58-2778-6803-7D2A2C2413AA}"/>
                    </a:ext>
                  </a:extLst>
                </p14:cNvPr>
                <p14:cNvContentPartPr/>
                <p14:nvPr/>
              </p14:nvContentPartPr>
              <p14:xfrm>
                <a:off x="8660637" y="5709183"/>
                <a:ext cx="267120" cy="142200"/>
              </p14:xfrm>
            </p:contentPart>
          </mc:Choice>
          <mc:Fallback>
            <p:pic>
              <p:nvPicPr>
                <p:cNvPr id="364" name="Ink 363">
                  <a:extLst>
                    <a:ext uri="{FF2B5EF4-FFF2-40B4-BE49-F238E27FC236}">
                      <a16:creationId xmlns:a16="http://schemas.microsoft.com/office/drawing/2014/main" id="{D8BFC3DA-CA58-2778-6803-7D2A2C2413AA}"/>
                    </a:ext>
                  </a:extLst>
                </p:cNvPr>
                <p:cNvPicPr/>
                <p:nvPr/>
              </p:nvPicPr>
              <p:blipFill>
                <a:blip r:embed="rId731"/>
                <a:stretch>
                  <a:fillRect/>
                </a:stretch>
              </p:blipFill>
              <p:spPr>
                <a:xfrm>
                  <a:off x="8642997" y="5691183"/>
                  <a:ext cx="30276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2">
              <p14:nvContentPartPr>
                <p14:cNvPr id="365" name="Ink 364">
                  <a:extLst>
                    <a:ext uri="{FF2B5EF4-FFF2-40B4-BE49-F238E27FC236}">
                      <a16:creationId xmlns:a16="http://schemas.microsoft.com/office/drawing/2014/main" id="{7B50FFDA-C434-91D0-C238-13CF29BBF4A3}"/>
                    </a:ext>
                  </a:extLst>
                </p14:cNvPr>
                <p14:cNvContentPartPr/>
                <p14:nvPr/>
              </p14:nvContentPartPr>
              <p14:xfrm>
                <a:off x="8989677" y="5701983"/>
                <a:ext cx="86400" cy="119520"/>
              </p14:xfrm>
            </p:contentPart>
          </mc:Choice>
          <mc:Fallback>
            <p:pic>
              <p:nvPicPr>
                <p:cNvPr id="365" name="Ink 364">
                  <a:extLst>
                    <a:ext uri="{FF2B5EF4-FFF2-40B4-BE49-F238E27FC236}">
                      <a16:creationId xmlns:a16="http://schemas.microsoft.com/office/drawing/2014/main" id="{7B50FFDA-C434-91D0-C238-13CF29BBF4A3}"/>
                    </a:ext>
                  </a:extLst>
                </p:cNvPr>
                <p:cNvPicPr/>
                <p:nvPr/>
              </p:nvPicPr>
              <p:blipFill>
                <a:blip r:embed="rId733"/>
                <a:stretch>
                  <a:fillRect/>
                </a:stretch>
              </p:blipFill>
              <p:spPr>
                <a:xfrm>
                  <a:off x="8972037" y="5684343"/>
                  <a:ext cx="12204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4">
              <p14:nvContentPartPr>
                <p14:cNvPr id="366" name="Ink 365">
                  <a:extLst>
                    <a:ext uri="{FF2B5EF4-FFF2-40B4-BE49-F238E27FC236}">
                      <a16:creationId xmlns:a16="http://schemas.microsoft.com/office/drawing/2014/main" id="{8FEAB155-78C9-6933-D2A3-C5EA124D7FA7}"/>
                    </a:ext>
                  </a:extLst>
                </p14:cNvPr>
                <p14:cNvContentPartPr/>
                <p14:nvPr/>
              </p14:nvContentPartPr>
              <p14:xfrm>
                <a:off x="9050157" y="5561223"/>
                <a:ext cx="41760" cy="27000"/>
              </p14:xfrm>
            </p:contentPart>
          </mc:Choice>
          <mc:Fallback>
            <p:pic>
              <p:nvPicPr>
                <p:cNvPr id="366" name="Ink 365">
                  <a:extLst>
                    <a:ext uri="{FF2B5EF4-FFF2-40B4-BE49-F238E27FC236}">
                      <a16:creationId xmlns:a16="http://schemas.microsoft.com/office/drawing/2014/main" id="{8FEAB155-78C9-6933-D2A3-C5EA124D7FA7}"/>
                    </a:ext>
                  </a:extLst>
                </p:cNvPr>
                <p:cNvPicPr/>
                <p:nvPr/>
              </p:nvPicPr>
              <p:blipFill>
                <a:blip r:embed="rId735"/>
                <a:stretch>
                  <a:fillRect/>
                </a:stretch>
              </p:blipFill>
              <p:spPr>
                <a:xfrm>
                  <a:off x="9032517" y="5543583"/>
                  <a:ext cx="7740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6">
              <p14:nvContentPartPr>
                <p14:cNvPr id="367" name="Ink 366">
                  <a:extLst>
                    <a:ext uri="{FF2B5EF4-FFF2-40B4-BE49-F238E27FC236}">
                      <a16:creationId xmlns:a16="http://schemas.microsoft.com/office/drawing/2014/main" id="{AAEF4E7F-BE01-7753-BA70-153E3633D1E7}"/>
                    </a:ext>
                  </a:extLst>
                </p14:cNvPr>
                <p14:cNvContentPartPr/>
                <p14:nvPr/>
              </p14:nvContentPartPr>
              <p14:xfrm>
                <a:off x="9118557" y="5692263"/>
                <a:ext cx="169920" cy="132480"/>
              </p14:xfrm>
            </p:contentPart>
          </mc:Choice>
          <mc:Fallback>
            <p:pic>
              <p:nvPicPr>
                <p:cNvPr id="367" name="Ink 366">
                  <a:extLst>
                    <a:ext uri="{FF2B5EF4-FFF2-40B4-BE49-F238E27FC236}">
                      <a16:creationId xmlns:a16="http://schemas.microsoft.com/office/drawing/2014/main" id="{AAEF4E7F-BE01-7753-BA70-153E3633D1E7}"/>
                    </a:ext>
                  </a:extLst>
                </p:cNvPr>
                <p:cNvPicPr/>
                <p:nvPr/>
              </p:nvPicPr>
              <p:blipFill>
                <a:blip r:embed="rId737"/>
                <a:stretch>
                  <a:fillRect/>
                </a:stretch>
              </p:blipFill>
              <p:spPr>
                <a:xfrm>
                  <a:off x="9100917" y="5674263"/>
                  <a:ext cx="20556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8">
              <p14:nvContentPartPr>
                <p14:cNvPr id="368" name="Ink 367">
                  <a:extLst>
                    <a:ext uri="{FF2B5EF4-FFF2-40B4-BE49-F238E27FC236}">
                      <a16:creationId xmlns:a16="http://schemas.microsoft.com/office/drawing/2014/main" id="{2442B0A4-AE96-302A-3C5B-6EB7AAF75ABF}"/>
                    </a:ext>
                  </a:extLst>
                </p14:cNvPr>
                <p14:cNvContentPartPr/>
                <p14:nvPr/>
              </p14:nvContentPartPr>
              <p14:xfrm>
                <a:off x="9356877" y="5687583"/>
                <a:ext cx="141480" cy="125280"/>
              </p14:xfrm>
            </p:contentPart>
          </mc:Choice>
          <mc:Fallback>
            <p:pic>
              <p:nvPicPr>
                <p:cNvPr id="368" name="Ink 367">
                  <a:extLst>
                    <a:ext uri="{FF2B5EF4-FFF2-40B4-BE49-F238E27FC236}">
                      <a16:creationId xmlns:a16="http://schemas.microsoft.com/office/drawing/2014/main" id="{2442B0A4-AE96-302A-3C5B-6EB7AAF75ABF}"/>
                    </a:ext>
                  </a:extLst>
                </p:cNvPr>
                <p:cNvPicPr/>
                <p:nvPr/>
              </p:nvPicPr>
              <p:blipFill>
                <a:blip r:embed="rId739"/>
                <a:stretch>
                  <a:fillRect/>
                </a:stretch>
              </p:blipFill>
              <p:spPr>
                <a:xfrm>
                  <a:off x="9339237" y="5669583"/>
                  <a:ext cx="17712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0">
              <p14:nvContentPartPr>
                <p14:cNvPr id="369" name="Ink 368">
                  <a:extLst>
                    <a:ext uri="{FF2B5EF4-FFF2-40B4-BE49-F238E27FC236}">
                      <a16:creationId xmlns:a16="http://schemas.microsoft.com/office/drawing/2014/main" id="{FCBB5BC8-6290-851E-4C26-3EB2ECC213C8}"/>
                    </a:ext>
                  </a:extLst>
                </p14:cNvPr>
                <p14:cNvContentPartPr/>
                <p14:nvPr/>
              </p14:nvContentPartPr>
              <p14:xfrm>
                <a:off x="9560997" y="5651583"/>
                <a:ext cx="249840" cy="141120"/>
              </p14:xfrm>
            </p:contentPart>
          </mc:Choice>
          <mc:Fallback>
            <p:pic>
              <p:nvPicPr>
                <p:cNvPr id="369" name="Ink 368">
                  <a:extLst>
                    <a:ext uri="{FF2B5EF4-FFF2-40B4-BE49-F238E27FC236}">
                      <a16:creationId xmlns:a16="http://schemas.microsoft.com/office/drawing/2014/main" id="{FCBB5BC8-6290-851E-4C26-3EB2ECC213C8}"/>
                    </a:ext>
                  </a:extLst>
                </p:cNvPr>
                <p:cNvPicPr/>
                <p:nvPr/>
              </p:nvPicPr>
              <p:blipFill>
                <a:blip r:embed="rId741"/>
                <a:stretch>
                  <a:fillRect/>
                </a:stretch>
              </p:blipFill>
              <p:spPr>
                <a:xfrm>
                  <a:off x="9543357" y="5633583"/>
                  <a:ext cx="28548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2">
              <p14:nvContentPartPr>
                <p14:cNvPr id="370" name="Ink 369">
                  <a:extLst>
                    <a:ext uri="{FF2B5EF4-FFF2-40B4-BE49-F238E27FC236}">
                      <a16:creationId xmlns:a16="http://schemas.microsoft.com/office/drawing/2014/main" id="{09CBC5AE-2740-7D55-0BE6-4ACCF6D1876D}"/>
                    </a:ext>
                  </a:extLst>
                </p14:cNvPr>
                <p14:cNvContentPartPr/>
                <p14:nvPr/>
              </p14:nvContentPartPr>
              <p14:xfrm>
                <a:off x="9868077" y="5447103"/>
                <a:ext cx="87120" cy="353160"/>
              </p14:xfrm>
            </p:contentPart>
          </mc:Choice>
          <mc:Fallback>
            <p:pic>
              <p:nvPicPr>
                <p:cNvPr id="370" name="Ink 369">
                  <a:extLst>
                    <a:ext uri="{FF2B5EF4-FFF2-40B4-BE49-F238E27FC236}">
                      <a16:creationId xmlns:a16="http://schemas.microsoft.com/office/drawing/2014/main" id="{09CBC5AE-2740-7D55-0BE6-4ACCF6D1876D}"/>
                    </a:ext>
                  </a:extLst>
                </p:cNvPr>
                <p:cNvPicPr/>
                <p:nvPr/>
              </p:nvPicPr>
              <p:blipFill>
                <a:blip r:embed="rId743"/>
                <a:stretch>
                  <a:fillRect/>
                </a:stretch>
              </p:blipFill>
              <p:spPr>
                <a:xfrm>
                  <a:off x="9850077" y="5429103"/>
                  <a:ext cx="122760" cy="38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4">
              <p14:nvContentPartPr>
                <p14:cNvPr id="371" name="Ink 370">
                  <a:extLst>
                    <a:ext uri="{FF2B5EF4-FFF2-40B4-BE49-F238E27FC236}">
                      <a16:creationId xmlns:a16="http://schemas.microsoft.com/office/drawing/2014/main" id="{2CCF97C2-1C77-758E-F48D-1E4ED5CDB868}"/>
                    </a:ext>
                  </a:extLst>
                </p14:cNvPr>
                <p14:cNvContentPartPr/>
                <p14:nvPr/>
              </p14:nvContentPartPr>
              <p14:xfrm>
                <a:off x="9829917" y="5559783"/>
                <a:ext cx="236160" cy="40680"/>
              </p14:xfrm>
            </p:contentPart>
          </mc:Choice>
          <mc:Fallback>
            <p:pic>
              <p:nvPicPr>
                <p:cNvPr id="371" name="Ink 370">
                  <a:extLst>
                    <a:ext uri="{FF2B5EF4-FFF2-40B4-BE49-F238E27FC236}">
                      <a16:creationId xmlns:a16="http://schemas.microsoft.com/office/drawing/2014/main" id="{2CCF97C2-1C77-758E-F48D-1E4ED5CDB868}"/>
                    </a:ext>
                  </a:extLst>
                </p:cNvPr>
                <p:cNvPicPr/>
                <p:nvPr/>
              </p:nvPicPr>
              <p:blipFill>
                <a:blip r:embed="rId745"/>
                <a:stretch>
                  <a:fillRect/>
                </a:stretch>
              </p:blipFill>
              <p:spPr>
                <a:xfrm>
                  <a:off x="9812277" y="5542143"/>
                  <a:ext cx="27180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6">
              <p14:nvContentPartPr>
                <p14:cNvPr id="483" name="Ink 482">
                  <a:extLst>
                    <a:ext uri="{FF2B5EF4-FFF2-40B4-BE49-F238E27FC236}">
                      <a16:creationId xmlns:a16="http://schemas.microsoft.com/office/drawing/2014/main" id="{905C2E5E-0D42-4DED-2F6B-F1F63F3E607B}"/>
                    </a:ext>
                  </a:extLst>
                </p14:cNvPr>
                <p14:cNvContentPartPr/>
                <p14:nvPr/>
              </p14:nvContentPartPr>
              <p14:xfrm>
                <a:off x="7971237" y="5874783"/>
                <a:ext cx="7200" cy="9360"/>
              </p14:xfrm>
            </p:contentPart>
          </mc:Choice>
          <mc:Fallback>
            <p:pic>
              <p:nvPicPr>
                <p:cNvPr id="483" name="Ink 482">
                  <a:extLst>
                    <a:ext uri="{FF2B5EF4-FFF2-40B4-BE49-F238E27FC236}">
                      <a16:creationId xmlns:a16="http://schemas.microsoft.com/office/drawing/2014/main" id="{905C2E5E-0D42-4DED-2F6B-F1F63F3E607B}"/>
                    </a:ext>
                  </a:extLst>
                </p:cNvPr>
                <p:cNvPicPr/>
                <p:nvPr/>
              </p:nvPicPr>
              <p:blipFill>
                <a:blip r:embed="rId747"/>
                <a:stretch>
                  <a:fillRect/>
                </a:stretch>
              </p:blipFill>
              <p:spPr>
                <a:xfrm>
                  <a:off x="7953237" y="5857143"/>
                  <a:ext cx="42840" cy="45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87" name="Group 486">
            <a:extLst>
              <a:ext uri="{FF2B5EF4-FFF2-40B4-BE49-F238E27FC236}">
                <a16:creationId xmlns:a16="http://schemas.microsoft.com/office/drawing/2014/main" id="{AC05E635-BAA4-2F56-4B4C-3F7FF3AE14CC}"/>
              </a:ext>
            </a:extLst>
          </p:cNvPr>
          <p:cNvGrpSpPr/>
          <p:nvPr/>
        </p:nvGrpSpPr>
        <p:grpSpPr>
          <a:xfrm>
            <a:off x="2451717" y="6337383"/>
            <a:ext cx="1178640" cy="486000"/>
            <a:chOff x="2451717" y="6337383"/>
            <a:chExt cx="1178640" cy="486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48">
              <p14:nvContentPartPr>
                <p14:cNvPr id="374" name="Ink 373">
                  <a:extLst>
                    <a:ext uri="{FF2B5EF4-FFF2-40B4-BE49-F238E27FC236}">
                      <a16:creationId xmlns:a16="http://schemas.microsoft.com/office/drawing/2014/main" id="{1B7F7530-7294-CD57-164E-B403BB71D109}"/>
                    </a:ext>
                  </a:extLst>
                </p14:cNvPr>
                <p14:cNvContentPartPr/>
                <p14:nvPr/>
              </p14:nvContentPartPr>
              <p14:xfrm>
                <a:off x="2451717" y="6401103"/>
                <a:ext cx="231480" cy="397080"/>
              </p14:xfrm>
            </p:contentPart>
          </mc:Choice>
          <mc:Fallback>
            <p:pic>
              <p:nvPicPr>
                <p:cNvPr id="374" name="Ink 373">
                  <a:extLst>
                    <a:ext uri="{FF2B5EF4-FFF2-40B4-BE49-F238E27FC236}">
                      <a16:creationId xmlns:a16="http://schemas.microsoft.com/office/drawing/2014/main" id="{1B7F7530-7294-CD57-164E-B403BB71D109}"/>
                    </a:ext>
                  </a:extLst>
                </p:cNvPr>
                <p:cNvPicPr/>
                <p:nvPr/>
              </p:nvPicPr>
              <p:blipFill>
                <a:blip r:embed="rId749"/>
                <a:stretch>
                  <a:fillRect/>
                </a:stretch>
              </p:blipFill>
              <p:spPr>
                <a:xfrm>
                  <a:off x="2434077" y="6383103"/>
                  <a:ext cx="267120" cy="43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0">
              <p14:nvContentPartPr>
                <p14:cNvPr id="375" name="Ink 374">
                  <a:extLst>
                    <a:ext uri="{FF2B5EF4-FFF2-40B4-BE49-F238E27FC236}">
                      <a16:creationId xmlns:a16="http://schemas.microsoft.com/office/drawing/2014/main" id="{588EF3F6-B64D-E88A-6E6C-BA99D97F03A2}"/>
                    </a:ext>
                  </a:extLst>
                </p14:cNvPr>
                <p14:cNvContentPartPr/>
                <p14:nvPr/>
              </p14:nvContentPartPr>
              <p14:xfrm>
                <a:off x="2469717" y="6538623"/>
                <a:ext cx="236520" cy="92520"/>
              </p14:xfrm>
            </p:contentPart>
          </mc:Choice>
          <mc:Fallback>
            <p:pic>
              <p:nvPicPr>
                <p:cNvPr id="375" name="Ink 374">
                  <a:extLst>
                    <a:ext uri="{FF2B5EF4-FFF2-40B4-BE49-F238E27FC236}">
                      <a16:creationId xmlns:a16="http://schemas.microsoft.com/office/drawing/2014/main" id="{588EF3F6-B64D-E88A-6E6C-BA99D97F03A2}"/>
                    </a:ext>
                  </a:extLst>
                </p:cNvPr>
                <p:cNvPicPr/>
                <p:nvPr/>
              </p:nvPicPr>
              <p:blipFill>
                <a:blip r:embed="rId751"/>
                <a:stretch>
                  <a:fillRect/>
                </a:stretch>
              </p:blipFill>
              <p:spPr>
                <a:xfrm>
                  <a:off x="2452077" y="6520983"/>
                  <a:ext cx="27216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2">
              <p14:nvContentPartPr>
                <p14:cNvPr id="376" name="Ink 375">
                  <a:extLst>
                    <a:ext uri="{FF2B5EF4-FFF2-40B4-BE49-F238E27FC236}">
                      <a16:creationId xmlns:a16="http://schemas.microsoft.com/office/drawing/2014/main" id="{D0EA178D-5CFD-ACE2-4487-93DFE44495D5}"/>
                    </a:ext>
                  </a:extLst>
                </p14:cNvPr>
                <p14:cNvContentPartPr/>
                <p14:nvPr/>
              </p14:nvContentPartPr>
              <p14:xfrm>
                <a:off x="2908197" y="6337383"/>
                <a:ext cx="160200" cy="428040"/>
              </p14:xfrm>
            </p:contentPart>
          </mc:Choice>
          <mc:Fallback>
            <p:pic>
              <p:nvPicPr>
                <p:cNvPr id="376" name="Ink 375">
                  <a:extLst>
                    <a:ext uri="{FF2B5EF4-FFF2-40B4-BE49-F238E27FC236}">
                      <a16:creationId xmlns:a16="http://schemas.microsoft.com/office/drawing/2014/main" id="{D0EA178D-5CFD-ACE2-4487-93DFE44495D5}"/>
                    </a:ext>
                  </a:extLst>
                </p:cNvPr>
                <p:cNvPicPr/>
                <p:nvPr/>
              </p:nvPicPr>
              <p:blipFill>
                <a:blip r:embed="rId753"/>
                <a:stretch>
                  <a:fillRect/>
                </a:stretch>
              </p:blipFill>
              <p:spPr>
                <a:xfrm>
                  <a:off x="2890197" y="6319383"/>
                  <a:ext cx="195840" cy="46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4">
              <p14:nvContentPartPr>
                <p14:cNvPr id="377" name="Ink 376">
                  <a:extLst>
                    <a:ext uri="{FF2B5EF4-FFF2-40B4-BE49-F238E27FC236}">
                      <a16:creationId xmlns:a16="http://schemas.microsoft.com/office/drawing/2014/main" id="{879802D7-4069-C6D4-D3BA-AF42A2D4A17E}"/>
                    </a:ext>
                  </a:extLst>
                </p14:cNvPr>
                <p14:cNvContentPartPr/>
                <p14:nvPr/>
              </p14:nvContentPartPr>
              <p14:xfrm>
                <a:off x="3095037" y="6522063"/>
                <a:ext cx="143640" cy="147240"/>
              </p14:xfrm>
            </p:contentPart>
          </mc:Choice>
          <mc:Fallback>
            <p:pic>
              <p:nvPicPr>
                <p:cNvPr id="377" name="Ink 376">
                  <a:extLst>
                    <a:ext uri="{FF2B5EF4-FFF2-40B4-BE49-F238E27FC236}">
                      <a16:creationId xmlns:a16="http://schemas.microsoft.com/office/drawing/2014/main" id="{879802D7-4069-C6D4-D3BA-AF42A2D4A17E}"/>
                    </a:ext>
                  </a:extLst>
                </p:cNvPr>
                <p:cNvPicPr/>
                <p:nvPr/>
              </p:nvPicPr>
              <p:blipFill>
                <a:blip r:embed="rId755"/>
                <a:stretch>
                  <a:fillRect/>
                </a:stretch>
              </p:blipFill>
              <p:spPr>
                <a:xfrm>
                  <a:off x="3077037" y="6504423"/>
                  <a:ext cx="17928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6">
              <p14:nvContentPartPr>
                <p14:cNvPr id="378" name="Ink 377">
                  <a:extLst>
                    <a:ext uri="{FF2B5EF4-FFF2-40B4-BE49-F238E27FC236}">
                      <a16:creationId xmlns:a16="http://schemas.microsoft.com/office/drawing/2014/main" id="{529FEACB-0B78-426C-DB16-F445F9213B38}"/>
                    </a:ext>
                  </a:extLst>
                </p14:cNvPr>
                <p14:cNvContentPartPr/>
                <p14:nvPr/>
              </p14:nvContentPartPr>
              <p14:xfrm>
                <a:off x="3296997" y="6363663"/>
                <a:ext cx="210960" cy="327600"/>
              </p14:xfrm>
            </p:contentPart>
          </mc:Choice>
          <mc:Fallback>
            <p:pic>
              <p:nvPicPr>
                <p:cNvPr id="378" name="Ink 377">
                  <a:extLst>
                    <a:ext uri="{FF2B5EF4-FFF2-40B4-BE49-F238E27FC236}">
                      <a16:creationId xmlns:a16="http://schemas.microsoft.com/office/drawing/2014/main" id="{529FEACB-0B78-426C-DB16-F445F9213B38}"/>
                    </a:ext>
                  </a:extLst>
                </p:cNvPr>
                <p:cNvPicPr/>
                <p:nvPr/>
              </p:nvPicPr>
              <p:blipFill>
                <a:blip r:embed="rId757"/>
                <a:stretch>
                  <a:fillRect/>
                </a:stretch>
              </p:blipFill>
              <p:spPr>
                <a:xfrm>
                  <a:off x="3278997" y="6346023"/>
                  <a:ext cx="246600" cy="36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8">
              <p14:nvContentPartPr>
                <p14:cNvPr id="379" name="Ink 378">
                  <a:extLst>
                    <a:ext uri="{FF2B5EF4-FFF2-40B4-BE49-F238E27FC236}">
                      <a16:creationId xmlns:a16="http://schemas.microsoft.com/office/drawing/2014/main" id="{FABBA508-3568-C82D-5F43-1A4BECFBC60C}"/>
                    </a:ext>
                  </a:extLst>
                </p14:cNvPr>
                <p14:cNvContentPartPr/>
                <p14:nvPr/>
              </p14:nvContentPartPr>
              <p14:xfrm>
                <a:off x="3491037" y="6517383"/>
                <a:ext cx="139320" cy="306000"/>
              </p14:xfrm>
            </p:contentPart>
          </mc:Choice>
          <mc:Fallback>
            <p:pic>
              <p:nvPicPr>
                <p:cNvPr id="379" name="Ink 378">
                  <a:extLst>
                    <a:ext uri="{FF2B5EF4-FFF2-40B4-BE49-F238E27FC236}">
                      <a16:creationId xmlns:a16="http://schemas.microsoft.com/office/drawing/2014/main" id="{FABBA508-3568-C82D-5F43-1A4BECFBC60C}"/>
                    </a:ext>
                  </a:extLst>
                </p:cNvPr>
                <p:cNvPicPr/>
                <p:nvPr/>
              </p:nvPicPr>
              <p:blipFill>
                <a:blip r:embed="rId759"/>
                <a:stretch>
                  <a:fillRect/>
                </a:stretch>
              </p:blipFill>
              <p:spPr>
                <a:xfrm>
                  <a:off x="3473037" y="6499743"/>
                  <a:ext cx="174960" cy="34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0">
              <p14:nvContentPartPr>
                <p14:cNvPr id="380" name="Ink 379">
                  <a:extLst>
                    <a:ext uri="{FF2B5EF4-FFF2-40B4-BE49-F238E27FC236}">
                      <a16:creationId xmlns:a16="http://schemas.microsoft.com/office/drawing/2014/main" id="{83BAF641-717F-2AD3-04FD-C058440A4D21}"/>
                    </a:ext>
                  </a:extLst>
                </p14:cNvPr>
                <p14:cNvContentPartPr/>
                <p14:nvPr/>
              </p14:nvContentPartPr>
              <p14:xfrm>
                <a:off x="3541437" y="6405783"/>
                <a:ext cx="33840" cy="44280"/>
              </p14:xfrm>
            </p:contentPart>
          </mc:Choice>
          <mc:Fallback>
            <p:pic>
              <p:nvPicPr>
                <p:cNvPr id="380" name="Ink 379">
                  <a:extLst>
                    <a:ext uri="{FF2B5EF4-FFF2-40B4-BE49-F238E27FC236}">
                      <a16:creationId xmlns:a16="http://schemas.microsoft.com/office/drawing/2014/main" id="{83BAF641-717F-2AD3-04FD-C058440A4D21}"/>
                    </a:ext>
                  </a:extLst>
                </p:cNvPr>
                <p:cNvPicPr/>
                <p:nvPr/>
              </p:nvPicPr>
              <p:blipFill>
                <a:blip r:embed="rId761"/>
                <a:stretch>
                  <a:fillRect/>
                </a:stretch>
              </p:blipFill>
              <p:spPr>
                <a:xfrm>
                  <a:off x="3523797" y="6387783"/>
                  <a:ext cx="6948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2">
              <p14:nvContentPartPr>
                <p14:cNvPr id="486" name="Ink 485">
                  <a:extLst>
                    <a:ext uri="{FF2B5EF4-FFF2-40B4-BE49-F238E27FC236}">
                      <a16:creationId xmlns:a16="http://schemas.microsoft.com/office/drawing/2014/main" id="{47A98E65-7D10-BD5C-082D-CCA9FD915927}"/>
                    </a:ext>
                  </a:extLst>
                </p14:cNvPr>
                <p14:cNvContentPartPr/>
                <p14:nvPr/>
              </p14:nvContentPartPr>
              <p14:xfrm>
                <a:off x="2565117" y="6625023"/>
                <a:ext cx="5760" cy="3960"/>
              </p14:xfrm>
            </p:contentPart>
          </mc:Choice>
          <mc:Fallback>
            <p:pic>
              <p:nvPicPr>
                <p:cNvPr id="486" name="Ink 485">
                  <a:extLst>
                    <a:ext uri="{FF2B5EF4-FFF2-40B4-BE49-F238E27FC236}">
                      <a16:creationId xmlns:a16="http://schemas.microsoft.com/office/drawing/2014/main" id="{47A98E65-7D10-BD5C-082D-CCA9FD915927}"/>
                    </a:ext>
                  </a:extLst>
                </p:cNvPr>
                <p:cNvPicPr/>
                <p:nvPr/>
              </p:nvPicPr>
              <p:blipFill>
                <a:blip r:embed="rId763"/>
                <a:stretch>
                  <a:fillRect/>
                </a:stretch>
              </p:blipFill>
              <p:spPr>
                <a:xfrm>
                  <a:off x="2547117" y="6607023"/>
                  <a:ext cx="41400" cy="39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64">
            <p14:nvContentPartPr>
              <p14:cNvPr id="488" name="Ink 487">
                <a:extLst>
                  <a:ext uri="{FF2B5EF4-FFF2-40B4-BE49-F238E27FC236}">
                    <a16:creationId xmlns:a16="http://schemas.microsoft.com/office/drawing/2014/main" id="{E068C5D0-6386-F19F-7949-01A025933BC6}"/>
                  </a:ext>
                </a:extLst>
              </p14:cNvPr>
              <p14:cNvContentPartPr/>
              <p14:nvPr/>
            </p14:nvContentPartPr>
            <p14:xfrm>
              <a:off x="7199757" y="6629343"/>
              <a:ext cx="7200" cy="3240"/>
            </p14:xfrm>
          </p:contentPart>
        </mc:Choice>
        <mc:Fallback>
          <p:pic>
            <p:nvPicPr>
              <p:cNvPr id="488" name="Ink 487">
                <a:extLst>
                  <a:ext uri="{FF2B5EF4-FFF2-40B4-BE49-F238E27FC236}">
                    <a16:creationId xmlns:a16="http://schemas.microsoft.com/office/drawing/2014/main" id="{E068C5D0-6386-F19F-7949-01A025933BC6}"/>
                  </a:ext>
                </a:extLst>
              </p:cNvPr>
              <p:cNvPicPr/>
              <p:nvPr/>
            </p:nvPicPr>
            <p:blipFill>
              <a:blip r:embed="rId279"/>
              <a:stretch>
                <a:fillRect/>
              </a:stretch>
            </p:blipFill>
            <p:spPr>
              <a:xfrm>
                <a:off x="7181757" y="6611703"/>
                <a:ext cx="42840" cy="3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65">
            <p14:nvContentPartPr>
              <p14:cNvPr id="489" name="Ink 488">
                <a:extLst>
                  <a:ext uri="{FF2B5EF4-FFF2-40B4-BE49-F238E27FC236}">
                    <a16:creationId xmlns:a16="http://schemas.microsoft.com/office/drawing/2014/main" id="{002D2D79-D296-09D3-8E47-B19D951A9C26}"/>
                  </a:ext>
                </a:extLst>
              </p14:cNvPr>
              <p14:cNvContentPartPr/>
              <p14:nvPr/>
            </p14:nvContentPartPr>
            <p14:xfrm>
              <a:off x="8879157" y="6646263"/>
              <a:ext cx="4680" cy="1080"/>
            </p14:xfrm>
          </p:contentPart>
        </mc:Choice>
        <mc:Fallback>
          <p:pic>
            <p:nvPicPr>
              <p:cNvPr id="489" name="Ink 488">
                <a:extLst>
                  <a:ext uri="{FF2B5EF4-FFF2-40B4-BE49-F238E27FC236}">
                    <a16:creationId xmlns:a16="http://schemas.microsoft.com/office/drawing/2014/main" id="{002D2D79-D296-09D3-8E47-B19D951A9C26}"/>
                  </a:ext>
                </a:extLst>
              </p:cNvPr>
              <p:cNvPicPr/>
              <p:nvPr/>
            </p:nvPicPr>
            <p:blipFill>
              <a:blip r:embed="rId766"/>
              <a:stretch>
                <a:fillRect/>
              </a:stretch>
            </p:blipFill>
            <p:spPr>
              <a:xfrm>
                <a:off x="8861517" y="6628263"/>
                <a:ext cx="40320" cy="36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243364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33AAE6CF-E0F8-8590-C79E-DD4A3745D055}"/>
              </a:ext>
            </a:extLst>
          </p:cNvPr>
          <p:cNvGrpSpPr/>
          <p:nvPr/>
        </p:nvGrpSpPr>
        <p:grpSpPr>
          <a:xfrm>
            <a:off x="279606" y="212343"/>
            <a:ext cx="4745520" cy="739080"/>
            <a:chOff x="279606" y="212343"/>
            <a:chExt cx="4745520" cy="739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BF57D72A-7C0B-8FEB-A1C4-3EFBC6CA0C93}"/>
                    </a:ext>
                  </a:extLst>
                </p14:cNvPr>
                <p14:cNvContentPartPr/>
                <p14:nvPr/>
              </p14:nvContentPartPr>
              <p14:xfrm>
                <a:off x="384366" y="212343"/>
                <a:ext cx="161280" cy="13212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BF57D72A-7C0B-8FEB-A1C4-3EFBC6CA0C93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66726" y="194343"/>
                  <a:ext cx="19692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5FE79456-316A-69E1-8101-F0E8AD272840}"/>
                    </a:ext>
                  </a:extLst>
                </p14:cNvPr>
                <p14:cNvContentPartPr/>
                <p14:nvPr/>
              </p14:nvContentPartPr>
              <p14:xfrm>
                <a:off x="441606" y="253383"/>
                <a:ext cx="43920" cy="32508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5FE79456-316A-69E1-8101-F0E8AD272840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23966" y="235383"/>
                  <a:ext cx="79560" cy="36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39769BFC-023B-F38A-1523-98EDA9851184}"/>
                    </a:ext>
                  </a:extLst>
                </p14:cNvPr>
                <p14:cNvContentPartPr/>
                <p14:nvPr/>
              </p14:nvContentPartPr>
              <p14:xfrm>
                <a:off x="342246" y="438783"/>
                <a:ext cx="385560" cy="18684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39769BFC-023B-F38A-1523-98EDA9851184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24606" y="420783"/>
                  <a:ext cx="42120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12FED849-C0BF-08CC-C6D8-0C2F02A2B9A5}"/>
                    </a:ext>
                  </a:extLst>
                </p14:cNvPr>
                <p14:cNvContentPartPr/>
                <p14:nvPr/>
              </p14:nvContentPartPr>
              <p14:xfrm>
                <a:off x="791526" y="406743"/>
                <a:ext cx="453960" cy="21924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12FED849-C0BF-08CC-C6D8-0C2F02A2B9A5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773886" y="389103"/>
                  <a:ext cx="489600" cy="25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E643AFAD-D2AC-CE7E-9C5B-F3AE222BD79B}"/>
                    </a:ext>
                  </a:extLst>
                </p14:cNvPr>
                <p14:cNvContentPartPr/>
                <p14:nvPr/>
              </p14:nvContentPartPr>
              <p14:xfrm>
                <a:off x="1288326" y="436983"/>
                <a:ext cx="109800" cy="18756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E643AFAD-D2AC-CE7E-9C5B-F3AE222BD79B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270686" y="419343"/>
                  <a:ext cx="14544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35C6CB39-54D3-ED42-4364-E1EBE021C999}"/>
                    </a:ext>
                  </a:extLst>
                </p14:cNvPr>
                <p14:cNvContentPartPr/>
                <p14:nvPr/>
              </p14:nvContentPartPr>
              <p14:xfrm>
                <a:off x="1454646" y="452823"/>
                <a:ext cx="125280" cy="14040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35C6CB39-54D3-ED42-4364-E1EBE021C999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437006" y="435183"/>
                  <a:ext cx="16092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A3600BFC-6D21-A196-14F4-3D9EC7A23F85}"/>
                    </a:ext>
                  </a:extLst>
                </p14:cNvPr>
                <p14:cNvContentPartPr/>
                <p14:nvPr/>
              </p14:nvContentPartPr>
              <p14:xfrm>
                <a:off x="2056206" y="306663"/>
                <a:ext cx="376920" cy="64476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A3600BFC-6D21-A196-14F4-3D9EC7A23F85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038206" y="289023"/>
                  <a:ext cx="412560" cy="68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8722053F-C9F7-112E-B5F8-C840B521C6FD}"/>
                    </a:ext>
                  </a:extLst>
                </p14:cNvPr>
                <p14:cNvContentPartPr/>
                <p14:nvPr/>
              </p14:nvContentPartPr>
              <p14:xfrm>
                <a:off x="2811126" y="399903"/>
                <a:ext cx="245160" cy="20844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8722053F-C9F7-112E-B5F8-C840B521C6FD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793486" y="382263"/>
                  <a:ext cx="280800" cy="24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AED33A1F-880D-7BC9-494B-4E22A6AE86DC}"/>
                    </a:ext>
                  </a:extLst>
                </p14:cNvPr>
                <p14:cNvContentPartPr/>
                <p14:nvPr/>
              </p14:nvContentPartPr>
              <p14:xfrm>
                <a:off x="3360486" y="450303"/>
                <a:ext cx="237600" cy="14112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AED33A1F-880D-7BC9-494B-4E22A6AE86DC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342486" y="432303"/>
                  <a:ext cx="27324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A5A4AC3B-E7B2-72D8-EDF0-5783840AC2C6}"/>
                    </a:ext>
                  </a:extLst>
                </p14:cNvPr>
                <p14:cNvContentPartPr/>
                <p14:nvPr/>
              </p14:nvContentPartPr>
              <p14:xfrm>
                <a:off x="3645246" y="231423"/>
                <a:ext cx="654120" cy="36216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A5A4AC3B-E7B2-72D8-EDF0-5783840AC2C6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627246" y="213783"/>
                  <a:ext cx="689760" cy="39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6FC06C4D-CA07-A414-5A38-3067CCB7DB41}"/>
                    </a:ext>
                  </a:extLst>
                </p14:cNvPr>
                <p14:cNvContentPartPr/>
                <p14:nvPr/>
              </p14:nvContentPartPr>
              <p14:xfrm>
                <a:off x="4363446" y="413583"/>
                <a:ext cx="189720" cy="16380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6FC06C4D-CA07-A414-5A38-3067CCB7DB41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345806" y="395583"/>
                  <a:ext cx="22536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5BC78D48-B1DC-BDC5-A184-1E01DEC3488D}"/>
                    </a:ext>
                  </a:extLst>
                </p14:cNvPr>
                <p14:cNvContentPartPr/>
                <p14:nvPr/>
              </p14:nvContentPartPr>
              <p14:xfrm>
                <a:off x="4249686" y="247263"/>
                <a:ext cx="57960" cy="1980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5BC78D48-B1DC-BDC5-A184-1E01DEC3488D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231686" y="229623"/>
                  <a:ext cx="9360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290C222F-A261-374E-11FF-1CB7BEF4DB96}"/>
                    </a:ext>
                  </a:extLst>
                </p14:cNvPr>
                <p14:cNvContentPartPr/>
                <p14:nvPr/>
              </p14:nvContentPartPr>
              <p14:xfrm>
                <a:off x="3634446" y="277143"/>
                <a:ext cx="370440" cy="3816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290C222F-A261-374E-11FF-1CB7BEF4DB96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616446" y="259503"/>
                  <a:ext cx="40608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70E32C53-B320-0261-2167-4729DABCD58B}"/>
                    </a:ext>
                  </a:extLst>
                </p14:cNvPr>
                <p14:cNvContentPartPr/>
                <p14:nvPr/>
              </p14:nvContentPartPr>
              <p14:xfrm>
                <a:off x="4945926" y="452463"/>
                <a:ext cx="79200" cy="1944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70E32C53-B320-0261-2167-4729DABCD58B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928286" y="434463"/>
                  <a:ext cx="11484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EA19D89D-7E44-DB8F-51E7-D554EFF5E7A4}"/>
                    </a:ext>
                  </a:extLst>
                </p14:cNvPr>
                <p14:cNvContentPartPr/>
                <p14:nvPr/>
              </p14:nvContentPartPr>
              <p14:xfrm>
                <a:off x="279606" y="651903"/>
                <a:ext cx="4342320" cy="18900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EA19D89D-7E44-DB8F-51E7-D554EFF5E7A4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61606" y="634263"/>
                  <a:ext cx="4377960" cy="224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A1228B96-2415-71E1-5445-E208193DB67F}"/>
                  </a:ext>
                </a:extLst>
              </p14:cNvPr>
              <p14:cNvContentPartPr/>
              <p14:nvPr/>
            </p14:nvContentPartPr>
            <p14:xfrm>
              <a:off x="5825766" y="385863"/>
              <a:ext cx="13680" cy="2880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A1228B96-2415-71E1-5445-E208193DB67F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5807766" y="367863"/>
                <a:ext cx="49320" cy="64440"/>
              </a:xfrm>
              <a:prstGeom prst="rect">
                <a:avLst/>
              </a:prstGeom>
            </p:spPr>
          </p:pic>
        </mc:Fallback>
      </mc:AlternateContent>
      <p:grpSp>
        <p:nvGrpSpPr>
          <p:cNvPr id="46" name="Group 45">
            <a:extLst>
              <a:ext uri="{FF2B5EF4-FFF2-40B4-BE49-F238E27FC236}">
                <a16:creationId xmlns:a16="http://schemas.microsoft.com/office/drawing/2014/main" id="{591840B3-988E-342D-4AC4-AF273A49F131}"/>
              </a:ext>
            </a:extLst>
          </p:cNvPr>
          <p:cNvGrpSpPr/>
          <p:nvPr/>
        </p:nvGrpSpPr>
        <p:grpSpPr>
          <a:xfrm>
            <a:off x="5556126" y="325023"/>
            <a:ext cx="406440" cy="660960"/>
            <a:chOff x="5556126" y="325023"/>
            <a:chExt cx="406440" cy="660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8E4F7FD8-807C-CDF8-53F8-E22C6DB93744}"/>
                    </a:ext>
                  </a:extLst>
                </p14:cNvPr>
                <p14:cNvContentPartPr/>
                <p14:nvPr/>
              </p14:nvContentPartPr>
              <p14:xfrm>
                <a:off x="5556126" y="325023"/>
                <a:ext cx="279360" cy="35352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8E4F7FD8-807C-CDF8-53F8-E22C6DB93744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538486" y="307383"/>
                  <a:ext cx="315000" cy="38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2269395C-8DD1-4AE7-EB56-4D82EC1C50C1}"/>
                    </a:ext>
                  </a:extLst>
                </p14:cNvPr>
                <p14:cNvContentPartPr/>
                <p14:nvPr/>
              </p14:nvContentPartPr>
              <p14:xfrm>
                <a:off x="5807046" y="337623"/>
                <a:ext cx="155520" cy="64836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2269395C-8DD1-4AE7-EB56-4D82EC1C50C1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789046" y="319623"/>
                  <a:ext cx="191160" cy="684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9CD08DED-760E-9412-CC41-C08DE1060A9A}"/>
                  </a:ext>
                </a:extLst>
              </p14:cNvPr>
              <p14:cNvContentPartPr/>
              <p14:nvPr/>
            </p14:nvContentPartPr>
            <p14:xfrm>
              <a:off x="6448206" y="362823"/>
              <a:ext cx="195840" cy="31068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9CD08DED-760E-9412-CC41-C08DE1060A9A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6430566" y="345183"/>
                <a:ext cx="231480" cy="346320"/>
              </a:xfrm>
              <a:prstGeom prst="rect">
                <a:avLst/>
              </a:prstGeom>
            </p:spPr>
          </p:pic>
        </mc:Fallback>
      </mc:AlternateContent>
      <p:grpSp>
        <p:nvGrpSpPr>
          <p:cNvPr id="45" name="Group 44">
            <a:extLst>
              <a:ext uri="{FF2B5EF4-FFF2-40B4-BE49-F238E27FC236}">
                <a16:creationId xmlns:a16="http://schemas.microsoft.com/office/drawing/2014/main" id="{0A71E8D8-D51E-F238-10F6-387AA72B8A53}"/>
              </a:ext>
            </a:extLst>
          </p:cNvPr>
          <p:cNvGrpSpPr/>
          <p:nvPr/>
        </p:nvGrpSpPr>
        <p:grpSpPr>
          <a:xfrm>
            <a:off x="7242006" y="475503"/>
            <a:ext cx="245160" cy="171000"/>
            <a:chOff x="7242006" y="475503"/>
            <a:chExt cx="245160" cy="171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B0A7C37E-351B-3CCB-92A9-B149AE91723C}"/>
                    </a:ext>
                  </a:extLst>
                </p14:cNvPr>
                <p14:cNvContentPartPr/>
                <p14:nvPr/>
              </p14:nvContentPartPr>
              <p14:xfrm>
                <a:off x="7242006" y="482343"/>
                <a:ext cx="37440" cy="13788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B0A7C37E-351B-3CCB-92A9-B149AE91723C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7224366" y="464343"/>
                  <a:ext cx="7308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D0191361-BE60-B431-6DD6-D9E468CEACE6}"/>
                    </a:ext>
                  </a:extLst>
                </p14:cNvPr>
                <p14:cNvContentPartPr/>
                <p14:nvPr/>
              </p14:nvContentPartPr>
              <p14:xfrm>
                <a:off x="7350726" y="475503"/>
                <a:ext cx="136440" cy="17100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D0191361-BE60-B431-6DD6-D9E468CEACE6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7332726" y="457503"/>
                  <a:ext cx="172080" cy="206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7757BA20-483A-209E-B300-626C2E9BD0ED}"/>
                  </a:ext>
                </a:extLst>
              </p14:cNvPr>
              <p14:cNvContentPartPr/>
              <p14:nvPr/>
            </p14:nvContentPartPr>
            <p14:xfrm>
              <a:off x="7401126" y="294423"/>
              <a:ext cx="2880" cy="23400"/>
            </p14:xfrm>
          </p:contentPart>
        </mc:Choice>
        <mc:Fallback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7757BA20-483A-209E-B300-626C2E9BD0ED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7383486" y="276783"/>
                <a:ext cx="38520" cy="5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B2730988-B573-8A2B-999B-074B4B5C2D3F}"/>
                  </a:ext>
                </a:extLst>
              </p14:cNvPr>
              <p14:cNvContentPartPr/>
              <p14:nvPr/>
            </p14:nvContentPartPr>
            <p14:xfrm>
              <a:off x="7925286" y="406383"/>
              <a:ext cx="218520" cy="17028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B2730988-B573-8A2B-999B-074B4B5C2D3F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7907286" y="388743"/>
                <a:ext cx="254160" cy="205920"/>
              </a:xfrm>
              <a:prstGeom prst="rect">
                <a:avLst/>
              </a:prstGeom>
            </p:spPr>
          </p:pic>
        </mc:Fallback>
      </mc:AlternateContent>
      <p:grpSp>
        <p:nvGrpSpPr>
          <p:cNvPr id="44" name="Group 43">
            <a:extLst>
              <a:ext uri="{FF2B5EF4-FFF2-40B4-BE49-F238E27FC236}">
                <a16:creationId xmlns:a16="http://schemas.microsoft.com/office/drawing/2014/main" id="{A9B280EF-40BD-F099-3A17-D80981DDDAA3}"/>
              </a:ext>
            </a:extLst>
          </p:cNvPr>
          <p:cNvGrpSpPr/>
          <p:nvPr/>
        </p:nvGrpSpPr>
        <p:grpSpPr>
          <a:xfrm>
            <a:off x="8451246" y="224223"/>
            <a:ext cx="2336400" cy="744120"/>
            <a:chOff x="8451246" y="224223"/>
            <a:chExt cx="2336400" cy="744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2B9F9208-1A3D-C0EF-32B7-4E4F7C6CC12B}"/>
                    </a:ext>
                  </a:extLst>
                </p14:cNvPr>
                <p14:cNvContentPartPr/>
                <p14:nvPr/>
              </p14:nvContentPartPr>
              <p14:xfrm>
                <a:off x="8451246" y="493503"/>
                <a:ext cx="181800" cy="13896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2B9F9208-1A3D-C0EF-32B7-4E4F7C6CC12B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8433246" y="475503"/>
                  <a:ext cx="21744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1F81ED0B-A440-5A09-BED7-53982108524D}"/>
                    </a:ext>
                  </a:extLst>
                </p14:cNvPr>
                <p14:cNvContentPartPr/>
                <p14:nvPr/>
              </p14:nvContentPartPr>
              <p14:xfrm>
                <a:off x="8719806" y="449223"/>
                <a:ext cx="311400" cy="19044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1F81ED0B-A440-5A09-BED7-53982108524D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8701806" y="431583"/>
                  <a:ext cx="34704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273176A4-1EA1-2600-F1DA-4DAA4B45CB32}"/>
                    </a:ext>
                  </a:extLst>
                </p14:cNvPr>
                <p14:cNvContentPartPr/>
                <p14:nvPr/>
              </p14:nvContentPartPr>
              <p14:xfrm>
                <a:off x="9127326" y="508983"/>
                <a:ext cx="101160" cy="3996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273176A4-1EA1-2600-F1DA-4DAA4B45CB32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9109326" y="491343"/>
                  <a:ext cx="13680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563132B3-AA5B-61D0-ED03-59617E5A360A}"/>
                    </a:ext>
                  </a:extLst>
                </p14:cNvPr>
                <p14:cNvContentPartPr/>
                <p14:nvPr/>
              </p14:nvContentPartPr>
              <p14:xfrm>
                <a:off x="9357366" y="463623"/>
                <a:ext cx="113400" cy="13536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563132B3-AA5B-61D0-ED03-59617E5A360A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9339366" y="445623"/>
                  <a:ext cx="14904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FA058E6E-09DA-5703-A955-D3351B75A437}"/>
                    </a:ext>
                  </a:extLst>
                </p14:cNvPr>
                <p14:cNvContentPartPr/>
                <p14:nvPr/>
              </p14:nvContentPartPr>
              <p14:xfrm>
                <a:off x="9581286" y="458223"/>
                <a:ext cx="13680" cy="11124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FA058E6E-09DA-5703-A955-D3351B75A437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9563646" y="440223"/>
                  <a:ext cx="4932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7976ED0F-1E89-1062-8C5D-C39DA7ED2906}"/>
                    </a:ext>
                  </a:extLst>
                </p14:cNvPr>
                <p14:cNvContentPartPr/>
                <p14:nvPr/>
              </p14:nvContentPartPr>
              <p14:xfrm>
                <a:off x="9571926" y="259503"/>
                <a:ext cx="44280" cy="1368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7976ED0F-1E89-1062-8C5D-C39DA7ED2906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9554286" y="241503"/>
                  <a:ext cx="7992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960C5598-183C-0170-E8A8-08954D2DB25A}"/>
                    </a:ext>
                  </a:extLst>
                </p14:cNvPr>
                <p14:cNvContentPartPr/>
                <p14:nvPr/>
              </p14:nvContentPartPr>
              <p14:xfrm>
                <a:off x="9684606" y="412863"/>
                <a:ext cx="155880" cy="15660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960C5598-183C-0170-E8A8-08954D2DB25A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9666606" y="394863"/>
                  <a:ext cx="19152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0FC739FE-B894-EF7F-3F4D-9793CA03B574}"/>
                    </a:ext>
                  </a:extLst>
                </p14:cNvPr>
                <p14:cNvContentPartPr/>
                <p14:nvPr/>
              </p14:nvContentPartPr>
              <p14:xfrm>
                <a:off x="9768126" y="419343"/>
                <a:ext cx="228600" cy="54900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0FC739FE-B894-EF7F-3F4D-9793CA03B574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9750486" y="401703"/>
                  <a:ext cx="264240" cy="58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D72E7A8B-AD8C-3041-66D3-B61158FCBB0D}"/>
                    </a:ext>
                  </a:extLst>
                </p14:cNvPr>
                <p14:cNvContentPartPr/>
                <p14:nvPr/>
              </p14:nvContentPartPr>
              <p14:xfrm>
                <a:off x="10083126" y="408543"/>
                <a:ext cx="188640" cy="12240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D72E7A8B-AD8C-3041-66D3-B61158FCBB0D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0065486" y="390903"/>
                  <a:ext cx="22428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202E9941-DAE5-9688-C717-4B70957B1B0E}"/>
                    </a:ext>
                  </a:extLst>
                </p14:cNvPr>
                <p14:cNvContentPartPr/>
                <p14:nvPr/>
              </p14:nvContentPartPr>
              <p14:xfrm>
                <a:off x="10317486" y="224223"/>
                <a:ext cx="85680" cy="28152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202E9941-DAE5-9688-C717-4B70957B1B0E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0299846" y="206583"/>
                  <a:ext cx="121320" cy="31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E5937C2D-22DB-1B21-7902-CC5441125ADD}"/>
                    </a:ext>
                  </a:extLst>
                </p14:cNvPr>
                <p14:cNvContentPartPr/>
                <p14:nvPr/>
              </p14:nvContentPartPr>
              <p14:xfrm>
                <a:off x="10425846" y="385863"/>
                <a:ext cx="119520" cy="14256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E5937C2D-22DB-1B21-7902-CC5441125ADD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0408206" y="367863"/>
                  <a:ext cx="15516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179AABCD-0620-703A-72DA-FDA8177D080A}"/>
                    </a:ext>
                  </a:extLst>
                </p14:cNvPr>
                <p14:cNvContentPartPr/>
                <p14:nvPr/>
              </p14:nvContentPartPr>
              <p14:xfrm>
                <a:off x="10610166" y="404223"/>
                <a:ext cx="177480" cy="18072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179AABCD-0620-703A-72DA-FDA8177D080A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0592526" y="386583"/>
                  <a:ext cx="213120" cy="216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585E1302-A670-24DE-AFE8-EB79CBF662C8}"/>
              </a:ext>
            </a:extLst>
          </p:cNvPr>
          <p:cNvGrpSpPr/>
          <p:nvPr/>
        </p:nvGrpSpPr>
        <p:grpSpPr>
          <a:xfrm>
            <a:off x="11024886" y="304503"/>
            <a:ext cx="1215360" cy="446760"/>
            <a:chOff x="11024886" y="304503"/>
            <a:chExt cx="1215360" cy="446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D16EFD49-2466-80AC-F2F8-1446EA44AEFD}"/>
                    </a:ext>
                  </a:extLst>
                </p14:cNvPr>
                <p14:cNvContentPartPr/>
                <p14:nvPr/>
              </p14:nvContentPartPr>
              <p14:xfrm>
                <a:off x="11024886" y="340863"/>
                <a:ext cx="82800" cy="15660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D16EFD49-2466-80AC-F2F8-1446EA44AEFD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1006886" y="323223"/>
                  <a:ext cx="11844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53AD93D7-484E-F969-6DFE-156E707BDA68}"/>
                    </a:ext>
                  </a:extLst>
                </p14:cNvPr>
                <p14:cNvContentPartPr/>
                <p14:nvPr/>
              </p14:nvContentPartPr>
              <p14:xfrm>
                <a:off x="11229006" y="370383"/>
                <a:ext cx="90720" cy="38088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53AD93D7-484E-F969-6DFE-156E707BDA68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1211366" y="352743"/>
                  <a:ext cx="126360" cy="41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3ECB4A43-FF41-8E3F-2019-40F49D2AB189}"/>
                    </a:ext>
                  </a:extLst>
                </p14:cNvPr>
                <p14:cNvContentPartPr/>
                <p14:nvPr/>
              </p14:nvContentPartPr>
              <p14:xfrm>
                <a:off x="11454006" y="340503"/>
                <a:ext cx="144360" cy="15120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3ECB4A43-FF41-8E3F-2019-40F49D2AB189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1436006" y="322863"/>
                  <a:ext cx="18000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F43142D3-DDB3-E265-1249-4CB44FDB3434}"/>
                    </a:ext>
                  </a:extLst>
                </p14:cNvPr>
                <p14:cNvContentPartPr/>
                <p14:nvPr/>
              </p14:nvContentPartPr>
              <p14:xfrm>
                <a:off x="11662086" y="304503"/>
                <a:ext cx="578160" cy="19044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F43142D3-DDB3-E265-1249-4CB44FDB3434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1644086" y="286503"/>
                  <a:ext cx="613800" cy="226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AA4B39DE-824D-1010-D99C-C3E4F9EFA097}"/>
              </a:ext>
            </a:extLst>
          </p:cNvPr>
          <p:cNvGrpSpPr/>
          <p:nvPr/>
        </p:nvGrpSpPr>
        <p:grpSpPr>
          <a:xfrm>
            <a:off x="460557" y="951783"/>
            <a:ext cx="2301840" cy="346320"/>
            <a:chOff x="460557" y="951783"/>
            <a:chExt cx="2301840" cy="346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132C1D58-2A73-787A-452D-B2BB349D78D9}"/>
                    </a:ext>
                  </a:extLst>
                </p14:cNvPr>
                <p14:cNvContentPartPr/>
                <p14:nvPr/>
              </p14:nvContentPartPr>
              <p14:xfrm>
                <a:off x="460557" y="1145463"/>
                <a:ext cx="272520" cy="13968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132C1D58-2A73-787A-452D-B2BB349D78D9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442917" y="1127463"/>
                  <a:ext cx="30816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B3149453-103C-E900-F815-CAA7907DFED3}"/>
                    </a:ext>
                  </a:extLst>
                </p14:cNvPr>
                <p14:cNvContentPartPr/>
                <p14:nvPr/>
              </p14:nvContentPartPr>
              <p14:xfrm>
                <a:off x="787797" y="1137903"/>
                <a:ext cx="169560" cy="16020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B3149453-103C-E900-F815-CAA7907DFED3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769797" y="1120263"/>
                  <a:ext cx="20520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0519ABD0-7DD9-09EF-5664-0B8975218676}"/>
                    </a:ext>
                  </a:extLst>
                </p14:cNvPr>
                <p14:cNvContentPartPr/>
                <p14:nvPr/>
              </p14:nvContentPartPr>
              <p14:xfrm>
                <a:off x="1060317" y="1006503"/>
                <a:ext cx="37800" cy="28116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0519ABD0-7DD9-09EF-5664-0B8975218676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042677" y="988503"/>
                  <a:ext cx="73440" cy="31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70D8E696-689C-B3D2-98D7-2E0124AF0A17}"/>
                    </a:ext>
                  </a:extLst>
                </p14:cNvPr>
                <p14:cNvContentPartPr/>
                <p14:nvPr/>
              </p14:nvContentPartPr>
              <p14:xfrm>
                <a:off x="968517" y="1121703"/>
                <a:ext cx="416520" cy="14616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70D8E696-689C-B3D2-98D7-2E0124AF0A17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950877" y="1103703"/>
                  <a:ext cx="45216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42EC146B-CAFD-A548-FA37-5956F56831E4}"/>
                    </a:ext>
                  </a:extLst>
                </p14:cNvPr>
                <p14:cNvContentPartPr/>
                <p14:nvPr/>
              </p14:nvContentPartPr>
              <p14:xfrm>
                <a:off x="1365597" y="951783"/>
                <a:ext cx="33480" cy="3312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42EC146B-CAFD-A548-FA37-5956F56831E4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347957" y="933783"/>
                  <a:ext cx="6912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B0E2D548-1006-9896-7CD2-3529F5478CBB}"/>
                    </a:ext>
                  </a:extLst>
                </p14:cNvPr>
                <p14:cNvContentPartPr/>
                <p14:nvPr/>
              </p14:nvContentPartPr>
              <p14:xfrm>
                <a:off x="1533357" y="1123863"/>
                <a:ext cx="257040" cy="13140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B0E2D548-1006-9896-7CD2-3529F5478CBB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515357" y="1106223"/>
                  <a:ext cx="29268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F916ED88-7ABE-68BE-3989-B24DA6FBC896}"/>
                    </a:ext>
                  </a:extLst>
                </p14:cNvPr>
                <p14:cNvContentPartPr/>
                <p14:nvPr/>
              </p14:nvContentPartPr>
              <p14:xfrm>
                <a:off x="2103957" y="1134663"/>
                <a:ext cx="163080" cy="14184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F916ED88-7ABE-68BE-3989-B24DA6FBC896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2085957" y="1117023"/>
                  <a:ext cx="19872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05305770-1E27-5EFA-1027-5EEA95845E96}"/>
                    </a:ext>
                  </a:extLst>
                </p14:cNvPr>
                <p14:cNvContentPartPr/>
                <p14:nvPr/>
              </p14:nvContentPartPr>
              <p14:xfrm>
                <a:off x="2364237" y="1140063"/>
                <a:ext cx="133200" cy="12492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05305770-1E27-5EFA-1027-5EEA95845E96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2346237" y="1122063"/>
                  <a:ext cx="16884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009E3187-A5AF-E202-DEC7-9F42DF9163F5}"/>
                    </a:ext>
                  </a:extLst>
                </p14:cNvPr>
                <p14:cNvContentPartPr/>
                <p14:nvPr/>
              </p14:nvContentPartPr>
              <p14:xfrm>
                <a:off x="2568717" y="992103"/>
                <a:ext cx="193680" cy="28368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009E3187-A5AF-E202-DEC7-9F42DF9163F5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2551077" y="974463"/>
                  <a:ext cx="229320" cy="319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1BE613BD-E808-6D98-7410-4A67E49761AF}"/>
              </a:ext>
            </a:extLst>
          </p:cNvPr>
          <p:cNvGrpSpPr/>
          <p:nvPr/>
        </p:nvGrpSpPr>
        <p:grpSpPr>
          <a:xfrm>
            <a:off x="3316437" y="939903"/>
            <a:ext cx="1288080" cy="351360"/>
            <a:chOff x="3316437" y="939903"/>
            <a:chExt cx="1288080" cy="351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C2EE72EE-FCB1-A9AE-9065-52F4B4584666}"/>
                    </a:ext>
                  </a:extLst>
                </p14:cNvPr>
                <p14:cNvContentPartPr/>
                <p14:nvPr/>
              </p14:nvContentPartPr>
              <p14:xfrm>
                <a:off x="3316437" y="1117743"/>
                <a:ext cx="335880" cy="17352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C2EE72EE-FCB1-A9AE-9065-52F4B4584666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3298437" y="1099743"/>
                  <a:ext cx="37152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51049078-0447-7C95-A8E8-705A13351B38}"/>
                    </a:ext>
                  </a:extLst>
                </p14:cNvPr>
                <p14:cNvContentPartPr/>
                <p14:nvPr/>
              </p14:nvContentPartPr>
              <p14:xfrm>
                <a:off x="3741237" y="944223"/>
                <a:ext cx="547560" cy="34020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51049078-0447-7C95-A8E8-705A13351B38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3723597" y="926223"/>
                  <a:ext cx="583200" cy="37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C387B88C-8156-BA2F-E6D7-957013530D2B}"/>
                    </a:ext>
                  </a:extLst>
                </p14:cNvPr>
                <p14:cNvContentPartPr/>
                <p14:nvPr/>
              </p14:nvContentPartPr>
              <p14:xfrm>
                <a:off x="4320117" y="1118463"/>
                <a:ext cx="23400" cy="14580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C387B88C-8156-BA2F-E6D7-957013530D2B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4302477" y="1100463"/>
                  <a:ext cx="5904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922E3332-ED0F-50A7-F9E2-489ACA72FDD3}"/>
                    </a:ext>
                  </a:extLst>
                </p14:cNvPr>
                <p14:cNvContentPartPr/>
                <p14:nvPr/>
              </p14:nvContentPartPr>
              <p14:xfrm>
                <a:off x="4439277" y="1115583"/>
                <a:ext cx="165240" cy="14256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922E3332-ED0F-50A7-F9E2-489ACA72FDD3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4421637" y="1097583"/>
                  <a:ext cx="20088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6954ADFC-9FB1-F89E-DE88-015A91571913}"/>
                    </a:ext>
                  </a:extLst>
                </p14:cNvPr>
                <p14:cNvContentPartPr/>
                <p14:nvPr/>
              </p14:nvContentPartPr>
              <p14:xfrm>
                <a:off x="4367277" y="939903"/>
                <a:ext cx="61200" cy="2916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6954ADFC-9FB1-F89E-DE88-015A91571913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4349637" y="921903"/>
                  <a:ext cx="9684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74DECDA5-BC41-F335-2578-4F446D743638}"/>
                    </a:ext>
                  </a:extLst>
                </p14:cNvPr>
                <p14:cNvContentPartPr/>
                <p14:nvPr/>
              </p14:nvContentPartPr>
              <p14:xfrm>
                <a:off x="3985317" y="972303"/>
                <a:ext cx="120600" cy="2844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74DECDA5-BC41-F335-2578-4F446D743638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3967317" y="954663"/>
                  <a:ext cx="156240" cy="64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B42BB88C-184E-1D43-D5B5-12CCB0F450B2}"/>
              </a:ext>
            </a:extLst>
          </p:cNvPr>
          <p:cNvGrpSpPr/>
          <p:nvPr/>
        </p:nvGrpSpPr>
        <p:grpSpPr>
          <a:xfrm>
            <a:off x="4908717" y="1048623"/>
            <a:ext cx="204120" cy="270360"/>
            <a:chOff x="4908717" y="1048623"/>
            <a:chExt cx="204120" cy="270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4EE0361F-0E7B-7354-C97D-659E49209573}"/>
                    </a:ext>
                  </a:extLst>
                </p14:cNvPr>
                <p14:cNvContentPartPr/>
                <p14:nvPr/>
              </p14:nvContentPartPr>
              <p14:xfrm>
                <a:off x="4908717" y="1078143"/>
                <a:ext cx="68760" cy="24084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4EE0361F-0E7B-7354-C97D-659E49209573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4891077" y="1060143"/>
                  <a:ext cx="104400" cy="27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3FBC1311-03D8-58B9-CD76-183D4AF33EE9}"/>
                    </a:ext>
                  </a:extLst>
                </p14:cNvPr>
                <p14:cNvContentPartPr/>
                <p14:nvPr/>
              </p14:nvContentPartPr>
              <p14:xfrm>
                <a:off x="4978917" y="1048623"/>
                <a:ext cx="133920" cy="24732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3FBC1311-03D8-58B9-CD76-183D4AF33EE9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4960917" y="1030623"/>
                  <a:ext cx="169560" cy="282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EA360D1D-AA61-CF3E-DCEA-0D0587D6728B}"/>
              </a:ext>
            </a:extLst>
          </p:cNvPr>
          <p:cNvGrpSpPr/>
          <p:nvPr/>
        </p:nvGrpSpPr>
        <p:grpSpPr>
          <a:xfrm>
            <a:off x="5826717" y="1007583"/>
            <a:ext cx="178200" cy="262800"/>
            <a:chOff x="5826717" y="1007583"/>
            <a:chExt cx="178200" cy="262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DA34756E-255D-31CE-20BC-270F57FEA747}"/>
                    </a:ext>
                  </a:extLst>
                </p14:cNvPr>
                <p14:cNvContentPartPr/>
                <p14:nvPr/>
              </p14:nvContentPartPr>
              <p14:xfrm>
                <a:off x="5826717" y="1112343"/>
                <a:ext cx="39600" cy="13320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DA34756E-255D-31CE-20BC-270F57FEA747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5808717" y="1094343"/>
                  <a:ext cx="7524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657E4111-0221-415B-2F9C-E11DF35633DC}"/>
                    </a:ext>
                  </a:extLst>
                </p14:cNvPr>
                <p14:cNvContentPartPr/>
                <p14:nvPr/>
              </p14:nvContentPartPr>
              <p14:xfrm>
                <a:off x="5897277" y="1117383"/>
                <a:ext cx="107640" cy="15300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657E4111-0221-415B-2F9C-E11DF35633DC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5879637" y="1099383"/>
                  <a:ext cx="14328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A864130C-3D39-B920-3522-9FF50D1669BC}"/>
                    </a:ext>
                  </a:extLst>
                </p14:cNvPr>
                <p14:cNvContentPartPr/>
                <p14:nvPr/>
              </p14:nvContentPartPr>
              <p14:xfrm>
                <a:off x="5908797" y="1007583"/>
                <a:ext cx="1440" cy="3096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A864130C-3D39-B920-3522-9FF50D1669BC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5891157" y="989943"/>
                  <a:ext cx="37080" cy="66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F0F13ECB-F338-3E99-C232-C301D3A61A86}"/>
              </a:ext>
            </a:extLst>
          </p:cNvPr>
          <p:cNvGrpSpPr/>
          <p:nvPr/>
        </p:nvGrpSpPr>
        <p:grpSpPr>
          <a:xfrm>
            <a:off x="6737517" y="1029543"/>
            <a:ext cx="760320" cy="273600"/>
            <a:chOff x="6737517" y="1029543"/>
            <a:chExt cx="760320" cy="273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787B1540-26DB-C6BE-E866-AF4854BDC8FE}"/>
                    </a:ext>
                  </a:extLst>
                </p14:cNvPr>
                <p14:cNvContentPartPr/>
                <p14:nvPr/>
              </p14:nvContentPartPr>
              <p14:xfrm>
                <a:off x="6737517" y="1120263"/>
                <a:ext cx="175680" cy="18288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787B1540-26DB-C6BE-E866-AF4854BDC8FE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6719877" y="1102263"/>
                  <a:ext cx="21132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7B4018E6-75F6-1063-F05E-AB04BCE69902}"/>
                    </a:ext>
                  </a:extLst>
                </p14:cNvPr>
                <p14:cNvContentPartPr/>
                <p14:nvPr/>
              </p14:nvContentPartPr>
              <p14:xfrm>
                <a:off x="6956757" y="1145463"/>
                <a:ext cx="141480" cy="13572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7B4018E6-75F6-1063-F05E-AB04BCE69902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6939117" y="1127823"/>
                  <a:ext cx="17712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FA1E0E2F-3941-CCEC-6157-CAC219FB7D24}"/>
                    </a:ext>
                  </a:extLst>
                </p14:cNvPr>
                <p14:cNvContentPartPr/>
                <p14:nvPr/>
              </p14:nvContentPartPr>
              <p14:xfrm>
                <a:off x="7165557" y="1120623"/>
                <a:ext cx="100080" cy="16308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FA1E0E2F-3941-CCEC-6157-CAC219FB7D24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7147917" y="1102983"/>
                  <a:ext cx="13572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4D6F4724-AC17-0CF0-6F28-45D1788734C9}"/>
                    </a:ext>
                  </a:extLst>
                </p14:cNvPr>
                <p14:cNvContentPartPr/>
                <p14:nvPr/>
              </p14:nvContentPartPr>
              <p14:xfrm>
                <a:off x="7332957" y="1029543"/>
                <a:ext cx="164880" cy="20952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4D6F4724-AC17-0CF0-6F28-45D1788734C9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7314957" y="1011903"/>
                  <a:ext cx="200520" cy="245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7C978C24-6DAA-0217-5987-7ED1FDB71484}"/>
              </a:ext>
            </a:extLst>
          </p:cNvPr>
          <p:cNvGrpSpPr/>
          <p:nvPr/>
        </p:nvGrpSpPr>
        <p:grpSpPr>
          <a:xfrm>
            <a:off x="7895637" y="991743"/>
            <a:ext cx="920520" cy="302040"/>
            <a:chOff x="7895637" y="991743"/>
            <a:chExt cx="920520" cy="302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C1A39501-B484-9CDE-498D-40D2A067033D}"/>
                    </a:ext>
                  </a:extLst>
                </p14:cNvPr>
                <p14:cNvContentPartPr/>
                <p14:nvPr/>
              </p14:nvContentPartPr>
              <p14:xfrm>
                <a:off x="7895637" y="991743"/>
                <a:ext cx="489240" cy="29592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C1A39501-B484-9CDE-498D-40D2A067033D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7877637" y="974103"/>
                  <a:ext cx="524880" cy="33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C9990850-BDD2-2DF7-C623-939C6DE61CC7}"/>
                    </a:ext>
                  </a:extLst>
                </p14:cNvPr>
                <p14:cNvContentPartPr/>
                <p14:nvPr/>
              </p14:nvContentPartPr>
              <p14:xfrm>
                <a:off x="8429877" y="1011543"/>
                <a:ext cx="345600" cy="28224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C9990850-BDD2-2DF7-C623-939C6DE61CC7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8411877" y="993543"/>
                  <a:ext cx="381240" cy="31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8BE9EA9B-6BEE-82FB-6ADE-9C735CB78101}"/>
                    </a:ext>
                  </a:extLst>
                </p14:cNvPr>
                <p14:cNvContentPartPr/>
                <p14:nvPr/>
              </p14:nvContentPartPr>
              <p14:xfrm>
                <a:off x="8681517" y="1049703"/>
                <a:ext cx="134640" cy="1188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8BE9EA9B-6BEE-82FB-6ADE-9C735CB78101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8663877" y="1032063"/>
                  <a:ext cx="17028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B2BE6FBB-5CD1-D191-01D6-D29FC9B69E06}"/>
                    </a:ext>
                  </a:extLst>
                </p14:cNvPr>
                <p14:cNvContentPartPr/>
                <p14:nvPr/>
              </p14:nvContentPartPr>
              <p14:xfrm>
                <a:off x="7966917" y="1026663"/>
                <a:ext cx="114480" cy="1044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B2BE6FBB-5CD1-D191-01D6-D29FC9B69E06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7948917" y="1008663"/>
                  <a:ext cx="150120" cy="46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36802255-D16B-2BA9-0A44-3631BC2EC36C}"/>
              </a:ext>
            </a:extLst>
          </p:cNvPr>
          <p:cNvGrpSpPr/>
          <p:nvPr/>
        </p:nvGrpSpPr>
        <p:grpSpPr>
          <a:xfrm>
            <a:off x="9346437" y="1070943"/>
            <a:ext cx="1637640" cy="268200"/>
            <a:chOff x="9346437" y="1070943"/>
            <a:chExt cx="1637640" cy="268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21F0B5E6-9ED5-065A-CA0F-8BCA7A6C62E0}"/>
                    </a:ext>
                  </a:extLst>
                </p14:cNvPr>
                <p14:cNvContentPartPr/>
                <p14:nvPr/>
              </p14:nvContentPartPr>
              <p14:xfrm>
                <a:off x="9346437" y="1082463"/>
                <a:ext cx="211320" cy="25668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21F0B5E6-9ED5-065A-CA0F-8BCA7A6C62E0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9328437" y="1064823"/>
                  <a:ext cx="246960" cy="29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5D612C4B-6A3D-CFC9-78D3-077458E9F4EA}"/>
                    </a:ext>
                  </a:extLst>
                </p14:cNvPr>
                <p14:cNvContentPartPr/>
                <p14:nvPr/>
              </p14:nvContentPartPr>
              <p14:xfrm>
                <a:off x="9647757" y="1142943"/>
                <a:ext cx="70560" cy="18648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5D612C4B-6A3D-CFC9-78D3-077458E9F4EA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9629757" y="1125303"/>
                  <a:ext cx="10620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0053324A-C90F-96C1-2B1C-ACEE55E96A21}"/>
                    </a:ext>
                  </a:extLst>
                </p14:cNvPr>
                <p14:cNvContentPartPr/>
                <p14:nvPr/>
              </p14:nvContentPartPr>
              <p14:xfrm>
                <a:off x="9704997" y="1096863"/>
                <a:ext cx="119160" cy="23796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0053324A-C90F-96C1-2B1C-ACEE55E96A21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9687357" y="1078863"/>
                  <a:ext cx="154800" cy="27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CD6D9ADF-F692-C92F-8073-BF635D074F71}"/>
                    </a:ext>
                  </a:extLst>
                </p14:cNvPr>
                <p14:cNvContentPartPr/>
                <p14:nvPr/>
              </p14:nvContentPartPr>
              <p14:xfrm>
                <a:off x="9968157" y="1218903"/>
                <a:ext cx="58320" cy="612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CD6D9ADF-F692-C92F-8073-BF635D074F71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9950157" y="1200903"/>
                  <a:ext cx="9396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57E3BFE2-BDF2-50CC-B9FB-5DDB85B50004}"/>
                    </a:ext>
                  </a:extLst>
                </p14:cNvPr>
                <p14:cNvContentPartPr/>
                <p14:nvPr/>
              </p14:nvContentPartPr>
              <p14:xfrm>
                <a:off x="9921717" y="1288383"/>
                <a:ext cx="102240" cy="2520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57E3BFE2-BDF2-50CC-B9FB-5DDB85B50004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9903717" y="1270743"/>
                  <a:ext cx="13788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A6C0097C-1CE1-2A0B-BAF1-E7321DF1BB72}"/>
                    </a:ext>
                  </a:extLst>
                </p14:cNvPr>
                <p14:cNvContentPartPr/>
                <p14:nvPr/>
              </p14:nvContentPartPr>
              <p14:xfrm>
                <a:off x="10173717" y="1130703"/>
                <a:ext cx="68760" cy="18792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A6C0097C-1CE1-2A0B-BAF1-E7321DF1BB72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10155717" y="1112703"/>
                  <a:ext cx="10440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2B6807C0-CE8B-CD73-5118-6B390903B187}"/>
                    </a:ext>
                  </a:extLst>
                </p14:cNvPr>
                <p14:cNvContentPartPr/>
                <p14:nvPr/>
              </p14:nvContentPartPr>
              <p14:xfrm>
                <a:off x="10221237" y="1091823"/>
                <a:ext cx="147240" cy="23796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2B6807C0-CE8B-CD73-5118-6B390903B187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10203597" y="1073823"/>
                  <a:ext cx="182880" cy="27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96157B8C-4EB7-259E-057C-8572EE564D91}"/>
                    </a:ext>
                  </a:extLst>
                </p14:cNvPr>
                <p14:cNvContentPartPr/>
                <p14:nvPr/>
              </p14:nvContentPartPr>
              <p14:xfrm>
                <a:off x="10444797" y="1070943"/>
                <a:ext cx="187560" cy="25920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96157B8C-4EB7-259E-057C-8572EE564D91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10426797" y="1052943"/>
                  <a:ext cx="223200" cy="29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15154903-1D6B-803E-8AC5-C797086AD0F5}"/>
                    </a:ext>
                  </a:extLst>
                </p14:cNvPr>
                <p14:cNvContentPartPr/>
                <p14:nvPr/>
              </p14:nvContentPartPr>
              <p14:xfrm>
                <a:off x="10465317" y="1179303"/>
                <a:ext cx="83520" cy="648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15154903-1D6B-803E-8AC5-C797086AD0F5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10447677" y="1161303"/>
                  <a:ext cx="11916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07781662-C170-FAB5-704D-8602F62BA8E0}"/>
                    </a:ext>
                  </a:extLst>
                </p14:cNvPr>
                <p14:cNvContentPartPr/>
                <p14:nvPr/>
              </p14:nvContentPartPr>
              <p14:xfrm>
                <a:off x="10854837" y="1207743"/>
                <a:ext cx="59760" cy="360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07781662-C170-FAB5-704D-8602F62BA8E0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10837197" y="1190103"/>
                  <a:ext cx="9540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C3357E4D-0444-466B-AB07-5DE666837468}"/>
                    </a:ext>
                  </a:extLst>
                </p14:cNvPr>
                <p14:cNvContentPartPr/>
                <p14:nvPr/>
              </p14:nvContentPartPr>
              <p14:xfrm>
                <a:off x="10830357" y="1261743"/>
                <a:ext cx="153720" cy="1980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C3357E4D-0444-466B-AB07-5DE666837468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10812717" y="1243743"/>
                  <a:ext cx="189360" cy="55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07BC9E5B-6680-3733-F1B0-CF053CDC9D1A}"/>
              </a:ext>
            </a:extLst>
          </p:cNvPr>
          <p:cNvGrpSpPr/>
          <p:nvPr/>
        </p:nvGrpSpPr>
        <p:grpSpPr>
          <a:xfrm>
            <a:off x="11232477" y="1025223"/>
            <a:ext cx="536400" cy="527760"/>
            <a:chOff x="11232477" y="1025223"/>
            <a:chExt cx="536400" cy="527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A0C4DA19-39D0-FF49-3599-F6879B08303F}"/>
                    </a:ext>
                  </a:extLst>
                </p14:cNvPr>
                <p14:cNvContentPartPr/>
                <p14:nvPr/>
              </p14:nvContentPartPr>
              <p14:xfrm>
                <a:off x="11341557" y="1025223"/>
                <a:ext cx="159120" cy="11952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A0C4DA19-39D0-FF49-3599-F6879B08303F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11323917" y="1007583"/>
                  <a:ext cx="19476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B83137D5-27CB-1C0A-0A27-AB9A9319088C}"/>
                    </a:ext>
                  </a:extLst>
                </p14:cNvPr>
                <p14:cNvContentPartPr/>
                <p14:nvPr/>
              </p14:nvContentPartPr>
              <p14:xfrm>
                <a:off x="11360277" y="1097583"/>
                <a:ext cx="88560" cy="23220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B83137D5-27CB-1C0A-0A27-AB9A9319088C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11342637" y="1079583"/>
                  <a:ext cx="124200" cy="26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3737410E-3EBD-6970-846C-E6B52BBD99DA}"/>
                    </a:ext>
                  </a:extLst>
                </p14:cNvPr>
                <p14:cNvContentPartPr/>
                <p14:nvPr/>
              </p14:nvContentPartPr>
              <p14:xfrm>
                <a:off x="11232477" y="1325103"/>
                <a:ext cx="109080" cy="1188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3737410E-3EBD-6970-846C-E6B52BBD99DA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11214837" y="1307103"/>
                  <a:ext cx="14472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8CCAA12B-9C46-7ABD-7428-D8A67E8109C1}"/>
                    </a:ext>
                  </a:extLst>
                </p14:cNvPr>
                <p14:cNvContentPartPr/>
                <p14:nvPr/>
              </p14:nvContentPartPr>
              <p14:xfrm>
                <a:off x="11583117" y="1381263"/>
                <a:ext cx="185760" cy="17172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8CCAA12B-9C46-7ABD-7428-D8A67E8109C1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11565117" y="1363263"/>
                  <a:ext cx="221400" cy="207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82C3883C-56EB-9B44-F7BA-58E5CFFE255A}"/>
              </a:ext>
            </a:extLst>
          </p:cNvPr>
          <p:cNvGrpSpPr/>
          <p:nvPr/>
        </p:nvGrpSpPr>
        <p:grpSpPr>
          <a:xfrm>
            <a:off x="373077" y="1761063"/>
            <a:ext cx="783000" cy="300240"/>
            <a:chOff x="373077" y="1761063"/>
            <a:chExt cx="783000" cy="300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86C6C0AE-1279-82D7-C80A-95A5DA403B95}"/>
                    </a:ext>
                  </a:extLst>
                </p14:cNvPr>
                <p14:cNvContentPartPr/>
                <p14:nvPr/>
              </p14:nvContentPartPr>
              <p14:xfrm>
                <a:off x="373077" y="1797063"/>
                <a:ext cx="156960" cy="26424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86C6C0AE-1279-82D7-C80A-95A5DA403B95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355077" y="1779423"/>
                  <a:ext cx="192600" cy="29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ED12B1B0-31F1-399C-4B54-F664C1BAD4B2}"/>
                    </a:ext>
                  </a:extLst>
                </p14:cNvPr>
                <p14:cNvContentPartPr/>
                <p14:nvPr/>
              </p14:nvContentPartPr>
              <p14:xfrm>
                <a:off x="594837" y="1761063"/>
                <a:ext cx="239040" cy="27648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ED12B1B0-31F1-399C-4B54-F664C1BAD4B2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577197" y="1743063"/>
                  <a:ext cx="274680" cy="31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48A7E483-C496-F260-D339-22C9DB06B1FB}"/>
                    </a:ext>
                  </a:extLst>
                </p14:cNvPr>
                <p14:cNvContentPartPr/>
                <p14:nvPr/>
              </p14:nvContentPartPr>
              <p14:xfrm>
                <a:off x="902277" y="1871583"/>
                <a:ext cx="253800" cy="16920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48A7E483-C496-F260-D339-22C9DB06B1FB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884637" y="1853943"/>
                  <a:ext cx="28944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E8ABE4D8-260F-CB1F-FEA5-048BC898F2BE}"/>
                    </a:ext>
                  </a:extLst>
                </p14:cNvPr>
                <p14:cNvContentPartPr/>
                <p14:nvPr/>
              </p14:nvContentPartPr>
              <p14:xfrm>
                <a:off x="433917" y="1854303"/>
                <a:ext cx="90720" cy="1620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E8ABE4D8-260F-CB1F-FEA5-048BC898F2BE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415917" y="1836303"/>
                  <a:ext cx="126360" cy="51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3348DBC2-B024-3EAC-C8A5-3020B7752D33}"/>
              </a:ext>
            </a:extLst>
          </p:cNvPr>
          <p:cNvGrpSpPr/>
          <p:nvPr/>
        </p:nvGrpSpPr>
        <p:grpSpPr>
          <a:xfrm>
            <a:off x="1829277" y="1783743"/>
            <a:ext cx="175680" cy="292680"/>
            <a:chOff x="1829277" y="1783743"/>
            <a:chExt cx="175680" cy="292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ACF04153-7AF6-6A1C-05EC-9FFEABD41E72}"/>
                    </a:ext>
                  </a:extLst>
                </p14:cNvPr>
                <p14:cNvContentPartPr/>
                <p14:nvPr/>
              </p14:nvContentPartPr>
              <p14:xfrm>
                <a:off x="1829277" y="1807143"/>
                <a:ext cx="96120" cy="24516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ACF04153-7AF6-6A1C-05EC-9FFEABD41E72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1811277" y="1789503"/>
                  <a:ext cx="131760" cy="28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A65A5901-BAC8-5858-F2B6-CACCCCF51DA6}"/>
                    </a:ext>
                  </a:extLst>
                </p14:cNvPr>
                <p14:cNvContentPartPr/>
                <p14:nvPr/>
              </p14:nvContentPartPr>
              <p14:xfrm>
                <a:off x="1845117" y="1783743"/>
                <a:ext cx="159840" cy="29268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A65A5901-BAC8-5858-F2B6-CACCCCF51DA6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1827117" y="1766103"/>
                  <a:ext cx="195480" cy="328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55B751C6-7CD9-07BF-FA54-B30D9D3B26EE}"/>
              </a:ext>
            </a:extLst>
          </p:cNvPr>
          <p:cNvGrpSpPr/>
          <p:nvPr/>
        </p:nvGrpSpPr>
        <p:grpSpPr>
          <a:xfrm>
            <a:off x="2529837" y="1742343"/>
            <a:ext cx="216000" cy="337680"/>
            <a:chOff x="2529837" y="1742343"/>
            <a:chExt cx="216000" cy="337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3FC16106-7D67-B477-F683-02154E72BC7E}"/>
                    </a:ext>
                  </a:extLst>
                </p14:cNvPr>
                <p14:cNvContentPartPr/>
                <p14:nvPr/>
              </p14:nvContentPartPr>
              <p14:xfrm>
                <a:off x="2529837" y="1874823"/>
                <a:ext cx="75600" cy="20520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3FC16106-7D67-B477-F683-02154E72BC7E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2512197" y="1856823"/>
                  <a:ext cx="11124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8A6CEDF5-92BC-376F-EE96-A3F88DB64178}"/>
                    </a:ext>
                  </a:extLst>
                </p14:cNvPr>
                <p14:cNvContentPartPr/>
                <p14:nvPr/>
              </p14:nvContentPartPr>
              <p14:xfrm>
                <a:off x="2644677" y="1887063"/>
                <a:ext cx="101160" cy="17640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8A6CEDF5-92BC-376F-EE96-A3F88DB64178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2627037" y="1869423"/>
                  <a:ext cx="136800" cy="21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39402C07-B96A-3AA3-EAEE-B72E246265A0}"/>
                    </a:ext>
                  </a:extLst>
                </p14:cNvPr>
                <p14:cNvContentPartPr/>
                <p14:nvPr/>
              </p14:nvContentPartPr>
              <p14:xfrm>
                <a:off x="2702637" y="1742343"/>
                <a:ext cx="7920" cy="2844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39402C07-B96A-3AA3-EAEE-B72E246265A0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2684997" y="1724703"/>
                  <a:ext cx="43560" cy="64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A553BF5E-35C2-E10A-27C1-9440C52E752F}"/>
              </a:ext>
            </a:extLst>
          </p:cNvPr>
          <p:cNvGrpSpPr/>
          <p:nvPr/>
        </p:nvGrpSpPr>
        <p:grpSpPr>
          <a:xfrm>
            <a:off x="3525237" y="1667463"/>
            <a:ext cx="1369800" cy="383760"/>
            <a:chOff x="3525237" y="1667463"/>
            <a:chExt cx="1369800" cy="383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5D6F553C-2FDF-67FD-98DE-E10A8A124337}"/>
                    </a:ext>
                  </a:extLst>
                </p14:cNvPr>
                <p14:cNvContentPartPr/>
                <p14:nvPr/>
              </p14:nvContentPartPr>
              <p14:xfrm>
                <a:off x="3525237" y="1860783"/>
                <a:ext cx="531720" cy="19044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5D6F553C-2FDF-67FD-98DE-E10A8A124337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3507597" y="1842783"/>
                  <a:ext cx="56736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29DB00AD-63AD-F2A0-4E97-A8DDAB196A1D}"/>
                    </a:ext>
                  </a:extLst>
                </p14:cNvPr>
                <p14:cNvContentPartPr/>
                <p14:nvPr/>
              </p14:nvContentPartPr>
              <p14:xfrm>
                <a:off x="4097997" y="1757463"/>
                <a:ext cx="281160" cy="27612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29DB00AD-63AD-F2A0-4E97-A8DDAB196A1D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4080357" y="1739823"/>
                  <a:ext cx="316800" cy="31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5A8F663B-0F76-9795-FEF5-9082FCF893ED}"/>
                    </a:ext>
                  </a:extLst>
                </p14:cNvPr>
                <p14:cNvContentPartPr/>
                <p14:nvPr/>
              </p14:nvContentPartPr>
              <p14:xfrm>
                <a:off x="4409037" y="1843863"/>
                <a:ext cx="133920" cy="14112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5A8F663B-0F76-9795-FEF5-9082FCF893ED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4391397" y="1825863"/>
                  <a:ext cx="16956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56A73331-451B-40FE-DD30-63F2AAC5119C}"/>
                    </a:ext>
                  </a:extLst>
                </p14:cNvPr>
                <p14:cNvContentPartPr/>
                <p14:nvPr/>
              </p14:nvContentPartPr>
              <p14:xfrm>
                <a:off x="4612077" y="1667463"/>
                <a:ext cx="282960" cy="33876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56A73331-451B-40FE-DD30-63F2AAC5119C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4594437" y="1649823"/>
                  <a:ext cx="318600" cy="374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71320DFB-842C-DFBA-F7ED-B39123A3B6B4}"/>
              </a:ext>
            </a:extLst>
          </p:cNvPr>
          <p:cNvGrpSpPr/>
          <p:nvPr/>
        </p:nvGrpSpPr>
        <p:grpSpPr>
          <a:xfrm>
            <a:off x="5297517" y="1705983"/>
            <a:ext cx="662400" cy="339480"/>
            <a:chOff x="5297517" y="1705983"/>
            <a:chExt cx="662400" cy="339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63E8A064-3432-4590-8364-E8C9865D8F7D}"/>
                    </a:ext>
                  </a:extLst>
                </p14:cNvPr>
                <p14:cNvContentPartPr/>
                <p14:nvPr/>
              </p14:nvContentPartPr>
              <p14:xfrm>
                <a:off x="5355117" y="1705983"/>
                <a:ext cx="225720" cy="33948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63E8A064-3432-4590-8364-E8C9865D8F7D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5337477" y="1688343"/>
                  <a:ext cx="261360" cy="37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71DA73E9-9C0A-74D2-0F03-31E7946EC091}"/>
                    </a:ext>
                  </a:extLst>
                </p14:cNvPr>
                <p14:cNvContentPartPr/>
                <p14:nvPr/>
              </p14:nvContentPartPr>
              <p14:xfrm>
                <a:off x="5596317" y="1738743"/>
                <a:ext cx="363600" cy="30060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71DA73E9-9C0A-74D2-0F03-31E7946EC091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5578677" y="1721103"/>
                  <a:ext cx="399240" cy="33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7F46A224-69D6-7B6E-601A-DF60DBE7670C}"/>
                    </a:ext>
                  </a:extLst>
                </p14:cNvPr>
                <p14:cNvContentPartPr/>
                <p14:nvPr/>
              </p14:nvContentPartPr>
              <p14:xfrm>
                <a:off x="5297517" y="1803543"/>
                <a:ext cx="96120" cy="1080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7F46A224-69D6-7B6E-601A-DF60DBE7670C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5279517" y="1785543"/>
                  <a:ext cx="131760" cy="46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6" name="Group 135">
            <a:extLst>
              <a:ext uri="{FF2B5EF4-FFF2-40B4-BE49-F238E27FC236}">
                <a16:creationId xmlns:a16="http://schemas.microsoft.com/office/drawing/2014/main" id="{8FDD7F8C-EEEC-7756-9DC6-7D8423533417}"/>
              </a:ext>
            </a:extLst>
          </p:cNvPr>
          <p:cNvGrpSpPr/>
          <p:nvPr/>
        </p:nvGrpSpPr>
        <p:grpSpPr>
          <a:xfrm>
            <a:off x="6603957" y="1751703"/>
            <a:ext cx="1221480" cy="321120"/>
            <a:chOff x="6603957" y="1751703"/>
            <a:chExt cx="1221480" cy="321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CC1CA587-4E3D-28DA-EB80-C869F2732C9C}"/>
                    </a:ext>
                  </a:extLst>
                </p14:cNvPr>
                <p14:cNvContentPartPr/>
                <p14:nvPr/>
              </p14:nvContentPartPr>
              <p14:xfrm>
                <a:off x="6603957" y="1858983"/>
                <a:ext cx="69480" cy="16524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CC1CA587-4E3D-28DA-EB80-C869F2732C9C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6586317" y="1841343"/>
                  <a:ext cx="10512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89638B85-98D0-BC17-A772-991A4DCAA2C1}"/>
                    </a:ext>
                  </a:extLst>
                </p14:cNvPr>
                <p14:cNvContentPartPr/>
                <p14:nvPr/>
              </p14:nvContentPartPr>
              <p14:xfrm>
                <a:off x="6688557" y="1751703"/>
                <a:ext cx="33120" cy="2160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89638B85-98D0-BC17-A772-991A4DCAA2C1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6670557" y="1733703"/>
                  <a:ext cx="6876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80BEB068-3375-61BD-F70A-CB9F41CDF34D}"/>
                    </a:ext>
                  </a:extLst>
                </p14:cNvPr>
                <p14:cNvContentPartPr/>
                <p14:nvPr/>
              </p14:nvContentPartPr>
              <p14:xfrm>
                <a:off x="6706197" y="1884543"/>
                <a:ext cx="136440" cy="15228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80BEB068-3375-61BD-F70A-CB9F41CDF34D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6688197" y="1866903"/>
                  <a:ext cx="17208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265BE84A-D597-0AEF-EFA7-89FFD69933FE}"/>
                    </a:ext>
                  </a:extLst>
                </p14:cNvPr>
                <p14:cNvContentPartPr/>
                <p14:nvPr/>
              </p14:nvContentPartPr>
              <p14:xfrm>
                <a:off x="6948117" y="1870143"/>
                <a:ext cx="525240" cy="20268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265BE84A-D597-0AEF-EFA7-89FFD69933FE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6930477" y="1852143"/>
                  <a:ext cx="560880" cy="23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9788DEAB-9016-9C61-CF0C-20BE779A1052}"/>
                    </a:ext>
                  </a:extLst>
                </p14:cNvPr>
                <p14:cNvContentPartPr/>
                <p14:nvPr/>
              </p14:nvContentPartPr>
              <p14:xfrm>
                <a:off x="7492797" y="1891023"/>
                <a:ext cx="118800" cy="14688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9788DEAB-9016-9C61-CF0C-20BE779A1052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7474797" y="1873023"/>
                  <a:ext cx="15444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F970BE92-EE85-3B60-224A-9A9F37D68203}"/>
                    </a:ext>
                  </a:extLst>
                </p14:cNvPr>
                <p14:cNvContentPartPr/>
                <p14:nvPr/>
              </p14:nvContentPartPr>
              <p14:xfrm>
                <a:off x="7663797" y="1879503"/>
                <a:ext cx="161640" cy="16164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F970BE92-EE85-3B60-224A-9A9F37D68203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7645797" y="1861503"/>
                  <a:ext cx="197280" cy="197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10">
            <p14:nvContentPartPr>
              <p14:cNvPr id="126" name="Ink 125">
                <a:extLst>
                  <a:ext uri="{FF2B5EF4-FFF2-40B4-BE49-F238E27FC236}">
                    <a16:creationId xmlns:a16="http://schemas.microsoft.com/office/drawing/2014/main" id="{0C466AF6-5EA9-F6D6-7BF5-F5B43C95B1E9}"/>
                  </a:ext>
                </a:extLst>
              </p14:cNvPr>
              <p14:cNvContentPartPr/>
              <p14:nvPr/>
            </p14:nvContentPartPr>
            <p14:xfrm>
              <a:off x="8258877" y="1824783"/>
              <a:ext cx="301320" cy="565200"/>
            </p14:xfrm>
          </p:contentPart>
        </mc:Choice>
        <mc:Fallback>
          <p:pic>
            <p:nvPicPr>
              <p:cNvPr id="126" name="Ink 125">
                <a:extLst>
                  <a:ext uri="{FF2B5EF4-FFF2-40B4-BE49-F238E27FC236}">
                    <a16:creationId xmlns:a16="http://schemas.microsoft.com/office/drawing/2014/main" id="{0C466AF6-5EA9-F6D6-7BF5-F5B43C95B1E9}"/>
                  </a:ext>
                </a:extLst>
              </p:cNvPr>
              <p:cNvPicPr/>
              <p:nvPr/>
            </p:nvPicPr>
            <p:blipFill>
              <a:blip r:embed="rId211"/>
              <a:stretch>
                <a:fillRect/>
              </a:stretch>
            </p:blipFill>
            <p:spPr>
              <a:xfrm>
                <a:off x="8241237" y="1807143"/>
                <a:ext cx="336960" cy="60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2">
            <p14:nvContentPartPr>
              <p14:cNvPr id="127" name="Ink 126">
                <a:extLst>
                  <a:ext uri="{FF2B5EF4-FFF2-40B4-BE49-F238E27FC236}">
                    <a16:creationId xmlns:a16="http://schemas.microsoft.com/office/drawing/2014/main" id="{0BBE00C8-78A6-A077-F80E-51AEDEF05C41}"/>
                  </a:ext>
                </a:extLst>
              </p14:cNvPr>
              <p14:cNvContentPartPr/>
              <p14:nvPr/>
            </p14:nvContentPartPr>
            <p14:xfrm>
              <a:off x="8936037" y="1757463"/>
              <a:ext cx="265680" cy="294480"/>
            </p14:xfrm>
          </p:contentPart>
        </mc:Choice>
        <mc:Fallback>
          <p:pic>
            <p:nvPicPr>
              <p:cNvPr id="127" name="Ink 126">
                <a:extLst>
                  <a:ext uri="{FF2B5EF4-FFF2-40B4-BE49-F238E27FC236}">
                    <a16:creationId xmlns:a16="http://schemas.microsoft.com/office/drawing/2014/main" id="{0BBE00C8-78A6-A077-F80E-51AEDEF05C41}"/>
                  </a:ext>
                </a:extLst>
              </p:cNvPr>
              <p:cNvPicPr/>
              <p:nvPr/>
            </p:nvPicPr>
            <p:blipFill>
              <a:blip r:embed="rId213"/>
              <a:stretch>
                <a:fillRect/>
              </a:stretch>
            </p:blipFill>
            <p:spPr>
              <a:xfrm>
                <a:off x="8918037" y="1739463"/>
                <a:ext cx="301320" cy="330120"/>
              </a:xfrm>
              <a:prstGeom prst="rect">
                <a:avLst/>
              </a:prstGeom>
            </p:spPr>
          </p:pic>
        </mc:Fallback>
      </mc:AlternateContent>
      <p:grpSp>
        <p:nvGrpSpPr>
          <p:cNvPr id="135" name="Group 134">
            <a:extLst>
              <a:ext uri="{FF2B5EF4-FFF2-40B4-BE49-F238E27FC236}">
                <a16:creationId xmlns:a16="http://schemas.microsoft.com/office/drawing/2014/main" id="{0AFF822D-8DBB-6DB0-7DFF-3C26A3C46C2B}"/>
              </a:ext>
            </a:extLst>
          </p:cNvPr>
          <p:cNvGrpSpPr/>
          <p:nvPr/>
        </p:nvGrpSpPr>
        <p:grpSpPr>
          <a:xfrm>
            <a:off x="9598437" y="1688343"/>
            <a:ext cx="769320" cy="293400"/>
            <a:chOff x="9598437" y="1688343"/>
            <a:chExt cx="769320" cy="293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9A925F84-2E9C-9041-DD81-F54D18421337}"/>
                    </a:ext>
                  </a:extLst>
                </p14:cNvPr>
                <p14:cNvContentPartPr/>
                <p14:nvPr/>
              </p14:nvContentPartPr>
              <p14:xfrm>
                <a:off x="9598437" y="1837383"/>
                <a:ext cx="153720" cy="14436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9A925F84-2E9C-9041-DD81-F54D18421337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9580437" y="1819383"/>
                  <a:ext cx="18936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B0BAD300-DC06-280E-292A-80E55ABA487E}"/>
                    </a:ext>
                  </a:extLst>
                </p14:cNvPr>
                <p14:cNvContentPartPr/>
                <p14:nvPr/>
              </p14:nvContentPartPr>
              <p14:xfrm>
                <a:off x="9848997" y="1840263"/>
                <a:ext cx="167760" cy="13104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B0BAD300-DC06-280E-292A-80E55ABA487E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9831357" y="1822263"/>
                  <a:ext cx="20340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9335B50E-76DE-401E-D120-94D452ACA08F}"/>
                    </a:ext>
                  </a:extLst>
                </p14:cNvPr>
                <p14:cNvContentPartPr/>
                <p14:nvPr/>
              </p14:nvContentPartPr>
              <p14:xfrm>
                <a:off x="10125837" y="1688343"/>
                <a:ext cx="241920" cy="27864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9335B50E-76DE-401E-D120-94D452ACA08F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10107837" y="1670343"/>
                  <a:ext cx="277560" cy="314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4" name="Group 133">
            <a:extLst>
              <a:ext uri="{FF2B5EF4-FFF2-40B4-BE49-F238E27FC236}">
                <a16:creationId xmlns:a16="http://schemas.microsoft.com/office/drawing/2014/main" id="{648174C9-BEB0-1251-A1B0-1DA30CA5F052}"/>
              </a:ext>
            </a:extLst>
          </p:cNvPr>
          <p:cNvGrpSpPr/>
          <p:nvPr/>
        </p:nvGrpSpPr>
        <p:grpSpPr>
          <a:xfrm>
            <a:off x="10887957" y="1832343"/>
            <a:ext cx="234720" cy="160560"/>
            <a:chOff x="10887957" y="1832343"/>
            <a:chExt cx="234720" cy="160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657B4819-1C90-584F-358E-CC2130DAAABF}"/>
                    </a:ext>
                  </a:extLst>
                </p14:cNvPr>
                <p14:cNvContentPartPr/>
                <p14:nvPr/>
              </p14:nvContentPartPr>
              <p14:xfrm>
                <a:off x="10887957" y="1832343"/>
                <a:ext cx="79920" cy="16056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657B4819-1C90-584F-358E-CC2130DAAABF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10869957" y="1814343"/>
                  <a:ext cx="11556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1955AC3E-535B-065F-CFBB-0F3070BBAF05}"/>
                    </a:ext>
                  </a:extLst>
                </p14:cNvPr>
                <p14:cNvContentPartPr/>
                <p14:nvPr/>
              </p14:nvContentPartPr>
              <p14:xfrm>
                <a:off x="11012157" y="1833063"/>
                <a:ext cx="110520" cy="14184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1955AC3E-535B-065F-CFBB-0F3070BBAF05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10994157" y="1815063"/>
                  <a:ext cx="146160" cy="177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24">
            <p14:nvContentPartPr>
              <p14:cNvPr id="133" name="Ink 132">
                <a:extLst>
                  <a:ext uri="{FF2B5EF4-FFF2-40B4-BE49-F238E27FC236}">
                    <a16:creationId xmlns:a16="http://schemas.microsoft.com/office/drawing/2014/main" id="{54B269FF-8E76-611F-0B50-65D4D8A3B001}"/>
                  </a:ext>
                </a:extLst>
              </p14:cNvPr>
              <p14:cNvContentPartPr/>
              <p14:nvPr/>
            </p14:nvContentPartPr>
            <p14:xfrm>
              <a:off x="11034837" y="1708863"/>
              <a:ext cx="16200" cy="13320"/>
            </p14:xfrm>
          </p:contentPart>
        </mc:Choice>
        <mc:Fallback>
          <p:pic>
            <p:nvPicPr>
              <p:cNvPr id="133" name="Ink 132">
                <a:extLst>
                  <a:ext uri="{FF2B5EF4-FFF2-40B4-BE49-F238E27FC236}">
                    <a16:creationId xmlns:a16="http://schemas.microsoft.com/office/drawing/2014/main" id="{54B269FF-8E76-611F-0B50-65D4D8A3B001}"/>
                  </a:ext>
                </a:extLst>
              </p:cNvPr>
              <p:cNvPicPr/>
              <p:nvPr/>
            </p:nvPicPr>
            <p:blipFill>
              <a:blip r:embed="rId225"/>
              <a:stretch>
                <a:fillRect/>
              </a:stretch>
            </p:blipFill>
            <p:spPr>
              <a:xfrm>
                <a:off x="11017197" y="1691223"/>
                <a:ext cx="51840" cy="48960"/>
              </a:xfrm>
              <a:prstGeom prst="rect">
                <a:avLst/>
              </a:prstGeom>
            </p:spPr>
          </p:pic>
        </mc:Fallback>
      </mc:AlternateContent>
      <p:grpSp>
        <p:nvGrpSpPr>
          <p:cNvPr id="149" name="Group 148">
            <a:extLst>
              <a:ext uri="{FF2B5EF4-FFF2-40B4-BE49-F238E27FC236}">
                <a16:creationId xmlns:a16="http://schemas.microsoft.com/office/drawing/2014/main" id="{C1324344-BD57-816B-83E9-5D75C5D5C12E}"/>
              </a:ext>
            </a:extLst>
          </p:cNvPr>
          <p:cNvGrpSpPr/>
          <p:nvPr/>
        </p:nvGrpSpPr>
        <p:grpSpPr>
          <a:xfrm>
            <a:off x="340677" y="2372703"/>
            <a:ext cx="1254240" cy="330840"/>
            <a:chOff x="340677" y="2372703"/>
            <a:chExt cx="1254240" cy="330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9D9EA6D7-F72A-2E2A-7F56-5C84E856E730}"/>
                    </a:ext>
                  </a:extLst>
                </p14:cNvPr>
                <p14:cNvContentPartPr/>
                <p14:nvPr/>
              </p14:nvContentPartPr>
              <p14:xfrm>
                <a:off x="340677" y="2505903"/>
                <a:ext cx="544680" cy="19764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9D9EA6D7-F72A-2E2A-7F56-5C84E856E730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323037" y="2487903"/>
                  <a:ext cx="580320" cy="23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899E7C6B-999C-0A55-873E-87577C531E43}"/>
                    </a:ext>
                  </a:extLst>
                </p14:cNvPr>
                <p14:cNvContentPartPr/>
                <p14:nvPr/>
              </p14:nvContentPartPr>
              <p14:xfrm>
                <a:off x="877437" y="2411583"/>
                <a:ext cx="48600" cy="3744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899E7C6B-999C-0A55-873E-87577C531E43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859797" y="2393583"/>
                  <a:ext cx="8424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C8FE3A6A-C404-9F91-259A-CF51A6FFD42A}"/>
                    </a:ext>
                  </a:extLst>
                </p14:cNvPr>
                <p14:cNvContentPartPr/>
                <p14:nvPr/>
              </p14:nvContentPartPr>
              <p14:xfrm>
                <a:off x="982557" y="2395383"/>
                <a:ext cx="66240" cy="30672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C8FE3A6A-C404-9F91-259A-CF51A6FFD42A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964917" y="2377743"/>
                  <a:ext cx="101880" cy="34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324C8538-143C-5ECD-D467-8352B4F737A1}"/>
                    </a:ext>
                  </a:extLst>
                </p14:cNvPr>
                <p14:cNvContentPartPr/>
                <p14:nvPr/>
              </p14:nvContentPartPr>
              <p14:xfrm>
                <a:off x="1105677" y="2372703"/>
                <a:ext cx="108360" cy="31824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324C8538-143C-5ECD-D467-8352B4F737A1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1088037" y="2355063"/>
                  <a:ext cx="144000" cy="35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7B708F7E-9077-D807-5368-0BD6FF35559C}"/>
                    </a:ext>
                  </a:extLst>
                </p14:cNvPr>
                <p14:cNvContentPartPr/>
                <p14:nvPr/>
              </p14:nvContentPartPr>
              <p14:xfrm>
                <a:off x="922077" y="2462703"/>
                <a:ext cx="214560" cy="3132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7B708F7E-9077-D807-5368-0BD6FF35559C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904437" y="2444703"/>
                  <a:ext cx="25020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E397A104-7FF8-49A5-F53F-5523B91A0B23}"/>
                    </a:ext>
                  </a:extLst>
                </p14:cNvPr>
                <p14:cNvContentPartPr/>
                <p14:nvPr/>
              </p14:nvContentPartPr>
              <p14:xfrm>
                <a:off x="1203597" y="2529663"/>
                <a:ext cx="140760" cy="15048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E397A104-7FF8-49A5-F53F-5523B91A0B23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1185957" y="2511663"/>
                  <a:ext cx="17640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AEE51455-021F-4EFC-6D79-22D0B943A499}"/>
                    </a:ext>
                  </a:extLst>
                </p14:cNvPr>
                <p14:cNvContentPartPr/>
                <p14:nvPr/>
              </p14:nvContentPartPr>
              <p14:xfrm>
                <a:off x="1369917" y="2546223"/>
                <a:ext cx="225000" cy="12924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AEE51455-021F-4EFC-6D79-22D0B943A499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1352277" y="2528223"/>
                  <a:ext cx="260640" cy="164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40">
            <p14:nvContentPartPr>
              <p14:cNvPr id="144" name="Ink 143">
                <a:extLst>
                  <a:ext uri="{FF2B5EF4-FFF2-40B4-BE49-F238E27FC236}">
                    <a16:creationId xmlns:a16="http://schemas.microsoft.com/office/drawing/2014/main" id="{E39082CF-076B-97A9-4C4B-3C944A7FF17F}"/>
                  </a:ext>
                </a:extLst>
              </p14:cNvPr>
              <p14:cNvContentPartPr/>
              <p14:nvPr/>
            </p14:nvContentPartPr>
            <p14:xfrm>
              <a:off x="1955997" y="2550543"/>
              <a:ext cx="440640" cy="186480"/>
            </p14:xfrm>
          </p:contentPart>
        </mc:Choice>
        <mc:Fallback>
          <p:pic>
            <p:nvPicPr>
              <p:cNvPr id="144" name="Ink 143">
                <a:extLst>
                  <a:ext uri="{FF2B5EF4-FFF2-40B4-BE49-F238E27FC236}">
                    <a16:creationId xmlns:a16="http://schemas.microsoft.com/office/drawing/2014/main" id="{E39082CF-076B-97A9-4C4B-3C944A7FF17F}"/>
                  </a:ext>
                </a:extLst>
              </p:cNvPr>
              <p:cNvPicPr/>
              <p:nvPr/>
            </p:nvPicPr>
            <p:blipFill>
              <a:blip r:embed="rId241"/>
              <a:stretch>
                <a:fillRect/>
              </a:stretch>
            </p:blipFill>
            <p:spPr>
              <a:xfrm>
                <a:off x="1938357" y="2532543"/>
                <a:ext cx="476280" cy="222120"/>
              </a:xfrm>
              <a:prstGeom prst="rect">
                <a:avLst/>
              </a:prstGeom>
            </p:spPr>
          </p:pic>
        </mc:Fallback>
      </mc:AlternateContent>
      <p:grpSp>
        <p:nvGrpSpPr>
          <p:cNvPr id="148" name="Group 147">
            <a:extLst>
              <a:ext uri="{FF2B5EF4-FFF2-40B4-BE49-F238E27FC236}">
                <a16:creationId xmlns:a16="http://schemas.microsoft.com/office/drawing/2014/main" id="{0767471A-0FFF-A745-BD25-B9093F08867F}"/>
              </a:ext>
            </a:extLst>
          </p:cNvPr>
          <p:cNvGrpSpPr/>
          <p:nvPr/>
        </p:nvGrpSpPr>
        <p:grpSpPr>
          <a:xfrm>
            <a:off x="2849157" y="2326983"/>
            <a:ext cx="708840" cy="439560"/>
            <a:chOff x="2849157" y="2326983"/>
            <a:chExt cx="708840" cy="439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F745CC8A-3327-BF8C-CBC5-DC9132495FAB}"/>
                    </a:ext>
                  </a:extLst>
                </p14:cNvPr>
                <p14:cNvContentPartPr/>
                <p14:nvPr/>
              </p14:nvContentPartPr>
              <p14:xfrm>
                <a:off x="2849157" y="2477463"/>
                <a:ext cx="221040" cy="28908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F745CC8A-3327-BF8C-CBC5-DC9132495FAB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2831157" y="2459463"/>
                  <a:ext cx="256680" cy="32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4E0DADDF-39DB-08D9-5E18-FCE32D7FDF10}"/>
                    </a:ext>
                  </a:extLst>
                </p14:cNvPr>
                <p14:cNvContentPartPr/>
                <p14:nvPr/>
              </p14:nvContentPartPr>
              <p14:xfrm>
                <a:off x="3282237" y="2437503"/>
                <a:ext cx="113760" cy="3060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4E0DADDF-39DB-08D9-5E18-FCE32D7FDF10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3264237" y="2419503"/>
                  <a:ext cx="14940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7B7C20E5-6144-6091-4276-6061760F139A}"/>
                    </a:ext>
                  </a:extLst>
                </p14:cNvPr>
                <p14:cNvContentPartPr/>
                <p14:nvPr/>
              </p14:nvContentPartPr>
              <p14:xfrm>
                <a:off x="3530997" y="2326983"/>
                <a:ext cx="27000" cy="15552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7B7C20E5-6144-6091-4276-6061760F139A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3513357" y="2308983"/>
                  <a:ext cx="62640" cy="191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48">
            <p14:nvContentPartPr>
              <p14:cNvPr id="150" name="Ink 149">
                <a:extLst>
                  <a:ext uri="{FF2B5EF4-FFF2-40B4-BE49-F238E27FC236}">
                    <a16:creationId xmlns:a16="http://schemas.microsoft.com/office/drawing/2014/main" id="{21168901-AA34-6119-D4F5-3BE02A486AB5}"/>
                  </a:ext>
                </a:extLst>
              </p14:cNvPr>
              <p14:cNvContentPartPr/>
              <p14:nvPr/>
            </p14:nvContentPartPr>
            <p14:xfrm>
              <a:off x="3728997" y="2769423"/>
              <a:ext cx="9720" cy="8280"/>
            </p14:xfrm>
          </p:contentPart>
        </mc:Choice>
        <mc:Fallback>
          <p:pic>
            <p:nvPicPr>
              <p:cNvPr id="150" name="Ink 149">
                <a:extLst>
                  <a:ext uri="{FF2B5EF4-FFF2-40B4-BE49-F238E27FC236}">
                    <a16:creationId xmlns:a16="http://schemas.microsoft.com/office/drawing/2014/main" id="{21168901-AA34-6119-D4F5-3BE02A486AB5}"/>
                  </a:ext>
                </a:extLst>
              </p:cNvPr>
              <p:cNvPicPr/>
              <p:nvPr/>
            </p:nvPicPr>
            <p:blipFill>
              <a:blip r:embed="rId249"/>
              <a:stretch>
                <a:fillRect/>
              </a:stretch>
            </p:blipFill>
            <p:spPr>
              <a:xfrm>
                <a:off x="3710997" y="2751783"/>
                <a:ext cx="45360" cy="43920"/>
              </a:xfrm>
              <a:prstGeom prst="rect">
                <a:avLst/>
              </a:prstGeom>
            </p:spPr>
          </p:pic>
        </mc:Fallback>
      </mc:AlternateContent>
      <p:grpSp>
        <p:nvGrpSpPr>
          <p:cNvPr id="181" name="Group 180">
            <a:extLst>
              <a:ext uri="{FF2B5EF4-FFF2-40B4-BE49-F238E27FC236}">
                <a16:creationId xmlns:a16="http://schemas.microsoft.com/office/drawing/2014/main" id="{1E4142D5-BF16-6670-F0F3-6DA0BF666D5C}"/>
              </a:ext>
            </a:extLst>
          </p:cNvPr>
          <p:cNvGrpSpPr/>
          <p:nvPr/>
        </p:nvGrpSpPr>
        <p:grpSpPr>
          <a:xfrm>
            <a:off x="274077" y="3084783"/>
            <a:ext cx="403560" cy="282240"/>
            <a:chOff x="274077" y="3084783"/>
            <a:chExt cx="403560" cy="282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1E7E6011-4B8B-3FD3-7475-D74E6ECCFAC9}"/>
                    </a:ext>
                  </a:extLst>
                </p14:cNvPr>
                <p14:cNvContentPartPr/>
                <p14:nvPr/>
              </p14:nvContentPartPr>
              <p14:xfrm>
                <a:off x="274077" y="3084783"/>
                <a:ext cx="230400" cy="27792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1E7E6011-4B8B-3FD3-7475-D74E6ECCFAC9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256077" y="3067143"/>
                  <a:ext cx="266040" cy="31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C752C8D6-ECFE-B194-3D5C-20FBDB190A87}"/>
                    </a:ext>
                  </a:extLst>
                </p14:cNvPr>
                <p14:cNvContentPartPr/>
                <p14:nvPr/>
              </p14:nvContentPartPr>
              <p14:xfrm>
                <a:off x="594837" y="3088743"/>
                <a:ext cx="68760" cy="27828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C752C8D6-ECFE-B194-3D5C-20FBDB190A87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576837" y="3071103"/>
                  <a:ext cx="104400" cy="31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55052A73-9A5E-9281-B4EA-96BCDA928BAF}"/>
                    </a:ext>
                  </a:extLst>
                </p14:cNvPr>
                <p14:cNvContentPartPr/>
                <p14:nvPr/>
              </p14:nvContentPartPr>
              <p14:xfrm>
                <a:off x="548397" y="3184143"/>
                <a:ext cx="129240" cy="2232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55052A73-9A5E-9281-B4EA-96BCDA928BAF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530757" y="3166143"/>
                  <a:ext cx="164880" cy="57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0" name="Group 179">
            <a:extLst>
              <a:ext uri="{FF2B5EF4-FFF2-40B4-BE49-F238E27FC236}">
                <a16:creationId xmlns:a16="http://schemas.microsoft.com/office/drawing/2014/main" id="{1FD45BDD-E3E3-C78A-EAF6-29DCE80A5760}"/>
              </a:ext>
            </a:extLst>
          </p:cNvPr>
          <p:cNvGrpSpPr/>
          <p:nvPr/>
        </p:nvGrpSpPr>
        <p:grpSpPr>
          <a:xfrm>
            <a:off x="1073997" y="3231663"/>
            <a:ext cx="169560" cy="162720"/>
            <a:chOff x="1073997" y="3231663"/>
            <a:chExt cx="169560" cy="162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F765A9CD-C974-A9FD-0736-8991499AFAE5}"/>
                    </a:ext>
                  </a:extLst>
                </p14:cNvPr>
                <p14:cNvContentPartPr/>
                <p14:nvPr/>
              </p14:nvContentPartPr>
              <p14:xfrm>
                <a:off x="1073997" y="3231663"/>
                <a:ext cx="34920" cy="16272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F765A9CD-C974-A9FD-0736-8991499AFAE5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1056357" y="3214023"/>
                  <a:ext cx="7056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FEE44578-063B-E226-DBAD-B044723B9E0D}"/>
                    </a:ext>
                  </a:extLst>
                </p14:cNvPr>
                <p14:cNvContentPartPr/>
                <p14:nvPr/>
              </p14:nvContentPartPr>
              <p14:xfrm>
                <a:off x="1146717" y="3246063"/>
                <a:ext cx="96840" cy="13104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FEE44578-063B-E226-DBAD-B044723B9E0D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1128717" y="3228423"/>
                  <a:ext cx="132480" cy="166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60">
            <p14:nvContentPartPr>
              <p14:cNvPr id="156" name="Ink 155">
                <a:extLst>
                  <a:ext uri="{FF2B5EF4-FFF2-40B4-BE49-F238E27FC236}">
                    <a16:creationId xmlns:a16="http://schemas.microsoft.com/office/drawing/2014/main" id="{ED1819AE-70AA-F25A-9DCA-686A31054066}"/>
                  </a:ext>
                </a:extLst>
              </p14:cNvPr>
              <p14:cNvContentPartPr/>
              <p14:nvPr/>
            </p14:nvContentPartPr>
            <p14:xfrm>
              <a:off x="1133037" y="3067143"/>
              <a:ext cx="13320" cy="15120"/>
            </p14:xfrm>
          </p:contentPart>
        </mc:Choice>
        <mc:Fallback>
          <p:pic>
            <p:nvPicPr>
              <p:cNvPr id="156" name="Ink 155">
                <a:extLst>
                  <a:ext uri="{FF2B5EF4-FFF2-40B4-BE49-F238E27FC236}">
                    <a16:creationId xmlns:a16="http://schemas.microsoft.com/office/drawing/2014/main" id="{ED1819AE-70AA-F25A-9DCA-686A31054066}"/>
                  </a:ext>
                </a:extLst>
              </p:cNvPr>
              <p:cNvPicPr/>
              <p:nvPr/>
            </p:nvPicPr>
            <p:blipFill>
              <a:blip r:embed="rId261"/>
              <a:stretch>
                <a:fillRect/>
              </a:stretch>
            </p:blipFill>
            <p:spPr>
              <a:xfrm>
                <a:off x="1115397" y="3049503"/>
                <a:ext cx="48960" cy="50760"/>
              </a:xfrm>
              <a:prstGeom prst="rect">
                <a:avLst/>
              </a:prstGeom>
            </p:spPr>
          </p:pic>
        </mc:Fallback>
      </mc:AlternateContent>
      <p:grpSp>
        <p:nvGrpSpPr>
          <p:cNvPr id="179" name="Group 178">
            <a:extLst>
              <a:ext uri="{FF2B5EF4-FFF2-40B4-BE49-F238E27FC236}">
                <a16:creationId xmlns:a16="http://schemas.microsoft.com/office/drawing/2014/main" id="{B5EEF733-B112-CE6E-DAFF-A897E3643A46}"/>
              </a:ext>
            </a:extLst>
          </p:cNvPr>
          <p:cNvGrpSpPr/>
          <p:nvPr/>
        </p:nvGrpSpPr>
        <p:grpSpPr>
          <a:xfrm>
            <a:off x="1823877" y="3072183"/>
            <a:ext cx="753840" cy="349560"/>
            <a:chOff x="1823877" y="3072183"/>
            <a:chExt cx="753840" cy="349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5BD17A7F-41A6-3E88-8CED-FB51DEF423C9}"/>
                    </a:ext>
                  </a:extLst>
                </p14:cNvPr>
                <p14:cNvContentPartPr/>
                <p14:nvPr/>
              </p14:nvContentPartPr>
              <p14:xfrm>
                <a:off x="1823877" y="3250743"/>
                <a:ext cx="137160" cy="16272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5BD17A7F-41A6-3E88-8CED-FB51DEF423C9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1805877" y="3232743"/>
                  <a:ext cx="17280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1ED49F2D-48CD-ECB1-5B5B-CBD1650C5AE7}"/>
                    </a:ext>
                  </a:extLst>
                </p14:cNvPr>
                <p14:cNvContentPartPr/>
                <p14:nvPr/>
              </p14:nvContentPartPr>
              <p14:xfrm>
                <a:off x="1976877" y="3270543"/>
                <a:ext cx="119160" cy="15048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1ED49F2D-48CD-ECB1-5B5B-CBD1650C5AE7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1958877" y="3252903"/>
                  <a:ext cx="15480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4A8F3AE6-0DD9-26E0-1DA2-A046783ED549}"/>
                    </a:ext>
                  </a:extLst>
                </p14:cNvPr>
                <p14:cNvContentPartPr/>
                <p14:nvPr/>
              </p14:nvContentPartPr>
              <p14:xfrm>
                <a:off x="2126277" y="3072183"/>
                <a:ext cx="56520" cy="34956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4A8F3AE6-0DD9-26E0-1DA2-A046783ED549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2108637" y="3054543"/>
                  <a:ext cx="92160" cy="38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15A8F9C8-C016-0986-7C4D-FB226C44F307}"/>
                    </a:ext>
                  </a:extLst>
                </p14:cNvPr>
                <p14:cNvContentPartPr/>
                <p14:nvPr/>
              </p14:nvContentPartPr>
              <p14:xfrm>
                <a:off x="2216997" y="3266583"/>
                <a:ext cx="100800" cy="13572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15A8F9C8-C016-0986-7C4D-FB226C44F307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2199357" y="3248943"/>
                  <a:ext cx="13644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5BDAF5AB-D4DE-C221-CF35-ABBAE271AE72}"/>
                    </a:ext>
                  </a:extLst>
                </p14:cNvPr>
                <p14:cNvContentPartPr/>
                <p14:nvPr/>
              </p14:nvContentPartPr>
              <p14:xfrm>
                <a:off x="2385477" y="3233103"/>
                <a:ext cx="192240" cy="17172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5BDAF5AB-D4DE-C221-CF35-ABBAE271AE72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2367477" y="3215103"/>
                  <a:ext cx="227880" cy="207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8" name="Group 177">
            <a:extLst>
              <a:ext uri="{FF2B5EF4-FFF2-40B4-BE49-F238E27FC236}">
                <a16:creationId xmlns:a16="http://schemas.microsoft.com/office/drawing/2014/main" id="{D377A55D-D1F1-0B58-DAD6-8FB4D9948282}"/>
              </a:ext>
            </a:extLst>
          </p:cNvPr>
          <p:cNvGrpSpPr/>
          <p:nvPr/>
        </p:nvGrpSpPr>
        <p:grpSpPr>
          <a:xfrm>
            <a:off x="2946717" y="2948703"/>
            <a:ext cx="1839600" cy="767880"/>
            <a:chOff x="2946717" y="2948703"/>
            <a:chExt cx="1839600" cy="767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A46EFE01-215C-DDF7-5D1A-E073347C2BA4}"/>
                    </a:ext>
                  </a:extLst>
                </p14:cNvPr>
                <p14:cNvContentPartPr/>
                <p14:nvPr/>
              </p14:nvContentPartPr>
              <p14:xfrm>
                <a:off x="2946717" y="3186303"/>
                <a:ext cx="390600" cy="21924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A46EFE01-215C-DDF7-5D1A-E073347C2BA4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2929077" y="3168663"/>
                  <a:ext cx="426240" cy="25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C608162F-00CB-606A-FE1B-E7606E3643A4}"/>
                    </a:ext>
                  </a:extLst>
                </p14:cNvPr>
                <p14:cNvContentPartPr/>
                <p14:nvPr/>
              </p14:nvContentPartPr>
              <p14:xfrm>
                <a:off x="3420477" y="3217983"/>
                <a:ext cx="87840" cy="14112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C608162F-00CB-606A-FE1B-E7606E3643A4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3402477" y="3200343"/>
                  <a:ext cx="12348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AE9658EA-F3B5-EA3C-F2DA-DA99C9EBA834}"/>
                    </a:ext>
                  </a:extLst>
                </p14:cNvPr>
                <p14:cNvContentPartPr/>
                <p14:nvPr/>
              </p14:nvContentPartPr>
              <p14:xfrm>
                <a:off x="3612357" y="3206463"/>
                <a:ext cx="39960" cy="13392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AE9658EA-F3B5-EA3C-F2DA-DA99C9EBA834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3594357" y="3188823"/>
                  <a:ext cx="7560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D2CEB7D9-4E59-83DE-D529-E07C16E06C26}"/>
                    </a:ext>
                  </a:extLst>
                </p14:cNvPr>
                <p14:cNvContentPartPr/>
                <p14:nvPr/>
              </p14:nvContentPartPr>
              <p14:xfrm>
                <a:off x="3734397" y="3043743"/>
                <a:ext cx="19440" cy="1260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D2CEB7D9-4E59-83DE-D529-E07C16E06C26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3716757" y="3025743"/>
                  <a:ext cx="5508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CF8037CC-6C0E-C7EC-C65F-537F798BDA25}"/>
                    </a:ext>
                  </a:extLst>
                </p14:cNvPr>
                <p14:cNvContentPartPr/>
                <p14:nvPr/>
              </p14:nvContentPartPr>
              <p14:xfrm>
                <a:off x="3631797" y="3211503"/>
                <a:ext cx="235800" cy="50508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CF8037CC-6C0E-C7EC-C65F-537F798BDA25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3614157" y="3193503"/>
                  <a:ext cx="271440" cy="54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83D6AC24-BCE5-1512-B960-58AF73A738AE}"/>
                    </a:ext>
                  </a:extLst>
                </p14:cNvPr>
                <p14:cNvContentPartPr/>
                <p14:nvPr/>
              </p14:nvContentPartPr>
              <p14:xfrm>
                <a:off x="3750957" y="3175143"/>
                <a:ext cx="165960" cy="15840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83D6AC24-BCE5-1512-B960-58AF73A738AE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3732957" y="3157503"/>
                  <a:ext cx="20160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4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1D338E37-2769-26A8-EDAB-14E8CA6395BF}"/>
                    </a:ext>
                  </a:extLst>
                </p14:cNvPr>
                <p14:cNvContentPartPr/>
                <p14:nvPr/>
              </p14:nvContentPartPr>
              <p14:xfrm>
                <a:off x="3915117" y="3145983"/>
                <a:ext cx="278280" cy="16236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1D338E37-2769-26A8-EDAB-14E8CA6395BF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3897117" y="3128343"/>
                  <a:ext cx="31392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B56A0DF9-231D-CE26-ED15-C62F24E8225D}"/>
                    </a:ext>
                  </a:extLst>
                </p14:cNvPr>
                <p14:cNvContentPartPr/>
                <p14:nvPr/>
              </p14:nvContentPartPr>
              <p14:xfrm>
                <a:off x="4258557" y="2948703"/>
                <a:ext cx="527760" cy="36540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B56A0DF9-231D-CE26-ED15-C62F24E8225D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4240917" y="2930703"/>
                  <a:ext cx="563400" cy="401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7" name="Group 176">
            <a:extLst>
              <a:ext uri="{FF2B5EF4-FFF2-40B4-BE49-F238E27FC236}">
                <a16:creationId xmlns:a16="http://schemas.microsoft.com/office/drawing/2014/main" id="{38270320-0A89-7B6C-06DB-404CC52554B8}"/>
              </a:ext>
            </a:extLst>
          </p:cNvPr>
          <p:cNvGrpSpPr/>
          <p:nvPr/>
        </p:nvGrpSpPr>
        <p:grpSpPr>
          <a:xfrm>
            <a:off x="5345037" y="2897943"/>
            <a:ext cx="1227240" cy="365400"/>
            <a:chOff x="5345037" y="2897943"/>
            <a:chExt cx="1227240" cy="365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928AAC11-7889-4FB1-CCBD-2C56ABD70EA0}"/>
                    </a:ext>
                  </a:extLst>
                </p14:cNvPr>
                <p14:cNvContentPartPr/>
                <p14:nvPr/>
              </p14:nvContentPartPr>
              <p14:xfrm>
                <a:off x="5345037" y="3135543"/>
                <a:ext cx="291960" cy="12312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928AAC11-7889-4FB1-CCBD-2C56ABD70EA0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5327037" y="3117903"/>
                  <a:ext cx="32760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8CE50430-2738-36DD-C9F5-90595F4F3959}"/>
                    </a:ext>
                  </a:extLst>
                </p14:cNvPr>
                <p14:cNvContentPartPr/>
                <p14:nvPr/>
              </p14:nvContentPartPr>
              <p14:xfrm>
                <a:off x="5691717" y="2897943"/>
                <a:ext cx="641880" cy="36540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8CE50430-2738-36DD-C9F5-90595F4F3959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5673717" y="2879943"/>
                  <a:ext cx="677520" cy="40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2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FBCAB090-DF1F-2F4B-70B1-B3921B6A1D62}"/>
                    </a:ext>
                  </a:extLst>
                </p14:cNvPr>
                <p14:cNvContentPartPr/>
                <p14:nvPr/>
              </p14:nvContentPartPr>
              <p14:xfrm>
                <a:off x="6416037" y="3079023"/>
                <a:ext cx="89640" cy="12888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FBCAB090-DF1F-2F4B-70B1-B3921B6A1D62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6398397" y="3061383"/>
                  <a:ext cx="12528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3FAAB2FC-D2AE-DA8D-CA25-85349764D4D0}"/>
                    </a:ext>
                  </a:extLst>
                </p14:cNvPr>
                <p14:cNvContentPartPr/>
                <p14:nvPr/>
              </p14:nvContentPartPr>
              <p14:xfrm>
                <a:off x="6414597" y="3049503"/>
                <a:ext cx="157680" cy="15696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3FAAB2FC-D2AE-DA8D-CA25-85349764D4D0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6396597" y="3031503"/>
                  <a:ext cx="19332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6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CA46DEC0-164C-34A8-18F9-DA03B5EB3BF0}"/>
                    </a:ext>
                  </a:extLst>
                </p14:cNvPr>
                <p14:cNvContentPartPr/>
                <p14:nvPr/>
              </p14:nvContentPartPr>
              <p14:xfrm>
                <a:off x="6452037" y="2923503"/>
                <a:ext cx="5040" cy="4968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CA46DEC0-164C-34A8-18F9-DA03B5EB3BF0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6434397" y="2905503"/>
                  <a:ext cx="4068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8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543B9949-146D-8392-70C2-0A9E35BBF03E}"/>
                    </a:ext>
                  </a:extLst>
                </p14:cNvPr>
                <p14:cNvContentPartPr/>
                <p14:nvPr/>
              </p14:nvContentPartPr>
              <p14:xfrm>
                <a:off x="5935077" y="2992983"/>
                <a:ext cx="273240" cy="1836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543B9949-146D-8392-70C2-0A9E35BBF03E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5917437" y="2975343"/>
                  <a:ext cx="308880" cy="54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00">
            <p14:nvContentPartPr>
              <p14:cNvPr id="176" name="Ink 175">
                <a:extLst>
                  <a:ext uri="{FF2B5EF4-FFF2-40B4-BE49-F238E27FC236}">
                    <a16:creationId xmlns:a16="http://schemas.microsoft.com/office/drawing/2014/main" id="{77F76407-E672-FDF5-6E78-5DFF105A9D6D}"/>
                  </a:ext>
                </a:extLst>
              </p14:cNvPr>
              <p14:cNvContentPartPr/>
              <p14:nvPr/>
            </p14:nvContentPartPr>
            <p14:xfrm>
              <a:off x="7292637" y="3287823"/>
              <a:ext cx="22320" cy="24840"/>
            </p14:xfrm>
          </p:contentPart>
        </mc:Choice>
        <mc:Fallback>
          <p:pic>
            <p:nvPicPr>
              <p:cNvPr id="176" name="Ink 175">
                <a:extLst>
                  <a:ext uri="{FF2B5EF4-FFF2-40B4-BE49-F238E27FC236}">
                    <a16:creationId xmlns:a16="http://schemas.microsoft.com/office/drawing/2014/main" id="{77F76407-E672-FDF5-6E78-5DFF105A9D6D}"/>
                  </a:ext>
                </a:extLst>
              </p:cNvPr>
              <p:cNvPicPr/>
              <p:nvPr/>
            </p:nvPicPr>
            <p:blipFill>
              <a:blip r:embed="rId301"/>
              <a:stretch>
                <a:fillRect/>
              </a:stretch>
            </p:blipFill>
            <p:spPr>
              <a:xfrm>
                <a:off x="7274637" y="3269823"/>
                <a:ext cx="57960" cy="60480"/>
              </a:xfrm>
              <a:prstGeom prst="rect">
                <a:avLst/>
              </a:prstGeom>
            </p:spPr>
          </p:pic>
        </mc:Fallback>
      </mc:AlternateContent>
      <p:grpSp>
        <p:nvGrpSpPr>
          <p:cNvPr id="195" name="Group 194">
            <a:extLst>
              <a:ext uri="{FF2B5EF4-FFF2-40B4-BE49-F238E27FC236}">
                <a16:creationId xmlns:a16="http://schemas.microsoft.com/office/drawing/2014/main" id="{A99A987F-9C45-D419-233E-163D6366FB5E}"/>
              </a:ext>
            </a:extLst>
          </p:cNvPr>
          <p:cNvGrpSpPr/>
          <p:nvPr/>
        </p:nvGrpSpPr>
        <p:grpSpPr>
          <a:xfrm>
            <a:off x="2841237" y="3624783"/>
            <a:ext cx="767880" cy="466560"/>
            <a:chOff x="2841237" y="3624783"/>
            <a:chExt cx="767880" cy="466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2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45B334F3-6EDA-225A-DB8B-1C3ECC2BC739}"/>
                    </a:ext>
                  </a:extLst>
                </p14:cNvPr>
                <p14:cNvContentPartPr/>
                <p14:nvPr/>
              </p14:nvContentPartPr>
              <p14:xfrm>
                <a:off x="2841237" y="3624783"/>
                <a:ext cx="235080" cy="24372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45B334F3-6EDA-225A-DB8B-1C3ECC2BC739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2823597" y="3606783"/>
                  <a:ext cx="270720" cy="27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4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369617F5-48BF-2AEB-DDB0-8902660E8718}"/>
                    </a:ext>
                  </a:extLst>
                </p14:cNvPr>
                <p14:cNvContentPartPr/>
                <p14:nvPr/>
              </p14:nvContentPartPr>
              <p14:xfrm>
                <a:off x="3144357" y="3720183"/>
                <a:ext cx="96840" cy="90000"/>
              </p14:xfrm>
            </p:contentPart>
          </mc:Choice>
          <mc:Fallback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369617F5-48BF-2AEB-DDB0-8902660E8718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3126717" y="3702183"/>
                  <a:ext cx="13248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6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344643A6-472A-3572-E71E-5017B4216F31}"/>
                    </a:ext>
                  </a:extLst>
                </p14:cNvPr>
                <p14:cNvContentPartPr/>
                <p14:nvPr/>
              </p14:nvContentPartPr>
              <p14:xfrm>
                <a:off x="3130317" y="3670503"/>
                <a:ext cx="137160" cy="195120"/>
              </p14:xfrm>
            </p:contentPart>
          </mc:Choice>
          <mc:Fallback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344643A6-472A-3572-E71E-5017B4216F31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3112317" y="3652503"/>
                  <a:ext cx="172800" cy="23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8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687BDC26-3C3E-5FC6-4E1E-27648EDD21F2}"/>
                    </a:ext>
                  </a:extLst>
                </p14:cNvPr>
                <p14:cNvContentPartPr/>
                <p14:nvPr/>
              </p14:nvContentPartPr>
              <p14:xfrm>
                <a:off x="3406797" y="3670863"/>
                <a:ext cx="87120" cy="305640"/>
              </p14:xfrm>
            </p:contentPart>
          </mc:Choice>
          <mc:Fallback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687BDC26-3C3E-5FC6-4E1E-27648EDD21F2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3388797" y="3652863"/>
                  <a:ext cx="122760" cy="34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0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2F779541-33A0-D9F1-6888-6F996854BAC1}"/>
                    </a:ext>
                  </a:extLst>
                </p14:cNvPr>
                <p14:cNvContentPartPr/>
                <p14:nvPr/>
              </p14:nvContentPartPr>
              <p14:xfrm>
                <a:off x="3208797" y="4025823"/>
                <a:ext cx="400320" cy="65520"/>
              </p14:xfrm>
            </p:contentPart>
          </mc:Choice>
          <mc:Fallback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2F779541-33A0-D9F1-6888-6F996854BAC1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3190797" y="4007823"/>
                  <a:ext cx="435960" cy="101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12">
            <p14:nvContentPartPr>
              <p14:cNvPr id="187" name="Ink 186">
                <a:extLst>
                  <a:ext uri="{FF2B5EF4-FFF2-40B4-BE49-F238E27FC236}">
                    <a16:creationId xmlns:a16="http://schemas.microsoft.com/office/drawing/2014/main" id="{50EA2ED3-BFD7-24AE-DF29-13FE280B6414}"/>
                  </a:ext>
                </a:extLst>
              </p14:cNvPr>
              <p14:cNvContentPartPr/>
              <p14:nvPr/>
            </p14:nvContentPartPr>
            <p14:xfrm>
              <a:off x="3316437" y="4200063"/>
              <a:ext cx="239040" cy="143640"/>
            </p14:xfrm>
          </p:contentPart>
        </mc:Choice>
        <mc:Fallback>
          <p:pic>
            <p:nvPicPr>
              <p:cNvPr id="187" name="Ink 186">
                <a:extLst>
                  <a:ext uri="{FF2B5EF4-FFF2-40B4-BE49-F238E27FC236}">
                    <a16:creationId xmlns:a16="http://schemas.microsoft.com/office/drawing/2014/main" id="{50EA2ED3-BFD7-24AE-DF29-13FE280B6414}"/>
                  </a:ext>
                </a:extLst>
              </p:cNvPr>
              <p:cNvPicPr/>
              <p:nvPr/>
            </p:nvPicPr>
            <p:blipFill>
              <a:blip r:embed="rId313"/>
              <a:stretch>
                <a:fillRect/>
              </a:stretch>
            </p:blipFill>
            <p:spPr>
              <a:xfrm>
                <a:off x="3298797" y="4182423"/>
                <a:ext cx="274680" cy="179280"/>
              </a:xfrm>
              <a:prstGeom prst="rect">
                <a:avLst/>
              </a:prstGeom>
            </p:spPr>
          </p:pic>
        </mc:Fallback>
      </mc:AlternateContent>
      <p:grpSp>
        <p:nvGrpSpPr>
          <p:cNvPr id="194" name="Group 193">
            <a:extLst>
              <a:ext uri="{FF2B5EF4-FFF2-40B4-BE49-F238E27FC236}">
                <a16:creationId xmlns:a16="http://schemas.microsoft.com/office/drawing/2014/main" id="{B67128FD-0740-CDBF-CB24-200C8C75F1CF}"/>
              </a:ext>
            </a:extLst>
          </p:cNvPr>
          <p:cNvGrpSpPr/>
          <p:nvPr/>
        </p:nvGrpSpPr>
        <p:grpSpPr>
          <a:xfrm>
            <a:off x="4030677" y="3784983"/>
            <a:ext cx="186840" cy="135000"/>
            <a:chOff x="4030677" y="3784983"/>
            <a:chExt cx="186840" cy="135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4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E5119186-79C5-535C-EB5C-7E0BDA6AE8CC}"/>
                    </a:ext>
                  </a:extLst>
                </p14:cNvPr>
                <p14:cNvContentPartPr/>
                <p14:nvPr/>
              </p14:nvContentPartPr>
              <p14:xfrm>
                <a:off x="4030677" y="3784983"/>
                <a:ext cx="119160" cy="32760"/>
              </p14:xfrm>
            </p:contentPart>
          </mc:Choice>
          <mc:Fallback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E5119186-79C5-535C-EB5C-7E0BDA6AE8CC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4012677" y="3767343"/>
                  <a:ext cx="15480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6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96302E17-F6B4-6ABD-4A31-851385E0E5D1}"/>
                    </a:ext>
                  </a:extLst>
                </p14:cNvPr>
                <p14:cNvContentPartPr/>
                <p14:nvPr/>
              </p14:nvContentPartPr>
              <p14:xfrm>
                <a:off x="4030677" y="3880383"/>
                <a:ext cx="186840" cy="39600"/>
              </p14:xfrm>
            </p:contentPart>
          </mc:Choice>
          <mc:Fallback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96302E17-F6B4-6ABD-4A31-851385E0E5D1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4012677" y="3862383"/>
                  <a:ext cx="222480" cy="75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3" name="Group 202">
            <a:extLst>
              <a:ext uri="{FF2B5EF4-FFF2-40B4-BE49-F238E27FC236}">
                <a16:creationId xmlns:a16="http://schemas.microsoft.com/office/drawing/2014/main" id="{CB86DFE7-5F7B-9665-DFCC-977C056BF2DB}"/>
              </a:ext>
            </a:extLst>
          </p:cNvPr>
          <p:cNvGrpSpPr/>
          <p:nvPr/>
        </p:nvGrpSpPr>
        <p:grpSpPr>
          <a:xfrm>
            <a:off x="4657437" y="3410943"/>
            <a:ext cx="1167120" cy="516960"/>
            <a:chOff x="4657437" y="3410943"/>
            <a:chExt cx="1167120" cy="516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8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5B2D2132-E17B-700A-1A0E-E0227612A997}"/>
                    </a:ext>
                  </a:extLst>
                </p14:cNvPr>
                <p14:cNvContentPartPr/>
                <p14:nvPr/>
              </p14:nvContentPartPr>
              <p14:xfrm>
                <a:off x="4657437" y="3715863"/>
                <a:ext cx="199080" cy="212040"/>
              </p14:xfrm>
            </p:contentPart>
          </mc:Choice>
          <mc:Fallback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5B2D2132-E17B-700A-1A0E-E0227612A997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4639437" y="3697863"/>
                  <a:ext cx="234720" cy="2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0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1463573C-B108-1D2D-3306-F1CA7EBE1C8B}"/>
                    </a:ext>
                  </a:extLst>
                </p14:cNvPr>
                <p14:cNvContentPartPr/>
                <p14:nvPr/>
              </p14:nvContentPartPr>
              <p14:xfrm>
                <a:off x="4979997" y="3710103"/>
                <a:ext cx="98640" cy="109080"/>
              </p14:xfrm>
            </p:contentPart>
          </mc:Choice>
          <mc:Fallback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1463573C-B108-1D2D-3306-F1CA7EBE1C8B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4962357" y="3692103"/>
                  <a:ext cx="13428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2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D6B41253-5E88-380D-7E97-8BA625498D9D}"/>
                    </a:ext>
                  </a:extLst>
                </p14:cNvPr>
                <p14:cNvContentPartPr/>
                <p14:nvPr/>
              </p14:nvContentPartPr>
              <p14:xfrm>
                <a:off x="4948677" y="3692463"/>
                <a:ext cx="135720" cy="203760"/>
              </p14:xfrm>
            </p:contentPart>
          </mc:Choice>
          <mc:Fallback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D6B41253-5E88-380D-7E97-8BA625498D9D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4930677" y="3674463"/>
                  <a:ext cx="171360" cy="23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4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E627BD6F-3C9E-325D-26C2-61FFF9BF809B}"/>
                    </a:ext>
                  </a:extLst>
                </p14:cNvPr>
                <p14:cNvContentPartPr/>
                <p14:nvPr/>
              </p14:nvContentPartPr>
              <p14:xfrm>
                <a:off x="5190957" y="3698943"/>
                <a:ext cx="180720" cy="170280"/>
              </p14:xfrm>
            </p:contentPart>
          </mc:Choice>
          <mc:Fallback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E627BD6F-3C9E-325D-26C2-61FFF9BF809B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5172957" y="3680943"/>
                  <a:ext cx="21636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6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040FF90C-7531-ED21-477D-4F4BF0D45509}"/>
                    </a:ext>
                  </a:extLst>
                </p14:cNvPr>
                <p14:cNvContentPartPr/>
                <p14:nvPr/>
              </p14:nvContentPartPr>
              <p14:xfrm>
                <a:off x="5493357" y="3562863"/>
                <a:ext cx="157320" cy="54360"/>
              </p14:xfrm>
            </p:contentPart>
          </mc:Choice>
          <mc:Fallback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040FF90C-7531-ED21-477D-4F4BF0D45509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5475357" y="3544863"/>
                  <a:ext cx="19296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8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6FD1B2CB-0A71-7D0B-A4DF-666959F6AA50}"/>
                    </a:ext>
                  </a:extLst>
                </p14:cNvPr>
                <p14:cNvContentPartPr/>
                <p14:nvPr/>
              </p14:nvContentPartPr>
              <p14:xfrm>
                <a:off x="5746797" y="3410943"/>
                <a:ext cx="77760" cy="237960"/>
              </p14:xfrm>
            </p:contentPart>
          </mc:Choice>
          <mc:Fallback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6FD1B2CB-0A71-7D0B-A4DF-666959F6AA50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5729157" y="3393303"/>
                  <a:ext cx="113400" cy="273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2" name="Group 201">
            <a:extLst>
              <a:ext uri="{FF2B5EF4-FFF2-40B4-BE49-F238E27FC236}">
                <a16:creationId xmlns:a16="http://schemas.microsoft.com/office/drawing/2014/main" id="{B9B78272-13D3-DEB2-C514-3563D6B6C18D}"/>
              </a:ext>
            </a:extLst>
          </p:cNvPr>
          <p:cNvGrpSpPr/>
          <p:nvPr/>
        </p:nvGrpSpPr>
        <p:grpSpPr>
          <a:xfrm>
            <a:off x="6091677" y="3801903"/>
            <a:ext cx="236160" cy="98640"/>
            <a:chOff x="6091677" y="3801903"/>
            <a:chExt cx="236160" cy="98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0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6E4F3995-9672-9D67-296C-487FA996C114}"/>
                    </a:ext>
                  </a:extLst>
                </p14:cNvPr>
                <p14:cNvContentPartPr/>
                <p14:nvPr/>
              </p14:nvContentPartPr>
              <p14:xfrm>
                <a:off x="6091677" y="3801903"/>
                <a:ext cx="105120" cy="41760"/>
              </p14:xfrm>
            </p:contentPart>
          </mc:Choice>
          <mc:Fallback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6E4F3995-9672-9D67-296C-487FA996C114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6074037" y="3783903"/>
                  <a:ext cx="14076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2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EAA234C8-690C-2DC1-A245-E9A744A5B8BB}"/>
                    </a:ext>
                  </a:extLst>
                </p14:cNvPr>
                <p14:cNvContentPartPr/>
                <p14:nvPr/>
              </p14:nvContentPartPr>
              <p14:xfrm>
                <a:off x="6095997" y="3836103"/>
                <a:ext cx="231840" cy="64440"/>
              </p14:xfrm>
            </p:contentPart>
          </mc:Choice>
          <mc:Fallback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EAA234C8-690C-2DC1-A245-E9A744A5B8BB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6077997" y="3818463"/>
                  <a:ext cx="267480" cy="100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34">
            <p14:nvContentPartPr>
              <p14:cNvPr id="201" name="Ink 200">
                <a:extLst>
                  <a:ext uri="{FF2B5EF4-FFF2-40B4-BE49-F238E27FC236}">
                    <a16:creationId xmlns:a16="http://schemas.microsoft.com/office/drawing/2014/main" id="{EF9F8F41-3ADB-5906-5A27-A1BCFBCD257B}"/>
                  </a:ext>
                </a:extLst>
              </p14:cNvPr>
              <p14:cNvContentPartPr/>
              <p14:nvPr/>
            </p14:nvContentPartPr>
            <p14:xfrm>
              <a:off x="6813477" y="3511383"/>
              <a:ext cx="41400" cy="243360"/>
            </p14:xfrm>
          </p:contentPart>
        </mc:Choice>
        <mc:Fallback>
          <p:pic>
            <p:nvPicPr>
              <p:cNvPr id="201" name="Ink 200">
                <a:extLst>
                  <a:ext uri="{FF2B5EF4-FFF2-40B4-BE49-F238E27FC236}">
                    <a16:creationId xmlns:a16="http://schemas.microsoft.com/office/drawing/2014/main" id="{EF9F8F41-3ADB-5906-5A27-A1BCFBCD257B}"/>
                  </a:ext>
                </a:extLst>
              </p:cNvPr>
              <p:cNvPicPr/>
              <p:nvPr/>
            </p:nvPicPr>
            <p:blipFill>
              <a:blip r:embed="rId335"/>
              <a:stretch>
                <a:fillRect/>
              </a:stretch>
            </p:blipFill>
            <p:spPr>
              <a:xfrm>
                <a:off x="6795477" y="3493743"/>
                <a:ext cx="77040" cy="279000"/>
              </a:xfrm>
              <a:prstGeom prst="rect">
                <a:avLst/>
              </a:prstGeom>
            </p:spPr>
          </p:pic>
        </mc:Fallback>
      </mc:AlternateContent>
      <p:grpSp>
        <p:nvGrpSpPr>
          <p:cNvPr id="238" name="Group 237">
            <a:extLst>
              <a:ext uri="{FF2B5EF4-FFF2-40B4-BE49-F238E27FC236}">
                <a16:creationId xmlns:a16="http://schemas.microsoft.com/office/drawing/2014/main" id="{C16BF7B3-71BA-B5F3-232B-49BBCB2B6FA4}"/>
              </a:ext>
            </a:extLst>
          </p:cNvPr>
          <p:cNvGrpSpPr/>
          <p:nvPr/>
        </p:nvGrpSpPr>
        <p:grpSpPr>
          <a:xfrm>
            <a:off x="5021397" y="4614423"/>
            <a:ext cx="1427760" cy="624600"/>
            <a:chOff x="5021397" y="4614423"/>
            <a:chExt cx="1427760" cy="624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6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B5C5B8C9-6F86-2D2A-390F-DBD17AB55CE6}"/>
                    </a:ext>
                  </a:extLst>
                </p14:cNvPr>
                <p14:cNvContentPartPr/>
                <p14:nvPr/>
              </p14:nvContentPartPr>
              <p14:xfrm>
                <a:off x="5226237" y="4884063"/>
                <a:ext cx="233640" cy="169560"/>
              </p14:xfrm>
            </p:contentPart>
          </mc:Choice>
          <mc:Fallback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B5C5B8C9-6F86-2D2A-390F-DBD17AB55CE6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5208597" y="4866063"/>
                  <a:ext cx="26928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8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E1D30D0A-926F-AA97-4E3E-B61889A932E5}"/>
                    </a:ext>
                  </a:extLst>
                </p14:cNvPr>
                <p14:cNvContentPartPr/>
                <p14:nvPr/>
              </p14:nvContentPartPr>
              <p14:xfrm>
                <a:off x="5541237" y="4704423"/>
                <a:ext cx="141480" cy="333720"/>
              </p14:xfrm>
            </p:contentPart>
          </mc:Choice>
          <mc:Fallback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E1D30D0A-926F-AA97-4E3E-B61889A932E5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5523597" y="4686423"/>
                  <a:ext cx="177120" cy="36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0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40F9C8F7-315C-590C-3378-46EA678F9611}"/>
                    </a:ext>
                  </a:extLst>
                </p14:cNvPr>
                <p14:cNvContentPartPr/>
                <p14:nvPr/>
              </p14:nvContentPartPr>
              <p14:xfrm>
                <a:off x="5724117" y="4927623"/>
                <a:ext cx="101880" cy="277920"/>
              </p14:xfrm>
            </p:contentPart>
          </mc:Choice>
          <mc:Fallback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40F9C8F7-315C-590C-3378-46EA678F9611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5706117" y="4909983"/>
                  <a:ext cx="137520" cy="31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2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B61B46B7-A5DB-D9FB-9380-49BA0E5D8F0B}"/>
                    </a:ext>
                  </a:extLst>
                </p14:cNvPr>
                <p14:cNvContentPartPr/>
                <p14:nvPr/>
              </p14:nvContentPartPr>
              <p14:xfrm>
                <a:off x="5836437" y="4751583"/>
                <a:ext cx="37800" cy="75600"/>
              </p14:xfrm>
            </p:contentPart>
          </mc:Choice>
          <mc:Fallback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B61B46B7-A5DB-D9FB-9380-49BA0E5D8F0B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5818437" y="4733943"/>
                  <a:ext cx="7344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4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E1862BFF-04C4-7D6F-F7F2-F6660F2F122D}"/>
                    </a:ext>
                  </a:extLst>
                </p14:cNvPr>
                <p14:cNvContentPartPr/>
                <p14:nvPr/>
              </p14:nvContentPartPr>
              <p14:xfrm>
                <a:off x="6046317" y="4736823"/>
                <a:ext cx="146880" cy="265320"/>
              </p14:xfrm>
            </p:contentPart>
          </mc:Choice>
          <mc:Fallback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E1862BFF-04C4-7D6F-F7F2-F6660F2F122D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6028677" y="4718823"/>
                  <a:ext cx="182520" cy="30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6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DBB9DF58-9741-6DC6-2564-CA0D1A346162}"/>
                    </a:ext>
                  </a:extLst>
                </p14:cNvPr>
                <p14:cNvContentPartPr/>
                <p14:nvPr/>
              </p14:nvContentPartPr>
              <p14:xfrm>
                <a:off x="6072237" y="4828623"/>
                <a:ext cx="147600" cy="77400"/>
              </p14:xfrm>
            </p:contentPart>
          </mc:Choice>
          <mc:Fallback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DBB9DF58-9741-6DC6-2564-CA0D1A346162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6054597" y="4810983"/>
                  <a:ext cx="18324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8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A24C9AC6-1E52-8E06-8C09-6A2BADB75B5A}"/>
                    </a:ext>
                  </a:extLst>
                </p14:cNvPr>
                <p14:cNvContentPartPr/>
                <p14:nvPr/>
              </p14:nvContentPartPr>
              <p14:xfrm>
                <a:off x="6195717" y="4614783"/>
                <a:ext cx="253440" cy="597600"/>
              </p14:xfrm>
            </p:contentPart>
          </mc:Choice>
          <mc:Fallback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A24C9AC6-1E52-8E06-8C09-6A2BADB75B5A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6178077" y="4597143"/>
                  <a:ext cx="289080" cy="63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0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B6CF4EC1-9427-FA86-E959-521EBF64B6A4}"/>
                    </a:ext>
                  </a:extLst>
                </p14:cNvPr>
                <p14:cNvContentPartPr/>
                <p14:nvPr/>
              </p14:nvContentPartPr>
              <p14:xfrm>
                <a:off x="5021397" y="4614423"/>
                <a:ext cx="377640" cy="624600"/>
              </p14:xfrm>
            </p:contentPart>
          </mc:Choice>
          <mc:Fallback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B6CF4EC1-9427-FA86-E959-521EBF64B6A4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5003757" y="4596783"/>
                  <a:ext cx="413280" cy="660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7" name="Group 236">
            <a:extLst>
              <a:ext uri="{FF2B5EF4-FFF2-40B4-BE49-F238E27FC236}">
                <a16:creationId xmlns:a16="http://schemas.microsoft.com/office/drawing/2014/main" id="{538DF2FA-7B22-4DDE-6A47-0266D0DFC050}"/>
              </a:ext>
            </a:extLst>
          </p:cNvPr>
          <p:cNvGrpSpPr/>
          <p:nvPr/>
        </p:nvGrpSpPr>
        <p:grpSpPr>
          <a:xfrm>
            <a:off x="6816357" y="4708023"/>
            <a:ext cx="669240" cy="315360"/>
            <a:chOff x="6816357" y="4708023"/>
            <a:chExt cx="669240" cy="315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2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4D6AB276-8A33-6442-88DA-DE87350B5CDD}"/>
                    </a:ext>
                  </a:extLst>
                </p14:cNvPr>
                <p14:cNvContentPartPr/>
                <p14:nvPr/>
              </p14:nvContentPartPr>
              <p14:xfrm>
                <a:off x="6816357" y="4708023"/>
                <a:ext cx="201240" cy="315360"/>
              </p14:xfrm>
            </p:contentPart>
          </mc:Choice>
          <mc:Fallback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4D6AB276-8A33-6442-88DA-DE87350B5CDD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6798357" y="4690023"/>
                  <a:ext cx="236880" cy="35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4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063FE6F4-E7E0-107E-F0B9-D6E3E3C320EC}"/>
                    </a:ext>
                  </a:extLst>
                </p14:cNvPr>
                <p14:cNvContentPartPr/>
                <p14:nvPr/>
              </p14:nvContentPartPr>
              <p14:xfrm>
                <a:off x="6860277" y="4870383"/>
                <a:ext cx="231840" cy="32760"/>
              </p14:xfrm>
            </p:contentPart>
          </mc:Choice>
          <mc:Fallback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063FE6F4-E7E0-107E-F0B9-D6E3E3C320EC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6842637" y="4852383"/>
                  <a:ext cx="26748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6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54233431-0C0A-BD18-5AB8-05E9B4B076D5}"/>
                    </a:ext>
                  </a:extLst>
                </p14:cNvPr>
                <p14:cNvContentPartPr/>
                <p14:nvPr/>
              </p14:nvContentPartPr>
              <p14:xfrm>
                <a:off x="7309557" y="4863183"/>
                <a:ext cx="79200" cy="5760"/>
              </p14:xfrm>
            </p:contentPart>
          </mc:Choice>
          <mc:Fallback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54233431-0C0A-BD18-5AB8-05E9B4B076D5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7291917" y="4845183"/>
                  <a:ext cx="11484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8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00BE9D06-834F-72B4-F586-0AD80734B8C5}"/>
                    </a:ext>
                  </a:extLst>
                </p14:cNvPr>
                <p14:cNvContentPartPr/>
                <p14:nvPr/>
              </p14:nvContentPartPr>
              <p14:xfrm>
                <a:off x="7276077" y="4938063"/>
                <a:ext cx="209520" cy="34920"/>
              </p14:xfrm>
            </p:contentPart>
          </mc:Choice>
          <mc:Fallback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00BE9D06-834F-72B4-F586-0AD80734B8C5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7258077" y="4920063"/>
                  <a:ext cx="245160" cy="70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5" name="Group 234">
            <a:extLst>
              <a:ext uri="{FF2B5EF4-FFF2-40B4-BE49-F238E27FC236}">
                <a16:creationId xmlns:a16="http://schemas.microsoft.com/office/drawing/2014/main" id="{33661C96-AC09-CD88-6680-0E07C1B60A40}"/>
              </a:ext>
            </a:extLst>
          </p:cNvPr>
          <p:cNvGrpSpPr/>
          <p:nvPr/>
        </p:nvGrpSpPr>
        <p:grpSpPr>
          <a:xfrm>
            <a:off x="9061317" y="4578063"/>
            <a:ext cx="362880" cy="311760"/>
            <a:chOff x="9061317" y="4578063"/>
            <a:chExt cx="362880" cy="311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0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45402E6C-AC6D-EE25-D563-1588657C8871}"/>
                    </a:ext>
                  </a:extLst>
                </p14:cNvPr>
                <p14:cNvContentPartPr/>
                <p14:nvPr/>
              </p14:nvContentPartPr>
              <p14:xfrm>
                <a:off x="9061317" y="4578063"/>
                <a:ext cx="275760" cy="82080"/>
              </p14:xfrm>
            </p:contentPart>
          </mc:Choice>
          <mc:Fallback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45402E6C-AC6D-EE25-D563-1588657C8871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9043317" y="4560063"/>
                  <a:ext cx="31140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2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72FB0CDA-20CD-DD02-E4D1-58BBC2F6D071}"/>
                    </a:ext>
                  </a:extLst>
                </p14:cNvPr>
                <p14:cNvContentPartPr/>
                <p14:nvPr/>
              </p14:nvContentPartPr>
              <p14:xfrm>
                <a:off x="9227277" y="4585263"/>
                <a:ext cx="67320" cy="248400"/>
              </p14:xfrm>
            </p:contentPart>
          </mc:Choice>
          <mc:Fallback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72FB0CDA-20CD-DD02-E4D1-58BBC2F6D071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9209277" y="4567263"/>
                  <a:ext cx="102960" cy="28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4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FB51A628-8115-D2AA-B80B-A7E3E3DB72F0}"/>
                    </a:ext>
                  </a:extLst>
                </p14:cNvPr>
                <p14:cNvContentPartPr/>
                <p14:nvPr/>
              </p14:nvContentPartPr>
              <p14:xfrm>
                <a:off x="9073197" y="4868943"/>
                <a:ext cx="351000" cy="20880"/>
              </p14:xfrm>
            </p:contentPart>
          </mc:Choice>
          <mc:Fallback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FB51A628-8115-D2AA-B80B-A7E3E3DB72F0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9055557" y="4851303"/>
                  <a:ext cx="386640" cy="56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3" name="Group 252">
            <a:extLst>
              <a:ext uri="{FF2B5EF4-FFF2-40B4-BE49-F238E27FC236}">
                <a16:creationId xmlns:a16="http://schemas.microsoft.com/office/drawing/2014/main" id="{2115C8C0-5778-1CC7-E705-D03C6511AF03}"/>
              </a:ext>
            </a:extLst>
          </p:cNvPr>
          <p:cNvGrpSpPr/>
          <p:nvPr/>
        </p:nvGrpSpPr>
        <p:grpSpPr>
          <a:xfrm>
            <a:off x="2332197" y="4648263"/>
            <a:ext cx="2250720" cy="638280"/>
            <a:chOff x="2332197" y="4648263"/>
            <a:chExt cx="2250720" cy="638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6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954D2219-EA83-C9A5-4B1F-D995576A664B}"/>
                    </a:ext>
                  </a:extLst>
                </p14:cNvPr>
                <p14:cNvContentPartPr/>
                <p14:nvPr/>
              </p14:nvContentPartPr>
              <p14:xfrm>
                <a:off x="2396277" y="4927263"/>
                <a:ext cx="264240" cy="190440"/>
              </p14:xfrm>
            </p:contentPart>
          </mc:Choice>
          <mc:Fallback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954D2219-EA83-C9A5-4B1F-D995576A664B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2378277" y="4909623"/>
                  <a:ext cx="29988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8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CDFE58E6-2774-F9DD-BB7D-109BB82BB0D2}"/>
                    </a:ext>
                  </a:extLst>
                </p14:cNvPr>
                <p14:cNvContentPartPr/>
                <p14:nvPr/>
              </p14:nvContentPartPr>
              <p14:xfrm>
                <a:off x="2761317" y="4796583"/>
                <a:ext cx="136440" cy="409320"/>
              </p14:xfrm>
            </p:contentPart>
          </mc:Choice>
          <mc:Fallback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CDFE58E6-2774-F9DD-BB7D-109BB82BB0D2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2743677" y="4778943"/>
                  <a:ext cx="172080" cy="44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0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7238E1F5-5026-0676-FFD0-06634FC55789}"/>
                    </a:ext>
                  </a:extLst>
                </p14:cNvPr>
                <p14:cNvContentPartPr/>
                <p14:nvPr/>
              </p14:nvContentPartPr>
              <p14:xfrm>
                <a:off x="3080997" y="4940583"/>
                <a:ext cx="174960" cy="140040"/>
              </p14:xfrm>
            </p:contentPart>
          </mc:Choice>
          <mc:Fallback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7238E1F5-5026-0676-FFD0-06634FC55789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3062997" y="4922583"/>
                  <a:ext cx="21060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2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1013215F-2258-F124-D4D5-EA313E29238B}"/>
                    </a:ext>
                  </a:extLst>
                </p14:cNvPr>
                <p14:cNvContentPartPr/>
                <p14:nvPr/>
              </p14:nvContentPartPr>
              <p14:xfrm>
                <a:off x="3358557" y="4805583"/>
                <a:ext cx="199440" cy="253080"/>
              </p14:xfrm>
            </p:contentPart>
          </mc:Choice>
          <mc:Fallback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1013215F-2258-F124-D4D5-EA313E29238B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3340557" y="4787943"/>
                  <a:ext cx="235080" cy="28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4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3D792B88-73B4-5802-DD14-231C73BAB365}"/>
                    </a:ext>
                  </a:extLst>
                </p14:cNvPr>
                <p14:cNvContentPartPr/>
                <p14:nvPr/>
              </p14:nvContentPartPr>
              <p14:xfrm>
                <a:off x="3525237" y="4957863"/>
                <a:ext cx="150120" cy="263880"/>
              </p14:xfrm>
            </p:contentPart>
          </mc:Choice>
          <mc:Fallback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3D792B88-73B4-5802-DD14-231C73BAB365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3507237" y="4939863"/>
                  <a:ext cx="185760" cy="29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6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D66C12BE-D6EC-3FB4-9A44-6D3449CFCDB0}"/>
                    </a:ext>
                  </a:extLst>
                </p14:cNvPr>
                <p14:cNvContentPartPr/>
                <p14:nvPr/>
              </p14:nvContentPartPr>
              <p14:xfrm>
                <a:off x="3627477" y="4720623"/>
                <a:ext cx="20520" cy="50400"/>
              </p14:xfrm>
            </p:contentPart>
          </mc:Choice>
          <mc:Fallback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D66C12BE-D6EC-3FB4-9A44-6D3449CFCDB0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3609837" y="4702983"/>
                  <a:ext cx="5616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8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3B709624-C571-6DFF-14B9-11D13071B5D4}"/>
                    </a:ext>
                  </a:extLst>
                </p14:cNvPr>
                <p14:cNvContentPartPr/>
                <p14:nvPr/>
              </p14:nvContentPartPr>
              <p14:xfrm>
                <a:off x="3849237" y="4691463"/>
                <a:ext cx="205920" cy="357840"/>
              </p14:xfrm>
            </p:contentPart>
          </mc:Choice>
          <mc:Fallback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3B709624-C571-6DFF-14B9-11D13071B5D4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3831597" y="4673463"/>
                  <a:ext cx="241560" cy="39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0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33245889-A89D-87B5-88F2-AE080510E685}"/>
                    </a:ext>
                  </a:extLst>
                </p14:cNvPr>
                <p14:cNvContentPartPr/>
                <p14:nvPr/>
              </p14:nvContentPartPr>
              <p14:xfrm>
                <a:off x="3881277" y="4887303"/>
                <a:ext cx="144720" cy="62640"/>
              </p14:xfrm>
            </p:contentPart>
          </mc:Choice>
          <mc:Fallback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33245889-A89D-87B5-88F2-AE080510E685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3863277" y="4869663"/>
                  <a:ext cx="18036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2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9E9E7E84-6740-FF5A-07E9-A419A361D36B}"/>
                    </a:ext>
                  </a:extLst>
                </p14:cNvPr>
                <p14:cNvContentPartPr/>
                <p14:nvPr/>
              </p14:nvContentPartPr>
              <p14:xfrm>
                <a:off x="4151997" y="4648263"/>
                <a:ext cx="91080" cy="523440"/>
              </p14:xfrm>
            </p:contentPart>
          </mc:Choice>
          <mc:Fallback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9E9E7E84-6740-FF5A-07E9-A419A361D36B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4134357" y="4630263"/>
                  <a:ext cx="126720" cy="55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4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0A92FBE0-68C2-8E18-6F27-CA2BA88F9297}"/>
                    </a:ext>
                  </a:extLst>
                </p14:cNvPr>
                <p14:cNvContentPartPr/>
                <p14:nvPr/>
              </p14:nvContentPartPr>
              <p14:xfrm>
                <a:off x="4339197" y="4944183"/>
                <a:ext cx="210960" cy="38880"/>
              </p14:xfrm>
            </p:contentPart>
          </mc:Choice>
          <mc:Fallback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0A92FBE0-68C2-8E18-6F27-CA2BA88F9297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4321557" y="4926543"/>
                  <a:ext cx="24660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6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C63F36DE-BE30-1E41-DBA4-E8F8ABB58B7E}"/>
                    </a:ext>
                  </a:extLst>
                </p14:cNvPr>
                <p14:cNvContentPartPr/>
                <p14:nvPr/>
              </p14:nvContentPartPr>
              <p14:xfrm>
                <a:off x="4391397" y="5025183"/>
                <a:ext cx="191520" cy="22320"/>
              </p14:xfrm>
            </p:contentPart>
          </mc:Choice>
          <mc:Fallback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C63F36DE-BE30-1E41-DBA4-E8F8ABB58B7E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4373757" y="5007543"/>
                  <a:ext cx="22716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8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BAA6F38C-7925-C1E9-51B5-2312B2F8CCC9}"/>
                    </a:ext>
                  </a:extLst>
                </p14:cNvPr>
                <p14:cNvContentPartPr/>
                <p14:nvPr/>
              </p14:nvContentPartPr>
              <p14:xfrm>
                <a:off x="2332197" y="4819623"/>
                <a:ext cx="347760" cy="466920"/>
              </p14:xfrm>
            </p:contentPart>
          </mc:Choice>
          <mc:Fallback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BAA6F38C-7925-C1E9-51B5-2312B2F8CCC9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2314557" y="4801983"/>
                  <a:ext cx="383400" cy="50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0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88898D15-7DED-54BB-C0B1-816E12A812D4}"/>
                    </a:ext>
                  </a:extLst>
                </p14:cNvPr>
                <p14:cNvContentPartPr/>
                <p14:nvPr/>
              </p14:nvContentPartPr>
              <p14:xfrm>
                <a:off x="2413197" y="5129583"/>
                <a:ext cx="203040" cy="62640"/>
              </p14:xfrm>
            </p:contentPart>
          </mc:Choice>
          <mc:Fallback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88898D15-7DED-54BB-C0B1-816E12A812D4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2395197" y="5111943"/>
                  <a:ext cx="23868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2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FEB49134-3432-3AE0-A098-B7263C0FC057}"/>
                    </a:ext>
                  </a:extLst>
                </p14:cNvPr>
                <p14:cNvContentPartPr/>
                <p14:nvPr/>
              </p14:nvContentPartPr>
              <p14:xfrm>
                <a:off x="4423437" y="4892703"/>
                <a:ext cx="22320" cy="7560"/>
              </p14:xfrm>
            </p:contentPart>
          </mc:Choice>
          <mc:Fallback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FEB49134-3432-3AE0-A098-B7263C0FC057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4405437" y="4875063"/>
                  <a:ext cx="57960" cy="43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3" name="Group 262">
            <a:extLst>
              <a:ext uri="{FF2B5EF4-FFF2-40B4-BE49-F238E27FC236}">
                <a16:creationId xmlns:a16="http://schemas.microsoft.com/office/drawing/2014/main" id="{8C0D841A-86BE-B52C-C784-9D9644EE93DD}"/>
              </a:ext>
            </a:extLst>
          </p:cNvPr>
          <p:cNvGrpSpPr/>
          <p:nvPr/>
        </p:nvGrpSpPr>
        <p:grpSpPr>
          <a:xfrm>
            <a:off x="2511837" y="5435223"/>
            <a:ext cx="2024280" cy="1267200"/>
            <a:chOff x="2511837" y="5435223"/>
            <a:chExt cx="2024280" cy="1267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94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DF2A91C4-A487-BB95-650C-B8BC724650B5}"/>
                    </a:ext>
                  </a:extLst>
                </p14:cNvPr>
                <p14:cNvContentPartPr/>
                <p14:nvPr/>
              </p14:nvContentPartPr>
              <p14:xfrm>
                <a:off x="2943117" y="5510823"/>
                <a:ext cx="206280" cy="378360"/>
              </p14:xfrm>
            </p:contentPart>
          </mc:Choice>
          <mc:Fallback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DF2A91C4-A487-BB95-650C-B8BC724650B5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2925117" y="5492823"/>
                  <a:ext cx="241920" cy="41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6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115BE2F5-BB1C-815B-1B11-869E07B75B92}"/>
                    </a:ext>
                  </a:extLst>
                </p14:cNvPr>
                <p14:cNvContentPartPr/>
                <p14:nvPr/>
              </p14:nvContentPartPr>
              <p14:xfrm>
                <a:off x="2913237" y="5737263"/>
                <a:ext cx="186840" cy="23400"/>
              </p14:xfrm>
            </p:contentPart>
          </mc:Choice>
          <mc:Fallback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115BE2F5-BB1C-815B-1B11-869E07B75B92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2895237" y="5719263"/>
                  <a:ext cx="22248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8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E887BAA0-3D88-A1FF-3538-27C482A7CD48}"/>
                    </a:ext>
                  </a:extLst>
                </p14:cNvPr>
                <p14:cNvContentPartPr/>
                <p14:nvPr/>
              </p14:nvContentPartPr>
              <p14:xfrm>
                <a:off x="3232197" y="5492103"/>
                <a:ext cx="152280" cy="497160"/>
              </p14:xfrm>
            </p:contentPart>
          </mc:Choice>
          <mc:Fallback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E887BAA0-3D88-A1FF-3538-27C482A7CD48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3214557" y="5474463"/>
                  <a:ext cx="187920" cy="53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0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C0C5BD43-BED8-D523-70E3-15FDDB28D2DE}"/>
                    </a:ext>
                  </a:extLst>
                </p14:cNvPr>
                <p14:cNvContentPartPr/>
                <p14:nvPr/>
              </p14:nvContentPartPr>
              <p14:xfrm>
                <a:off x="3410757" y="5690463"/>
                <a:ext cx="222120" cy="184320"/>
              </p14:xfrm>
            </p:contentPart>
          </mc:Choice>
          <mc:Fallback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C0C5BD43-BED8-D523-70E3-15FDDB28D2DE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3392757" y="5672463"/>
                  <a:ext cx="257760" cy="21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2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9F8A6409-973E-B2E3-F01B-F828CCA23CC2}"/>
                    </a:ext>
                  </a:extLst>
                </p14:cNvPr>
                <p14:cNvContentPartPr/>
                <p14:nvPr/>
              </p14:nvContentPartPr>
              <p14:xfrm>
                <a:off x="3679677" y="5519103"/>
                <a:ext cx="178200" cy="333720"/>
              </p14:xfrm>
            </p:contentPart>
          </mc:Choice>
          <mc:Fallback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9F8A6409-973E-B2E3-F01B-F828CCA23CC2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3661677" y="5501103"/>
                  <a:ext cx="213840" cy="36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4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B52FEDB9-B07F-872B-1C25-BD7EA62866D4}"/>
                    </a:ext>
                  </a:extLst>
                </p14:cNvPr>
                <p14:cNvContentPartPr/>
                <p14:nvPr/>
              </p14:nvContentPartPr>
              <p14:xfrm>
                <a:off x="3833397" y="5738703"/>
                <a:ext cx="121320" cy="218160"/>
              </p14:xfrm>
            </p:contentPart>
          </mc:Choice>
          <mc:Fallback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B52FEDB9-B07F-872B-1C25-BD7EA62866D4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3815397" y="5720703"/>
                  <a:ext cx="156960" cy="25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6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CE92B2CC-FF4B-2F2C-AEC1-F4B6020CC538}"/>
                    </a:ext>
                  </a:extLst>
                </p14:cNvPr>
                <p14:cNvContentPartPr/>
                <p14:nvPr/>
              </p14:nvContentPartPr>
              <p14:xfrm>
                <a:off x="3890637" y="5587503"/>
                <a:ext cx="39240" cy="63360"/>
              </p14:xfrm>
            </p:contentPart>
          </mc:Choice>
          <mc:Fallback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CE92B2CC-FF4B-2F2C-AEC1-F4B6020CC538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3872637" y="5569503"/>
                  <a:ext cx="7488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8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FDF72156-34BC-1375-1618-D756E4F1E82D}"/>
                    </a:ext>
                  </a:extLst>
                </p14:cNvPr>
                <p14:cNvContentPartPr/>
                <p14:nvPr/>
              </p14:nvContentPartPr>
              <p14:xfrm>
                <a:off x="4150917" y="5543223"/>
                <a:ext cx="175680" cy="288000"/>
              </p14:xfrm>
            </p:contentPart>
          </mc:Choice>
          <mc:Fallback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FDF72156-34BC-1375-1618-D756E4F1E82D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4132917" y="5525583"/>
                  <a:ext cx="211320" cy="32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0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4718513F-4CCB-C677-E832-E0E96448EA11}"/>
                    </a:ext>
                  </a:extLst>
                </p14:cNvPr>
                <p14:cNvContentPartPr/>
                <p14:nvPr/>
              </p14:nvContentPartPr>
              <p14:xfrm>
                <a:off x="4139037" y="5672103"/>
                <a:ext cx="151560" cy="65520"/>
              </p14:xfrm>
            </p:contentPart>
          </mc:Choice>
          <mc:Fallback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4718513F-4CCB-C677-E832-E0E96448EA11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4121037" y="5654463"/>
                  <a:ext cx="18720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2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C8F0D68D-0F33-35E8-62AF-BEE36E1918A8}"/>
                    </a:ext>
                  </a:extLst>
                </p14:cNvPr>
                <p14:cNvContentPartPr/>
                <p14:nvPr/>
              </p14:nvContentPartPr>
              <p14:xfrm>
                <a:off x="4330197" y="5435223"/>
                <a:ext cx="205920" cy="577440"/>
              </p14:xfrm>
            </p:contentPart>
          </mc:Choice>
          <mc:Fallback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C8F0D68D-0F33-35E8-62AF-BEE36E1918A8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4312197" y="5417223"/>
                  <a:ext cx="241560" cy="61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4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0B4DF794-3015-7CDE-483A-EC2C6B784579}"/>
                    </a:ext>
                  </a:extLst>
                </p14:cNvPr>
                <p14:cNvContentPartPr/>
                <p14:nvPr/>
              </p14:nvContentPartPr>
              <p14:xfrm>
                <a:off x="2511837" y="6123183"/>
                <a:ext cx="2011680" cy="65880"/>
              </p14:xfrm>
            </p:contentPart>
          </mc:Choice>
          <mc:Fallback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0B4DF794-3015-7CDE-483A-EC2C6B784579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2493837" y="6105543"/>
                  <a:ext cx="204732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6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3615D0D3-A035-CE62-439C-62D0642CD301}"/>
                    </a:ext>
                  </a:extLst>
                </p14:cNvPr>
                <p14:cNvContentPartPr/>
                <p14:nvPr/>
              </p14:nvContentPartPr>
              <p14:xfrm>
                <a:off x="3444957" y="6355743"/>
                <a:ext cx="20520" cy="346680"/>
              </p14:xfrm>
            </p:contentPart>
          </mc:Choice>
          <mc:Fallback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3615D0D3-A035-CE62-439C-62D0642CD301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3427317" y="6337743"/>
                  <a:ext cx="56160" cy="38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8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1D0CC269-7C62-C4A5-230E-613B66773FF6}"/>
                    </a:ext>
                  </a:extLst>
                </p14:cNvPr>
                <p14:cNvContentPartPr/>
                <p14:nvPr/>
              </p14:nvContentPartPr>
              <p14:xfrm>
                <a:off x="3602997" y="6328383"/>
                <a:ext cx="182880" cy="343800"/>
              </p14:xfrm>
            </p:contentPart>
          </mc:Choice>
          <mc:Fallback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1D0CC269-7C62-C4A5-230E-613B66773FF6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3584997" y="6310743"/>
                  <a:ext cx="218520" cy="37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0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762B39AF-8F40-1B11-7496-54495713B351}"/>
                    </a:ext>
                  </a:extLst>
                </p14:cNvPr>
                <p14:cNvContentPartPr/>
                <p14:nvPr/>
              </p14:nvContentPartPr>
              <p14:xfrm>
                <a:off x="3598317" y="6495423"/>
                <a:ext cx="185400" cy="60120"/>
              </p14:xfrm>
            </p:contentPart>
          </mc:Choice>
          <mc:Fallback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762B39AF-8F40-1B11-7496-54495713B351}"/>
                    </a:ext>
                  </a:extLst>
                </p:cNvPr>
                <p:cNvPicPr/>
                <p:nvPr/>
              </p:nvPicPr>
              <p:blipFill>
                <a:blip r:embed="rId421"/>
                <a:stretch>
                  <a:fillRect/>
                </a:stretch>
              </p:blipFill>
              <p:spPr>
                <a:xfrm>
                  <a:off x="3580317" y="6477783"/>
                  <a:ext cx="22104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2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80E1E4F2-4358-0B3B-1014-EB9BC6AC4878}"/>
                    </a:ext>
                  </a:extLst>
                </p14:cNvPr>
                <p14:cNvContentPartPr/>
                <p14:nvPr/>
              </p14:nvContentPartPr>
              <p14:xfrm>
                <a:off x="3899637" y="6297063"/>
                <a:ext cx="46440" cy="327960"/>
              </p14:xfrm>
            </p:contentPart>
          </mc:Choice>
          <mc:Fallback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80E1E4F2-4358-0B3B-1014-EB9BC6AC4878}"/>
                    </a:ext>
                  </a:extLst>
                </p:cNvPr>
                <p:cNvPicPr/>
                <p:nvPr/>
              </p:nvPicPr>
              <p:blipFill>
                <a:blip r:embed="rId423"/>
                <a:stretch>
                  <a:fillRect/>
                </a:stretch>
              </p:blipFill>
              <p:spPr>
                <a:xfrm>
                  <a:off x="3881997" y="6279423"/>
                  <a:ext cx="82080" cy="363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24">
            <p14:nvContentPartPr>
              <p14:cNvPr id="260" name="Ink 259">
                <a:extLst>
                  <a:ext uri="{FF2B5EF4-FFF2-40B4-BE49-F238E27FC236}">
                    <a16:creationId xmlns:a16="http://schemas.microsoft.com/office/drawing/2014/main" id="{35EB4496-A4E0-34A8-ACA9-6207E642B478}"/>
                  </a:ext>
                </a:extLst>
              </p14:cNvPr>
              <p14:cNvContentPartPr/>
              <p14:nvPr/>
            </p14:nvContentPartPr>
            <p14:xfrm>
              <a:off x="8352117" y="4751583"/>
              <a:ext cx="25200" cy="15840"/>
            </p14:xfrm>
          </p:contentPart>
        </mc:Choice>
        <mc:Fallback>
          <p:pic>
            <p:nvPicPr>
              <p:cNvPr id="260" name="Ink 259">
                <a:extLst>
                  <a:ext uri="{FF2B5EF4-FFF2-40B4-BE49-F238E27FC236}">
                    <a16:creationId xmlns:a16="http://schemas.microsoft.com/office/drawing/2014/main" id="{35EB4496-A4E0-34A8-ACA9-6207E642B478}"/>
                  </a:ext>
                </a:extLst>
              </p:cNvPr>
              <p:cNvPicPr/>
              <p:nvPr/>
            </p:nvPicPr>
            <p:blipFill>
              <a:blip r:embed="rId425"/>
              <a:stretch>
                <a:fillRect/>
              </a:stretch>
            </p:blipFill>
            <p:spPr>
              <a:xfrm>
                <a:off x="8334117" y="4733943"/>
                <a:ext cx="60840" cy="5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6">
            <p14:nvContentPartPr>
              <p14:cNvPr id="261" name="Ink 260">
                <a:extLst>
                  <a:ext uri="{FF2B5EF4-FFF2-40B4-BE49-F238E27FC236}">
                    <a16:creationId xmlns:a16="http://schemas.microsoft.com/office/drawing/2014/main" id="{449852DC-051E-6F88-9C3F-CA3BC67BAB37}"/>
                  </a:ext>
                </a:extLst>
              </p14:cNvPr>
              <p14:cNvContentPartPr/>
              <p14:nvPr/>
            </p14:nvContentPartPr>
            <p14:xfrm>
              <a:off x="3496437" y="5303103"/>
              <a:ext cx="5760" cy="1080"/>
            </p14:xfrm>
          </p:contentPart>
        </mc:Choice>
        <mc:Fallback>
          <p:pic>
            <p:nvPicPr>
              <p:cNvPr id="261" name="Ink 260">
                <a:extLst>
                  <a:ext uri="{FF2B5EF4-FFF2-40B4-BE49-F238E27FC236}">
                    <a16:creationId xmlns:a16="http://schemas.microsoft.com/office/drawing/2014/main" id="{449852DC-051E-6F88-9C3F-CA3BC67BAB37}"/>
                  </a:ext>
                </a:extLst>
              </p:cNvPr>
              <p:cNvPicPr/>
              <p:nvPr/>
            </p:nvPicPr>
            <p:blipFill>
              <a:blip r:embed="rId427"/>
              <a:stretch>
                <a:fillRect/>
              </a:stretch>
            </p:blipFill>
            <p:spPr>
              <a:xfrm>
                <a:off x="3478437" y="5285103"/>
                <a:ext cx="41400" cy="36720"/>
              </a:xfrm>
              <a:prstGeom prst="rect">
                <a:avLst/>
              </a:prstGeom>
            </p:spPr>
          </p:pic>
        </mc:Fallback>
      </mc:AlternateContent>
      <p:grpSp>
        <p:nvGrpSpPr>
          <p:cNvPr id="272" name="Group 271">
            <a:extLst>
              <a:ext uri="{FF2B5EF4-FFF2-40B4-BE49-F238E27FC236}">
                <a16:creationId xmlns:a16="http://schemas.microsoft.com/office/drawing/2014/main" id="{577E448E-9723-D59D-D66E-ACADA3DB51E7}"/>
              </a:ext>
            </a:extLst>
          </p:cNvPr>
          <p:cNvGrpSpPr/>
          <p:nvPr/>
        </p:nvGrpSpPr>
        <p:grpSpPr>
          <a:xfrm>
            <a:off x="5800077" y="5619903"/>
            <a:ext cx="316800" cy="297360"/>
            <a:chOff x="5800077" y="5619903"/>
            <a:chExt cx="316800" cy="297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28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6642C26D-A223-ADA0-57B8-D5B6B762C942}"/>
                    </a:ext>
                  </a:extLst>
                </p14:cNvPr>
                <p14:cNvContentPartPr/>
                <p14:nvPr/>
              </p14:nvContentPartPr>
              <p14:xfrm>
                <a:off x="5810157" y="5619903"/>
                <a:ext cx="236880" cy="65520"/>
              </p14:xfrm>
            </p:contentPart>
          </mc:Choice>
          <mc:Fallback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6642C26D-A223-ADA0-57B8-D5B6B762C942}"/>
                    </a:ext>
                  </a:extLst>
                </p:cNvPr>
                <p:cNvPicPr/>
                <p:nvPr/>
              </p:nvPicPr>
              <p:blipFill>
                <a:blip r:embed="rId429"/>
                <a:stretch>
                  <a:fillRect/>
                </a:stretch>
              </p:blipFill>
              <p:spPr>
                <a:xfrm>
                  <a:off x="5792157" y="5601903"/>
                  <a:ext cx="27252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0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227F7352-DAAC-7925-C845-14BD03EC147C}"/>
                    </a:ext>
                  </a:extLst>
                </p14:cNvPr>
                <p14:cNvContentPartPr/>
                <p14:nvPr/>
              </p14:nvContentPartPr>
              <p14:xfrm>
                <a:off x="5916717" y="5660583"/>
                <a:ext cx="35280" cy="244080"/>
              </p14:xfrm>
            </p:contentPart>
          </mc:Choice>
          <mc:Fallback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227F7352-DAAC-7925-C845-14BD03EC147C}"/>
                    </a:ext>
                  </a:extLst>
                </p:cNvPr>
                <p:cNvPicPr/>
                <p:nvPr/>
              </p:nvPicPr>
              <p:blipFill>
                <a:blip r:embed="rId431"/>
                <a:stretch>
                  <a:fillRect/>
                </a:stretch>
              </p:blipFill>
              <p:spPr>
                <a:xfrm>
                  <a:off x="5899077" y="5642583"/>
                  <a:ext cx="70920" cy="27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2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46978C88-5CFE-9336-5145-DF48719EBC64}"/>
                    </a:ext>
                  </a:extLst>
                </p14:cNvPr>
                <p14:cNvContentPartPr/>
                <p14:nvPr/>
              </p14:nvContentPartPr>
              <p14:xfrm>
                <a:off x="5800077" y="5873343"/>
                <a:ext cx="316800" cy="43920"/>
              </p14:xfrm>
            </p:contentPart>
          </mc:Choice>
          <mc:Fallback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46978C88-5CFE-9336-5145-DF48719EBC64}"/>
                    </a:ext>
                  </a:extLst>
                </p:cNvPr>
                <p:cNvPicPr/>
                <p:nvPr/>
              </p:nvPicPr>
              <p:blipFill>
                <a:blip r:embed="rId433"/>
                <a:stretch>
                  <a:fillRect/>
                </a:stretch>
              </p:blipFill>
              <p:spPr>
                <a:xfrm>
                  <a:off x="5782437" y="5855343"/>
                  <a:ext cx="352440" cy="79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34">
            <p14:nvContentPartPr>
              <p14:cNvPr id="274" name="Ink 273">
                <a:extLst>
                  <a:ext uri="{FF2B5EF4-FFF2-40B4-BE49-F238E27FC236}">
                    <a16:creationId xmlns:a16="http://schemas.microsoft.com/office/drawing/2014/main" id="{4647FB31-A08C-3363-7470-4526E909670A}"/>
                  </a:ext>
                </a:extLst>
              </p14:cNvPr>
              <p14:cNvContentPartPr/>
              <p14:nvPr/>
            </p14:nvContentPartPr>
            <p14:xfrm>
              <a:off x="6905637" y="5206623"/>
              <a:ext cx="12600" cy="5400"/>
            </p14:xfrm>
          </p:contentPart>
        </mc:Choice>
        <mc:Fallback>
          <p:pic>
            <p:nvPicPr>
              <p:cNvPr id="274" name="Ink 273">
                <a:extLst>
                  <a:ext uri="{FF2B5EF4-FFF2-40B4-BE49-F238E27FC236}">
                    <a16:creationId xmlns:a16="http://schemas.microsoft.com/office/drawing/2014/main" id="{4647FB31-A08C-3363-7470-4526E909670A}"/>
                  </a:ext>
                </a:extLst>
              </p:cNvPr>
              <p:cNvPicPr/>
              <p:nvPr/>
            </p:nvPicPr>
            <p:blipFill>
              <a:blip r:embed="rId435"/>
              <a:stretch>
                <a:fillRect/>
              </a:stretch>
            </p:blipFill>
            <p:spPr>
              <a:xfrm>
                <a:off x="6887637" y="5188623"/>
                <a:ext cx="48240" cy="41040"/>
              </a:xfrm>
              <a:prstGeom prst="rect">
                <a:avLst/>
              </a:prstGeom>
            </p:spPr>
          </p:pic>
        </mc:Fallback>
      </mc:AlternateContent>
      <p:grpSp>
        <p:nvGrpSpPr>
          <p:cNvPr id="297" name="Group 296">
            <a:extLst>
              <a:ext uri="{FF2B5EF4-FFF2-40B4-BE49-F238E27FC236}">
                <a16:creationId xmlns:a16="http://schemas.microsoft.com/office/drawing/2014/main" id="{2910CA9C-DB4A-27BC-DDC5-4B33E39392DB}"/>
              </a:ext>
            </a:extLst>
          </p:cNvPr>
          <p:cNvGrpSpPr/>
          <p:nvPr/>
        </p:nvGrpSpPr>
        <p:grpSpPr>
          <a:xfrm>
            <a:off x="8063757" y="4561503"/>
            <a:ext cx="615960" cy="514080"/>
            <a:chOff x="8063757" y="4561503"/>
            <a:chExt cx="615960" cy="514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36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12BA0C78-3F14-287E-A9B2-B4C6C39A09A2}"/>
                    </a:ext>
                  </a:extLst>
                </p14:cNvPr>
                <p14:cNvContentPartPr/>
                <p14:nvPr/>
              </p14:nvContentPartPr>
              <p14:xfrm>
                <a:off x="8063757" y="4571943"/>
                <a:ext cx="129960" cy="485640"/>
              </p14:xfrm>
            </p:contentPart>
          </mc:Choice>
          <mc:Fallback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12BA0C78-3F14-287E-A9B2-B4C6C39A09A2}"/>
                    </a:ext>
                  </a:extLst>
                </p:cNvPr>
                <p:cNvPicPr/>
                <p:nvPr/>
              </p:nvPicPr>
              <p:blipFill>
                <a:blip r:embed="rId437"/>
                <a:stretch>
                  <a:fillRect/>
                </a:stretch>
              </p:blipFill>
              <p:spPr>
                <a:xfrm>
                  <a:off x="8046117" y="4553943"/>
                  <a:ext cx="165600" cy="52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8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218612D7-57CF-84F3-3C17-DF6D65BCF653}"/>
                    </a:ext>
                  </a:extLst>
                </p14:cNvPr>
                <p14:cNvContentPartPr/>
                <p14:nvPr/>
              </p14:nvContentPartPr>
              <p14:xfrm>
                <a:off x="8366157" y="4632423"/>
                <a:ext cx="160560" cy="304200"/>
              </p14:xfrm>
            </p:contentPart>
          </mc:Choice>
          <mc:Fallback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218612D7-57CF-84F3-3C17-DF6D65BCF653}"/>
                    </a:ext>
                  </a:extLst>
                </p:cNvPr>
                <p:cNvPicPr/>
                <p:nvPr/>
              </p:nvPicPr>
              <p:blipFill>
                <a:blip r:embed="rId439"/>
                <a:stretch>
                  <a:fillRect/>
                </a:stretch>
              </p:blipFill>
              <p:spPr>
                <a:xfrm>
                  <a:off x="8348157" y="4614423"/>
                  <a:ext cx="196200" cy="33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0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394B9389-A3B3-805B-80FF-75DDE79B63E8}"/>
                    </a:ext>
                  </a:extLst>
                </p14:cNvPr>
                <p14:cNvContentPartPr/>
                <p14:nvPr/>
              </p14:nvContentPartPr>
              <p14:xfrm>
                <a:off x="8336997" y="4789743"/>
                <a:ext cx="160560" cy="73080"/>
              </p14:xfrm>
            </p:contentPart>
          </mc:Choice>
          <mc:Fallback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394B9389-A3B3-805B-80FF-75DDE79B63E8}"/>
                    </a:ext>
                  </a:extLst>
                </p:cNvPr>
                <p:cNvPicPr/>
                <p:nvPr/>
              </p:nvPicPr>
              <p:blipFill>
                <a:blip r:embed="rId441"/>
                <a:stretch>
                  <a:fillRect/>
                </a:stretch>
              </p:blipFill>
              <p:spPr>
                <a:xfrm>
                  <a:off x="8319357" y="4771743"/>
                  <a:ext cx="19620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2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495545FF-9171-9FBC-EF54-A67344914C99}"/>
                    </a:ext>
                  </a:extLst>
                </p14:cNvPr>
                <p14:cNvContentPartPr/>
                <p14:nvPr/>
              </p14:nvContentPartPr>
              <p14:xfrm>
                <a:off x="8647317" y="4561503"/>
                <a:ext cx="32400" cy="356760"/>
              </p14:xfrm>
            </p:contentPart>
          </mc:Choice>
          <mc:Fallback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495545FF-9171-9FBC-EF54-A67344914C99}"/>
                    </a:ext>
                  </a:extLst>
                </p:cNvPr>
                <p:cNvPicPr/>
                <p:nvPr/>
              </p:nvPicPr>
              <p:blipFill>
                <a:blip r:embed="rId443"/>
                <a:stretch>
                  <a:fillRect/>
                </a:stretch>
              </p:blipFill>
              <p:spPr>
                <a:xfrm>
                  <a:off x="8629317" y="4543503"/>
                  <a:ext cx="68040" cy="39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4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673E2D8E-2C8D-C5CC-30AA-679F7662CF83}"/>
                    </a:ext>
                  </a:extLst>
                </p14:cNvPr>
                <p14:cNvContentPartPr/>
                <p14:nvPr/>
              </p14:nvContentPartPr>
              <p14:xfrm>
                <a:off x="8266077" y="5047863"/>
                <a:ext cx="243360" cy="27720"/>
              </p14:xfrm>
            </p:contentPart>
          </mc:Choice>
          <mc:Fallback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673E2D8E-2C8D-C5CC-30AA-679F7662CF83}"/>
                    </a:ext>
                  </a:extLst>
                </p:cNvPr>
                <p:cNvPicPr/>
                <p:nvPr/>
              </p:nvPicPr>
              <p:blipFill>
                <a:blip r:embed="rId445"/>
                <a:stretch>
                  <a:fillRect/>
                </a:stretch>
              </p:blipFill>
              <p:spPr>
                <a:xfrm>
                  <a:off x="8248077" y="5029863"/>
                  <a:ext cx="279000" cy="63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46">
            <p14:nvContentPartPr>
              <p14:cNvPr id="278" name="Ink 277">
                <a:extLst>
                  <a:ext uri="{FF2B5EF4-FFF2-40B4-BE49-F238E27FC236}">
                    <a16:creationId xmlns:a16="http://schemas.microsoft.com/office/drawing/2014/main" id="{983D75D5-7C11-690B-19AF-3D02F5C99441}"/>
                  </a:ext>
                </a:extLst>
              </p14:cNvPr>
              <p14:cNvContentPartPr/>
              <p14:nvPr/>
            </p14:nvContentPartPr>
            <p14:xfrm>
              <a:off x="5513517" y="6073503"/>
              <a:ext cx="3600" cy="1080"/>
            </p14:xfrm>
          </p:contentPart>
        </mc:Choice>
        <mc:Fallback>
          <p:pic>
            <p:nvPicPr>
              <p:cNvPr id="278" name="Ink 277">
                <a:extLst>
                  <a:ext uri="{FF2B5EF4-FFF2-40B4-BE49-F238E27FC236}">
                    <a16:creationId xmlns:a16="http://schemas.microsoft.com/office/drawing/2014/main" id="{983D75D5-7C11-690B-19AF-3D02F5C99441}"/>
                  </a:ext>
                </a:extLst>
              </p:cNvPr>
              <p:cNvPicPr/>
              <p:nvPr/>
            </p:nvPicPr>
            <p:blipFill>
              <a:blip r:embed="rId427"/>
              <a:stretch>
                <a:fillRect/>
              </a:stretch>
            </p:blipFill>
            <p:spPr>
              <a:xfrm>
                <a:off x="5495517" y="6055503"/>
                <a:ext cx="39240" cy="36720"/>
              </a:xfrm>
              <a:prstGeom prst="rect">
                <a:avLst/>
              </a:prstGeom>
            </p:spPr>
          </p:pic>
        </mc:Fallback>
      </mc:AlternateContent>
      <p:grpSp>
        <p:nvGrpSpPr>
          <p:cNvPr id="296" name="Group 295">
            <a:extLst>
              <a:ext uri="{FF2B5EF4-FFF2-40B4-BE49-F238E27FC236}">
                <a16:creationId xmlns:a16="http://schemas.microsoft.com/office/drawing/2014/main" id="{5B3F5C49-EE09-2BD3-9894-A7B463027490}"/>
              </a:ext>
            </a:extLst>
          </p:cNvPr>
          <p:cNvGrpSpPr/>
          <p:nvPr/>
        </p:nvGrpSpPr>
        <p:grpSpPr>
          <a:xfrm>
            <a:off x="5037237" y="5689743"/>
            <a:ext cx="238680" cy="135360"/>
            <a:chOff x="5037237" y="5689743"/>
            <a:chExt cx="238680" cy="135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47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A5D74296-D1B6-BD36-58C3-4605F1EB7F19}"/>
                    </a:ext>
                  </a:extLst>
                </p14:cNvPr>
                <p14:cNvContentPartPr/>
                <p14:nvPr/>
              </p14:nvContentPartPr>
              <p14:xfrm>
                <a:off x="5116077" y="5725743"/>
                <a:ext cx="58680" cy="2880"/>
              </p14:xfrm>
            </p:contentPart>
          </mc:Choice>
          <mc:Fallback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A5D74296-D1B6-BD36-58C3-4605F1EB7F19}"/>
                    </a:ext>
                  </a:extLst>
                </p:cNvPr>
                <p:cNvPicPr/>
                <p:nvPr/>
              </p:nvPicPr>
              <p:blipFill>
                <a:blip r:embed="rId448"/>
                <a:stretch>
                  <a:fillRect/>
                </a:stretch>
              </p:blipFill>
              <p:spPr>
                <a:xfrm>
                  <a:off x="5098437" y="5708103"/>
                  <a:ext cx="9432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9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7DC8CA57-218F-DE40-E35C-E784C49C3725}"/>
                    </a:ext>
                  </a:extLst>
                </p14:cNvPr>
                <p14:cNvContentPartPr/>
                <p14:nvPr/>
              </p14:nvContentPartPr>
              <p14:xfrm>
                <a:off x="5037237" y="5807103"/>
                <a:ext cx="201960" cy="18000"/>
              </p14:xfrm>
            </p:contentPart>
          </mc:Choice>
          <mc:Fallback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7DC8CA57-218F-DE40-E35C-E784C49C3725}"/>
                    </a:ext>
                  </a:extLst>
                </p:cNvPr>
                <p:cNvPicPr/>
                <p:nvPr/>
              </p:nvPicPr>
              <p:blipFill>
                <a:blip r:embed="rId450"/>
                <a:stretch>
                  <a:fillRect/>
                </a:stretch>
              </p:blipFill>
              <p:spPr>
                <a:xfrm>
                  <a:off x="5019237" y="5789103"/>
                  <a:ext cx="23760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1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39ED5F55-9B82-1EC3-5A71-814C4A95A070}"/>
                    </a:ext>
                  </a:extLst>
                </p14:cNvPr>
                <p14:cNvContentPartPr/>
                <p14:nvPr/>
              </p14:nvContentPartPr>
              <p14:xfrm>
                <a:off x="5063157" y="5689743"/>
                <a:ext cx="212760" cy="15480"/>
              </p14:xfrm>
            </p:contentPart>
          </mc:Choice>
          <mc:Fallback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39ED5F55-9B82-1EC3-5A71-814C4A95A070}"/>
                    </a:ext>
                  </a:extLst>
                </p:cNvPr>
                <p:cNvPicPr/>
                <p:nvPr/>
              </p:nvPicPr>
              <p:blipFill>
                <a:blip r:embed="rId452"/>
                <a:stretch>
                  <a:fillRect/>
                </a:stretch>
              </p:blipFill>
              <p:spPr>
                <a:xfrm>
                  <a:off x="5045157" y="5672103"/>
                  <a:ext cx="248400" cy="51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53">
            <p14:nvContentPartPr>
              <p14:cNvPr id="280" name="Ink 279">
                <a:extLst>
                  <a:ext uri="{FF2B5EF4-FFF2-40B4-BE49-F238E27FC236}">
                    <a16:creationId xmlns:a16="http://schemas.microsoft.com/office/drawing/2014/main" id="{18FA1FBA-BC2E-14CC-5172-C3229958EA69}"/>
                  </a:ext>
                </a:extLst>
              </p14:cNvPr>
              <p14:cNvContentPartPr/>
              <p14:nvPr/>
            </p14:nvContentPartPr>
            <p14:xfrm>
              <a:off x="9318717" y="4997823"/>
              <a:ext cx="19440" cy="1080"/>
            </p14:xfrm>
          </p:contentPart>
        </mc:Choice>
        <mc:Fallback>
          <p:pic>
            <p:nvPicPr>
              <p:cNvPr id="280" name="Ink 279">
                <a:extLst>
                  <a:ext uri="{FF2B5EF4-FFF2-40B4-BE49-F238E27FC236}">
                    <a16:creationId xmlns:a16="http://schemas.microsoft.com/office/drawing/2014/main" id="{18FA1FBA-BC2E-14CC-5172-C3229958EA69}"/>
                  </a:ext>
                </a:extLst>
              </p:cNvPr>
              <p:cNvPicPr/>
              <p:nvPr/>
            </p:nvPicPr>
            <p:blipFill>
              <a:blip r:embed="rId454"/>
              <a:stretch>
                <a:fillRect/>
              </a:stretch>
            </p:blipFill>
            <p:spPr>
              <a:xfrm>
                <a:off x="9300717" y="4979823"/>
                <a:ext cx="55080" cy="36720"/>
              </a:xfrm>
              <a:prstGeom prst="rect">
                <a:avLst/>
              </a:prstGeom>
            </p:spPr>
          </p:pic>
        </mc:Fallback>
      </mc:AlternateContent>
      <p:grpSp>
        <p:nvGrpSpPr>
          <p:cNvPr id="295" name="Group 294">
            <a:extLst>
              <a:ext uri="{FF2B5EF4-FFF2-40B4-BE49-F238E27FC236}">
                <a16:creationId xmlns:a16="http://schemas.microsoft.com/office/drawing/2014/main" id="{66B75038-902B-57FD-CFE6-FC8B79A9C4A8}"/>
              </a:ext>
            </a:extLst>
          </p:cNvPr>
          <p:cNvGrpSpPr/>
          <p:nvPr/>
        </p:nvGrpSpPr>
        <p:grpSpPr>
          <a:xfrm>
            <a:off x="6373917" y="5328303"/>
            <a:ext cx="3364560" cy="861120"/>
            <a:chOff x="6373917" y="5328303"/>
            <a:chExt cx="3364560" cy="861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55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274E26A8-42C3-B3E2-5E8F-AB8EAF78A18E}"/>
                    </a:ext>
                  </a:extLst>
                </p14:cNvPr>
                <p14:cNvContentPartPr/>
                <p14:nvPr/>
              </p14:nvContentPartPr>
              <p14:xfrm>
                <a:off x="6401997" y="5793063"/>
                <a:ext cx="123840" cy="24120"/>
              </p14:xfrm>
            </p:contentPart>
          </mc:Choice>
          <mc:Fallback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274E26A8-42C3-B3E2-5E8F-AB8EAF78A18E}"/>
                    </a:ext>
                  </a:extLst>
                </p:cNvPr>
                <p:cNvPicPr/>
                <p:nvPr/>
              </p:nvPicPr>
              <p:blipFill>
                <a:blip r:embed="rId456"/>
                <a:stretch>
                  <a:fillRect/>
                </a:stretch>
              </p:blipFill>
              <p:spPr>
                <a:xfrm>
                  <a:off x="6383997" y="5775063"/>
                  <a:ext cx="15948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7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C3D449C0-BCFA-6379-C1F6-67DB9B0120B6}"/>
                    </a:ext>
                  </a:extLst>
                </p14:cNvPr>
                <p14:cNvContentPartPr/>
                <p14:nvPr/>
              </p14:nvContentPartPr>
              <p14:xfrm>
                <a:off x="6373917" y="5856063"/>
                <a:ext cx="317160" cy="43920"/>
              </p14:xfrm>
            </p:contentPart>
          </mc:Choice>
          <mc:Fallback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C3D449C0-BCFA-6379-C1F6-67DB9B0120B6}"/>
                    </a:ext>
                  </a:extLst>
                </p:cNvPr>
                <p:cNvPicPr/>
                <p:nvPr/>
              </p:nvPicPr>
              <p:blipFill>
                <a:blip r:embed="rId458"/>
                <a:stretch>
                  <a:fillRect/>
                </a:stretch>
              </p:blipFill>
              <p:spPr>
                <a:xfrm>
                  <a:off x="6356277" y="5838423"/>
                  <a:ext cx="35280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9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AE635BE4-713E-EF99-C070-B44F025E554F}"/>
                    </a:ext>
                  </a:extLst>
                </p14:cNvPr>
                <p14:cNvContentPartPr/>
                <p14:nvPr/>
              </p14:nvContentPartPr>
              <p14:xfrm>
                <a:off x="7227837" y="5658423"/>
                <a:ext cx="293400" cy="164880"/>
              </p14:xfrm>
            </p:contentPart>
          </mc:Choice>
          <mc:Fallback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AE635BE4-713E-EF99-C070-B44F025E554F}"/>
                    </a:ext>
                  </a:extLst>
                </p:cNvPr>
                <p:cNvPicPr/>
                <p:nvPr/>
              </p:nvPicPr>
              <p:blipFill>
                <a:blip r:embed="rId460"/>
                <a:stretch>
                  <a:fillRect/>
                </a:stretch>
              </p:blipFill>
              <p:spPr>
                <a:xfrm>
                  <a:off x="7209837" y="5640423"/>
                  <a:ext cx="32904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1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E1001604-EFCD-4DEB-4B62-9B6303034909}"/>
                    </a:ext>
                  </a:extLst>
                </p14:cNvPr>
                <p14:cNvContentPartPr/>
                <p14:nvPr/>
              </p14:nvContentPartPr>
              <p14:xfrm>
                <a:off x="7529157" y="5484183"/>
                <a:ext cx="268920" cy="316080"/>
              </p14:xfrm>
            </p:contentPart>
          </mc:Choice>
          <mc:Fallback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E1001604-EFCD-4DEB-4B62-9B6303034909}"/>
                    </a:ext>
                  </a:extLst>
                </p:cNvPr>
                <p:cNvPicPr/>
                <p:nvPr/>
              </p:nvPicPr>
              <p:blipFill>
                <a:blip r:embed="rId462"/>
                <a:stretch>
                  <a:fillRect/>
                </a:stretch>
              </p:blipFill>
              <p:spPr>
                <a:xfrm>
                  <a:off x="7511517" y="5466543"/>
                  <a:ext cx="304560" cy="35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3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78549E47-AF26-8710-5001-F63EBC47E8F7}"/>
                    </a:ext>
                  </a:extLst>
                </p14:cNvPr>
                <p14:cNvContentPartPr/>
                <p14:nvPr/>
              </p14:nvContentPartPr>
              <p14:xfrm>
                <a:off x="7861797" y="5680383"/>
                <a:ext cx="104040" cy="365760"/>
              </p14:xfrm>
            </p:contentPart>
          </mc:Choice>
          <mc:Fallback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78549E47-AF26-8710-5001-F63EBC47E8F7}"/>
                    </a:ext>
                  </a:extLst>
                </p:cNvPr>
                <p:cNvPicPr/>
                <p:nvPr/>
              </p:nvPicPr>
              <p:blipFill>
                <a:blip r:embed="rId464"/>
                <a:stretch>
                  <a:fillRect/>
                </a:stretch>
              </p:blipFill>
              <p:spPr>
                <a:xfrm>
                  <a:off x="7844157" y="5662383"/>
                  <a:ext cx="139680" cy="40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5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4F0F837B-4C21-22C2-0868-B31A8F0B3AAE}"/>
                    </a:ext>
                  </a:extLst>
                </p14:cNvPr>
                <p14:cNvContentPartPr/>
                <p14:nvPr/>
              </p14:nvContentPartPr>
              <p14:xfrm>
                <a:off x="7977357" y="5511183"/>
                <a:ext cx="41400" cy="105120"/>
              </p14:xfrm>
            </p:contentPart>
          </mc:Choice>
          <mc:Fallback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4F0F837B-4C21-22C2-0868-B31A8F0B3AAE}"/>
                    </a:ext>
                  </a:extLst>
                </p:cNvPr>
                <p:cNvPicPr/>
                <p:nvPr/>
              </p:nvPicPr>
              <p:blipFill>
                <a:blip r:embed="rId466"/>
                <a:stretch>
                  <a:fillRect/>
                </a:stretch>
              </p:blipFill>
              <p:spPr>
                <a:xfrm>
                  <a:off x="7959357" y="5493183"/>
                  <a:ext cx="7704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7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78C10482-139D-6C35-7359-04F9FB9D0CEC}"/>
                    </a:ext>
                  </a:extLst>
                </p14:cNvPr>
                <p14:cNvContentPartPr/>
                <p14:nvPr/>
              </p14:nvContentPartPr>
              <p14:xfrm>
                <a:off x="8238357" y="5565543"/>
                <a:ext cx="141480" cy="286560"/>
              </p14:xfrm>
            </p:contentPart>
          </mc:Choice>
          <mc:Fallback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78C10482-139D-6C35-7359-04F9FB9D0CEC}"/>
                    </a:ext>
                  </a:extLst>
                </p:cNvPr>
                <p:cNvPicPr/>
                <p:nvPr/>
              </p:nvPicPr>
              <p:blipFill>
                <a:blip r:embed="rId468"/>
                <a:stretch>
                  <a:fillRect/>
                </a:stretch>
              </p:blipFill>
              <p:spPr>
                <a:xfrm>
                  <a:off x="8220717" y="5547903"/>
                  <a:ext cx="177120" cy="32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9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2B055529-A2EC-B765-EC9B-337D1F9F12E2}"/>
                    </a:ext>
                  </a:extLst>
                </p14:cNvPr>
                <p14:cNvContentPartPr/>
                <p14:nvPr/>
              </p14:nvContentPartPr>
              <p14:xfrm>
                <a:off x="8205597" y="5678223"/>
                <a:ext cx="190080" cy="87480"/>
              </p14:xfrm>
            </p:contentPart>
          </mc:Choice>
          <mc:Fallback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2B055529-A2EC-B765-EC9B-337D1F9F12E2}"/>
                    </a:ext>
                  </a:extLst>
                </p:cNvPr>
                <p:cNvPicPr/>
                <p:nvPr/>
              </p:nvPicPr>
              <p:blipFill>
                <a:blip r:embed="rId470"/>
                <a:stretch>
                  <a:fillRect/>
                </a:stretch>
              </p:blipFill>
              <p:spPr>
                <a:xfrm>
                  <a:off x="8187597" y="5660583"/>
                  <a:ext cx="22572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1">
              <p14:nvContentPartPr>
                <p14:cNvPr id="285" name="Ink 284">
                  <a:extLst>
                    <a:ext uri="{FF2B5EF4-FFF2-40B4-BE49-F238E27FC236}">
                      <a16:creationId xmlns:a16="http://schemas.microsoft.com/office/drawing/2014/main" id="{746D5908-E366-BC3B-5AF2-044E9654E737}"/>
                    </a:ext>
                  </a:extLst>
                </p14:cNvPr>
                <p14:cNvContentPartPr/>
                <p14:nvPr/>
              </p14:nvContentPartPr>
              <p14:xfrm>
                <a:off x="8353917" y="5406783"/>
                <a:ext cx="338040" cy="745560"/>
              </p14:xfrm>
            </p:contentPart>
          </mc:Choice>
          <mc:Fallback>
            <p:pic>
              <p:nvPicPr>
                <p:cNvPr id="285" name="Ink 284">
                  <a:extLst>
                    <a:ext uri="{FF2B5EF4-FFF2-40B4-BE49-F238E27FC236}">
                      <a16:creationId xmlns:a16="http://schemas.microsoft.com/office/drawing/2014/main" id="{746D5908-E366-BC3B-5AF2-044E9654E737}"/>
                    </a:ext>
                  </a:extLst>
                </p:cNvPr>
                <p:cNvPicPr/>
                <p:nvPr/>
              </p:nvPicPr>
              <p:blipFill>
                <a:blip r:embed="rId472"/>
                <a:stretch>
                  <a:fillRect/>
                </a:stretch>
              </p:blipFill>
              <p:spPr>
                <a:xfrm>
                  <a:off x="8335917" y="5388783"/>
                  <a:ext cx="373680" cy="78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3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A7A1DA2D-8B16-F8C9-D2A9-9CC19E003AF1}"/>
                    </a:ext>
                  </a:extLst>
                </p14:cNvPr>
                <p14:cNvContentPartPr/>
                <p14:nvPr/>
              </p14:nvContentPartPr>
              <p14:xfrm>
                <a:off x="6829677" y="5328303"/>
                <a:ext cx="428040" cy="729000"/>
              </p14:xfrm>
            </p:contentPart>
          </mc:Choice>
          <mc:Fallback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A7A1DA2D-8B16-F8C9-D2A9-9CC19E003AF1}"/>
                    </a:ext>
                  </a:extLst>
                </p:cNvPr>
                <p:cNvPicPr/>
                <p:nvPr/>
              </p:nvPicPr>
              <p:blipFill>
                <a:blip r:embed="rId474"/>
                <a:stretch>
                  <a:fillRect/>
                </a:stretch>
              </p:blipFill>
              <p:spPr>
                <a:xfrm>
                  <a:off x="6811677" y="5310303"/>
                  <a:ext cx="463680" cy="76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5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A6FA969E-A3CD-B853-5AB7-EC0073A2E665}"/>
                    </a:ext>
                  </a:extLst>
                </p14:cNvPr>
                <p14:cNvContentPartPr/>
                <p14:nvPr/>
              </p14:nvContentPartPr>
              <p14:xfrm>
                <a:off x="8920197" y="5494983"/>
                <a:ext cx="145440" cy="316800"/>
              </p14:xfrm>
            </p:contentPart>
          </mc:Choice>
          <mc:Fallback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A6FA969E-A3CD-B853-5AB7-EC0073A2E665}"/>
                    </a:ext>
                  </a:extLst>
                </p:cNvPr>
                <p:cNvPicPr/>
                <p:nvPr/>
              </p:nvPicPr>
              <p:blipFill>
                <a:blip r:embed="rId476"/>
                <a:stretch>
                  <a:fillRect/>
                </a:stretch>
              </p:blipFill>
              <p:spPr>
                <a:xfrm>
                  <a:off x="8902197" y="5476983"/>
                  <a:ext cx="181080" cy="35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7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D0C35B3E-1517-326C-2B1B-FEE8B9AC836E}"/>
                    </a:ext>
                  </a:extLst>
                </p14:cNvPr>
                <p14:cNvContentPartPr/>
                <p14:nvPr/>
              </p14:nvContentPartPr>
              <p14:xfrm>
                <a:off x="8888157" y="5644383"/>
                <a:ext cx="213120" cy="50760"/>
              </p14:xfrm>
            </p:contentPart>
          </mc:Choice>
          <mc:Fallback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D0C35B3E-1517-326C-2B1B-FEE8B9AC836E}"/>
                    </a:ext>
                  </a:extLst>
                </p:cNvPr>
                <p:cNvPicPr/>
                <p:nvPr/>
              </p:nvPicPr>
              <p:blipFill>
                <a:blip r:embed="rId478"/>
                <a:stretch>
                  <a:fillRect/>
                </a:stretch>
              </p:blipFill>
              <p:spPr>
                <a:xfrm>
                  <a:off x="8870517" y="5626383"/>
                  <a:ext cx="24876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9">
              <p14:nvContentPartPr>
                <p14:cNvPr id="289" name="Ink 288">
                  <a:extLst>
                    <a:ext uri="{FF2B5EF4-FFF2-40B4-BE49-F238E27FC236}">
                      <a16:creationId xmlns:a16="http://schemas.microsoft.com/office/drawing/2014/main" id="{353B43A4-6118-AEA2-9A78-D98692C8A8B2}"/>
                    </a:ext>
                  </a:extLst>
                </p14:cNvPr>
                <p14:cNvContentPartPr/>
                <p14:nvPr/>
              </p14:nvContentPartPr>
              <p14:xfrm>
                <a:off x="7173117" y="6123183"/>
                <a:ext cx="2565360" cy="66240"/>
              </p14:xfrm>
            </p:contentPart>
          </mc:Choice>
          <mc:Fallback>
            <p:pic>
              <p:nvPicPr>
                <p:cNvPr id="289" name="Ink 288">
                  <a:extLst>
                    <a:ext uri="{FF2B5EF4-FFF2-40B4-BE49-F238E27FC236}">
                      <a16:creationId xmlns:a16="http://schemas.microsoft.com/office/drawing/2014/main" id="{353B43A4-6118-AEA2-9A78-D98692C8A8B2}"/>
                    </a:ext>
                  </a:extLst>
                </p:cNvPr>
                <p:cNvPicPr/>
                <p:nvPr/>
              </p:nvPicPr>
              <p:blipFill>
                <a:blip r:embed="rId480"/>
                <a:stretch>
                  <a:fillRect/>
                </a:stretch>
              </p:blipFill>
              <p:spPr>
                <a:xfrm>
                  <a:off x="7155117" y="6105183"/>
                  <a:ext cx="2601000" cy="101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4" name="Group 293">
            <a:extLst>
              <a:ext uri="{FF2B5EF4-FFF2-40B4-BE49-F238E27FC236}">
                <a16:creationId xmlns:a16="http://schemas.microsoft.com/office/drawing/2014/main" id="{21247DE5-994D-BA01-E4E0-5D4B56612289}"/>
              </a:ext>
            </a:extLst>
          </p:cNvPr>
          <p:cNvGrpSpPr/>
          <p:nvPr/>
        </p:nvGrpSpPr>
        <p:grpSpPr>
          <a:xfrm>
            <a:off x="7975557" y="6328383"/>
            <a:ext cx="604440" cy="367560"/>
            <a:chOff x="7975557" y="6328383"/>
            <a:chExt cx="604440" cy="367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81">
              <p14:nvContentPartPr>
                <p14:cNvPr id="290" name="Ink 289">
                  <a:extLst>
                    <a:ext uri="{FF2B5EF4-FFF2-40B4-BE49-F238E27FC236}">
                      <a16:creationId xmlns:a16="http://schemas.microsoft.com/office/drawing/2014/main" id="{F353515F-23B3-4CB8-6793-EC4CCAD8BFD7}"/>
                    </a:ext>
                  </a:extLst>
                </p14:cNvPr>
                <p14:cNvContentPartPr/>
                <p14:nvPr/>
              </p14:nvContentPartPr>
              <p14:xfrm>
                <a:off x="7975557" y="6394623"/>
                <a:ext cx="32760" cy="301320"/>
              </p14:xfrm>
            </p:contentPart>
          </mc:Choice>
          <mc:Fallback>
            <p:pic>
              <p:nvPicPr>
                <p:cNvPr id="290" name="Ink 289">
                  <a:extLst>
                    <a:ext uri="{FF2B5EF4-FFF2-40B4-BE49-F238E27FC236}">
                      <a16:creationId xmlns:a16="http://schemas.microsoft.com/office/drawing/2014/main" id="{F353515F-23B3-4CB8-6793-EC4CCAD8BFD7}"/>
                    </a:ext>
                  </a:extLst>
                </p:cNvPr>
                <p:cNvPicPr/>
                <p:nvPr/>
              </p:nvPicPr>
              <p:blipFill>
                <a:blip r:embed="rId482"/>
                <a:stretch>
                  <a:fillRect/>
                </a:stretch>
              </p:blipFill>
              <p:spPr>
                <a:xfrm>
                  <a:off x="7957557" y="6376983"/>
                  <a:ext cx="68400" cy="33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3">
              <p14:nvContentPartPr>
                <p14:cNvPr id="291" name="Ink 290">
                  <a:extLst>
                    <a:ext uri="{FF2B5EF4-FFF2-40B4-BE49-F238E27FC236}">
                      <a16:creationId xmlns:a16="http://schemas.microsoft.com/office/drawing/2014/main" id="{DE6683D3-62B7-8D03-D51F-B785A5631BC3}"/>
                    </a:ext>
                  </a:extLst>
                </p14:cNvPr>
                <p14:cNvContentPartPr/>
                <p14:nvPr/>
              </p14:nvContentPartPr>
              <p14:xfrm>
                <a:off x="8158437" y="6403623"/>
                <a:ext cx="167400" cy="239400"/>
              </p14:xfrm>
            </p:contentPart>
          </mc:Choice>
          <mc:Fallback>
            <p:pic>
              <p:nvPicPr>
                <p:cNvPr id="291" name="Ink 290">
                  <a:extLst>
                    <a:ext uri="{FF2B5EF4-FFF2-40B4-BE49-F238E27FC236}">
                      <a16:creationId xmlns:a16="http://schemas.microsoft.com/office/drawing/2014/main" id="{DE6683D3-62B7-8D03-D51F-B785A5631BC3}"/>
                    </a:ext>
                  </a:extLst>
                </p:cNvPr>
                <p:cNvPicPr/>
                <p:nvPr/>
              </p:nvPicPr>
              <p:blipFill>
                <a:blip r:embed="rId484"/>
                <a:stretch>
                  <a:fillRect/>
                </a:stretch>
              </p:blipFill>
              <p:spPr>
                <a:xfrm>
                  <a:off x="8140797" y="6385623"/>
                  <a:ext cx="203040" cy="27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5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DD28792C-2B24-2758-52FA-61A7C5F1FA33}"/>
                    </a:ext>
                  </a:extLst>
                </p14:cNvPr>
                <p14:cNvContentPartPr/>
                <p14:nvPr/>
              </p14:nvContentPartPr>
              <p14:xfrm>
                <a:off x="8178957" y="6511983"/>
                <a:ext cx="160560" cy="57600"/>
              </p14:xfrm>
            </p:contentPart>
          </mc:Choice>
          <mc:Fallback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DD28792C-2B24-2758-52FA-61A7C5F1FA33}"/>
                    </a:ext>
                  </a:extLst>
                </p:cNvPr>
                <p:cNvPicPr/>
                <p:nvPr/>
              </p:nvPicPr>
              <p:blipFill>
                <a:blip r:embed="rId486"/>
                <a:stretch>
                  <a:fillRect/>
                </a:stretch>
              </p:blipFill>
              <p:spPr>
                <a:xfrm>
                  <a:off x="8160957" y="6493983"/>
                  <a:ext cx="19620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7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61AA362A-5347-8654-D932-D1192CFFA05F}"/>
                    </a:ext>
                  </a:extLst>
                </p14:cNvPr>
                <p14:cNvContentPartPr/>
                <p14:nvPr/>
              </p14:nvContentPartPr>
              <p14:xfrm>
                <a:off x="8549757" y="6328383"/>
                <a:ext cx="30240" cy="333720"/>
              </p14:xfrm>
            </p:contentPart>
          </mc:Choice>
          <mc:Fallback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61AA362A-5347-8654-D932-D1192CFFA05F}"/>
                    </a:ext>
                  </a:extLst>
                </p:cNvPr>
                <p:cNvPicPr/>
                <p:nvPr/>
              </p:nvPicPr>
              <p:blipFill>
                <a:blip r:embed="rId488"/>
                <a:stretch>
                  <a:fillRect/>
                </a:stretch>
              </p:blipFill>
              <p:spPr>
                <a:xfrm>
                  <a:off x="8531757" y="6310383"/>
                  <a:ext cx="65880" cy="3693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3107975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>
            <a:extLst>
              <a:ext uri="{FF2B5EF4-FFF2-40B4-BE49-F238E27FC236}">
                <a16:creationId xmlns:a16="http://schemas.microsoft.com/office/drawing/2014/main" id="{B94FF6CF-0F6B-3843-E04D-43883870C804}"/>
              </a:ext>
            </a:extLst>
          </p:cNvPr>
          <p:cNvGrpSpPr/>
          <p:nvPr/>
        </p:nvGrpSpPr>
        <p:grpSpPr>
          <a:xfrm>
            <a:off x="1959726" y="155103"/>
            <a:ext cx="4528440" cy="2066400"/>
            <a:chOff x="1959726" y="155103"/>
            <a:chExt cx="4528440" cy="2066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B3D5DCA9-340A-804B-5DD9-06A46DB9F93E}"/>
                    </a:ext>
                  </a:extLst>
                </p14:cNvPr>
                <p14:cNvContentPartPr/>
                <p14:nvPr/>
              </p14:nvContentPartPr>
              <p14:xfrm>
                <a:off x="2666406" y="501423"/>
                <a:ext cx="178560" cy="37548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B3D5DCA9-340A-804B-5DD9-06A46DB9F93E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648766" y="483423"/>
                  <a:ext cx="214200" cy="41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53F98B2D-BCAC-4AD5-4308-E06C2F7427CB}"/>
                    </a:ext>
                  </a:extLst>
                </p14:cNvPr>
                <p14:cNvContentPartPr/>
                <p14:nvPr/>
              </p14:nvContentPartPr>
              <p14:xfrm>
                <a:off x="2639766" y="690063"/>
                <a:ext cx="136080" cy="6048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53F98B2D-BCAC-4AD5-4308-E06C2F7427CB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621766" y="672423"/>
                  <a:ext cx="17172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A5498042-7418-D066-6B39-EE4D04854447}"/>
                    </a:ext>
                  </a:extLst>
                </p14:cNvPr>
                <p14:cNvContentPartPr/>
                <p14:nvPr/>
              </p14:nvContentPartPr>
              <p14:xfrm>
                <a:off x="2956206" y="513663"/>
                <a:ext cx="133560" cy="4068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A5498042-7418-D066-6B39-EE4D04854447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938566" y="496023"/>
                  <a:ext cx="16920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1ED82B66-74B8-E264-66A4-05C530D3ECDC}"/>
                    </a:ext>
                  </a:extLst>
                </p14:cNvPr>
                <p14:cNvContentPartPr/>
                <p14:nvPr/>
              </p14:nvContentPartPr>
              <p14:xfrm>
                <a:off x="3191646" y="254103"/>
                <a:ext cx="47520" cy="22500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1ED82B66-74B8-E264-66A4-05C530D3ECDC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174006" y="236103"/>
                  <a:ext cx="83160" cy="26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496365DA-A4DC-2911-5876-BA7A0B5C5A6E}"/>
                    </a:ext>
                  </a:extLst>
                </p14:cNvPr>
                <p14:cNvContentPartPr/>
                <p14:nvPr/>
              </p14:nvContentPartPr>
              <p14:xfrm>
                <a:off x="3633726" y="639663"/>
                <a:ext cx="117000" cy="2088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496365DA-A4DC-2911-5876-BA7A0B5C5A6E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616086" y="622023"/>
                  <a:ext cx="15264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E5F86C96-E71C-D6CA-433F-75C98DAA0AF7}"/>
                    </a:ext>
                  </a:extLst>
                </p14:cNvPr>
                <p14:cNvContentPartPr/>
                <p14:nvPr/>
              </p14:nvContentPartPr>
              <p14:xfrm>
                <a:off x="3486846" y="753783"/>
                <a:ext cx="305280" cy="4968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E5F86C96-E71C-D6CA-433F-75C98DAA0AF7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468846" y="736143"/>
                  <a:ext cx="34092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6F7D6ABB-D047-512E-C5CD-C12E1099C024}"/>
                    </a:ext>
                  </a:extLst>
                </p14:cNvPr>
                <p14:cNvContentPartPr/>
                <p14:nvPr/>
              </p14:nvContentPartPr>
              <p14:xfrm>
                <a:off x="4618686" y="631023"/>
                <a:ext cx="156240" cy="19116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6F7D6ABB-D047-512E-C5CD-C12E1099C024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600686" y="613383"/>
                  <a:ext cx="191880" cy="22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0C198377-1B9D-4D83-C64B-C5C0FEAC35A3}"/>
                    </a:ext>
                  </a:extLst>
                </p14:cNvPr>
                <p14:cNvContentPartPr/>
                <p14:nvPr/>
              </p14:nvContentPartPr>
              <p14:xfrm>
                <a:off x="4863126" y="461823"/>
                <a:ext cx="213120" cy="35280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0C198377-1B9D-4D83-C64B-C5C0FEAC35A3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845126" y="443823"/>
                  <a:ext cx="248760" cy="38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A6E6B433-4F6B-8343-3B19-9F3334C3B911}"/>
                    </a:ext>
                  </a:extLst>
                </p14:cNvPr>
                <p14:cNvContentPartPr/>
                <p14:nvPr/>
              </p14:nvContentPartPr>
              <p14:xfrm>
                <a:off x="4997046" y="703023"/>
                <a:ext cx="192600" cy="31320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A6E6B433-4F6B-8343-3B19-9F3334C3B911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979046" y="685383"/>
                  <a:ext cx="228240" cy="34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D683EB98-BDCD-6726-CE31-432444FD0D81}"/>
                    </a:ext>
                  </a:extLst>
                </p14:cNvPr>
                <p14:cNvContentPartPr/>
                <p14:nvPr/>
              </p14:nvContentPartPr>
              <p14:xfrm>
                <a:off x="5238246" y="465783"/>
                <a:ext cx="25560" cy="2592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D683EB98-BDCD-6726-CE31-432444FD0D81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220606" y="447783"/>
                  <a:ext cx="6120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E96D87B7-849E-6603-337F-93540D3BDB74}"/>
                    </a:ext>
                  </a:extLst>
                </p14:cNvPr>
                <p14:cNvContentPartPr/>
                <p14:nvPr/>
              </p14:nvContentPartPr>
              <p14:xfrm>
                <a:off x="5429406" y="499983"/>
                <a:ext cx="218880" cy="36360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E96D87B7-849E-6603-337F-93540D3BDB74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5411406" y="481983"/>
                  <a:ext cx="254520" cy="39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F2760711-BA61-96B9-AAD3-74B774A106D1}"/>
                    </a:ext>
                  </a:extLst>
                </p14:cNvPr>
                <p14:cNvContentPartPr/>
                <p14:nvPr/>
              </p14:nvContentPartPr>
              <p14:xfrm>
                <a:off x="5489526" y="648303"/>
                <a:ext cx="197280" cy="2412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F2760711-BA61-96B9-AAD3-74B774A106D1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471526" y="630303"/>
                  <a:ext cx="23292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F6510274-8E0F-50E1-B016-2FF530C3F6CD}"/>
                    </a:ext>
                  </a:extLst>
                </p14:cNvPr>
                <p14:cNvContentPartPr/>
                <p14:nvPr/>
              </p14:nvContentPartPr>
              <p14:xfrm>
                <a:off x="4041606" y="1055463"/>
                <a:ext cx="1729080" cy="18720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F6510274-8E0F-50E1-B016-2FF530C3F6CD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023606" y="1037463"/>
                  <a:ext cx="176472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CF94AF92-87D4-5C0C-CB49-AF53E4B64816}"/>
                    </a:ext>
                  </a:extLst>
                </p14:cNvPr>
                <p14:cNvContentPartPr/>
                <p14:nvPr/>
              </p14:nvContentPartPr>
              <p14:xfrm>
                <a:off x="4669086" y="1399263"/>
                <a:ext cx="62280" cy="37368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CF94AF92-87D4-5C0C-CB49-AF53E4B64816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651086" y="1381263"/>
                  <a:ext cx="97920" cy="40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6A3DF9B1-0056-AF42-5B8E-B80B2EAD6EC2}"/>
                    </a:ext>
                  </a:extLst>
                </p14:cNvPr>
                <p14:cNvContentPartPr/>
                <p14:nvPr/>
              </p14:nvContentPartPr>
              <p14:xfrm>
                <a:off x="4914966" y="1375503"/>
                <a:ext cx="169920" cy="30780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6A3DF9B1-0056-AF42-5B8E-B80B2EAD6EC2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896966" y="1357863"/>
                  <a:ext cx="205560" cy="34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8CC614B8-0D9A-8A9C-34F0-DC9592054F96}"/>
                    </a:ext>
                  </a:extLst>
                </p14:cNvPr>
                <p14:cNvContentPartPr/>
                <p14:nvPr/>
              </p14:nvContentPartPr>
              <p14:xfrm>
                <a:off x="4940886" y="1527783"/>
                <a:ext cx="142200" cy="3744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8CC614B8-0D9A-8A9C-34F0-DC9592054F96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923246" y="1509783"/>
                  <a:ext cx="17784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132BFD6D-A053-C8F7-49AE-25E558F1737D}"/>
                    </a:ext>
                  </a:extLst>
                </p14:cNvPr>
                <p14:cNvContentPartPr/>
                <p14:nvPr/>
              </p14:nvContentPartPr>
              <p14:xfrm>
                <a:off x="5326806" y="1345983"/>
                <a:ext cx="32400" cy="34920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132BFD6D-A053-C8F7-49AE-25E558F1737D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308806" y="1327983"/>
                  <a:ext cx="68040" cy="38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62365B3B-0544-0453-914A-766A22D47A8B}"/>
                    </a:ext>
                  </a:extLst>
                </p14:cNvPr>
                <p14:cNvContentPartPr/>
                <p14:nvPr/>
              </p14:nvContentPartPr>
              <p14:xfrm>
                <a:off x="2623566" y="687543"/>
                <a:ext cx="260280" cy="7884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62365B3B-0544-0453-914A-766A22D47A8B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2605926" y="669903"/>
                  <a:ext cx="29592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48EB4C6B-48C4-5A6C-DA4E-4A9947DE1EB2}"/>
                    </a:ext>
                  </a:extLst>
                </p14:cNvPr>
                <p14:cNvContentPartPr/>
                <p14:nvPr/>
              </p14:nvContentPartPr>
              <p14:xfrm>
                <a:off x="3183006" y="295143"/>
                <a:ext cx="56160" cy="29232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48EB4C6B-48C4-5A6C-DA4E-4A9947DE1EB2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165006" y="277503"/>
                  <a:ext cx="91800" cy="32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701C9A09-967E-C854-903E-AFCDA844D3C7}"/>
                    </a:ext>
                  </a:extLst>
                </p14:cNvPr>
                <p14:cNvContentPartPr/>
                <p14:nvPr/>
              </p14:nvContentPartPr>
              <p14:xfrm>
                <a:off x="2007966" y="270303"/>
                <a:ext cx="213840" cy="174960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701C9A09-967E-C854-903E-AFCDA844D3C7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990326" y="252663"/>
                  <a:ext cx="249480" cy="178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DB98ECC8-E0D1-1C8B-EBC8-B9C16753AA66}"/>
                    </a:ext>
                  </a:extLst>
                </p14:cNvPr>
                <p14:cNvContentPartPr/>
                <p14:nvPr/>
              </p14:nvContentPartPr>
              <p14:xfrm>
                <a:off x="2189046" y="155103"/>
                <a:ext cx="4299120" cy="206640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DB98ECC8-E0D1-1C8B-EBC8-B9C16753AA66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2171406" y="137463"/>
                  <a:ext cx="4334760" cy="210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AC1EE1E7-D2DF-5E0F-2110-55CFB0FA3894}"/>
                    </a:ext>
                  </a:extLst>
                </p14:cNvPr>
                <p14:cNvContentPartPr/>
                <p14:nvPr/>
              </p14:nvContentPartPr>
              <p14:xfrm>
                <a:off x="1959726" y="2032143"/>
                <a:ext cx="4363200" cy="11700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AC1EE1E7-D2DF-5E0F-2110-55CFB0FA3894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941726" y="2014503"/>
                  <a:ext cx="4398840" cy="152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D5A8A147-2C93-F003-D9AD-3BB4B2626D67}"/>
              </a:ext>
            </a:extLst>
          </p:cNvPr>
          <p:cNvGrpSpPr/>
          <p:nvPr/>
        </p:nvGrpSpPr>
        <p:grpSpPr>
          <a:xfrm>
            <a:off x="408486" y="2568543"/>
            <a:ext cx="2020680" cy="671400"/>
            <a:chOff x="408486" y="2568543"/>
            <a:chExt cx="2020680" cy="671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9504E9B1-D290-550C-94D1-0B2BD871640F}"/>
                    </a:ext>
                  </a:extLst>
                </p14:cNvPr>
                <p14:cNvContentPartPr/>
                <p14:nvPr/>
              </p14:nvContentPartPr>
              <p14:xfrm>
                <a:off x="408486" y="2629743"/>
                <a:ext cx="128520" cy="47916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9504E9B1-D290-550C-94D1-0B2BD871640F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390846" y="2612103"/>
                  <a:ext cx="164160" cy="51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DFFCC10D-8EA0-272F-437E-34AA8528C5A5}"/>
                    </a:ext>
                  </a:extLst>
                </p14:cNvPr>
                <p14:cNvContentPartPr/>
                <p14:nvPr/>
              </p14:nvContentPartPr>
              <p14:xfrm>
                <a:off x="652926" y="2665023"/>
                <a:ext cx="181440" cy="34956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DFFCC10D-8EA0-272F-437E-34AA8528C5A5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635286" y="2647023"/>
                  <a:ext cx="217080" cy="38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368056C8-EC55-721D-67C4-4DF66DCCB58A}"/>
                    </a:ext>
                  </a:extLst>
                </p14:cNvPr>
                <p14:cNvContentPartPr/>
                <p14:nvPr/>
              </p14:nvContentPartPr>
              <p14:xfrm>
                <a:off x="712326" y="2769063"/>
                <a:ext cx="145080" cy="9612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368056C8-EC55-721D-67C4-4DF66DCCB58A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694326" y="2751063"/>
                  <a:ext cx="18072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00AA33AF-8415-4081-0413-A66AD282FCC8}"/>
                    </a:ext>
                  </a:extLst>
                </p14:cNvPr>
                <p14:cNvContentPartPr/>
                <p14:nvPr/>
              </p14:nvContentPartPr>
              <p14:xfrm>
                <a:off x="941286" y="2594823"/>
                <a:ext cx="118800" cy="52488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00AA33AF-8415-4081-0413-A66AD282FCC8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923286" y="2577183"/>
                  <a:ext cx="154440" cy="56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B80F7934-A754-39BD-238B-A47F24A6C244}"/>
                    </a:ext>
                  </a:extLst>
                </p14:cNvPr>
                <p14:cNvContentPartPr/>
                <p14:nvPr/>
              </p14:nvContentPartPr>
              <p14:xfrm>
                <a:off x="1226046" y="2801463"/>
                <a:ext cx="249480" cy="5760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B80F7934-A754-39BD-238B-A47F24A6C244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208046" y="2783823"/>
                  <a:ext cx="28512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A6F12F54-3CDA-D133-C83F-66EAD422337A}"/>
                    </a:ext>
                  </a:extLst>
                </p14:cNvPr>
                <p14:cNvContentPartPr/>
                <p14:nvPr/>
              </p14:nvContentPartPr>
              <p14:xfrm>
                <a:off x="1202286" y="2918823"/>
                <a:ext cx="324720" cy="5796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A6F12F54-3CDA-D133-C83F-66EAD422337A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184646" y="2901183"/>
                  <a:ext cx="36036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C4A4E59F-EEEB-C459-6C33-76462F53FEF5}"/>
                    </a:ext>
                  </a:extLst>
                </p14:cNvPr>
                <p14:cNvContentPartPr/>
                <p14:nvPr/>
              </p14:nvContentPartPr>
              <p14:xfrm>
                <a:off x="1693686" y="2568543"/>
                <a:ext cx="415800" cy="46656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C4A4E59F-EEEB-C459-6C33-76462F53FEF5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675686" y="2550903"/>
                  <a:ext cx="451440" cy="50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E2C6A569-CB89-9E1D-0E38-5B1E8CAC9119}"/>
                    </a:ext>
                  </a:extLst>
                </p14:cNvPr>
                <p14:cNvContentPartPr/>
                <p14:nvPr/>
              </p14:nvContentPartPr>
              <p14:xfrm>
                <a:off x="2259246" y="2958783"/>
                <a:ext cx="169920" cy="28116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E2C6A569-CB89-9E1D-0E38-5B1E8CAC9119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2241606" y="2941143"/>
                  <a:ext cx="205560" cy="316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1138896D-BD68-309A-8077-5C92BE79F787}"/>
              </a:ext>
            </a:extLst>
          </p:cNvPr>
          <p:cNvGrpSpPr/>
          <p:nvPr/>
        </p:nvGrpSpPr>
        <p:grpSpPr>
          <a:xfrm>
            <a:off x="3168246" y="2584023"/>
            <a:ext cx="1605960" cy="469440"/>
            <a:chOff x="3168246" y="2584023"/>
            <a:chExt cx="1605960" cy="469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3FA4E6C8-CE6D-4107-2971-72A11C6245FB}"/>
                    </a:ext>
                  </a:extLst>
                </p14:cNvPr>
                <p14:cNvContentPartPr/>
                <p14:nvPr/>
              </p14:nvContentPartPr>
              <p14:xfrm>
                <a:off x="3168246" y="2847903"/>
                <a:ext cx="317160" cy="20556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3FA4E6C8-CE6D-4107-2971-72A11C6245FB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3150606" y="2829903"/>
                  <a:ext cx="352800" cy="24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ACF5AC58-8C62-123B-574D-813F91D84886}"/>
                    </a:ext>
                  </a:extLst>
                </p14:cNvPr>
                <p14:cNvContentPartPr/>
                <p14:nvPr/>
              </p14:nvContentPartPr>
              <p14:xfrm>
                <a:off x="3570726" y="2844303"/>
                <a:ext cx="303480" cy="17352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ACF5AC58-8C62-123B-574D-813F91D84886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3552726" y="2826303"/>
                  <a:ext cx="33912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BA0AD8AE-3CA9-DBEE-3579-E6388234F828}"/>
                    </a:ext>
                  </a:extLst>
                </p14:cNvPr>
                <p14:cNvContentPartPr/>
                <p14:nvPr/>
              </p14:nvContentPartPr>
              <p14:xfrm>
                <a:off x="3922086" y="2584023"/>
                <a:ext cx="110880" cy="43956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BA0AD8AE-3CA9-DBEE-3579-E6388234F828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3904446" y="2566383"/>
                  <a:ext cx="146520" cy="47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D3EAA23A-1D9B-1BDB-78EC-8ACA72ED5418}"/>
                    </a:ext>
                  </a:extLst>
                </p14:cNvPr>
                <p14:cNvContentPartPr/>
                <p14:nvPr/>
              </p14:nvContentPartPr>
              <p14:xfrm>
                <a:off x="4109286" y="2806143"/>
                <a:ext cx="350640" cy="20952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D3EAA23A-1D9B-1BDB-78EC-8ACA72ED5418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4091286" y="2788143"/>
                  <a:ext cx="38628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2E7ED037-2B1A-1ECB-0954-0ACC25BC55D2}"/>
                    </a:ext>
                  </a:extLst>
                </p14:cNvPr>
                <p14:cNvContentPartPr/>
                <p14:nvPr/>
              </p14:nvContentPartPr>
              <p14:xfrm>
                <a:off x="4445166" y="2642343"/>
                <a:ext cx="45360" cy="5688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2E7ED037-2B1A-1ECB-0954-0ACC25BC55D2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4427526" y="2624343"/>
                  <a:ext cx="8100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9BEE32C6-B588-7E9F-1A54-829061922AE9}"/>
                    </a:ext>
                  </a:extLst>
                </p14:cNvPr>
                <p14:cNvContentPartPr/>
                <p14:nvPr/>
              </p14:nvContentPartPr>
              <p14:xfrm>
                <a:off x="4576566" y="2781303"/>
                <a:ext cx="117000" cy="22464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9BEE32C6-B588-7E9F-1A54-829061922AE9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4558566" y="2763303"/>
                  <a:ext cx="152640" cy="26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8EA19C96-FE64-4610-CD2D-95D670FF8F1D}"/>
                    </a:ext>
                  </a:extLst>
                </p14:cNvPr>
                <p14:cNvContentPartPr/>
                <p14:nvPr/>
              </p14:nvContentPartPr>
              <p14:xfrm>
                <a:off x="4576926" y="2814063"/>
                <a:ext cx="197280" cy="18936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8EA19C96-FE64-4610-CD2D-95D670FF8F1D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4559286" y="2796423"/>
                  <a:ext cx="232920" cy="22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F9DE6A82-5198-A220-148C-E9C477F96657}"/>
                    </a:ext>
                  </a:extLst>
                </p14:cNvPr>
                <p14:cNvContentPartPr/>
                <p14:nvPr/>
              </p14:nvContentPartPr>
              <p14:xfrm>
                <a:off x="3743166" y="2658183"/>
                <a:ext cx="461880" cy="4068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F9DE6A82-5198-A220-148C-E9C477F96657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3725166" y="2640543"/>
                  <a:ext cx="497520" cy="76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E8898D89-ECE8-DBFB-3F1C-9A455B95AFD0}"/>
              </a:ext>
            </a:extLst>
          </p:cNvPr>
          <p:cNvGrpSpPr/>
          <p:nvPr/>
        </p:nvGrpSpPr>
        <p:grpSpPr>
          <a:xfrm>
            <a:off x="5599326" y="2683023"/>
            <a:ext cx="291600" cy="259200"/>
            <a:chOff x="5599326" y="2683023"/>
            <a:chExt cx="291600" cy="259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16B323C3-CCD1-D109-4D58-A9B495AC4B9A}"/>
                    </a:ext>
                  </a:extLst>
                </p14:cNvPr>
                <p14:cNvContentPartPr/>
                <p14:nvPr/>
              </p14:nvContentPartPr>
              <p14:xfrm>
                <a:off x="5599326" y="2683023"/>
                <a:ext cx="115560" cy="25920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16B323C3-CCD1-D109-4D58-A9B495AC4B9A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5581326" y="2665023"/>
                  <a:ext cx="151200" cy="29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DA77C7C2-D8DC-1C7E-EC63-1F4EA16F1C95}"/>
                    </a:ext>
                  </a:extLst>
                </p14:cNvPr>
                <p14:cNvContentPartPr/>
                <p14:nvPr/>
              </p14:nvContentPartPr>
              <p14:xfrm>
                <a:off x="5760606" y="2720823"/>
                <a:ext cx="130320" cy="16884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DA77C7C2-D8DC-1C7E-EC63-1F4EA16F1C95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5742966" y="2702823"/>
                  <a:ext cx="165960" cy="204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82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1EA06BDF-56BC-CD2C-0779-AE997A71D7FB}"/>
                  </a:ext>
                </a:extLst>
              </p14:cNvPr>
              <p14:cNvContentPartPr/>
              <p14:nvPr/>
            </p14:nvContentPartPr>
            <p14:xfrm>
              <a:off x="5786166" y="2479263"/>
              <a:ext cx="5760" cy="29520"/>
            </p14:xfrm>
          </p:contentPart>
        </mc:Choice>
        <mc:Fallback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1EA06BDF-56BC-CD2C-0779-AE997A71D7FB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5768526" y="2461263"/>
                <a:ext cx="41400" cy="6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4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9F748C8D-652C-E65E-D328-E534C3F532EA}"/>
                  </a:ext>
                </a:extLst>
              </p14:cNvPr>
              <p14:cNvContentPartPr/>
              <p14:nvPr/>
            </p14:nvContentPartPr>
            <p14:xfrm>
              <a:off x="9181326" y="2794983"/>
              <a:ext cx="36720" cy="1800"/>
            </p14:xfrm>
          </p:contentPart>
        </mc:Choice>
        <mc:Fallback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9F748C8D-652C-E65E-D328-E534C3F532EA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9163686" y="2777343"/>
                <a:ext cx="72360" cy="37440"/>
              </a:xfrm>
              <a:prstGeom prst="rect">
                <a:avLst/>
              </a:prstGeom>
            </p:spPr>
          </p:pic>
        </mc:Fallback>
      </mc:AlternateContent>
      <p:grpSp>
        <p:nvGrpSpPr>
          <p:cNvPr id="62" name="Group 61">
            <a:extLst>
              <a:ext uri="{FF2B5EF4-FFF2-40B4-BE49-F238E27FC236}">
                <a16:creationId xmlns:a16="http://schemas.microsoft.com/office/drawing/2014/main" id="{C3D77308-CCF8-907E-D410-C2F38F24D1EB}"/>
              </a:ext>
            </a:extLst>
          </p:cNvPr>
          <p:cNvGrpSpPr/>
          <p:nvPr/>
        </p:nvGrpSpPr>
        <p:grpSpPr>
          <a:xfrm>
            <a:off x="6692646" y="2434623"/>
            <a:ext cx="2205720" cy="815760"/>
            <a:chOff x="6692646" y="2434623"/>
            <a:chExt cx="2205720" cy="815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3325C5D9-CA68-EC4A-77EB-9511E0179BA9}"/>
                    </a:ext>
                  </a:extLst>
                </p14:cNvPr>
                <p14:cNvContentPartPr/>
                <p14:nvPr/>
              </p14:nvContentPartPr>
              <p14:xfrm>
                <a:off x="6692646" y="2680503"/>
                <a:ext cx="157680" cy="19260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3325C5D9-CA68-EC4A-77EB-9511E0179BA9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6674646" y="2662503"/>
                  <a:ext cx="193320" cy="22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3EEEBF8C-3B5E-12B6-0D7A-978AB47F9233}"/>
                    </a:ext>
                  </a:extLst>
                </p14:cNvPr>
                <p14:cNvContentPartPr/>
                <p14:nvPr/>
              </p14:nvContentPartPr>
              <p14:xfrm>
                <a:off x="6957966" y="2700663"/>
                <a:ext cx="25200" cy="16524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3EEEBF8C-3B5E-12B6-0D7A-978AB47F9233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6940326" y="2682663"/>
                  <a:ext cx="6084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250D77C6-DB21-765F-EBF1-1772B350B1D2}"/>
                    </a:ext>
                  </a:extLst>
                </p14:cNvPr>
                <p14:cNvContentPartPr/>
                <p14:nvPr/>
              </p14:nvContentPartPr>
              <p14:xfrm>
                <a:off x="7101606" y="2687703"/>
                <a:ext cx="231120" cy="17244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250D77C6-DB21-765F-EBF1-1772B350B1D2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7083606" y="2670063"/>
                  <a:ext cx="26676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054F2528-B5AB-0433-64C9-05F88DA32ABA}"/>
                    </a:ext>
                  </a:extLst>
                </p14:cNvPr>
                <p14:cNvContentPartPr/>
                <p14:nvPr/>
              </p14:nvContentPartPr>
              <p14:xfrm>
                <a:off x="7272966" y="2671503"/>
                <a:ext cx="266400" cy="57888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054F2528-B5AB-0433-64C9-05F88DA32ABA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7255326" y="2653503"/>
                  <a:ext cx="302040" cy="61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EB4629FD-4559-568E-1A89-88BA8EFA7658}"/>
                    </a:ext>
                  </a:extLst>
                </p14:cNvPr>
                <p14:cNvContentPartPr/>
                <p14:nvPr/>
              </p14:nvContentPartPr>
              <p14:xfrm>
                <a:off x="7694166" y="2662143"/>
                <a:ext cx="261000" cy="21564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EB4629FD-4559-568E-1A89-88BA8EFA7658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7676166" y="2644503"/>
                  <a:ext cx="29664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BD89C006-A4E9-AB27-EB0A-52ACCEB6991C}"/>
                    </a:ext>
                  </a:extLst>
                </p14:cNvPr>
                <p14:cNvContentPartPr/>
                <p14:nvPr/>
              </p14:nvContentPartPr>
              <p14:xfrm>
                <a:off x="8131206" y="2487183"/>
                <a:ext cx="89640" cy="36144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BD89C006-A4E9-AB27-EB0A-52ACCEB6991C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8113206" y="2469183"/>
                  <a:ext cx="125280" cy="39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EC2EB406-4DAA-60DE-2456-B17065B38230}"/>
                    </a:ext>
                  </a:extLst>
                </p14:cNvPr>
                <p14:cNvContentPartPr/>
                <p14:nvPr/>
              </p14:nvContentPartPr>
              <p14:xfrm>
                <a:off x="8312286" y="2648823"/>
                <a:ext cx="586080" cy="21168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EC2EB406-4DAA-60DE-2456-B17065B38230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8294286" y="2630823"/>
                  <a:ext cx="621720" cy="24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BCD66070-DE1B-A7A5-7AB4-36E51231FC83}"/>
                    </a:ext>
                  </a:extLst>
                </p14:cNvPr>
                <p14:cNvContentPartPr/>
                <p14:nvPr/>
              </p14:nvContentPartPr>
              <p14:xfrm>
                <a:off x="6998646" y="2434623"/>
                <a:ext cx="41400" cy="576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BCD66070-DE1B-A7A5-7AB4-36E51231FC83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6981006" y="2416623"/>
                  <a:ext cx="77040" cy="41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EF21DD6D-AFC1-DAC8-FAA0-6BFA66476639}"/>
              </a:ext>
            </a:extLst>
          </p:cNvPr>
          <p:cNvGrpSpPr/>
          <p:nvPr/>
        </p:nvGrpSpPr>
        <p:grpSpPr>
          <a:xfrm>
            <a:off x="326766" y="3572943"/>
            <a:ext cx="2173320" cy="559080"/>
            <a:chOff x="326766" y="3572943"/>
            <a:chExt cx="2173320" cy="559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8B905A25-FCD4-15A9-BF32-DF136551EBCD}"/>
                    </a:ext>
                  </a:extLst>
                </p14:cNvPr>
                <p14:cNvContentPartPr/>
                <p14:nvPr/>
              </p14:nvContentPartPr>
              <p14:xfrm>
                <a:off x="326766" y="3580143"/>
                <a:ext cx="139320" cy="44460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8B905A25-FCD4-15A9-BF32-DF136551EBCD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308766" y="3562143"/>
                  <a:ext cx="174960" cy="48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86EC6B72-0491-A672-F278-8F9673224C29}"/>
                    </a:ext>
                  </a:extLst>
                </p14:cNvPr>
                <p14:cNvContentPartPr/>
                <p14:nvPr/>
              </p14:nvContentPartPr>
              <p14:xfrm>
                <a:off x="525846" y="3604983"/>
                <a:ext cx="180000" cy="34632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86EC6B72-0491-A672-F278-8F9673224C29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507846" y="3587343"/>
                  <a:ext cx="215640" cy="38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51D53270-4009-6725-B998-C8B33F9E2330}"/>
                    </a:ext>
                  </a:extLst>
                </p14:cNvPr>
                <p14:cNvContentPartPr/>
                <p14:nvPr/>
              </p14:nvContentPartPr>
              <p14:xfrm>
                <a:off x="541326" y="3768063"/>
                <a:ext cx="170640" cy="7956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51D53270-4009-6725-B998-C8B33F9E2330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523326" y="3750423"/>
                  <a:ext cx="20628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9FD5233E-0BE0-BD4F-F754-596490D3875F}"/>
                    </a:ext>
                  </a:extLst>
                </p14:cNvPr>
                <p14:cNvContentPartPr/>
                <p14:nvPr/>
              </p14:nvContentPartPr>
              <p14:xfrm>
                <a:off x="898806" y="3572943"/>
                <a:ext cx="96120" cy="48276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9FD5233E-0BE0-BD4F-F754-596490D3875F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881166" y="3554943"/>
                  <a:ext cx="131760" cy="51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3F60F458-17DE-B39B-88C4-305E9C0CC99F}"/>
                    </a:ext>
                  </a:extLst>
                </p14:cNvPr>
                <p14:cNvContentPartPr/>
                <p14:nvPr/>
              </p14:nvContentPartPr>
              <p14:xfrm>
                <a:off x="1297326" y="3795423"/>
                <a:ext cx="194760" cy="5508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3F60F458-17DE-B39B-88C4-305E9C0CC99F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279686" y="3777423"/>
                  <a:ext cx="23040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670169D3-7F57-586A-586B-5DBEDAB2EFA6}"/>
                    </a:ext>
                  </a:extLst>
                </p14:cNvPr>
                <p14:cNvContentPartPr/>
                <p14:nvPr/>
              </p14:nvContentPartPr>
              <p14:xfrm>
                <a:off x="1223526" y="3921423"/>
                <a:ext cx="309960" cy="4392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670169D3-7F57-586A-586B-5DBEDAB2EFA6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205886" y="3903783"/>
                  <a:ext cx="34560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D2E0A023-7296-9A25-8CD1-B2C3E8AABCB2}"/>
                    </a:ext>
                  </a:extLst>
                </p14:cNvPr>
                <p14:cNvContentPartPr/>
                <p14:nvPr/>
              </p14:nvContentPartPr>
              <p14:xfrm>
                <a:off x="1347726" y="3703623"/>
                <a:ext cx="81720" cy="41040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D2E0A023-7296-9A25-8CD1-B2C3E8AABCB2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330086" y="3685983"/>
                  <a:ext cx="117360" cy="44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C11CF94D-FFA8-C40A-8907-69782BBF0284}"/>
                    </a:ext>
                  </a:extLst>
                </p14:cNvPr>
                <p14:cNvContentPartPr/>
                <p14:nvPr/>
              </p14:nvContentPartPr>
              <p14:xfrm>
                <a:off x="1711326" y="3655383"/>
                <a:ext cx="442440" cy="30780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C11CF94D-FFA8-C40A-8907-69782BBF0284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693326" y="3637743"/>
                  <a:ext cx="478080" cy="34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15B19ABE-AEDC-0DBF-3E51-EE6404EA32BE}"/>
                    </a:ext>
                  </a:extLst>
                </p14:cNvPr>
                <p14:cNvContentPartPr/>
                <p14:nvPr/>
              </p14:nvContentPartPr>
              <p14:xfrm>
                <a:off x="2383806" y="3985863"/>
                <a:ext cx="116280" cy="14616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15B19ABE-AEDC-0DBF-3E51-EE6404EA32BE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2366166" y="3968223"/>
                  <a:ext cx="151920" cy="181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AE7A9814-4F12-1F27-1686-07B331C1DD44}"/>
              </a:ext>
            </a:extLst>
          </p:cNvPr>
          <p:cNvGrpSpPr/>
          <p:nvPr/>
        </p:nvGrpSpPr>
        <p:grpSpPr>
          <a:xfrm>
            <a:off x="3542646" y="3377463"/>
            <a:ext cx="1575720" cy="502560"/>
            <a:chOff x="3542646" y="3377463"/>
            <a:chExt cx="1575720" cy="502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EB4D51EB-95B5-CC24-BB81-40AA7ADBE14B}"/>
                    </a:ext>
                  </a:extLst>
                </p14:cNvPr>
                <p14:cNvContentPartPr/>
                <p14:nvPr/>
              </p14:nvContentPartPr>
              <p14:xfrm>
                <a:off x="3542646" y="3602103"/>
                <a:ext cx="351720" cy="22536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EB4D51EB-95B5-CC24-BB81-40AA7ADBE14B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3524646" y="3584463"/>
                  <a:ext cx="387360" cy="26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CCF5819F-C389-FE18-CBA4-1BFFBB94C970}"/>
                    </a:ext>
                  </a:extLst>
                </p14:cNvPr>
                <p14:cNvContentPartPr/>
                <p14:nvPr/>
              </p14:nvContentPartPr>
              <p14:xfrm>
                <a:off x="3939726" y="3378183"/>
                <a:ext cx="862560" cy="50184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CCF5819F-C389-FE18-CBA4-1BFFBB94C970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3922086" y="3360183"/>
                  <a:ext cx="898200" cy="53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85C411AF-644C-07F2-0F59-83235B29205D}"/>
                    </a:ext>
                  </a:extLst>
                </p14:cNvPr>
                <p14:cNvContentPartPr/>
                <p14:nvPr/>
              </p14:nvContentPartPr>
              <p14:xfrm>
                <a:off x="4909926" y="3611103"/>
                <a:ext cx="133560" cy="18360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85C411AF-644C-07F2-0F59-83235B29205D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4892286" y="3593463"/>
                  <a:ext cx="16920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57366CCA-B7EB-0F5E-BFB4-1A4F805095A5}"/>
                    </a:ext>
                  </a:extLst>
                </p14:cNvPr>
                <p14:cNvContentPartPr/>
                <p14:nvPr/>
              </p14:nvContentPartPr>
              <p14:xfrm>
                <a:off x="4954926" y="3596703"/>
                <a:ext cx="163440" cy="21456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57366CCA-B7EB-0F5E-BFB4-1A4F805095A5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4937286" y="3579063"/>
                  <a:ext cx="19908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580D7B04-70FC-0103-A2C2-35E627D4391D}"/>
                    </a:ext>
                  </a:extLst>
                </p14:cNvPr>
                <p14:cNvContentPartPr/>
                <p14:nvPr/>
              </p14:nvContentPartPr>
              <p14:xfrm>
                <a:off x="4826766" y="3377463"/>
                <a:ext cx="54720" cy="6732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580D7B04-70FC-0103-A2C2-35E627D4391D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4808766" y="3359823"/>
                  <a:ext cx="9036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96472FB5-E5A2-06C3-2D67-0C7E34F0CE3B}"/>
                    </a:ext>
                  </a:extLst>
                </p14:cNvPr>
                <p14:cNvContentPartPr/>
                <p14:nvPr/>
              </p14:nvContentPartPr>
              <p14:xfrm>
                <a:off x="4228806" y="3453063"/>
                <a:ext cx="251640" cy="3564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96472FB5-E5A2-06C3-2D67-0C7E34F0CE3B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4211166" y="3435423"/>
                  <a:ext cx="287280" cy="71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2EC3557F-EF91-D0CB-6C2E-9CD37A5D6C39}"/>
              </a:ext>
            </a:extLst>
          </p:cNvPr>
          <p:cNvGrpSpPr/>
          <p:nvPr/>
        </p:nvGrpSpPr>
        <p:grpSpPr>
          <a:xfrm>
            <a:off x="5660166" y="3577623"/>
            <a:ext cx="280080" cy="235080"/>
            <a:chOff x="5660166" y="3577623"/>
            <a:chExt cx="280080" cy="235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620403C8-1C5D-5477-D30E-A689A546AA10}"/>
                    </a:ext>
                  </a:extLst>
                </p14:cNvPr>
                <p14:cNvContentPartPr/>
                <p14:nvPr/>
              </p14:nvContentPartPr>
              <p14:xfrm>
                <a:off x="5660166" y="3577623"/>
                <a:ext cx="74160" cy="23508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620403C8-1C5D-5477-D30E-A689A546AA10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5642526" y="3559623"/>
                  <a:ext cx="109800" cy="27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F02E7D2C-E512-2C6E-7CA7-60919380CD16}"/>
                    </a:ext>
                  </a:extLst>
                </p14:cNvPr>
                <p14:cNvContentPartPr/>
                <p14:nvPr/>
              </p14:nvContentPartPr>
              <p14:xfrm>
                <a:off x="5800926" y="3578703"/>
                <a:ext cx="139320" cy="18324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F02E7D2C-E512-2C6E-7CA7-60919380CD16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5783286" y="3560703"/>
                  <a:ext cx="174960" cy="218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36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5D7A0D81-1DAE-B1BB-88D6-EC30C68BA7C0}"/>
                  </a:ext>
                </a:extLst>
              </p14:cNvPr>
              <p14:cNvContentPartPr/>
              <p14:nvPr/>
            </p14:nvContentPartPr>
            <p14:xfrm>
              <a:off x="5751606" y="3251103"/>
              <a:ext cx="52200" cy="42480"/>
            </p14:xfrm>
          </p:contentPart>
        </mc:Choice>
        <mc:Fallback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5D7A0D81-1DAE-B1BB-88D6-EC30C68BA7C0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5733606" y="3233463"/>
                <a:ext cx="87840" cy="78120"/>
              </a:xfrm>
              <a:prstGeom prst="rect">
                <a:avLst/>
              </a:prstGeom>
            </p:spPr>
          </p:pic>
        </mc:Fallback>
      </mc:AlternateContent>
      <p:grpSp>
        <p:nvGrpSpPr>
          <p:cNvPr id="94" name="Group 93">
            <a:extLst>
              <a:ext uri="{FF2B5EF4-FFF2-40B4-BE49-F238E27FC236}">
                <a16:creationId xmlns:a16="http://schemas.microsoft.com/office/drawing/2014/main" id="{5CF10C3E-FBDD-5933-831B-F65DD317DB1D}"/>
              </a:ext>
            </a:extLst>
          </p:cNvPr>
          <p:cNvGrpSpPr/>
          <p:nvPr/>
        </p:nvGrpSpPr>
        <p:grpSpPr>
          <a:xfrm>
            <a:off x="6590766" y="3179103"/>
            <a:ext cx="2903760" cy="858960"/>
            <a:chOff x="6590766" y="3179103"/>
            <a:chExt cx="2903760" cy="858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638AC4A9-5D3B-50E8-2AEC-61F81F93B332}"/>
                    </a:ext>
                  </a:extLst>
                </p14:cNvPr>
                <p14:cNvContentPartPr/>
                <p14:nvPr/>
              </p14:nvContentPartPr>
              <p14:xfrm>
                <a:off x="6590766" y="3571503"/>
                <a:ext cx="293040" cy="17352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638AC4A9-5D3B-50E8-2AEC-61F81F93B332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6573126" y="3553863"/>
                  <a:ext cx="32868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62C4D211-43BB-77F4-7E57-CF4C9E7F1EBF}"/>
                    </a:ext>
                  </a:extLst>
                </p14:cNvPr>
                <p14:cNvContentPartPr/>
                <p14:nvPr/>
              </p14:nvContentPartPr>
              <p14:xfrm>
                <a:off x="6916926" y="3539463"/>
                <a:ext cx="444960" cy="19872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62C4D211-43BB-77F4-7E57-CF4C9E7F1EBF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6899286" y="3521463"/>
                  <a:ext cx="480600" cy="23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49DF9F49-9EDA-0800-6ADD-8DECED6F28D8}"/>
                    </a:ext>
                  </a:extLst>
                </p14:cNvPr>
                <p14:cNvContentPartPr/>
                <p14:nvPr/>
              </p14:nvContentPartPr>
              <p14:xfrm>
                <a:off x="7499046" y="3605703"/>
                <a:ext cx="165240" cy="4788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49DF9F49-9EDA-0800-6ADD-8DECED6F28D8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7481046" y="3588063"/>
                  <a:ext cx="20088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7FA33272-4A6B-A78B-FF3A-23A97CF193ED}"/>
                    </a:ext>
                  </a:extLst>
                </p14:cNvPr>
                <p14:cNvContentPartPr/>
                <p14:nvPr/>
              </p14:nvContentPartPr>
              <p14:xfrm>
                <a:off x="7748166" y="3469263"/>
                <a:ext cx="162360" cy="23724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7FA33272-4A6B-A78B-FF3A-23A97CF193ED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7730166" y="3451623"/>
                  <a:ext cx="198000" cy="27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B271494D-B161-3647-F31A-4C77CAE32711}"/>
                    </a:ext>
                  </a:extLst>
                </p14:cNvPr>
                <p14:cNvContentPartPr/>
                <p14:nvPr/>
              </p14:nvContentPartPr>
              <p14:xfrm>
                <a:off x="7976766" y="3520383"/>
                <a:ext cx="36360" cy="20412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B271494D-B161-3647-F31A-4C77CAE32711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7958766" y="3502383"/>
                  <a:ext cx="72000" cy="23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2BF878CA-DF5D-8C63-FA97-8B95BE476CD9}"/>
                    </a:ext>
                  </a:extLst>
                </p14:cNvPr>
                <p14:cNvContentPartPr/>
                <p14:nvPr/>
              </p14:nvContentPartPr>
              <p14:xfrm>
                <a:off x="8140206" y="3509943"/>
                <a:ext cx="191520" cy="19080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2BF878CA-DF5D-8C63-FA97-8B95BE476CD9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8122566" y="3491943"/>
                  <a:ext cx="22716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4D556324-1CF8-E50F-327F-4A659F9DB733}"/>
                    </a:ext>
                  </a:extLst>
                </p14:cNvPr>
                <p14:cNvContentPartPr/>
                <p14:nvPr/>
              </p14:nvContentPartPr>
              <p14:xfrm>
                <a:off x="8265126" y="3496623"/>
                <a:ext cx="294840" cy="54144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4D556324-1CF8-E50F-327F-4A659F9DB733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8247126" y="3478983"/>
                  <a:ext cx="330480" cy="57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B4231125-3015-2684-F384-4E7569020B6D}"/>
                    </a:ext>
                  </a:extLst>
                </p14:cNvPr>
                <p14:cNvContentPartPr/>
                <p14:nvPr/>
              </p14:nvContentPartPr>
              <p14:xfrm>
                <a:off x="8644926" y="3464583"/>
                <a:ext cx="218160" cy="16884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B4231125-3015-2684-F384-4E7569020B6D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8627286" y="3446583"/>
                  <a:ext cx="25380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43319802-7587-F0B0-16AF-822E4BA40B76}"/>
                    </a:ext>
                  </a:extLst>
                </p14:cNvPr>
                <p14:cNvContentPartPr/>
                <p14:nvPr/>
              </p14:nvContentPartPr>
              <p14:xfrm>
                <a:off x="8925366" y="3179103"/>
                <a:ext cx="113400" cy="43164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43319802-7587-F0B0-16AF-822E4BA40B76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8907726" y="3161463"/>
                  <a:ext cx="149040" cy="46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88B0D0C0-A363-4A46-9A94-A3B6EBE91CFD}"/>
                    </a:ext>
                  </a:extLst>
                </p14:cNvPr>
                <p14:cNvContentPartPr/>
                <p14:nvPr/>
              </p14:nvContentPartPr>
              <p14:xfrm>
                <a:off x="9021486" y="3422463"/>
                <a:ext cx="172800" cy="19224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88B0D0C0-A363-4A46-9A94-A3B6EBE91CFD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9003486" y="3404463"/>
                  <a:ext cx="20844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656218D8-CF7A-C437-255B-11379E65A479}"/>
                    </a:ext>
                  </a:extLst>
                </p14:cNvPr>
                <p14:cNvContentPartPr/>
                <p14:nvPr/>
              </p14:nvContentPartPr>
              <p14:xfrm>
                <a:off x="9225246" y="3409143"/>
                <a:ext cx="269280" cy="20628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656218D8-CF7A-C437-255B-11379E65A479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9207606" y="3391503"/>
                  <a:ext cx="304920" cy="24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491E006C-EC9E-D56C-97FC-FE485155B380}"/>
                    </a:ext>
                  </a:extLst>
                </p14:cNvPr>
                <p14:cNvContentPartPr/>
                <p14:nvPr/>
              </p14:nvContentPartPr>
              <p14:xfrm>
                <a:off x="8139846" y="3298623"/>
                <a:ext cx="57600" cy="756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491E006C-EC9E-D56C-97FC-FE485155B380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8121846" y="3280983"/>
                  <a:ext cx="93240" cy="432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2281843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BA388023-9968-6B97-30FD-D69BA77D57E6}"/>
                  </a:ext>
                </a:extLst>
              </p14:cNvPr>
              <p14:cNvContentPartPr/>
              <p14:nvPr/>
            </p14:nvContentPartPr>
            <p14:xfrm>
              <a:off x="335766" y="299103"/>
              <a:ext cx="311040" cy="3657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BA388023-9968-6B97-30FD-D69BA77D57E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17766" y="281463"/>
                <a:ext cx="346680" cy="40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FAF091F8-B45C-767E-C085-69FE804CE2A8}"/>
                  </a:ext>
                </a:extLst>
              </p14:cNvPr>
              <p14:cNvContentPartPr/>
              <p14:nvPr/>
            </p14:nvContentPartPr>
            <p14:xfrm>
              <a:off x="986286" y="454623"/>
              <a:ext cx="92880" cy="223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FAF091F8-B45C-767E-C085-69FE804CE2A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68286" y="436983"/>
                <a:ext cx="128520" cy="5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A4A2237A-ECF0-E400-3DBE-6DD3F1FD6A4A}"/>
                  </a:ext>
                </a:extLst>
              </p14:cNvPr>
              <p14:cNvContentPartPr/>
              <p14:nvPr/>
            </p14:nvContentPartPr>
            <p14:xfrm>
              <a:off x="901326" y="573063"/>
              <a:ext cx="162000" cy="381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A4A2237A-ECF0-E400-3DBE-6DD3F1FD6A4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83686" y="555423"/>
                <a:ext cx="197640" cy="73800"/>
              </a:xfrm>
              <a:prstGeom prst="rect">
                <a:avLst/>
              </a:prstGeom>
            </p:spPr>
          </p:pic>
        </mc:Fallback>
      </mc:AlternateContent>
      <p:grpSp>
        <p:nvGrpSpPr>
          <p:cNvPr id="40" name="Group 39">
            <a:extLst>
              <a:ext uri="{FF2B5EF4-FFF2-40B4-BE49-F238E27FC236}">
                <a16:creationId xmlns:a16="http://schemas.microsoft.com/office/drawing/2014/main" id="{144ABB9E-7AAF-D9AE-7BB3-614BBDCA7E6D}"/>
              </a:ext>
            </a:extLst>
          </p:cNvPr>
          <p:cNvGrpSpPr/>
          <p:nvPr/>
        </p:nvGrpSpPr>
        <p:grpSpPr>
          <a:xfrm>
            <a:off x="2898966" y="387663"/>
            <a:ext cx="508680" cy="274680"/>
            <a:chOff x="2898966" y="387663"/>
            <a:chExt cx="508680" cy="274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0B1C6C90-6FD8-2491-6CA9-2BCBBE9EFD47}"/>
                    </a:ext>
                  </a:extLst>
                </p14:cNvPr>
                <p14:cNvContentPartPr/>
                <p14:nvPr/>
              </p14:nvContentPartPr>
              <p14:xfrm>
                <a:off x="2898966" y="387663"/>
                <a:ext cx="125640" cy="17820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0B1C6C90-6FD8-2491-6CA9-2BCBBE9EFD4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880966" y="370023"/>
                  <a:ext cx="16128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567F51FE-68D9-3F50-39C8-97C81D487667}"/>
                    </a:ext>
                  </a:extLst>
                </p14:cNvPr>
                <p14:cNvContentPartPr/>
                <p14:nvPr/>
              </p14:nvContentPartPr>
              <p14:xfrm>
                <a:off x="3094446" y="514743"/>
                <a:ext cx="27720" cy="9972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567F51FE-68D9-3F50-39C8-97C81D487667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076446" y="496743"/>
                  <a:ext cx="6336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19E07913-2A57-7A09-B5C9-9E957DF1265F}"/>
                    </a:ext>
                  </a:extLst>
                </p14:cNvPr>
                <p14:cNvContentPartPr/>
                <p14:nvPr/>
              </p14:nvContentPartPr>
              <p14:xfrm>
                <a:off x="3179046" y="519423"/>
                <a:ext cx="228600" cy="14292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19E07913-2A57-7A09-B5C9-9E957DF1265F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161406" y="501783"/>
                  <a:ext cx="264240" cy="178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795C1317-C284-3C99-58FC-494CA44E4546}"/>
              </a:ext>
            </a:extLst>
          </p:cNvPr>
          <p:cNvGrpSpPr/>
          <p:nvPr/>
        </p:nvGrpSpPr>
        <p:grpSpPr>
          <a:xfrm>
            <a:off x="2898966" y="1012623"/>
            <a:ext cx="663840" cy="253440"/>
            <a:chOff x="2898966" y="1012623"/>
            <a:chExt cx="663840" cy="253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A53012FD-B55F-FE8B-DE33-AE63FCD08B69}"/>
                    </a:ext>
                  </a:extLst>
                </p14:cNvPr>
                <p14:cNvContentPartPr/>
                <p14:nvPr/>
              </p14:nvContentPartPr>
              <p14:xfrm>
                <a:off x="2898966" y="1012623"/>
                <a:ext cx="145800" cy="16380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A53012FD-B55F-FE8B-DE33-AE63FCD08B69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880966" y="994983"/>
                  <a:ext cx="18144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6D006398-41C6-DD05-510A-EB79835BDF0F}"/>
                    </a:ext>
                  </a:extLst>
                </p14:cNvPr>
                <p14:cNvContentPartPr/>
                <p14:nvPr/>
              </p14:nvContentPartPr>
              <p14:xfrm>
                <a:off x="3080406" y="1126743"/>
                <a:ext cx="169920" cy="13932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6D006398-41C6-DD05-510A-EB79835BDF0F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062406" y="1109103"/>
                  <a:ext cx="20556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37C7454A-7C82-6B35-3ACD-C4C4CCA3342F}"/>
                    </a:ext>
                  </a:extLst>
                </p14:cNvPr>
                <p14:cNvContentPartPr/>
                <p14:nvPr/>
              </p14:nvContentPartPr>
              <p14:xfrm>
                <a:off x="3289926" y="1076343"/>
                <a:ext cx="272880" cy="16092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37C7454A-7C82-6B35-3ACD-C4C4CCA3342F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272286" y="1058343"/>
                  <a:ext cx="308520" cy="196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533E7440-B26B-D122-7C99-BF174C1F93A4}"/>
              </a:ext>
            </a:extLst>
          </p:cNvPr>
          <p:cNvGrpSpPr/>
          <p:nvPr/>
        </p:nvGrpSpPr>
        <p:grpSpPr>
          <a:xfrm>
            <a:off x="1354926" y="150423"/>
            <a:ext cx="940320" cy="1833840"/>
            <a:chOff x="1354926" y="150423"/>
            <a:chExt cx="940320" cy="1833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6276B937-61AE-9CCD-8D32-87C9EA37E164}"/>
                    </a:ext>
                  </a:extLst>
                </p14:cNvPr>
                <p14:cNvContentPartPr/>
                <p14:nvPr/>
              </p14:nvContentPartPr>
              <p14:xfrm>
                <a:off x="1354926" y="150423"/>
                <a:ext cx="432360" cy="183384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6276B937-61AE-9CCD-8D32-87C9EA37E164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336926" y="132783"/>
                  <a:ext cx="468000" cy="18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A3DDE49D-AB4B-4225-4976-A38345FE6CAC}"/>
                    </a:ext>
                  </a:extLst>
                </p14:cNvPr>
                <p14:cNvContentPartPr/>
                <p14:nvPr/>
              </p14:nvContentPartPr>
              <p14:xfrm>
                <a:off x="1860366" y="406383"/>
                <a:ext cx="155160" cy="19116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A3DDE49D-AB4B-4225-4976-A38345FE6CAC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842726" y="388383"/>
                  <a:ext cx="190800" cy="22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E7E1B2F1-BCB0-C70F-7D03-93B01F4E3D00}"/>
                    </a:ext>
                  </a:extLst>
                </p14:cNvPr>
                <p14:cNvContentPartPr/>
                <p14:nvPr/>
              </p14:nvContentPartPr>
              <p14:xfrm>
                <a:off x="2146926" y="526623"/>
                <a:ext cx="28080" cy="11160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E7E1B2F1-BCB0-C70F-7D03-93B01F4E3D00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128926" y="508623"/>
                  <a:ext cx="6372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42E3F682-027C-6424-120B-AB5DC3D03497}"/>
                    </a:ext>
                  </a:extLst>
                </p14:cNvPr>
                <p14:cNvContentPartPr/>
                <p14:nvPr/>
              </p14:nvContentPartPr>
              <p14:xfrm>
                <a:off x="2274726" y="534183"/>
                <a:ext cx="20520" cy="12240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42E3F682-027C-6424-120B-AB5DC3D03497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256726" y="516183"/>
                  <a:ext cx="5616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F72E5116-6875-9D67-989F-681F4EDD3167}"/>
                    </a:ext>
                  </a:extLst>
                </p14:cNvPr>
                <p14:cNvContentPartPr/>
                <p14:nvPr/>
              </p14:nvContentPartPr>
              <p14:xfrm>
                <a:off x="1758846" y="994263"/>
                <a:ext cx="174240" cy="15516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F72E5116-6875-9D67-989F-681F4EDD3167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741206" y="976263"/>
                  <a:ext cx="20988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BF9794E3-522F-A468-9A96-1D93BD00743C}"/>
                    </a:ext>
                  </a:extLst>
                </p14:cNvPr>
                <p14:cNvContentPartPr/>
                <p14:nvPr/>
              </p14:nvContentPartPr>
              <p14:xfrm>
                <a:off x="1979166" y="1089303"/>
                <a:ext cx="219960" cy="14652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BF9794E3-522F-A468-9A96-1D93BD00743C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961526" y="1071663"/>
                  <a:ext cx="25560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869E2CD2-C953-A46A-0873-82F81A6E305C}"/>
                    </a:ext>
                  </a:extLst>
                </p14:cNvPr>
                <p14:cNvContentPartPr/>
                <p14:nvPr/>
              </p14:nvContentPartPr>
              <p14:xfrm>
                <a:off x="2241966" y="1090023"/>
                <a:ext cx="12960" cy="14904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869E2CD2-C953-A46A-0873-82F81A6E305C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2224326" y="1072383"/>
                  <a:ext cx="4860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E42A0A49-7F3A-D42D-B891-773E8F678787}"/>
                    </a:ext>
                  </a:extLst>
                </p14:cNvPr>
                <p14:cNvContentPartPr/>
                <p14:nvPr/>
              </p14:nvContentPartPr>
              <p14:xfrm>
                <a:off x="1694046" y="1576023"/>
                <a:ext cx="157320" cy="17784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E42A0A49-7F3A-D42D-B891-773E8F678787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676406" y="1558023"/>
                  <a:ext cx="19296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5D3E1A89-AD4A-7894-F676-3282B2D2AD79}"/>
                    </a:ext>
                  </a:extLst>
                </p14:cNvPr>
                <p14:cNvContentPartPr/>
                <p14:nvPr/>
              </p14:nvContentPartPr>
              <p14:xfrm>
                <a:off x="1925886" y="1633983"/>
                <a:ext cx="99720" cy="17856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5D3E1A89-AD4A-7894-F676-3282B2D2AD79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908246" y="1615983"/>
                  <a:ext cx="13536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425E3BF7-FF47-0612-1C18-CCA5F3FB1FCE}"/>
                    </a:ext>
                  </a:extLst>
                </p14:cNvPr>
                <p14:cNvContentPartPr/>
                <p14:nvPr/>
              </p14:nvContentPartPr>
              <p14:xfrm>
                <a:off x="2176446" y="1650183"/>
                <a:ext cx="18360" cy="16704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425E3BF7-FF47-0612-1C18-CCA5F3FB1FCE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2158446" y="1632183"/>
                  <a:ext cx="54000" cy="202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051B4881-5123-FFA5-1098-E609C2113A95}"/>
              </a:ext>
            </a:extLst>
          </p:cNvPr>
          <p:cNvGrpSpPr/>
          <p:nvPr/>
        </p:nvGrpSpPr>
        <p:grpSpPr>
          <a:xfrm>
            <a:off x="2839206" y="1563783"/>
            <a:ext cx="680040" cy="266760"/>
            <a:chOff x="2839206" y="1563783"/>
            <a:chExt cx="680040" cy="266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368AA6A3-AF73-3DA0-ECD9-2B504493AEED}"/>
                    </a:ext>
                  </a:extLst>
                </p14:cNvPr>
                <p14:cNvContentPartPr/>
                <p14:nvPr/>
              </p14:nvContentPartPr>
              <p14:xfrm>
                <a:off x="2839206" y="1563783"/>
                <a:ext cx="146520" cy="20520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368AA6A3-AF73-3DA0-ECD9-2B504493AEED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2821566" y="1545783"/>
                  <a:ext cx="18216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A064E5F2-03FC-A2CD-3709-C46AF117C1C0}"/>
                    </a:ext>
                  </a:extLst>
                </p14:cNvPr>
                <p14:cNvContentPartPr/>
                <p14:nvPr/>
              </p14:nvContentPartPr>
              <p14:xfrm>
                <a:off x="3054126" y="1664223"/>
                <a:ext cx="112680" cy="16632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A064E5F2-03FC-A2CD-3709-C46AF117C1C0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036126" y="1646223"/>
                  <a:ext cx="14832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865E6FC4-529B-D1A9-EA9E-4A53F24BBDA1}"/>
                    </a:ext>
                  </a:extLst>
                </p14:cNvPr>
                <p14:cNvContentPartPr/>
                <p14:nvPr/>
              </p14:nvContentPartPr>
              <p14:xfrm>
                <a:off x="3294606" y="1636143"/>
                <a:ext cx="224640" cy="15840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865E6FC4-529B-D1A9-EA9E-4A53F24BBDA1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276966" y="1618503"/>
                  <a:ext cx="260280" cy="194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88722ADB-1189-F437-5068-CCD54AD51BE4}"/>
              </a:ext>
            </a:extLst>
          </p:cNvPr>
          <p:cNvGrpSpPr/>
          <p:nvPr/>
        </p:nvGrpSpPr>
        <p:grpSpPr>
          <a:xfrm>
            <a:off x="3870966" y="125943"/>
            <a:ext cx="1146960" cy="2163240"/>
            <a:chOff x="3870966" y="125943"/>
            <a:chExt cx="1146960" cy="2163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5722E5B3-D30E-493A-5E08-A7CE45B3062F}"/>
                    </a:ext>
                  </a:extLst>
                </p14:cNvPr>
                <p14:cNvContentPartPr/>
                <p14:nvPr/>
              </p14:nvContentPartPr>
              <p14:xfrm>
                <a:off x="3870966" y="324663"/>
                <a:ext cx="153360" cy="23760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5722E5B3-D30E-493A-5E08-A7CE45B3062F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3852966" y="306663"/>
                  <a:ext cx="189000" cy="27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E4BC7552-F22E-0AD4-7EF3-F48801CFF429}"/>
                    </a:ext>
                  </a:extLst>
                </p14:cNvPr>
                <p14:cNvContentPartPr/>
                <p14:nvPr/>
              </p14:nvContentPartPr>
              <p14:xfrm>
                <a:off x="4129086" y="456423"/>
                <a:ext cx="39960" cy="14004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E4BC7552-F22E-0AD4-7EF3-F48801CFF429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111446" y="438423"/>
                  <a:ext cx="7560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34DD6EC6-67B8-04F0-FD3F-EF0B3A150F82}"/>
                    </a:ext>
                  </a:extLst>
                </p14:cNvPr>
                <p14:cNvContentPartPr/>
                <p14:nvPr/>
              </p14:nvContentPartPr>
              <p14:xfrm>
                <a:off x="4164726" y="481263"/>
                <a:ext cx="209520" cy="17316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34DD6EC6-67B8-04F0-FD3F-EF0B3A150F82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4147086" y="463263"/>
                  <a:ext cx="24516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323F296A-CA92-179A-8985-9D14F0037E00}"/>
                    </a:ext>
                  </a:extLst>
                </p14:cNvPr>
                <p14:cNvContentPartPr/>
                <p14:nvPr/>
              </p14:nvContentPartPr>
              <p14:xfrm>
                <a:off x="4060326" y="959703"/>
                <a:ext cx="193320" cy="19404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323F296A-CA92-179A-8985-9D14F0037E00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4042326" y="941703"/>
                  <a:ext cx="22896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C51921AA-B4D3-3EA2-9B97-108C5AB3EFD0}"/>
                    </a:ext>
                  </a:extLst>
                </p14:cNvPr>
                <p14:cNvContentPartPr/>
                <p14:nvPr/>
              </p14:nvContentPartPr>
              <p14:xfrm>
                <a:off x="4297926" y="1061943"/>
                <a:ext cx="180360" cy="15300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C51921AA-B4D3-3EA2-9B97-108C5AB3EFD0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279926" y="1043943"/>
                  <a:ext cx="21600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69C4706A-FDAD-D863-354E-A89416C50DC5}"/>
                    </a:ext>
                  </a:extLst>
                </p14:cNvPr>
                <p14:cNvContentPartPr/>
                <p14:nvPr/>
              </p14:nvContentPartPr>
              <p14:xfrm>
                <a:off x="4454526" y="1036743"/>
                <a:ext cx="191520" cy="20628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69C4706A-FDAD-D863-354E-A89416C50DC5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4436886" y="1018743"/>
                  <a:ext cx="227160" cy="24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A9D81A4C-E182-D3CB-7801-44399D26D2AE}"/>
                    </a:ext>
                  </a:extLst>
                </p14:cNvPr>
                <p14:cNvContentPartPr/>
                <p14:nvPr/>
              </p14:nvContentPartPr>
              <p14:xfrm>
                <a:off x="4109646" y="1561623"/>
                <a:ext cx="148320" cy="21276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A9D81A4C-E182-D3CB-7801-44399D26D2AE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4091646" y="1543983"/>
                  <a:ext cx="183960" cy="24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598F412C-C804-8870-EB8A-E6084EE72589}"/>
                    </a:ext>
                  </a:extLst>
                </p14:cNvPr>
                <p14:cNvContentPartPr/>
                <p14:nvPr/>
              </p14:nvContentPartPr>
              <p14:xfrm>
                <a:off x="4282806" y="1708143"/>
                <a:ext cx="99360" cy="16452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598F412C-C804-8870-EB8A-E6084EE72589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4265166" y="1690143"/>
                  <a:ext cx="13500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0DE565E4-845C-DCBD-9D8B-03FE9403A6F8}"/>
                    </a:ext>
                  </a:extLst>
                </p14:cNvPr>
                <p14:cNvContentPartPr/>
                <p14:nvPr/>
              </p14:nvContentPartPr>
              <p14:xfrm>
                <a:off x="4434366" y="1709583"/>
                <a:ext cx="160200" cy="19512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0DE565E4-845C-DCBD-9D8B-03FE9403A6F8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4416726" y="1691943"/>
                  <a:ext cx="195840" cy="23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F8F2C8EA-6223-7F23-6B37-0E11D132D189}"/>
                    </a:ext>
                  </a:extLst>
                </p14:cNvPr>
                <p14:cNvContentPartPr/>
                <p14:nvPr/>
              </p14:nvContentPartPr>
              <p14:xfrm>
                <a:off x="4650006" y="125943"/>
                <a:ext cx="367920" cy="216324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F8F2C8EA-6223-7F23-6B37-0E11D132D189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4632006" y="107943"/>
                  <a:ext cx="403560" cy="2198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D86D149D-8517-64DE-1388-51D9FBDB91E5}"/>
              </a:ext>
            </a:extLst>
          </p:cNvPr>
          <p:cNvGrpSpPr/>
          <p:nvPr/>
        </p:nvGrpSpPr>
        <p:grpSpPr>
          <a:xfrm>
            <a:off x="489846" y="2610303"/>
            <a:ext cx="368640" cy="352440"/>
            <a:chOff x="489846" y="2610303"/>
            <a:chExt cx="368640" cy="352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02F831C0-88EB-E6C2-0CDA-568D049BA51B}"/>
                    </a:ext>
                  </a:extLst>
                </p14:cNvPr>
                <p14:cNvContentPartPr/>
                <p14:nvPr/>
              </p14:nvContentPartPr>
              <p14:xfrm>
                <a:off x="489846" y="2610303"/>
                <a:ext cx="57960" cy="35208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02F831C0-88EB-E6C2-0CDA-568D049BA51B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472206" y="2592663"/>
                  <a:ext cx="93600" cy="38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C4FBC857-8EE8-444F-CB06-BFA7F0AEBD5C}"/>
                    </a:ext>
                  </a:extLst>
                </p14:cNvPr>
                <p14:cNvContentPartPr/>
                <p14:nvPr/>
              </p14:nvContentPartPr>
              <p14:xfrm>
                <a:off x="624486" y="2631903"/>
                <a:ext cx="126720" cy="29304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C4FBC857-8EE8-444F-CB06-BFA7F0AEBD5C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606486" y="2614263"/>
                  <a:ext cx="162360" cy="32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45BC669F-2F9B-4365-E966-2F697C83EA50}"/>
                    </a:ext>
                  </a:extLst>
                </p14:cNvPr>
                <p14:cNvContentPartPr/>
                <p14:nvPr/>
              </p14:nvContentPartPr>
              <p14:xfrm>
                <a:off x="604326" y="2781303"/>
                <a:ext cx="101520" cy="4680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45BC669F-2F9B-4365-E966-2F697C83EA50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586326" y="2763303"/>
                  <a:ext cx="13716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A77551EF-A68C-659B-2610-17158DA587B9}"/>
                    </a:ext>
                  </a:extLst>
                </p14:cNvPr>
                <p14:cNvContentPartPr/>
                <p14:nvPr/>
              </p14:nvContentPartPr>
              <p14:xfrm>
                <a:off x="831846" y="2633343"/>
                <a:ext cx="26640" cy="32940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A77551EF-A68C-659B-2610-17158DA587B9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814206" y="2615343"/>
                  <a:ext cx="62280" cy="365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6DBB130E-1F93-42DD-4A46-CD7CFE3DBB5A}"/>
              </a:ext>
            </a:extLst>
          </p:cNvPr>
          <p:cNvGrpSpPr/>
          <p:nvPr/>
        </p:nvGrpSpPr>
        <p:grpSpPr>
          <a:xfrm>
            <a:off x="1046046" y="2806143"/>
            <a:ext cx="245160" cy="132480"/>
            <a:chOff x="1046046" y="2806143"/>
            <a:chExt cx="245160" cy="132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B9DBF473-D21C-A2A8-55F5-40AB4FC80DC6}"/>
                    </a:ext>
                  </a:extLst>
                </p14:cNvPr>
                <p14:cNvContentPartPr/>
                <p14:nvPr/>
              </p14:nvContentPartPr>
              <p14:xfrm>
                <a:off x="1046046" y="2806143"/>
                <a:ext cx="113760" cy="6264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B9DBF473-D21C-A2A8-55F5-40AB4FC80DC6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028406" y="2788503"/>
                  <a:ext cx="14940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85577A03-2A52-7C5E-924D-47E0C4EF7CB5}"/>
                    </a:ext>
                  </a:extLst>
                </p14:cNvPr>
                <p14:cNvContentPartPr/>
                <p14:nvPr/>
              </p14:nvContentPartPr>
              <p14:xfrm>
                <a:off x="1067646" y="2856183"/>
                <a:ext cx="223560" cy="8244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85577A03-2A52-7C5E-924D-47E0C4EF7CB5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049646" y="2838543"/>
                  <a:ext cx="259200" cy="118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8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64CC3E95-4980-47D2-1C8E-07F2A012A6C7}"/>
                  </a:ext>
                </a:extLst>
              </p14:cNvPr>
              <p14:cNvContentPartPr/>
              <p14:nvPr/>
            </p14:nvContentPartPr>
            <p14:xfrm>
              <a:off x="1490646" y="2369103"/>
              <a:ext cx="96120" cy="1973520"/>
            </p14:xfrm>
          </p:contentPart>
        </mc:Choice>
        <mc:Fallback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64CC3E95-4980-47D2-1C8E-07F2A012A6C7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1472646" y="2351463"/>
                <a:ext cx="131760" cy="200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0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6686AAB1-D4E3-F85D-79A2-D7FE0ACCB020}"/>
                  </a:ext>
                </a:extLst>
              </p14:cNvPr>
              <p14:cNvContentPartPr/>
              <p14:nvPr/>
            </p14:nvContentPartPr>
            <p14:xfrm>
              <a:off x="4963206" y="2404743"/>
              <a:ext cx="152640" cy="1909440"/>
            </p14:xfrm>
          </p:contentPart>
        </mc:Choice>
        <mc:Fallback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6686AAB1-D4E3-F85D-79A2-D7FE0ACCB020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4945566" y="2386743"/>
                <a:ext cx="188280" cy="1945080"/>
              </a:xfrm>
              <a:prstGeom prst="rect">
                <a:avLst/>
              </a:prstGeom>
            </p:spPr>
          </p:pic>
        </mc:Fallback>
      </mc:AlternateContent>
      <p:grpSp>
        <p:nvGrpSpPr>
          <p:cNvPr id="90" name="Group 89">
            <a:extLst>
              <a:ext uri="{FF2B5EF4-FFF2-40B4-BE49-F238E27FC236}">
                <a16:creationId xmlns:a16="http://schemas.microsoft.com/office/drawing/2014/main" id="{70A81D69-729D-0EDE-320B-06157B21B181}"/>
              </a:ext>
            </a:extLst>
          </p:cNvPr>
          <p:cNvGrpSpPr/>
          <p:nvPr/>
        </p:nvGrpSpPr>
        <p:grpSpPr>
          <a:xfrm>
            <a:off x="620166" y="5031303"/>
            <a:ext cx="189360" cy="171000"/>
            <a:chOff x="620166" y="5031303"/>
            <a:chExt cx="189360" cy="171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86AB7DD0-A120-E04C-AAA6-483338036B2F}"/>
                    </a:ext>
                  </a:extLst>
                </p14:cNvPr>
                <p14:cNvContentPartPr/>
                <p14:nvPr/>
              </p14:nvContentPartPr>
              <p14:xfrm>
                <a:off x="636726" y="5031303"/>
                <a:ext cx="60480" cy="792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86AB7DD0-A120-E04C-AAA6-483338036B2F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619086" y="5013663"/>
                  <a:ext cx="9612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FA708680-83DA-DEA1-7F0D-A8A5EECE3E30}"/>
                    </a:ext>
                  </a:extLst>
                </p14:cNvPr>
                <p14:cNvContentPartPr/>
                <p14:nvPr/>
              </p14:nvContentPartPr>
              <p14:xfrm>
                <a:off x="620166" y="5134623"/>
                <a:ext cx="189360" cy="6768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FA708680-83DA-DEA1-7F0D-A8A5EECE3E30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602166" y="5116623"/>
                  <a:ext cx="225000" cy="103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86">
            <p14:nvContentPartPr>
              <p14:cNvPr id="91" name="Ink 90">
                <a:extLst>
                  <a:ext uri="{FF2B5EF4-FFF2-40B4-BE49-F238E27FC236}">
                    <a16:creationId xmlns:a16="http://schemas.microsoft.com/office/drawing/2014/main" id="{025A4F56-4B35-71BC-8C7F-08BC0956797A}"/>
                  </a:ext>
                </a:extLst>
              </p14:cNvPr>
              <p14:cNvContentPartPr/>
              <p14:nvPr/>
            </p14:nvContentPartPr>
            <p14:xfrm>
              <a:off x="1893846" y="2999103"/>
              <a:ext cx="6840" cy="13680"/>
            </p14:xfrm>
          </p:contentPart>
        </mc:Choice>
        <mc:Fallback>
          <p:pic>
            <p:nvPicPr>
              <p:cNvPr id="91" name="Ink 90">
                <a:extLst>
                  <a:ext uri="{FF2B5EF4-FFF2-40B4-BE49-F238E27FC236}">
                    <a16:creationId xmlns:a16="http://schemas.microsoft.com/office/drawing/2014/main" id="{025A4F56-4B35-71BC-8C7F-08BC0956797A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1876206" y="2981463"/>
                <a:ext cx="42480" cy="49320"/>
              </a:xfrm>
              <a:prstGeom prst="rect">
                <a:avLst/>
              </a:prstGeom>
            </p:spPr>
          </p:pic>
        </mc:Fallback>
      </mc:AlternateContent>
      <p:grpSp>
        <p:nvGrpSpPr>
          <p:cNvPr id="96" name="Group 95">
            <a:extLst>
              <a:ext uri="{FF2B5EF4-FFF2-40B4-BE49-F238E27FC236}">
                <a16:creationId xmlns:a16="http://schemas.microsoft.com/office/drawing/2014/main" id="{096E0727-CA1F-E15E-9718-E714996D00CC}"/>
              </a:ext>
            </a:extLst>
          </p:cNvPr>
          <p:cNvGrpSpPr/>
          <p:nvPr/>
        </p:nvGrpSpPr>
        <p:grpSpPr>
          <a:xfrm>
            <a:off x="1223526" y="5021223"/>
            <a:ext cx="406080" cy="412920"/>
            <a:chOff x="1223526" y="5021223"/>
            <a:chExt cx="406080" cy="412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C59A88C0-CB7D-0685-37BC-AB42DDEBFF2B}"/>
                    </a:ext>
                  </a:extLst>
                </p14:cNvPr>
                <p14:cNvContentPartPr/>
                <p14:nvPr/>
              </p14:nvContentPartPr>
              <p14:xfrm>
                <a:off x="1223526" y="5021223"/>
                <a:ext cx="151920" cy="27612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C59A88C0-CB7D-0685-37BC-AB42DDEBFF2B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205526" y="5003223"/>
                  <a:ext cx="187560" cy="31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19ED1F62-1227-AFD4-D744-A96BA5A89975}"/>
                    </a:ext>
                  </a:extLst>
                </p14:cNvPr>
                <p14:cNvContentPartPr/>
                <p14:nvPr/>
              </p14:nvContentPartPr>
              <p14:xfrm>
                <a:off x="1449606" y="5177463"/>
                <a:ext cx="19080" cy="18756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19ED1F62-1227-AFD4-D744-A96BA5A89975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431606" y="5159823"/>
                  <a:ext cx="5472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80E7BC7C-D109-55DC-9D86-9EC25C95BA55}"/>
                    </a:ext>
                  </a:extLst>
                </p14:cNvPr>
                <p14:cNvContentPartPr/>
                <p14:nvPr/>
              </p14:nvContentPartPr>
              <p14:xfrm>
                <a:off x="1610166" y="5202303"/>
                <a:ext cx="19440" cy="23184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80E7BC7C-D109-55DC-9D86-9EC25C95BA55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592166" y="5184663"/>
                  <a:ext cx="55080" cy="267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94">
            <p14:nvContentPartPr>
              <p14:cNvPr id="95" name="Ink 94">
                <a:extLst>
                  <a:ext uri="{FF2B5EF4-FFF2-40B4-BE49-F238E27FC236}">
                    <a16:creationId xmlns:a16="http://schemas.microsoft.com/office/drawing/2014/main" id="{7634BFE7-EC32-98DB-F68B-5FF832720124}"/>
                  </a:ext>
                </a:extLst>
              </p14:cNvPr>
              <p14:cNvContentPartPr/>
              <p14:nvPr/>
            </p14:nvContentPartPr>
            <p14:xfrm>
              <a:off x="1808886" y="4566543"/>
              <a:ext cx="276840" cy="1183320"/>
            </p14:xfrm>
          </p:contentPart>
        </mc:Choice>
        <mc:Fallback>
          <p:pic>
            <p:nvPicPr>
              <p:cNvPr id="95" name="Ink 94">
                <a:extLst>
                  <a:ext uri="{FF2B5EF4-FFF2-40B4-BE49-F238E27FC236}">
                    <a16:creationId xmlns:a16="http://schemas.microsoft.com/office/drawing/2014/main" id="{7634BFE7-EC32-98DB-F68B-5FF832720124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1790886" y="4548903"/>
                <a:ext cx="312480" cy="121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6">
            <p14:nvContentPartPr>
              <p14:cNvPr id="101" name="Ink 100">
                <a:extLst>
                  <a:ext uri="{FF2B5EF4-FFF2-40B4-BE49-F238E27FC236}">
                    <a16:creationId xmlns:a16="http://schemas.microsoft.com/office/drawing/2014/main" id="{1F83737A-7FE9-AD33-B095-B47CAC6D6BFC}"/>
                  </a:ext>
                </a:extLst>
              </p14:cNvPr>
              <p14:cNvContentPartPr/>
              <p14:nvPr/>
            </p14:nvContentPartPr>
            <p14:xfrm>
              <a:off x="2031366" y="2833143"/>
              <a:ext cx="56520" cy="7560"/>
            </p14:xfrm>
          </p:contentPart>
        </mc:Choice>
        <mc:Fallback>
          <p:pic>
            <p:nvPicPr>
              <p:cNvPr id="101" name="Ink 100">
                <a:extLst>
                  <a:ext uri="{FF2B5EF4-FFF2-40B4-BE49-F238E27FC236}">
                    <a16:creationId xmlns:a16="http://schemas.microsoft.com/office/drawing/2014/main" id="{1F83737A-7FE9-AD33-B095-B47CAC6D6BFC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2013366" y="2815143"/>
                <a:ext cx="92160" cy="4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8">
            <p14:nvContentPartPr>
              <p14:cNvPr id="102" name="Ink 101">
                <a:extLst>
                  <a:ext uri="{FF2B5EF4-FFF2-40B4-BE49-F238E27FC236}">
                    <a16:creationId xmlns:a16="http://schemas.microsoft.com/office/drawing/2014/main" id="{E556D7F3-19F4-B2A0-F117-CCE6ADCE1DDD}"/>
                  </a:ext>
                </a:extLst>
              </p14:cNvPr>
              <p14:cNvContentPartPr/>
              <p14:nvPr/>
            </p14:nvContentPartPr>
            <p14:xfrm>
              <a:off x="2534646" y="2767263"/>
              <a:ext cx="132840" cy="13680"/>
            </p14:xfrm>
          </p:contentPart>
        </mc:Choice>
        <mc:Fallback>
          <p:pic>
            <p:nvPicPr>
              <p:cNvPr id="102" name="Ink 101">
                <a:extLst>
                  <a:ext uri="{FF2B5EF4-FFF2-40B4-BE49-F238E27FC236}">
                    <a16:creationId xmlns:a16="http://schemas.microsoft.com/office/drawing/2014/main" id="{E556D7F3-19F4-B2A0-F117-CCE6ADCE1DDD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2516646" y="2749263"/>
                <a:ext cx="168480" cy="4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0">
            <p14:nvContentPartPr>
              <p14:cNvPr id="103" name="Ink 102">
                <a:extLst>
                  <a:ext uri="{FF2B5EF4-FFF2-40B4-BE49-F238E27FC236}">
                    <a16:creationId xmlns:a16="http://schemas.microsoft.com/office/drawing/2014/main" id="{8E7BA9CD-4E3D-9CC6-DA05-2812398C3046}"/>
                  </a:ext>
                </a:extLst>
              </p14:cNvPr>
              <p14:cNvContentPartPr/>
              <p14:nvPr/>
            </p14:nvContentPartPr>
            <p14:xfrm>
              <a:off x="3119286" y="2759703"/>
              <a:ext cx="100440" cy="5760"/>
            </p14:xfrm>
          </p:contentPart>
        </mc:Choice>
        <mc:Fallback>
          <p:pic>
            <p:nvPicPr>
              <p:cNvPr id="103" name="Ink 102">
                <a:extLst>
                  <a:ext uri="{FF2B5EF4-FFF2-40B4-BE49-F238E27FC236}">
                    <a16:creationId xmlns:a16="http://schemas.microsoft.com/office/drawing/2014/main" id="{8E7BA9CD-4E3D-9CC6-DA05-2812398C3046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3101646" y="2742063"/>
                <a:ext cx="136080" cy="41400"/>
              </a:xfrm>
              <a:prstGeom prst="rect">
                <a:avLst/>
              </a:prstGeom>
            </p:spPr>
          </p:pic>
        </mc:Fallback>
      </mc:AlternateContent>
      <p:grpSp>
        <p:nvGrpSpPr>
          <p:cNvPr id="116" name="Group 115">
            <a:extLst>
              <a:ext uri="{FF2B5EF4-FFF2-40B4-BE49-F238E27FC236}">
                <a16:creationId xmlns:a16="http://schemas.microsoft.com/office/drawing/2014/main" id="{0418B7CA-97AE-5525-E01D-919CE2BB0D98}"/>
              </a:ext>
            </a:extLst>
          </p:cNvPr>
          <p:cNvGrpSpPr/>
          <p:nvPr/>
        </p:nvGrpSpPr>
        <p:grpSpPr>
          <a:xfrm>
            <a:off x="1820406" y="3716943"/>
            <a:ext cx="452880" cy="597240"/>
            <a:chOff x="1820406" y="3716943"/>
            <a:chExt cx="452880" cy="597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FC9068EA-1F75-ED02-B3AD-61CE0A42170D}"/>
                    </a:ext>
                  </a:extLst>
                </p14:cNvPr>
                <p14:cNvContentPartPr/>
                <p14:nvPr/>
              </p14:nvContentPartPr>
              <p14:xfrm>
                <a:off x="1820406" y="3897303"/>
                <a:ext cx="144000" cy="23364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FC9068EA-1F75-ED02-B3AD-61CE0A42170D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802406" y="3879303"/>
                  <a:ext cx="179640" cy="26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98AAA233-8DF3-7562-919E-33C49A3AFBF2}"/>
                    </a:ext>
                  </a:extLst>
                </p14:cNvPr>
                <p14:cNvContentPartPr/>
                <p14:nvPr/>
              </p14:nvContentPartPr>
              <p14:xfrm>
                <a:off x="2023086" y="4006743"/>
                <a:ext cx="107640" cy="20304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98AAA233-8DF3-7562-919E-33C49A3AFBF2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2005086" y="3988743"/>
                  <a:ext cx="143280" cy="23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998D954C-817F-804B-4518-D1318CF55711}"/>
                    </a:ext>
                  </a:extLst>
                </p14:cNvPr>
                <p14:cNvContentPartPr/>
                <p14:nvPr/>
              </p14:nvContentPartPr>
              <p14:xfrm>
                <a:off x="2239806" y="4071183"/>
                <a:ext cx="33480" cy="22104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998D954C-817F-804B-4518-D1318CF55711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2222166" y="4053543"/>
                  <a:ext cx="69120" cy="25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0373F1BE-5B01-FE7A-6812-333DB1E5DFB0}"/>
                    </a:ext>
                  </a:extLst>
                </p14:cNvPr>
                <p14:cNvContentPartPr/>
                <p14:nvPr/>
              </p14:nvContentPartPr>
              <p14:xfrm>
                <a:off x="2036766" y="3716943"/>
                <a:ext cx="7560" cy="6012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0373F1BE-5B01-FE7A-6812-333DB1E5DFB0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2018766" y="3698943"/>
                  <a:ext cx="4320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524ED36D-CC0E-81ED-86DE-C00BD42D3ED5}"/>
                    </a:ext>
                  </a:extLst>
                </p14:cNvPr>
                <p14:cNvContentPartPr/>
                <p14:nvPr/>
              </p14:nvContentPartPr>
              <p14:xfrm>
                <a:off x="2087166" y="4019343"/>
                <a:ext cx="1080" cy="3636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524ED36D-CC0E-81ED-86DE-C00BD42D3ED5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2069526" y="4001703"/>
                  <a:ext cx="3672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CC13B6D8-19C9-02AE-07DF-BBBB6664A866}"/>
                    </a:ext>
                  </a:extLst>
                </p14:cNvPr>
                <p14:cNvContentPartPr/>
                <p14:nvPr/>
              </p14:nvContentPartPr>
              <p14:xfrm>
                <a:off x="2050086" y="4258023"/>
                <a:ext cx="1440" cy="2124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CC13B6D8-19C9-02AE-07DF-BBBB6664A866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2032086" y="4240383"/>
                  <a:ext cx="3708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3D12C10F-C596-13D9-0B18-F2023AE37293}"/>
                    </a:ext>
                  </a:extLst>
                </p14:cNvPr>
                <p14:cNvContentPartPr/>
                <p14:nvPr/>
              </p14:nvContentPartPr>
              <p14:xfrm>
                <a:off x="2081406" y="4297623"/>
                <a:ext cx="20880" cy="1656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3D12C10F-C596-13D9-0B18-F2023AE37293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2063766" y="4279983"/>
                  <a:ext cx="5652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AC4823F1-0B6D-B426-3DE0-C5E7BB0FED41}"/>
                    </a:ext>
                  </a:extLst>
                </p14:cNvPr>
                <p14:cNvContentPartPr/>
                <p14:nvPr/>
              </p14:nvContentPartPr>
              <p14:xfrm>
                <a:off x="2178966" y="4075143"/>
                <a:ext cx="3960" cy="648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AC4823F1-0B6D-B426-3DE0-C5E7BB0FED41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2160966" y="4057143"/>
                  <a:ext cx="39600" cy="42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18">
            <p14:nvContentPartPr>
              <p14:cNvPr id="117" name="Ink 116">
                <a:extLst>
                  <a:ext uri="{FF2B5EF4-FFF2-40B4-BE49-F238E27FC236}">
                    <a16:creationId xmlns:a16="http://schemas.microsoft.com/office/drawing/2014/main" id="{670E0684-8CA6-8892-0F4A-524B8B0D7F40}"/>
                  </a:ext>
                </a:extLst>
              </p14:cNvPr>
              <p14:cNvContentPartPr/>
              <p14:nvPr/>
            </p14:nvContentPartPr>
            <p14:xfrm>
              <a:off x="3238446" y="3383583"/>
              <a:ext cx="3240" cy="5400"/>
            </p14:xfrm>
          </p:contentPart>
        </mc:Choice>
        <mc:Fallback>
          <p:pic>
            <p:nvPicPr>
              <p:cNvPr id="117" name="Ink 116">
                <a:extLst>
                  <a:ext uri="{FF2B5EF4-FFF2-40B4-BE49-F238E27FC236}">
                    <a16:creationId xmlns:a16="http://schemas.microsoft.com/office/drawing/2014/main" id="{670E0684-8CA6-8892-0F4A-524B8B0D7F40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3220446" y="3365943"/>
                <a:ext cx="38880" cy="4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0">
            <p14:nvContentPartPr>
              <p14:cNvPr id="118" name="Ink 117">
                <a:extLst>
                  <a:ext uri="{FF2B5EF4-FFF2-40B4-BE49-F238E27FC236}">
                    <a16:creationId xmlns:a16="http://schemas.microsoft.com/office/drawing/2014/main" id="{27C4F542-71E2-E5D6-A95D-81B5DD107C49}"/>
                  </a:ext>
                </a:extLst>
              </p14:cNvPr>
              <p14:cNvContentPartPr/>
              <p14:nvPr/>
            </p14:nvContentPartPr>
            <p14:xfrm>
              <a:off x="4444806" y="3970023"/>
              <a:ext cx="4680" cy="7560"/>
            </p14:xfrm>
          </p:contentPart>
        </mc:Choice>
        <mc:Fallback>
          <p:pic>
            <p:nvPicPr>
              <p:cNvPr id="118" name="Ink 117">
                <a:extLst>
                  <a:ext uri="{FF2B5EF4-FFF2-40B4-BE49-F238E27FC236}">
                    <a16:creationId xmlns:a16="http://schemas.microsoft.com/office/drawing/2014/main" id="{27C4F542-71E2-E5D6-A95D-81B5DD107C49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4427166" y="3952383"/>
                <a:ext cx="40320" cy="4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1">
            <p14:nvContentPartPr>
              <p14:cNvPr id="121" name="Ink 120">
                <a:extLst>
                  <a:ext uri="{FF2B5EF4-FFF2-40B4-BE49-F238E27FC236}">
                    <a16:creationId xmlns:a16="http://schemas.microsoft.com/office/drawing/2014/main" id="{DCA446B0-B361-51C3-42B3-6742FF2286E0}"/>
                  </a:ext>
                </a:extLst>
              </p14:cNvPr>
              <p14:cNvContentPartPr/>
              <p14:nvPr/>
            </p14:nvContentPartPr>
            <p14:xfrm>
              <a:off x="3263286" y="4004223"/>
              <a:ext cx="45360" cy="57240"/>
            </p14:xfrm>
          </p:contentPart>
        </mc:Choice>
        <mc:Fallback>
          <p:pic>
            <p:nvPicPr>
              <p:cNvPr id="121" name="Ink 120">
                <a:extLst>
                  <a:ext uri="{FF2B5EF4-FFF2-40B4-BE49-F238E27FC236}">
                    <a16:creationId xmlns:a16="http://schemas.microsoft.com/office/drawing/2014/main" id="{DCA446B0-B361-51C3-42B3-6742FF2286E0}"/>
                  </a:ext>
                </a:extLst>
              </p:cNvPr>
              <p:cNvPicPr/>
              <p:nvPr/>
            </p:nvPicPr>
            <p:blipFill>
              <a:blip r:embed="rId122"/>
              <a:stretch>
                <a:fillRect/>
              </a:stretch>
            </p:blipFill>
            <p:spPr>
              <a:xfrm>
                <a:off x="3245646" y="3986583"/>
                <a:ext cx="81000" cy="9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3">
            <p14:nvContentPartPr>
              <p14:cNvPr id="122" name="Ink 121">
                <a:extLst>
                  <a:ext uri="{FF2B5EF4-FFF2-40B4-BE49-F238E27FC236}">
                    <a16:creationId xmlns:a16="http://schemas.microsoft.com/office/drawing/2014/main" id="{2F19AF1E-97E2-64E8-486D-1371AC966E97}"/>
                  </a:ext>
                </a:extLst>
              </p14:cNvPr>
              <p14:cNvContentPartPr/>
              <p14:nvPr/>
            </p14:nvContentPartPr>
            <p14:xfrm>
              <a:off x="4429686" y="3355503"/>
              <a:ext cx="3240" cy="2160"/>
            </p14:xfrm>
          </p:contentPart>
        </mc:Choice>
        <mc:Fallback>
          <p:pic>
            <p:nvPicPr>
              <p:cNvPr id="122" name="Ink 121">
                <a:extLst>
                  <a:ext uri="{FF2B5EF4-FFF2-40B4-BE49-F238E27FC236}">
                    <a16:creationId xmlns:a16="http://schemas.microsoft.com/office/drawing/2014/main" id="{2F19AF1E-97E2-64E8-486D-1371AC966E97}"/>
                  </a:ext>
                </a:extLst>
              </p:cNvPr>
              <p:cNvPicPr/>
              <p:nvPr/>
            </p:nvPicPr>
            <p:blipFill>
              <a:blip r:embed="rId124"/>
              <a:stretch>
                <a:fillRect/>
              </a:stretch>
            </p:blipFill>
            <p:spPr>
              <a:xfrm>
                <a:off x="4411686" y="3337863"/>
                <a:ext cx="38880" cy="3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5">
            <p14:nvContentPartPr>
              <p14:cNvPr id="125" name="Ink 124">
                <a:extLst>
                  <a:ext uri="{FF2B5EF4-FFF2-40B4-BE49-F238E27FC236}">
                    <a16:creationId xmlns:a16="http://schemas.microsoft.com/office/drawing/2014/main" id="{46E0945B-A037-53FE-A53B-E225741EB069}"/>
                  </a:ext>
                </a:extLst>
              </p14:cNvPr>
              <p14:cNvContentPartPr/>
              <p14:nvPr/>
            </p14:nvContentPartPr>
            <p14:xfrm>
              <a:off x="3366966" y="3459183"/>
              <a:ext cx="11160" cy="3600"/>
            </p14:xfrm>
          </p:contentPart>
        </mc:Choice>
        <mc:Fallback>
          <p:pic>
            <p:nvPicPr>
              <p:cNvPr id="125" name="Ink 124">
                <a:extLst>
                  <a:ext uri="{FF2B5EF4-FFF2-40B4-BE49-F238E27FC236}">
                    <a16:creationId xmlns:a16="http://schemas.microsoft.com/office/drawing/2014/main" id="{46E0945B-A037-53FE-A53B-E225741EB069}"/>
                  </a:ext>
                </a:extLst>
              </p:cNvPr>
              <p:cNvPicPr/>
              <p:nvPr/>
            </p:nvPicPr>
            <p:blipFill>
              <a:blip r:embed="rId126"/>
              <a:stretch>
                <a:fillRect/>
              </a:stretch>
            </p:blipFill>
            <p:spPr>
              <a:xfrm>
                <a:off x="3348966" y="3441183"/>
                <a:ext cx="46800" cy="39240"/>
              </a:xfrm>
              <a:prstGeom prst="rect">
                <a:avLst/>
              </a:prstGeom>
            </p:spPr>
          </p:pic>
        </mc:Fallback>
      </mc:AlternateContent>
      <p:grpSp>
        <p:nvGrpSpPr>
          <p:cNvPr id="127" name="Group 126">
            <a:extLst>
              <a:ext uri="{FF2B5EF4-FFF2-40B4-BE49-F238E27FC236}">
                <a16:creationId xmlns:a16="http://schemas.microsoft.com/office/drawing/2014/main" id="{119B0EF7-69BD-0AC6-9F11-0C8E9BC47DBE}"/>
              </a:ext>
            </a:extLst>
          </p:cNvPr>
          <p:cNvGrpSpPr/>
          <p:nvPr/>
        </p:nvGrpSpPr>
        <p:grpSpPr>
          <a:xfrm>
            <a:off x="4126566" y="3903423"/>
            <a:ext cx="584640" cy="323640"/>
            <a:chOff x="4126566" y="3903423"/>
            <a:chExt cx="584640" cy="323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A7844B15-8B03-9762-2F53-EE967159AA89}"/>
                    </a:ext>
                  </a:extLst>
                </p14:cNvPr>
                <p14:cNvContentPartPr/>
                <p14:nvPr/>
              </p14:nvContentPartPr>
              <p14:xfrm>
                <a:off x="4126566" y="3903423"/>
                <a:ext cx="170280" cy="18540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A7844B15-8B03-9762-2F53-EE967159AA89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4108926" y="3885423"/>
                  <a:ext cx="20592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BA4773A2-1E36-5437-0F8E-9C032D96CD35}"/>
                    </a:ext>
                  </a:extLst>
                </p14:cNvPr>
                <p14:cNvContentPartPr/>
                <p14:nvPr/>
              </p14:nvContentPartPr>
              <p14:xfrm>
                <a:off x="4391526" y="4005663"/>
                <a:ext cx="90720" cy="18144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BA4773A2-1E36-5437-0F8E-9C032D96CD35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4373886" y="3988023"/>
                  <a:ext cx="12636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A219B6B3-D11A-B29F-AF40-7A2CCE158B25}"/>
                    </a:ext>
                  </a:extLst>
                </p14:cNvPr>
                <p14:cNvContentPartPr/>
                <p14:nvPr/>
              </p14:nvContentPartPr>
              <p14:xfrm>
                <a:off x="4575486" y="4025103"/>
                <a:ext cx="135720" cy="20196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A219B6B3-D11A-B29F-AF40-7A2CCE158B25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4557846" y="4007103"/>
                  <a:ext cx="17136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57BE41AD-D03F-737A-9B28-FE0532B125C1}"/>
                    </a:ext>
                  </a:extLst>
                </p14:cNvPr>
                <p14:cNvContentPartPr/>
                <p14:nvPr/>
              </p14:nvContentPartPr>
              <p14:xfrm>
                <a:off x="4587006" y="4207623"/>
                <a:ext cx="360" cy="36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57BE41AD-D03F-737A-9B28-FE0532B125C1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4569366" y="4189623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6" name="Group 135">
            <a:extLst>
              <a:ext uri="{FF2B5EF4-FFF2-40B4-BE49-F238E27FC236}">
                <a16:creationId xmlns:a16="http://schemas.microsoft.com/office/drawing/2014/main" id="{A5B90E9C-FE85-D3FF-C5FF-726DC3F5EDD9}"/>
              </a:ext>
            </a:extLst>
          </p:cNvPr>
          <p:cNvGrpSpPr/>
          <p:nvPr/>
        </p:nvGrpSpPr>
        <p:grpSpPr>
          <a:xfrm>
            <a:off x="2196966" y="5022663"/>
            <a:ext cx="1377360" cy="310680"/>
            <a:chOff x="2196966" y="5022663"/>
            <a:chExt cx="1377360" cy="310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3BE28A8E-836A-EE2D-5CEF-CCFC00FBDF56}"/>
                    </a:ext>
                  </a:extLst>
                </p14:cNvPr>
                <p14:cNvContentPartPr/>
                <p14:nvPr/>
              </p14:nvContentPartPr>
              <p14:xfrm>
                <a:off x="2196966" y="5095383"/>
                <a:ext cx="131040" cy="14652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3BE28A8E-836A-EE2D-5CEF-CCFC00FBDF56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2179326" y="5077383"/>
                  <a:ext cx="16668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822178D2-4762-DB17-8EE2-4D2272EE6449}"/>
                    </a:ext>
                  </a:extLst>
                </p14:cNvPr>
                <p14:cNvContentPartPr/>
                <p14:nvPr/>
              </p14:nvContentPartPr>
              <p14:xfrm>
                <a:off x="2334486" y="5165943"/>
                <a:ext cx="154800" cy="13608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822178D2-4762-DB17-8EE2-4D2272EE6449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2316486" y="5148303"/>
                  <a:ext cx="19044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E61A9E36-33A7-11DA-B604-2BC80E71D886}"/>
                    </a:ext>
                  </a:extLst>
                </p14:cNvPr>
                <p14:cNvContentPartPr/>
                <p14:nvPr/>
              </p14:nvContentPartPr>
              <p14:xfrm>
                <a:off x="2553006" y="5173503"/>
                <a:ext cx="140760" cy="14040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E61A9E36-33A7-11DA-B604-2BC80E71D886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2535006" y="5155503"/>
                  <a:ext cx="17640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D6E73F77-AC36-8293-B133-30AFB44EECD4}"/>
                    </a:ext>
                  </a:extLst>
                </p14:cNvPr>
                <p14:cNvContentPartPr/>
                <p14:nvPr/>
              </p14:nvContentPartPr>
              <p14:xfrm>
                <a:off x="2814726" y="5022663"/>
                <a:ext cx="146160" cy="19512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D6E73F77-AC36-8293-B133-30AFB44EECD4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2796726" y="5005023"/>
                  <a:ext cx="181800" cy="23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5786CBC9-D4EC-B167-281E-298386CD1F1D}"/>
                    </a:ext>
                  </a:extLst>
                </p14:cNvPr>
                <p14:cNvContentPartPr/>
                <p14:nvPr/>
              </p14:nvContentPartPr>
              <p14:xfrm>
                <a:off x="2992206" y="5130303"/>
                <a:ext cx="114840" cy="15624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5786CBC9-D4EC-B167-281E-298386CD1F1D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2974566" y="5112303"/>
                  <a:ext cx="15048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150AC9AA-72FE-EB60-A7E7-A62C5495DE73}"/>
                    </a:ext>
                  </a:extLst>
                </p14:cNvPr>
                <p14:cNvContentPartPr/>
                <p14:nvPr/>
              </p14:nvContentPartPr>
              <p14:xfrm>
                <a:off x="3185166" y="5143263"/>
                <a:ext cx="106920" cy="19008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150AC9AA-72FE-EB60-A7E7-A62C5495DE73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3167526" y="5125623"/>
                  <a:ext cx="14256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7AAD3607-D26C-867B-59A1-6172AD0B509E}"/>
                    </a:ext>
                  </a:extLst>
                </p14:cNvPr>
                <p14:cNvContentPartPr/>
                <p14:nvPr/>
              </p14:nvContentPartPr>
              <p14:xfrm>
                <a:off x="3404406" y="5100783"/>
                <a:ext cx="169920" cy="5148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7AAD3607-D26C-867B-59A1-6172AD0B509E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3386406" y="5083143"/>
                  <a:ext cx="205560" cy="87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49">
            <p14:nvContentPartPr>
              <p14:cNvPr id="137" name="Ink 136">
                <a:extLst>
                  <a:ext uri="{FF2B5EF4-FFF2-40B4-BE49-F238E27FC236}">
                    <a16:creationId xmlns:a16="http://schemas.microsoft.com/office/drawing/2014/main" id="{9335C302-93CE-63B8-D77C-C40A2E2C2411}"/>
                  </a:ext>
                </a:extLst>
              </p14:cNvPr>
              <p14:cNvContentPartPr/>
              <p14:nvPr/>
            </p14:nvContentPartPr>
            <p14:xfrm>
              <a:off x="3256086" y="4190343"/>
              <a:ext cx="21240" cy="18000"/>
            </p14:xfrm>
          </p:contentPart>
        </mc:Choice>
        <mc:Fallback>
          <p:pic>
            <p:nvPicPr>
              <p:cNvPr id="137" name="Ink 136">
                <a:extLst>
                  <a:ext uri="{FF2B5EF4-FFF2-40B4-BE49-F238E27FC236}">
                    <a16:creationId xmlns:a16="http://schemas.microsoft.com/office/drawing/2014/main" id="{9335C302-93CE-63B8-D77C-C40A2E2C2411}"/>
                  </a:ext>
                </a:extLst>
              </p:cNvPr>
              <p:cNvPicPr/>
              <p:nvPr/>
            </p:nvPicPr>
            <p:blipFill>
              <a:blip r:embed="rId150"/>
              <a:stretch>
                <a:fillRect/>
              </a:stretch>
            </p:blipFill>
            <p:spPr>
              <a:xfrm>
                <a:off x="3238086" y="4172703"/>
                <a:ext cx="56880" cy="5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1">
            <p14:nvContentPartPr>
              <p14:cNvPr id="138" name="Ink 137">
                <a:extLst>
                  <a:ext uri="{FF2B5EF4-FFF2-40B4-BE49-F238E27FC236}">
                    <a16:creationId xmlns:a16="http://schemas.microsoft.com/office/drawing/2014/main" id="{9EE884C7-9D5D-1A4D-30BC-201EBF1A56F8}"/>
                  </a:ext>
                </a:extLst>
              </p14:cNvPr>
              <p14:cNvContentPartPr/>
              <p14:nvPr/>
            </p14:nvContentPartPr>
            <p14:xfrm>
              <a:off x="4558926" y="3454863"/>
              <a:ext cx="9360" cy="7200"/>
            </p14:xfrm>
          </p:contentPart>
        </mc:Choice>
        <mc:Fallback>
          <p:pic>
            <p:nvPicPr>
              <p:cNvPr id="138" name="Ink 137">
                <a:extLst>
                  <a:ext uri="{FF2B5EF4-FFF2-40B4-BE49-F238E27FC236}">
                    <a16:creationId xmlns:a16="http://schemas.microsoft.com/office/drawing/2014/main" id="{9EE884C7-9D5D-1A4D-30BC-201EBF1A56F8}"/>
                  </a:ext>
                </a:extLst>
              </p:cNvPr>
              <p:cNvPicPr/>
              <p:nvPr/>
            </p:nvPicPr>
            <p:blipFill>
              <a:blip r:embed="rId152"/>
              <a:stretch>
                <a:fillRect/>
              </a:stretch>
            </p:blipFill>
            <p:spPr>
              <a:xfrm>
                <a:off x="4541286" y="3437223"/>
                <a:ext cx="45000" cy="42840"/>
              </a:xfrm>
              <a:prstGeom prst="rect">
                <a:avLst/>
              </a:prstGeom>
            </p:spPr>
          </p:pic>
        </mc:Fallback>
      </mc:AlternateContent>
      <p:grpSp>
        <p:nvGrpSpPr>
          <p:cNvPr id="147" name="Group 146">
            <a:extLst>
              <a:ext uri="{FF2B5EF4-FFF2-40B4-BE49-F238E27FC236}">
                <a16:creationId xmlns:a16="http://schemas.microsoft.com/office/drawing/2014/main" id="{C83D1596-7CCD-9D2D-9C82-98CE2193D6C7}"/>
              </a:ext>
            </a:extLst>
          </p:cNvPr>
          <p:cNvGrpSpPr/>
          <p:nvPr/>
        </p:nvGrpSpPr>
        <p:grpSpPr>
          <a:xfrm>
            <a:off x="3765486" y="4719903"/>
            <a:ext cx="1392120" cy="837360"/>
            <a:chOff x="3765486" y="4719903"/>
            <a:chExt cx="1392120" cy="837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CB4AA80E-BE04-8DFB-4636-831F7C9CB13C}"/>
                    </a:ext>
                  </a:extLst>
                </p14:cNvPr>
                <p14:cNvContentPartPr/>
                <p14:nvPr/>
              </p14:nvContentPartPr>
              <p14:xfrm>
                <a:off x="3765486" y="4898103"/>
                <a:ext cx="178560" cy="20052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CB4AA80E-BE04-8DFB-4636-831F7C9CB13C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3747846" y="4880463"/>
                  <a:ext cx="214200" cy="2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5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5DBE1011-6136-A3B6-AC30-20E8411B49F8}"/>
                    </a:ext>
                  </a:extLst>
                </p14:cNvPr>
                <p14:cNvContentPartPr/>
                <p14:nvPr/>
              </p14:nvContentPartPr>
              <p14:xfrm>
                <a:off x="4034766" y="5016903"/>
                <a:ext cx="111240" cy="17316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5DBE1011-6136-A3B6-AC30-20E8411B49F8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4017126" y="4999263"/>
                  <a:ext cx="14688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7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ECD61590-8AEA-8C41-448C-8AF1AFDD7B51}"/>
                    </a:ext>
                  </a:extLst>
                </p14:cNvPr>
                <p14:cNvContentPartPr/>
                <p14:nvPr/>
              </p14:nvContentPartPr>
              <p14:xfrm>
                <a:off x="4224846" y="5068023"/>
                <a:ext cx="116640" cy="15912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ECD61590-8AEA-8C41-448C-8AF1AFDD7B51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4206846" y="5050023"/>
                  <a:ext cx="15228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9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B7A8D5D7-254A-479A-4409-204569544696}"/>
                    </a:ext>
                  </a:extLst>
                </p14:cNvPr>
                <p14:cNvContentPartPr/>
                <p14:nvPr/>
              </p14:nvContentPartPr>
              <p14:xfrm>
                <a:off x="4466046" y="4907823"/>
                <a:ext cx="141120" cy="21888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B7A8D5D7-254A-479A-4409-204569544696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4448046" y="4889823"/>
                  <a:ext cx="176760" cy="25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1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F3DDD244-F180-86F1-A138-93BE35554C84}"/>
                    </a:ext>
                  </a:extLst>
                </p14:cNvPr>
                <p14:cNvContentPartPr/>
                <p14:nvPr/>
              </p14:nvContentPartPr>
              <p14:xfrm>
                <a:off x="4664406" y="5031663"/>
                <a:ext cx="89280" cy="17352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F3DDD244-F180-86F1-A138-93BE35554C84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4646406" y="5014023"/>
                  <a:ext cx="12492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3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97598911-E9DD-B2B7-B344-CE123DB80FCA}"/>
                    </a:ext>
                  </a:extLst>
                </p14:cNvPr>
                <p14:cNvContentPartPr/>
                <p14:nvPr/>
              </p14:nvContentPartPr>
              <p14:xfrm>
                <a:off x="4833606" y="5064783"/>
                <a:ext cx="103320" cy="18684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97598911-E9DD-B2B7-B344-CE123DB80FCA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4815966" y="5047143"/>
                  <a:ext cx="13896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5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30FB8147-9A90-16C9-44B6-A19EF0F8B064}"/>
                    </a:ext>
                  </a:extLst>
                </p14:cNvPr>
                <p14:cNvContentPartPr/>
                <p14:nvPr/>
              </p14:nvContentPartPr>
              <p14:xfrm>
                <a:off x="4909926" y="4719903"/>
                <a:ext cx="247680" cy="83736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30FB8147-9A90-16C9-44B6-A19EF0F8B064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4892286" y="4702263"/>
                  <a:ext cx="283320" cy="873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67">
            <p14:nvContentPartPr>
              <p14:cNvPr id="146" name="Ink 145">
                <a:extLst>
                  <a:ext uri="{FF2B5EF4-FFF2-40B4-BE49-F238E27FC236}">
                    <a16:creationId xmlns:a16="http://schemas.microsoft.com/office/drawing/2014/main" id="{2CD2158A-4165-7785-2308-5437A4C0E9D9}"/>
                  </a:ext>
                </a:extLst>
              </p14:cNvPr>
              <p14:cNvContentPartPr/>
              <p14:nvPr/>
            </p14:nvContentPartPr>
            <p14:xfrm>
              <a:off x="4619406" y="5935263"/>
              <a:ext cx="13320" cy="7200"/>
            </p14:xfrm>
          </p:contentPart>
        </mc:Choice>
        <mc:Fallback>
          <p:pic>
            <p:nvPicPr>
              <p:cNvPr id="146" name="Ink 145">
                <a:extLst>
                  <a:ext uri="{FF2B5EF4-FFF2-40B4-BE49-F238E27FC236}">
                    <a16:creationId xmlns:a16="http://schemas.microsoft.com/office/drawing/2014/main" id="{2CD2158A-4165-7785-2308-5437A4C0E9D9}"/>
                  </a:ext>
                </a:extLst>
              </p:cNvPr>
              <p:cNvPicPr/>
              <p:nvPr/>
            </p:nvPicPr>
            <p:blipFill>
              <a:blip r:embed="rId168"/>
              <a:stretch>
                <a:fillRect/>
              </a:stretch>
            </p:blipFill>
            <p:spPr>
              <a:xfrm>
                <a:off x="4601766" y="5917263"/>
                <a:ext cx="48960" cy="4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9">
            <p14:nvContentPartPr>
              <p14:cNvPr id="150" name="Ink 149">
                <a:extLst>
                  <a:ext uri="{FF2B5EF4-FFF2-40B4-BE49-F238E27FC236}">
                    <a16:creationId xmlns:a16="http://schemas.microsoft.com/office/drawing/2014/main" id="{3ACD024E-9002-8532-D3F4-14C4107A9B49}"/>
                  </a:ext>
                </a:extLst>
              </p14:cNvPr>
              <p14:cNvContentPartPr/>
              <p14:nvPr/>
            </p14:nvContentPartPr>
            <p14:xfrm>
              <a:off x="5505726" y="5093223"/>
              <a:ext cx="296640" cy="21960"/>
            </p14:xfrm>
          </p:contentPart>
        </mc:Choice>
        <mc:Fallback>
          <p:pic>
            <p:nvPicPr>
              <p:cNvPr id="150" name="Ink 149">
                <a:extLst>
                  <a:ext uri="{FF2B5EF4-FFF2-40B4-BE49-F238E27FC236}">
                    <a16:creationId xmlns:a16="http://schemas.microsoft.com/office/drawing/2014/main" id="{3ACD024E-9002-8532-D3F4-14C4107A9B49}"/>
                  </a:ext>
                </a:extLst>
              </p:cNvPr>
              <p:cNvPicPr/>
              <p:nvPr/>
            </p:nvPicPr>
            <p:blipFill>
              <a:blip r:embed="rId170"/>
              <a:stretch>
                <a:fillRect/>
              </a:stretch>
            </p:blipFill>
            <p:spPr>
              <a:xfrm>
                <a:off x="5488086" y="5075583"/>
                <a:ext cx="332280" cy="57600"/>
              </a:xfrm>
              <a:prstGeom prst="rect">
                <a:avLst/>
              </a:prstGeom>
            </p:spPr>
          </p:pic>
        </mc:Fallback>
      </mc:AlternateContent>
      <p:grpSp>
        <p:nvGrpSpPr>
          <p:cNvPr id="158" name="Group 157">
            <a:extLst>
              <a:ext uri="{FF2B5EF4-FFF2-40B4-BE49-F238E27FC236}">
                <a16:creationId xmlns:a16="http://schemas.microsoft.com/office/drawing/2014/main" id="{E36E19CA-E80C-8A3E-BFF3-D40E7E362FBC}"/>
              </a:ext>
            </a:extLst>
          </p:cNvPr>
          <p:cNvGrpSpPr/>
          <p:nvPr/>
        </p:nvGrpSpPr>
        <p:grpSpPr>
          <a:xfrm>
            <a:off x="2904726" y="2611743"/>
            <a:ext cx="548280" cy="457200"/>
            <a:chOff x="2904726" y="2611743"/>
            <a:chExt cx="548280" cy="457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1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08F55514-2B81-B2A4-4026-E5F7AE5E8AE5}"/>
                    </a:ext>
                  </a:extLst>
                </p14:cNvPr>
                <p14:cNvContentPartPr/>
                <p14:nvPr/>
              </p14:nvContentPartPr>
              <p14:xfrm>
                <a:off x="2904726" y="2611743"/>
                <a:ext cx="143640" cy="22320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08F55514-2B81-B2A4-4026-E5F7AE5E8AE5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2886726" y="2593743"/>
                  <a:ext cx="179280" cy="25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3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AD7426AE-FF98-8B3B-40BC-0359CA9C5F1C}"/>
                    </a:ext>
                  </a:extLst>
                </p14:cNvPr>
                <p14:cNvContentPartPr/>
                <p14:nvPr/>
              </p14:nvContentPartPr>
              <p14:xfrm>
                <a:off x="3132246" y="2749263"/>
                <a:ext cx="21240" cy="14616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AD7426AE-FF98-8B3B-40BC-0359CA9C5F1C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3114246" y="2731623"/>
                  <a:ext cx="5688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5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734F5156-643A-66D1-A7FF-0E526B82A032}"/>
                    </a:ext>
                  </a:extLst>
                </p14:cNvPr>
                <p14:cNvContentPartPr/>
                <p14:nvPr/>
              </p14:nvContentPartPr>
              <p14:xfrm>
                <a:off x="3238446" y="2749263"/>
                <a:ext cx="214560" cy="17136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734F5156-643A-66D1-A7FF-0E526B82A032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3220446" y="2731623"/>
                  <a:ext cx="25020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7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4D4C0AE8-AE49-1070-B2C6-B3D5CBEB269C}"/>
                    </a:ext>
                  </a:extLst>
                </p14:cNvPr>
                <p14:cNvContentPartPr/>
                <p14:nvPr/>
              </p14:nvContentPartPr>
              <p14:xfrm>
                <a:off x="3072846" y="3015663"/>
                <a:ext cx="6480" cy="5328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4D4C0AE8-AE49-1070-B2C6-B3D5CBEB269C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3055206" y="2997663"/>
                  <a:ext cx="42120" cy="88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7" name="Group 156">
            <a:extLst>
              <a:ext uri="{FF2B5EF4-FFF2-40B4-BE49-F238E27FC236}">
                <a16:creationId xmlns:a16="http://schemas.microsoft.com/office/drawing/2014/main" id="{1EFFFE49-7976-8E82-3B93-4213D0C4C085}"/>
              </a:ext>
            </a:extLst>
          </p:cNvPr>
          <p:cNvGrpSpPr/>
          <p:nvPr/>
        </p:nvGrpSpPr>
        <p:grpSpPr>
          <a:xfrm>
            <a:off x="2896446" y="3235983"/>
            <a:ext cx="630360" cy="226080"/>
            <a:chOff x="2896446" y="3235983"/>
            <a:chExt cx="630360" cy="226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9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9ED541DB-2AB7-2F2A-C3D7-A808C477A195}"/>
                    </a:ext>
                  </a:extLst>
                </p14:cNvPr>
                <p14:cNvContentPartPr/>
                <p14:nvPr/>
              </p14:nvContentPartPr>
              <p14:xfrm>
                <a:off x="2896446" y="3235983"/>
                <a:ext cx="138960" cy="15120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9ED541DB-2AB7-2F2A-C3D7-A808C477A195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2878446" y="3217983"/>
                  <a:ext cx="17460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1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A3550FFD-3523-0009-B88A-D981C29C588E}"/>
                    </a:ext>
                  </a:extLst>
                </p14:cNvPr>
                <p14:cNvContentPartPr/>
                <p14:nvPr/>
              </p14:nvContentPartPr>
              <p14:xfrm>
                <a:off x="3116406" y="3322023"/>
                <a:ext cx="154440" cy="14004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A3550FFD-3523-0009-B88A-D981C29C588E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3098766" y="3304023"/>
                  <a:ext cx="19008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3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A085F713-BF89-8AF0-EA0E-6E6C1BA1FA04}"/>
                    </a:ext>
                  </a:extLst>
                </p14:cNvPr>
                <p14:cNvContentPartPr/>
                <p14:nvPr/>
              </p14:nvContentPartPr>
              <p14:xfrm>
                <a:off x="3345006" y="3340023"/>
                <a:ext cx="181800" cy="11412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A085F713-BF89-8AF0-EA0E-6E6C1BA1FA04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3327006" y="3322023"/>
                  <a:ext cx="21744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5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2367B730-1C35-EE5C-6E5A-86F125AFA8F5}"/>
                    </a:ext>
                  </a:extLst>
                </p14:cNvPr>
                <p14:cNvContentPartPr/>
                <p14:nvPr/>
              </p14:nvContentPartPr>
              <p14:xfrm>
                <a:off x="3138366" y="3352623"/>
                <a:ext cx="5400" cy="6372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2367B730-1C35-EE5C-6E5A-86F125AFA8F5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3120366" y="3334623"/>
                  <a:ext cx="41040" cy="99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87">
            <p14:nvContentPartPr>
              <p14:cNvPr id="153" name="Ink 152">
                <a:extLst>
                  <a:ext uri="{FF2B5EF4-FFF2-40B4-BE49-F238E27FC236}">
                    <a16:creationId xmlns:a16="http://schemas.microsoft.com/office/drawing/2014/main" id="{EF92D8A6-0478-005E-3C1C-DF5F77F4A551}"/>
                  </a:ext>
                </a:extLst>
              </p14:cNvPr>
              <p14:cNvContentPartPr/>
              <p14:nvPr/>
            </p14:nvContentPartPr>
            <p14:xfrm>
              <a:off x="3170046" y="3641703"/>
              <a:ext cx="8280" cy="37440"/>
            </p14:xfrm>
          </p:contentPart>
        </mc:Choice>
        <mc:Fallback>
          <p:pic>
            <p:nvPicPr>
              <p:cNvPr id="153" name="Ink 152">
                <a:extLst>
                  <a:ext uri="{FF2B5EF4-FFF2-40B4-BE49-F238E27FC236}">
                    <a16:creationId xmlns:a16="http://schemas.microsoft.com/office/drawing/2014/main" id="{EF92D8A6-0478-005E-3C1C-DF5F77F4A551}"/>
                  </a:ext>
                </a:extLst>
              </p:cNvPr>
              <p:cNvPicPr/>
              <p:nvPr/>
            </p:nvPicPr>
            <p:blipFill>
              <a:blip r:embed="rId188"/>
              <a:stretch>
                <a:fillRect/>
              </a:stretch>
            </p:blipFill>
            <p:spPr>
              <a:xfrm>
                <a:off x="3152046" y="3624063"/>
                <a:ext cx="43920" cy="73080"/>
              </a:xfrm>
              <a:prstGeom prst="rect">
                <a:avLst/>
              </a:prstGeom>
            </p:spPr>
          </p:pic>
        </mc:Fallback>
      </mc:AlternateContent>
      <p:grpSp>
        <p:nvGrpSpPr>
          <p:cNvPr id="165" name="Group 164">
            <a:extLst>
              <a:ext uri="{FF2B5EF4-FFF2-40B4-BE49-F238E27FC236}">
                <a16:creationId xmlns:a16="http://schemas.microsoft.com/office/drawing/2014/main" id="{0C7E4732-418C-D46F-B0C4-4A4CC64ECBA1}"/>
              </a:ext>
            </a:extLst>
          </p:cNvPr>
          <p:cNvGrpSpPr/>
          <p:nvPr/>
        </p:nvGrpSpPr>
        <p:grpSpPr>
          <a:xfrm>
            <a:off x="1846326" y="2611023"/>
            <a:ext cx="417960" cy="288360"/>
            <a:chOff x="1846326" y="2611023"/>
            <a:chExt cx="417960" cy="288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9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07259F83-87A2-AEF2-36BD-C98CEFC0D445}"/>
                    </a:ext>
                  </a:extLst>
                </p14:cNvPr>
                <p14:cNvContentPartPr/>
                <p14:nvPr/>
              </p14:nvContentPartPr>
              <p14:xfrm>
                <a:off x="1846326" y="2611023"/>
                <a:ext cx="142200" cy="24372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07259F83-87A2-AEF2-36BD-C98CEFC0D445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1828326" y="2593023"/>
                  <a:ext cx="177840" cy="27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1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69EA1395-E93E-F37D-9607-7D2F1533A210}"/>
                    </a:ext>
                  </a:extLst>
                </p14:cNvPr>
                <p14:cNvContentPartPr/>
                <p14:nvPr/>
              </p14:nvContentPartPr>
              <p14:xfrm>
                <a:off x="2097606" y="2746383"/>
                <a:ext cx="15120" cy="13932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69EA1395-E93E-F37D-9607-7D2F1533A210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2079966" y="2728743"/>
                  <a:ext cx="5076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3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C8C67E97-718B-3A5A-D7A0-BE4ACFB927EB}"/>
                    </a:ext>
                  </a:extLst>
                </p14:cNvPr>
                <p14:cNvContentPartPr/>
                <p14:nvPr/>
              </p14:nvContentPartPr>
              <p14:xfrm>
                <a:off x="2230806" y="2759703"/>
                <a:ext cx="33480" cy="13968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C8C67E97-718B-3A5A-D7A0-BE4ACFB927EB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2212806" y="2742063"/>
                  <a:ext cx="6912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5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D04FB8DD-E5A4-9D4D-4C75-053FC5B74C5C}"/>
                    </a:ext>
                  </a:extLst>
                </p14:cNvPr>
                <p14:cNvContentPartPr/>
                <p14:nvPr/>
              </p14:nvContentPartPr>
              <p14:xfrm>
                <a:off x="2002566" y="2793903"/>
                <a:ext cx="17280" cy="144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D04FB8DD-E5A4-9D4D-4C75-053FC5B74C5C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1984566" y="2776263"/>
                  <a:ext cx="52920" cy="37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97">
            <p14:nvContentPartPr>
              <p14:cNvPr id="160" name="Ink 159">
                <a:extLst>
                  <a:ext uri="{FF2B5EF4-FFF2-40B4-BE49-F238E27FC236}">
                    <a16:creationId xmlns:a16="http://schemas.microsoft.com/office/drawing/2014/main" id="{14DD4782-F1B0-4AA4-9066-248FACE55718}"/>
                  </a:ext>
                </a:extLst>
              </p14:cNvPr>
              <p14:cNvContentPartPr/>
              <p14:nvPr/>
            </p14:nvContentPartPr>
            <p14:xfrm>
              <a:off x="2803926" y="2759343"/>
              <a:ext cx="113760" cy="3240"/>
            </p14:xfrm>
          </p:contentPart>
        </mc:Choice>
        <mc:Fallback>
          <p:pic>
            <p:nvPicPr>
              <p:cNvPr id="160" name="Ink 159">
                <a:extLst>
                  <a:ext uri="{FF2B5EF4-FFF2-40B4-BE49-F238E27FC236}">
                    <a16:creationId xmlns:a16="http://schemas.microsoft.com/office/drawing/2014/main" id="{14DD4782-F1B0-4AA4-9066-248FACE55718}"/>
                  </a:ext>
                </a:extLst>
              </p:cNvPr>
              <p:cNvPicPr/>
              <p:nvPr/>
            </p:nvPicPr>
            <p:blipFill>
              <a:blip r:embed="rId198"/>
              <a:stretch>
                <a:fillRect/>
              </a:stretch>
            </p:blipFill>
            <p:spPr>
              <a:xfrm>
                <a:off x="2785926" y="2741343"/>
                <a:ext cx="149400" cy="3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9">
            <p14:nvContentPartPr>
              <p14:cNvPr id="161" name="Ink 160">
                <a:extLst>
                  <a:ext uri="{FF2B5EF4-FFF2-40B4-BE49-F238E27FC236}">
                    <a16:creationId xmlns:a16="http://schemas.microsoft.com/office/drawing/2014/main" id="{F92FFD0E-B3A1-E9AA-7E4A-61FC64E2A67E}"/>
                  </a:ext>
                </a:extLst>
              </p14:cNvPr>
              <p14:cNvContentPartPr/>
              <p14:nvPr/>
            </p14:nvContentPartPr>
            <p14:xfrm>
              <a:off x="3586206" y="2756103"/>
              <a:ext cx="43560" cy="12600"/>
            </p14:xfrm>
          </p:contentPart>
        </mc:Choice>
        <mc:Fallback>
          <p:pic>
            <p:nvPicPr>
              <p:cNvPr id="161" name="Ink 160">
                <a:extLst>
                  <a:ext uri="{FF2B5EF4-FFF2-40B4-BE49-F238E27FC236}">
                    <a16:creationId xmlns:a16="http://schemas.microsoft.com/office/drawing/2014/main" id="{F92FFD0E-B3A1-E9AA-7E4A-61FC64E2A67E}"/>
                  </a:ext>
                </a:extLst>
              </p:cNvPr>
              <p:cNvPicPr/>
              <p:nvPr/>
            </p:nvPicPr>
            <p:blipFill>
              <a:blip r:embed="rId200"/>
              <a:stretch>
                <a:fillRect/>
              </a:stretch>
            </p:blipFill>
            <p:spPr>
              <a:xfrm>
                <a:off x="3568206" y="2738463"/>
                <a:ext cx="79200" cy="48240"/>
              </a:xfrm>
              <a:prstGeom prst="rect">
                <a:avLst/>
              </a:prstGeom>
            </p:spPr>
          </p:pic>
        </mc:Fallback>
      </mc:AlternateContent>
      <p:grpSp>
        <p:nvGrpSpPr>
          <p:cNvPr id="167" name="Group 166">
            <a:extLst>
              <a:ext uri="{FF2B5EF4-FFF2-40B4-BE49-F238E27FC236}">
                <a16:creationId xmlns:a16="http://schemas.microsoft.com/office/drawing/2014/main" id="{03A68F06-8B4C-5B86-9351-F180CE4AF86F}"/>
              </a:ext>
            </a:extLst>
          </p:cNvPr>
          <p:cNvGrpSpPr/>
          <p:nvPr/>
        </p:nvGrpSpPr>
        <p:grpSpPr>
          <a:xfrm>
            <a:off x="4051686" y="3202863"/>
            <a:ext cx="577800" cy="281160"/>
            <a:chOff x="4051686" y="3202863"/>
            <a:chExt cx="577800" cy="281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1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C49EBBCB-394D-E3F9-E049-85F425125AC0}"/>
                    </a:ext>
                  </a:extLst>
                </p14:cNvPr>
                <p14:cNvContentPartPr/>
                <p14:nvPr/>
              </p14:nvContentPartPr>
              <p14:xfrm>
                <a:off x="4051686" y="3202863"/>
                <a:ext cx="173160" cy="17100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C49EBBCB-394D-E3F9-E049-85F425125AC0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4033686" y="3185223"/>
                  <a:ext cx="20880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3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1433924A-13AD-B616-8146-047B451E2F87}"/>
                    </a:ext>
                  </a:extLst>
                </p14:cNvPr>
                <p14:cNvContentPartPr/>
                <p14:nvPr/>
              </p14:nvContentPartPr>
              <p14:xfrm>
                <a:off x="4275246" y="3311583"/>
                <a:ext cx="233280" cy="14760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1433924A-13AD-B616-8146-047B451E2F87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4257606" y="3293583"/>
                  <a:ext cx="26892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5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8523B49A-D476-FF93-F111-D56345E41F5F}"/>
                    </a:ext>
                  </a:extLst>
                </p14:cNvPr>
                <p14:cNvContentPartPr/>
                <p14:nvPr/>
              </p14:nvContentPartPr>
              <p14:xfrm>
                <a:off x="4462086" y="3296463"/>
                <a:ext cx="167400" cy="18360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8523B49A-D476-FF93-F111-D56345E41F5F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4444086" y="3278463"/>
                  <a:ext cx="20304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7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901657DE-C354-6502-B17A-9D3B5839B538}"/>
                    </a:ext>
                  </a:extLst>
                </p14:cNvPr>
                <p14:cNvContentPartPr/>
                <p14:nvPr/>
              </p14:nvContentPartPr>
              <p14:xfrm>
                <a:off x="4571166" y="3467823"/>
                <a:ext cx="5400" cy="1620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901657DE-C354-6502-B17A-9D3B5839B538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4553526" y="3449823"/>
                  <a:ext cx="41040" cy="51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4" name="Group 193">
            <a:extLst>
              <a:ext uri="{FF2B5EF4-FFF2-40B4-BE49-F238E27FC236}">
                <a16:creationId xmlns:a16="http://schemas.microsoft.com/office/drawing/2014/main" id="{E6144ED3-0DA0-7DCC-6ED2-C8A7596011AA}"/>
              </a:ext>
            </a:extLst>
          </p:cNvPr>
          <p:cNvGrpSpPr/>
          <p:nvPr/>
        </p:nvGrpSpPr>
        <p:grpSpPr>
          <a:xfrm>
            <a:off x="1712406" y="3116103"/>
            <a:ext cx="503280" cy="459360"/>
            <a:chOff x="1712406" y="3116103"/>
            <a:chExt cx="503280" cy="459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9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9C7156C4-55AB-6F59-A154-62A32CC6B578}"/>
                    </a:ext>
                  </a:extLst>
                </p14:cNvPr>
                <p14:cNvContentPartPr/>
                <p14:nvPr/>
              </p14:nvContentPartPr>
              <p14:xfrm>
                <a:off x="1712406" y="3300423"/>
                <a:ext cx="173160" cy="18288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9C7156C4-55AB-6F59-A154-62A32CC6B578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1694766" y="3282783"/>
                  <a:ext cx="20880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1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484C5E62-DA22-4B9D-C97B-74F79C63B567}"/>
                    </a:ext>
                  </a:extLst>
                </p14:cNvPr>
                <p14:cNvContentPartPr/>
                <p14:nvPr/>
              </p14:nvContentPartPr>
              <p14:xfrm>
                <a:off x="1924806" y="3392943"/>
                <a:ext cx="144360" cy="15372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484C5E62-DA22-4B9D-C97B-74F79C63B567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1907166" y="3374943"/>
                  <a:ext cx="18000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3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37D16935-9647-92F8-54F3-B5D997BC234A}"/>
                    </a:ext>
                  </a:extLst>
                </p14:cNvPr>
                <p14:cNvContentPartPr/>
                <p14:nvPr/>
              </p14:nvContentPartPr>
              <p14:xfrm>
                <a:off x="2179326" y="3396903"/>
                <a:ext cx="36360" cy="17856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37D16935-9647-92F8-54F3-B5D997BC234A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2161686" y="3379263"/>
                  <a:ext cx="7200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5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A01C0C08-EF24-8234-0C0A-6356BB65996E}"/>
                    </a:ext>
                  </a:extLst>
                </p14:cNvPr>
                <p14:cNvContentPartPr/>
                <p14:nvPr/>
              </p14:nvContentPartPr>
              <p14:xfrm>
                <a:off x="1994646" y="3116103"/>
                <a:ext cx="7560" cy="6336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A01C0C08-EF24-8234-0C0A-6356BB65996E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1976646" y="3098463"/>
                  <a:ext cx="4320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7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5B1AA237-3891-EA85-520B-84806949CBA3}"/>
                    </a:ext>
                  </a:extLst>
                </p14:cNvPr>
                <p14:cNvContentPartPr/>
                <p14:nvPr/>
              </p14:nvContentPartPr>
              <p14:xfrm>
                <a:off x="1996806" y="3433623"/>
                <a:ext cx="14040" cy="8640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5B1AA237-3891-EA85-520B-84806949CBA3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1979166" y="3415983"/>
                  <a:ext cx="4968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9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3D1C916C-E90F-2A7E-356B-CA126A5BD475}"/>
                    </a:ext>
                  </a:extLst>
                </p14:cNvPr>
                <p14:cNvContentPartPr/>
                <p14:nvPr/>
              </p14:nvContentPartPr>
              <p14:xfrm>
                <a:off x="2058726" y="3553863"/>
                <a:ext cx="1080" cy="324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3D1C916C-E90F-2A7E-356B-CA126A5BD475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2040726" y="3535863"/>
                  <a:ext cx="36720" cy="38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21">
            <p14:nvContentPartPr>
              <p14:cNvPr id="175" name="Ink 174">
                <a:extLst>
                  <a:ext uri="{FF2B5EF4-FFF2-40B4-BE49-F238E27FC236}">
                    <a16:creationId xmlns:a16="http://schemas.microsoft.com/office/drawing/2014/main" id="{337B5D75-32F7-8DE5-1CAF-D31B01506F65}"/>
                  </a:ext>
                </a:extLst>
              </p14:cNvPr>
              <p14:cNvContentPartPr/>
              <p14:nvPr/>
            </p14:nvContentPartPr>
            <p14:xfrm>
              <a:off x="4642806" y="4196463"/>
              <a:ext cx="4680" cy="1440"/>
            </p14:xfrm>
          </p:contentPart>
        </mc:Choice>
        <mc:Fallback>
          <p:pic>
            <p:nvPicPr>
              <p:cNvPr id="175" name="Ink 174">
                <a:extLst>
                  <a:ext uri="{FF2B5EF4-FFF2-40B4-BE49-F238E27FC236}">
                    <a16:creationId xmlns:a16="http://schemas.microsoft.com/office/drawing/2014/main" id="{337B5D75-32F7-8DE5-1CAF-D31B01506F65}"/>
                  </a:ext>
                </a:extLst>
              </p:cNvPr>
              <p:cNvPicPr/>
              <p:nvPr/>
            </p:nvPicPr>
            <p:blipFill>
              <a:blip r:embed="rId222"/>
              <a:stretch>
                <a:fillRect/>
              </a:stretch>
            </p:blipFill>
            <p:spPr>
              <a:xfrm>
                <a:off x="4624806" y="4178823"/>
                <a:ext cx="40320" cy="37080"/>
              </a:xfrm>
              <a:prstGeom prst="rect">
                <a:avLst/>
              </a:prstGeom>
            </p:spPr>
          </p:pic>
        </mc:Fallback>
      </mc:AlternateContent>
      <p:grpSp>
        <p:nvGrpSpPr>
          <p:cNvPr id="193" name="Group 192">
            <a:extLst>
              <a:ext uri="{FF2B5EF4-FFF2-40B4-BE49-F238E27FC236}">
                <a16:creationId xmlns:a16="http://schemas.microsoft.com/office/drawing/2014/main" id="{72EC9854-A7F3-E703-6F7C-1415B4616F3F}"/>
              </a:ext>
            </a:extLst>
          </p:cNvPr>
          <p:cNvGrpSpPr/>
          <p:nvPr/>
        </p:nvGrpSpPr>
        <p:grpSpPr>
          <a:xfrm>
            <a:off x="6084246" y="4664463"/>
            <a:ext cx="1349280" cy="844920"/>
            <a:chOff x="6084246" y="4664463"/>
            <a:chExt cx="1349280" cy="844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3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2216B61D-7416-393B-9623-4C4BE46E07DC}"/>
                    </a:ext>
                  </a:extLst>
                </p14:cNvPr>
                <p14:cNvContentPartPr/>
                <p14:nvPr/>
              </p14:nvContentPartPr>
              <p14:xfrm>
                <a:off x="6084246" y="4965783"/>
                <a:ext cx="136440" cy="23868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2216B61D-7416-393B-9623-4C4BE46E07DC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6066606" y="4947783"/>
                  <a:ext cx="172080" cy="27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5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6645DAB8-EB40-E6ED-9F16-47F1F16ED03E}"/>
                    </a:ext>
                  </a:extLst>
                </p14:cNvPr>
                <p14:cNvContentPartPr/>
                <p14:nvPr/>
              </p14:nvContentPartPr>
              <p14:xfrm>
                <a:off x="6300966" y="5112663"/>
                <a:ext cx="5040" cy="15696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6645DAB8-EB40-E6ED-9F16-47F1F16ED03E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6282966" y="5094663"/>
                  <a:ext cx="4068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7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D5447E76-D964-BBA8-6B7E-212DBAA6ACB2}"/>
                    </a:ext>
                  </a:extLst>
                </p14:cNvPr>
                <p14:cNvContentPartPr/>
                <p14:nvPr/>
              </p14:nvContentPartPr>
              <p14:xfrm>
                <a:off x="6409326" y="5149023"/>
                <a:ext cx="189000" cy="16884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D5447E76-D964-BBA8-6B7E-212DBAA6ACB2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6391686" y="5131383"/>
                  <a:ext cx="22464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9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E7486FC7-85C0-3AE5-9232-8912BE2D7DD8}"/>
                    </a:ext>
                  </a:extLst>
                </p14:cNvPr>
                <p14:cNvContentPartPr/>
                <p14:nvPr/>
              </p14:nvContentPartPr>
              <p14:xfrm>
                <a:off x="6735846" y="4664463"/>
                <a:ext cx="148320" cy="84492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E7486FC7-85C0-3AE5-9232-8912BE2D7DD8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6717846" y="4646823"/>
                  <a:ext cx="183960" cy="88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1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2D1ED0AB-A429-7BEC-5DED-87D01B0F284A}"/>
                    </a:ext>
                  </a:extLst>
                </p14:cNvPr>
                <p14:cNvContentPartPr/>
                <p14:nvPr/>
              </p14:nvContentPartPr>
              <p14:xfrm>
                <a:off x="6962646" y="5027343"/>
                <a:ext cx="168120" cy="18360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2D1ED0AB-A429-7BEC-5DED-87D01B0F284A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6944646" y="5009703"/>
                  <a:ext cx="20376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3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03DF9E2B-B648-186D-530D-0CA729618160}"/>
                    </a:ext>
                  </a:extLst>
                </p14:cNvPr>
                <p14:cNvContentPartPr/>
                <p14:nvPr/>
              </p14:nvContentPartPr>
              <p14:xfrm>
                <a:off x="7190526" y="5115183"/>
                <a:ext cx="126000" cy="13536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03DF9E2B-B648-186D-530D-0CA729618160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7172886" y="5097183"/>
                  <a:ext cx="16164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5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5BE0743F-9EBB-994B-8A40-71EC0F569488}"/>
                    </a:ext>
                  </a:extLst>
                </p14:cNvPr>
                <p14:cNvContentPartPr/>
                <p14:nvPr/>
              </p14:nvContentPartPr>
              <p14:xfrm>
                <a:off x="7423806" y="5104743"/>
                <a:ext cx="9720" cy="20484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5BE0743F-9EBB-994B-8A40-71EC0F569488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7405806" y="5086743"/>
                  <a:ext cx="45360" cy="240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5" name="Group 204">
            <a:extLst>
              <a:ext uri="{FF2B5EF4-FFF2-40B4-BE49-F238E27FC236}">
                <a16:creationId xmlns:a16="http://schemas.microsoft.com/office/drawing/2014/main" id="{6F22B88D-D45B-7FD2-0A16-2474D4E4733F}"/>
              </a:ext>
            </a:extLst>
          </p:cNvPr>
          <p:cNvGrpSpPr/>
          <p:nvPr/>
        </p:nvGrpSpPr>
        <p:grpSpPr>
          <a:xfrm>
            <a:off x="3793566" y="2536863"/>
            <a:ext cx="855000" cy="371160"/>
            <a:chOff x="3793566" y="2536863"/>
            <a:chExt cx="855000" cy="371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7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3210F18E-FCCB-92F0-DFA2-791BA687F92D}"/>
                    </a:ext>
                  </a:extLst>
                </p14:cNvPr>
                <p14:cNvContentPartPr/>
                <p14:nvPr/>
              </p14:nvContentPartPr>
              <p14:xfrm>
                <a:off x="3910566" y="2536863"/>
                <a:ext cx="174600" cy="22644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3210F18E-FCCB-92F0-DFA2-791BA687F92D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3892926" y="2519223"/>
                  <a:ext cx="210240" cy="26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9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90216A31-326B-F4CB-1B5F-9D183678A8B4}"/>
                    </a:ext>
                  </a:extLst>
                </p14:cNvPr>
                <p14:cNvContentPartPr/>
                <p14:nvPr/>
              </p14:nvContentPartPr>
              <p14:xfrm>
                <a:off x="4221606" y="2648103"/>
                <a:ext cx="22320" cy="18288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90216A31-326B-F4CB-1B5F-9D183678A8B4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4203606" y="2630463"/>
                  <a:ext cx="5796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1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A3137FD6-EA1C-8C1E-A331-EF345B8AA8B9}"/>
                    </a:ext>
                  </a:extLst>
                </p14:cNvPr>
                <p14:cNvContentPartPr/>
                <p14:nvPr/>
              </p14:nvContentPartPr>
              <p14:xfrm>
                <a:off x="4155726" y="2654583"/>
                <a:ext cx="332280" cy="25344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A3137FD6-EA1C-8C1E-A331-EF345B8AA8B9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4137726" y="2636583"/>
                  <a:ext cx="367920" cy="28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3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4A7DD225-9B86-82F6-80C1-90DDBBA1C233}"/>
                    </a:ext>
                  </a:extLst>
                </p14:cNvPr>
                <p14:cNvContentPartPr/>
                <p14:nvPr/>
              </p14:nvContentPartPr>
              <p14:xfrm>
                <a:off x="3793566" y="2747823"/>
                <a:ext cx="77400" cy="1728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4A7DD225-9B86-82F6-80C1-90DDBBA1C233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3775926" y="2729823"/>
                  <a:ext cx="11304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5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82D6CF18-FAA9-3658-1CC3-99ACF4036C54}"/>
                    </a:ext>
                  </a:extLst>
                </p14:cNvPr>
                <p14:cNvContentPartPr/>
                <p14:nvPr/>
              </p14:nvContentPartPr>
              <p14:xfrm>
                <a:off x="4346166" y="2682303"/>
                <a:ext cx="74160" cy="1332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82D6CF18-FAA9-3658-1CC3-99ACF4036C54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4328166" y="2664663"/>
                  <a:ext cx="10980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7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EA24CF0C-6DEA-F493-0901-E1FC6D121A7E}"/>
                    </a:ext>
                  </a:extLst>
                </p14:cNvPr>
                <p14:cNvContentPartPr/>
                <p14:nvPr/>
              </p14:nvContentPartPr>
              <p14:xfrm>
                <a:off x="4581606" y="2693823"/>
                <a:ext cx="16200" cy="180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EA24CF0C-6DEA-F493-0901-E1FC6D121A7E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4563606" y="2676183"/>
                  <a:ext cx="5184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9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395A80F1-9363-CDBE-6B9F-9CFBD41A1DBC}"/>
                    </a:ext>
                  </a:extLst>
                </p14:cNvPr>
                <p14:cNvContentPartPr/>
                <p14:nvPr/>
              </p14:nvContentPartPr>
              <p14:xfrm>
                <a:off x="4193526" y="2753943"/>
                <a:ext cx="24120" cy="108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395A80F1-9363-CDBE-6B9F-9CFBD41A1DBC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4175526" y="2735943"/>
                  <a:ext cx="5976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1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7F6D3C9B-4D38-424C-46C5-90DF496AB9E3}"/>
                    </a:ext>
                  </a:extLst>
                </p14:cNvPr>
                <p14:cNvContentPartPr/>
                <p14:nvPr/>
              </p14:nvContentPartPr>
              <p14:xfrm>
                <a:off x="4631646" y="2752503"/>
                <a:ext cx="16920" cy="108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7F6D3C9B-4D38-424C-46C5-90DF496AB9E3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4613646" y="2734863"/>
                  <a:ext cx="5256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3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0E436A3F-87A2-3C5F-9E69-F1CABCFDEA57}"/>
                    </a:ext>
                  </a:extLst>
                </p14:cNvPr>
                <p14:cNvContentPartPr/>
                <p14:nvPr/>
              </p14:nvContentPartPr>
              <p14:xfrm>
                <a:off x="4190286" y="2749983"/>
                <a:ext cx="360" cy="360"/>
              </p14:xfrm>
            </p:contentPart>
          </mc:Choice>
          <mc:Fallback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0E436A3F-87A2-3C5F-9E69-F1CABCFDEA57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4172646" y="2732343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4" name="Group 203">
            <a:extLst>
              <a:ext uri="{FF2B5EF4-FFF2-40B4-BE49-F238E27FC236}">
                <a16:creationId xmlns:a16="http://schemas.microsoft.com/office/drawing/2014/main" id="{D08359F1-60B0-C263-2B86-8A669DBF070E}"/>
              </a:ext>
            </a:extLst>
          </p:cNvPr>
          <p:cNvGrpSpPr/>
          <p:nvPr/>
        </p:nvGrpSpPr>
        <p:grpSpPr>
          <a:xfrm>
            <a:off x="6396006" y="5763543"/>
            <a:ext cx="302400" cy="224640"/>
            <a:chOff x="6396006" y="5763543"/>
            <a:chExt cx="302400" cy="224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70FE5B3F-0E30-6433-C217-CDE98C0CC20F}"/>
                    </a:ext>
                  </a:extLst>
                </p14:cNvPr>
                <p14:cNvContentPartPr/>
                <p14:nvPr/>
              </p14:nvContentPartPr>
              <p14:xfrm>
                <a:off x="6396006" y="5866503"/>
                <a:ext cx="302400" cy="30240"/>
              </p14:xfrm>
            </p:contentPart>
          </mc:Choice>
          <mc:Fallback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70FE5B3F-0E30-6433-C217-CDE98C0CC20F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6378006" y="5848503"/>
                  <a:ext cx="33804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32A73F48-C673-6431-866E-4D0DF9A69CB7}"/>
                    </a:ext>
                  </a:extLst>
                </p14:cNvPr>
                <p14:cNvContentPartPr/>
                <p14:nvPr/>
              </p14:nvContentPartPr>
              <p14:xfrm>
                <a:off x="6593286" y="5763543"/>
                <a:ext cx="32040" cy="224640"/>
              </p14:xfrm>
            </p:contentPart>
          </mc:Choice>
          <mc:Fallback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32A73F48-C673-6431-866E-4D0DF9A69CB7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6575286" y="5745543"/>
                  <a:ext cx="67680" cy="260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3" name="Group 202">
            <a:extLst>
              <a:ext uri="{FF2B5EF4-FFF2-40B4-BE49-F238E27FC236}">
                <a16:creationId xmlns:a16="http://schemas.microsoft.com/office/drawing/2014/main" id="{B48B94E4-0B96-D83F-0C61-83493481DA69}"/>
              </a:ext>
            </a:extLst>
          </p:cNvPr>
          <p:cNvGrpSpPr/>
          <p:nvPr/>
        </p:nvGrpSpPr>
        <p:grpSpPr>
          <a:xfrm>
            <a:off x="6925926" y="5762463"/>
            <a:ext cx="473760" cy="348480"/>
            <a:chOff x="6925926" y="5762463"/>
            <a:chExt cx="473760" cy="348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41BD60EC-2464-845C-0332-BAB85857D3D9}"/>
                    </a:ext>
                  </a:extLst>
                </p14:cNvPr>
                <p14:cNvContentPartPr/>
                <p14:nvPr/>
              </p14:nvContentPartPr>
              <p14:xfrm>
                <a:off x="6925926" y="5762463"/>
                <a:ext cx="126000" cy="217080"/>
              </p14:xfrm>
            </p:contentPart>
          </mc:Choice>
          <mc:Fallback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41BD60EC-2464-845C-0332-BAB85857D3D9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6907926" y="5744463"/>
                  <a:ext cx="161640" cy="25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B8B0C321-F363-4C66-253D-35E70D550911}"/>
                    </a:ext>
                  </a:extLst>
                </p14:cNvPr>
                <p14:cNvContentPartPr/>
                <p14:nvPr/>
              </p14:nvContentPartPr>
              <p14:xfrm>
                <a:off x="7141926" y="5898903"/>
                <a:ext cx="28080" cy="146880"/>
              </p14:xfrm>
            </p:contentPart>
          </mc:Choice>
          <mc:Fallback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B8B0C321-F363-4C66-253D-35E70D550911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7123926" y="5880903"/>
                  <a:ext cx="6372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50FFDF6A-BB56-F37B-7C76-806D7A339D32}"/>
                    </a:ext>
                  </a:extLst>
                </p14:cNvPr>
                <p14:cNvContentPartPr/>
                <p14:nvPr/>
              </p14:nvContentPartPr>
              <p14:xfrm>
                <a:off x="7260366" y="5891343"/>
                <a:ext cx="139320" cy="219600"/>
              </p14:xfrm>
            </p:contentPart>
          </mc:Choice>
          <mc:Fallback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50FFDF6A-BB56-F37B-7C76-806D7A339D32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7242366" y="5873343"/>
                  <a:ext cx="174960" cy="255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7" name="Group 206">
            <a:extLst>
              <a:ext uri="{FF2B5EF4-FFF2-40B4-BE49-F238E27FC236}">
                <a16:creationId xmlns:a16="http://schemas.microsoft.com/office/drawing/2014/main" id="{9DD57EDF-B30D-DFDA-EE39-2012C677C488}"/>
              </a:ext>
            </a:extLst>
          </p:cNvPr>
          <p:cNvGrpSpPr/>
          <p:nvPr/>
        </p:nvGrpSpPr>
        <p:grpSpPr>
          <a:xfrm>
            <a:off x="3019566" y="3863103"/>
            <a:ext cx="754560" cy="388440"/>
            <a:chOff x="3019566" y="3863103"/>
            <a:chExt cx="754560" cy="388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36F97FD5-A121-84F6-4081-BF8060697246}"/>
                    </a:ext>
                  </a:extLst>
                </p14:cNvPr>
                <p14:cNvContentPartPr/>
                <p14:nvPr/>
              </p14:nvContentPartPr>
              <p14:xfrm>
                <a:off x="3019566" y="3896223"/>
                <a:ext cx="161280" cy="23472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36F97FD5-A121-84F6-4081-BF8060697246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3001566" y="3878223"/>
                  <a:ext cx="196920" cy="27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62FAF0C0-4511-650D-C6BA-142A67FD1FD4}"/>
                    </a:ext>
                  </a:extLst>
                </p14:cNvPr>
                <p14:cNvContentPartPr/>
                <p14:nvPr/>
              </p14:nvContentPartPr>
              <p14:xfrm>
                <a:off x="3302166" y="4042383"/>
                <a:ext cx="91080" cy="20916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62FAF0C0-4511-650D-C6BA-142A67FD1FD4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3284526" y="4024743"/>
                  <a:ext cx="12672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9EE8BDA1-C271-209C-9FA0-91FD53BC5580}"/>
                    </a:ext>
                  </a:extLst>
                </p14:cNvPr>
                <p14:cNvContentPartPr/>
                <p14:nvPr/>
              </p14:nvContentPartPr>
              <p14:xfrm>
                <a:off x="3468486" y="4061103"/>
                <a:ext cx="305640" cy="17316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9EE8BDA1-C271-209C-9FA0-91FD53BC5580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3450486" y="4043103"/>
                  <a:ext cx="34128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A3450D94-641B-754C-C490-2F88E504DF43}"/>
                    </a:ext>
                  </a:extLst>
                </p14:cNvPr>
                <p14:cNvContentPartPr/>
                <p14:nvPr/>
              </p14:nvContentPartPr>
              <p14:xfrm>
                <a:off x="3228726" y="3863103"/>
                <a:ext cx="2880" cy="4248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A3450D94-641B-754C-C490-2F88E504DF43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3210726" y="3845463"/>
                  <a:ext cx="3852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3FE6D8D3-1647-5496-5DAF-54D55BA3F021}"/>
                    </a:ext>
                  </a:extLst>
                </p14:cNvPr>
                <p14:cNvContentPartPr/>
                <p14:nvPr/>
              </p14:nvContentPartPr>
              <p14:xfrm>
                <a:off x="3264726" y="4048143"/>
                <a:ext cx="2520" cy="2916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3FE6D8D3-1647-5496-5DAF-54D55BA3F021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3246726" y="4030503"/>
                  <a:ext cx="3816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7F1A80BD-4A8C-2E90-E1E3-DAD4D0C44AF8}"/>
                    </a:ext>
                  </a:extLst>
                </p14:cNvPr>
                <p14:cNvContentPartPr/>
                <p14:nvPr/>
              </p14:nvContentPartPr>
              <p14:xfrm>
                <a:off x="3482886" y="4128063"/>
                <a:ext cx="4680" cy="10080"/>
              </p14:xfrm>
            </p:contentPart>
          </mc:Choice>
          <mc:Fallback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7F1A80BD-4A8C-2E90-E1E3-DAD4D0C44AF8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3465246" y="4110423"/>
                  <a:ext cx="40320" cy="45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5" name="Group 224">
            <a:extLst>
              <a:ext uri="{FF2B5EF4-FFF2-40B4-BE49-F238E27FC236}">
                <a16:creationId xmlns:a16="http://schemas.microsoft.com/office/drawing/2014/main" id="{C577B3CF-0DE9-1FBB-2EEA-702A27A3B968}"/>
              </a:ext>
            </a:extLst>
          </p:cNvPr>
          <p:cNvGrpSpPr/>
          <p:nvPr/>
        </p:nvGrpSpPr>
        <p:grpSpPr>
          <a:xfrm>
            <a:off x="7619646" y="4718103"/>
            <a:ext cx="3567240" cy="1723320"/>
            <a:chOff x="7619646" y="4718103"/>
            <a:chExt cx="3567240" cy="1723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073DA458-8944-8DCB-CC9B-154CB36B7E50}"/>
                    </a:ext>
                  </a:extLst>
                </p14:cNvPr>
                <p14:cNvContentPartPr/>
                <p14:nvPr/>
              </p14:nvContentPartPr>
              <p14:xfrm>
                <a:off x="7708566" y="4975143"/>
                <a:ext cx="167040" cy="19368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073DA458-8944-8DCB-CC9B-154CB36B7E50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7690566" y="4957503"/>
                  <a:ext cx="202680" cy="2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98AF1553-8816-14F4-4CD0-3A5C3E3C929F}"/>
                    </a:ext>
                  </a:extLst>
                </p14:cNvPr>
                <p14:cNvContentPartPr/>
                <p14:nvPr/>
              </p14:nvContentPartPr>
              <p14:xfrm>
                <a:off x="7927806" y="5063343"/>
                <a:ext cx="117360" cy="190440"/>
              </p14:xfrm>
            </p:contentPart>
          </mc:Choice>
          <mc:Fallback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98AF1553-8816-14F4-4CD0-3A5C3E3C929F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7909806" y="5045343"/>
                  <a:ext cx="15300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F8A1CB4A-0B64-F32E-1C8A-D3E35C317452}"/>
                    </a:ext>
                  </a:extLst>
                </p14:cNvPr>
                <p14:cNvContentPartPr/>
                <p14:nvPr/>
              </p14:nvContentPartPr>
              <p14:xfrm>
                <a:off x="8109606" y="5097183"/>
                <a:ext cx="95040" cy="19296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F8A1CB4A-0B64-F32E-1C8A-D3E35C317452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8091966" y="5079543"/>
                  <a:ext cx="13068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98FA6536-2FC3-29BB-6A4D-F78F52AFDB57}"/>
                    </a:ext>
                  </a:extLst>
                </p14:cNvPr>
                <p14:cNvContentPartPr/>
                <p14:nvPr/>
              </p14:nvContentPartPr>
              <p14:xfrm>
                <a:off x="8390046" y="5058663"/>
                <a:ext cx="139680" cy="1584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98FA6536-2FC3-29BB-6A4D-F78F52AFDB57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8372046" y="5040663"/>
                  <a:ext cx="17532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4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5B193211-39EF-1C3F-6AF6-AB8A160040FE}"/>
                    </a:ext>
                  </a:extLst>
                </p14:cNvPr>
                <p14:cNvContentPartPr/>
                <p14:nvPr/>
              </p14:nvContentPartPr>
              <p14:xfrm>
                <a:off x="8788566" y="4913583"/>
                <a:ext cx="163800" cy="228600"/>
              </p14:xfrm>
            </p:contentPart>
          </mc:Choice>
          <mc:Fallback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5B193211-39EF-1C3F-6AF6-AB8A160040FE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8770926" y="4895583"/>
                  <a:ext cx="199440" cy="26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4899FE35-0A38-F4E4-76D6-936710EF4C6C}"/>
                    </a:ext>
                  </a:extLst>
                </p14:cNvPr>
                <p14:cNvContentPartPr/>
                <p14:nvPr/>
              </p14:nvContentPartPr>
              <p14:xfrm>
                <a:off x="9046686" y="5023023"/>
                <a:ext cx="69120" cy="177120"/>
              </p14:xfrm>
            </p:contentPart>
          </mc:Choice>
          <mc:Fallback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4899FE35-0A38-F4E4-76D6-936710EF4C6C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9028686" y="5005383"/>
                  <a:ext cx="10476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61584073-213A-4B04-E92D-1FB42EDBC530}"/>
                    </a:ext>
                  </a:extLst>
                </p14:cNvPr>
                <p14:cNvContentPartPr/>
                <p14:nvPr/>
              </p14:nvContentPartPr>
              <p14:xfrm>
                <a:off x="9177366" y="5064783"/>
                <a:ext cx="51120" cy="201240"/>
              </p14:xfrm>
            </p:contentPart>
          </mc:Choice>
          <mc:Fallback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61584073-213A-4B04-E92D-1FB42EDBC530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9159366" y="5047143"/>
                  <a:ext cx="8676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945DA592-3CB7-BB52-10C1-5A47C1DC67AD}"/>
                    </a:ext>
                  </a:extLst>
                </p14:cNvPr>
                <p14:cNvContentPartPr/>
                <p14:nvPr/>
              </p14:nvContentPartPr>
              <p14:xfrm>
                <a:off x="9364206" y="4924023"/>
                <a:ext cx="162000" cy="183600"/>
              </p14:xfrm>
            </p:contentPart>
          </mc:Choice>
          <mc:Fallback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945DA592-3CB7-BB52-10C1-5A47C1DC67AD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9346206" y="4906023"/>
                  <a:ext cx="19764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2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811A5AED-7A30-6D1E-2862-F99ABEF16C9B}"/>
                    </a:ext>
                  </a:extLst>
                </p14:cNvPr>
                <p14:cNvContentPartPr/>
                <p14:nvPr/>
              </p14:nvContentPartPr>
              <p14:xfrm>
                <a:off x="9560406" y="5061543"/>
                <a:ext cx="138960" cy="137520"/>
              </p14:xfrm>
            </p:contentPart>
          </mc:Choice>
          <mc:Fallback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811A5AED-7A30-6D1E-2862-F99ABEF16C9B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9542766" y="5043543"/>
                  <a:ext cx="17460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AFB7FA24-4184-9694-C887-83DD9C22F3AF}"/>
                    </a:ext>
                  </a:extLst>
                </p14:cNvPr>
                <p14:cNvContentPartPr/>
                <p14:nvPr/>
              </p14:nvContentPartPr>
              <p14:xfrm>
                <a:off x="9768486" y="5061903"/>
                <a:ext cx="68040" cy="167040"/>
              </p14:xfrm>
            </p:contentPart>
          </mc:Choice>
          <mc:Fallback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AFB7FA24-4184-9694-C887-83DD9C22F3AF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9750486" y="5043903"/>
                  <a:ext cx="10368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6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1B59E6E3-1EEA-5FDD-19DE-06EFA68B0B2A}"/>
                    </a:ext>
                  </a:extLst>
                </p14:cNvPr>
                <p14:cNvContentPartPr/>
                <p14:nvPr/>
              </p14:nvContentPartPr>
              <p14:xfrm>
                <a:off x="9891246" y="4718103"/>
                <a:ext cx="171000" cy="655560"/>
              </p14:xfrm>
            </p:contentPart>
          </mc:Choice>
          <mc:Fallback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1B59E6E3-1EEA-5FDD-19DE-06EFA68B0B2A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9873606" y="4700103"/>
                  <a:ext cx="206640" cy="69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8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3E8B87A2-E2C4-B7DC-D3B0-CC463698B6CB}"/>
                    </a:ext>
                  </a:extLst>
                </p14:cNvPr>
                <p14:cNvContentPartPr/>
                <p14:nvPr/>
              </p14:nvContentPartPr>
              <p14:xfrm>
                <a:off x="9659406" y="5673543"/>
                <a:ext cx="7200" cy="23040"/>
              </p14:xfrm>
            </p:contentPart>
          </mc:Choice>
          <mc:Fallback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3E8B87A2-E2C4-B7DC-D3B0-CC463698B6CB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9641406" y="5655543"/>
                  <a:ext cx="4284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0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B36FC801-8417-4F13-A0FD-A4B23D0994F3}"/>
                    </a:ext>
                  </a:extLst>
                </p14:cNvPr>
                <p14:cNvContentPartPr/>
                <p14:nvPr/>
              </p14:nvContentPartPr>
              <p14:xfrm>
                <a:off x="7619646" y="5557623"/>
                <a:ext cx="197280" cy="708480"/>
              </p14:xfrm>
            </p:contentPart>
          </mc:Choice>
          <mc:Fallback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B36FC801-8417-4F13-A0FD-A4B23D0994F3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7602006" y="5539623"/>
                  <a:ext cx="232920" cy="74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2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2E0B3998-EBCF-D419-F816-E7D2DB869759}"/>
                    </a:ext>
                  </a:extLst>
                </p14:cNvPr>
                <p14:cNvContentPartPr/>
                <p14:nvPr/>
              </p14:nvContentPartPr>
              <p14:xfrm>
                <a:off x="8013486" y="6323703"/>
                <a:ext cx="24840" cy="15120"/>
              </p14:xfrm>
            </p:contentPart>
          </mc:Choice>
          <mc:Fallback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2E0B3998-EBCF-D419-F816-E7D2DB869759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7995486" y="6306063"/>
                  <a:ext cx="6048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4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7F5573AC-43EE-16F4-DE79-3853F45F1094}"/>
                    </a:ext>
                  </a:extLst>
                </p14:cNvPr>
                <p14:cNvContentPartPr/>
                <p14:nvPr/>
              </p14:nvContentPartPr>
              <p14:xfrm>
                <a:off x="7822686" y="5900343"/>
                <a:ext cx="145080" cy="136080"/>
              </p14:xfrm>
            </p:contentPart>
          </mc:Choice>
          <mc:Fallback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7F5573AC-43EE-16F4-DE79-3853F45F1094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7805046" y="5882343"/>
                  <a:ext cx="18072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6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C07E31ED-CFB6-18E7-6DE6-F0D8D8C5B3E7}"/>
                    </a:ext>
                  </a:extLst>
                </p14:cNvPr>
                <p14:cNvContentPartPr/>
                <p14:nvPr/>
              </p14:nvContentPartPr>
              <p14:xfrm>
                <a:off x="8077566" y="5973423"/>
                <a:ext cx="127440" cy="149760"/>
              </p14:xfrm>
            </p:contentPart>
          </mc:Choice>
          <mc:Fallback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C07E31ED-CFB6-18E7-6DE6-F0D8D8C5B3E7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8059566" y="5955423"/>
                  <a:ext cx="16308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8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FF65CBB7-7CA4-10CE-4E4B-8E2A7C932D73}"/>
                    </a:ext>
                  </a:extLst>
                </p14:cNvPr>
                <p14:cNvContentPartPr/>
                <p14:nvPr/>
              </p14:nvContentPartPr>
              <p14:xfrm>
                <a:off x="8333526" y="5961543"/>
                <a:ext cx="34200" cy="203400"/>
              </p14:xfrm>
            </p:contentPart>
          </mc:Choice>
          <mc:Fallback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FF65CBB7-7CA4-10CE-4E4B-8E2A7C932D73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8315886" y="5943543"/>
                  <a:ext cx="6984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0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D9C1980A-CD00-3646-4F71-367DDDC243B8}"/>
                    </a:ext>
                  </a:extLst>
                </p14:cNvPr>
                <p14:cNvContentPartPr/>
                <p14:nvPr/>
              </p14:nvContentPartPr>
              <p14:xfrm>
                <a:off x="8547366" y="5840583"/>
                <a:ext cx="160200" cy="190800"/>
              </p14:xfrm>
            </p:contentPart>
          </mc:Choice>
          <mc:Fallback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D9C1980A-CD00-3646-4F71-367DDDC243B8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8529726" y="5822943"/>
                  <a:ext cx="19584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2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096E936A-7BCB-5ADD-7DAD-0AB70C7293E9}"/>
                    </a:ext>
                  </a:extLst>
                </p14:cNvPr>
                <p14:cNvContentPartPr/>
                <p14:nvPr/>
              </p14:nvContentPartPr>
              <p14:xfrm>
                <a:off x="8748246" y="5931303"/>
                <a:ext cx="106200" cy="202680"/>
              </p14:xfrm>
            </p:contentPart>
          </mc:Choice>
          <mc:Fallback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096E936A-7BCB-5ADD-7DAD-0AB70C7293E9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8730246" y="5913663"/>
                  <a:ext cx="141840" cy="23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4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A228F1B1-8835-88CB-DFCC-277ED792394F}"/>
                    </a:ext>
                  </a:extLst>
                </p14:cNvPr>
                <p14:cNvContentPartPr/>
                <p14:nvPr/>
              </p14:nvContentPartPr>
              <p14:xfrm>
                <a:off x="8932926" y="5986023"/>
                <a:ext cx="174600" cy="153360"/>
              </p14:xfrm>
            </p:contentPart>
          </mc:Choice>
          <mc:Fallback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A228F1B1-8835-88CB-DFCC-277ED792394F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8915286" y="5968023"/>
                  <a:ext cx="21024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6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6DB30005-A35D-5094-55EE-A53BA45E309A}"/>
                    </a:ext>
                  </a:extLst>
                </p14:cNvPr>
                <p14:cNvContentPartPr/>
                <p14:nvPr/>
              </p14:nvContentPartPr>
              <p14:xfrm>
                <a:off x="9194286" y="5971263"/>
                <a:ext cx="153000" cy="43560"/>
              </p14:xfrm>
            </p:contentPart>
          </mc:Choice>
          <mc:Fallback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6DB30005-A35D-5094-55EE-A53BA45E309A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9176646" y="5953263"/>
                  <a:ext cx="18864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8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4A39261A-F2E2-61E1-84EB-B2BE7E6549B2}"/>
                    </a:ext>
                  </a:extLst>
                </p14:cNvPr>
                <p14:cNvContentPartPr/>
                <p14:nvPr/>
              </p14:nvContentPartPr>
              <p14:xfrm>
                <a:off x="9818886" y="5789463"/>
                <a:ext cx="151560" cy="264960"/>
              </p14:xfrm>
            </p:contentPart>
          </mc:Choice>
          <mc:Fallback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4A39261A-F2E2-61E1-84EB-B2BE7E6549B2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9800886" y="5771823"/>
                  <a:ext cx="187200" cy="30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0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E7CD530E-ED87-6572-4495-E5EA0A841641}"/>
                    </a:ext>
                  </a:extLst>
                </p14:cNvPr>
                <p14:cNvContentPartPr/>
                <p14:nvPr/>
              </p14:nvContentPartPr>
              <p14:xfrm>
                <a:off x="10024446" y="5939223"/>
                <a:ext cx="99360" cy="180000"/>
              </p14:xfrm>
            </p:contentPart>
          </mc:Choice>
          <mc:Fallback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E7CD530E-ED87-6572-4495-E5EA0A841641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10006446" y="5921583"/>
                  <a:ext cx="13500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2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3E71EA1E-0C7C-A903-2881-02F7A1758DF1}"/>
                    </a:ext>
                  </a:extLst>
                </p14:cNvPr>
                <p14:cNvContentPartPr/>
                <p14:nvPr/>
              </p14:nvContentPartPr>
              <p14:xfrm>
                <a:off x="10172046" y="5964423"/>
                <a:ext cx="43560" cy="159840"/>
              </p14:xfrm>
            </p:contentPart>
          </mc:Choice>
          <mc:Fallback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3E71EA1E-0C7C-A903-2881-02F7A1758DF1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10154046" y="5946783"/>
                  <a:ext cx="7920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4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4C831C5E-1508-43E0-3E23-7F280E116C26}"/>
                    </a:ext>
                  </a:extLst>
                </p14:cNvPr>
                <p14:cNvContentPartPr/>
                <p14:nvPr/>
              </p14:nvContentPartPr>
              <p14:xfrm>
                <a:off x="10359966" y="5774703"/>
                <a:ext cx="141120" cy="219960"/>
              </p14:xfrm>
            </p:contentPart>
          </mc:Choice>
          <mc:Fallback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4C831C5E-1508-43E0-3E23-7F280E116C26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10342326" y="5757063"/>
                  <a:ext cx="176760" cy="25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6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238686E0-F3FE-B529-3E00-10D571CC2A70}"/>
                    </a:ext>
                  </a:extLst>
                </p14:cNvPr>
                <p14:cNvContentPartPr/>
                <p14:nvPr/>
              </p14:nvContentPartPr>
              <p14:xfrm>
                <a:off x="10537446" y="5895663"/>
                <a:ext cx="137160" cy="180720"/>
              </p14:xfrm>
            </p:contentPart>
          </mc:Choice>
          <mc:Fallback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238686E0-F3FE-B529-3E00-10D571CC2A70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10519806" y="5878023"/>
                  <a:ext cx="17280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8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208EFDBB-767B-5B2D-9A5A-C70815EE04E3}"/>
                    </a:ext>
                  </a:extLst>
                </p14:cNvPr>
                <p14:cNvContentPartPr/>
                <p14:nvPr/>
              </p14:nvContentPartPr>
              <p14:xfrm>
                <a:off x="10759926" y="5915103"/>
                <a:ext cx="152280" cy="178560"/>
              </p14:xfrm>
            </p:contentPart>
          </mc:Choice>
          <mc:Fallback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208EFDBB-767B-5B2D-9A5A-C70815EE04E3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10741926" y="5897463"/>
                  <a:ext cx="18792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0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67185731-B1B4-E67C-3728-53D81953F8E5}"/>
                    </a:ext>
                  </a:extLst>
                </p14:cNvPr>
                <p14:cNvContentPartPr/>
                <p14:nvPr/>
              </p14:nvContentPartPr>
              <p14:xfrm>
                <a:off x="10942806" y="5491023"/>
                <a:ext cx="244080" cy="950400"/>
              </p14:xfrm>
            </p:contentPart>
          </mc:Choice>
          <mc:Fallback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67185731-B1B4-E67C-3728-53D81953F8E5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10925166" y="5473383"/>
                  <a:ext cx="279720" cy="986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32">
            <p14:nvContentPartPr>
              <p14:cNvPr id="224" name="Ink 223">
                <a:extLst>
                  <a:ext uri="{FF2B5EF4-FFF2-40B4-BE49-F238E27FC236}">
                    <a16:creationId xmlns:a16="http://schemas.microsoft.com/office/drawing/2014/main" id="{F89B742B-7A50-F881-AF96-E10440F50885}"/>
                  </a:ext>
                </a:extLst>
              </p14:cNvPr>
              <p14:cNvContentPartPr/>
              <p14:nvPr/>
            </p14:nvContentPartPr>
            <p14:xfrm>
              <a:off x="10667406" y="6745623"/>
              <a:ext cx="10800" cy="24840"/>
            </p14:xfrm>
          </p:contentPart>
        </mc:Choice>
        <mc:Fallback>
          <p:pic>
            <p:nvPicPr>
              <p:cNvPr id="224" name="Ink 223">
                <a:extLst>
                  <a:ext uri="{FF2B5EF4-FFF2-40B4-BE49-F238E27FC236}">
                    <a16:creationId xmlns:a16="http://schemas.microsoft.com/office/drawing/2014/main" id="{F89B742B-7A50-F881-AF96-E10440F50885}"/>
                  </a:ext>
                </a:extLst>
              </p:cNvPr>
              <p:cNvPicPr/>
              <p:nvPr/>
            </p:nvPicPr>
            <p:blipFill>
              <a:blip r:embed="rId333"/>
              <a:stretch>
                <a:fillRect/>
              </a:stretch>
            </p:blipFill>
            <p:spPr>
              <a:xfrm>
                <a:off x="10649766" y="6727983"/>
                <a:ext cx="46440" cy="60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781979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FD106F43-A6F0-4647-49EE-2B87C3A1AB68}"/>
              </a:ext>
            </a:extLst>
          </p:cNvPr>
          <p:cNvGrpSpPr/>
          <p:nvPr/>
        </p:nvGrpSpPr>
        <p:grpSpPr>
          <a:xfrm>
            <a:off x="566526" y="302343"/>
            <a:ext cx="188280" cy="338040"/>
            <a:chOff x="566526" y="302343"/>
            <a:chExt cx="188280" cy="338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CC3C51E6-0592-1C59-ED51-67162C5C003F}"/>
                    </a:ext>
                  </a:extLst>
                </p14:cNvPr>
                <p14:cNvContentPartPr/>
                <p14:nvPr/>
              </p14:nvContentPartPr>
              <p14:xfrm>
                <a:off x="567606" y="302343"/>
                <a:ext cx="187200" cy="33804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CC3C51E6-0592-1C59-ED51-67162C5C003F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549966" y="284343"/>
                  <a:ext cx="222840" cy="37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37EC03AF-CCD1-5686-A829-7AA41D5557F2}"/>
                    </a:ext>
                  </a:extLst>
                </p14:cNvPr>
                <p14:cNvContentPartPr/>
                <p14:nvPr/>
              </p14:nvContentPartPr>
              <p14:xfrm>
                <a:off x="566526" y="462903"/>
                <a:ext cx="179640" cy="5904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37EC03AF-CCD1-5686-A829-7AA41D5557F2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48526" y="444903"/>
                  <a:ext cx="215280" cy="94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41699FC0-AAAB-4DE9-3ED4-9DE32A7AAFA1}"/>
              </a:ext>
            </a:extLst>
          </p:cNvPr>
          <p:cNvGrpSpPr/>
          <p:nvPr/>
        </p:nvGrpSpPr>
        <p:grpSpPr>
          <a:xfrm>
            <a:off x="1027326" y="419703"/>
            <a:ext cx="164520" cy="148320"/>
            <a:chOff x="1027326" y="419703"/>
            <a:chExt cx="164520" cy="148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F82FB7A9-3F3E-9FF3-63CC-CED7EF548548}"/>
                    </a:ext>
                  </a:extLst>
                </p14:cNvPr>
                <p14:cNvContentPartPr/>
                <p14:nvPr/>
              </p14:nvContentPartPr>
              <p14:xfrm>
                <a:off x="1079526" y="419703"/>
                <a:ext cx="103320" cy="1440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F82FB7A9-3F3E-9FF3-63CC-CED7EF548548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061886" y="401703"/>
                  <a:ext cx="13896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A93A7064-0606-01F0-06E7-290ACE996BCB}"/>
                    </a:ext>
                  </a:extLst>
                </p14:cNvPr>
                <p14:cNvContentPartPr/>
                <p14:nvPr/>
              </p14:nvContentPartPr>
              <p14:xfrm>
                <a:off x="1027326" y="526263"/>
                <a:ext cx="164520" cy="4176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A93A7064-0606-01F0-06E7-290ACE996BCB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009326" y="508263"/>
                  <a:ext cx="200160" cy="77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194268F0-BA15-322E-53E3-FEF8009143D8}"/>
                  </a:ext>
                </a:extLst>
              </p14:cNvPr>
              <p14:cNvContentPartPr/>
              <p14:nvPr/>
            </p14:nvContentPartPr>
            <p14:xfrm>
              <a:off x="1955046" y="101823"/>
              <a:ext cx="366120" cy="174240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194268F0-BA15-322E-53E3-FEF8009143D8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937406" y="83823"/>
                <a:ext cx="401760" cy="177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7BB27E9B-A50E-15B0-20AA-AFD460B466A2}"/>
                  </a:ext>
                </a:extLst>
              </p14:cNvPr>
              <p14:cNvContentPartPr/>
              <p14:nvPr/>
            </p14:nvContentPartPr>
            <p14:xfrm>
              <a:off x="2423406" y="277503"/>
              <a:ext cx="134640" cy="19440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7BB27E9B-A50E-15B0-20AA-AFD460B466A2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405766" y="259503"/>
                <a:ext cx="170280" cy="230040"/>
              </a:xfrm>
              <a:prstGeom prst="rect">
                <a:avLst/>
              </a:prstGeom>
            </p:spPr>
          </p:pic>
        </mc:Fallback>
      </mc:AlternateContent>
      <p:grpSp>
        <p:nvGrpSpPr>
          <p:cNvPr id="13" name="Group 12">
            <a:extLst>
              <a:ext uri="{FF2B5EF4-FFF2-40B4-BE49-F238E27FC236}">
                <a16:creationId xmlns:a16="http://schemas.microsoft.com/office/drawing/2014/main" id="{2A8CE8F3-A1BA-FAA9-BD19-C567AF58DB0A}"/>
              </a:ext>
            </a:extLst>
          </p:cNvPr>
          <p:cNvGrpSpPr/>
          <p:nvPr/>
        </p:nvGrpSpPr>
        <p:grpSpPr>
          <a:xfrm>
            <a:off x="3359406" y="283983"/>
            <a:ext cx="401400" cy="197280"/>
            <a:chOff x="3359406" y="283983"/>
            <a:chExt cx="401400" cy="197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2A31DAAD-C6F4-6EF2-66B2-7338BB30E21A}"/>
                    </a:ext>
                  </a:extLst>
                </p14:cNvPr>
                <p14:cNvContentPartPr/>
                <p14:nvPr/>
              </p14:nvContentPartPr>
              <p14:xfrm>
                <a:off x="3359406" y="368583"/>
                <a:ext cx="158760" cy="1368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2A31DAAD-C6F4-6EF2-66B2-7338BB30E21A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341406" y="350943"/>
                  <a:ext cx="19440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CC161680-3152-7576-A9D9-8AD07140E594}"/>
                    </a:ext>
                  </a:extLst>
                </p14:cNvPr>
                <p14:cNvContentPartPr/>
                <p14:nvPr/>
              </p14:nvContentPartPr>
              <p14:xfrm>
                <a:off x="3606006" y="283983"/>
                <a:ext cx="154800" cy="19728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CC161680-3152-7576-A9D9-8AD07140E594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588366" y="266343"/>
                  <a:ext cx="190440" cy="232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C22F77EC-5016-5032-AED5-7571C1E4C7FC}"/>
                  </a:ext>
                </a:extLst>
              </p14:cNvPr>
              <p14:cNvContentPartPr/>
              <p14:nvPr/>
            </p14:nvContentPartPr>
            <p14:xfrm>
              <a:off x="4566126" y="231783"/>
              <a:ext cx="113040" cy="31500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C22F77EC-5016-5032-AED5-7571C1E4C7FC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4548486" y="213783"/>
                <a:ext cx="148680" cy="35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75342353-8951-B9AE-2C4A-EE8DA8FA89AF}"/>
                  </a:ext>
                </a:extLst>
              </p14:cNvPr>
              <p14:cNvContentPartPr/>
              <p14:nvPr/>
            </p14:nvContentPartPr>
            <p14:xfrm>
              <a:off x="2361846" y="850263"/>
              <a:ext cx="271800" cy="21564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75342353-8951-B9AE-2C4A-EE8DA8FA89AF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2344206" y="832623"/>
                <a:ext cx="307440" cy="251280"/>
              </a:xfrm>
              <a:prstGeom prst="rect">
                <a:avLst/>
              </a:prstGeom>
            </p:spPr>
          </p:pic>
        </mc:Fallback>
      </mc:AlternateContent>
      <p:grpSp>
        <p:nvGrpSpPr>
          <p:cNvPr id="18" name="Group 17">
            <a:extLst>
              <a:ext uri="{FF2B5EF4-FFF2-40B4-BE49-F238E27FC236}">
                <a16:creationId xmlns:a16="http://schemas.microsoft.com/office/drawing/2014/main" id="{DB1F4BDB-2964-44BF-E1AD-03E9BB96DEA0}"/>
              </a:ext>
            </a:extLst>
          </p:cNvPr>
          <p:cNvGrpSpPr/>
          <p:nvPr/>
        </p:nvGrpSpPr>
        <p:grpSpPr>
          <a:xfrm>
            <a:off x="3526446" y="789783"/>
            <a:ext cx="414720" cy="245880"/>
            <a:chOff x="3526446" y="789783"/>
            <a:chExt cx="414720" cy="245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BAA22389-0F86-5193-F0E3-6C56A0E13DB3}"/>
                    </a:ext>
                  </a:extLst>
                </p14:cNvPr>
                <p14:cNvContentPartPr/>
                <p14:nvPr/>
              </p14:nvContentPartPr>
              <p14:xfrm>
                <a:off x="3526446" y="925863"/>
                <a:ext cx="128880" cy="2484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BAA22389-0F86-5193-F0E3-6C56A0E13DB3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508446" y="908223"/>
                  <a:ext cx="16452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E87FF798-8D78-58F7-E663-8D0B01AB6C73}"/>
                    </a:ext>
                  </a:extLst>
                </p14:cNvPr>
                <p14:cNvContentPartPr/>
                <p14:nvPr/>
              </p14:nvContentPartPr>
              <p14:xfrm>
                <a:off x="3772326" y="789783"/>
                <a:ext cx="168840" cy="24588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E87FF798-8D78-58F7-E663-8D0B01AB6C73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754686" y="771783"/>
                  <a:ext cx="204480" cy="281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0E9371E4-7C47-16D6-82BB-7A108E001083}"/>
                  </a:ext>
                </a:extLst>
              </p14:cNvPr>
              <p14:cNvContentPartPr/>
              <p14:nvPr/>
            </p14:nvContentPartPr>
            <p14:xfrm>
              <a:off x="4484406" y="768543"/>
              <a:ext cx="122760" cy="28188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0E9371E4-7C47-16D6-82BB-7A108E001083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4466406" y="750543"/>
                <a:ext cx="158400" cy="31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AE652979-D072-C08F-7C60-DE394B2BC61C}"/>
                  </a:ext>
                </a:extLst>
              </p14:cNvPr>
              <p14:cNvContentPartPr/>
              <p14:nvPr/>
            </p14:nvContentPartPr>
            <p14:xfrm>
              <a:off x="2459406" y="1449663"/>
              <a:ext cx="167760" cy="22428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AE652979-D072-C08F-7C60-DE394B2BC61C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2441766" y="1431663"/>
                <a:ext cx="203400" cy="25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C46568B2-449D-3227-414F-D388770A7625}"/>
                  </a:ext>
                </a:extLst>
              </p14:cNvPr>
              <p14:cNvContentPartPr/>
              <p14:nvPr/>
            </p14:nvContentPartPr>
            <p14:xfrm>
              <a:off x="4482246" y="1330503"/>
              <a:ext cx="6840" cy="25776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C46568B2-449D-3227-414F-D388770A7625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4464606" y="1312863"/>
                <a:ext cx="42480" cy="29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6BC9A24F-243B-58F7-8F64-8E72C859609E}"/>
                  </a:ext>
                </a:extLst>
              </p14:cNvPr>
              <p14:cNvContentPartPr/>
              <p14:nvPr/>
            </p14:nvContentPartPr>
            <p14:xfrm>
              <a:off x="4776726" y="156183"/>
              <a:ext cx="226440" cy="154512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6BC9A24F-243B-58F7-8F64-8E72C859609E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4759086" y="138543"/>
                <a:ext cx="262080" cy="1580760"/>
              </a:xfrm>
              <a:prstGeom prst="rect">
                <a:avLst/>
              </a:prstGeom>
            </p:spPr>
          </p:pic>
        </mc:Fallback>
      </mc:AlternateContent>
      <p:grpSp>
        <p:nvGrpSpPr>
          <p:cNvPr id="29" name="Group 28">
            <a:extLst>
              <a:ext uri="{FF2B5EF4-FFF2-40B4-BE49-F238E27FC236}">
                <a16:creationId xmlns:a16="http://schemas.microsoft.com/office/drawing/2014/main" id="{5BF8C3DE-6717-69E1-26EC-692EC0DE2D5E}"/>
              </a:ext>
            </a:extLst>
          </p:cNvPr>
          <p:cNvGrpSpPr/>
          <p:nvPr/>
        </p:nvGrpSpPr>
        <p:grpSpPr>
          <a:xfrm>
            <a:off x="7270086" y="121623"/>
            <a:ext cx="607320" cy="441720"/>
            <a:chOff x="7270086" y="121623"/>
            <a:chExt cx="607320" cy="441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DF566761-AF0A-F7A6-74D4-1D17BCBFCF1C}"/>
                    </a:ext>
                  </a:extLst>
                </p14:cNvPr>
                <p14:cNvContentPartPr/>
                <p14:nvPr/>
              </p14:nvContentPartPr>
              <p14:xfrm>
                <a:off x="7270086" y="293343"/>
                <a:ext cx="202320" cy="27000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DF566761-AF0A-F7A6-74D4-1D17BCBFCF1C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7252086" y="275703"/>
                  <a:ext cx="237960" cy="30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D48E884B-AF73-2092-A31E-B3062252444F}"/>
                    </a:ext>
                  </a:extLst>
                </p14:cNvPr>
                <p14:cNvContentPartPr/>
                <p14:nvPr/>
              </p14:nvContentPartPr>
              <p14:xfrm>
                <a:off x="7282326" y="412863"/>
                <a:ext cx="97560" cy="3024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D48E884B-AF73-2092-A31E-B3062252444F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7264326" y="394863"/>
                  <a:ext cx="13320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0DB5B868-C859-BB83-5BCB-8904C2FFEDCD}"/>
                    </a:ext>
                  </a:extLst>
                </p14:cNvPr>
                <p14:cNvContentPartPr/>
                <p14:nvPr/>
              </p14:nvContentPartPr>
              <p14:xfrm>
                <a:off x="7622166" y="244743"/>
                <a:ext cx="116280" cy="4680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0DB5B868-C859-BB83-5BCB-8904C2FFEDCD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7604166" y="227103"/>
                  <a:ext cx="15192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33DFEE47-A34F-BD8F-E811-157D763B2208}"/>
                    </a:ext>
                  </a:extLst>
                </p14:cNvPr>
                <p14:cNvContentPartPr/>
                <p14:nvPr/>
              </p14:nvContentPartPr>
              <p14:xfrm>
                <a:off x="7855806" y="121623"/>
                <a:ext cx="21600" cy="24768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33DFEE47-A34F-BD8F-E811-157D763B2208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7838166" y="103623"/>
                  <a:ext cx="57240" cy="283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94E03808-17CB-915F-1222-144389FDA380}"/>
              </a:ext>
            </a:extLst>
          </p:cNvPr>
          <p:cNvGrpSpPr/>
          <p:nvPr/>
        </p:nvGrpSpPr>
        <p:grpSpPr>
          <a:xfrm>
            <a:off x="6042486" y="260223"/>
            <a:ext cx="778680" cy="676080"/>
            <a:chOff x="6042486" y="260223"/>
            <a:chExt cx="778680" cy="676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4B3BD6BD-197E-2295-CE94-FBE1A54D26F0}"/>
                    </a:ext>
                  </a:extLst>
                </p14:cNvPr>
                <p14:cNvContentPartPr/>
                <p14:nvPr/>
              </p14:nvContentPartPr>
              <p14:xfrm>
                <a:off x="6042486" y="260223"/>
                <a:ext cx="294480" cy="67608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4B3BD6BD-197E-2295-CE94-FBE1A54D26F0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6024846" y="242223"/>
                  <a:ext cx="330120" cy="71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26944C90-E14D-5399-AEDC-09AE784A08EB}"/>
                    </a:ext>
                  </a:extLst>
                </p14:cNvPr>
                <p14:cNvContentPartPr/>
                <p14:nvPr/>
              </p14:nvContentPartPr>
              <p14:xfrm>
                <a:off x="6325806" y="509703"/>
                <a:ext cx="29160" cy="14760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26944C90-E14D-5399-AEDC-09AE784A08EB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6308166" y="492063"/>
                  <a:ext cx="6480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69DE1E5D-B33C-1AEA-9717-9D0A4619ADA0}"/>
                    </a:ext>
                  </a:extLst>
                </p14:cNvPr>
                <p14:cNvContentPartPr/>
                <p14:nvPr/>
              </p14:nvContentPartPr>
              <p14:xfrm>
                <a:off x="6371526" y="372903"/>
                <a:ext cx="7200" cy="3456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69DE1E5D-B33C-1AEA-9717-9D0A4619ADA0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353886" y="355263"/>
                  <a:ext cx="4284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456DB34A-43EC-FFC9-A32C-A83C93E52F99}"/>
                    </a:ext>
                  </a:extLst>
                </p14:cNvPr>
                <p14:cNvContentPartPr/>
                <p14:nvPr/>
              </p14:nvContentPartPr>
              <p14:xfrm>
                <a:off x="6429126" y="480903"/>
                <a:ext cx="143640" cy="13608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456DB34A-43EC-FFC9-A32C-A83C93E52F99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6411126" y="462903"/>
                  <a:ext cx="17928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C65E4AF2-26A9-3D00-4EEE-B61C2D94011A}"/>
                    </a:ext>
                  </a:extLst>
                </p14:cNvPr>
                <p14:cNvContentPartPr/>
                <p14:nvPr/>
              </p14:nvContentPartPr>
              <p14:xfrm>
                <a:off x="6616326" y="269583"/>
                <a:ext cx="204840" cy="33120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C65E4AF2-26A9-3D00-4EEE-B61C2D94011A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6598686" y="251943"/>
                  <a:ext cx="240480" cy="366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86905628-E084-F7EF-CC9A-CEC0D34FF3B9}"/>
                  </a:ext>
                </a:extLst>
              </p14:cNvPr>
              <p14:cNvContentPartPr/>
              <p14:nvPr/>
            </p14:nvContentPartPr>
            <p14:xfrm>
              <a:off x="7182246" y="623103"/>
              <a:ext cx="33120" cy="2520"/>
            </p14:xfrm>
          </p:contentPart>
        </mc:Choice>
        <mc:Fallback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86905628-E084-F7EF-CC9A-CEC0D34FF3B9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7164246" y="605103"/>
                <a:ext cx="68760" cy="38160"/>
              </a:xfrm>
              <a:prstGeom prst="rect">
                <a:avLst/>
              </a:prstGeom>
            </p:spPr>
          </p:pic>
        </mc:Fallback>
      </mc:AlternateContent>
      <p:grpSp>
        <p:nvGrpSpPr>
          <p:cNvPr id="42" name="Group 41">
            <a:extLst>
              <a:ext uri="{FF2B5EF4-FFF2-40B4-BE49-F238E27FC236}">
                <a16:creationId xmlns:a16="http://schemas.microsoft.com/office/drawing/2014/main" id="{C3B0B341-B9E7-6654-7FAF-887B941A7FDE}"/>
              </a:ext>
            </a:extLst>
          </p:cNvPr>
          <p:cNvGrpSpPr/>
          <p:nvPr/>
        </p:nvGrpSpPr>
        <p:grpSpPr>
          <a:xfrm>
            <a:off x="394446" y="2179023"/>
            <a:ext cx="781920" cy="395280"/>
            <a:chOff x="394446" y="2179023"/>
            <a:chExt cx="781920" cy="395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A935F0F5-116E-2404-845B-168C545034AA}"/>
                    </a:ext>
                  </a:extLst>
                </p14:cNvPr>
                <p14:cNvContentPartPr/>
                <p14:nvPr/>
              </p14:nvContentPartPr>
              <p14:xfrm>
                <a:off x="394446" y="2208903"/>
                <a:ext cx="91800" cy="36540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A935F0F5-116E-2404-845B-168C545034AA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376446" y="2190903"/>
                  <a:ext cx="127440" cy="40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1772487B-C3E1-C53C-4B3F-8B44509EF396}"/>
                    </a:ext>
                  </a:extLst>
                </p14:cNvPr>
                <p14:cNvContentPartPr/>
                <p14:nvPr/>
              </p14:nvContentPartPr>
              <p14:xfrm>
                <a:off x="562206" y="2229423"/>
                <a:ext cx="164160" cy="28152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1772487B-C3E1-C53C-4B3F-8B44509EF396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544566" y="2211423"/>
                  <a:ext cx="199800" cy="31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792452D5-3E0A-9CC1-79D9-6871E09582DD}"/>
                    </a:ext>
                  </a:extLst>
                </p14:cNvPr>
                <p14:cNvContentPartPr/>
                <p14:nvPr/>
              </p14:nvContentPartPr>
              <p14:xfrm>
                <a:off x="595326" y="2365503"/>
                <a:ext cx="102960" cy="4176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792452D5-3E0A-9CC1-79D9-6871E09582DD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577686" y="2347863"/>
                  <a:ext cx="13860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51A71E4C-75A0-64C1-403E-BE750369FDC8}"/>
                    </a:ext>
                  </a:extLst>
                </p14:cNvPr>
                <p14:cNvContentPartPr/>
                <p14:nvPr/>
              </p14:nvContentPartPr>
              <p14:xfrm>
                <a:off x="833646" y="2179023"/>
                <a:ext cx="42480" cy="33300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51A71E4C-75A0-64C1-403E-BE750369FDC8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815646" y="2161023"/>
                  <a:ext cx="78120" cy="36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83D5FDA9-4974-BFAA-181C-B2768C25A01C}"/>
                    </a:ext>
                  </a:extLst>
                </p14:cNvPr>
                <p14:cNvContentPartPr/>
                <p14:nvPr/>
              </p14:nvContentPartPr>
              <p14:xfrm>
                <a:off x="1024806" y="2393583"/>
                <a:ext cx="75960" cy="756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83D5FDA9-4974-BFAA-181C-B2768C25A01C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006806" y="2375943"/>
                  <a:ext cx="11160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2DF313E5-A5C1-AFEC-B478-BB5DB205EE7B}"/>
                    </a:ext>
                  </a:extLst>
                </p14:cNvPr>
                <p14:cNvContentPartPr/>
                <p14:nvPr/>
              </p14:nvContentPartPr>
              <p14:xfrm>
                <a:off x="996006" y="2469903"/>
                <a:ext cx="180360" cy="3168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2DF313E5-A5C1-AFEC-B478-BB5DB205EE7B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978366" y="2452263"/>
                  <a:ext cx="216000" cy="67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6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86B6B7B8-D1CB-C6B5-2628-D3B8F9ECA92C}"/>
                  </a:ext>
                </a:extLst>
              </p14:cNvPr>
              <p14:cNvContentPartPr/>
              <p14:nvPr/>
            </p14:nvContentPartPr>
            <p14:xfrm>
              <a:off x="2477406" y="412143"/>
              <a:ext cx="2880" cy="5400"/>
            </p14:xfrm>
          </p:contentPart>
        </mc:Choice>
        <mc:Fallback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86B6B7B8-D1CB-C6B5-2628-D3B8F9ECA92C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2459406" y="394143"/>
                <a:ext cx="38520" cy="41040"/>
              </a:xfrm>
              <a:prstGeom prst="rect">
                <a:avLst/>
              </a:prstGeom>
            </p:spPr>
          </p:pic>
        </mc:Fallback>
      </mc:AlternateContent>
      <p:grpSp>
        <p:nvGrpSpPr>
          <p:cNvPr id="47" name="Group 46">
            <a:extLst>
              <a:ext uri="{FF2B5EF4-FFF2-40B4-BE49-F238E27FC236}">
                <a16:creationId xmlns:a16="http://schemas.microsoft.com/office/drawing/2014/main" id="{D22489A9-11C7-0930-588E-3408A36FDB8E}"/>
              </a:ext>
            </a:extLst>
          </p:cNvPr>
          <p:cNvGrpSpPr/>
          <p:nvPr/>
        </p:nvGrpSpPr>
        <p:grpSpPr>
          <a:xfrm>
            <a:off x="1403166" y="2075703"/>
            <a:ext cx="532080" cy="988200"/>
            <a:chOff x="1403166" y="2075703"/>
            <a:chExt cx="532080" cy="988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1A3A13B0-28A0-D04D-17D8-E6639E182392}"/>
                    </a:ext>
                  </a:extLst>
                </p14:cNvPr>
                <p14:cNvContentPartPr/>
                <p14:nvPr/>
              </p14:nvContentPartPr>
              <p14:xfrm>
                <a:off x="1403166" y="2244543"/>
                <a:ext cx="146520" cy="24804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1A3A13B0-28A0-D04D-17D8-E6639E182392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385526" y="2226903"/>
                  <a:ext cx="182160" cy="28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72AE7661-479E-3C25-AAFD-EE22678234AE}"/>
                    </a:ext>
                  </a:extLst>
                </p14:cNvPr>
                <p14:cNvContentPartPr/>
                <p14:nvPr/>
              </p14:nvContentPartPr>
              <p14:xfrm>
                <a:off x="1664526" y="2075703"/>
                <a:ext cx="270720" cy="98820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72AE7661-479E-3C25-AAFD-EE22678234AE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646526" y="2057703"/>
                  <a:ext cx="306360" cy="1023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F5F23693-628C-68A2-21FE-303F2397BE1F}"/>
              </a:ext>
            </a:extLst>
          </p:cNvPr>
          <p:cNvGrpSpPr/>
          <p:nvPr/>
        </p:nvGrpSpPr>
        <p:grpSpPr>
          <a:xfrm>
            <a:off x="1932366" y="2256063"/>
            <a:ext cx="314640" cy="284040"/>
            <a:chOff x="1932366" y="2256063"/>
            <a:chExt cx="314640" cy="284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DDA9F4BA-6C16-0C02-026F-C3F87A4017AD}"/>
                    </a:ext>
                  </a:extLst>
                </p14:cNvPr>
                <p14:cNvContentPartPr/>
                <p14:nvPr/>
              </p14:nvContentPartPr>
              <p14:xfrm>
                <a:off x="1932366" y="2358663"/>
                <a:ext cx="115560" cy="2448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DDA9F4BA-6C16-0C02-026F-C3F87A4017AD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914366" y="2341023"/>
                  <a:ext cx="15120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792B06A0-2E1F-D2F4-C563-A641F5240B16}"/>
                    </a:ext>
                  </a:extLst>
                </p14:cNvPr>
                <p14:cNvContentPartPr/>
                <p14:nvPr/>
              </p14:nvContentPartPr>
              <p14:xfrm>
                <a:off x="2086806" y="2256063"/>
                <a:ext cx="160200" cy="28404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792B06A0-2E1F-D2F4-C563-A641F5240B16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2068806" y="2238423"/>
                  <a:ext cx="195840" cy="319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6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3F465B67-FDFB-8F05-BE62-52AA8A6D6540}"/>
                  </a:ext>
                </a:extLst>
              </p14:cNvPr>
              <p14:cNvContentPartPr/>
              <p14:nvPr/>
            </p14:nvContentPartPr>
            <p14:xfrm>
              <a:off x="2496846" y="2396103"/>
              <a:ext cx="186480" cy="21240"/>
            </p14:xfrm>
          </p:contentPart>
        </mc:Choice>
        <mc:Fallback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3F465B67-FDFB-8F05-BE62-52AA8A6D6540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2479206" y="2378463"/>
                <a:ext cx="222120" cy="56880"/>
              </a:xfrm>
              <a:prstGeom prst="rect">
                <a:avLst/>
              </a:prstGeom>
            </p:spPr>
          </p:pic>
        </mc:Fallback>
      </mc:AlternateContent>
      <p:grpSp>
        <p:nvGrpSpPr>
          <p:cNvPr id="53" name="Group 52">
            <a:extLst>
              <a:ext uri="{FF2B5EF4-FFF2-40B4-BE49-F238E27FC236}">
                <a16:creationId xmlns:a16="http://schemas.microsoft.com/office/drawing/2014/main" id="{5EB488AF-3E16-1FF2-E825-6E1B45CF6C3A}"/>
              </a:ext>
            </a:extLst>
          </p:cNvPr>
          <p:cNvGrpSpPr/>
          <p:nvPr/>
        </p:nvGrpSpPr>
        <p:grpSpPr>
          <a:xfrm>
            <a:off x="3561006" y="1468383"/>
            <a:ext cx="259920" cy="200520"/>
            <a:chOff x="3561006" y="1468383"/>
            <a:chExt cx="259920" cy="200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2F69179B-D0DE-A346-73B9-0389911D2C3E}"/>
                    </a:ext>
                  </a:extLst>
                </p14:cNvPr>
                <p14:cNvContentPartPr/>
                <p14:nvPr/>
              </p14:nvContentPartPr>
              <p14:xfrm>
                <a:off x="3561006" y="1527783"/>
                <a:ext cx="143280" cy="1728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2F69179B-D0DE-A346-73B9-0389911D2C3E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3543366" y="1510143"/>
                  <a:ext cx="17892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01AF4845-ADF1-CFBC-220D-0FA850FDB449}"/>
                    </a:ext>
                  </a:extLst>
                </p14:cNvPr>
                <p14:cNvContentPartPr/>
                <p14:nvPr/>
              </p14:nvContentPartPr>
              <p14:xfrm>
                <a:off x="3809046" y="1468383"/>
                <a:ext cx="11880" cy="18324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01AF4845-ADF1-CFBC-220D-0FA850FDB449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3791046" y="1450743"/>
                  <a:ext cx="4752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A879A9EF-3B50-439E-3F2D-74F57D82C16A}"/>
                    </a:ext>
                  </a:extLst>
                </p14:cNvPr>
                <p14:cNvContentPartPr/>
                <p14:nvPr/>
              </p14:nvContentPartPr>
              <p14:xfrm>
                <a:off x="3716886" y="1668543"/>
                <a:ext cx="360" cy="36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A879A9EF-3B50-439E-3F2D-74F57D82C16A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3698886" y="1650903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98756A06-D39F-33D9-D595-071CE3795C75}"/>
              </a:ext>
            </a:extLst>
          </p:cNvPr>
          <p:cNvGrpSpPr/>
          <p:nvPr/>
        </p:nvGrpSpPr>
        <p:grpSpPr>
          <a:xfrm>
            <a:off x="2881326" y="1935303"/>
            <a:ext cx="851400" cy="1307880"/>
            <a:chOff x="2881326" y="1935303"/>
            <a:chExt cx="851400" cy="1307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081EC747-0689-6BD0-87A6-76D6FCD699D9}"/>
                    </a:ext>
                  </a:extLst>
                </p14:cNvPr>
                <p14:cNvContentPartPr/>
                <p14:nvPr/>
              </p14:nvContentPartPr>
              <p14:xfrm>
                <a:off x="2881326" y="2178663"/>
                <a:ext cx="70560" cy="35964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081EC747-0689-6BD0-87A6-76D6FCD699D9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2863686" y="2161023"/>
                  <a:ext cx="106200" cy="39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5665CBAB-0B38-4C4C-738A-EC7105F1842D}"/>
                    </a:ext>
                  </a:extLst>
                </p14:cNvPr>
                <p14:cNvContentPartPr/>
                <p14:nvPr/>
              </p14:nvContentPartPr>
              <p14:xfrm>
                <a:off x="3031086" y="2360823"/>
                <a:ext cx="105480" cy="3492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5665CBAB-0B38-4C4C-738A-EC7105F1842D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3013446" y="2343183"/>
                  <a:ext cx="14112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8EA7326C-D16D-B9E8-0696-3FA48FE1EBE2}"/>
                    </a:ext>
                  </a:extLst>
                </p14:cNvPr>
                <p14:cNvContentPartPr/>
                <p14:nvPr/>
              </p14:nvContentPartPr>
              <p14:xfrm>
                <a:off x="3229806" y="2248503"/>
                <a:ext cx="114840" cy="26028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8EA7326C-D16D-B9E8-0696-3FA48FE1EBE2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3212166" y="2230503"/>
                  <a:ext cx="150480" cy="29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7CE8B6FC-F472-752F-7435-5181559F4730}"/>
                    </a:ext>
                  </a:extLst>
                </p14:cNvPr>
                <p14:cNvContentPartPr/>
                <p14:nvPr/>
              </p14:nvContentPartPr>
              <p14:xfrm>
                <a:off x="3383166" y="2110623"/>
                <a:ext cx="107640" cy="50796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7CE8B6FC-F472-752F-7435-5181559F4730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3365166" y="2092623"/>
                  <a:ext cx="143280" cy="54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E411E3E9-056C-1E44-3154-4FAFAD25BAD8}"/>
                    </a:ext>
                  </a:extLst>
                </p14:cNvPr>
                <p14:cNvContentPartPr/>
                <p14:nvPr/>
              </p14:nvContentPartPr>
              <p14:xfrm>
                <a:off x="3471006" y="1935303"/>
                <a:ext cx="261720" cy="130788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E411E3E9-056C-1E44-3154-4FAFAD25BAD8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3453006" y="1917303"/>
                  <a:ext cx="297360" cy="1343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94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546BAC6A-3DCB-37D4-A51C-AF9B9333E91D}"/>
                  </a:ext>
                </a:extLst>
              </p14:cNvPr>
              <p14:cNvContentPartPr/>
              <p14:nvPr/>
            </p14:nvContentPartPr>
            <p14:xfrm>
              <a:off x="4022526" y="2350383"/>
              <a:ext cx="144720" cy="45360"/>
            </p14:xfrm>
          </p:contentPart>
        </mc:Choice>
        <mc:Fallback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546BAC6A-3DCB-37D4-A51C-AF9B9333E91D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4004886" y="2332743"/>
                <a:ext cx="180360" cy="81000"/>
              </a:xfrm>
              <a:prstGeom prst="rect">
                <a:avLst/>
              </a:prstGeom>
            </p:spPr>
          </p:pic>
        </mc:Fallback>
      </mc:AlternateContent>
      <p:grpSp>
        <p:nvGrpSpPr>
          <p:cNvPr id="64" name="Group 63">
            <a:extLst>
              <a:ext uri="{FF2B5EF4-FFF2-40B4-BE49-F238E27FC236}">
                <a16:creationId xmlns:a16="http://schemas.microsoft.com/office/drawing/2014/main" id="{C9AC37C8-536F-08EC-7F40-4C189C08307A}"/>
              </a:ext>
            </a:extLst>
          </p:cNvPr>
          <p:cNvGrpSpPr/>
          <p:nvPr/>
        </p:nvGrpSpPr>
        <p:grpSpPr>
          <a:xfrm>
            <a:off x="4119006" y="2067423"/>
            <a:ext cx="578520" cy="835560"/>
            <a:chOff x="4119006" y="2067423"/>
            <a:chExt cx="578520" cy="835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AF622076-0857-8719-F376-6AEA587B472B}"/>
                    </a:ext>
                  </a:extLst>
                </p14:cNvPr>
                <p14:cNvContentPartPr/>
                <p14:nvPr/>
              </p14:nvContentPartPr>
              <p14:xfrm>
                <a:off x="4119006" y="2243103"/>
                <a:ext cx="29520" cy="25704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AF622076-0857-8719-F376-6AEA587B472B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4101006" y="2225463"/>
                  <a:ext cx="65160" cy="29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E8F52005-B530-7A19-6DCA-DD7BC1167E1E}"/>
                    </a:ext>
                  </a:extLst>
                </p14:cNvPr>
                <p14:cNvContentPartPr/>
                <p14:nvPr/>
              </p14:nvContentPartPr>
              <p14:xfrm>
                <a:off x="4288206" y="2205303"/>
                <a:ext cx="113040" cy="29376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E8F52005-B530-7A19-6DCA-DD7BC1167E1E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4270566" y="2187303"/>
                  <a:ext cx="148680" cy="32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C3C17817-AADB-42BC-5C4A-1D5326B7D50D}"/>
                    </a:ext>
                  </a:extLst>
                </p14:cNvPr>
                <p14:cNvContentPartPr/>
                <p14:nvPr/>
              </p14:nvContentPartPr>
              <p14:xfrm>
                <a:off x="4539486" y="2067423"/>
                <a:ext cx="158040" cy="83556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C3C17817-AADB-42BC-5C4A-1D5326B7D50D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4521846" y="2049783"/>
                  <a:ext cx="193680" cy="871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02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C201FED6-2D8A-89B4-F363-8B68C39A7577}"/>
                  </a:ext>
                </a:extLst>
              </p14:cNvPr>
              <p14:cNvContentPartPr/>
              <p14:nvPr/>
            </p14:nvContentPartPr>
            <p14:xfrm>
              <a:off x="4401606" y="1566303"/>
              <a:ext cx="7200" cy="10800"/>
            </p14:xfrm>
          </p:contentPart>
        </mc:Choice>
        <mc:Fallback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C201FED6-2D8A-89B4-F363-8B68C39A7577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4383606" y="1548303"/>
                <a:ext cx="42840" cy="4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4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E0D7757C-57AF-DB2D-9636-AACA5A5A91BF}"/>
                  </a:ext>
                </a:extLst>
              </p14:cNvPr>
              <p14:cNvContentPartPr/>
              <p14:nvPr/>
            </p14:nvContentPartPr>
            <p14:xfrm>
              <a:off x="2682966" y="1619943"/>
              <a:ext cx="10800" cy="3240"/>
            </p14:xfrm>
          </p:contentPart>
        </mc:Choice>
        <mc:Fallback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E0D7757C-57AF-DB2D-9636-AACA5A5A91BF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2664966" y="1601943"/>
                <a:ext cx="46440" cy="3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6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9BAE888C-27EF-B96E-6E42-CF59CAED069D}"/>
                  </a:ext>
                </a:extLst>
              </p14:cNvPr>
              <p14:cNvContentPartPr/>
              <p14:nvPr/>
            </p14:nvContentPartPr>
            <p14:xfrm>
              <a:off x="4828206" y="931263"/>
              <a:ext cx="11880" cy="2880"/>
            </p14:xfrm>
          </p:contentPart>
        </mc:Choice>
        <mc:Fallback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9BAE888C-27EF-B96E-6E42-CF59CAED069D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4810206" y="913623"/>
                <a:ext cx="47520" cy="38520"/>
              </a:xfrm>
              <a:prstGeom prst="rect">
                <a:avLst/>
              </a:prstGeom>
            </p:spPr>
          </p:pic>
        </mc:Fallback>
      </mc:AlternateContent>
      <p:grpSp>
        <p:nvGrpSpPr>
          <p:cNvPr id="72" name="Group 71">
            <a:extLst>
              <a:ext uri="{FF2B5EF4-FFF2-40B4-BE49-F238E27FC236}">
                <a16:creationId xmlns:a16="http://schemas.microsoft.com/office/drawing/2014/main" id="{9108E828-B021-6ADB-9784-A1613A0E5A6B}"/>
              </a:ext>
            </a:extLst>
          </p:cNvPr>
          <p:cNvGrpSpPr/>
          <p:nvPr/>
        </p:nvGrpSpPr>
        <p:grpSpPr>
          <a:xfrm>
            <a:off x="4880046" y="2021343"/>
            <a:ext cx="1038960" cy="599760"/>
            <a:chOff x="4880046" y="2021343"/>
            <a:chExt cx="1038960" cy="599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920AFDA4-DF9B-ECD2-854D-CA90B7385EB2}"/>
                    </a:ext>
                  </a:extLst>
                </p14:cNvPr>
                <p14:cNvContentPartPr/>
                <p14:nvPr/>
              </p14:nvContentPartPr>
              <p14:xfrm>
                <a:off x="4880046" y="2234823"/>
                <a:ext cx="221400" cy="25668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920AFDA4-DF9B-ECD2-854D-CA90B7385EB2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4862406" y="2217183"/>
                  <a:ext cx="257040" cy="29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ED322207-4009-E803-4D5B-408E11CD8E55}"/>
                    </a:ext>
                  </a:extLst>
                </p14:cNvPr>
                <p14:cNvContentPartPr/>
                <p14:nvPr/>
              </p14:nvContentPartPr>
              <p14:xfrm>
                <a:off x="5241126" y="2324463"/>
                <a:ext cx="201240" cy="2880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ED322207-4009-E803-4D5B-408E11CD8E55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5223486" y="2306463"/>
                  <a:ext cx="23688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BB266F67-F0CE-FCA3-F5DC-366085FDE7DC}"/>
                    </a:ext>
                  </a:extLst>
                </p14:cNvPr>
                <p14:cNvContentPartPr/>
                <p14:nvPr/>
              </p14:nvContentPartPr>
              <p14:xfrm>
                <a:off x="5554686" y="2222943"/>
                <a:ext cx="154440" cy="22680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BB266F67-F0CE-FCA3-F5DC-366085FDE7DC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5536686" y="2204943"/>
                  <a:ext cx="190080" cy="26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22E0059E-7ABC-6DEF-1C28-EAFF4035561A}"/>
                    </a:ext>
                  </a:extLst>
                </p14:cNvPr>
                <p14:cNvContentPartPr/>
                <p14:nvPr/>
              </p14:nvContentPartPr>
              <p14:xfrm>
                <a:off x="5745486" y="2021343"/>
                <a:ext cx="173520" cy="59976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22E0059E-7ABC-6DEF-1C28-EAFF4035561A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5727486" y="2003703"/>
                  <a:ext cx="209160" cy="635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5AFC4471-47D8-2451-B4CE-6EC7AD830E2C}"/>
              </a:ext>
            </a:extLst>
          </p:cNvPr>
          <p:cNvGrpSpPr/>
          <p:nvPr/>
        </p:nvGrpSpPr>
        <p:grpSpPr>
          <a:xfrm>
            <a:off x="6200886" y="2161743"/>
            <a:ext cx="209520" cy="263520"/>
            <a:chOff x="6200886" y="2161743"/>
            <a:chExt cx="209520" cy="263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172BE2C3-FC71-0CE3-ADF8-7AB2C69B3561}"/>
                    </a:ext>
                  </a:extLst>
                </p14:cNvPr>
                <p14:cNvContentPartPr/>
                <p14:nvPr/>
              </p14:nvContentPartPr>
              <p14:xfrm>
                <a:off x="6200886" y="2240943"/>
                <a:ext cx="209520" cy="5292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172BE2C3-FC71-0CE3-ADF8-7AB2C69B3561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6182886" y="2223303"/>
                  <a:ext cx="24516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4FB138C9-701F-09F3-4A38-F770C1A2537B}"/>
                    </a:ext>
                  </a:extLst>
                </p14:cNvPr>
                <p14:cNvContentPartPr/>
                <p14:nvPr/>
              </p14:nvContentPartPr>
              <p14:xfrm>
                <a:off x="6341286" y="2161743"/>
                <a:ext cx="8280" cy="26352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4FB138C9-701F-09F3-4A38-F770C1A2537B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6323286" y="2144103"/>
                  <a:ext cx="43920" cy="299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20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45288EA1-537F-CEE3-B7DD-04A7E0F5BFC0}"/>
                  </a:ext>
                </a:extLst>
              </p14:cNvPr>
              <p14:cNvContentPartPr/>
              <p14:nvPr/>
            </p14:nvContentPartPr>
            <p14:xfrm>
              <a:off x="6601206" y="2078583"/>
              <a:ext cx="140400" cy="378360"/>
            </p14:xfrm>
          </p:contentPart>
        </mc:Choice>
        <mc:Fallback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45288EA1-537F-CEE3-B7DD-04A7E0F5BFC0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6583566" y="2060583"/>
                <a:ext cx="176040" cy="414000"/>
              </a:xfrm>
              <a:prstGeom prst="rect">
                <a:avLst/>
              </a:prstGeom>
            </p:spPr>
          </p:pic>
        </mc:Fallback>
      </mc:AlternateContent>
      <p:grpSp>
        <p:nvGrpSpPr>
          <p:cNvPr id="84" name="Group 83">
            <a:extLst>
              <a:ext uri="{FF2B5EF4-FFF2-40B4-BE49-F238E27FC236}">
                <a16:creationId xmlns:a16="http://schemas.microsoft.com/office/drawing/2014/main" id="{4DBEDD23-3ED4-A02C-9FF9-DD584FBEC3FD}"/>
              </a:ext>
            </a:extLst>
          </p:cNvPr>
          <p:cNvGrpSpPr/>
          <p:nvPr/>
        </p:nvGrpSpPr>
        <p:grpSpPr>
          <a:xfrm>
            <a:off x="7040766" y="1880583"/>
            <a:ext cx="1459800" cy="838800"/>
            <a:chOff x="7040766" y="1880583"/>
            <a:chExt cx="1459800" cy="838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A4E0E3DD-6599-5171-A2A2-BFB2B5C93D56}"/>
                    </a:ext>
                  </a:extLst>
                </p14:cNvPr>
                <p14:cNvContentPartPr/>
                <p14:nvPr/>
              </p14:nvContentPartPr>
              <p14:xfrm>
                <a:off x="7040766" y="1947903"/>
                <a:ext cx="176040" cy="70128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A4E0E3DD-6599-5171-A2A2-BFB2B5C93D56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7022766" y="1930263"/>
                  <a:ext cx="211680" cy="73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87EDD0E5-6C61-9BCB-7C91-38B0D22BA5FB}"/>
                    </a:ext>
                  </a:extLst>
                </p14:cNvPr>
                <p14:cNvContentPartPr/>
                <p14:nvPr/>
              </p14:nvContentPartPr>
              <p14:xfrm>
                <a:off x="7263246" y="2289543"/>
                <a:ext cx="160920" cy="3420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87EDD0E5-6C61-9BCB-7C91-38B0D22BA5FB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7245246" y="2271903"/>
                  <a:ext cx="19656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D73AAC96-E3AC-2E9D-D084-46B97A496895}"/>
                    </a:ext>
                  </a:extLst>
                </p14:cNvPr>
                <p14:cNvContentPartPr/>
                <p14:nvPr/>
              </p14:nvContentPartPr>
              <p14:xfrm>
                <a:off x="7493646" y="2174343"/>
                <a:ext cx="147240" cy="27792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D73AAC96-E3AC-2E9D-D084-46B97A496895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7475646" y="2156343"/>
                  <a:ext cx="182880" cy="31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5293C87B-ACA5-5C0E-58BA-D60E17CEB290}"/>
                    </a:ext>
                  </a:extLst>
                </p14:cNvPr>
                <p14:cNvContentPartPr/>
                <p14:nvPr/>
              </p14:nvContentPartPr>
              <p14:xfrm>
                <a:off x="7794606" y="2260743"/>
                <a:ext cx="135000" cy="3132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5293C87B-ACA5-5C0E-58BA-D60E17CEB290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7776966" y="2242743"/>
                  <a:ext cx="17064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406F7787-BC3C-4481-95CB-8C3B41D0C9C8}"/>
                    </a:ext>
                  </a:extLst>
                </p14:cNvPr>
                <p14:cNvContentPartPr/>
                <p14:nvPr/>
              </p14:nvContentPartPr>
              <p14:xfrm>
                <a:off x="8076486" y="2136183"/>
                <a:ext cx="167040" cy="20520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406F7787-BC3C-4481-95CB-8C3B41D0C9C8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8058486" y="2118183"/>
                  <a:ext cx="20268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08DE9DB4-E1A6-5968-E17A-2F6174EE68C5}"/>
                    </a:ext>
                  </a:extLst>
                </p14:cNvPr>
                <p14:cNvContentPartPr/>
                <p14:nvPr/>
              </p14:nvContentPartPr>
              <p14:xfrm>
                <a:off x="8242086" y="1880583"/>
                <a:ext cx="258480" cy="83880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08DE9DB4-E1A6-5968-E17A-2F6174EE68C5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8224446" y="1862583"/>
                  <a:ext cx="294120" cy="874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34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FFD0C265-6CE7-B304-724C-F82945FE9FB5}"/>
                  </a:ext>
                </a:extLst>
              </p14:cNvPr>
              <p14:cNvContentPartPr/>
              <p14:nvPr/>
            </p14:nvContentPartPr>
            <p14:xfrm>
              <a:off x="7931406" y="2923863"/>
              <a:ext cx="10800" cy="5760"/>
            </p14:xfrm>
          </p:contentPart>
        </mc:Choice>
        <mc:Fallback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FFD0C265-6CE7-B304-724C-F82945FE9FB5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7913766" y="2906223"/>
                <a:ext cx="46440" cy="41400"/>
              </a:xfrm>
              <a:prstGeom prst="rect">
                <a:avLst/>
              </a:prstGeom>
            </p:spPr>
          </p:pic>
        </mc:Fallback>
      </mc:AlternateContent>
      <p:grpSp>
        <p:nvGrpSpPr>
          <p:cNvPr id="109" name="Group 108">
            <a:extLst>
              <a:ext uri="{FF2B5EF4-FFF2-40B4-BE49-F238E27FC236}">
                <a16:creationId xmlns:a16="http://schemas.microsoft.com/office/drawing/2014/main" id="{B85EB325-2BCB-3F90-7DB9-FB251FAD7F48}"/>
              </a:ext>
            </a:extLst>
          </p:cNvPr>
          <p:cNvGrpSpPr/>
          <p:nvPr/>
        </p:nvGrpSpPr>
        <p:grpSpPr>
          <a:xfrm>
            <a:off x="931926" y="3354783"/>
            <a:ext cx="185760" cy="127080"/>
            <a:chOff x="931926" y="3354783"/>
            <a:chExt cx="185760" cy="127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7B33C55B-BF9F-F238-D634-C855BA25769B}"/>
                    </a:ext>
                  </a:extLst>
                </p14:cNvPr>
                <p14:cNvContentPartPr/>
                <p14:nvPr/>
              </p14:nvContentPartPr>
              <p14:xfrm>
                <a:off x="940566" y="3354783"/>
                <a:ext cx="85320" cy="936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7B33C55B-BF9F-F238-D634-C855BA25769B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922566" y="3337143"/>
                  <a:ext cx="12096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939E6F43-CD10-AE25-CCCA-AE508EF4B967}"/>
                    </a:ext>
                  </a:extLst>
                </p14:cNvPr>
                <p14:cNvContentPartPr/>
                <p14:nvPr/>
              </p14:nvContentPartPr>
              <p14:xfrm>
                <a:off x="931926" y="3450183"/>
                <a:ext cx="185760" cy="3168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939E6F43-CD10-AE25-CCCA-AE508EF4B967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914286" y="3432183"/>
                  <a:ext cx="221400" cy="67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6C952857-0FCE-B22F-DE98-460103BB6FE2}"/>
              </a:ext>
            </a:extLst>
          </p:cNvPr>
          <p:cNvGrpSpPr/>
          <p:nvPr/>
        </p:nvGrpSpPr>
        <p:grpSpPr>
          <a:xfrm>
            <a:off x="1322526" y="3050223"/>
            <a:ext cx="1800360" cy="672480"/>
            <a:chOff x="1322526" y="3050223"/>
            <a:chExt cx="1800360" cy="672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D297D5B6-8930-CDA4-ED0C-34D3F3A6F461}"/>
                    </a:ext>
                  </a:extLst>
                </p14:cNvPr>
                <p14:cNvContentPartPr/>
                <p14:nvPr/>
              </p14:nvContentPartPr>
              <p14:xfrm>
                <a:off x="1322526" y="3262983"/>
                <a:ext cx="192960" cy="30096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D297D5B6-8930-CDA4-ED0C-34D3F3A6F461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1304526" y="3244983"/>
                  <a:ext cx="228600" cy="33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2B858FCA-4701-60A9-5ED3-A7094169E8B6}"/>
                    </a:ext>
                  </a:extLst>
                </p14:cNvPr>
                <p14:cNvContentPartPr/>
                <p14:nvPr/>
              </p14:nvContentPartPr>
              <p14:xfrm>
                <a:off x="1618446" y="3205383"/>
                <a:ext cx="187200" cy="51732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2B858FCA-4701-60A9-5ED3-A7094169E8B6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1600806" y="3187383"/>
                  <a:ext cx="222840" cy="55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DE0B2783-0B6E-7022-4218-42BD3ED4EF7D}"/>
                    </a:ext>
                  </a:extLst>
                </p14:cNvPr>
                <p14:cNvContentPartPr/>
                <p14:nvPr/>
              </p14:nvContentPartPr>
              <p14:xfrm>
                <a:off x="1871166" y="3408063"/>
                <a:ext cx="239400" cy="4608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DE0B2783-0B6E-7022-4218-42BD3ED4EF7D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1853166" y="3390063"/>
                  <a:ext cx="27504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70B09D74-5849-4554-F20E-A20A22A450B8}"/>
                    </a:ext>
                  </a:extLst>
                </p14:cNvPr>
                <p14:cNvContentPartPr/>
                <p14:nvPr/>
              </p14:nvContentPartPr>
              <p14:xfrm>
                <a:off x="2240526" y="3260463"/>
                <a:ext cx="134640" cy="22176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70B09D74-5849-4554-F20E-A20A22A450B8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2222526" y="3242463"/>
                  <a:ext cx="17028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05D1B0EE-BFC6-EDD2-6B19-C4ED33857BC1}"/>
                    </a:ext>
                  </a:extLst>
                </p14:cNvPr>
                <p14:cNvContentPartPr/>
                <p14:nvPr/>
              </p14:nvContentPartPr>
              <p14:xfrm>
                <a:off x="2504046" y="3346503"/>
                <a:ext cx="139320" cy="3060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05D1B0EE-BFC6-EDD2-6B19-C4ED33857BC1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2486406" y="3328863"/>
                  <a:ext cx="17496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96EF4859-81FF-F67B-4A21-A0A6D7AE6A22}"/>
                    </a:ext>
                  </a:extLst>
                </p14:cNvPr>
                <p14:cNvContentPartPr/>
                <p14:nvPr/>
              </p14:nvContentPartPr>
              <p14:xfrm>
                <a:off x="2589726" y="3244983"/>
                <a:ext cx="17280" cy="19404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96EF4859-81FF-F67B-4A21-A0A6D7AE6A22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2571726" y="3227343"/>
                  <a:ext cx="5292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25CE5B10-C1A2-B499-3EF7-E4C01499E4EF}"/>
                    </a:ext>
                  </a:extLst>
                </p14:cNvPr>
                <p14:cNvContentPartPr/>
                <p14:nvPr/>
              </p14:nvContentPartPr>
              <p14:xfrm>
                <a:off x="2813646" y="3221223"/>
                <a:ext cx="140760" cy="23328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25CE5B10-C1A2-B499-3EF7-E4C01499E4EF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2795646" y="3203583"/>
                  <a:ext cx="176400" cy="26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C363BE49-C8D1-0221-BFBC-E454B26C9DD1}"/>
                    </a:ext>
                  </a:extLst>
                </p14:cNvPr>
                <p14:cNvContentPartPr/>
                <p14:nvPr/>
              </p14:nvContentPartPr>
              <p14:xfrm>
                <a:off x="3000126" y="3050223"/>
                <a:ext cx="122760" cy="59184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C363BE49-C8D1-0221-BFBC-E454B26C9DD1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2982486" y="3032583"/>
                  <a:ext cx="158400" cy="627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B7EA35A1-1A87-990B-4B8C-BA41C56594E4}"/>
              </a:ext>
            </a:extLst>
          </p:cNvPr>
          <p:cNvGrpSpPr/>
          <p:nvPr/>
        </p:nvGrpSpPr>
        <p:grpSpPr>
          <a:xfrm>
            <a:off x="3455886" y="3356583"/>
            <a:ext cx="183600" cy="209160"/>
            <a:chOff x="3455886" y="3356583"/>
            <a:chExt cx="183600" cy="209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E5F59AB5-C4B4-9018-EB3F-2063E8DC0BD7}"/>
                    </a:ext>
                  </a:extLst>
                </p14:cNvPr>
                <p14:cNvContentPartPr/>
                <p14:nvPr/>
              </p14:nvContentPartPr>
              <p14:xfrm>
                <a:off x="3455886" y="3416343"/>
                <a:ext cx="183600" cy="3168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E5F59AB5-C4B4-9018-EB3F-2063E8DC0BD7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3438246" y="3398343"/>
                  <a:ext cx="21924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BD8FDB57-7856-F8FD-4807-FE4830BB394D}"/>
                    </a:ext>
                  </a:extLst>
                </p14:cNvPr>
                <p14:cNvContentPartPr/>
                <p14:nvPr/>
              </p14:nvContentPartPr>
              <p14:xfrm>
                <a:off x="3532566" y="3356583"/>
                <a:ext cx="42480" cy="20916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BD8FDB57-7856-F8FD-4807-FE4830BB394D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3514926" y="3338943"/>
                  <a:ext cx="78120" cy="244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939797DA-07F6-BD20-3783-42BABA389EC5}"/>
              </a:ext>
            </a:extLst>
          </p:cNvPr>
          <p:cNvGrpSpPr/>
          <p:nvPr/>
        </p:nvGrpSpPr>
        <p:grpSpPr>
          <a:xfrm>
            <a:off x="3856926" y="3176223"/>
            <a:ext cx="838080" cy="461160"/>
            <a:chOff x="3856926" y="3176223"/>
            <a:chExt cx="838080" cy="461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BEBEDA81-5F3F-F208-15BA-93D0941A8D03}"/>
                    </a:ext>
                  </a:extLst>
                </p14:cNvPr>
                <p14:cNvContentPartPr/>
                <p14:nvPr/>
              </p14:nvContentPartPr>
              <p14:xfrm>
                <a:off x="3856926" y="3296103"/>
                <a:ext cx="165600" cy="22032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BEBEDA81-5F3F-F208-15BA-93D0941A8D03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3838926" y="3278463"/>
                  <a:ext cx="201240" cy="25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DF90759C-CB08-6190-9E80-481C32BE532A}"/>
                    </a:ext>
                  </a:extLst>
                </p14:cNvPr>
                <p14:cNvContentPartPr/>
                <p14:nvPr/>
              </p14:nvContentPartPr>
              <p14:xfrm>
                <a:off x="4148886" y="3206463"/>
                <a:ext cx="96840" cy="43092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DF90759C-CB08-6190-9E80-481C32BE532A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4130886" y="3188463"/>
                  <a:ext cx="132480" cy="46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BF1308DD-7B28-7326-486F-240D7CD82096}"/>
                    </a:ext>
                  </a:extLst>
                </p14:cNvPr>
                <p14:cNvContentPartPr/>
                <p14:nvPr/>
              </p14:nvContentPartPr>
              <p14:xfrm>
                <a:off x="4330686" y="3353703"/>
                <a:ext cx="180000" cy="13032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BF1308DD-7B28-7326-486F-240D7CD82096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4312686" y="3335703"/>
                  <a:ext cx="21564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E45C8C55-1434-CDF2-AF65-D6007AB70496}"/>
                    </a:ext>
                  </a:extLst>
                </p14:cNvPr>
                <p14:cNvContentPartPr/>
                <p14:nvPr/>
              </p14:nvContentPartPr>
              <p14:xfrm>
                <a:off x="4576206" y="3176223"/>
                <a:ext cx="118800" cy="44676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E45C8C55-1434-CDF2-AF65-D6007AB70496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4558206" y="3158223"/>
                  <a:ext cx="154440" cy="482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68">
            <p14:nvContentPartPr>
              <p14:cNvPr id="101" name="Ink 100">
                <a:extLst>
                  <a:ext uri="{FF2B5EF4-FFF2-40B4-BE49-F238E27FC236}">
                    <a16:creationId xmlns:a16="http://schemas.microsoft.com/office/drawing/2014/main" id="{BB7B3712-C681-2869-2088-BE93AA4241F0}"/>
                  </a:ext>
                </a:extLst>
              </p14:cNvPr>
              <p14:cNvContentPartPr/>
              <p14:nvPr/>
            </p14:nvContentPartPr>
            <p14:xfrm>
              <a:off x="5005686" y="3315903"/>
              <a:ext cx="147240" cy="33840"/>
            </p14:xfrm>
          </p:contentPart>
        </mc:Choice>
        <mc:Fallback>
          <p:pic>
            <p:nvPicPr>
              <p:cNvPr id="101" name="Ink 100">
                <a:extLst>
                  <a:ext uri="{FF2B5EF4-FFF2-40B4-BE49-F238E27FC236}">
                    <a16:creationId xmlns:a16="http://schemas.microsoft.com/office/drawing/2014/main" id="{BB7B3712-C681-2869-2088-BE93AA4241F0}"/>
                  </a:ext>
                </a:extLst>
              </p:cNvPr>
              <p:cNvPicPr/>
              <p:nvPr/>
            </p:nvPicPr>
            <p:blipFill>
              <a:blip r:embed="rId169"/>
              <a:stretch>
                <a:fillRect/>
              </a:stretch>
            </p:blipFill>
            <p:spPr>
              <a:xfrm>
                <a:off x="4988046" y="3298263"/>
                <a:ext cx="182880" cy="6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0">
            <p14:nvContentPartPr>
              <p14:cNvPr id="102" name="Ink 101">
                <a:extLst>
                  <a:ext uri="{FF2B5EF4-FFF2-40B4-BE49-F238E27FC236}">
                    <a16:creationId xmlns:a16="http://schemas.microsoft.com/office/drawing/2014/main" id="{530343D9-53FB-8BBE-1F90-0C1502F829DC}"/>
                  </a:ext>
                </a:extLst>
              </p14:cNvPr>
              <p14:cNvContentPartPr/>
              <p14:nvPr/>
            </p14:nvContentPartPr>
            <p14:xfrm>
              <a:off x="5381886" y="3202143"/>
              <a:ext cx="163800" cy="244440"/>
            </p14:xfrm>
          </p:contentPart>
        </mc:Choice>
        <mc:Fallback>
          <p:pic>
            <p:nvPicPr>
              <p:cNvPr id="102" name="Ink 101">
                <a:extLst>
                  <a:ext uri="{FF2B5EF4-FFF2-40B4-BE49-F238E27FC236}">
                    <a16:creationId xmlns:a16="http://schemas.microsoft.com/office/drawing/2014/main" id="{530343D9-53FB-8BBE-1F90-0C1502F829DC}"/>
                  </a:ext>
                </a:extLst>
              </p:cNvPr>
              <p:cNvPicPr/>
              <p:nvPr/>
            </p:nvPicPr>
            <p:blipFill>
              <a:blip r:embed="rId171"/>
              <a:stretch>
                <a:fillRect/>
              </a:stretch>
            </p:blipFill>
            <p:spPr>
              <a:xfrm>
                <a:off x="5364246" y="3184503"/>
                <a:ext cx="199440" cy="280080"/>
              </a:xfrm>
              <a:prstGeom prst="rect">
                <a:avLst/>
              </a:prstGeom>
            </p:spPr>
          </p:pic>
        </mc:Fallback>
      </mc:AlternateContent>
      <p:grpSp>
        <p:nvGrpSpPr>
          <p:cNvPr id="105" name="Group 104">
            <a:extLst>
              <a:ext uri="{FF2B5EF4-FFF2-40B4-BE49-F238E27FC236}">
                <a16:creationId xmlns:a16="http://schemas.microsoft.com/office/drawing/2014/main" id="{E2558FFA-E30F-4245-C7E8-B6FFD6D0481E}"/>
              </a:ext>
            </a:extLst>
          </p:cNvPr>
          <p:cNvGrpSpPr/>
          <p:nvPr/>
        </p:nvGrpSpPr>
        <p:grpSpPr>
          <a:xfrm>
            <a:off x="832206" y="4129863"/>
            <a:ext cx="248760" cy="124200"/>
            <a:chOff x="832206" y="4129863"/>
            <a:chExt cx="248760" cy="124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3B04CA18-4DF5-6819-E655-DA2B32EE2BC8}"/>
                    </a:ext>
                  </a:extLst>
                </p14:cNvPr>
                <p14:cNvContentPartPr/>
                <p14:nvPr/>
              </p14:nvContentPartPr>
              <p14:xfrm>
                <a:off x="882966" y="4129863"/>
                <a:ext cx="120240" cy="396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3B04CA18-4DF5-6819-E655-DA2B32EE2BC8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865326" y="4112223"/>
                  <a:ext cx="15588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A3741516-EAAC-1F1F-22E0-046C1DB3CBAA}"/>
                    </a:ext>
                  </a:extLst>
                </p14:cNvPr>
                <p14:cNvContentPartPr/>
                <p14:nvPr/>
              </p14:nvContentPartPr>
              <p14:xfrm>
                <a:off x="832206" y="4224543"/>
                <a:ext cx="248760" cy="2952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A3741516-EAAC-1F1F-22E0-046C1DB3CBAA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814566" y="4206903"/>
                  <a:ext cx="284400" cy="65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76">
            <p14:nvContentPartPr>
              <p14:cNvPr id="110" name="Ink 109">
                <a:extLst>
                  <a:ext uri="{FF2B5EF4-FFF2-40B4-BE49-F238E27FC236}">
                    <a16:creationId xmlns:a16="http://schemas.microsoft.com/office/drawing/2014/main" id="{6F8A8984-CEAF-1868-524C-3BD40995A367}"/>
                  </a:ext>
                </a:extLst>
              </p14:cNvPr>
              <p14:cNvContentPartPr/>
              <p14:nvPr/>
            </p14:nvContentPartPr>
            <p14:xfrm>
              <a:off x="1816806" y="4072983"/>
              <a:ext cx="220680" cy="235080"/>
            </p14:xfrm>
          </p:contentPart>
        </mc:Choice>
        <mc:Fallback>
          <p:pic>
            <p:nvPicPr>
              <p:cNvPr id="110" name="Ink 109">
                <a:extLst>
                  <a:ext uri="{FF2B5EF4-FFF2-40B4-BE49-F238E27FC236}">
                    <a16:creationId xmlns:a16="http://schemas.microsoft.com/office/drawing/2014/main" id="{6F8A8984-CEAF-1868-524C-3BD40995A367}"/>
                  </a:ext>
                </a:extLst>
              </p:cNvPr>
              <p:cNvPicPr/>
              <p:nvPr/>
            </p:nvPicPr>
            <p:blipFill>
              <a:blip r:embed="rId177"/>
              <a:stretch>
                <a:fillRect/>
              </a:stretch>
            </p:blipFill>
            <p:spPr>
              <a:xfrm>
                <a:off x="1799166" y="4054983"/>
                <a:ext cx="256320" cy="27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8">
            <p14:nvContentPartPr>
              <p14:cNvPr id="113" name="Ink 112">
                <a:extLst>
                  <a:ext uri="{FF2B5EF4-FFF2-40B4-BE49-F238E27FC236}">
                    <a16:creationId xmlns:a16="http://schemas.microsoft.com/office/drawing/2014/main" id="{1C7580FA-ED4B-E75E-2605-5D4F852E2E95}"/>
                  </a:ext>
                </a:extLst>
              </p14:cNvPr>
              <p14:cNvContentPartPr/>
              <p14:nvPr/>
            </p14:nvContentPartPr>
            <p14:xfrm>
              <a:off x="2690886" y="4025463"/>
              <a:ext cx="109440" cy="263880"/>
            </p14:xfrm>
          </p:contentPart>
        </mc:Choice>
        <mc:Fallback>
          <p:pic>
            <p:nvPicPr>
              <p:cNvPr id="113" name="Ink 112">
                <a:extLst>
                  <a:ext uri="{FF2B5EF4-FFF2-40B4-BE49-F238E27FC236}">
                    <a16:creationId xmlns:a16="http://schemas.microsoft.com/office/drawing/2014/main" id="{1C7580FA-ED4B-E75E-2605-5D4F852E2E95}"/>
                  </a:ext>
                </a:extLst>
              </p:cNvPr>
              <p:cNvPicPr/>
              <p:nvPr/>
            </p:nvPicPr>
            <p:blipFill>
              <a:blip r:embed="rId179"/>
              <a:stretch>
                <a:fillRect/>
              </a:stretch>
            </p:blipFill>
            <p:spPr>
              <a:xfrm>
                <a:off x="2672886" y="4007823"/>
                <a:ext cx="145080" cy="299520"/>
              </a:xfrm>
              <a:prstGeom prst="rect">
                <a:avLst/>
              </a:prstGeom>
            </p:spPr>
          </p:pic>
        </mc:Fallback>
      </mc:AlternateContent>
      <p:grpSp>
        <p:nvGrpSpPr>
          <p:cNvPr id="123" name="Group 122">
            <a:extLst>
              <a:ext uri="{FF2B5EF4-FFF2-40B4-BE49-F238E27FC236}">
                <a16:creationId xmlns:a16="http://schemas.microsoft.com/office/drawing/2014/main" id="{29EA1E28-DB2C-2CCB-A67C-2F14C36004AA}"/>
              </a:ext>
            </a:extLst>
          </p:cNvPr>
          <p:cNvGrpSpPr/>
          <p:nvPr/>
        </p:nvGrpSpPr>
        <p:grpSpPr>
          <a:xfrm>
            <a:off x="3088326" y="3966063"/>
            <a:ext cx="450720" cy="224280"/>
            <a:chOff x="3088326" y="3966063"/>
            <a:chExt cx="450720" cy="224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708C2655-6B57-439C-60B2-0C6122B4850A}"/>
                    </a:ext>
                  </a:extLst>
                </p14:cNvPr>
                <p14:cNvContentPartPr/>
                <p14:nvPr/>
              </p14:nvContentPartPr>
              <p14:xfrm>
                <a:off x="3088326" y="4127703"/>
                <a:ext cx="118800" cy="2808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708C2655-6B57-439C-60B2-0C6122B4850A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3070326" y="4110063"/>
                  <a:ext cx="15444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5EEBC73F-4E82-0B50-1A55-D7BC7B031796}"/>
                    </a:ext>
                  </a:extLst>
                </p14:cNvPr>
                <p14:cNvContentPartPr/>
                <p14:nvPr/>
              </p14:nvContentPartPr>
              <p14:xfrm>
                <a:off x="3380646" y="3966063"/>
                <a:ext cx="158400" cy="22428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5EEBC73F-4E82-0B50-1A55-D7BC7B031796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3362646" y="3948423"/>
                  <a:ext cx="194040" cy="259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AF4D202E-2FF0-A546-954B-B73B70CCAEFC}"/>
              </a:ext>
            </a:extLst>
          </p:cNvPr>
          <p:cNvGrpSpPr/>
          <p:nvPr/>
        </p:nvGrpSpPr>
        <p:grpSpPr>
          <a:xfrm>
            <a:off x="3756846" y="4054983"/>
            <a:ext cx="195840" cy="118080"/>
            <a:chOff x="3756846" y="4054983"/>
            <a:chExt cx="195840" cy="118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941C3C0F-23C7-346D-0442-32C394FD5385}"/>
                    </a:ext>
                  </a:extLst>
                </p14:cNvPr>
                <p14:cNvContentPartPr/>
                <p14:nvPr/>
              </p14:nvContentPartPr>
              <p14:xfrm>
                <a:off x="3791766" y="4054983"/>
                <a:ext cx="118800" cy="648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941C3C0F-23C7-346D-0442-32C394FD5385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3774126" y="4036983"/>
                  <a:ext cx="15444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38DBCE84-B6D6-484E-6221-44C601F75367}"/>
                    </a:ext>
                  </a:extLst>
                </p14:cNvPr>
                <p14:cNvContentPartPr/>
                <p14:nvPr/>
              </p14:nvContentPartPr>
              <p14:xfrm>
                <a:off x="3756846" y="4139583"/>
                <a:ext cx="195840" cy="3348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38DBCE84-B6D6-484E-6221-44C601F75367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3738846" y="4121943"/>
                  <a:ext cx="231480" cy="69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88">
            <p14:nvContentPartPr>
              <p14:cNvPr id="118" name="Ink 117">
                <a:extLst>
                  <a:ext uri="{FF2B5EF4-FFF2-40B4-BE49-F238E27FC236}">
                    <a16:creationId xmlns:a16="http://schemas.microsoft.com/office/drawing/2014/main" id="{FE5CE70B-E53B-44A3-F869-DC35A759944F}"/>
                  </a:ext>
                </a:extLst>
              </p14:cNvPr>
              <p14:cNvContentPartPr/>
              <p14:nvPr/>
            </p14:nvContentPartPr>
            <p14:xfrm>
              <a:off x="4359846" y="3945183"/>
              <a:ext cx="11520" cy="435600"/>
            </p14:xfrm>
          </p:contentPart>
        </mc:Choice>
        <mc:Fallback>
          <p:pic>
            <p:nvPicPr>
              <p:cNvPr id="118" name="Ink 117">
                <a:extLst>
                  <a:ext uri="{FF2B5EF4-FFF2-40B4-BE49-F238E27FC236}">
                    <a16:creationId xmlns:a16="http://schemas.microsoft.com/office/drawing/2014/main" id="{FE5CE70B-E53B-44A3-F869-DC35A759944F}"/>
                  </a:ext>
                </a:extLst>
              </p:cNvPr>
              <p:cNvPicPr/>
              <p:nvPr/>
            </p:nvPicPr>
            <p:blipFill>
              <a:blip r:embed="rId189"/>
              <a:stretch>
                <a:fillRect/>
              </a:stretch>
            </p:blipFill>
            <p:spPr>
              <a:xfrm>
                <a:off x="4342206" y="3927183"/>
                <a:ext cx="47160" cy="471240"/>
              </a:xfrm>
              <a:prstGeom prst="rect">
                <a:avLst/>
              </a:prstGeom>
            </p:spPr>
          </p:pic>
        </mc:Fallback>
      </mc:AlternateContent>
      <p:grpSp>
        <p:nvGrpSpPr>
          <p:cNvPr id="121" name="Group 120">
            <a:extLst>
              <a:ext uri="{FF2B5EF4-FFF2-40B4-BE49-F238E27FC236}">
                <a16:creationId xmlns:a16="http://schemas.microsoft.com/office/drawing/2014/main" id="{B39EAE76-898B-BE69-2ABD-30321A0E0EA8}"/>
              </a:ext>
            </a:extLst>
          </p:cNvPr>
          <p:cNvGrpSpPr/>
          <p:nvPr/>
        </p:nvGrpSpPr>
        <p:grpSpPr>
          <a:xfrm>
            <a:off x="2313246" y="4075863"/>
            <a:ext cx="185400" cy="257040"/>
            <a:chOff x="2313246" y="4075863"/>
            <a:chExt cx="185400" cy="257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DE256A37-B246-37A9-96A5-9C714B778FE6}"/>
                    </a:ext>
                  </a:extLst>
                </p14:cNvPr>
                <p14:cNvContentPartPr/>
                <p14:nvPr/>
              </p14:nvContentPartPr>
              <p14:xfrm>
                <a:off x="2402886" y="4179543"/>
                <a:ext cx="95760" cy="2160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DE256A37-B246-37A9-96A5-9C714B778FE6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2384886" y="4161543"/>
                  <a:ext cx="13140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E3C8722B-025E-4630-75D5-ED8B264FFFDE}"/>
                    </a:ext>
                  </a:extLst>
                </p14:cNvPr>
                <p14:cNvContentPartPr/>
                <p14:nvPr/>
              </p14:nvContentPartPr>
              <p14:xfrm>
                <a:off x="2397486" y="4082703"/>
                <a:ext cx="36360" cy="16596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E3C8722B-025E-4630-75D5-ED8B264FFFDE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2379846" y="4064703"/>
                  <a:ext cx="7200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F952AD4B-C94B-E672-9907-5657FA545886}"/>
                    </a:ext>
                  </a:extLst>
                </p14:cNvPr>
                <p14:cNvContentPartPr/>
                <p14:nvPr/>
              </p14:nvContentPartPr>
              <p14:xfrm>
                <a:off x="2313246" y="4186383"/>
                <a:ext cx="156600" cy="1692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F952AD4B-C94B-E672-9907-5657FA545886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2295606" y="4168383"/>
                  <a:ext cx="19224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34297430-74F7-5A8E-08A2-8F825ECE9555}"/>
                    </a:ext>
                  </a:extLst>
                </p14:cNvPr>
                <p14:cNvContentPartPr/>
                <p14:nvPr/>
              </p14:nvContentPartPr>
              <p14:xfrm>
                <a:off x="2432766" y="4075863"/>
                <a:ext cx="28080" cy="25704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34297430-74F7-5A8E-08A2-8F825ECE9555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2415126" y="4058223"/>
                  <a:ext cx="63720" cy="292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98">
            <p14:nvContentPartPr>
              <p14:cNvPr id="124" name="Ink 123">
                <a:extLst>
                  <a:ext uri="{FF2B5EF4-FFF2-40B4-BE49-F238E27FC236}">
                    <a16:creationId xmlns:a16="http://schemas.microsoft.com/office/drawing/2014/main" id="{E2592CF4-DEB4-27DC-EF32-6C4F6B2AA958}"/>
                  </a:ext>
                </a:extLst>
              </p14:cNvPr>
              <p14:cNvContentPartPr/>
              <p14:nvPr/>
            </p14:nvContentPartPr>
            <p14:xfrm>
              <a:off x="7957686" y="877623"/>
              <a:ext cx="9000" cy="3960"/>
            </p14:xfrm>
          </p:contentPart>
        </mc:Choice>
        <mc:Fallback>
          <p:pic>
            <p:nvPicPr>
              <p:cNvPr id="124" name="Ink 123">
                <a:extLst>
                  <a:ext uri="{FF2B5EF4-FFF2-40B4-BE49-F238E27FC236}">
                    <a16:creationId xmlns:a16="http://schemas.microsoft.com/office/drawing/2014/main" id="{E2592CF4-DEB4-27DC-EF32-6C4F6B2AA958}"/>
                  </a:ext>
                </a:extLst>
              </p:cNvPr>
              <p:cNvPicPr/>
              <p:nvPr/>
            </p:nvPicPr>
            <p:blipFill>
              <a:blip r:embed="rId199"/>
              <a:stretch>
                <a:fillRect/>
              </a:stretch>
            </p:blipFill>
            <p:spPr>
              <a:xfrm>
                <a:off x="7940046" y="859983"/>
                <a:ext cx="44640" cy="39600"/>
              </a:xfrm>
              <a:prstGeom prst="rect">
                <a:avLst/>
              </a:prstGeom>
            </p:spPr>
          </p:pic>
        </mc:Fallback>
      </mc:AlternateContent>
      <p:grpSp>
        <p:nvGrpSpPr>
          <p:cNvPr id="129" name="Group 128">
            <a:extLst>
              <a:ext uri="{FF2B5EF4-FFF2-40B4-BE49-F238E27FC236}">
                <a16:creationId xmlns:a16="http://schemas.microsoft.com/office/drawing/2014/main" id="{47FC347A-113F-DA2D-8A8E-8CAEB2EEDEAB}"/>
              </a:ext>
            </a:extLst>
          </p:cNvPr>
          <p:cNvGrpSpPr/>
          <p:nvPr/>
        </p:nvGrpSpPr>
        <p:grpSpPr>
          <a:xfrm>
            <a:off x="194286" y="4783623"/>
            <a:ext cx="320040" cy="366480"/>
            <a:chOff x="194286" y="4783623"/>
            <a:chExt cx="320040" cy="366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99EDAE8F-F932-FA76-C1F4-1CFF93A7B86D}"/>
                    </a:ext>
                  </a:extLst>
                </p14:cNvPr>
                <p14:cNvContentPartPr/>
                <p14:nvPr/>
              </p14:nvContentPartPr>
              <p14:xfrm>
                <a:off x="220926" y="4783623"/>
                <a:ext cx="135360" cy="28728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99EDAE8F-F932-FA76-C1F4-1CFF93A7B86D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202926" y="4765983"/>
                  <a:ext cx="171000" cy="32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3877EA94-91E4-3917-57C9-590E833096BC}"/>
                    </a:ext>
                  </a:extLst>
                </p14:cNvPr>
                <p14:cNvContentPartPr/>
                <p14:nvPr/>
              </p14:nvContentPartPr>
              <p14:xfrm>
                <a:off x="194286" y="4972263"/>
                <a:ext cx="114120" cy="1044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3877EA94-91E4-3917-57C9-590E833096BC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176646" y="4954623"/>
                  <a:ext cx="14976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4969A9C7-8B7F-85C2-E12B-D9CD7574C599}"/>
                    </a:ext>
                  </a:extLst>
                </p14:cNvPr>
                <p14:cNvContentPartPr/>
                <p14:nvPr/>
              </p14:nvContentPartPr>
              <p14:xfrm>
                <a:off x="406326" y="4967223"/>
                <a:ext cx="12600" cy="14796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4969A9C7-8B7F-85C2-E12B-D9CD7574C599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388686" y="4949583"/>
                  <a:ext cx="4824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B7AE8496-D0E7-83FB-DA71-08416A664C63}"/>
                    </a:ext>
                  </a:extLst>
                </p14:cNvPr>
                <p14:cNvContentPartPr/>
                <p14:nvPr/>
              </p14:nvContentPartPr>
              <p14:xfrm>
                <a:off x="492006" y="4998903"/>
                <a:ext cx="22320" cy="15120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B7AE8496-D0E7-83FB-DA71-08416A664C63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474006" y="4981263"/>
                  <a:ext cx="57960" cy="186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D558F718-C8A3-EA39-689B-EF111EFAC70A}"/>
              </a:ext>
            </a:extLst>
          </p:cNvPr>
          <p:cNvGrpSpPr/>
          <p:nvPr/>
        </p:nvGrpSpPr>
        <p:grpSpPr>
          <a:xfrm>
            <a:off x="704766" y="4939503"/>
            <a:ext cx="199440" cy="126360"/>
            <a:chOff x="704766" y="4939503"/>
            <a:chExt cx="199440" cy="126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5D29CCED-A099-A7F4-07F4-C24BAB79FA37}"/>
                    </a:ext>
                  </a:extLst>
                </p14:cNvPr>
                <p14:cNvContentPartPr/>
                <p14:nvPr/>
              </p14:nvContentPartPr>
              <p14:xfrm>
                <a:off x="704766" y="4939503"/>
                <a:ext cx="133920" cy="1728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5D29CCED-A099-A7F4-07F4-C24BAB79FA37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686766" y="4921503"/>
                  <a:ext cx="16956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BC7523DF-6568-6FAD-8618-68CEFC91387B}"/>
                    </a:ext>
                  </a:extLst>
                </p14:cNvPr>
                <p14:cNvContentPartPr/>
                <p14:nvPr/>
              </p14:nvContentPartPr>
              <p14:xfrm>
                <a:off x="745446" y="5014023"/>
                <a:ext cx="158760" cy="5184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BC7523DF-6568-6FAD-8618-68CEFC91387B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727446" y="4996023"/>
                  <a:ext cx="194400" cy="87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12">
            <p14:nvContentPartPr>
              <p14:cNvPr id="133" name="Ink 132">
                <a:extLst>
                  <a:ext uri="{FF2B5EF4-FFF2-40B4-BE49-F238E27FC236}">
                    <a16:creationId xmlns:a16="http://schemas.microsoft.com/office/drawing/2014/main" id="{D6250A5A-03C0-8E69-D81C-D7080F9653B1}"/>
                  </a:ext>
                </a:extLst>
              </p14:cNvPr>
              <p14:cNvContentPartPr/>
              <p14:nvPr/>
            </p14:nvContentPartPr>
            <p14:xfrm>
              <a:off x="1257366" y="4798743"/>
              <a:ext cx="14760" cy="219600"/>
            </p14:xfrm>
          </p:contentPart>
        </mc:Choice>
        <mc:Fallback>
          <p:pic>
            <p:nvPicPr>
              <p:cNvPr id="133" name="Ink 132">
                <a:extLst>
                  <a:ext uri="{FF2B5EF4-FFF2-40B4-BE49-F238E27FC236}">
                    <a16:creationId xmlns:a16="http://schemas.microsoft.com/office/drawing/2014/main" id="{D6250A5A-03C0-8E69-D81C-D7080F9653B1}"/>
                  </a:ext>
                </a:extLst>
              </p:cNvPr>
              <p:cNvPicPr/>
              <p:nvPr/>
            </p:nvPicPr>
            <p:blipFill>
              <a:blip r:embed="rId213"/>
              <a:stretch>
                <a:fillRect/>
              </a:stretch>
            </p:blipFill>
            <p:spPr>
              <a:xfrm>
                <a:off x="1239366" y="4780743"/>
                <a:ext cx="50400" cy="255240"/>
              </a:xfrm>
              <a:prstGeom prst="rect">
                <a:avLst/>
              </a:prstGeom>
            </p:spPr>
          </p:pic>
        </mc:Fallback>
      </mc:AlternateContent>
      <p:grpSp>
        <p:nvGrpSpPr>
          <p:cNvPr id="140" name="Group 139">
            <a:extLst>
              <a:ext uri="{FF2B5EF4-FFF2-40B4-BE49-F238E27FC236}">
                <a16:creationId xmlns:a16="http://schemas.microsoft.com/office/drawing/2014/main" id="{56C2E657-2276-B299-8095-2ADF08574821}"/>
              </a:ext>
            </a:extLst>
          </p:cNvPr>
          <p:cNvGrpSpPr/>
          <p:nvPr/>
        </p:nvGrpSpPr>
        <p:grpSpPr>
          <a:xfrm>
            <a:off x="38406" y="5484183"/>
            <a:ext cx="823808" cy="312120"/>
            <a:chOff x="38406" y="5484183"/>
            <a:chExt cx="823808" cy="312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FAC86A48-F582-03C7-47D5-2013A7072A35}"/>
                    </a:ext>
                  </a:extLst>
                </p14:cNvPr>
                <p14:cNvContentPartPr/>
                <p14:nvPr/>
              </p14:nvContentPartPr>
              <p14:xfrm>
                <a:off x="38406" y="5484183"/>
                <a:ext cx="159120" cy="26640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FAC86A48-F582-03C7-47D5-2013A7072A35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20766" y="5466183"/>
                  <a:ext cx="194760" cy="30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78D960F9-24A4-121C-9DCA-B897EE7392DC}"/>
                    </a:ext>
                  </a:extLst>
                </p14:cNvPr>
                <p14:cNvContentPartPr/>
                <p14:nvPr/>
              </p14:nvContentPartPr>
              <p14:xfrm>
                <a:off x="59774" y="5658783"/>
                <a:ext cx="173880" cy="2952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78D960F9-24A4-121C-9DCA-B897EE7392DC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42134" y="5641143"/>
                  <a:ext cx="20952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B26BCBDC-3602-ED22-2DA1-753A2100084B}"/>
                    </a:ext>
                  </a:extLst>
                </p14:cNvPr>
                <p14:cNvContentPartPr/>
                <p14:nvPr/>
              </p14:nvContentPartPr>
              <p14:xfrm>
                <a:off x="353534" y="5654463"/>
                <a:ext cx="11520" cy="12744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B26BCBDC-3602-ED22-2DA1-753A2100084B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335534" y="5636823"/>
                  <a:ext cx="4716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12D86B51-0799-74EC-DFAB-3993323AC3E1}"/>
                    </a:ext>
                  </a:extLst>
                </p14:cNvPr>
                <p14:cNvContentPartPr/>
                <p14:nvPr/>
              </p14:nvContentPartPr>
              <p14:xfrm>
                <a:off x="486374" y="5639703"/>
                <a:ext cx="140040" cy="15660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12D86B51-0799-74EC-DFAB-3993323AC3E1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468734" y="5622063"/>
                  <a:ext cx="17568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F112FB53-47BD-4531-2793-250B796036C0}"/>
                    </a:ext>
                  </a:extLst>
                </p14:cNvPr>
                <p14:cNvContentPartPr/>
                <p14:nvPr/>
              </p14:nvContentPartPr>
              <p14:xfrm>
                <a:off x="731534" y="5675343"/>
                <a:ext cx="81360" cy="1800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F112FB53-47BD-4531-2793-250B796036C0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713894" y="5657343"/>
                  <a:ext cx="11700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81D9DA91-D9A8-95EB-79CD-216FD1FDE4E0}"/>
                    </a:ext>
                  </a:extLst>
                </p14:cNvPr>
                <p14:cNvContentPartPr/>
                <p14:nvPr/>
              </p14:nvContentPartPr>
              <p14:xfrm>
                <a:off x="743414" y="5741223"/>
                <a:ext cx="118800" cy="2340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81D9DA91-D9A8-95EB-79CD-216FD1FDE4E0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725414" y="5723223"/>
                  <a:ext cx="154440" cy="59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26">
            <p14:nvContentPartPr>
              <p14:cNvPr id="141" name="Ink 140">
                <a:extLst>
                  <a:ext uri="{FF2B5EF4-FFF2-40B4-BE49-F238E27FC236}">
                    <a16:creationId xmlns:a16="http://schemas.microsoft.com/office/drawing/2014/main" id="{43B426CF-338A-64EC-F475-1AF7C1DFC366}"/>
                  </a:ext>
                </a:extLst>
              </p14:cNvPr>
              <p14:cNvContentPartPr/>
              <p14:nvPr/>
            </p14:nvContentPartPr>
            <p14:xfrm>
              <a:off x="1041854" y="5620263"/>
              <a:ext cx="78120" cy="9360"/>
            </p14:xfrm>
          </p:contentPart>
        </mc:Choice>
        <mc:Fallback>
          <p:pic>
            <p:nvPicPr>
              <p:cNvPr id="141" name="Ink 140">
                <a:extLst>
                  <a:ext uri="{FF2B5EF4-FFF2-40B4-BE49-F238E27FC236}">
                    <a16:creationId xmlns:a16="http://schemas.microsoft.com/office/drawing/2014/main" id="{43B426CF-338A-64EC-F475-1AF7C1DFC366}"/>
                  </a:ext>
                </a:extLst>
              </p:cNvPr>
              <p:cNvPicPr/>
              <p:nvPr/>
            </p:nvPicPr>
            <p:blipFill>
              <a:blip r:embed="rId227"/>
              <a:stretch>
                <a:fillRect/>
              </a:stretch>
            </p:blipFill>
            <p:spPr>
              <a:xfrm>
                <a:off x="1024214" y="5602623"/>
                <a:ext cx="113760" cy="4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8">
            <p14:nvContentPartPr>
              <p14:cNvPr id="142" name="Ink 141">
                <a:extLst>
                  <a:ext uri="{FF2B5EF4-FFF2-40B4-BE49-F238E27FC236}">
                    <a16:creationId xmlns:a16="http://schemas.microsoft.com/office/drawing/2014/main" id="{E07E0C0F-0DA4-5442-7784-CA0713EE6D38}"/>
                  </a:ext>
                </a:extLst>
              </p14:cNvPr>
              <p14:cNvContentPartPr/>
              <p14:nvPr/>
            </p14:nvContentPartPr>
            <p14:xfrm>
              <a:off x="1244174" y="5517303"/>
              <a:ext cx="236160" cy="228600"/>
            </p14:xfrm>
          </p:contentPart>
        </mc:Choice>
        <mc:Fallback>
          <p:pic>
            <p:nvPicPr>
              <p:cNvPr id="142" name="Ink 141">
                <a:extLst>
                  <a:ext uri="{FF2B5EF4-FFF2-40B4-BE49-F238E27FC236}">
                    <a16:creationId xmlns:a16="http://schemas.microsoft.com/office/drawing/2014/main" id="{E07E0C0F-0DA4-5442-7784-CA0713EE6D38}"/>
                  </a:ext>
                </a:extLst>
              </p:cNvPr>
              <p:cNvPicPr/>
              <p:nvPr/>
            </p:nvPicPr>
            <p:blipFill>
              <a:blip r:embed="rId229"/>
              <a:stretch>
                <a:fillRect/>
              </a:stretch>
            </p:blipFill>
            <p:spPr>
              <a:xfrm>
                <a:off x="1226174" y="5499303"/>
                <a:ext cx="271800" cy="264240"/>
              </a:xfrm>
              <a:prstGeom prst="rect">
                <a:avLst/>
              </a:prstGeom>
            </p:spPr>
          </p:pic>
        </mc:Fallback>
      </mc:AlternateContent>
      <p:grpSp>
        <p:nvGrpSpPr>
          <p:cNvPr id="149" name="Group 148">
            <a:extLst>
              <a:ext uri="{FF2B5EF4-FFF2-40B4-BE49-F238E27FC236}">
                <a16:creationId xmlns:a16="http://schemas.microsoft.com/office/drawing/2014/main" id="{0E4D7276-234B-CDB0-B098-1E4195885942}"/>
              </a:ext>
            </a:extLst>
          </p:cNvPr>
          <p:cNvGrpSpPr/>
          <p:nvPr/>
        </p:nvGrpSpPr>
        <p:grpSpPr>
          <a:xfrm>
            <a:off x="141854" y="6175743"/>
            <a:ext cx="858960" cy="355320"/>
            <a:chOff x="141854" y="6175743"/>
            <a:chExt cx="858960" cy="355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F91B1A49-5821-D68D-444B-25B5420E1087}"/>
                    </a:ext>
                  </a:extLst>
                </p14:cNvPr>
                <p14:cNvContentPartPr/>
                <p14:nvPr/>
              </p14:nvContentPartPr>
              <p14:xfrm>
                <a:off x="141854" y="6175743"/>
                <a:ext cx="154080" cy="24768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F91B1A49-5821-D68D-444B-25B5420E1087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124214" y="6158103"/>
                  <a:ext cx="189720" cy="28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2C9332B2-893A-4498-56D0-BF8902C00BA0}"/>
                    </a:ext>
                  </a:extLst>
                </p14:cNvPr>
                <p14:cNvContentPartPr/>
                <p14:nvPr/>
              </p14:nvContentPartPr>
              <p14:xfrm>
                <a:off x="164174" y="6316863"/>
                <a:ext cx="158400" cy="3564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2C9332B2-893A-4498-56D0-BF8902C00BA0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146534" y="6299223"/>
                  <a:ext cx="19404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939F8DC0-58B5-6ACA-FAD3-29E15B932BF5}"/>
                    </a:ext>
                  </a:extLst>
                </p14:cNvPr>
                <p14:cNvContentPartPr/>
                <p14:nvPr/>
              </p14:nvContentPartPr>
              <p14:xfrm>
                <a:off x="456854" y="6346743"/>
                <a:ext cx="19080" cy="16056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939F8DC0-58B5-6ACA-FAD3-29E15B932BF5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438854" y="6328743"/>
                  <a:ext cx="5472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A0273745-A528-AD65-2535-6E264E883C8A}"/>
                    </a:ext>
                  </a:extLst>
                </p14:cNvPr>
                <p14:cNvContentPartPr/>
                <p14:nvPr/>
              </p14:nvContentPartPr>
              <p14:xfrm>
                <a:off x="565574" y="6339183"/>
                <a:ext cx="142200" cy="19188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A0273745-A528-AD65-2535-6E264E883C8A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547934" y="6321543"/>
                  <a:ext cx="17784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B18CF5E4-25F2-4CF8-80E8-6EF1D76416EB}"/>
                    </a:ext>
                  </a:extLst>
                </p14:cNvPr>
                <p14:cNvContentPartPr/>
                <p14:nvPr/>
              </p14:nvContentPartPr>
              <p14:xfrm>
                <a:off x="868694" y="6349623"/>
                <a:ext cx="108000" cy="2232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B18CF5E4-25F2-4CF8-80E8-6EF1D76416EB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850694" y="6331623"/>
                  <a:ext cx="14364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06B9504D-E87F-B02F-CD15-B17A3C2A5530}"/>
                    </a:ext>
                  </a:extLst>
                </p14:cNvPr>
                <p14:cNvContentPartPr/>
                <p14:nvPr/>
              </p14:nvContentPartPr>
              <p14:xfrm>
                <a:off x="874814" y="6407583"/>
                <a:ext cx="126000" cy="3816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06B9504D-E87F-B02F-CD15-B17A3C2A5530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856814" y="6389943"/>
                  <a:ext cx="161640" cy="73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2" name="Group 151">
            <a:extLst>
              <a:ext uri="{FF2B5EF4-FFF2-40B4-BE49-F238E27FC236}">
                <a16:creationId xmlns:a16="http://schemas.microsoft.com/office/drawing/2014/main" id="{D7576F62-E76F-00DF-0A56-7E92805BA0C4}"/>
              </a:ext>
            </a:extLst>
          </p:cNvPr>
          <p:cNvGrpSpPr/>
          <p:nvPr/>
        </p:nvGrpSpPr>
        <p:grpSpPr>
          <a:xfrm>
            <a:off x="1211414" y="6249543"/>
            <a:ext cx="457560" cy="235800"/>
            <a:chOff x="1211414" y="6249543"/>
            <a:chExt cx="457560" cy="235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79908C85-5698-3A4D-17E7-A5A81A13FCB5}"/>
                    </a:ext>
                  </a:extLst>
                </p14:cNvPr>
                <p14:cNvContentPartPr/>
                <p14:nvPr/>
              </p14:nvContentPartPr>
              <p14:xfrm>
                <a:off x="1211414" y="6357543"/>
                <a:ext cx="127800" cy="1728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79908C85-5698-3A4D-17E7-A5A81A13FCB5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1193774" y="6339903"/>
                  <a:ext cx="16344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C4A9748E-A265-E819-E6D0-E6080762EC96}"/>
                    </a:ext>
                  </a:extLst>
                </p14:cNvPr>
                <p14:cNvContentPartPr/>
                <p14:nvPr/>
              </p14:nvContentPartPr>
              <p14:xfrm>
                <a:off x="1410854" y="6249543"/>
                <a:ext cx="258120" cy="23580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C4A9748E-A265-E819-E6D0-E6080762EC96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1392854" y="6231543"/>
                  <a:ext cx="293760" cy="271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9" name="Group 158">
            <a:extLst>
              <a:ext uri="{FF2B5EF4-FFF2-40B4-BE49-F238E27FC236}">
                <a16:creationId xmlns:a16="http://schemas.microsoft.com/office/drawing/2014/main" id="{2725F7DF-3EED-DF35-6309-79D7A204E41E}"/>
              </a:ext>
            </a:extLst>
          </p:cNvPr>
          <p:cNvGrpSpPr/>
          <p:nvPr/>
        </p:nvGrpSpPr>
        <p:grpSpPr>
          <a:xfrm>
            <a:off x="2185574" y="4781103"/>
            <a:ext cx="726480" cy="329040"/>
            <a:chOff x="2185574" y="4781103"/>
            <a:chExt cx="726480" cy="329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D0DBBF34-3D41-7AD5-AC9A-99380733101A}"/>
                    </a:ext>
                  </a:extLst>
                </p14:cNvPr>
                <p14:cNvContentPartPr/>
                <p14:nvPr/>
              </p14:nvContentPartPr>
              <p14:xfrm>
                <a:off x="2185574" y="4781103"/>
                <a:ext cx="135360" cy="23040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D0DBBF34-3D41-7AD5-AC9A-99380733101A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2167934" y="4763103"/>
                  <a:ext cx="171000" cy="26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6415AE4D-6FFC-0267-C0FD-808567D5F44F}"/>
                    </a:ext>
                  </a:extLst>
                </p14:cNvPr>
                <p14:cNvContentPartPr/>
                <p14:nvPr/>
              </p14:nvContentPartPr>
              <p14:xfrm>
                <a:off x="2199974" y="4922223"/>
                <a:ext cx="121680" cy="3816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6415AE4D-6FFC-0267-C0FD-808567D5F44F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2181974" y="4904583"/>
                  <a:ext cx="15732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B44DA6F0-8AB8-5A47-AC03-DFA8DD318505}"/>
                    </a:ext>
                  </a:extLst>
                </p14:cNvPr>
                <p14:cNvContentPartPr/>
                <p14:nvPr/>
              </p14:nvContentPartPr>
              <p14:xfrm>
                <a:off x="2381054" y="4949583"/>
                <a:ext cx="109440" cy="16056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B44DA6F0-8AB8-5A47-AC03-DFA8DD318505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2363054" y="4931943"/>
                  <a:ext cx="14508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0D8DB9BF-3763-8B27-3D67-D950AF42AAF2}"/>
                    </a:ext>
                  </a:extLst>
                </p14:cNvPr>
                <p14:cNvContentPartPr/>
                <p14:nvPr/>
              </p14:nvContentPartPr>
              <p14:xfrm>
                <a:off x="2616134" y="4947063"/>
                <a:ext cx="5760" cy="14688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0D8DB9BF-3763-8B27-3D67-D950AF42AAF2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2598134" y="4929423"/>
                  <a:ext cx="4140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87C82EE6-CF0C-1722-9737-746C7F0A0B16}"/>
                    </a:ext>
                  </a:extLst>
                </p14:cNvPr>
                <p14:cNvContentPartPr/>
                <p14:nvPr/>
              </p14:nvContentPartPr>
              <p14:xfrm>
                <a:off x="2822774" y="4901343"/>
                <a:ext cx="88200" cy="2304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87C82EE6-CF0C-1722-9737-746C7F0A0B16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2805134" y="4883703"/>
                  <a:ext cx="12384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BD755F8B-27F1-3038-43CC-1D83D877E533}"/>
                    </a:ext>
                  </a:extLst>
                </p14:cNvPr>
                <p14:cNvContentPartPr/>
                <p14:nvPr/>
              </p14:nvContentPartPr>
              <p14:xfrm>
                <a:off x="2776694" y="4972263"/>
                <a:ext cx="135360" cy="4932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BD755F8B-27F1-3038-43CC-1D83D877E533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2759054" y="4954263"/>
                  <a:ext cx="171000" cy="84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58">
            <p14:nvContentPartPr>
              <p14:cNvPr id="160" name="Ink 159">
                <a:extLst>
                  <a:ext uri="{FF2B5EF4-FFF2-40B4-BE49-F238E27FC236}">
                    <a16:creationId xmlns:a16="http://schemas.microsoft.com/office/drawing/2014/main" id="{4876BFC6-4DCB-BE16-A9A5-EACAA5971A80}"/>
                  </a:ext>
                </a:extLst>
              </p14:cNvPr>
              <p14:cNvContentPartPr/>
              <p14:nvPr/>
            </p14:nvContentPartPr>
            <p14:xfrm>
              <a:off x="3164054" y="4910703"/>
              <a:ext cx="145440" cy="37080"/>
            </p14:xfrm>
          </p:contentPart>
        </mc:Choice>
        <mc:Fallback>
          <p:pic>
            <p:nvPicPr>
              <p:cNvPr id="160" name="Ink 159">
                <a:extLst>
                  <a:ext uri="{FF2B5EF4-FFF2-40B4-BE49-F238E27FC236}">
                    <a16:creationId xmlns:a16="http://schemas.microsoft.com/office/drawing/2014/main" id="{4876BFC6-4DCB-BE16-A9A5-EACAA5971A80}"/>
                  </a:ext>
                </a:extLst>
              </p:cNvPr>
              <p:cNvPicPr/>
              <p:nvPr/>
            </p:nvPicPr>
            <p:blipFill>
              <a:blip r:embed="rId259"/>
              <a:stretch>
                <a:fillRect/>
              </a:stretch>
            </p:blipFill>
            <p:spPr>
              <a:xfrm>
                <a:off x="3146054" y="4892703"/>
                <a:ext cx="181080" cy="7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0">
            <p14:nvContentPartPr>
              <p14:cNvPr id="161" name="Ink 160">
                <a:extLst>
                  <a:ext uri="{FF2B5EF4-FFF2-40B4-BE49-F238E27FC236}">
                    <a16:creationId xmlns:a16="http://schemas.microsoft.com/office/drawing/2014/main" id="{4CF26FF2-D485-C4FC-265A-86AED96B50B3}"/>
                  </a:ext>
                </a:extLst>
              </p14:cNvPr>
              <p14:cNvContentPartPr/>
              <p14:nvPr/>
            </p14:nvContentPartPr>
            <p14:xfrm>
              <a:off x="3539894" y="4710903"/>
              <a:ext cx="6480" cy="296640"/>
            </p14:xfrm>
          </p:contentPart>
        </mc:Choice>
        <mc:Fallback>
          <p:pic>
            <p:nvPicPr>
              <p:cNvPr id="161" name="Ink 160">
                <a:extLst>
                  <a:ext uri="{FF2B5EF4-FFF2-40B4-BE49-F238E27FC236}">
                    <a16:creationId xmlns:a16="http://schemas.microsoft.com/office/drawing/2014/main" id="{4CF26FF2-D485-C4FC-265A-86AED96B50B3}"/>
                  </a:ext>
                </a:extLst>
              </p:cNvPr>
              <p:cNvPicPr/>
              <p:nvPr/>
            </p:nvPicPr>
            <p:blipFill>
              <a:blip r:embed="rId261"/>
              <a:stretch>
                <a:fillRect/>
              </a:stretch>
            </p:blipFill>
            <p:spPr>
              <a:xfrm>
                <a:off x="3522254" y="4693263"/>
                <a:ext cx="42120" cy="332280"/>
              </a:xfrm>
              <a:prstGeom prst="rect">
                <a:avLst/>
              </a:prstGeom>
            </p:spPr>
          </p:pic>
        </mc:Fallback>
      </mc:AlternateContent>
      <p:grpSp>
        <p:nvGrpSpPr>
          <p:cNvPr id="168" name="Group 167">
            <a:extLst>
              <a:ext uri="{FF2B5EF4-FFF2-40B4-BE49-F238E27FC236}">
                <a16:creationId xmlns:a16="http://schemas.microsoft.com/office/drawing/2014/main" id="{E792CABA-0B4F-6C0A-90C5-30FC9A3B4C09}"/>
              </a:ext>
            </a:extLst>
          </p:cNvPr>
          <p:cNvGrpSpPr/>
          <p:nvPr/>
        </p:nvGrpSpPr>
        <p:grpSpPr>
          <a:xfrm>
            <a:off x="2171894" y="5493903"/>
            <a:ext cx="900360" cy="383760"/>
            <a:chOff x="2171894" y="5493903"/>
            <a:chExt cx="900360" cy="383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CE3DDD50-B04B-CA89-44F9-3421870B885E}"/>
                    </a:ext>
                  </a:extLst>
                </p14:cNvPr>
                <p14:cNvContentPartPr/>
                <p14:nvPr/>
              </p14:nvContentPartPr>
              <p14:xfrm>
                <a:off x="2171894" y="5493903"/>
                <a:ext cx="134280" cy="27252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CE3DDD50-B04B-CA89-44F9-3421870B885E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2153894" y="5476263"/>
                  <a:ext cx="169920" cy="30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172B10DE-85CC-392D-0FAC-901418882FC4}"/>
                    </a:ext>
                  </a:extLst>
                </p14:cNvPr>
                <p14:cNvContentPartPr/>
                <p14:nvPr/>
              </p14:nvContentPartPr>
              <p14:xfrm>
                <a:off x="2184134" y="5660583"/>
                <a:ext cx="116640" cy="4536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172B10DE-85CC-392D-0FAC-901418882FC4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2166494" y="5642943"/>
                  <a:ext cx="15228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A4CA7AD3-4CCB-023F-3E8C-7603B29ECCDD}"/>
                    </a:ext>
                  </a:extLst>
                </p14:cNvPr>
                <p14:cNvContentPartPr/>
                <p14:nvPr/>
              </p14:nvContentPartPr>
              <p14:xfrm>
                <a:off x="2370614" y="5684703"/>
                <a:ext cx="133200" cy="16092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A4CA7AD3-4CCB-023F-3E8C-7603B29ECCDD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2352614" y="5667063"/>
                  <a:ext cx="16884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B14E68D0-5F0E-9226-7627-248D79953B32}"/>
                    </a:ext>
                  </a:extLst>
                </p14:cNvPr>
                <p14:cNvContentPartPr/>
                <p14:nvPr/>
              </p14:nvContentPartPr>
              <p14:xfrm>
                <a:off x="2547374" y="5707743"/>
                <a:ext cx="180000" cy="16992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B14E68D0-5F0E-9226-7627-248D79953B32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2529734" y="5689743"/>
                  <a:ext cx="21564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DD158D45-8797-51F8-5885-61D0C1E9C701}"/>
                    </a:ext>
                  </a:extLst>
                </p14:cNvPr>
                <p14:cNvContentPartPr/>
                <p14:nvPr/>
              </p14:nvContentPartPr>
              <p14:xfrm>
                <a:off x="2865254" y="5645463"/>
                <a:ext cx="120240" cy="4896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DD158D45-8797-51F8-5885-61D0C1E9C701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2847614" y="5627823"/>
                  <a:ext cx="15588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2E7622ED-0B65-4213-B181-B15AF6D99B92}"/>
                    </a:ext>
                  </a:extLst>
                </p14:cNvPr>
                <p14:cNvContentPartPr/>
                <p14:nvPr/>
              </p14:nvContentPartPr>
              <p14:xfrm>
                <a:off x="2886134" y="5724663"/>
                <a:ext cx="186120" cy="4752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2E7622ED-0B65-4213-B181-B15AF6D99B92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2868134" y="5707023"/>
                  <a:ext cx="221760" cy="83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74">
            <p14:nvContentPartPr>
              <p14:cNvPr id="169" name="Ink 168">
                <a:extLst>
                  <a:ext uri="{FF2B5EF4-FFF2-40B4-BE49-F238E27FC236}">
                    <a16:creationId xmlns:a16="http://schemas.microsoft.com/office/drawing/2014/main" id="{BB9FF5A8-291A-F22B-4B5E-A6A532386513}"/>
                  </a:ext>
                </a:extLst>
              </p14:cNvPr>
              <p14:cNvContentPartPr/>
              <p14:nvPr/>
            </p14:nvContentPartPr>
            <p14:xfrm>
              <a:off x="3288974" y="5555103"/>
              <a:ext cx="165600" cy="192600"/>
            </p14:xfrm>
          </p:contentPart>
        </mc:Choice>
        <mc:Fallback>
          <p:pic>
            <p:nvPicPr>
              <p:cNvPr id="169" name="Ink 168">
                <a:extLst>
                  <a:ext uri="{FF2B5EF4-FFF2-40B4-BE49-F238E27FC236}">
                    <a16:creationId xmlns:a16="http://schemas.microsoft.com/office/drawing/2014/main" id="{BB9FF5A8-291A-F22B-4B5E-A6A532386513}"/>
                  </a:ext>
                </a:extLst>
              </p:cNvPr>
              <p:cNvPicPr/>
              <p:nvPr/>
            </p:nvPicPr>
            <p:blipFill>
              <a:blip r:embed="rId275"/>
              <a:stretch>
                <a:fillRect/>
              </a:stretch>
            </p:blipFill>
            <p:spPr>
              <a:xfrm>
                <a:off x="3271334" y="5537463"/>
                <a:ext cx="201240" cy="228240"/>
              </a:xfrm>
              <a:prstGeom prst="rect">
                <a:avLst/>
              </a:prstGeom>
            </p:spPr>
          </p:pic>
        </mc:Fallback>
      </mc:AlternateContent>
      <p:grpSp>
        <p:nvGrpSpPr>
          <p:cNvPr id="179" name="Group 178">
            <a:extLst>
              <a:ext uri="{FF2B5EF4-FFF2-40B4-BE49-F238E27FC236}">
                <a16:creationId xmlns:a16="http://schemas.microsoft.com/office/drawing/2014/main" id="{B0EB3237-FA11-A923-093B-B44EF64B34E0}"/>
              </a:ext>
            </a:extLst>
          </p:cNvPr>
          <p:cNvGrpSpPr/>
          <p:nvPr/>
        </p:nvGrpSpPr>
        <p:grpSpPr>
          <a:xfrm>
            <a:off x="2275934" y="6202023"/>
            <a:ext cx="1092600" cy="378720"/>
            <a:chOff x="2275934" y="6202023"/>
            <a:chExt cx="1092600" cy="378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51384AE0-7422-B458-5090-DB48DB897B84}"/>
                    </a:ext>
                  </a:extLst>
                </p14:cNvPr>
                <p14:cNvContentPartPr/>
                <p14:nvPr/>
              </p14:nvContentPartPr>
              <p14:xfrm>
                <a:off x="2275934" y="6202023"/>
                <a:ext cx="124200" cy="25668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51384AE0-7422-B458-5090-DB48DB897B84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2257934" y="6184023"/>
                  <a:ext cx="159840" cy="29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814A0F43-C310-F2BF-B0A6-0259125E3CC1}"/>
                    </a:ext>
                  </a:extLst>
                </p14:cNvPr>
                <p14:cNvContentPartPr/>
                <p14:nvPr/>
              </p14:nvContentPartPr>
              <p14:xfrm>
                <a:off x="2278094" y="6366543"/>
                <a:ext cx="145440" cy="3888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814A0F43-C310-F2BF-B0A6-0259125E3CC1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2260094" y="6348903"/>
                  <a:ext cx="18108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25E76177-166F-AF39-2989-749C2591B0EB}"/>
                    </a:ext>
                  </a:extLst>
                </p14:cNvPr>
                <p14:cNvContentPartPr/>
                <p14:nvPr/>
              </p14:nvContentPartPr>
              <p14:xfrm>
                <a:off x="2481494" y="6410463"/>
                <a:ext cx="132840" cy="15768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25E76177-166F-AF39-2989-749C2591B0EB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2463854" y="6392823"/>
                  <a:ext cx="16848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51127CB2-9227-02CB-C98E-32C1B9587E9C}"/>
                    </a:ext>
                  </a:extLst>
                </p14:cNvPr>
                <p14:cNvContentPartPr/>
                <p14:nvPr/>
              </p14:nvContentPartPr>
              <p14:xfrm>
                <a:off x="2655374" y="6390303"/>
                <a:ext cx="105120" cy="19044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51127CB2-9227-02CB-C98E-32C1B9587E9C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2637374" y="6372663"/>
                  <a:ext cx="14076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4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A3ACAAF5-892E-2EBB-7C71-B6A2F62E2F3D}"/>
                    </a:ext>
                  </a:extLst>
                </p14:cNvPr>
                <p14:cNvContentPartPr/>
                <p14:nvPr/>
              </p14:nvContentPartPr>
              <p14:xfrm>
                <a:off x="2926094" y="6322983"/>
                <a:ext cx="119520" cy="5688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A3ACAAF5-892E-2EBB-7C71-B6A2F62E2F3D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2908094" y="6304983"/>
                  <a:ext cx="15516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8E138288-3AA1-548C-34B9-5B2C7D69B7C2}"/>
                    </a:ext>
                  </a:extLst>
                </p14:cNvPr>
                <p14:cNvContentPartPr/>
                <p14:nvPr/>
              </p14:nvContentPartPr>
              <p14:xfrm>
                <a:off x="2933294" y="6407583"/>
                <a:ext cx="168840" cy="4104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8E138288-3AA1-548C-34B9-5B2C7D69B7C2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2915654" y="6389943"/>
                  <a:ext cx="20448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C342756E-D687-5B0A-7F07-E5AACB69B05A}"/>
                    </a:ext>
                  </a:extLst>
                </p14:cNvPr>
                <p14:cNvContentPartPr/>
                <p14:nvPr/>
              </p14:nvContentPartPr>
              <p14:xfrm>
                <a:off x="3243254" y="6349983"/>
                <a:ext cx="125280" cy="1368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C342756E-D687-5B0A-7F07-E5AACB69B05A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3225254" y="6332343"/>
                  <a:ext cx="16092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3F1C465A-7112-3ECF-F161-1C929A778DF6}"/>
                    </a:ext>
                  </a:extLst>
                </p14:cNvPr>
                <p14:cNvContentPartPr/>
                <p14:nvPr/>
              </p14:nvContentPartPr>
              <p14:xfrm>
                <a:off x="2770214" y="6567423"/>
                <a:ext cx="360" cy="36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3F1C465A-7112-3ECF-F161-1C929A778DF6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2752574" y="6549783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4" name="Group 183">
            <a:extLst>
              <a:ext uri="{FF2B5EF4-FFF2-40B4-BE49-F238E27FC236}">
                <a16:creationId xmlns:a16="http://schemas.microsoft.com/office/drawing/2014/main" id="{F0A6CC22-EBEF-3EF0-7A23-7B99F86AE15C}"/>
              </a:ext>
            </a:extLst>
          </p:cNvPr>
          <p:cNvGrpSpPr/>
          <p:nvPr/>
        </p:nvGrpSpPr>
        <p:grpSpPr>
          <a:xfrm>
            <a:off x="3501014" y="6127143"/>
            <a:ext cx="520560" cy="490680"/>
            <a:chOff x="3501014" y="6127143"/>
            <a:chExt cx="520560" cy="490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1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D82393FA-9F3C-49CF-89FB-7EAD6037658C}"/>
                    </a:ext>
                  </a:extLst>
                </p14:cNvPr>
                <p14:cNvContentPartPr/>
                <p14:nvPr/>
              </p14:nvContentPartPr>
              <p14:xfrm>
                <a:off x="3501014" y="6195903"/>
                <a:ext cx="69120" cy="370800"/>
              </p14:xfrm>
            </p:contentPart>
          </mc:Choice>
          <mc:Fallback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D82393FA-9F3C-49CF-89FB-7EAD6037658C}"/>
                    </a:ext>
                  </a:extLst>
                </p:cNvPr>
                <p:cNvPicPr/>
                <p:nvPr/>
              </p:nvPicPr>
              <p:blipFill>
                <a:blip r:embed="rId292"/>
                <a:stretch>
                  <a:fillRect/>
                </a:stretch>
              </p:blipFill>
              <p:spPr>
                <a:xfrm>
                  <a:off x="3483014" y="6177903"/>
                  <a:ext cx="104760" cy="40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3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BA61DFE4-5CF7-E3F9-2A55-AF599A339C97}"/>
                    </a:ext>
                  </a:extLst>
                </p14:cNvPr>
                <p14:cNvContentPartPr/>
                <p14:nvPr/>
              </p14:nvContentPartPr>
              <p14:xfrm>
                <a:off x="3591014" y="6392463"/>
                <a:ext cx="89280" cy="1548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BA61DFE4-5CF7-E3F9-2A55-AF599A339C97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3573374" y="6374463"/>
                  <a:ext cx="12492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5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A53003C8-7D85-4412-770D-8E1F8C507F58}"/>
                    </a:ext>
                  </a:extLst>
                </p14:cNvPr>
                <p14:cNvContentPartPr/>
                <p14:nvPr/>
              </p14:nvContentPartPr>
              <p14:xfrm>
                <a:off x="3768854" y="6258543"/>
                <a:ext cx="117000" cy="22824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A53003C8-7D85-4412-770D-8E1F8C507F58}"/>
                    </a:ext>
                  </a:extLst>
                </p:cNvPr>
                <p:cNvPicPr/>
                <p:nvPr/>
              </p:nvPicPr>
              <p:blipFill>
                <a:blip r:embed="rId296"/>
                <a:stretch>
                  <a:fillRect/>
                </a:stretch>
              </p:blipFill>
              <p:spPr>
                <a:xfrm>
                  <a:off x="3750854" y="6240903"/>
                  <a:ext cx="152640" cy="26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7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8F352ECA-39DF-664A-4A91-40588992B655}"/>
                    </a:ext>
                  </a:extLst>
                </p14:cNvPr>
                <p14:cNvContentPartPr/>
                <p14:nvPr/>
              </p14:nvContentPartPr>
              <p14:xfrm>
                <a:off x="3861374" y="6127143"/>
                <a:ext cx="160200" cy="490680"/>
              </p14:xfrm>
            </p:contentPart>
          </mc:Choice>
          <mc:Fallback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8F352ECA-39DF-664A-4A91-40588992B655}"/>
                    </a:ext>
                  </a:extLst>
                </p:cNvPr>
                <p:cNvPicPr/>
                <p:nvPr/>
              </p:nvPicPr>
              <p:blipFill>
                <a:blip r:embed="rId298"/>
                <a:stretch>
                  <a:fillRect/>
                </a:stretch>
              </p:blipFill>
              <p:spPr>
                <a:xfrm>
                  <a:off x="3843734" y="6109503"/>
                  <a:ext cx="195840" cy="526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8" name="Group 187">
            <a:extLst>
              <a:ext uri="{FF2B5EF4-FFF2-40B4-BE49-F238E27FC236}">
                <a16:creationId xmlns:a16="http://schemas.microsoft.com/office/drawing/2014/main" id="{0EDC3A63-81AC-80F0-A8F0-FB368724A11F}"/>
              </a:ext>
            </a:extLst>
          </p:cNvPr>
          <p:cNvGrpSpPr/>
          <p:nvPr/>
        </p:nvGrpSpPr>
        <p:grpSpPr>
          <a:xfrm>
            <a:off x="4275374" y="6268623"/>
            <a:ext cx="398880" cy="242640"/>
            <a:chOff x="4275374" y="6268623"/>
            <a:chExt cx="398880" cy="242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9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F8363999-A206-6FDB-5D38-E7C89F056CB0}"/>
                    </a:ext>
                  </a:extLst>
                </p14:cNvPr>
                <p14:cNvContentPartPr/>
                <p14:nvPr/>
              </p14:nvContentPartPr>
              <p14:xfrm>
                <a:off x="4298774" y="6366543"/>
                <a:ext cx="103680" cy="11520"/>
              </p14:xfrm>
            </p:contentPart>
          </mc:Choice>
          <mc:Fallback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F8363999-A206-6FDB-5D38-E7C89F056CB0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4280774" y="6348903"/>
                  <a:ext cx="13932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1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90484A6E-AC37-0DA6-5496-9BAFED15FC80}"/>
                    </a:ext>
                  </a:extLst>
                </p14:cNvPr>
                <p14:cNvContentPartPr/>
                <p14:nvPr/>
              </p14:nvContentPartPr>
              <p14:xfrm>
                <a:off x="4275374" y="6494343"/>
                <a:ext cx="99720" cy="16920"/>
              </p14:xfrm>
            </p:contentPart>
          </mc:Choice>
          <mc:Fallback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90484A6E-AC37-0DA6-5496-9BAFED15FC80}"/>
                    </a:ext>
                  </a:extLst>
                </p:cNvPr>
                <p:cNvPicPr/>
                <p:nvPr/>
              </p:nvPicPr>
              <p:blipFill>
                <a:blip r:embed="rId302"/>
                <a:stretch>
                  <a:fillRect/>
                </a:stretch>
              </p:blipFill>
              <p:spPr>
                <a:xfrm>
                  <a:off x="4257374" y="6476343"/>
                  <a:ext cx="13536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3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4DE2AA93-6C24-EF8C-88C6-702C996F7404}"/>
                    </a:ext>
                  </a:extLst>
                </p14:cNvPr>
                <p14:cNvContentPartPr/>
                <p14:nvPr/>
              </p14:nvContentPartPr>
              <p14:xfrm>
                <a:off x="4514054" y="6268623"/>
                <a:ext cx="160200" cy="223200"/>
              </p14:xfrm>
            </p:contentPart>
          </mc:Choice>
          <mc:Fallback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4DE2AA93-6C24-EF8C-88C6-702C996F7404}"/>
                    </a:ext>
                  </a:extLst>
                </p:cNvPr>
                <p:cNvPicPr/>
                <p:nvPr/>
              </p:nvPicPr>
              <p:blipFill>
                <a:blip r:embed="rId304"/>
                <a:stretch>
                  <a:fillRect/>
                </a:stretch>
              </p:blipFill>
              <p:spPr>
                <a:xfrm>
                  <a:off x="4496054" y="6250983"/>
                  <a:ext cx="195840" cy="258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3" name="Group 192">
            <a:extLst>
              <a:ext uri="{FF2B5EF4-FFF2-40B4-BE49-F238E27FC236}">
                <a16:creationId xmlns:a16="http://schemas.microsoft.com/office/drawing/2014/main" id="{0460578E-B818-0EAA-B285-37E044544A69}"/>
              </a:ext>
            </a:extLst>
          </p:cNvPr>
          <p:cNvGrpSpPr/>
          <p:nvPr/>
        </p:nvGrpSpPr>
        <p:grpSpPr>
          <a:xfrm>
            <a:off x="4614494" y="4727103"/>
            <a:ext cx="597960" cy="402120"/>
            <a:chOff x="4614494" y="4727103"/>
            <a:chExt cx="597960" cy="402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5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C35F0906-EC0B-09B4-2E54-6F1123E5E3AF}"/>
                    </a:ext>
                  </a:extLst>
                </p14:cNvPr>
                <p14:cNvContentPartPr/>
                <p14:nvPr/>
              </p14:nvContentPartPr>
              <p14:xfrm>
                <a:off x="4614494" y="4727103"/>
                <a:ext cx="185400" cy="249120"/>
              </p14:xfrm>
            </p:contentPart>
          </mc:Choice>
          <mc:Fallback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C35F0906-EC0B-09B4-2E54-6F1123E5E3AF}"/>
                    </a:ext>
                  </a:extLst>
                </p:cNvPr>
                <p:cNvPicPr/>
                <p:nvPr/>
              </p:nvPicPr>
              <p:blipFill>
                <a:blip r:embed="rId306"/>
                <a:stretch>
                  <a:fillRect/>
                </a:stretch>
              </p:blipFill>
              <p:spPr>
                <a:xfrm>
                  <a:off x="4596854" y="4709103"/>
                  <a:ext cx="221040" cy="28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7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B2E2BEBC-CC1E-03A8-C643-A73AB3681271}"/>
                    </a:ext>
                  </a:extLst>
                </p14:cNvPr>
                <p14:cNvContentPartPr/>
                <p14:nvPr/>
              </p14:nvContentPartPr>
              <p14:xfrm>
                <a:off x="4667054" y="4875783"/>
                <a:ext cx="140040" cy="17280"/>
              </p14:xfrm>
            </p:contentPart>
          </mc:Choice>
          <mc:Fallback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B2E2BEBC-CC1E-03A8-C643-A73AB3681271}"/>
                    </a:ext>
                  </a:extLst>
                </p:cNvPr>
                <p:cNvPicPr/>
                <p:nvPr/>
              </p:nvPicPr>
              <p:blipFill>
                <a:blip r:embed="rId308"/>
                <a:stretch>
                  <a:fillRect/>
                </a:stretch>
              </p:blipFill>
              <p:spPr>
                <a:xfrm>
                  <a:off x="4649054" y="4857783"/>
                  <a:ext cx="17568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9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AB8F041C-76D7-23F7-C1DF-C3269C833149}"/>
                    </a:ext>
                  </a:extLst>
                </p14:cNvPr>
                <p14:cNvContentPartPr/>
                <p14:nvPr/>
              </p14:nvContentPartPr>
              <p14:xfrm>
                <a:off x="4933454" y="4896303"/>
                <a:ext cx="100440" cy="169920"/>
              </p14:xfrm>
            </p:contentPart>
          </mc:Choice>
          <mc:Fallback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AB8F041C-76D7-23F7-C1DF-C3269C833149}"/>
                    </a:ext>
                  </a:extLst>
                </p:cNvPr>
                <p:cNvPicPr/>
                <p:nvPr/>
              </p:nvPicPr>
              <p:blipFill>
                <a:blip r:embed="rId310"/>
                <a:stretch>
                  <a:fillRect/>
                </a:stretch>
              </p:blipFill>
              <p:spPr>
                <a:xfrm>
                  <a:off x="4915814" y="4878663"/>
                  <a:ext cx="13608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1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3B0E9D00-701F-9F95-DE9F-13B6A1B88BD1}"/>
                    </a:ext>
                  </a:extLst>
                </p14:cNvPr>
                <p14:cNvContentPartPr/>
                <p14:nvPr/>
              </p14:nvContentPartPr>
              <p14:xfrm>
                <a:off x="5176094" y="4915383"/>
                <a:ext cx="36360" cy="213840"/>
              </p14:xfrm>
            </p:contentPart>
          </mc:Choice>
          <mc:Fallback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3B0E9D00-701F-9F95-DE9F-13B6A1B88BD1}"/>
                    </a:ext>
                  </a:extLst>
                </p:cNvPr>
                <p:cNvPicPr/>
                <p:nvPr/>
              </p:nvPicPr>
              <p:blipFill>
                <a:blip r:embed="rId312"/>
                <a:stretch>
                  <a:fillRect/>
                </a:stretch>
              </p:blipFill>
              <p:spPr>
                <a:xfrm>
                  <a:off x="5158454" y="4897743"/>
                  <a:ext cx="72000" cy="249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3" name="Group 202">
            <a:extLst>
              <a:ext uri="{FF2B5EF4-FFF2-40B4-BE49-F238E27FC236}">
                <a16:creationId xmlns:a16="http://schemas.microsoft.com/office/drawing/2014/main" id="{7838499F-5832-D7AF-F054-88007D3AA7A9}"/>
              </a:ext>
            </a:extLst>
          </p:cNvPr>
          <p:cNvGrpSpPr/>
          <p:nvPr/>
        </p:nvGrpSpPr>
        <p:grpSpPr>
          <a:xfrm>
            <a:off x="4686494" y="5331543"/>
            <a:ext cx="649800" cy="375120"/>
            <a:chOff x="4686494" y="5331543"/>
            <a:chExt cx="649800" cy="375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3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8337EA6E-1A2D-B19F-D1BF-8492EA492455}"/>
                    </a:ext>
                  </a:extLst>
                </p14:cNvPr>
                <p14:cNvContentPartPr/>
                <p14:nvPr/>
              </p14:nvContentPartPr>
              <p14:xfrm>
                <a:off x="4686494" y="5331543"/>
                <a:ext cx="151200" cy="255960"/>
              </p14:xfrm>
            </p:contentPart>
          </mc:Choice>
          <mc:Fallback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8337EA6E-1A2D-B19F-D1BF-8492EA492455}"/>
                    </a:ext>
                  </a:extLst>
                </p:cNvPr>
                <p:cNvPicPr/>
                <p:nvPr/>
              </p:nvPicPr>
              <p:blipFill>
                <a:blip r:embed="rId314"/>
                <a:stretch>
                  <a:fillRect/>
                </a:stretch>
              </p:blipFill>
              <p:spPr>
                <a:xfrm>
                  <a:off x="4668854" y="5313903"/>
                  <a:ext cx="186840" cy="29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5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1191DB94-8D5C-67B5-E123-4A66A47ECA3B}"/>
                    </a:ext>
                  </a:extLst>
                </p14:cNvPr>
                <p14:cNvContentPartPr/>
                <p14:nvPr/>
              </p14:nvContentPartPr>
              <p14:xfrm>
                <a:off x="4700174" y="5506863"/>
                <a:ext cx="177480" cy="19800"/>
              </p14:xfrm>
            </p:contentPart>
          </mc:Choice>
          <mc:Fallback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1191DB94-8D5C-67B5-E123-4A66A47ECA3B}"/>
                    </a:ext>
                  </a:extLst>
                </p:cNvPr>
                <p:cNvPicPr/>
                <p:nvPr/>
              </p:nvPicPr>
              <p:blipFill>
                <a:blip r:embed="rId316"/>
                <a:stretch>
                  <a:fillRect/>
                </a:stretch>
              </p:blipFill>
              <p:spPr>
                <a:xfrm>
                  <a:off x="4682174" y="5488863"/>
                  <a:ext cx="21312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7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58DD6A07-56E8-0DF4-EE41-5B3798E6513C}"/>
                    </a:ext>
                  </a:extLst>
                </p14:cNvPr>
                <p14:cNvContentPartPr/>
                <p14:nvPr/>
              </p14:nvContentPartPr>
              <p14:xfrm>
                <a:off x="4993214" y="5500023"/>
                <a:ext cx="77760" cy="155520"/>
              </p14:xfrm>
            </p:contentPart>
          </mc:Choice>
          <mc:Fallback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58DD6A07-56E8-0DF4-EE41-5B3798E6513C}"/>
                    </a:ext>
                  </a:extLst>
                </p:cNvPr>
                <p:cNvPicPr/>
                <p:nvPr/>
              </p:nvPicPr>
              <p:blipFill>
                <a:blip r:embed="rId318"/>
                <a:stretch>
                  <a:fillRect/>
                </a:stretch>
              </p:blipFill>
              <p:spPr>
                <a:xfrm>
                  <a:off x="4975214" y="5482383"/>
                  <a:ext cx="11340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9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88BDAAB6-BD89-8486-8BBE-6807A8F485A3}"/>
                    </a:ext>
                  </a:extLst>
                </p14:cNvPr>
                <p14:cNvContentPartPr/>
                <p14:nvPr/>
              </p14:nvContentPartPr>
              <p14:xfrm>
                <a:off x="5106614" y="5518023"/>
                <a:ext cx="229680" cy="188640"/>
              </p14:xfrm>
            </p:contentPart>
          </mc:Choice>
          <mc:Fallback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88BDAAB6-BD89-8486-8BBE-6807A8F485A3}"/>
                    </a:ext>
                  </a:extLst>
                </p:cNvPr>
                <p:cNvPicPr/>
                <p:nvPr/>
              </p:nvPicPr>
              <p:blipFill>
                <a:blip r:embed="rId320"/>
                <a:stretch>
                  <a:fillRect/>
                </a:stretch>
              </p:blipFill>
              <p:spPr>
                <a:xfrm>
                  <a:off x="5088614" y="5500383"/>
                  <a:ext cx="265320" cy="224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2" name="Group 201">
            <a:extLst>
              <a:ext uri="{FF2B5EF4-FFF2-40B4-BE49-F238E27FC236}">
                <a16:creationId xmlns:a16="http://schemas.microsoft.com/office/drawing/2014/main" id="{C0A87FBA-F47A-5C8B-B1F7-D2B9BD329943}"/>
              </a:ext>
            </a:extLst>
          </p:cNvPr>
          <p:cNvGrpSpPr/>
          <p:nvPr/>
        </p:nvGrpSpPr>
        <p:grpSpPr>
          <a:xfrm>
            <a:off x="5106974" y="6181143"/>
            <a:ext cx="541800" cy="348840"/>
            <a:chOff x="5106974" y="6181143"/>
            <a:chExt cx="541800" cy="348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1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2FC2DE3D-E08B-BE13-A4E1-679BA8CF789D}"/>
                    </a:ext>
                  </a:extLst>
                </p14:cNvPr>
                <p14:cNvContentPartPr/>
                <p14:nvPr/>
              </p14:nvContentPartPr>
              <p14:xfrm>
                <a:off x="5106974" y="6181143"/>
                <a:ext cx="111600" cy="231840"/>
              </p14:xfrm>
            </p:contentPart>
          </mc:Choice>
          <mc:Fallback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2FC2DE3D-E08B-BE13-A4E1-679BA8CF789D}"/>
                    </a:ext>
                  </a:extLst>
                </p:cNvPr>
                <p:cNvPicPr/>
                <p:nvPr/>
              </p:nvPicPr>
              <p:blipFill>
                <a:blip r:embed="rId322"/>
                <a:stretch>
                  <a:fillRect/>
                </a:stretch>
              </p:blipFill>
              <p:spPr>
                <a:xfrm>
                  <a:off x="5088974" y="6163503"/>
                  <a:ext cx="147240" cy="26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3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CDD741C8-29E9-07B3-1E06-D82DB9DC1DE2}"/>
                    </a:ext>
                  </a:extLst>
                </p14:cNvPr>
                <p14:cNvContentPartPr/>
                <p14:nvPr/>
              </p14:nvContentPartPr>
              <p14:xfrm>
                <a:off x="5134694" y="6289863"/>
                <a:ext cx="121680" cy="37800"/>
              </p14:xfrm>
            </p:contentPart>
          </mc:Choice>
          <mc:Fallback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CDD741C8-29E9-07B3-1E06-D82DB9DC1DE2}"/>
                    </a:ext>
                  </a:extLst>
                </p:cNvPr>
                <p:cNvPicPr/>
                <p:nvPr/>
              </p:nvPicPr>
              <p:blipFill>
                <a:blip r:embed="rId324"/>
                <a:stretch>
                  <a:fillRect/>
                </a:stretch>
              </p:blipFill>
              <p:spPr>
                <a:xfrm>
                  <a:off x="5117054" y="6271863"/>
                  <a:ext cx="15732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5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4BA713E2-5C5B-21B6-2E15-7C068D786146}"/>
                    </a:ext>
                  </a:extLst>
                </p14:cNvPr>
                <p14:cNvContentPartPr/>
                <p14:nvPr/>
              </p14:nvContentPartPr>
              <p14:xfrm>
                <a:off x="5332694" y="6303183"/>
                <a:ext cx="92880" cy="223200"/>
              </p14:xfrm>
            </p:contentPart>
          </mc:Choice>
          <mc:Fallback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4BA713E2-5C5B-21B6-2E15-7C068D786146}"/>
                    </a:ext>
                  </a:extLst>
                </p:cNvPr>
                <p:cNvPicPr/>
                <p:nvPr/>
              </p:nvPicPr>
              <p:blipFill>
                <a:blip r:embed="rId326"/>
                <a:stretch>
                  <a:fillRect/>
                </a:stretch>
              </p:blipFill>
              <p:spPr>
                <a:xfrm>
                  <a:off x="5315054" y="6285183"/>
                  <a:ext cx="128520" cy="25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7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59619402-A90B-BC48-4BE8-524AB161009D}"/>
                    </a:ext>
                  </a:extLst>
                </p14:cNvPr>
                <p14:cNvContentPartPr/>
                <p14:nvPr/>
              </p14:nvContentPartPr>
              <p14:xfrm>
                <a:off x="5507654" y="6325503"/>
                <a:ext cx="141120" cy="204480"/>
              </p14:xfrm>
            </p:contentPart>
          </mc:Choice>
          <mc:Fallback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59619402-A90B-BC48-4BE8-524AB161009D}"/>
                    </a:ext>
                  </a:extLst>
                </p:cNvPr>
                <p:cNvPicPr/>
                <p:nvPr/>
              </p:nvPicPr>
              <p:blipFill>
                <a:blip r:embed="rId328"/>
                <a:stretch>
                  <a:fillRect/>
                </a:stretch>
              </p:blipFill>
              <p:spPr>
                <a:xfrm>
                  <a:off x="5489654" y="6307503"/>
                  <a:ext cx="176760" cy="240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2" name="Group 211">
            <a:extLst>
              <a:ext uri="{FF2B5EF4-FFF2-40B4-BE49-F238E27FC236}">
                <a16:creationId xmlns:a16="http://schemas.microsoft.com/office/drawing/2014/main" id="{30DD9E3E-DD7E-97D6-C005-7B646CEB278C}"/>
              </a:ext>
            </a:extLst>
          </p:cNvPr>
          <p:cNvGrpSpPr/>
          <p:nvPr/>
        </p:nvGrpSpPr>
        <p:grpSpPr>
          <a:xfrm>
            <a:off x="5533214" y="4943823"/>
            <a:ext cx="199800" cy="152640"/>
            <a:chOff x="5533214" y="4943823"/>
            <a:chExt cx="199800" cy="152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9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A0FBDA4A-FCE1-9896-6203-21974592D568}"/>
                    </a:ext>
                  </a:extLst>
                </p14:cNvPr>
                <p14:cNvContentPartPr/>
                <p14:nvPr/>
              </p14:nvContentPartPr>
              <p14:xfrm>
                <a:off x="5553374" y="4943823"/>
                <a:ext cx="101880" cy="4680"/>
              </p14:xfrm>
            </p:contentPart>
          </mc:Choice>
          <mc:Fallback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A0FBDA4A-FCE1-9896-6203-21974592D568}"/>
                    </a:ext>
                  </a:extLst>
                </p:cNvPr>
                <p:cNvPicPr/>
                <p:nvPr/>
              </p:nvPicPr>
              <p:blipFill>
                <a:blip r:embed="rId330"/>
                <a:stretch>
                  <a:fillRect/>
                </a:stretch>
              </p:blipFill>
              <p:spPr>
                <a:xfrm>
                  <a:off x="5535734" y="4926183"/>
                  <a:ext cx="13752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1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1F656023-C3CA-F3D5-2501-46C70689570F}"/>
                    </a:ext>
                  </a:extLst>
                </p14:cNvPr>
                <p14:cNvContentPartPr/>
                <p14:nvPr/>
              </p14:nvContentPartPr>
              <p14:xfrm>
                <a:off x="5533214" y="5047863"/>
                <a:ext cx="199800" cy="48600"/>
              </p14:xfrm>
            </p:contentPart>
          </mc:Choice>
          <mc:Fallback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1F656023-C3CA-F3D5-2501-46C70689570F}"/>
                    </a:ext>
                  </a:extLst>
                </p:cNvPr>
                <p:cNvPicPr/>
                <p:nvPr/>
              </p:nvPicPr>
              <p:blipFill>
                <a:blip r:embed="rId332"/>
                <a:stretch>
                  <a:fillRect/>
                </a:stretch>
              </p:blipFill>
              <p:spPr>
                <a:xfrm>
                  <a:off x="5515214" y="5029863"/>
                  <a:ext cx="235440" cy="84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1" name="Group 210">
            <a:extLst>
              <a:ext uri="{FF2B5EF4-FFF2-40B4-BE49-F238E27FC236}">
                <a16:creationId xmlns:a16="http://schemas.microsoft.com/office/drawing/2014/main" id="{121E7D07-EB26-AD95-3C8E-6B24DD55B4B7}"/>
              </a:ext>
            </a:extLst>
          </p:cNvPr>
          <p:cNvGrpSpPr/>
          <p:nvPr/>
        </p:nvGrpSpPr>
        <p:grpSpPr>
          <a:xfrm>
            <a:off x="5676854" y="5508303"/>
            <a:ext cx="195480" cy="140400"/>
            <a:chOff x="5676854" y="5508303"/>
            <a:chExt cx="195480" cy="140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3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1584651E-F6F5-0946-0EE4-BBFEEACB3A5F}"/>
                    </a:ext>
                  </a:extLst>
                </p14:cNvPr>
                <p14:cNvContentPartPr/>
                <p14:nvPr/>
              </p14:nvContentPartPr>
              <p14:xfrm>
                <a:off x="5676854" y="5508303"/>
                <a:ext cx="103680" cy="19080"/>
              </p14:xfrm>
            </p:contentPart>
          </mc:Choice>
          <mc:Fallback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1584651E-F6F5-0946-0EE4-BBFEEACB3A5F}"/>
                    </a:ext>
                  </a:extLst>
                </p:cNvPr>
                <p:cNvPicPr/>
                <p:nvPr/>
              </p:nvPicPr>
              <p:blipFill>
                <a:blip r:embed="rId334"/>
                <a:stretch>
                  <a:fillRect/>
                </a:stretch>
              </p:blipFill>
              <p:spPr>
                <a:xfrm>
                  <a:off x="5659214" y="5490303"/>
                  <a:ext cx="13932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5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C04515CB-BA03-9623-36B0-61DC19D04218}"/>
                    </a:ext>
                  </a:extLst>
                </p14:cNvPr>
                <p14:cNvContentPartPr/>
                <p14:nvPr/>
              </p14:nvContentPartPr>
              <p14:xfrm>
                <a:off x="5697374" y="5636823"/>
                <a:ext cx="174960" cy="11880"/>
              </p14:xfrm>
            </p:contentPart>
          </mc:Choice>
          <mc:Fallback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C04515CB-BA03-9623-36B0-61DC19D04218}"/>
                    </a:ext>
                  </a:extLst>
                </p:cNvPr>
                <p:cNvPicPr/>
                <p:nvPr/>
              </p:nvPicPr>
              <p:blipFill>
                <a:blip r:embed="rId336"/>
                <a:stretch>
                  <a:fillRect/>
                </a:stretch>
              </p:blipFill>
              <p:spPr>
                <a:xfrm>
                  <a:off x="5679374" y="5618823"/>
                  <a:ext cx="210600" cy="47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0" name="Group 209">
            <a:extLst>
              <a:ext uri="{FF2B5EF4-FFF2-40B4-BE49-F238E27FC236}">
                <a16:creationId xmlns:a16="http://schemas.microsoft.com/office/drawing/2014/main" id="{4255230C-1EBC-6060-9E49-EEF53CE147EB}"/>
              </a:ext>
            </a:extLst>
          </p:cNvPr>
          <p:cNvGrpSpPr/>
          <p:nvPr/>
        </p:nvGrpSpPr>
        <p:grpSpPr>
          <a:xfrm>
            <a:off x="5940374" y="6400743"/>
            <a:ext cx="133920" cy="114480"/>
            <a:chOff x="5940374" y="6400743"/>
            <a:chExt cx="133920" cy="114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7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39D4FC9C-0DD0-4E5C-F25A-91FBCB2BC044}"/>
                    </a:ext>
                  </a:extLst>
                </p14:cNvPr>
                <p14:cNvContentPartPr/>
                <p14:nvPr/>
              </p14:nvContentPartPr>
              <p14:xfrm>
                <a:off x="5949734" y="6400743"/>
                <a:ext cx="62640" cy="11880"/>
              </p14:xfrm>
            </p:contentPart>
          </mc:Choice>
          <mc:Fallback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39D4FC9C-0DD0-4E5C-F25A-91FBCB2BC044}"/>
                    </a:ext>
                  </a:extLst>
                </p:cNvPr>
                <p:cNvPicPr/>
                <p:nvPr/>
              </p:nvPicPr>
              <p:blipFill>
                <a:blip r:embed="rId338"/>
                <a:stretch>
                  <a:fillRect/>
                </a:stretch>
              </p:blipFill>
              <p:spPr>
                <a:xfrm>
                  <a:off x="5931734" y="6383103"/>
                  <a:ext cx="9828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9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CABCF26E-A98F-185E-675D-C2A773FF0935}"/>
                    </a:ext>
                  </a:extLst>
                </p14:cNvPr>
                <p14:cNvContentPartPr/>
                <p14:nvPr/>
              </p14:nvContentPartPr>
              <p14:xfrm>
                <a:off x="5940374" y="6455823"/>
                <a:ext cx="133920" cy="59400"/>
              </p14:xfrm>
            </p:contentPart>
          </mc:Choice>
          <mc:Fallback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CABCF26E-A98F-185E-675D-C2A773FF0935}"/>
                    </a:ext>
                  </a:extLst>
                </p:cNvPr>
                <p:cNvPicPr/>
                <p:nvPr/>
              </p:nvPicPr>
              <p:blipFill>
                <a:blip r:embed="rId340"/>
                <a:stretch>
                  <a:fillRect/>
                </a:stretch>
              </p:blipFill>
              <p:spPr>
                <a:xfrm>
                  <a:off x="5922374" y="6437823"/>
                  <a:ext cx="169560" cy="95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41">
            <p14:nvContentPartPr>
              <p14:cNvPr id="213" name="Ink 212">
                <a:extLst>
                  <a:ext uri="{FF2B5EF4-FFF2-40B4-BE49-F238E27FC236}">
                    <a16:creationId xmlns:a16="http://schemas.microsoft.com/office/drawing/2014/main" id="{6DF3B69D-2A61-29CC-303D-1423CA2668F1}"/>
                  </a:ext>
                </a:extLst>
              </p14:cNvPr>
              <p14:cNvContentPartPr/>
              <p14:nvPr/>
            </p14:nvContentPartPr>
            <p14:xfrm>
              <a:off x="6235574" y="4848063"/>
              <a:ext cx="207360" cy="245160"/>
            </p14:xfrm>
          </p:contentPart>
        </mc:Choice>
        <mc:Fallback>
          <p:pic>
            <p:nvPicPr>
              <p:cNvPr id="213" name="Ink 212">
                <a:extLst>
                  <a:ext uri="{FF2B5EF4-FFF2-40B4-BE49-F238E27FC236}">
                    <a16:creationId xmlns:a16="http://schemas.microsoft.com/office/drawing/2014/main" id="{6DF3B69D-2A61-29CC-303D-1423CA2668F1}"/>
                  </a:ext>
                </a:extLst>
              </p:cNvPr>
              <p:cNvPicPr/>
              <p:nvPr/>
            </p:nvPicPr>
            <p:blipFill>
              <a:blip r:embed="rId342"/>
              <a:stretch>
                <a:fillRect/>
              </a:stretch>
            </p:blipFill>
            <p:spPr>
              <a:xfrm>
                <a:off x="6217934" y="4830063"/>
                <a:ext cx="243000" cy="28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3">
            <p14:nvContentPartPr>
              <p14:cNvPr id="214" name="Ink 213">
                <a:extLst>
                  <a:ext uri="{FF2B5EF4-FFF2-40B4-BE49-F238E27FC236}">
                    <a16:creationId xmlns:a16="http://schemas.microsoft.com/office/drawing/2014/main" id="{D6467BDB-D229-3840-CC1F-CD7989AA7EE0}"/>
                  </a:ext>
                </a:extLst>
              </p14:cNvPr>
              <p14:cNvContentPartPr/>
              <p14:nvPr/>
            </p14:nvContentPartPr>
            <p14:xfrm>
              <a:off x="3740774" y="1677903"/>
              <a:ext cx="5400" cy="5400"/>
            </p14:xfrm>
          </p:contentPart>
        </mc:Choice>
        <mc:Fallback>
          <p:pic>
            <p:nvPicPr>
              <p:cNvPr id="214" name="Ink 213">
                <a:extLst>
                  <a:ext uri="{FF2B5EF4-FFF2-40B4-BE49-F238E27FC236}">
                    <a16:creationId xmlns:a16="http://schemas.microsoft.com/office/drawing/2014/main" id="{D6467BDB-D229-3840-CC1F-CD7989AA7EE0}"/>
                  </a:ext>
                </a:extLst>
              </p:cNvPr>
              <p:cNvPicPr/>
              <p:nvPr/>
            </p:nvPicPr>
            <p:blipFill>
              <a:blip r:embed="rId344"/>
              <a:stretch>
                <a:fillRect/>
              </a:stretch>
            </p:blipFill>
            <p:spPr>
              <a:xfrm>
                <a:off x="3722774" y="1659903"/>
                <a:ext cx="41040" cy="4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5">
            <p14:nvContentPartPr>
              <p14:cNvPr id="215" name="Ink 214">
                <a:extLst>
                  <a:ext uri="{FF2B5EF4-FFF2-40B4-BE49-F238E27FC236}">
                    <a16:creationId xmlns:a16="http://schemas.microsoft.com/office/drawing/2014/main" id="{7329FEC0-9B6E-6C18-1D1C-FA291879A9D2}"/>
                  </a:ext>
                </a:extLst>
              </p14:cNvPr>
              <p14:cNvContentPartPr/>
              <p14:nvPr/>
            </p14:nvContentPartPr>
            <p14:xfrm>
              <a:off x="2678774" y="499983"/>
              <a:ext cx="3240" cy="2880"/>
            </p14:xfrm>
          </p:contentPart>
        </mc:Choice>
        <mc:Fallback>
          <p:pic>
            <p:nvPicPr>
              <p:cNvPr id="215" name="Ink 214">
                <a:extLst>
                  <a:ext uri="{FF2B5EF4-FFF2-40B4-BE49-F238E27FC236}">
                    <a16:creationId xmlns:a16="http://schemas.microsoft.com/office/drawing/2014/main" id="{7329FEC0-9B6E-6C18-1D1C-FA291879A9D2}"/>
                  </a:ext>
                </a:extLst>
              </p:cNvPr>
              <p:cNvPicPr/>
              <p:nvPr/>
            </p:nvPicPr>
            <p:blipFill>
              <a:blip r:embed="rId346"/>
              <a:stretch>
                <a:fillRect/>
              </a:stretch>
            </p:blipFill>
            <p:spPr>
              <a:xfrm>
                <a:off x="2660774" y="481983"/>
                <a:ext cx="38880" cy="3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7">
            <p14:nvContentPartPr>
              <p14:cNvPr id="216" name="Ink 215">
                <a:extLst>
                  <a:ext uri="{FF2B5EF4-FFF2-40B4-BE49-F238E27FC236}">
                    <a16:creationId xmlns:a16="http://schemas.microsoft.com/office/drawing/2014/main" id="{15263371-D191-3C08-96EF-7DFA0CEA1C94}"/>
                  </a:ext>
                </a:extLst>
              </p14:cNvPr>
              <p14:cNvContentPartPr/>
              <p14:nvPr/>
            </p14:nvContentPartPr>
            <p14:xfrm>
              <a:off x="4681094" y="427263"/>
              <a:ext cx="6480" cy="9000"/>
            </p14:xfrm>
          </p:contentPart>
        </mc:Choice>
        <mc:Fallback>
          <p:pic>
            <p:nvPicPr>
              <p:cNvPr id="216" name="Ink 215">
                <a:extLst>
                  <a:ext uri="{FF2B5EF4-FFF2-40B4-BE49-F238E27FC236}">
                    <a16:creationId xmlns:a16="http://schemas.microsoft.com/office/drawing/2014/main" id="{15263371-D191-3C08-96EF-7DFA0CEA1C94}"/>
                  </a:ext>
                </a:extLst>
              </p:cNvPr>
              <p:cNvPicPr/>
              <p:nvPr/>
            </p:nvPicPr>
            <p:blipFill>
              <a:blip r:embed="rId348"/>
              <a:stretch>
                <a:fillRect/>
              </a:stretch>
            </p:blipFill>
            <p:spPr>
              <a:xfrm>
                <a:off x="4663454" y="409263"/>
                <a:ext cx="42120" cy="44640"/>
              </a:xfrm>
              <a:prstGeom prst="rect">
                <a:avLst/>
              </a:prstGeom>
            </p:spPr>
          </p:pic>
        </mc:Fallback>
      </mc:AlternateContent>
      <p:grpSp>
        <p:nvGrpSpPr>
          <p:cNvPr id="226" name="Group 225">
            <a:extLst>
              <a:ext uri="{FF2B5EF4-FFF2-40B4-BE49-F238E27FC236}">
                <a16:creationId xmlns:a16="http://schemas.microsoft.com/office/drawing/2014/main" id="{B3B3E0D4-1F20-ACA4-8ABA-82C84B1BB67C}"/>
              </a:ext>
            </a:extLst>
          </p:cNvPr>
          <p:cNvGrpSpPr/>
          <p:nvPr/>
        </p:nvGrpSpPr>
        <p:grpSpPr>
          <a:xfrm>
            <a:off x="6014534" y="5333343"/>
            <a:ext cx="684360" cy="496080"/>
            <a:chOff x="6014534" y="5333343"/>
            <a:chExt cx="684360" cy="496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9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B09C67CB-3C15-71EF-0CAF-79D7871B285B}"/>
                    </a:ext>
                  </a:extLst>
                </p14:cNvPr>
                <p14:cNvContentPartPr/>
                <p14:nvPr/>
              </p14:nvContentPartPr>
              <p14:xfrm>
                <a:off x="6014534" y="5566983"/>
                <a:ext cx="138960" cy="10440"/>
              </p14:xfrm>
            </p:contentPart>
          </mc:Choice>
          <mc:Fallback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B09C67CB-3C15-71EF-0CAF-79D7871B285B}"/>
                    </a:ext>
                  </a:extLst>
                </p:cNvPr>
                <p:cNvPicPr/>
                <p:nvPr/>
              </p:nvPicPr>
              <p:blipFill>
                <a:blip r:embed="rId350"/>
                <a:stretch>
                  <a:fillRect/>
                </a:stretch>
              </p:blipFill>
              <p:spPr>
                <a:xfrm>
                  <a:off x="5996534" y="5548983"/>
                  <a:ext cx="17460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1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54EA6F6A-887F-024B-67D1-0DF825F8D778}"/>
                    </a:ext>
                  </a:extLst>
                </p14:cNvPr>
                <p14:cNvContentPartPr/>
                <p14:nvPr/>
              </p14:nvContentPartPr>
              <p14:xfrm>
                <a:off x="6265094" y="5390943"/>
                <a:ext cx="129600" cy="380880"/>
              </p14:xfrm>
            </p:contentPart>
          </mc:Choice>
          <mc:Fallback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54EA6F6A-887F-024B-67D1-0DF825F8D778}"/>
                    </a:ext>
                  </a:extLst>
                </p:cNvPr>
                <p:cNvPicPr/>
                <p:nvPr/>
              </p:nvPicPr>
              <p:blipFill>
                <a:blip r:embed="rId352"/>
                <a:stretch>
                  <a:fillRect/>
                </a:stretch>
              </p:blipFill>
              <p:spPr>
                <a:xfrm>
                  <a:off x="6247454" y="5373303"/>
                  <a:ext cx="165240" cy="41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3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CC0C4EC6-9916-6EA8-4DE1-D204620EAC8F}"/>
                    </a:ext>
                  </a:extLst>
                </p14:cNvPr>
                <p14:cNvContentPartPr/>
                <p14:nvPr/>
              </p14:nvContentPartPr>
              <p14:xfrm>
                <a:off x="6444014" y="5465103"/>
                <a:ext cx="132840" cy="226440"/>
              </p14:xfrm>
            </p:contentPart>
          </mc:Choice>
          <mc:Fallback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CC0C4EC6-9916-6EA8-4DE1-D204620EAC8F}"/>
                    </a:ext>
                  </a:extLst>
                </p:cNvPr>
                <p:cNvPicPr/>
                <p:nvPr/>
              </p:nvPicPr>
              <p:blipFill>
                <a:blip r:embed="rId354"/>
                <a:stretch>
                  <a:fillRect/>
                </a:stretch>
              </p:blipFill>
              <p:spPr>
                <a:xfrm>
                  <a:off x="6426374" y="5447103"/>
                  <a:ext cx="168480" cy="26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5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192C25E0-0DF7-BE2E-43DB-A5808A963D29}"/>
                    </a:ext>
                  </a:extLst>
                </p14:cNvPr>
                <p14:cNvContentPartPr/>
                <p14:nvPr/>
              </p14:nvContentPartPr>
              <p14:xfrm>
                <a:off x="6586214" y="5333343"/>
                <a:ext cx="112680" cy="496080"/>
              </p14:xfrm>
            </p:contentPart>
          </mc:Choice>
          <mc:Fallback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192C25E0-0DF7-BE2E-43DB-A5808A963D29}"/>
                    </a:ext>
                  </a:extLst>
                </p:cNvPr>
                <p:cNvPicPr/>
                <p:nvPr/>
              </p:nvPicPr>
              <p:blipFill>
                <a:blip r:embed="rId356"/>
                <a:stretch>
                  <a:fillRect/>
                </a:stretch>
              </p:blipFill>
              <p:spPr>
                <a:xfrm>
                  <a:off x="6568574" y="5315703"/>
                  <a:ext cx="148320" cy="531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5" name="Group 224">
            <a:extLst>
              <a:ext uri="{FF2B5EF4-FFF2-40B4-BE49-F238E27FC236}">
                <a16:creationId xmlns:a16="http://schemas.microsoft.com/office/drawing/2014/main" id="{32E59325-050A-4627-276D-B8568563DFD1}"/>
              </a:ext>
            </a:extLst>
          </p:cNvPr>
          <p:cNvGrpSpPr/>
          <p:nvPr/>
        </p:nvGrpSpPr>
        <p:grpSpPr>
          <a:xfrm>
            <a:off x="6878174" y="5379783"/>
            <a:ext cx="657720" cy="407520"/>
            <a:chOff x="6878174" y="5379783"/>
            <a:chExt cx="657720" cy="407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7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08D4AA80-0D4D-474F-28A4-83236679121C}"/>
                    </a:ext>
                  </a:extLst>
                </p14:cNvPr>
                <p14:cNvContentPartPr/>
                <p14:nvPr/>
              </p14:nvContentPartPr>
              <p14:xfrm>
                <a:off x="6889694" y="5601903"/>
                <a:ext cx="40680" cy="12240"/>
              </p14:xfrm>
            </p:contentPart>
          </mc:Choice>
          <mc:Fallback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08D4AA80-0D4D-474F-28A4-83236679121C}"/>
                    </a:ext>
                  </a:extLst>
                </p:cNvPr>
                <p:cNvPicPr/>
                <p:nvPr/>
              </p:nvPicPr>
              <p:blipFill>
                <a:blip r:embed="rId358"/>
                <a:stretch>
                  <a:fillRect/>
                </a:stretch>
              </p:blipFill>
              <p:spPr>
                <a:xfrm>
                  <a:off x="6872054" y="5583903"/>
                  <a:ext cx="7632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9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00ADF5C2-5237-7058-191C-E9A90CB32955}"/>
                    </a:ext>
                  </a:extLst>
                </p14:cNvPr>
                <p14:cNvContentPartPr/>
                <p14:nvPr/>
              </p14:nvContentPartPr>
              <p14:xfrm>
                <a:off x="6878174" y="5664903"/>
                <a:ext cx="121320" cy="14400"/>
              </p14:xfrm>
            </p:contentPart>
          </mc:Choice>
          <mc:Fallback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00ADF5C2-5237-7058-191C-E9A90CB32955}"/>
                    </a:ext>
                  </a:extLst>
                </p:cNvPr>
                <p:cNvPicPr/>
                <p:nvPr/>
              </p:nvPicPr>
              <p:blipFill>
                <a:blip r:embed="rId360"/>
                <a:stretch>
                  <a:fillRect/>
                </a:stretch>
              </p:blipFill>
              <p:spPr>
                <a:xfrm>
                  <a:off x="6860174" y="5646903"/>
                  <a:ext cx="15696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1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50644705-9344-11EB-8896-CFFEFCD668FE}"/>
                    </a:ext>
                  </a:extLst>
                </p14:cNvPr>
                <p14:cNvContentPartPr/>
                <p14:nvPr/>
              </p14:nvContentPartPr>
              <p14:xfrm>
                <a:off x="7080854" y="5579583"/>
                <a:ext cx="154080" cy="21600"/>
              </p14:xfrm>
            </p:contentPart>
          </mc:Choice>
          <mc:Fallback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50644705-9344-11EB-8896-CFFEFCD668FE}"/>
                    </a:ext>
                  </a:extLst>
                </p:cNvPr>
                <p:cNvPicPr/>
                <p:nvPr/>
              </p:nvPicPr>
              <p:blipFill>
                <a:blip r:embed="rId362"/>
                <a:stretch>
                  <a:fillRect/>
                </a:stretch>
              </p:blipFill>
              <p:spPr>
                <a:xfrm>
                  <a:off x="7063214" y="5561583"/>
                  <a:ext cx="18972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3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17EBB9DB-E5AD-5681-521E-313AD448DC3F}"/>
                    </a:ext>
                  </a:extLst>
                </p14:cNvPr>
                <p14:cNvContentPartPr/>
                <p14:nvPr/>
              </p14:nvContentPartPr>
              <p14:xfrm>
                <a:off x="7369574" y="5379783"/>
                <a:ext cx="166320" cy="407520"/>
              </p14:xfrm>
            </p:contentPart>
          </mc:Choice>
          <mc:Fallback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17EBB9DB-E5AD-5681-521E-313AD448DC3F}"/>
                    </a:ext>
                  </a:extLst>
                </p:cNvPr>
                <p:cNvPicPr/>
                <p:nvPr/>
              </p:nvPicPr>
              <p:blipFill>
                <a:blip r:embed="rId364"/>
                <a:stretch>
                  <a:fillRect/>
                </a:stretch>
              </p:blipFill>
              <p:spPr>
                <a:xfrm>
                  <a:off x="7351934" y="5361783"/>
                  <a:ext cx="201960" cy="443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65">
            <p14:nvContentPartPr>
              <p14:cNvPr id="227" name="Ink 226">
                <a:extLst>
                  <a:ext uri="{FF2B5EF4-FFF2-40B4-BE49-F238E27FC236}">
                    <a16:creationId xmlns:a16="http://schemas.microsoft.com/office/drawing/2014/main" id="{B431257E-2711-FB2C-2F3A-166739B8208A}"/>
                  </a:ext>
                </a:extLst>
              </p14:cNvPr>
              <p14:cNvContentPartPr/>
              <p14:nvPr/>
            </p14:nvContentPartPr>
            <p14:xfrm>
              <a:off x="6309014" y="6152343"/>
              <a:ext cx="81360" cy="59400"/>
            </p14:xfrm>
          </p:contentPart>
        </mc:Choice>
        <mc:Fallback>
          <p:pic>
            <p:nvPicPr>
              <p:cNvPr id="227" name="Ink 226">
                <a:extLst>
                  <a:ext uri="{FF2B5EF4-FFF2-40B4-BE49-F238E27FC236}">
                    <a16:creationId xmlns:a16="http://schemas.microsoft.com/office/drawing/2014/main" id="{B431257E-2711-FB2C-2F3A-166739B8208A}"/>
                  </a:ext>
                </a:extLst>
              </p:cNvPr>
              <p:cNvPicPr/>
              <p:nvPr/>
            </p:nvPicPr>
            <p:blipFill>
              <a:blip r:embed="rId366"/>
              <a:stretch>
                <a:fillRect/>
              </a:stretch>
            </p:blipFill>
            <p:spPr>
              <a:xfrm>
                <a:off x="6291014" y="6134703"/>
                <a:ext cx="117000" cy="9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7">
            <p14:nvContentPartPr>
              <p14:cNvPr id="228" name="Ink 227">
                <a:extLst>
                  <a:ext uri="{FF2B5EF4-FFF2-40B4-BE49-F238E27FC236}">
                    <a16:creationId xmlns:a16="http://schemas.microsoft.com/office/drawing/2014/main" id="{A7345405-F591-9118-AB16-EA45B2B191D7}"/>
                  </a:ext>
                </a:extLst>
              </p14:cNvPr>
              <p14:cNvContentPartPr/>
              <p14:nvPr/>
            </p14:nvContentPartPr>
            <p14:xfrm>
              <a:off x="3741134" y="391983"/>
              <a:ext cx="2880" cy="2160"/>
            </p14:xfrm>
          </p:contentPart>
        </mc:Choice>
        <mc:Fallback>
          <p:pic>
            <p:nvPicPr>
              <p:cNvPr id="228" name="Ink 227">
                <a:extLst>
                  <a:ext uri="{FF2B5EF4-FFF2-40B4-BE49-F238E27FC236}">
                    <a16:creationId xmlns:a16="http://schemas.microsoft.com/office/drawing/2014/main" id="{A7345405-F591-9118-AB16-EA45B2B191D7}"/>
                  </a:ext>
                </a:extLst>
              </p:cNvPr>
              <p:cNvPicPr/>
              <p:nvPr/>
            </p:nvPicPr>
            <p:blipFill>
              <a:blip r:embed="rId368"/>
              <a:stretch>
                <a:fillRect/>
              </a:stretch>
            </p:blipFill>
            <p:spPr>
              <a:xfrm>
                <a:off x="3723494" y="373983"/>
                <a:ext cx="38520" cy="37800"/>
              </a:xfrm>
              <a:prstGeom prst="rect">
                <a:avLst/>
              </a:prstGeom>
            </p:spPr>
          </p:pic>
        </mc:Fallback>
      </mc:AlternateContent>
      <p:grpSp>
        <p:nvGrpSpPr>
          <p:cNvPr id="231" name="Group 230">
            <a:extLst>
              <a:ext uri="{FF2B5EF4-FFF2-40B4-BE49-F238E27FC236}">
                <a16:creationId xmlns:a16="http://schemas.microsoft.com/office/drawing/2014/main" id="{2D80D97E-DBF4-C201-B96D-A8FAFCB75379}"/>
              </a:ext>
            </a:extLst>
          </p:cNvPr>
          <p:cNvGrpSpPr/>
          <p:nvPr/>
        </p:nvGrpSpPr>
        <p:grpSpPr>
          <a:xfrm>
            <a:off x="6364454" y="6208863"/>
            <a:ext cx="395280" cy="236160"/>
            <a:chOff x="6364454" y="6208863"/>
            <a:chExt cx="395280" cy="236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9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4A2A91FD-3FA9-2FB6-B5F6-2484FB01F4C6}"/>
                    </a:ext>
                  </a:extLst>
                </p14:cNvPr>
                <p14:cNvContentPartPr/>
                <p14:nvPr/>
              </p14:nvContentPartPr>
              <p14:xfrm>
                <a:off x="6364454" y="6374103"/>
                <a:ext cx="130320" cy="21240"/>
              </p14:xfrm>
            </p:contentPart>
          </mc:Choice>
          <mc:Fallback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4A2A91FD-3FA9-2FB6-B5F6-2484FB01F4C6}"/>
                    </a:ext>
                  </a:extLst>
                </p:cNvPr>
                <p:cNvPicPr/>
                <p:nvPr/>
              </p:nvPicPr>
              <p:blipFill>
                <a:blip r:embed="rId370"/>
                <a:stretch>
                  <a:fillRect/>
                </a:stretch>
              </p:blipFill>
              <p:spPr>
                <a:xfrm>
                  <a:off x="6346814" y="6356103"/>
                  <a:ext cx="16596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1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A75FD4C6-FB82-0766-D044-DFD6E96239F2}"/>
                    </a:ext>
                  </a:extLst>
                </p14:cNvPr>
                <p14:cNvContentPartPr/>
                <p14:nvPr/>
              </p14:nvContentPartPr>
              <p14:xfrm>
                <a:off x="6583694" y="6208863"/>
                <a:ext cx="176040" cy="236160"/>
              </p14:xfrm>
            </p:contentPart>
          </mc:Choice>
          <mc:Fallback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A75FD4C6-FB82-0766-D044-DFD6E96239F2}"/>
                    </a:ext>
                  </a:extLst>
                </p:cNvPr>
                <p:cNvPicPr/>
                <p:nvPr/>
              </p:nvPicPr>
              <p:blipFill>
                <a:blip r:embed="rId372"/>
                <a:stretch>
                  <a:fillRect/>
                </a:stretch>
              </p:blipFill>
              <p:spPr>
                <a:xfrm>
                  <a:off x="6565694" y="6191223"/>
                  <a:ext cx="211680" cy="271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7" name="Group 246">
            <a:extLst>
              <a:ext uri="{FF2B5EF4-FFF2-40B4-BE49-F238E27FC236}">
                <a16:creationId xmlns:a16="http://schemas.microsoft.com/office/drawing/2014/main" id="{76E07E25-DCAF-DDA3-F2CD-E9853E1F0DE7}"/>
              </a:ext>
            </a:extLst>
          </p:cNvPr>
          <p:cNvGrpSpPr/>
          <p:nvPr/>
        </p:nvGrpSpPr>
        <p:grpSpPr>
          <a:xfrm>
            <a:off x="8612654" y="-32817"/>
            <a:ext cx="874080" cy="6906600"/>
            <a:chOff x="8612654" y="-32817"/>
            <a:chExt cx="874080" cy="6906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73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E7B87319-8D9D-AFA1-741D-31E961D50ED8}"/>
                    </a:ext>
                  </a:extLst>
                </p14:cNvPr>
                <p14:cNvContentPartPr/>
                <p14:nvPr/>
              </p14:nvContentPartPr>
              <p14:xfrm>
                <a:off x="8612654" y="-32817"/>
                <a:ext cx="605160" cy="6906600"/>
              </p14:xfrm>
            </p:contentPart>
          </mc:Choice>
          <mc:Fallback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E7B87319-8D9D-AFA1-741D-31E961D50ED8}"/>
                    </a:ext>
                  </a:extLst>
                </p:cNvPr>
                <p:cNvPicPr/>
                <p:nvPr/>
              </p:nvPicPr>
              <p:blipFill>
                <a:blip r:embed="rId374"/>
                <a:stretch>
                  <a:fillRect/>
                </a:stretch>
              </p:blipFill>
              <p:spPr>
                <a:xfrm>
                  <a:off x="8595014" y="-50817"/>
                  <a:ext cx="640800" cy="694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5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9C2AD521-5C35-C129-F591-0FA9AABC6F54}"/>
                    </a:ext>
                  </a:extLst>
                </p14:cNvPr>
                <p14:cNvContentPartPr/>
                <p14:nvPr/>
              </p14:nvContentPartPr>
              <p14:xfrm>
                <a:off x="9020894" y="266703"/>
                <a:ext cx="16920" cy="213480"/>
              </p14:xfrm>
            </p:contentPart>
          </mc:Choice>
          <mc:Fallback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9C2AD521-5C35-C129-F591-0FA9AABC6F54}"/>
                    </a:ext>
                  </a:extLst>
                </p:cNvPr>
                <p:cNvPicPr/>
                <p:nvPr/>
              </p:nvPicPr>
              <p:blipFill>
                <a:blip r:embed="rId376"/>
                <a:stretch>
                  <a:fillRect/>
                </a:stretch>
              </p:blipFill>
              <p:spPr>
                <a:xfrm>
                  <a:off x="9003254" y="249063"/>
                  <a:ext cx="52560" cy="24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7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5286BFE0-C6E4-98E7-1ABC-FE1E8E653759}"/>
                    </a:ext>
                  </a:extLst>
                </p14:cNvPr>
                <p14:cNvContentPartPr/>
                <p14:nvPr/>
              </p14:nvContentPartPr>
              <p14:xfrm>
                <a:off x="9046454" y="255903"/>
                <a:ext cx="126000" cy="260640"/>
              </p14:xfrm>
            </p:contentPart>
          </mc:Choice>
          <mc:Fallback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5286BFE0-C6E4-98E7-1ABC-FE1E8E653759}"/>
                    </a:ext>
                  </a:extLst>
                </p:cNvPr>
                <p:cNvPicPr/>
                <p:nvPr/>
              </p:nvPicPr>
              <p:blipFill>
                <a:blip r:embed="rId378"/>
                <a:stretch>
                  <a:fillRect/>
                </a:stretch>
              </p:blipFill>
              <p:spPr>
                <a:xfrm>
                  <a:off x="9028814" y="237903"/>
                  <a:ext cx="161640" cy="29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9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41EBB879-5F70-0E87-9863-DF58DF5CC663}"/>
                    </a:ext>
                  </a:extLst>
                </p14:cNvPr>
                <p14:cNvContentPartPr/>
                <p14:nvPr/>
              </p14:nvContentPartPr>
              <p14:xfrm>
                <a:off x="9374414" y="412863"/>
                <a:ext cx="78840" cy="10080"/>
              </p14:xfrm>
            </p:contentPart>
          </mc:Choice>
          <mc:Fallback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41EBB879-5F70-0E87-9863-DF58DF5CC663}"/>
                    </a:ext>
                  </a:extLst>
                </p:cNvPr>
                <p:cNvPicPr/>
                <p:nvPr/>
              </p:nvPicPr>
              <p:blipFill>
                <a:blip r:embed="rId380"/>
                <a:stretch>
                  <a:fillRect/>
                </a:stretch>
              </p:blipFill>
              <p:spPr>
                <a:xfrm>
                  <a:off x="9356414" y="394863"/>
                  <a:ext cx="11448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1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E33DF172-D0B7-6FDD-3944-BBBB875537B4}"/>
                    </a:ext>
                  </a:extLst>
                </p14:cNvPr>
                <p14:cNvContentPartPr/>
                <p14:nvPr/>
              </p14:nvContentPartPr>
              <p14:xfrm>
                <a:off x="9351734" y="479823"/>
                <a:ext cx="135000" cy="48960"/>
              </p14:xfrm>
            </p:contentPart>
          </mc:Choice>
          <mc:Fallback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E33DF172-D0B7-6FDD-3944-BBBB875537B4}"/>
                    </a:ext>
                  </a:extLst>
                </p:cNvPr>
                <p:cNvPicPr/>
                <p:nvPr/>
              </p:nvPicPr>
              <p:blipFill>
                <a:blip r:embed="rId382"/>
                <a:stretch>
                  <a:fillRect/>
                </a:stretch>
              </p:blipFill>
              <p:spPr>
                <a:xfrm>
                  <a:off x="9333734" y="461823"/>
                  <a:ext cx="170640" cy="84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83">
            <p14:nvContentPartPr>
              <p14:cNvPr id="260" name="Ink 259">
                <a:extLst>
                  <a:ext uri="{FF2B5EF4-FFF2-40B4-BE49-F238E27FC236}">
                    <a16:creationId xmlns:a16="http://schemas.microsoft.com/office/drawing/2014/main" id="{1675866D-483C-DB11-C08E-22AA37292033}"/>
                  </a:ext>
                </a:extLst>
              </p14:cNvPr>
              <p14:cNvContentPartPr/>
              <p14:nvPr/>
            </p14:nvContentPartPr>
            <p14:xfrm>
              <a:off x="11589134" y="185703"/>
              <a:ext cx="399600" cy="1275120"/>
            </p14:xfrm>
          </p:contentPart>
        </mc:Choice>
        <mc:Fallback>
          <p:pic>
            <p:nvPicPr>
              <p:cNvPr id="260" name="Ink 259">
                <a:extLst>
                  <a:ext uri="{FF2B5EF4-FFF2-40B4-BE49-F238E27FC236}">
                    <a16:creationId xmlns:a16="http://schemas.microsoft.com/office/drawing/2014/main" id="{1675866D-483C-DB11-C08E-22AA37292033}"/>
                  </a:ext>
                </a:extLst>
              </p:cNvPr>
              <p:cNvPicPr/>
              <p:nvPr/>
            </p:nvPicPr>
            <p:blipFill>
              <a:blip r:embed="rId384"/>
              <a:stretch>
                <a:fillRect/>
              </a:stretch>
            </p:blipFill>
            <p:spPr>
              <a:xfrm>
                <a:off x="11571494" y="167703"/>
                <a:ext cx="435240" cy="1310760"/>
              </a:xfrm>
              <a:prstGeom prst="rect">
                <a:avLst/>
              </a:prstGeom>
            </p:spPr>
          </p:pic>
        </mc:Fallback>
      </mc:AlternateContent>
      <p:grpSp>
        <p:nvGrpSpPr>
          <p:cNvPr id="294" name="Group 293">
            <a:extLst>
              <a:ext uri="{FF2B5EF4-FFF2-40B4-BE49-F238E27FC236}">
                <a16:creationId xmlns:a16="http://schemas.microsoft.com/office/drawing/2014/main" id="{EEA6DBCD-A354-AEF4-6A79-99F6D155D013}"/>
              </a:ext>
            </a:extLst>
          </p:cNvPr>
          <p:cNvGrpSpPr/>
          <p:nvPr/>
        </p:nvGrpSpPr>
        <p:grpSpPr>
          <a:xfrm>
            <a:off x="8898494" y="2053743"/>
            <a:ext cx="1002600" cy="522720"/>
            <a:chOff x="8898494" y="2053743"/>
            <a:chExt cx="1002600" cy="522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85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0DA6FFCA-0CCF-079B-F1A5-36D60CE14FC9}"/>
                    </a:ext>
                  </a:extLst>
                </p14:cNvPr>
                <p14:cNvContentPartPr/>
                <p14:nvPr/>
              </p14:nvContentPartPr>
              <p14:xfrm>
                <a:off x="8898494" y="2251383"/>
                <a:ext cx="192600" cy="175320"/>
              </p14:xfrm>
            </p:contentPart>
          </mc:Choice>
          <mc:Fallback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0DA6FFCA-0CCF-079B-F1A5-36D60CE14FC9}"/>
                    </a:ext>
                  </a:extLst>
                </p:cNvPr>
                <p:cNvPicPr/>
                <p:nvPr/>
              </p:nvPicPr>
              <p:blipFill>
                <a:blip r:embed="rId386"/>
                <a:stretch>
                  <a:fillRect/>
                </a:stretch>
              </p:blipFill>
              <p:spPr>
                <a:xfrm>
                  <a:off x="8880494" y="2233383"/>
                  <a:ext cx="22824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7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D976CCAA-CCEB-04C5-C531-6844BC433148}"/>
                    </a:ext>
                  </a:extLst>
                </p14:cNvPr>
                <p14:cNvContentPartPr/>
                <p14:nvPr/>
              </p14:nvContentPartPr>
              <p14:xfrm>
                <a:off x="9131054" y="2081823"/>
                <a:ext cx="128160" cy="320040"/>
              </p14:xfrm>
            </p:contentPart>
          </mc:Choice>
          <mc:Fallback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D976CCAA-CCEB-04C5-C531-6844BC433148}"/>
                    </a:ext>
                  </a:extLst>
                </p:cNvPr>
                <p:cNvPicPr/>
                <p:nvPr/>
              </p:nvPicPr>
              <p:blipFill>
                <a:blip r:embed="rId388"/>
                <a:stretch>
                  <a:fillRect/>
                </a:stretch>
              </p:blipFill>
              <p:spPr>
                <a:xfrm>
                  <a:off x="9113414" y="2064183"/>
                  <a:ext cx="163800" cy="35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9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4F08DB9A-B3A1-4BA6-943D-0F25D5E8B1F6}"/>
                    </a:ext>
                  </a:extLst>
                </p14:cNvPr>
                <p14:cNvContentPartPr/>
                <p14:nvPr/>
              </p14:nvContentPartPr>
              <p14:xfrm>
                <a:off x="9244814" y="2279103"/>
                <a:ext cx="102240" cy="297360"/>
              </p14:xfrm>
            </p:contentPart>
          </mc:Choice>
          <mc:Fallback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4F08DB9A-B3A1-4BA6-943D-0F25D5E8B1F6}"/>
                    </a:ext>
                  </a:extLst>
                </p:cNvPr>
                <p:cNvPicPr/>
                <p:nvPr/>
              </p:nvPicPr>
              <p:blipFill>
                <a:blip r:embed="rId390"/>
                <a:stretch>
                  <a:fillRect/>
                </a:stretch>
              </p:blipFill>
              <p:spPr>
                <a:xfrm>
                  <a:off x="9226814" y="2261103"/>
                  <a:ext cx="137880" cy="33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1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0E3D52D1-107D-044D-CEE5-FB97FAC7E0C0}"/>
                    </a:ext>
                  </a:extLst>
                </p14:cNvPr>
                <p14:cNvContentPartPr/>
                <p14:nvPr/>
              </p14:nvContentPartPr>
              <p14:xfrm>
                <a:off x="9426254" y="2053743"/>
                <a:ext cx="14760" cy="49320"/>
              </p14:xfrm>
            </p:contentPart>
          </mc:Choice>
          <mc:Fallback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0E3D52D1-107D-044D-CEE5-FB97FAC7E0C0}"/>
                    </a:ext>
                  </a:extLst>
                </p:cNvPr>
                <p:cNvPicPr/>
                <p:nvPr/>
              </p:nvPicPr>
              <p:blipFill>
                <a:blip r:embed="rId392"/>
                <a:stretch>
                  <a:fillRect/>
                </a:stretch>
              </p:blipFill>
              <p:spPr>
                <a:xfrm>
                  <a:off x="9408614" y="2035743"/>
                  <a:ext cx="5040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3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B1B91A05-AD9A-F869-2517-080967B0AEA6}"/>
                    </a:ext>
                  </a:extLst>
                </p14:cNvPr>
                <p14:cNvContentPartPr/>
                <p14:nvPr/>
              </p14:nvContentPartPr>
              <p14:xfrm>
                <a:off x="9491414" y="2147343"/>
                <a:ext cx="168840" cy="329760"/>
              </p14:xfrm>
            </p:contentPart>
          </mc:Choice>
          <mc:Fallback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B1B91A05-AD9A-F869-2517-080967B0AEA6}"/>
                    </a:ext>
                  </a:extLst>
                </p:cNvPr>
                <p:cNvPicPr/>
                <p:nvPr/>
              </p:nvPicPr>
              <p:blipFill>
                <a:blip r:embed="rId394"/>
                <a:stretch>
                  <a:fillRect/>
                </a:stretch>
              </p:blipFill>
              <p:spPr>
                <a:xfrm>
                  <a:off x="9473774" y="2129343"/>
                  <a:ext cx="204480" cy="36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5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B310F1A1-27A4-9F45-BEB9-ACD5AAD8D912}"/>
                    </a:ext>
                  </a:extLst>
                </p14:cNvPr>
                <p14:cNvContentPartPr/>
                <p14:nvPr/>
              </p14:nvContentPartPr>
              <p14:xfrm>
                <a:off x="9606974" y="2299263"/>
                <a:ext cx="132840" cy="37440"/>
              </p14:xfrm>
            </p:contentPart>
          </mc:Choice>
          <mc:Fallback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B310F1A1-27A4-9F45-BEB9-ACD5AAD8D912}"/>
                    </a:ext>
                  </a:extLst>
                </p:cNvPr>
                <p:cNvPicPr/>
                <p:nvPr/>
              </p:nvPicPr>
              <p:blipFill>
                <a:blip r:embed="rId396"/>
                <a:stretch>
                  <a:fillRect/>
                </a:stretch>
              </p:blipFill>
              <p:spPr>
                <a:xfrm>
                  <a:off x="9589334" y="2281263"/>
                  <a:ext cx="16848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7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E03BE52C-EBD0-9DF2-B1BD-B76454B9C102}"/>
                    </a:ext>
                  </a:extLst>
                </p14:cNvPr>
                <p14:cNvContentPartPr/>
                <p14:nvPr/>
              </p14:nvContentPartPr>
              <p14:xfrm>
                <a:off x="9794174" y="2318703"/>
                <a:ext cx="54000" cy="27360"/>
              </p14:xfrm>
            </p:contentPart>
          </mc:Choice>
          <mc:Fallback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E03BE52C-EBD0-9DF2-B1BD-B76454B9C102}"/>
                    </a:ext>
                  </a:extLst>
                </p:cNvPr>
                <p:cNvPicPr/>
                <p:nvPr/>
              </p:nvPicPr>
              <p:blipFill>
                <a:blip r:embed="rId398"/>
                <a:stretch>
                  <a:fillRect/>
                </a:stretch>
              </p:blipFill>
              <p:spPr>
                <a:xfrm>
                  <a:off x="9776174" y="2300703"/>
                  <a:ext cx="8964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9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BFD89BAD-A6DA-66A9-4113-042EE9D86D82}"/>
                    </a:ext>
                  </a:extLst>
                </p14:cNvPr>
                <p14:cNvContentPartPr/>
                <p14:nvPr/>
              </p14:nvContentPartPr>
              <p14:xfrm>
                <a:off x="9784454" y="2383863"/>
                <a:ext cx="116640" cy="54720"/>
              </p14:xfrm>
            </p:contentPart>
          </mc:Choice>
          <mc:Fallback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BFD89BAD-A6DA-66A9-4113-042EE9D86D82}"/>
                    </a:ext>
                  </a:extLst>
                </p:cNvPr>
                <p:cNvPicPr/>
                <p:nvPr/>
              </p:nvPicPr>
              <p:blipFill>
                <a:blip r:embed="rId400"/>
                <a:stretch>
                  <a:fillRect/>
                </a:stretch>
              </p:blipFill>
              <p:spPr>
                <a:xfrm>
                  <a:off x="9766454" y="2366223"/>
                  <a:ext cx="15228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1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A6679315-7847-0FCA-C619-F1C187F27E55}"/>
                    </a:ext>
                  </a:extLst>
                </p14:cNvPr>
                <p14:cNvContentPartPr/>
                <p14:nvPr/>
              </p14:nvContentPartPr>
              <p14:xfrm>
                <a:off x="9465854" y="2309343"/>
                <a:ext cx="230040" cy="97200"/>
              </p14:xfrm>
            </p:contentPart>
          </mc:Choice>
          <mc:Fallback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A6679315-7847-0FCA-C619-F1C187F27E55}"/>
                    </a:ext>
                  </a:extLst>
                </p:cNvPr>
                <p:cNvPicPr/>
                <p:nvPr/>
              </p:nvPicPr>
              <p:blipFill>
                <a:blip r:embed="rId402"/>
                <a:stretch>
                  <a:fillRect/>
                </a:stretch>
              </p:blipFill>
              <p:spPr>
                <a:xfrm>
                  <a:off x="9448214" y="2291703"/>
                  <a:ext cx="265680" cy="132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2" name="Group 301">
            <a:extLst>
              <a:ext uri="{FF2B5EF4-FFF2-40B4-BE49-F238E27FC236}">
                <a16:creationId xmlns:a16="http://schemas.microsoft.com/office/drawing/2014/main" id="{A932FD54-958A-7B1C-68BC-25BF30ECF990}"/>
              </a:ext>
            </a:extLst>
          </p:cNvPr>
          <p:cNvGrpSpPr/>
          <p:nvPr/>
        </p:nvGrpSpPr>
        <p:grpSpPr>
          <a:xfrm>
            <a:off x="9154094" y="3949503"/>
            <a:ext cx="777240" cy="519480"/>
            <a:chOff x="9154094" y="3949503"/>
            <a:chExt cx="777240" cy="519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03">
              <p14:nvContentPartPr>
                <p14:cNvPr id="295" name="Ink 294">
                  <a:extLst>
                    <a:ext uri="{FF2B5EF4-FFF2-40B4-BE49-F238E27FC236}">
                      <a16:creationId xmlns:a16="http://schemas.microsoft.com/office/drawing/2014/main" id="{6847B93B-C287-1A09-D320-17B1CB5B1231}"/>
                    </a:ext>
                  </a:extLst>
                </p14:cNvPr>
                <p14:cNvContentPartPr/>
                <p14:nvPr/>
              </p14:nvContentPartPr>
              <p14:xfrm>
                <a:off x="9154094" y="4097103"/>
                <a:ext cx="270720" cy="329040"/>
              </p14:xfrm>
            </p:contentPart>
          </mc:Choice>
          <mc:Fallback>
            <p:pic>
              <p:nvPicPr>
                <p:cNvPr id="295" name="Ink 294">
                  <a:extLst>
                    <a:ext uri="{FF2B5EF4-FFF2-40B4-BE49-F238E27FC236}">
                      <a16:creationId xmlns:a16="http://schemas.microsoft.com/office/drawing/2014/main" id="{6847B93B-C287-1A09-D320-17B1CB5B1231}"/>
                    </a:ext>
                  </a:extLst>
                </p:cNvPr>
                <p:cNvPicPr/>
                <p:nvPr/>
              </p:nvPicPr>
              <p:blipFill>
                <a:blip r:embed="rId404"/>
                <a:stretch>
                  <a:fillRect/>
                </a:stretch>
              </p:blipFill>
              <p:spPr>
                <a:xfrm>
                  <a:off x="9136094" y="4079103"/>
                  <a:ext cx="306360" cy="36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5">
              <p14:nvContentPartPr>
                <p14:cNvPr id="296" name="Ink 295">
                  <a:extLst>
                    <a:ext uri="{FF2B5EF4-FFF2-40B4-BE49-F238E27FC236}">
                      <a16:creationId xmlns:a16="http://schemas.microsoft.com/office/drawing/2014/main" id="{07AB764E-6829-1E6C-2C4E-03967B05FBBA}"/>
                    </a:ext>
                  </a:extLst>
                </p14:cNvPr>
                <p14:cNvContentPartPr/>
                <p14:nvPr/>
              </p14:nvContentPartPr>
              <p14:xfrm>
                <a:off x="9167054" y="4262343"/>
                <a:ext cx="141840" cy="41400"/>
              </p14:xfrm>
            </p:contentPart>
          </mc:Choice>
          <mc:Fallback>
            <p:pic>
              <p:nvPicPr>
                <p:cNvPr id="296" name="Ink 295">
                  <a:extLst>
                    <a:ext uri="{FF2B5EF4-FFF2-40B4-BE49-F238E27FC236}">
                      <a16:creationId xmlns:a16="http://schemas.microsoft.com/office/drawing/2014/main" id="{07AB764E-6829-1E6C-2C4E-03967B05FBBA}"/>
                    </a:ext>
                  </a:extLst>
                </p:cNvPr>
                <p:cNvPicPr/>
                <p:nvPr/>
              </p:nvPicPr>
              <p:blipFill>
                <a:blip r:embed="rId406"/>
                <a:stretch>
                  <a:fillRect/>
                </a:stretch>
              </p:blipFill>
              <p:spPr>
                <a:xfrm>
                  <a:off x="9149414" y="4244703"/>
                  <a:ext cx="17748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7">
              <p14:nvContentPartPr>
                <p14:cNvPr id="297" name="Ink 296">
                  <a:extLst>
                    <a:ext uri="{FF2B5EF4-FFF2-40B4-BE49-F238E27FC236}">
                      <a16:creationId xmlns:a16="http://schemas.microsoft.com/office/drawing/2014/main" id="{C471F91C-4484-F51B-9D3A-F76AC82659F4}"/>
                    </a:ext>
                  </a:extLst>
                </p14:cNvPr>
                <p14:cNvContentPartPr/>
                <p14:nvPr/>
              </p14:nvContentPartPr>
              <p14:xfrm>
                <a:off x="9488174" y="4099623"/>
                <a:ext cx="149760" cy="36720"/>
              </p14:xfrm>
            </p:contentPart>
          </mc:Choice>
          <mc:Fallback>
            <p:pic>
              <p:nvPicPr>
                <p:cNvPr id="297" name="Ink 296">
                  <a:extLst>
                    <a:ext uri="{FF2B5EF4-FFF2-40B4-BE49-F238E27FC236}">
                      <a16:creationId xmlns:a16="http://schemas.microsoft.com/office/drawing/2014/main" id="{C471F91C-4484-F51B-9D3A-F76AC82659F4}"/>
                    </a:ext>
                  </a:extLst>
                </p:cNvPr>
                <p:cNvPicPr/>
                <p:nvPr/>
              </p:nvPicPr>
              <p:blipFill>
                <a:blip r:embed="rId408"/>
                <a:stretch>
                  <a:fillRect/>
                </a:stretch>
              </p:blipFill>
              <p:spPr>
                <a:xfrm>
                  <a:off x="9470534" y="4081983"/>
                  <a:ext cx="18540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9">
              <p14:nvContentPartPr>
                <p14:cNvPr id="298" name="Ink 297">
                  <a:extLst>
                    <a:ext uri="{FF2B5EF4-FFF2-40B4-BE49-F238E27FC236}">
                      <a16:creationId xmlns:a16="http://schemas.microsoft.com/office/drawing/2014/main" id="{FC1072F3-D142-F6C6-0DBB-C1310ACC2F8D}"/>
                    </a:ext>
                  </a:extLst>
                </p14:cNvPr>
                <p14:cNvContentPartPr/>
                <p14:nvPr/>
              </p14:nvContentPartPr>
              <p14:xfrm>
                <a:off x="9704174" y="3949503"/>
                <a:ext cx="34920" cy="282240"/>
              </p14:xfrm>
            </p:contentPart>
          </mc:Choice>
          <mc:Fallback>
            <p:pic>
              <p:nvPicPr>
                <p:cNvPr id="298" name="Ink 297">
                  <a:extLst>
                    <a:ext uri="{FF2B5EF4-FFF2-40B4-BE49-F238E27FC236}">
                      <a16:creationId xmlns:a16="http://schemas.microsoft.com/office/drawing/2014/main" id="{FC1072F3-D142-F6C6-0DBB-C1310ACC2F8D}"/>
                    </a:ext>
                  </a:extLst>
                </p:cNvPr>
                <p:cNvPicPr/>
                <p:nvPr/>
              </p:nvPicPr>
              <p:blipFill>
                <a:blip r:embed="rId410"/>
                <a:stretch>
                  <a:fillRect/>
                </a:stretch>
              </p:blipFill>
              <p:spPr>
                <a:xfrm>
                  <a:off x="9686174" y="3931503"/>
                  <a:ext cx="70560" cy="31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1">
              <p14:nvContentPartPr>
                <p14:cNvPr id="299" name="Ink 298">
                  <a:extLst>
                    <a:ext uri="{FF2B5EF4-FFF2-40B4-BE49-F238E27FC236}">
                      <a16:creationId xmlns:a16="http://schemas.microsoft.com/office/drawing/2014/main" id="{C19B14BE-3B20-6EB7-8D7F-835962C86385}"/>
                    </a:ext>
                  </a:extLst>
                </p14:cNvPr>
                <p14:cNvContentPartPr/>
                <p14:nvPr/>
              </p14:nvContentPartPr>
              <p14:xfrm>
                <a:off x="9778694" y="4367463"/>
                <a:ext cx="87120" cy="34560"/>
              </p14:xfrm>
            </p:contentPart>
          </mc:Choice>
          <mc:Fallback>
            <p:pic>
              <p:nvPicPr>
                <p:cNvPr id="299" name="Ink 298">
                  <a:extLst>
                    <a:ext uri="{FF2B5EF4-FFF2-40B4-BE49-F238E27FC236}">
                      <a16:creationId xmlns:a16="http://schemas.microsoft.com/office/drawing/2014/main" id="{C19B14BE-3B20-6EB7-8D7F-835962C86385}"/>
                    </a:ext>
                  </a:extLst>
                </p:cNvPr>
                <p:cNvPicPr/>
                <p:nvPr/>
              </p:nvPicPr>
              <p:blipFill>
                <a:blip r:embed="rId412"/>
                <a:stretch>
                  <a:fillRect/>
                </a:stretch>
              </p:blipFill>
              <p:spPr>
                <a:xfrm>
                  <a:off x="9760694" y="4349823"/>
                  <a:ext cx="12276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3">
              <p14:nvContentPartPr>
                <p14:cNvPr id="300" name="Ink 299">
                  <a:extLst>
                    <a:ext uri="{FF2B5EF4-FFF2-40B4-BE49-F238E27FC236}">
                      <a16:creationId xmlns:a16="http://schemas.microsoft.com/office/drawing/2014/main" id="{E10A4E57-3C1F-8143-59BD-4E4FBD2E2026}"/>
                    </a:ext>
                  </a:extLst>
                </p14:cNvPr>
                <p14:cNvContentPartPr/>
                <p14:nvPr/>
              </p14:nvContentPartPr>
              <p14:xfrm>
                <a:off x="9763214" y="4433343"/>
                <a:ext cx="168120" cy="35640"/>
              </p14:xfrm>
            </p:contentPart>
          </mc:Choice>
          <mc:Fallback>
            <p:pic>
              <p:nvPicPr>
                <p:cNvPr id="300" name="Ink 299">
                  <a:extLst>
                    <a:ext uri="{FF2B5EF4-FFF2-40B4-BE49-F238E27FC236}">
                      <a16:creationId xmlns:a16="http://schemas.microsoft.com/office/drawing/2014/main" id="{E10A4E57-3C1F-8143-59BD-4E4FBD2E2026}"/>
                    </a:ext>
                  </a:extLst>
                </p:cNvPr>
                <p:cNvPicPr/>
                <p:nvPr/>
              </p:nvPicPr>
              <p:blipFill>
                <a:blip r:embed="rId414"/>
                <a:stretch>
                  <a:fillRect/>
                </a:stretch>
              </p:blipFill>
              <p:spPr>
                <a:xfrm>
                  <a:off x="9745214" y="4415343"/>
                  <a:ext cx="203760" cy="71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15">
            <p14:nvContentPartPr>
              <p14:cNvPr id="320" name="Ink 319">
                <a:extLst>
                  <a:ext uri="{FF2B5EF4-FFF2-40B4-BE49-F238E27FC236}">
                    <a16:creationId xmlns:a16="http://schemas.microsoft.com/office/drawing/2014/main" id="{748F2B33-4BC8-0789-C2B3-C829463AA523}"/>
                  </a:ext>
                </a:extLst>
              </p14:cNvPr>
              <p14:cNvContentPartPr/>
              <p14:nvPr/>
            </p14:nvContentPartPr>
            <p14:xfrm>
              <a:off x="9772490" y="95847"/>
              <a:ext cx="418320" cy="1565640"/>
            </p14:xfrm>
          </p:contentPart>
        </mc:Choice>
        <mc:Fallback>
          <p:pic>
            <p:nvPicPr>
              <p:cNvPr id="320" name="Ink 319">
                <a:extLst>
                  <a:ext uri="{FF2B5EF4-FFF2-40B4-BE49-F238E27FC236}">
                    <a16:creationId xmlns:a16="http://schemas.microsoft.com/office/drawing/2014/main" id="{748F2B33-4BC8-0789-C2B3-C829463AA523}"/>
                  </a:ext>
                </a:extLst>
              </p:cNvPr>
              <p:cNvPicPr/>
              <p:nvPr/>
            </p:nvPicPr>
            <p:blipFill>
              <a:blip r:embed="rId416"/>
              <a:stretch>
                <a:fillRect/>
              </a:stretch>
            </p:blipFill>
            <p:spPr>
              <a:xfrm>
                <a:off x="9754490" y="78207"/>
                <a:ext cx="453960" cy="160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17">
            <p14:nvContentPartPr>
              <p14:cNvPr id="321" name="Ink 320">
                <a:extLst>
                  <a:ext uri="{FF2B5EF4-FFF2-40B4-BE49-F238E27FC236}">
                    <a16:creationId xmlns:a16="http://schemas.microsoft.com/office/drawing/2014/main" id="{AA0FAEE5-6DE9-72C6-808B-AC25BAD6B9C5}"/>
                  </a:ext>
                </a:extLst>
              </p14:cNvPr>
              <p14:cNvContentPartPr/>
              <p14:nvPr/>
            </p14:nvContentPartPr>
            <p14:xfrm>
              <a:off x="10068050" y="271527"/>
              <a:ext cx="19440" cy="214560"/>
            </p14:xfrm>
          </p:contentPart>
        </mc:Choice>
        <mc:Fallback>
          <p:pic>
            <p:nvPicPr>
              <p:cNvPr id="321" name="Ink 320">
                <a:extLst>
                  <a:ext uri="{FF2B5EF4-FFF2-40B4-BE49-F238E27FC236}">
                    <a16:creationId xmlns:a16="http://schemas.microsoft.com/office/drawing/2014/main" id="{AA0FAEE5-6DE9-72C6-808B-AC25BAD6B9C5}"/>
                  </a:ext>
                </a:extLst>
              </p:cNvPr>
              <p:cNvPicPr/>
              <p:nvPr/>
            </p:nvPicPr>
            <p:blipFill>
              <a:blip r:embed="rId418"/>
              <a:stretch>
                <a:fillRect/>
              </a:stretch>
            </p:blipFill>
            <p:spPr>
              <a:xfrm>
                <a:off x="10050410" y="253527"/>
                <a:ext cx="55080" cy="250200"/>
              </a:xfrm>
              <a:prstGeom prst="rect">
                <a:avLst/>
              </a:prstGeom>
            </p:spPr>
          </p:pic>
        </mc:Fallback>
      </mc:AlternateContent>
      <p:grpSp>
        <p:nvGrpSpPr>
          <p:cNvPr id="324" name="Group 323">
            <a:extLst>
              <a:ext uri="{FF2B5EF4-FFF2-40B4-BE49-F238E27FC236}">
                <a16:creationId xmlns:a16="http://schemas.microsoft.com/office/drawing/2014/main" id="{B3343650-16B9-FBF7-CA82-BBDB453E8B72}"/>
              </a:ext>
            </a:extLst>
          </p:cNvPr>
          <p:cNvGrpSpPr/>
          <p:nvPr/>
        </p:nvGrpSpPr>
        <p:grpSpPr>
          <a:xfrm>
            <a:off x="10638290" y="294927"/>
            <a:ext cx="371520" cy="201240"/>
            <a:chOff x="10638290" y="294927"/>
            <a:chExt cx="371520" cy="201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19">
              <p14:nvContentPartPr>
                <p14:cNvPr id="322" name="Ink 321">
                  <a:extLst>
                    <a:ext uri="{FF2B5EF4-FFF2-40B4-BE49-F238E27FC236}">
                      <a16:creationId xmlns:a16="http://schemas.microsoft.com/office/drawing/2014/main" id="{9B42829A-DD90-32D9-92EF-062E65EB867A}"/>
                    </a:ext>
                  </a:extLst>
                </p14:cNvPr>
                <p14:cNvContentPartPr/>
                <p14:nvPr/>
              </p14:nvContentPartPr>
              <p14:xfrm>
                <a:off x="10638290" y="383847"/>
                <a:ext cx="103680" cy="15840"/>
              </p14:xfrm>
            </p:contentPart>
          </mc:Choice>
          <mc:Fallback>
            <p:pic>
              <p:nvPicPr>
                <p:cNvPr id="322" name="Ink 321">
                  <a:extLst>
                    <a:ext uri="{FF2B5EF4-FFF2-40B4-BE49-F238E27FC236}">
                      <a16:creationId xmlns:a16="http://schemas.microsoft.com/office/drawing/2014/main" id="{9B42829A-DD90-32D9-92EF-062E65EB867A}"/>
                    </a:ext>
                  </a:extLst>
                </p:cNvPr>
                <p:cNvPicPr/>
                <p:nvPr/>
              </p:nvPicPr>
              <p:blipFill>
                <a:blip r:embed="rId420"/>
                <a:stretch>
                  <a:fillRect/>
                </a:stretch>
              </p:blipFill>
              <p:spPr>
                <a:xfrm>
                  <a:off x="10620650" y="366207"/>
                  <a:ext cx="13932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1">
              <p14:nvContentPartPr>
                <p14:cNvPr id="323" name="Ink 322">
                  <a:extLst>
                    <a:ext uri="{FF2B5EF4-FFF2-40B4-BE49-F238E27FC236}">
                      <a16:creationId xmlns:a16="http://schemas.microsoft.com/office/drawing/2014/main" id="{F8B183CE-2C99-0D3F-9C8D-E51EEE62B54A}"/>
                    </a:ext>
                  </a:extLst>
                </p14:cNvPr>
                <p14:cNvContentPartPr/>
                <p14:nvPr/>
              </p14:nvContentPartPr>
              <p14:xfrm>
                <a:off x="10835930" y="294927"/>
                <a:ext cx="173880" cy="201240"/>
              </p14:xfrm>
            </p:contentPart>
          </mc:Choice>
          <mc:Fallback>
            <p:pic>
              <p:nvPicPr>
                <p:cNvPr id="323" name="Ink 322">
                  <a:extLst>
                    <a:ext uri="{FF2B5EF4-FFF2-40B4-BE49-F238E27FC236}">
                      <a16:creationId xmlns:a16="http://schemas.microsoft.com/office/drawing/2014/main" id="{F8B183CE-2C99-0D3F-9C8D-E51EEE62B54A}"/>
                    </a:ext>
                  </a:extLst>
                </p:cNvPr>
                <p:cNvPicPr/>
                <p:nvPr/>
              </p:nvPicPr>
              <p:blipFill>
                <a:blip r:embed="rId422"/>
                <a:stretch>
                  <a:fillRect/>
                </a:stretch>
              </p:blipFill>
              <p:spPr>
                <a:xfrm>
                  <a:off x="10818290" y="276927"/>
                  <a:ext cx="209520" cy="236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7" name="Group 326">
            <a:extLst>
              <a:ext uri="{FF2B5EF4-FFF2-40B4-BE49-F238E27FC236}">
                <a16:creationId xmlns:a16="http://schemas.microsoft.com/office/drawing/2014/main" id="{F6E68C4C-BFC6-A903-D8A7-E2EADA30D43F}"/>
              </a:ext>
            </a:extLst>
          </p:cNvPr>
          <p:cNvGrpSpPr/>
          <p:nvPr/>
        </p:nvGrpSpPr>
        <p:grpSpPr>
          <a:xfrm>
            <a:off x="11273330" y="273327"/>
            <a:ext cx="353520" cy="144000"/>
            <a:chOff x="11273330" y="273327"/>
            <a:chExt cx="353520" cy="144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23">
              <p14:nvContentPartPr>
                <p14:cNvPr id="325" name="Ink 324">
                  <a:extLst>
                    <a:ext uri="{FF2B5EF4-FFF2-40B4-BE49-F238E27FC236}">
                      <a16:creationId xmlns:a16="http://schemas.microsoft.com/office/drawing/2014/main" id="{D05AF369-B00C-630D-A5E8-9BAE6207646C}"/>
                    </a:ext>
                  </a:extLst>
                </p14:cNvPr>
                <p14:cNvContentPartPr/>
                <p14:nvPr/>
              </p14:nvContentPartPr>
              <p14:xfrm>
                <a:off x="11273330" y="339927"/>
                <a:ext cx="114480" cy="8280"/>
              </p14:xfrm>
            </p:contentPart>
          </mc:Choice>
          <mc:Fallback>
            <p:pic>
              <p:nvPicPr>
                <p:cNvPr id="325" name="Ink 324">
                  <a:extLst>
                    <a:ext uri="{FF2B5EF4-FFF2-40B4-BE49-F238E27FC236}">
                      <a16:creationId xmlns:a16="http://schemas.microsoft.com/office/drawing/2014/main" id="{D05AF369-B00C-630D-A5E8-9BAE6207646C}"/>
                    </a:ext>
                  </a:extLst>
                </p:cNvPr>
                <p:cNvPicPr/>
                <p:nvPr/>
              </p:nvPicPr>
              <p:blipFill>
                <a:blip r:embed="rId424"/>
                <a:stretch>
                  <a:fillRect/>
                </a:stretch>
              </p:blipFill>
              <p:spPr>
                <a:xfrm>
                  <a:off x="11255330" y="322287"/>
                  <a:ext cx="15012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5">
              <p14:nvContentPartPr>
                <p14:cNvPr id="326" name="Ink 325">
                  <a:extLst>
                    <a:ext uri="{FF2B5EF4-FFF2-40B4-BE49-F238E27FC236}">
                      <a16:creationId xmlns:a16="http://schemas.microsoft.com/office/drawing/2014/main" id="{FBA4ACEE-011A-257D-2609-00F788A4E8B9}"/>
                    </a:ext>
                  </a:extLst>
                </p14:cNvPr>
                <p14:cNvContentPartPr/>
                <p14:nvPr/>
              </p14:nvContentPartPr>
              <p14:xfrm>
                <a:off x="11441450" y="273327"/>
                <a:ext cx="185400" cy="144000"/>
              </p14:xfrm>
            </p:contentPart>
          </mc:Choice>
          <mc:Fallback>
            <p:pic>
              <p:nvPicPr>
                <p:cNvPr id="326" name="Ink 325">
                  <a:extLst>
                    <a:ext uri="{FF2B5EF4-FFF2-40B4-BE49-F238E27FC236}">
                      <a16:creationId xmlns:a16="http://schemas.microsoft.com/office/drawing/2014/main" id="{FBA4ACEE-011A-257D-2609-00F788A4E8B9}"/>
                    </a:ext>
                  </a:extLst>
                </p:cNvPr>
                <p:cNvPicPr/>
                <p:nvPr/>
              </p:nvPicPr>
              <p:blipFill>
                <a:blip r:embed="rId426"/>
                <a:stretch>
                  <a:fillRect/>
                </a:stretch>
              </p:blipFill>
              <p:spPr>
                <a:xfrm>
                  <a:off x="11423810" y="255687"/>
                  <a:ext cx="221040" cy="179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0" name="Group 329">
            <a:extLst>
              <a:ext uri="{FF2B5EF4-FFF2-40B4-BE49-F238E27FC236}">
                <a16:creationId xmlns:a16="http://schemas.microsoft.com/office/drawing/2014/main" id="{874E5827-8522-8F76-C70E-B81F6A5D6967}"/>
              </a:ext>
            </a:extLst>
          </p:cNvPr>
          <p:cNvGrpSpPr/>
          <p:nvPr/>
        </p:nvGrpSpPr>
        <p:grpSpPr>
          <a:xfrm>
            <a:off x="9979130" y="717567"/>
            <a:ext cx="200880" cy="236160"/>
            <a:chOff x="9979130" y="717567"/>
            <a:chExt cx="200880" cy="236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27">
              <p14:nvContentPartPr>
                <p14:cNvPr id="328" name="Ink 327">
                  <a:extLst>
                    <a:ext uri="{FF2B5EF4-FFF2-40B4-BE49-F238E27FC236}">
                      <a16:creationId xmlns:a16="http://schemas.microsoft.com/office/drawing/2014/main" id="{2A4A214F-2DBC-76B4-A447-4E773C1E4C8A}"/>
                    </a:ext>
                  </a:extLst>
                </p14:cNvPr>
                <p14:cNvContentPartPr/>
                <p14:nvPr/>
              </p14:nvContentPartPr>
              <p14:xfrm>
                <a:off x="9979130" y="783807"/>
                <a:ext cx="105840" cy="19800"/>
              </p14:xfrm>
            </p:contentPart>
          </mc:Choice>
          <mc:Fallback>
            <p:pic>
              <p:nvPicPr>
                <p:cNvPr id="328" name="Ink 327">
                  <a:extLst>
                    <a:ext uri="{FF2B5EF4-FFF2-40B4-BE49-F238E27FC236}">
                      <a16:creationId xmlns:a16="http://schemas.microsoft.com/office/drawing/2014/main" id="{2A4A214F-2DBC-76B4-A447-4E773C1E4C8A}"/>
                    </a:ext>
                  </a:extLst>
                </p:cNvPr>
                <p:cNvPicPr/>
                <p:nvPr/>
              </p:nvPicPr>
              <p:blipFill>
                <a:blip r:embed="rId428"/>
                <a:stretch>
                  <a:fillRect/>
                </a:stretch>
              </p:blipFill>
              <p:spPr>
                <a:xfrm>
                  <a:off x="9961130" y="766167"/>
                  <a:ext cx="14148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9">
              <p14:nvContentPartPr>
                <p14:cNvPr id="329" name="Ink 328">
                  <a:extLst>
                    <a:ext uri="{FF2B5EF4-FFF2-40B4-BE49-F238E27FC236}">
                      <a16:creationId xmlns:a16="http://schemas.microsoft.com/office/drawing/2014/main" id="{B25BE2C6-3317-1D2A-CFB7-60AC7933FDC6}"/>
                    </a:ext>
                  </a:extLst>
                </p14:cNvPr>
                <p14:cNvContentPartPr/>
                <p14:nvPr/>
              </p14:nvContentPartPr>
              <p14:xfrm>
                <a:off x="10138250" y="717567"/>
                <a:ext cx="41760" cy="236160"/>
              </p14:xfrm>
            </p:contentPart>
          </mc:Choice>
          <mc:Fallback>
            <p:pic>
              <p:nvPicPr>
                <p:cNvPr id="329" name="Ink 328">
                  <a:extLst>
                    <a:ext uri="{FF2B5EF4-FFF2-40B4-BE49-F238E27FC236}">
                      <a16:creationId xmlns:a16="http://schemas.microsoft.com/office/drawing/2014/main" id="{B25BE2C6-3317-1D2A-CFB7-60AC7933FDC6}"/>
                    </a:ext>
                  </a:extLst>
                </p:cNvPr>
                <p:cNvPicPr/>
                <p:nvPr/>
              </p:nvPicPr>
              <p:blipFill>
                <a:blip r:embed="rId430"/>
                <a:stretch>
                  <a:fillRect/>
                </a:stretch>
              </p:blipFill>
              <p:spPr>
                <a:xfrm>
                  <a:off x="10120250" y="699927"/>
                  <a:ext cx="77400" cy="271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31">
            <p14:nvContentPartPr>
              <p14:cNvPr id="331" name="Ink 330">
                <a:extLst>
                  <a:ext uri="{FF2B5EF4-FFF2-40B4-BE49-F238E27FC236}">
                    <a16:creationId xmlns:a16="http://schemas.microsoft.com/office/drawing/2014/main" id="{0822F242-FDAC-E4D0-1FFF-A171E47D13F9}"/>
                  </a:ext>
                </a:extLst>
              </p14:cNvPr>
              <p14:cNvContentPartPr/>
              <p14:nvPr/>
            </p14:nvContentPartPr>
            <p14:xfrm>
              <a:off x="10738370" y="723327"/>
              <a:ext cx="174600" cy="227160"/>
            </p14:xfrm>
          </p:contentPart>
        </mc:Choice>
        <mc:Fallback>
          <p:pic>
            <p:nvPicPr>
              <p:cNvPr id="331" name="Ink 330">
                <a:extLst>
                  <a:ext uri="{FF2B5EF4-FFF2-40B4-BE49-F238E27FC236}">
                    <a16:creationId xmlns:a16="http://schemas.microsoft.com/office/drawing/2014/main" id="{0822F242-FDAC-E4D0-1FFF-A171E47D13F9}"/>
                  </a:ext>
                </a:extLst>
              </p:cNvPr>
              <p:cNvPicPr/>
              <p:nvPr/>
            </p:nvPicPr>
            <p:blipFill>
              <a:blip r:embed="rId432"/>
              <a:stretch>
                <a:fillRect/>
              </a:stretch>
            </p:blipFill>
            <p:spPr>
              <a:xfrm>
                <a:off x="10720370" y="705327"/>
                <a:ext cx="210240" cy="26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33">
            <p14:nvContentPartPr>
              <p14:cNvPr id="332" name="Ink 331">
                <a:extLst>
                  <a:ext uri="{FF2B5EF4-FFF2-40B4-BE49-F238E27FC236}">
                    <a16:creationId xmlns:a16="http://schemas.microsoft.com/office/drawing/2014/main" id="{52D37F60-AC3E-62BB-58B1-F62F4953E394}"/>
                  </a:ext>
                </a:extLst>
              </p14:cNvPr>
              <p14:cNvContentPartPr/>
              <p14:nvPr/>
            </p14:nvContentPartPr>
            <p14:xfrm>
              <a:off x="11387450" y="665367"/>
              <a:ext cx="154440" cy="218520"/>
            </p14:xfrm>
          </p:contentPart>
        </mc:Choice>
        <mc:Fallback>
          <p:pic>
            <p:nvPicPr>
              <p:cNvPr id="332" name="Ink 331">
                <a:extLst>
                  <a:ext uri="{FF2B5EF4-FFF2-40B4-BE49-F238E27FC236}">
                    <a16:creationId xmlns:a16="http://schemas.microsoft.com/office/drawing/2014/main" id="{52D37F60-AC3E-62BB-58B1-F62F4953E394}"/>
                  </a:ext>
                </a:extLst>
              </p:cNvPr>
              <p:cNvPicPr/>
              <p:nvPr/>
            </p:nvPicPr>
            <p:blipFill>
              <a:blip r:embed="rId434"/>
              <a:stretch>
                <a:fillRect/>
              </a:stretch>
            </p:blipFill>
            <p:spPr>
              <a:xfrm>
                <a:off x="11369810" y="647367"/>
                <a:ext cx="190080" cy="25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35">
            <p14:nvContentPartPr>
              <p14:cNvPr id="333" name="Ink 332">
                <a:extLst>
                  <a:ext uri="{FF2B5EF4-FFF2-40B4-BE49-F238E27FC236}">
                    <a16:creationId xmlns:a16="http://schemas.microsoft.com/office/drawing/2014/main" id="{431685B5-9B0F-6951-01C1-34F815DB9815}"/>
                  </a:ext>
                </a:extLst>
              </p14:cNvPr>
              <p14:cNvContentPartPr/>
              <p14:nvPr/>
            </p14:nvContentPartPr>
            <p14:xfrm>
              <a:off x="9961130" y="1248207"/>
              <a:ext cx="130680" cy="208080"/>
            </p14:xfrm>
          </p:contentPart>
        </mc:Choice>
        <mc:Fallback>
          <p:pic>
            <p:nvPicPr>
              <p:cNvPr id="333" name="Ink 332">
                <a:extLst>
                  <a:ext uri="{FF2B5EF4-FFF2-40B4-BE49-F238E27FC236}">
                    <a16:creationId xmlns:a16="http://schemas.microsoft.com/office/drawing/2014/main" id="{431685B5-9B0F-6951-01C1-34F815DB9815}"/>
                  </a:ext>
                </a:extLst>
              </p:cNvPr>
              <p:cNvPicPr/>
              <p:nvPr/>
            </p:nvPicPr>
            <p:blipFill>
              <a:blip r:embed="rId436"/>
              <a:stretch>
                <a:fillRect/>
              </a:stretch>
            </p:blipFill>
            <p:spPr>
              <a:xfrm>
                <a:off x="9943490" y="1230567"/>
                <a:ext cx="166320" cy="243720"/>
              </a:xfrm>
              <a:prstGeom prst="rect">
                <a:avLst/>
              </a:prstGeom>
            </p:spPr>
          </p:pic>
        </mc:Fallback>
      </mc:AlternateContent>
      <p:grpSp>
        <p:nvGrpSpPr>
          <p:cNvPr id="339" name="Group 338">
            <a:extLst>
              <a:ext uri="{FF2B5EF4-FFF2-40B4-BE49-F238E27FC236}">
                <a16:creationId xmlns:a16="http://schemas.microsoft.com/office/drawing/2014/main" id="{0F427C39-8FB3-7FFF-081F-8ADDB976BFD9}"/>
              </a:ext>
            </a:extLst>
          </p:cNvPr>
          <p:cNvGrpSpPr/>
          <p:nvPr/>
        </p:nvGrpSpPr>
        <p:grpSpPr>
          <a:xfrm>
            <a:off x="10520570" y="1173687"/>
            <a:ext cx="354960" cy="241920"/>
            <a:chOff x="10520570" y="1173687"/>
            <a:chExt cx="354960" cy="241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37">
              <p14:nvContentPartPr>
                <p14:cNvPr id="334" name="Ink 333">
                  <a:extLst>
                    <a:ext uri="{FF2B5EF4-FFF2-40B4-BE49-F238E27FC236}">
                      <a16:creationId xmlns:a16="http://schemas.microsoft.com/office/drawing/2014/main" id="{CB9063CE-DF67-E1F2-D1EB-9511DFB6E58E}"/>
                    </a:ext>
                  </a:extLst>
                </p14:cNvPr>
                <p14:cNvContentPartPr/>
                <p14:nvPr/>
              </p14:nvContentPartPr>
              <p14:xfrm>
                <a:off x="10520570" y="1276647"/>
                <a:ext cx="168840" cy="45720"/>
              </p14:xfrm>
            </p:contentPart>
          </mc:Choice>
          <mc:Fallback>
            <p:pic>
              <p:nvPicPr>
                <p:cNvPr id="334" name="Ink 333">
                  <a:extLst>
                    <a:ext uri="{FF2B5EF4-FFF2-40B4-BE49-F238E27FC236}">
                      <a16:creationId xmlns:a16="http://schemas.microsoft.com/office/drawing/2014/main" id="{CB9063CE-DF67-E1F2-D1EB-9511DFB6E58E}"/>
                    </a:ext>
                  </a:extLst>
                </p:cNvPr>
                <p:cNvPicPr/>
                <p:nvPr/>
              </p:nvPicPr>
              <p:blipFill>
                <a:blip r:embed="rId438"/>
                <a:stretch>
                  <a:fillRect/>
                </a:stretch>
              </p:blipFill>
              <p:spPr>
                <a:xfrm>
                  <a:off x="10502570" y="1258647"/>
                  <a:ext cx="20448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9">
              <p14:nvContentPartPr>
                <p14:cNvPr id="335" name="Ink 334">
                  <a:extLst>
                    <a:ext uri="{FF2B5EF4-FFF2-40B4-BE49-F238E27FC236}">
                      <a16:creationId xmlns:a16="http://schemas.microsoft.com/office/drawing/2014/main" id="{696FF02E-AAD2-6922-652D-48FB3D6AD377}"/>
                    </a:ext>
                  </a:extLst>
                </p14:cNvPr>
                <p14:cNvContentPartPr/>
                <p14:nvPr/>
              </p14:nvContentPartPr>
              <p14:xfrm>
                <a:off x="10790930" y="1173687"/>
                <a:ext cx="84600" cy="241920"/>
              </p14:xfrm>
            </p:contentPart>
          </mc:Choice>
          <mc:Fallback>
            <p:pic>
              <p:nvPicPr>
                <p:cNvPr id="335" name="Ink 334">
                  <a:extLst>
                    <a:ext uri="{FF2B5EF4-FFF2-40B4-BE49-F238E27FC236}">
                      <a16:creationId xmlns:a16="http://schemas.microsoft.com/office/drawing/2014/main" id="{696FF02E-AAD2-6922-652D-48FB3D6AD377}"/>
                    </a:ext>
                  </a:extLst>
                </p:cNvPr>
                <p:cNvPicPr/>
                <p:nvPr/>
              </p:nvPicPr>
              <p:blipFill>
                <a:blip r:embed="rId440"/>
                <a:stretch>
                  <a:fillRect/>
                </a:stretch>
              </p:blipFill>
              <p:spPr>
                <a:xfrm>
                  <a:off x="10772930" y="1155687"/>
                  <a:ext cx="120240" cy="277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8" name="Group 337">
            <a:extLst>
              <a:ext uri="{FF2B5EF4-FFF2-40B4-BE49-F238E27FC236}">
                <a16:creationId xmlns:a16="http://schemas.microsoft.com/office/drawing/2014/main" id="{E1B6A233-8766-C4D0-440E-60051BDFEF40}"/>
              </a:ext>
            </a:extLst>
          </p:cNvPr>
          <p:cNvGrpSpPr/>
          <p:nvPr/>
        </p:nvGrpSpPr>
        <p:grpSpPr>
          <a:xfrm>
            <a:off x="11200250" y="1129047"/>
            <a:ext cx="429840" cy="222120"/>
            <a:chOff x="11200250" y="1129047"/>
            <a:chExt cx="429840" cy="222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41">
              <p14:nvContentPartPr>
                <p14:cNvPr id="336" name="Ink 335">
                  <a:extLst>
                    <a:ext uri="{FF2B5EF4-FFF2-40B4-BE49-F238E27FC236}">
                      <a16:creationId xmlns:a16="http://schemas.microsoft.com/office/drawing/2014/main" id="{A76D71CD-754B-A8AC-CA79-271C67F08DBA}"/>
                    </a:ext>
                  </a:extLst>
                </p14:cNvPr>
                <p14:cNvContentPartPr/>
                <p14:nvPr/>
              </p14:nvContentPartPr>
              <p14:xfrm>
                <a:off x="11200250" y="1225527"/>
                <a:ext cx="142920" cy="20160"/>
              </p14:xfrm>
            </p:contentPart>
          </mc:Choice>
          <mc:Fallback>
            <p:pic>
              <p:nvPicPr>
                <p:cNvPr id="336" name="Ink 335">
                  <a:extLst>
                    <a:ext uri="{FF2B5EF4-FFF2-40B4-BE49-F238E27FC236}">
                      <a16:creationId xmlns:a16="http://schemas.microsoft.com/office/drawing/2014/main" id="{A76D71CD-754B-A8AC-CA79-271C67F08DBA}"/>
                    </a:ext>
                  </a:extLst>
                </p:cNvPr>
                <p:cNvPicPr/>
                <p:nvPr/>
              </p:nvPicPr>
              <p:blipFill>
                <a:blip r:embed="rId442"/>
                <a:stretch>
                  <a:fillRect/>
                </a:stretch>
              </p:blipFill>
              <p:spPr>
                <a:xfrm>
                  <a:off x="11182610" y="1207887"/>
                  <a:ext cx="17856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3">
              <p14:nvContentPartPr>
                <p14:cNvPr id="337" name="Ink 336">
                  <a:extLst>
                    <a:ext uri="{FF2B5EF4-FFF2-40B4-BE49-F238E27FC236}">
                      <a16:creationId xmlns:a16="http://schemas.microsoft.com/office/drawing/2014/main" id="{8619A70C-22AD-09EC-8CA1-9F87F06CC171}"/>
                    </a:ext>
                  </a:extLst>
                </p14:cNvPr>
                <p14:cNvContentPartPr/>
                <p14:nvPr/>
              </p14:nvContentPartPr>
              <p14:xfrm>
                <a:off x="11481770" y="1129047"/>
                <a:ext cx="148320" cy="222120"/>
              </p14:xfrm>
            </p:contentPart>
          </mc:Choice>
          <mc:Fallback>
            <p:pic>
              <p:nvPicPr>
                <p:cNvPr id="337" name="Ink 336">
                  <a:extLst>
                    <a:ext uri="{FF2B5EF4-FFF2-40B4-BE49-F238E27FC236}">
                      <a16:creationId xmlns:a16="http://schemas.microsoft.com/office/drawing/2014/main" id="{8619A70C-22AD-09EC-8CA1-9F87F06CC171}"/>
                    </a:ext>
                  </a:extLst>
                </p:cNvPr>
                <p:cNvPicPr/>
                <p:nvPr/>
              </p:nvPicPr>
              <p:blipFill>
                <a:blip r:embed="rId444"/>
                <a:stretch>
                  <a:fillRect/>
                </a:stretch>
              </p:blipFill>
              <p:spPr>
                <a:xfrm>
                  <a:off x="11463770" y="1111407"/>
                  <a:ext cx="183960" cy="257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2" name="Group 341">
            <a:extLst>
              <a:ext uri="{FF2B5EF4-FFF2-40B4-BE49-F238E27FC236}">
                <a16:creationId xmlns:a16="http://schemas.microsoft.com/office/drawing/2014/main" id="{338118AF-93C6-F704-E746-C7C8F7C26D6B}"/>
              </a:ext>
            </a:extLst>
          </p:cNvPr>
          <p:cNvGrpSpPr/>
          <p:nvPr/>
        </p:nvGrpSpPr>
        <p:grpSpPr>
          <a:xfrm>
            <a:off x="10039250" y="1889727"/>
            <a:ext cx="323640" cy="1499760"/>
            <a:chOff x="10039250" y="1889727"/>
            <a:chExt cx="323640" cy="1499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45">
              <p14:nvContentPartPr>
                <p14:cNvPr id="340" name="Ink 339">
                  <a:extLst>
                    <a:ext uri="{FF2B5EF4-FFF2-40B4-BE49-F238E27FC236}">
                      <a16:creationId xmlns:a16="http://schemas.microsoft.com/office/drawing/2014/main" id="{7B8119C2-0918-BCCC-8046-BAD9104A73EF}"/>
                    </a:ext>
                  </a:extLst>
                </p14:cNvPr>
                <p14:cNvContentPartPr/>
                <p14:nvPr/>
              </p14:nvContentPartPr>
              <p14:xfrm>
                <a:off x="10039250" y="1889727"/>
                <a:ext cx="323640" cy="1499760"/>
              </p14:xfrm>
            </p:contentPart>
          </mc:Choice>
          <mc:Fallback>
            <p:pic>
              <p:nvPicPr>
                <p:cNvPr id="340" name="Ink 339">
                  <a:extLst>
                    <a:ext uri="{FF2B5EF4-FFF2-40B4-BE49-F238E27FC236}">
                      <a16:creationId xmlns:a16="http://schemas.microsoft.com/office/drawing/2014/main" id="{7B8119C2-0918-BCCC-8046-BAD9104A73EF}"/>
                    </a:ext>
                  </a:extLst>
                </p:cNvPr>
                <p:cNvPicPr/>
                <p:nvPr/>
              </p:nvPicPr>
              <p:blipFill>
                <a:blip r:embed="rId446"/>
                <a:stretch>
                  <a:fillRect/>
                </a:stretch>
              </p:blipFill>
              <p:spPr>
                <a:xfrm>
                  <a:off x="10021610" y="1872087"/>
                  <a:ext cx="359280" cy="153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7">
              <p14:nvContentPartPr>
                <p14:cNvPr id="341" name="Ink 340">
                  <a:extLst>
                    <a:ext uri="{FF2B5EF4-FFF2-40B4-BE49-F238E27FC236}">
                      <a16:creationId xmlns:a16="http://schemas.microsoft.com/office/drawing/2014/main" id="{65954405-6E67-77B3-50AA-E944E3591749}"/>
                    </a:ext>
                  </a:extLst>
                </p14:cNvPr>
                <p14:cNvContentPartPr/>
                <p14:nvPr/>
              </p14:nvContentPartPr>
              <p14:xfrm>
                <a:off x="10308170" y="2056767"/>
                <a:ext cx="34920" cy="231120"/>
              </p14:xfrm>
            </p:contentPart>
          </mc:Choice>
          <mc:Fallback>
            <p:pic>
              <p:nvPicPr>
                <p:cNvPr id="341" name="Ink 340">
                  <a:extLst>
                    <a:ext uri="{FF2B5EF4-FFF2-40B4-BE49-F238E27FC236}">
                      <a16:creationId xmlns:a16="http://schemas.microsoft.com/office/drawing/2014/main" id="{65954405-6E67-77B3-50AA-E944E3591749}"/>
                    </a:ext>
                  </a:extLst>
                </p:cNvPr>
                <p:cNvPicPr/>
                <p:nvPr/>
              </p:nvPicPr>
              <p:blipFill>
                <a:blip r:embed="rId448"/>
                <a:stretch>
                  <a:fillRect/>
                </a:stretch>
              </p:blipFill>
              <p:spPr>
                <a:xfrm>
                  <a:off x="10290170" y="2039127"/>
                  <a:ext cx="70560" cy="266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0" name="Group 349">
            <a:extLst>
              <a:ext uri="{FF2B5EF4-FFF2-40B4-BE49-F238E27FC236}">
                <a16:creationId xmlns:a16="http://schemas.microsoft.com/office/drawing/2014/main" id="{F5C10C4B-E3B4-0048-6B00-04368EDA4DA5}"/>
              </a:ext>
            </a:extLst>
          </p:cNvPr>
          <p:cNvGrpSpPr/>
          <p:nvPr/>
        </p:nvGrpSpPr>
        <p:grpSpPr>
          <a:xfrm>
            <a:off x="10218530" y="2455647"/>
            <a:ext cx="355320" cy="233280"/>
            <a:chOff x="10218530" y="2455647"/>
            <a:chExt cx="355320" cy="233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49">
              <p14:nvContentPartPr>
                <p14:cNvPr id="343" name="Ink 342">
                  <a:extLst>
                    <a:ext uri="{FF2B5EF4-FFF2-40B4-BE49-F238E27FC236}">
                      <a16:creationId xmlns:a16="http://schemas.microsoft.com/office/drawing/2014/main" id="{BD005F0C-013D-3000-B8A7-B9E3D52257C4}"/>
                    </a:ext>
                  </a:extLst>
                </p14:cNvPr>
                <p14:cNvContentPartPr/>
                <p14:nvPr/>
              </p14:nvContentPartPr>
              <p14:xfrm>
                <a:off x="10218530" y="2554287"/>
                <a:ext cx="105120" cy="28080"/>
              </p14:xfrm>
            </p:contentPart>
          </mc:Choice>
          <mc:Fallback>
            <p:pic>
              <p:nvPicPr>
                <p:cNvPr id="343" name="Ink 342">
                  <a:extLst>
                    <a:ext uri="{FF2B5EF4-FFF2-40B4-BE49-F238E27FC236}">
                      <a16:creationId xmlns:a16="http://schemas.microsoft.com/office/drawing/2014/main" id="{BD005F0C-013D-3000-B8A7-B9E3D52257C4}"/>
                    </a:ext>
                  </a:extLst>
                </p:cNvPr>
                <p:cNvPicPr/>
                <p:nvPr/>
              </p:nvPicPr>
              <p:blipFill>
                <a:blip r:embed="rId450"/>
                <a:stretch>
                  <a:fillRect/>
                </a:stretch>
              </p:blipFill>
              <p:spPr>
                <a:xfrm>
                  <a:off x="10200530" y="2536647"/>
                  <a:ext cx="14076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1">
              <p14:nvContentPartPr>
                <p14:cNvPr id="344" name="Ink 343">
                  <a:extLst>
                    <a:ext uri="{FF2B5EF4-FFF2-40B4-BE49-F238E27FC236}">
                      <a16:creationId xmlns:a16="http://schemas.microsoft.com/office/drawing/2014/main" id="{7ADBB83B-DF93-BD32-D079-C3460FD4240F}"/>
                    </a:ext>
                  </a:extLst>
                </p14:cNvPr>
                <p14:cNvContentPartPr/>
                <p14:nvPr/>
              </p14:nvContentPartPr>
              <p14:xfrm>
                <a:off x="10415450" y="2497767"/>
                <a:ext cx="76680" cy="14760"/>
              </p14:xfrm>
            </p:contentPart>
          </mc:Choice>
          <mc:Fallback>
            <p:pic>
              <p:nvPicPr>
                <p:cNvPr id="344" name="Ink 343">
                  <a:extLst>
                    <a:ext uri="{FF2B5EF4-FFF2-40B4-BE49-F238E27FC236}">
                      <a16:creationId xmlns:a16="http://schemas.microsoft.com/office/drawing/2014/main" id="{7ADBB83B-DF93-BD32-D079-C3460FD4240F}"/>
                    </a:ext>
                  </a:extLst>
                </p:cNvPr>
                <p:cNvPicPr/>
                <p:nvPr/>
              </p:nvPicPr>
              <p:blipFill>
                <a:blip r:embed="rId452"/>
                <a:stretch>
                  <a:fillRect/>
                </a:stretch>
              </p:blipFill>
              <p:spPr>
                <a:xfrm>
                  <a:off x="10397450" y="2479767"/>
                  <a:ext cx="11232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3">
              <p14:nvContentPartPr>
                <p14:cNvPr id="346" name="Ink 345">
                  <a:extLst>
                    <a:ext uri="{FF2B5EF4-FFF2-40B4-BE49-F238E27FC236}">
                      <a16:creationId xmlns:a16="http://schemas.microsoft.com/office/drawing/2014/main" id="{1759455B-2030-B0E0-D2AE-C2340D692763}"/>
                    </a:ext>
                  </a:extLst>
                </p14:cNvPr>
                <p14:cNvContentPartPr/>
                <p14:nvPr/>
              </p14:nvContentPartPr>
              <p14:xfrm>
                <a:off x="10390250" y="2455647"/>
                <a:ext cx="183600" cy="233280"/>
              </p14:xfrm>
            </p:contentPart>
          </mc:Choice>
          <mc:Fallback>
            <p:pic>
              <p:nvPicPr>
                <p:cNvPr id="346" name="Ink 345">
                  <a:extLst>
                    <a:ext uri="{FF2B5EF4-FFF2-40B4-BE49-F238E27FC236}">
                      <a16:creationId xmlns:a16="http://schemas.microsoft.com/office/drawing/2014/main" id="{1759455B-2030-B0E0-D2AE-C2340D692763}"/>
                    </a:ext>
                  </a:extLst>
                </p:cNvPr>
                <p:cNvPicPr/>
                <p:nvPr/>
              </p:nvPicPr>
              <p:blipFill>
                <a:blip r:embed="rId454"/>
                <a:stretch>
                  <a:fillRect/>
                </a:stretch>
              </p:blipFill>
              <p:spPr>
                <a:xfrm>
                  <a:off x="10372610" y="2437647"/>
                  <a:ext cx="219240" cy="268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9" name="Group 348">
            <a:extLst>
              <a:ext uri="{FF2B5EF4-FFF2-40B4-BE49-F238E27FC236}">
                <a16:creationId xmlns:a16="http://schemas.microsoft.com/office/drawing/2014/main" id="{7D36E830-9DD4-0A53-6727-07458C3EFBD5}"/>
              </a:ext>
            </a:extLst>
          </p:cNvPr>
          <p:cNvGrpSpPr/>
          <p:nvPr/>
        </p:nvGrpSpPr>
        <p:grpSpPr>
          <a:xfrm>
            <a:off x="10190450" y="2900967"/>
            <a:ext cx="423360" cy="204840"/>
            <a:chOff x="10190450" y="2900967"/>
            <a:chExt cx="423360" cy="204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55">
              <p14:nvContentPartPr>
                <p14:cNvPr id="347" name="Ink 346">
                  <a:extLst>
                    <a:ext uri="{FF2B5EF4-FFF2-40B4-BE49-F238E27FC236}">
                      <a16:creationId xmlns:a16="http://schemas.microsoft.com/office/drawing/2014/main" id="{CE59D424-6B3D-C8D1-C062-BEADABEEFE22}"/>
                    </a:ext>
                  </a:extLst>
                </p14:cNvPr>
                <p14:cNvContentPartPr/>
                <p14:nvPr/>
              </p14:nvContentPartPr>
              <p14:xfrm>
                <a:off x="10190450" y="3003927"/>
                <a:ext cx="159480" cy="38880"/>
              </p14:xfrm>
            </p:contentPart>
          </mc:Choice>
          <mc:Fallback>
            <p:pic>
              <p:nvPicPr>
                <p:cNvPr id="347" name="Ink 346">
                  <a:extLst>
                    <a:ext uri="{FF2B5EF4-FFF2-40B4-BE49-F238E27FC236}">
                      <a16:creationId xmlns:a16="http://schemas.microsoft.com/office/drawing/2014/main" id="{CE59D424-6B3D-C8D1-C062-BEADABEEFE22}"/>
                    </a:ext>
                  </a:extLst>
                </p:cNvPr>
                <p:cNvPicPr/>
                <p:nvPr/>
              </p:nvPicPr>
              <p:blipFill>
                <a:blip r:embed="rId456"/>
                <a:stretch>
                  <a:fillRect/>
                </a:stretch>
              </p:blipFill>
              <p:spPr>
                <a:xfrm>
                  <a:off x="10172810" y="2986287"/>
                  <a:ext cx="19512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7">
              <p14:nvContentPartPr>
                <p14:cNvPr id="348" name="Ink 347">
                  <a:extLst>
                    <a:ext uri="{FF2B5EF4-FFF2-40B4-BE49-F238E27FC236}">
                      <a16:creationId xmlns:a16="http://schemas.microsoft.com/office/drawing/2014/main" id="{2ADBDFE4-4362-B49C-EF60-A4121C78C880}"/>
                    </a:ext>
                  </a:extLst>
                </p14:cNvPr>
                <p14:cNvContentPartPr/>
                <p14:nvPr/>
              </p14:nvContentPartPr>
              <p14:xfrm>
                <a:off x="10397450" y="2900967"/>
                <a:ext cx="216360" cy="204840"/>
              </p14:xfrm>
            </p:contentPart>
          </mc:Choice>
          <mc:Fallback>
            <p:pic>
              <p:nvPicPr>
                <p:cNvPr id="348" name="Ink 347">
                  <a:extLst>
                    <a:ext uri="{FF2B5EF4-FFF2-40B4-BE49-F238E27FC236}">
                      <a16:creationId xmlns:a16="http://schemas.microsoft.com/office/drawing/2014/main" id="{2ADBDFE4-4362-B49C-EF60-A4121C78C880}"/>
                    </a:ext>
                  </a:extLst>
                </p:cNvPr>
                <p:cNvPicPr/>
                <p:nvPr/>
              </p:nvPicPr>
              <p:blipFill>
                <a:blip r:embed="rId458"/>
                <a:stretch>
                  <a:fillRect/>
                </a:stretch>
              </p:blipFill>
              <p:spPr>
                <a:xfrm>
                  <a:off x="10379450" y="2882967"/>
                  <a:ext cx="252000" cy="240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3" name="Group 352">
            <a:extLst>
              <a:ext uri="{FF2B5EF4-FFF2-40B4-BE49-F238E27FC236}">
                <a16:creationId xmlns:a16="http://schemas.microsoft.com/office/drawing/2014/main" id="{91CCF073-4B9B-9EA0-3C5A-54FFC2B04AEC}"/>
              </a:ext>
            </a:extLst>
          </p:cNvPr>
          <p:cNvGrpSpPr/>
          <p:nvPr/>
        </p:nvGrpSpPr>
        <p:grpSpPr>
          <a:xfrm>
            <a:off x="10775090" y="1914567"/>
            <a:ext cx="303840" cy="228960"/>
            <a:chOff x="10775090" y="1914567"/>
            <a:chExt cx="303840" cy="228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59">
              <p14:nvContentPartPr>
                <p14:cNvPr id="351" name="Ink 350">
                  <a:extLst>
                    <a:ext uri="{FF2B5EF4-FFF2-40B4-BE49-F238E27FC236}">
                      <a16:creationId xmlns:a16="http://schemas.microsoft.com/office/drawing/2014/main" id="{FDC2E147-DFBB-FBE4-F33E-C0BCDBF66ADC}"/>
                    </a:ext>
                  </a:extLst>
                </p14:cNvPr>
                <p14:cNvContentPartPr/>
                <p14:nvPr/>
              </p14:nvContentPartPr>
              <p14:xfrm>
                <a:off x="10775090" y="2058567"/>
                <a:ext cx="145440" cy="14040"/>
              </p14:xfrm>
            </p:contentPart>
          </mc:Choice>
          <mc:Fallback>
            <p:pic>
              <p:nvPicPr>
                <p:cNvPr id="351" name="Ink 350">
                  <a:extLst>
                    <a:ext uri="{FF2B5EF4-FFF2-40B4-BE49-F238E27FC236}">
                      <a16:creationId xmlns:a16="http://schemas.microsoft.com/office/drawing/2014/main" id="{FDC2E147-DFBB-FBE4-F33E-C0BCDBF66ADC}"/>
                    </a:ext>
                  </a:extLst>
                </p:cNvPr>
                <p:cNvPicPr/>
                <p:nvPr/>
              </p:nvPicPr>
              <p:blipFill>
                <a:blip r:embed="rId460"/>
                <a:stretch>
                  <a:fillRect/>
                </a:stretch>
              </p:blipFill>
              <p:spPr>
                <a:xfrm>
                  <a:off x="10757090" y="2040927"/>
                  <a:ext cx="18108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1">
              <p14:nvContentPartPr>
                <p14:cNvPr id="352" name="Ink 351">
                  <a:extLst>
                    <a:ext uri="{FF2B5EF4-FFF2-40B4-BE49-F238E27FC236}">
                      <a16:creationId xmlns:a16="http://schemas.microsoft.com/office/drawing/2014/main" id="{6C578C10-AD51-80E4-6E3B-95B5AA9D2119}"/>
                    </a:ext>
                  </a:extLst>
                </p14:cNvPr>
                <p14:cNvContentPartPr/>
                <p14:nvPr/>
              </p14:nvContentPartPr>
              <p14:xfrm>
                <a:off x="11057690" y="1914567"/>
                <a:ext cx="21240" cy="228960"/>
              </p14:xfrm>
            </p:contentPart>
          </mc:Choice>
          <mc:Fallback>
            <p:pic>
              <p:nvPicPr>
                <p:cNvPr id="352" name="Ink 351">
                  <a:extLst>
                    <a:ext uri="{FF2B5EF4-FFF2-40B4-BE49-F238E27FC236}">
                      <a16:creationId xmlns:a16="http://schemas.microsoft.com/office/drawing/2014/main" id="{6C578C10-AD51-80E4-6E3B-95B5AA9D2119}"/>
                    </a:ext>
                  </a:extLst>
                </p:cNvPr>
                <p:cNvPicPr/>
                <p:nvPr/>
              </p:nvPicPr>
              <p:blipFill>
                <a:blip r:embed="rId462"/>
                <a:stretch>
                  <a:fillRect/>
                </a:stretch>
              </p:blipFill>
              <p:spPr>
                <a:xfrm>
                  <a:off x="11039690" y="1896567"/>
                  <a:ext cx="56880" cy="264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63">
            <p14:nvContentPartPr>
              <p14:cNvPr id="354" name="Ink 353">
                <a:extLst>
                  <a:ext uri="{FF2B5EF4-FFF2-40B4-BE49-F238E27FC236}">
                    <a16:creationId xmlns:a16="http://schemas.microsoft.com/office/drawing/2014/main" id="{EA9603DC-CB01-8ECB-6E14-2A2B7BE64DC3}"/>
                  </a:ext>
                </a:extLst>
              </p14:cNvPr>
              <p14:cNvContentPartPr/>
              <p14:nvPr/>
            </p14:nvContentPartPr>
            <p14:xfrm>
              <a:off x="10966970" y="2414247"/>
              <a:ext cx="113400" cy="185400"/>
            </p14:xfrm>
          </p:contentPart>
        </mc:Choice>
        <mc:Fallback>
          <p:pic>
            <p:nvPicPr>
              <p:cNvPr id="354" name="Ink 353">
                <a:extLst>
                  <a:ext uri="{FF2B5EF4-FFF2-40B4-BE49-F238E27FC236}">
                    <a16:creationId xmlns:a16="http://schemas.microsoft.com/office/drawing/2014/main" id="{EA9603DC-CB01-8ECB-6E14-2A2B7BE64DC3}"/>
                  </a:ext>
                </a:extLst>
              </p:cNvPr>
              <p:cNvPicPr/>
              <p:nvPr/>
            </p:nvPicPr>
            <p:blipFill>
              <a:blip r:embed="rId464"/>
              <a:stretch>
                <a:fillRect/>
              </a:stretch>
            </p:blipFill>
            <p:spPr>
              <a:xfrm>
                <a:off x="10948970" y="2396607"/>
                <a:ext cx="149040" cy="22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5">
            <p14:nvContentPartPr>
              <p14:cNvPr id="355" name="Ink 354">
                <a:extLst>
                  <a:ext uri="{FF2B5EF4-FFF2-40B4-BE49-F238E27FC236}">
                    <a16:creationId xmlns:a16="http://schemas.microsoft.com/office/drawing/2014/main" id="{13423B56-D881-7D57-65E5-82FBD27B47D4}"/>
                  </a:ext>
                </a:extLst>
              </p14:cNvPr>
              <p14:cNvContentPartPr/>
              <p14:nvPr/>
            </p14:nvContentPartPr>
            <p14:xfrm>
              <a:off x="11000090" y="2839407"/>
              <a:ext cx="131040" cy="217800"/>
            </p14:xfrm>
          </p:contentPart>
        </mc:Choice>
        <mc:Fallback>
          <p:pic>
            <p:nvPicPr>
              <p:cNvPr id="355" name="Ink 354">
                <a:extLst>
                  <a:ext uri="{FF2B5EF4-FFF2-40B4-BE49-F238E27FC236}">
                    <a16:creationId xmlns:a16="http://schemas.microsoft.com/office/drawing/2014/main" id="{13423B56-D881-7D57-65E5-82FBD27B47D4}"/>
                  </a:ext>
                </a:extLst>
              </p:cNvPr>
              <p:cNvPicPr/>
              <p:nvPr/>
            </p:nvPicPr>
            <p:blipFill>
              <a:blip r:embed="rId466"/>
              <a:stretch>
                <a:fillRect/>
              </a:stretch>
            </p:blipFill>
            <p:spPr>
              <a:xfrm>
                <a:off x="10982090" y="2821767"/>
                <a:ext cx="166680" cy="253440"/>
              </a:xfrm>
              <a:prstGeom prst="rect">
                <a:avLst/>
              </a:prstGeom>
            </p:spPr>
          </p:pic>
        </mc:Fallback>
      </mc:AlternateContent>
      <p:grpSp>
        <p:nvGrpSpPr>
          <p:cNvPr id="362" name="Group 361">
            <a:extLst>
              <a:ext uri="{FF2B5EF4-FFF2-40B4-BE49-F238E27FC236}">
                <a16:creationId xmlns:a16="http://schemas.microsoft.com/office/drawing/2014/main" id="{1B4D2742-DA57-E20C-AE71-0E3D804CE4BA}"/>
              </a:ext>
            </a:extLst>
          </p:cNvPr>
          <p:cNvGrpSpPr/>
          <p:nvPr/>
        </p:nvGrpSpPr>
        <p:grpSpPr>
          <a:xfrm>
            <a:off x="11480330" y="1729887"/>
            <a:ext cx="582120" cy="1800360"/>
            <a:chOff x="11480330" y="1729887"/>
            <a:chExt cx="582120" cy="1800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67">
              <p14:nvContentPartPr>
                <p14:cNvPr id="356" name="Ink 355">
                  <a:extLst>
                    <a:ext uri="{FF2B5EF4-FFF2-40B4-BE49-F238E27FC236}">
                      <a16:creationId xmlns:a16="http://schemas.microsoft.com/office/drawing/2014/main" id="{DC2F06D7-7AC7-048A-F1B1-7AF539A4EC26}"/>
                    </a:ext>
                  </a:extLst>
                </p14:cNvPr>
                <p14:cNvContentPartPr/>
                <p14:nvPr/>
              </p14:nvContentPartPr>
              <p14:xfrm>
                <a:off x="11670050" y="1908087"/>
                <a:ext cx="192600" cy="214200"/>
              </p14:xfrm>
            </p:contentPart>
          </mc:Choice>
          <mc:Fallback>
            <p:pic>
              <p:nvPicPr>
                <p:cNvPr id="356" name="Ink 355">
                  <a:extLst>
                    <a:ext uri="{FF2B5EF4-FFF2-40B4-BE49-F238E27FC236}">
                      <a16:creationId xmlns:a16="http://schemas.microsoft.com/office/drawing/2014/main" id="{DC2F06D7-7AC7-048A-F1B1-7AF539A4EC26}"/>
                    </a:ext>
                  </a:extLst>
                </p:cNvPr>
                <p:cNvPicPr/>
                <p:nvPr/>
              </p:nvPicPr>
              <p:blipFill>
                <a:blip r:embed="rId468"/>
                <a:stretch>
                  <a:fillRect/>
                </a:stretch>
              </p:blipFill>
              <p:spPr>
                <a:xfrm>
                  <a:off x="11652050" y="1890087"/>
                  <a:ext cx="228240" cy="24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9">
              <p14:nvContentPartPr>
                <p14:cNvPr id="357" name="Ink 356">
                  <a:extLst>
                    <a:ext uri="{FF2B5EF4-FFF2-40B4-BE49-F238E27FC236}">
                      <a16:creationId xmlns:a16="http://schemas.microsoft.com/office/drawing/2014/main" id="{9CCEB13F-514E-129D-5E0A-83D8E3408B93}"/>
                    </a:ext>
                  </a:extLst>
                </p14:cNvPr>
                <p14:cNvContentPartPr/>
                <p14:nvPr/>
              </p14:nvContentPartPr>
              <p14:xfrm>
                <a:off x="11480330" y="2512527"/>
                <a:ext cx="129960" cy="35280"/>
              </p14:xfrm>
            </p:contentPart>
          </mc:Choice>
          <mc:Fallback>
            <p:pic>
              <p:nvPicPr>
                <p:cNvPr id="357" name="Ink 356">
                  <a:extLst>
                    <a:ext uri="{FF2B5EF4-FFF2-40B4-BE49-F238E27FC236}">
                      <a16:creationId xmlns:a16="http://schemas.microsoft.com/office/drawing/2014/main" id="{9CCEB13F-514E-129D-5E0A-83D8E3408B93}"/>
                    </a:ext>
                  </a:extLst>
                </p:cNvPr>
                <p:cNvPicPr/>
                <p:nvPr/>
              </p:nvPicPr>
              <p:blipFill>
                <a:blip r:embed="rId470"/>
                <a:stretch>
                  <a:fillRect/>
                </a:stretch>
              </p:blipFill>
              <p:spPr>
                <a:xfrm>
                  <a:off x="11462330" y="2494887"/>
                  <a:ext cx="16560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1">
              <p14:nvContentPartPr>
                <p14:cNvPr id="358" name="Ink 357">
                  <a:extLst>
                    <a:ext uri="{FF2B5EF4-FFF2-40B4-BE49-F238E27FC236}">
                      <a16:creationId xmlns:a16="http://schemas.microsoft.com/office/drawing/2014/main" id="{9A51DFB8-3BD1-80BE-6F33-4DF72E10CFE0}"/>
                    </a:ext>
                  </a:extLst>
                </p14:cNvPr>
                <p14:cNvContentPartPr/>
                <p14:nvPr/>
              </p14:nvContentPartPr>
              <p14:xfrm>
                <a:off x="11704970" y="2420007"/>
                <a:ext cx="96120" cy="313560"/>
              </p14:xfrm>
            </p:contentPart>
          </mc:Choice>
          <mc:Fallback>
            <p:pic>
              <p:nvPicPr>
                <p:cNvPr id="358" name="Ink 357">
                  <a:extLst>
                    <a:ext uri="{FF2B5EF4-FFF2-40B4-BE49-F238E27FC236}">
                      <a16:creationId xmlns:a16="http://schemas.microsoft.com/office/drawing/2014/main" id="{9A51DFB8-3BD1-80BE-6F33-4DF72E10CFE0}"/>
                    </a:ext>
                  </a:extLst>
                </p:cNvPr>
                <p:cNvPicPr/>
                <p:nvPr/>
              </p:nvPicPr>
              <p:blipFill>
                <a:blip r:embed="rId472"/>
                <a:stretch>
                  <a:fillRect/>
                </a:stretch>
              </p:blipFill>
              <p:spPr>
                <a:xfrm>
                  <a:off x="11686970" y="2402007"/>
                  <a:ext cx="131760" cy="34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3">
              <p14:nvContentPartPr>
                <p14:cNvPr id="359" name="Ink 358">
                  <a:extLst>
                    <a:ext uri="{FF2B5EF4-FFF2-40B4-BE49-F238E27FC236}">
                      <a16:creationId xmlns:a16="http://schemas.microsoft.com/office/drawing/2014/main" id="{28A10BBB-E3E5-3921-D753-C4EF8F1568D6}"/>
                    </a:ext>
                  </a:extLst>
                </p14:cNvPr>
                <p14:cNvContentPartPr/>
                <p14:nvPr/>
              </p14:nvContentPartPr>
              <p14:xfrm>
                <a:off x="11501210" y="2999247"/>
                <a:ext cx="146520" cy="49320"/>
              </p14:xfrm>
            </p:contentPart>
          </mc:Choice>
          <mc:Fallback>
            <p:pic>
              <p:nvPicPr>
                <p:cNvPr id="359" name="Ink 358">
                  <a:extLst>
                    <a:ext uri="{FF2B5EF4-FFF2-40B4-BE49-F238E27FC236}">
                      <a16:creationId xmlns:a16="http://schemas.microsoft.com/office/drawing/2014/main" id="{28A10BBB-E3E5-3921-D753-C4EF8F1568D6}"/>
                    </a:ext>
                  </a:extLst>
                </p:cNvPr>
                <p:cNvPicPr/>
                <p:nvPr/>
              </p:nvPicPr>
              <p:blipFill>
                <a:blip r:embed="rId474"/>
                <a:stretch>
                  <a:fillRect/>
                </a:stretch>
              </p:blipFill>
              <p:spPr>
                <a:xfrm>
                  <a:off x="11483210" y="2981607"/>
                  <a:ext cx="18216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5">
              <p14:nvContentPartPr>
                <p14:cNvPr id="360" name="Ink 359">
                  <a:extLst>
                    <a:ext uri="{FF2B5EF4-FFF2-40B4-BE49-F238E27FC236}">
                      <a16:creationId xmlns:a16="http://schemas.microsoft.com/office/drawing/2014/main" id="{EA2EFFAA-405F-36F9-1172-96CB21CC2B52}"/>
                    </a:ext>
                  </a:extLst>
                </p14:cNvPr>
                <p14:cNvContentPartPr/>
                <p14:nvPr/>
              </p14:nvContentPartPr>
              <p14:xfrm>
                <a:off x="11654930" y="2901687"/>
                <a:ext cx="160200" cy="276480"/>
              </p14:xfrm>
            </p:contentPart>
          </mc:Choice>
          <mc:Fallback>
            <p:pic>
              <p:nvPicPr>
                <p:cNvPr id="360" name="Ink 359">
                  <a:extLst>
                    <a:ext uri="{FF2B5EF4-FFF2-40B4-BE49-F238E27FC236}">
                      <a16:creationId xmlns:a16="http://schemas.microsoft.com/office/drawing/2014/main" id="{EA2EFFAA-405F-36F9-1172-96CB21CC2B52}"/>
                    </a:ext>
                  </a:extLst>
                </p:cNvPr>
                <p:cNvPicPr/>
                <p:nvPr/>
              </p:nvPicPr>
              <p:blipFill>
                <a:blip r:embed="rId476"/>
                <a:stretch>
                  <a:fillRect/>
                </a:stretch>
              </p:blipFill>
              <p:spPr>
                <a:xfrm>
                  <a:off x="11637290" y="2884047"/>
                  <a:ext cx="195840" cy="31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7">
              <p14:nvContentPartPr>
                <p14:cNvPr id="361" name="Ink 360">
                  <a:extLst>
                    <a:ext uri="{FF2B5EF4-FFF2-40B4-BE49-F238E27FC236}">
                      <a16:creationId xmlns:a16="http://schemas.microsoft.com/office/drawing/2014/main" id="{F9D1F6D8-4B2B-00D1-778D-6E1C5C3C1B19}"/>
                    </a:ext>
                  </a:extLst>
                </p14:cNvPr>
                <p14:cNvContentPartPr/>
                <p14:nvPr/>
              </p14:nvContentPartPr>
              <p14:xfrm>
                <a:off x="11761490" y="1729887"/>
                <a:ext cx="300960" cy="1800360"/>
              </p14:xfrm>
            </p:contentPart>
          </mc:Choice>
          <mc:Fallback>
            <p:pic>
              <p:nvPicPr>
                <p:cNvPr id="361" name="Ink 360">
                  <a:extLst>
                    <a:ext uri="{FF2B5EF4-FFF2-40B4-BE49-F238E27FC236}">
                      <a16:creationId xmlns:a16="http://schemas.microsoft.com/office/drawing/2014/main" id="{F9D1F6D8-4B2B-00D1-778D-6E1C5C3C1B19}"/>
                    </a:ext>
                  </a:extLst>
                </p:cNvPr>
                <p:cNvPicPr/>
                <p:nvPr/>
              </p:nvPicPr>
              <p:blipFill>
                <a:blip r:embed="rId478"/>
                <a:stretch>
                  <a:fillRect/>
                </a:stretch>
              </p:blipFill>
              <p:spPr>
                <a:xfrm>
                  <a:off x="11743850" y="1712247"/>
                  <a:ext cx="336600" cy="183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5" name="Group 364">
            <a:extLst>
              <a:ext uri="{FF2B5EF4-FFF2-40B4-BE49-F238E27FC236}">
                <a16:creationId xmlns:a16="http://schemas.microsoft.com/office/drawing/2014/main" id="{0487C118-85F4-B9D1-5C43-1EE504B7D40B}"/>
              </a:ext>
            </a:extLst>
          </p:cNvPr>
          <p:cNvGrpSpPr/>
          <p:nvPr/>
        </p:nvGrpSpPr>
        <p:grpSpPr>
          <a:xfrm>
            <a:off x="10168490" y="3864687"/>
            <a:ext cx="329040" cy="1801800"/>
            <a:chOff x="10168490" y="3864687"/>
            <a:chExt cx="329040" cy="1801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79">
              <p14:nvContentPartPr>
                <p14:cNvPr id="363" name="Ink 362">
                  <a:extLst>
                    <a:ext uri="{FF2B5EF4-FFF2-40B4-BE49-F238E27FC236}">
                      <a16:creationId xmlns:a16="http://schemas.microsoft.com/office/drawing/2014/main" id="{FAA62077-1E55-BD4A-40A0-2BED9FD3B905}"/>
                    </a:ext>
                  </a:extLst>
                </p14:cNvPr>
                <p14:cNvContentPartPr/>
                <p14:nvPr/>
              </p14:nvContentPartPr>
              <p14:xfrm>
                <a:off x="10168490" y="3864687"/>
                <a:ext cx="329040" cy="1801800"/>
              </p14:xfrm>
            </p:contentPart>
          </mc:Choice>
          <mc:Fallback>
            <p:pic>
              <p:nvPicPr>
                <p:cNvPr id="363" name="Ink 362">
                  <a:extLst>
                    <a:ext uri="{FF2B5EF4-FFF2-40B4-BE49-F238E27FC236}">
                      <a16:creationId xmlns:a16="http://schemas.microsoft.com/office/drawing/2014/main" id="{FAA62077-1E55-BD4A-40A0-2BED9FD3B905}"/>
                    </a:ext>
                  </a:extLst>
                </p:cNvPr>
                <p:cNvPicPr/>
                <p:nvPr/>
              </p:nvPicPr>
              <p:blipFill>
                <a:blip r:embed="rId480"/>
                <a:stretch>
                  <a:fillRect/>
                </a:stretch>
              </p:blipFill>
              <p:spPr>
                <a:xfrm>
                  <a:off x="10150490" y="3847047"/>
                  <a:ext cx="364680" cy="18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1">
              <p14:nvContentPartPr>
                <p14:cNvPr id="364" name="Ink 363">
                  <a:extLst>
                    <a:ext uri="{FF2B5EF4-FFF2-40B4-BE49-F238E27FC236}">
                      <a16:creationId xmlns:a16="http://schemas.microsoft.com/office/drawing/2014/main" id="{DABBD7B5-5D3F-92F1-6DFC-1304C3A46E4A}"/>
                    </a:ext>
                  </a:extLst>
                </p14:cNvPr>
                <p14:cNvContentPartPr/>
                <p14:nvPr/>
              </p14:nvContentPartPr>
              <p14:xfrm>
                <a:off x="10390250" y="4161687"/>
                <a:ext cx="13680" cy="215640"/>
              </p14:xfrm>
            </p:contentPart>
          </mc:Choice>
          <mc:Fallback>
            <p:pic>
              <p:nvPicPr>
                <p:cNvPr id="364" name="Ink 363">
                  <a:extLst>
                    <a:ext uri="{FF2B5EF4-FFF2-40B4-BE49-F238E27FC236}">
                      <a16:creationId xmlns:a16="http://schemas.microsoft.com/office/drawing/2014/main" id="{DABBD7B5-5D3F-92F1-6DFC-1304C3A46E4A}"/>
                    </a:ext>
                  </a:extLst>
                </p:cNvPr>
                <p:cNvPicPr/>
                <p:nvPr/>
              </p:nvPicPr>
              <p:blipFill>
                <a:blip r:embed="rId482"/>
                <a:stretch>
                  <a:fillRect/>
                </a:stretch>
              </p:blipFill>
              <p:spPr>
                <a:xfrm>
                  <a:off x="10372610" y="4144047"/>
                  <a:ext cx="49320" cy="251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9" name="Group 368">
            <a:extLst>
              <a:ext uri="{FF2B5EF4-FFF2-40B4-BE49-F238E27FC236}">
                <a16:creationId xmlns:a16="http://schemas.microsoft.com/office/drawing/2014/main" id="{2D3F7E22-FCB9-2FB0-03D7-1E309C3ADB31}"/>
              </a:ext>
            </a:extLst>
          </p:cNvPr>
          <p:cNvGrpSpPr/>
          <p:nvPr/>
        </p:nvGrpSpPr>
        <p:grpSpPr>
          <a:xfrm>
            <a:off x="10763930" y="4106247"/>
            <a:ext cx="334800" cy="280440"/>
            <a:chOff x="10763930" y="4106247"/>
            <a:chExt cx="334800" cy="280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83">
              <p14:nvContentPartPr>
                <p14:cNvPr id="366" name="Ink 365">
                  <a:extLst>
                    <a:ext uri="{FF2B5EF4-FFF2-40B4-BE49-F238E27FC236}">
                      <a16:creationId xmlns:a16="http://schemas.microsoft.com/office/drawing/2014/main" id="{8C6B81E3-D171-D08C-C3D7-9F4A3A55BFB8}"/>
                    </a:ext>
                  </a:extLst>
                </p14:cNvPr>
                <p14:cNvContentPartPr/>
                <p14:nvPr/>
              </p14:nvContentPartPr>
              <p14:xfrm>
                <a:off x="10763930" y="4264287"/>
                <a:ext cx="187920" cy="22320"/>
              </p14:xfrm>
            </p:contentPart>
          </mc:Choice>
          <mc:Fallback>
            <p:pic>
              <p:nvPicPr>
                <p:cNvPr id="366" name="Ink 365">
                  <a:extLst>
                    <a:ext uri="{FF2B5EF4-FFF2-40B4-BE49-F238E27FC236}">
                      <a16:creationId xmlns:a16="http://schemas.microsoft.com/office/drawing/2014/main" id="{8C6B81E3-D171-D08C-C3D7-9F4A3A55BFB8}"/>
                    </a:ext>
                  </a:extLst>
                </p:cNvPr>
                <p:cNvPicPr/>
                <p:nvPr/>
              </p:nvPicPr>
              <p:blipFill>
                <a:blip r:embed="rId484"/>
                <a:stretch>
                  <a:fillRect/>
                </a:stretch>
              </p:blipFill>
              <p:spPr>
                <a:xfrm>
                  <a:off x="10745930" y="4246647"/>
                  <a:ext cx="22356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5">
              <p14:nvContentPartPr>
                <p14:cNvPr id="367" name="Ink 366">
                  <a:extLst>
                    <a:ext uri="{FF2B5EF4-FFF2-40B4-BE49-F238E27FC236}">
                      <a16:creationId xmlns:a16="http://schemas.microsoft.com/office/drawing/2014/main" id="{1431461C-4757-EAA1-5B84-E90C07DD6499}"/>
                    </a:ext>
                  </a:extLst>
                </p14:cNvPr>
                <p14:cNvContentPartPr/>
                <p14:nvPr/>
              </p14:nvContentPartPr>
              <p14:xfrm>
                <a:off x="11089370" y="4106247"/>
                <a:ext cx="9360" cy="280440"/>
              </p14:xfrm>
            </p:contentPart>
          </mc:Choice>
          <mc:Fallback>
            <p:pic>
              <p:nvPicPr>
                <p:cNvPr id="367" name="Ink 366">
                  <a:extLst>
                    <a:ext uri="{FF2B5EF4-FFF2-40B4-BE49-F238E27FC236}">
                      <a16:creationId xmlns:a16="http://schemas.microsoft.com/office/drawing/2014/main" id="{1431461C-4757-EAA1-5B84-E90C07DD6499}"/>
                    </a:ext>
                  </a:extLst>
                </p:cNvPr>
                <p:cNvPicPr/>
                <p:nvPr/>
              </p:nvPicPr>
              <p:blipFill>
                <a:blip r:embed="rId486"/>
                <a:stretch>
                  <a:fillRect/>
                </a:stretch>
              </p:blipFill>
              <p:spPr>
                <a:xfrm>
                  <a:off x="11071730" y="4088607"/>
                  <a:ext cx="45000" cy="316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87">
            <p14:nvContentPartPr>
              <p14:cNvPr id="368" name="Ink 367">
                <a:extLst>
                  <a:ext uri="{FF2B5EF4-FFF2-40B4-BE49-F238E27FC236}">
                    <a16:creationId xmlns:a16="http://schemas.microsoft.com/office/drawing/2014/main" id="{1C2B02AB-EAA5-819B-C7E5-AB3D778F0A29}"/>
                  </a:ext>
                </a:extLst>
              </p14:cNvPr>
              <p14:cNvContentPartPr/>
              <p14:nvPr/>
            </p14:nvContentPartPr>
            <p14:xfrm>
              <a:off x="11546930" y="4118487"/>
              <a:ext cx="235440" cy="245520"/>
            </p14:xfrm>
          </p:contentPart>
        </mc:Choice>
        <mc:Fallback>
          <p:pic>
            <p:nvPicPr>
              <p:cNvPr id="368" name="Ink 367">
                <a:extLst>
                  <a:ext uri="{FF2B5EF4-FFF2-40B4-BE49-F238E27FC236}">
                    <a16:creationId xmlns:a16="http://schemas.microsoft.com/office/drawing/2014/main" id="{1C2B02AB-EAA5-819B-C7E5-AB3D778F0A29}"/>
                  </a:ext>
                </a:extLst>
              </p:cNvPr>
              <p:cNvPicPr/>
              <p:nvPr/>
            </p:nvPicPr>
            <p:blipFill>
              <a:blip r:embed="rId488"/>
              <a:stretch>
                <a:fillRect/>
              </a:stretch>
            </p:blipFill>
            <p:spPr>
              <a:xfrm>
                <a:off x="11529290" y="4100487"/>
                <a:ext cx="271080" cy="281160"/>
              </a:xfrm>
              <a:prstGeom prst="rect">
                <a:avLst/>
              </a:prstGeom>
            </p:spPr>
          </p:pic>
        </mc:Fallback>
      </mc:AlternateContent>
      <p:grpSp>
        <p:nvGrpSpPr>
          <p:cNvPr id="372" name="Group 371">
            <a:extLst>
              <a:ext uri="{FF2B5EF4-FFF2-40B4-BE49-F238E27FC236}">
                <a16:creationId xmlns:a16="http://schemas.microsoft.com/office/drawing/2014/main" id="{7CCD5D3E-CAEF-BD5A-6E40-889BB56B5E37}"/>
              </a:ext>
            </a:extLst>
          </p:cNvPr>
          <p:cNvGrpSpPr/>
          <p:nvPr/>
        </p:nvGrpSpPr>
        <p:grpSpPr>
          <a:xfrm>
            <a:off x="10285850" y="4762527"/>
            <a:ext cx="302400" cy="250920"/>
            <a:chOff x="10285850" y="4762527"/>
            <a:chExt cx="302400" cy="250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89">
              <p14:nvContentPartPr>
                <p14:cNvPr id="370" name="Ink 369">
                  <a:extLst>
                    <a:ext uri="{FF2B5EF4-FFF2-40B4-BE49-F238E27FC236}">
                      <a16:creationId xmlns:a16="http://schemas.microsoft.com/office/drawing/2014/main" id="{9B88FBA2-5388-F9A5-C7E5-2ED3572EF2F4}"/>
                    </a:ext>
                  </a:extLst>
                </p14:cNvPr>
                <p14:cNvContentPartPr/>
                <p14:nvPr/>
              </p14:nvContentPartPr>
              <p14:xfrm>
                <a:off x="10285850" y="4846767"/>
                <a:ext cx="130320" cy="16200"/>
              </p14:xfrm>
            </p:contentPart>
          </mc:Choice>
          <mc:Fallback>
            <p:pic>
              <p:nvPicPr>
                <p:cNvPr id="370" name="Ink 369">
                  <a:extLst>
                    <a:ext uri="{FF2B5EF4-FFF2-40B4-BE49-F238E27FC236}">
                      <a16:creationId xmlns:a16="http://schemas.microsoft.com/office/drawing/2014/main" id="{9B88FBA2-5388-F9A5-C7E5-2ED3572EF2F4}"/>
                    </a:ext>
                  </a:extLst>
                </p:cNvPr>
                <p:cNvPicPr/>
                <p:nvPr/>
              </p:nvPicPr>
              <p:blipFill>
                <a:blip r:embed="rId490"/>
                <a:stretch>
                  <a:fillRect/>
                </a:stretch>
              </p:blipFill>
              <p:spPr>
                <a:xfrm>
                  <a:off x="10267850" y="4828767"/>
                  <a:ext cx="16596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1">
              <p14:nvContentPartPr>
                <p14:cNvPr id="371" name="Ink 370">
                  <a:extLst>
                    <a:ext uri="{FF2B5EF4-FFF2-40B4-BE49-F238E27FC236}">
                      <a16:creationId xmlns:a16="http://schemas.microsoft.com/office/drawing/2014/main" id="{EC594FED-5E7C-7E64-3AE8-B58690CBA7EF}"/>
                    </a:ext>
                  </a:extLst>
                </p14:cNvPr>
                <p14:cNvContentPartPr/>
                <p14:nvPr/>
              </p14:nvContentPartPr>
              <p14:xfrm>
                <a:off x="10470170" y="4762527"/>
                <a:ext cx="118080" cy="250920"/>
              </p14:xfrm>
            </p:contentPart>
          </mc:Choice>
          <mc:Fallback>
            <p:pic>
              <p:nvPicPr>
                <p:cNvPr id="371" name="Ink 370">
                  <a:extLst>
                    <a:ext uri="{FF2B5EF4-FFF2-40B4-BE49-F238E27FC236}">
                      <a16:creationId xmlns:a16="http://schemas.microsoft.com/office/drawing/2014/main" id="{EC594FED-5E7C-7E64-3AE8-B58690CBA7EF}"/>
                    </a:ext>
                  </a:extLst>
                </p:cNvPr>
                <p:cNvPicPr/>
                <p:nvPr/>
              </p:nvPicPr>
              <p:blipFill>
                <a:blip r:embed="rId492"/>
                <a:stretch>
                  <a:fillRect/>
                </a:stretch>
              </p:blipFill>
              <p:spPr>
                <a:xfrm>
                  <a:off x="10452530" y="4744887"/>
                  <a:ext cx="153720" cy="286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93">
            <p14:nvContentPartPr>
              <p14:cNvPr id="373" name="Ink 372">
                <a:extLst>
                  <a:ext uri="{FF2B5EF4-FFF2-40B4-BE49-F238E27FC236}">
                    <a16:creationId xmlns:a16="http://schemas.microsoft.com/office/drawing/2014/main" id="{B25EB5C2-19F8-53E3-F17A-AEE3E9B8D7B9}"/>
                  </a:ext>
                </a:extLst>
              </p14:cNvPr>
              <p14:cNvContentPartPr/>
              <p14:nvPr/>
            </p14:nvContentPartPr>
            <p14:xfrm>
              <a:off x="10999730" y="4740207"/>
              <a:ext cx="155160" cy="241200"/>
            </p14:xfrm>
          </p:contentPart>
        </mc:Choice>
        <mc:Fallback>
          <p:pic>
            <p:nvPicPr>
              <p:cNvPr id="373" name="Ink 372">
                <a:extLst>
                  <a:ext uri="{FF2B5EF4-FFF2-40B4-BE49-F238E27FC236}">
                    <a16:creationId xmlns:a16="http://schemas.microsoft.com/office/drawing/2014/main" id="{B25EB5C2-19F8-53E3-F17A-AEE3E9B8D7B9}"/>
                  </a:ext>
                </a:extLst>
              </p:cNvPr>
              <p:cNvPicPr/>
              <p:nvPr/>
            </p:nvPicPr>
            <p:blipFill>
              <a:blip r:embed="rId494"/>
              <a:stretch>
                <a:fillRect/>
              </a:stretch>
            </p:blipFill>
            <p:spPr>
              <a:xfrm>
                <a:off x="10982090" y="4722567"/>
                <a:ext cx="190800" cy="27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95">
            <p14:nvContentPartPr>
              <p14:cNvPr id="376" name="Ink 375">
                <a:extLst>
                  <a:ext uri="{FF2B5EF4-FFF2-40B4-BE49-F238E27FC236}">
                    <a16:creationId xmlns:a16="http://schemas.microsoft.com/office/drawing/2014/main" id="{ED206A28-20E1-0549-ABA1-FDC097F4FF99}"/>
                  </a:ext>
                </a:extLst>
              </p14:cNvPr>
              <p14:cNvContentPartPr/>
              <p14:nvPr/>
            </p14:nvContentPartPr>
            <p14:xfrm>
              <a:off x="10344890" y="5330607"/>
              <a:ext cx="114120" cy="7560"/>
            </p14:xfrm>
          </p:contentPart>
        </mc:Choice>
        <mc:Fallback>
          <p:pic>
            <p:nvPicPr>
              <p:cNvPr id="376" name="Ink 375">
                <a:extLst>
                  <a:ext uri="{FF2B5EF4-FFF2-40B4-BE49-F238E27FC236}">
                    <a16:creationId xmlns:a16="http://schemas.microsoft.com/office/drawing/2014/main" id="{ED206A28-20E1-0549-ABA1-FDC097F4FF99}"/>
                  </a:ext>
                </a:extLst>
              </p:cNvPr>
              <p:cNvPicPr/>
              <p:nvPr/>
            </p:nvPicPr>
            <p:blipFill>
              <a:blip r:embed="rId496"/>
              <a:stretch>
                <a:fillRect/>
              </a:stretch>
            </p:blipFill>
            <p:spPr>
              <a:xfrm>
                <a:off x="10327250" y="5312967"/>
                <a:ext cx="149760" cy="4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97">
            <p14:nvContentPartPr>
              <p14:cNvPr id="378" name="Ink 377">
                <a:extLst>
                  <a:ext uri="{FF2B5EF4-FFF2-40B4-BE49-F238E27FC236}">
                    <a16:creationId xmlns:a16="http://schemas.microsoft.com/office/drawing/2014/main" id="{DCFB8709-F642-AC95-2378-B0705AF9A6A1}"/>
                  </a:ext>
                </a:extLst>
              </p14:cNvPr>
              <p14:cNvContentPartPr/>
              <p14:nvPr/>
            </p14:nvContentPartPr>
            <p14:xfrm>
              <a:off x="10527050" y="5231967"/>
              <a:ext cx="293400" cy="244800"/>
            </p14:xfrm>
          </p:contentPart>
        </mc:Choice>
        <mc:Fallback>
          <p:pic>
            <p:nvPicPr>
              <p:cNvPr id="378" name="Ink 377">
                <a:extLst>
                  <a:ext uri="{FF2B5EF4-FFF2-40B4-BE49-F238E27FC236}">
                    <a16:creationId xmlns:a16="http://schemas.microsoft.com/office/drawing/2014/main" id="{DCFB8709-F642-AC95-2378-B0705AF9A6A1}"/>
                  </a:ext>
                </a:extLst>
              </p:cNvPr>
              <p:cNvPicPr/>
              <p:nvPr/>
            </p:nvPicPr>
            <p:blipFill>
              <a:blip r:embed="rId498"/>
              <a:stretch>
                <a:fillRect/>
              </a:stretch>
            </p:blipFill>
            <p:spPr>
              <a:xfrm>
                <a:off x="10509050" y="5213967"/>
                <a:ext cx="329040" cy="28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99">
            <p14:nvContentPartPr>
              <p14:cNvPr id="379" name="Ink 378">
                <a:extLst>
                  <a:ext uri="{FF2B5EF4-FFF2-40B4-BE49-F238E27FC236}">
                    <a16:creationId xmlns:a16="http://schemas.microsoft.com/office/drawing/2014/main" id="{543A2B44-2933-FCEB-2244-1E231E3B3825}"/>
                  </a:ext>
                </a:extLst>
              </p14:cNvPr>
              <p14:cNvContentPartPr/>
              <p14:nvPr/>
            </p14:nvContentPartPr>
            <p14:xfrm>
              <a:off x="11105210" y="5248887"/>
              <a:ext cx="144360" cy="249840"/>
            </p14:xfrm>
          </p:contentPart>
        </mc:Choice>
        <mc:Fallback>
          <p:pic>
            <p:nvPicPr>
              <p:cNvPr id="379" name="Ink 378">
                <a:extLst>
                  <a:ext uri="{FF2B5EF4-FFF2-40B4-BE49-F238E27FC236}">
                    <a16:creationId xmlns:a16="http://schemas.microsoft.com/office/drawing/2014/main" id="{543A2B44-2933-FCEB-2244-1E231E3B3825}"/>
                  </a:ext>
                </a:extLst>
              </p:cNvPr>
              <p:cNvPicPr/>
              <p:nvPr/>
            </p:nvPicPr>
            <p:blipFill>
              <a:blip r:embed="rId500"/>
              <a:stretch>
                <a:fillRect/>
              </a:stretch>
            </p:blipFill>
            <p:spPr>
              <a:xfrm>
                <a:off x="11087570" y="5231247"/>
                <a:ext cx="180000" cy="285480"/>
              </a:xfrm>
              <a:prstGeom prst="rect">
                <a:avLst/>
              </a:prstGeom>
            </p:spPr>
          </p:pic>
        </mc:Fallback>
      </mc:AlternateContent>
      <p:grpSp>
        <p:nvGrpSpPr>
          <p:cNvPr id="383" name="Group 382">
            <a:extLst>
              <a:ext uri="{FF2B5EF4-FFF2-40B4-BE49-F238E27FC236}">
                <a16:creationId xmlns:a16="http://schemas.microsoft.com/office/drawing/2014/main" id="{306ECF68-BEF3-5487-6D42-3A3AFE0A2F28}"/>
              </a:ext>
            </a:extLst>
          </p:cNvPr>
          <p:cNvGrpSpPr/>
          <p:nvPr/>
        </p:nvGrpSpPr>
        <p:grpSpPr>
          <a:xfrm>
            <a:off x="11461970" y="3915807"/>
            <a:ext cx="547920" cy="2030760"/>
            <a:chOff x="11461970" y="3915807"/>
            <a:chExt cx="547920" cy="2030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01">
              <p14:nvContentPartPr>
                <p14:cNvPr id="374" name="Ink 373">
                  <a:extLst>
                    <a:ext uri="{FF2B5EF4-FFF2-40B4-BE49-F238E27FC236}">
                      <a16:creationId xmlns:a16="http://schemas.microsoft.com/office/drawing/2014/main" id="{B25660E4-296B-7AAA-0090-A7CD9DE2C76E}"/>
                    </a:ext>
                  </a:extLst>
                </p14:cNvPr>
                <p14:cNvContentPartPr/>
                <p14:nvPr/>
              </p14:nvContentPartPr>
              <p14:xfrm>
                <a:off x="11461970" y="4843887"/>
                <a:ext cx="135000" cy="10800"/>
              </p14:xfrm>
            </p:contentPart>
          </mc:Choice>
          <mc:Fallback>
            <p:pic>
              <p:nvPicPr>
                <p:cNvPr id="374" name="Ink 373">
                  <a:extLst>
                    <a:ext uri="{FF2B5EF4-FFF2-40B4-BE49-F238E27FC236}">
                      <a16:creationId xmlns:a16="http://schemas.microsoft.com/office/drawing/2014/main" id="{B25660E4-296B-7AAA-0090-A7CD9DE2C76E}"/>
                    </a:ext>
                  </a:extLst>
                </p:cNvPr>
                <p:cNvPicPr/>
                <p:nvPr/>
              </p:nvPicPr>
              <p:blipFill>
                <a:blip r:embed="rId502"/>
                <a:stretch>
                  <a:fillRect/>
                </a:stretch>
              </p:blipFill>
              <p:spPr>
                <a:xfrm>
                  <a:off x="11443970" y="4825887"/>
                  <a:ext cx="17064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3">
              <p14:nvContentPartPr>
                <p14:cNvPr id="375" name="Ink 374">
                  <a:extLst>
                    <a:ext uri="{FF2B5EF4-FFF2-40B4-BE49-F238E27FC236}">
                      <a16:creationId xmlns:a16="http://schemas.microsoft.com/office/drawing/2014/main" id="{E256A0CB-115D-C3DD-3E38-3C938F428D13}"/>
                    </a:ext>
                  </a:extLst>
                </p14:cNvPr>
                <p14:cNvContentPartPr/>
                <p14:nvPr/>
              </p14:nvContentPartPr>
              <p14:xfrm>
                <a:off x="11688410" y="4709247"/>
                <a:ext cx="118080" cy="353880"/>
              </p14:xfrm>
            </p:contentPart>
          </mc:Choice>
          <mc:Fallback>
            <p:pic>
              <p:nvPicPr>
                <p:cNvPr id="375" name="Ink 374">
                  <a:extLst>
                    <a:ext uri="{FF2B5EF4-FFF2-40B4-BE49-F238E27FC236}">
                      <a16:creationId xmlns:a16="http://schemas.microsoft.com/office/drawing/2014/main" id="{E256A0CB-115D-C3DD-3E38-3C938F428D13}"/>
                    </a:ext>
                  </a:extLst>
                </p:cNvPr>
                <p:cNvPicPr/>
                <p:nvPr/>
              </p:nvPicPr>
              <p:blipFill>
                <a:blip r:embed="rId504"/>
                <a:stretch>
                  <a:fillRect/>
                </a:stretch>
              </p:blipFill>
              <p:spPr>
                <a:xfrm>
                  <a:off x="11670410" y="4691247"/>
                  <a:ext cx="153720" cy="38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5">
              <p14:nvContentPartPr>
                <p14:cNvPr id="380" name="Ink 379">
                  <a:extLst>
                    <a:ext uri="{FF2B5EF4-FFF2-40B4-BE49-F238E27FC236}">
                      <a16:creationId xmlns:a16="http://schemas.microsoft.com/office/drawing/2014/main" id="{BCE3BE50-2710-6B89-12E7-4C9FEE71E860}"/>
                    </a:ext>
                  </a:extLst>
                </p14:cNvPr>
                <p14:cNvContentPartPr/>
                <p14:nvPr/>
              </p14:nvContentPartPr>
              <p14:xfrm>
                <a:off x="11508770" y="5336367"/>
                <a:ext cx="96120" cy="36360"/>
              </p14:xfrm>
            </p:contentPart>
          </mc:Choice>
          <mc:Fallback>
            <p:pic>
              <p:nvPicPr>
                <p:cNvPr id="380" name="Ink 379">
                  <a:extLst>
                    <a:ext uri="{FF2B5EF4-FFF2-40B4-BE49-F238E27FC236}">
                      <a16:creationId xmlns:a16="http://schemas.microsoft.com/office/drawing/2014/main" id="{BCE3BE50-2710-6B89-12E7-4C9FEE71E860}"/>
                    </a:ext>
                  </a:extLst>
                </p:cNvPr>
                <p:cNvPicPr/>
                <p:nvPr/>
              </p:nvPicPr>
              <p:blipFill>
                <a:blip r:embed="rId506"/>
                <a:stretch>
                  <a:fillRect/>
                </a:stretch>
              </p:blipFill>
              <p:spPr>
                <a:xfrm>
                  <a:off x="11491130" y="5318727"/>
                  <a:ext cx="13176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7">
              <p14:nvContentPartPr>
                <p14:cNvPr id="381" name="Ink 380">
                  <a:extLst>
                    <a:ext uri="{FF2B5EF4-FFF2-40B4-BE49-F238E27FC236}">
                      <a16:creationId xmlns:a16="http://schemas.microsoft.com/office/drawing/2014/main" id="{C07667B1-ABF9-045A-0FD2-629B87C8ADB3}"/>
                    </a:ext>
                  </a:extLst>
                </p14:cNvPr>
                <p14:cNvContentPartPr/>
                <p14:nvPr/>
              </p14:nvContentPartPr>
              <p14:xfrm>
                <a:off x="11661770" y="5242047"/>
                <a:ext cx="128520" cy="282600"/>
              </p14:xfrm>
            </p:contentPart>
          </mc:Choice>
          <mc:Fallback>
            <p:pic>
              <p:nvPicPr>
                <p:cNvPr id="381" name="Ink 380">
                  <a:extLst>
                    <a:ext uri="{FF2B5EF4-FFF2-40B4-BE49-F238E27FC236}">
                      <a16:creationId xmlns:a16="http://schemas.microsoft.com/office/drawing/2014/main" id="{C07667B1-ABF9-045A-0FD2-629B87C8ADB3}"/>
                    </a:ext>
                  </a:extLst>
                </p:cNvPr>
                <p:cNvPicPr/>
                <p:nvPr/>
              </p:nvPicPr>
              <p:blipFill>
                <a:blip r:embed="rId508"/>
                <a:stretch>
                  <a:fillRect/>
                </a:stretch>
              </p:blipFill>
              <p:spPr>
                <a:xfrm>
                  <a:off x="11644130" y="5224407"/>
                  <a:ext cx="164160" cy="31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9">
              <p14:nvContentPartPr>
                <p14:cNvPr id="382" name="Ink 381">
                  <a:extLst>
                    <a:ext uri="{FF2B5EF4-FFF2-40B4-BE49-F238E27FC236}">
                      <a16:creationId xmlns:a16="http://schemas.microsoft.com/office/drawing/2014/main" id="{0709897D-1356-9ABD-FD61-AB0B2BDE7861}"/>
                    </a:ext>
                  </a:extLst>
                </p14:cNvPr>
                <p14:cNvContentPartPr/>
                <p14:nvPr/>
              </p14:nvContentPartPr>
              <p14:xfrm>
                <a:off x="11699210" y="3915807"/>
                <a:ext cx="310680" cy="2030760"/>
              </p14:xfrm>
            </p:contentPart>
          </mc:Choice>
          <mc:Fallback>
            <p:pic>
              <p:nvPicPr>
                <p:cNvPr id="382" name="Ink 381">
                  <a:extLst>
                    <a:ext uri="{FF2B5EF4-FFF2-40B4-BE49-F238E27FC236}">
                      <a16:creationId xmlns:a16="http://schemas.microsoft.com/office/drawing/2014/main" id="{0709897D-1356-9ABD-FD61-AB0B2BDE7861}"/>
                    </a:ext>
                  </a:extLst>
                </p:cNvPr>
                <p:cNvPicPr/>
                <p:nvPr/>
              </p:nvPicPr>
              <p:blipFill>
                <a:blip r:embed="rId510"/>
                <a:stretch>
                  <a:fillRect/>
                </a:stretch>
              </p:blipFill>
              <p:spPr>
                <a:xfrm>
                  <a:off x="11681570" y="3898167"/>
                  <a:ext cx="346320" cy="20664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7023585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DA9F22C5-3966-424A-A3C6-F0C455AA69A0}"/>
              </a:ext>
            </a:extLst>
          </p:cNvPr>
          <p:cNvGrpSpPr/>
          <p:nvPr/>
        </p:nvGrpSpPr>
        <p:grpSpPr>
          <a:xfrm>
            <a:off x="362450" y="353607"/>
            <a:ext cx="481680" cy="420120"/>
            <a:chOff x="362450" y="353607"/>
            <a:chExt cx="481680" cy="420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F24682BC-BE2E-59A1-8B5B-B931230A92A4}"/>
                    </a:ext>
                  </a:extLst>
                </p14:cNvPr>
                <p14:cNvContentPartPr/>
                <p14:nvPr/>
              </p14:nvContentPartPr>
              <p14:xfrm>
                <a:off x="362450" y="353607"/>
                <a:ext cx="373320" cy="42012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F24682BC-BE2E-59A1-8B5B-B931230A92A4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44810" y="335967"/>
                  <a:ext cx="408960" cy="45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EECFD50B-C9F4-0D39-6BCD-3776FAE301F4}"/>
                    </a:ext>
                  </a:extLst>
                </p14:cNvPr>
                <p14:cNvContentPartPr/>
                <p14:nvPr/>
              </p14:nvContentPartPr>
              <p14:xfrm>
                <a:off x="840890" y="568167"/>
                <a:ext cx="3240" cy="3816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EECFD50B-C9F4-0D39-6BCD-3776FAE301F4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822890" y="550527"/>
                  <a:ext cx="38880" cy="73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31ABFC5-EA68-2422-C9A8-9A4E6ACBF8FB}"/>
              </a:ext>
            </a:extLst>
          </p:cNvPr>
          <p:cNvGrpSpPr/>
          <p:nvPr/>
        </p:nvGrpSpPr>
        <p:grpSpPr>
          <a:xfrm>
            <a:off x="1146890" y="340647"/>
            <a:ext cx="913320" cy="452880"/>
            <a:chOff x="1146890" y="340647"/>
            <a:chExt cx="913320" cy="452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972217B0-F2AD-7FCB-51F1-D3A043D7B5CB}"/>
                    </a:ext>
                  </a:extLst>
                </p14:cNvPr>
                <p14:cNvContentPartPr/>
                <p14:nvPr/>
              </p14:nvContentPartPr>
              <p14:xfrm>
                <a:off x="1146890" y="340647"/>
                <a:ext cx="279720" cy="45288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972217B0-F2AD-7FCB-51F1-D3A043D7B5CB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129250" y="322647"/>
                  <a:ext cx="315360" cy="48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026B379B-19C3-BB0D-DF5B-57C16873B149}"/>
                    </a:ext>
                  </a:extLst>
                </p14:cNvPr>
                <p14:cNvContentPartPr/>
                <p14:nvPr/>
              </p14:nvContentPartPr>
              <p14:xfrm>
                <a:off x="1320050" y="628647"/>
                <a:ext cx="178560" cy="2520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026B379B-19C3-BB0D-DF5B-57C16873B149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302050" y="611007"/>
                  <a:ext cx="21420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09E3A9F3-14B6-309E-0C84-193F6EADC055}"/>
                    </a:ext>
                  </a:extLst>
                </p14:cNvPr>
                <p14:cNvContentPartPr/>
                <p14:nvPr/>
              </p14:nvContentPartPr>
              <p14:xfrm>
                <a:off x="1524170" y="627207"/>
                <a:ext cx="56880" cy="14580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09E3A9F3-14B6-309E-0C84-193F6EADC055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506530" y="609207"/>
                  <a:ext cx="9252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A73D2E91-F8C0-68FF-C856-836320B433FC}"/>
                    </a:ext>
                  </a:extLst>
                </p14:cNvPr>
                <p14:cNvContentPartPr/>
                <p14:nvPr/>
              </p14:nvContentPartPr>
              <p14:xfrm>
                <a:off x="1607690" y="459807"/>
                <a:ext cx="62640" cy="2520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A73D2E91-F8C0-68FF-C856-836320B433FC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590050" y="441807"/>
                  <a:ext cx="9828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3C0D184A-2B97-FB33-5477-461C7C8F0AFE}"/>
                    </a:ext>
                  </a:extLst>
                </p14:cNvPr>
                <p14:cNvContentPartPr/>
                <p14:nvPr/>
              </p14:nvContentPartPr>
              <p14:xfrm>
                <a:off x="1667450" y="623607"/>
                <a:ext cx="134280" cy="14364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3C0D184A-2B97-FB33-5477-461C7C8F0AFE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649450" y="605607"/>
                  <a:ext cx="16992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9558346F-0BD8-94B3-129F-134C3E61C8D3}"/>
                    </a:ext>
                  </a:extLst>
                </p14:cNvPr>
                <p14:cNvContentPartPr/>
                <p14:nvPr/>
              </p14:nvContentPartPr>
              <p14:xfrm>
                <a:off x="1864730" y="453327"/>
                <a:ext cx="195480" cy="32976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9558346F-0BD8-94B3-129F-134C3E61C8D3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846730" y="435327"/>
                  <a:ext cx="231120" cy="365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A1AAAA1-E020-BA9A-94DF-7084FAA303AD}"/>
              </a:ext>
            </a:extLst>
          </p:cNvPr>
          <p:cNvGrpSpPr/>
          <p:nvPr/>
        </p:nvGrpSpPr>
        <p:grpSpPr>
          <a:xfrm>
            <a:off x="2410130" y="416607"/>
            <a:ext cx="677520" cy="384120"/>
            <a:chOff x="2410130" y="416607"/>
            <a:chExt cx="677520" cy="384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2DF6C994-3A58-1053-BD01-9CFCBFCB14F7}"/>
                    </a:ext>
                  </a:extLst>
                </p14:cNvPr>
                <p14:cNvContentPartPr/>
                <p14:nvPr/>
              </p14:nvContentPartPr>
              <p14:xfrm>
                <a:off x="2410130" y="419847"/>
                <a:ext cx="203040" cy="38088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2DF6C994-3A58-1053-BD01-9CFCBFCB14F7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392130" y="402207"/>
                  <a:ext cx="238680" cy="41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27CFBCF6-6751-6EC1-FB52-DA76A5C3DF15}"/>
                    </a:ext>
                  </a:extLst>
                </p14:cNvPr>
                <p14:cNvContentPartPr/>
                <p14:nvPr/>
              </p14:nvContentPartPr>
              <p14:xfrm>
                <a:off x="2711810" y="416607"/>
                <a:ext cx="375840" cy="34236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27CFBCF6-6751-6EC1-FB52-DA76A5C3DF15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693810" y="398607"/>
                  <a:ext cx="411480" cy="37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5EEFECCD-9E16-AD40-D299-16B71D210A29}"/>
                    </a:ext>
                  </a:extLst>
                </p14:cNvPr>
                <p14:cNvContentPartPr/>
                <p14:nvPr/>
              </p14:nvContentPartPr>
              <p14:xfrm>
                <a:off x="2431730" y="535407"/>
                <a:ext cx="190080" cy="4464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5EEFECCD-9E16-AD40-D299-16B71D210A29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413730" y="517407"/>
                  <a:ext cx="225720" cy="80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36FAAD03-606E-2B34-DC91-C52C702AD7A7}"/>
              </a:ext>
            </a:extLst>
          </p:cNvPr>
          <p:cNvGrpSpPr/>
          <p:nvPr/>
        </p:nvGrpSpPr>
        <p:grpSpPr>
          <a:xfrm>
            <a:off x="3608210" y="386727"/>
            <a:ext cx="1597320" cy="373320"/>
            <a:chOff x="3608210" y="386727"/>
            <a:chExt cx="1597320" cy="373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D64C0C63-30D7-BEF5-C5EA-3786F57898A3}"/>
                    </a:ext>
                  </a:extLst>
                </p14:cNvPr>
                <p14:cNvContentPartPr/>
                <p14:nvPr/>
              </p14:nvContentPartPr>
              <p14:xfrm>
                <a:off x="3608210" y="567447"/>
                <a:ext cx="89640" cy="18324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D64C0C63-30D7-BEF5-C5EA-3786F57898A3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590570" y="549447"/>
                  <a:ext cx="12528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4B4B214C-0FE7-AE68-7D90-8E843561FE2A}"/>
                    </a:ext>
                  </a:extLst>
                </p14:cNvPr>
                <p14:cNvContentPartPr/>
                <p14:nvPr/>
              </p14:nvContentPartPr>
              <p14:xfrm>
                <a:off x="3674090" y="386727"/>
                <a:ext cx="30960" cy="2772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4B4B214C-0FE7-AE68-7D90-8E843561FE2A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656090" y="369087"/>
                  <a:ext cx="6660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AA7BF285-9548-E78C-D77A-0549EC18BBCF}"/>
                    </a:ext>
                  </a:extLst>
                </p14:cNvPr>
                <p14:cNvContentPartPr/>
                <p14:nvPr/>
              </p14:nvContentPartPr>
              <p14:xfrm>
                <a:off x="3769850" y="610287"/>
                <a:ext cx="233280" cy="13464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AA7BF285-9548-E78C-D77A-0549EC18BBCF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751850" y="592287"/>
                  <a:ext cx="26892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FDB0CFD9-C659-498C-56E8-3C59C2E8B118}"/>
                    </a:ext>
                  </a:extLst>
                </p14:cNvPr>
                <p14:cNvContentPartPr/>
                <p14:nvPr/>
              </p14:nvContentPartPr>
              <p14:xfrm>
                <a:off x="4083050" y="540087"/>
                <a:ext cx="643320" cy="21996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FDB0CFD9-C659-498C-56E8-3C59C2E8B118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065050" y="522447"/>
                  <a:ext cx="678960" cy="25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309E036C-E218-394A-861E-323566814562}"/>
                    </a:ext>
                  </a:extLst>
                </p14:cNvPr>
                <p14:cNvContentPartPr/>
                <p14:nvPr/>
              </p14:nvContentPartPr>
              <p14:xfrm>
                <a:off x="4795130" y="572487"/>
                <a:ext cx="126720" cy="17460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309E036C-E218-394A-861E-323566814562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777130" y="554487"/>
                  <a:ext cx="16236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1753EF75-5E63-F422-611E-1F07E1AD3C70}"/>
                    </a:ext>
                  </a:extLst>
                </p14:cNvPr>
                <p14:cNvContentPartPr/>
                <p14:nvPr/>
              </p14:nvContentPartPr>
              <p14:xfrm>
                <a:off x="5024810" y="563487"/>
                <a:ext cx="180720" cy="15120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1753EF75-5E63-F422-611E-1F07E1AD3C70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006810" y="545487"/>
                  <a:ext cx="216360" cy="186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60B4ADDB-DB50-E7E7-EBAC-B535E92A7AC7}"/>
              </a:ext>
            </a:extLst>
          </p:cNvPr>
          <p:cNvGrpSpPr/>
          <p:nvPr/>
        </p:nvGrpSpPr>
        <p:grpSpPr>
          <a:xfrm>
            <a:off x="5716730" y="393207"/>
            <a:ext cx="1615680" cy="784800"/>
            <a:chOff x="5716730" y="393207"/>
            <a:chExt cx="1615680" cy="784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C06585CD-679C-0A9C-5E9A-38179EF1C929}"/>
                    </a:ext>
                  </a:extLst>
                </p14:cNvPr>
                <p14:cNvContentPartPr/>
                <p14:nvPr/>
              </p14:nvContentPartPr>
              <p14:xfrm>
                <a:off x="5716730" y="459087"/>
                <a:ext cx="327600" cy="71892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C06585CD-679C-0A9C-5E9A-38179EF1C929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698730" y="441087"/>
                  <a:ext cx="363240" cy="75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30CDBF66-F113-E71B-A57B-7D7A23B1590D}"/>
                    </a:ext>
                  </a:extLst>
                </p14:cNvPr>
                <p14:cNvContentPartPr/>
                <p14:nvPr/>
              </p14:nvContentPartPr>
              <p14:xfrm>
                <a:off x="6574970" y="393207"/>
                <a:ext cx="757440" cy="31428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30CDBF66-F113-E71B-A57B-7D7A23B1590D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6556970" y="375567"/>
                  <a:ext cx="793080" cy="34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A592C391-F65A-C2F9-85F5-551D284E810A}"/>
                    </a:ext>
                  </a:extLst>
                </p14:cNvPr>
                <p14:cNvContentPartPr/>
                <p14:nvPr/>
              </p14:nvContentPartPr>
              <p14:xfrm>
                <a:off x="6347810" y="479247"/>
                <a:ext cx="317880" cy="2232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A592C391-F65A-C2F9-85F5-551D284E810A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6330170" y="461247"/>
                  <a:ext cx="353520" cy="57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78706673-AC8E-F7E8-DB7D-D0DDABD88894}"/>
              </a:ext>
            </a:extLst>
          </p:cNvPr>
          <p:cNvGrpSpPr/>
          <p:nvPr/>
        </p:nvGrpSpPr>
        <p:grpSpPr>
          <a:xfrm>
            <a:off x="7774130" y="157767"/>
            <a:ext cx="4395960" cy="1727280"/>
            <a:chOff x="7774130" y="157767"/>
            <a:chExt cx="4395960" cy="1727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FE9A5400-F53E-C43A-FD1D-CA047A5EB535}"/>
                    </a:ext>
                  </a:extLst>
                </p14:cNvPr>
                <p14:cNvContentPartPr/>
                <p14:nvPr/>
              </p14:nvContentPartPr>
              <p14:xfrm>
                <a:off x="7774130" y="489327"/>
                <a:ext cx="357120" cy="13644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FE9A5400-F53E-C43A-FD1D-CA047A5EB535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7756130" y="471687"/>
                  <a:ext cx="39276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0E8D504F-9419-DED0-79AC-F8FB18433888}"/>
                    </a:ext>
                  </a:extLst>
                </p14:cNvPr>
                <p14:cNvContentPartPr/>
                <p14:nvPr/>
              </p14:nvContentPartPr>
              <p14:xfrm>
                <a:off x="8191730" y="269367"/>
                <a:ext cx="704520" cy="37440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0E8D504F-9419-DED0-79AC-F8FB18433888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8174090" y="251367"/>
                  <a:ext cx="740160" cy="41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9D8B65A8-8B8E-25EC-AFE5-670CDC715F24}"/>
                    </a:ext>
                  </a:extLst>
                </p14:cNvPr>
                <p14:cNvContentPartPr/>
                <p14:nvPr/>
              </p14:nvContentPartPr>
              <p14:xfrm>
                <a:off x="9046730" y="451167"/>
                <a:ext cx="69480" cy="15372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9D8B65A8-8B8E-25EC-AFE5-670CDC715F24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9029090" y="433167"/>
                  <a:ext cx="10512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F022891A-AA52-8BD2-ECD4-2833E1ACF908}"/>
                    </a:ext>
                  </a:extLst>
                </p14:cNvPr>
                <p14:cNvContentPartPr/>
                <p14:nvPr/>
              </p14:nvContentPartPr>
              <p14:xfrm>
                <a:off x="9015050" y="425967"/>
                <a:ext cx="137520" cy="20196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F022891A-AA52-8BD2-ECD4-2833E1ACF908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8997050" y="408327"/>
                  <a:ext cx="17316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8CA28452-E931-8295-75FE-9EEC1DAC7507}"/>
                    </a:ext>
                  </a:extLst>
                </p14:cNvPr>
                <p14:cNvContentPartPr/>
                <p14:nvPr/>
              </p14:nvContentPartPr>
              <p14:xfrm>
                <a:off x="8979410" y="271527"/>
                <a:ext cx="12240" cy="4464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8CA28452-E931-8295-75FE-9EEC1DAC7507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8961410" y="253527"/>
                  <a:ext cx="4788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76757DF2-C7A6-879E-E33A-D486AE732F40}"/>
                    </a:ext>
                  </a:extLst>
                </p14:cNvPr>
                <p14:cNvContentPartPr/>
                <p14:nvPr/>
              </p14:nvContentPartPr>
              <p14:xfrm>
                <a:off x="8376770" y="276207"/>
                <a:ext cx="299160" cy="3096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76757DF2-C7A6-879E-E33A-D486AE732F40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8358770" y="258207"/>
                  <a:ext cx="33480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A55A040C-0C14-0A77-5063-26DBB93D3804}"/>
                    </a:ext>
                  </a:extLst>
                </p14:cNvPr>
                <p14:cNvContentPartPr/>
                <p14:nvPr/>
              </p14:nvContentPartPr>
              <p14:xfrm>
                <a:off x="9364610" y="322647"/>
                <a:ext cx="245880" cy="38448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A55A040C-0C14-0A77-5063-26DBB93D3804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9346970" y="305007"/>
                  <a:ext cx="281520" cy="42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FD54A645-7FB9-17B4-324D-6E3D42BDBDFD}"/>
                    </a:ext>
                  </a:extLst>
                </p14:cNvPr>
                <p14:cNvContentPartPr/>
                <p14:nvPr/>
              </p14:nvContentPartPr>
              <p14:xfrm>
                <a:off x="9461450" y="489687"/>
                <a:ext cx="180360" cy="2268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FD54A645-7FB9-17B4-324D-6E3D42BDBDFD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9443450" y="471687"/>
                  <a:ext cx="21600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46A8D3D7-6AC1-ACE5-533B-EAFE7CB0C7C9}"/>
                    </a:ext>
                  </a:extLst>
                </p14:cNvPr>
                <p14:cNvContentPartPr/>
                <p14:nvPr/>
              </p14:nvContentPartPr>
              <p14:xfrm>
                <a:off x="9940970" y="469527"/>
                <a:ext cx="79200" cy="432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46A8D3D7-6AC1-ACE5-533B-EAFE7CB0C7C9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9923330" y="451527"/>
                  <a:ext cx="11484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A06576AD-8D94-36E0-7174-8D862DFDA813}"/>
                    </a:ext>
                  </a:extLst>
                </p14:cNvPr>
                <p14:cNvContentPartPr/>
                <p14:nvPr/>
              </p14:nvContentPartPr>
              <p14:xfrm>
                <a:off x="9861770" y="564207"/>
                <a:ext cx="93960" cy="3492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A06576AD-8D94-36E0-7174-8D862DFDA813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9843770" y="546567"/>
                  <a:ext cx="12960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9134D627-FC92-0B55-E25B-78F22FAD0744}"/>
                    </a:ext>
                  </a:extLst>
                </p14:cNvPr>
                <p14:cNvContentPartPr/>
                <p14:nvPr/>
              </p14:nvContentPartPr>
              <p14:xfrm>
                <a:off x="10238330" y="157767"/>
                <a:ext cx="321480" cy="172728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9134D627-FC92-0B55-E25B-78F22FAD0744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0220330" y="139767"/>
                  <a:ext cx="357120" cy="176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88B2D4B6-4D79-643D-6D73-958AF45525AE}"/>
                    </a:ext>
                  </a:extLst>
                </p14:cNvPr>
                <p14:cNvContentPartPr/>
                <p14:nvPr/>
              </p14:nvContentPartPr>
              <p14:xfrm>
                <a:off x="10700930" y="403287"/>
                <a:ext cx="32760" cy="17892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88B2D4B6-4D79-643D-6D73-958AF45525AE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0682930" y="385287"/>
                  <a:ext cx="6840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FC3B1FB7-B005-A044-E88B-1A41CD5F8584}"/>
                    </a:ext>
                  </a:extLst>
                </p14:cNvPr>
                <p14:cNvContentPartPr/>
                <p14:nvPr/>
              </p14:nvContentPartPr>
              <p14:xfrm>
                <a:off x="11109890" y="372687"/>
                <a:ext cx="194400" cy="18252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FC3B1FB7-B005-A044-E88B-1A41CD5F8584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1092250" y="354687"/>
                  <a:ext cx="230040" cy="21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E1D89873-C570-652C-0F55-51246D1733A5}"/>
                    </a:ext>
                  </a:extLst>
                </p14:cNvPr>
                <p14:cNvContentPartPr/>
                <p14:nvPr/>
              </p14:nvContentPartPr>
              <p14:xfrm>
                <a:off x="11529650" y="369447"/>
                <a:ext cx="259920" cy="21168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E1D89873-C570-652C-0F55-51246D1733A5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1511650" y="351807"/>
                  <a:ext cx="295560" cy="24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731CD217-221F-9482-6E81-DC7C74232BB6}"/>
                    </a:ext>
                  </a:extLst>
                </p14:cNvPr>
                <p14:cNvContentPartPr/>
                <p14:nvPr/>
              </p14:nvContentPartPr>
              <p14:xfrm>
                <a:off x="10598690" y="837447"/>
                <a:ext cx="153720" cy="21744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731CD217-221F-9482-6E81-DC7C74232BB6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0580690" y="819447"/>
                  <a:ext cx="189360" cy="25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01A6A8C1-F43C-449C-66D4-F9D6DF8D771E}"/>
                    </a:ext>
                  </a:extLst>
                </p14:cNvPr>
                <p14:cNvContentPartPr/>
                <p14:nvPr/>
              </p14:nvContentPartPr>
              <p14:xfrm>
                <a:off x="10989650" y="845367"/>
                <a:ext cx="146880" cy="21384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01A6A8C1-F43C-449C-66D4-F9D6DF8D771E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0972010" y="827727"/>
                  <a:ext cx="182520" cy="24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490531BD-A3E5-5626-A984-2A7F02311A0C}"/>
                    </a:ext>
                  </a:extLst>
                </p14:cNvPr>
                <p14:cNvContentPartPr/>
                <p14:nvPr/>
              </p14:nvContentPartPr>
              <p14:xfrm>
                <a:off x="11431730" y="844287"/>
                <a:ext cx="111600" cy="18936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490531BD-A3E5-5626-A984-2A7F02311A0C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1414090" y="826647"/>
                  <a:ext cx="147240" cy="22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822E8E78-A867-4DB4-31D8-769909F3F853}"/>
                    </a:ext>
                  </a:extLst>
                </p14:cNvPr>
                <p14:cNvContentPartPr/>
                <p14:nvPr/>
              </p14:nvContentPartPr>
              <p14:xfrm>
                <a:off x="11501930" y="773727"/>
                <a:ext cx="289800" cy="7884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822E8E78-A867-4DB4-31D8-769909F3F853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1483930" y="755727"/>
                  <a:ext cx="32544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C923451D-53B8-DDF8-3675-47010F37E32C}"/>
                    </a:ext>
                  </a:extLst>
                </p14:cNvPr>
                <p14:cNvContentPartPr/>
                <p14:nvPr/>
              </p14:nvContentPartPr>
              <p14:xfrm>
                <a:off x="10587170" y="1293927"/>
                <a:ext cx="175320" cy="25128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C923451D-53B8-DDF8-3675-47010F37E32C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0569530" y="1276287"/>
                  <a:ext cx="210960" cy="28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B6701FF3-9642-59C1-4BB5-24A2B5BEFEBA}"/>
                    </a:ext>
                  </a:extLst>
                </p14:cNvPr>
                <p14:cNvContentPartPr/>
                <p14:nvPr/>
              </p14:nvContentPartPr>
              <p14:xfrm>
                <a:off x="10934930" y="1309407"/>
                <a:ext cx="143280" cy="25848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B6701FF3-9642-59C1-4BB5-24A2B5BEFEBA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0917290" y="1291767"/>
                  <a:ext cx="178920" cy="29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C58BA756-4B9C-B207-7FEB-DF06FD4A43BA}"/>
                    </a:ext>
                  </a:extLst>
                </p14:cNvPr>
                <p14:cNvContentPartPr/>
                <p14:nvPr/>
              </p14:nvContentPartPr>
              <p14:xfrm>
                <a:off x="11502290" y="1211487"/>
                <a:ext cx="138600" cy="26748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C58BA756-4B9C-B207-7FEB-DF06FD4A43BA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1484650" y="1193847"/>
                  <a:ext cx="174240" cy="30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32DF0764-A309-37B0-352A-E141185E2701}"/>
                    </a:ext>
                  </a:extLst>
                </p14:cNvPr>
                <p14:cNvContentPartPr/>
                <p14:nvPr/>
              </p14:nvContentPartPr>
              <p14:xfrm>
                <a:off x="11780210" y="206727"/>
                <a:ext cx="389880" cy="160020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32DF0764-A309-37B0-352A-E141185E2701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1762570" y="188727"/>
                  <a:ext cx="425520" cy="1635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FE50A787-46E8-B478-DDF6-CEAAC37208A9}"/>
              </a:ext>
            </a:extLst>
          </p:cNvPr>
          <p:cNvGrpSpPr/>
          <p:nvPr/>
        </p:nvGrpSpPr>
        <p:grpSpPr>
          <a:xfrm>
            <a:off x="343010" y="2293287"/>
            <a:ext cx="864000" cy="297000"/>
            <a:chOff x="343010" y="2293287"/>
            <a:chExt cx="864000" cy="297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E026DB49-D0E4-5198-A262-5727E9EA9048}"/>
                    </a:ext>
                  </a:extLst>
                </p14:cNvPr>
                <p14:cNvContentPartPr/>
                <p14:nvPr/>
              </p14:nvContentPartPr>
              <p14:xfrm>
                <a:off x="343010" y="2297607"/>
                <a:ext cx="171360" cy="26892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E026DB49-D0E4-5198-A262-5727E9EA9048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325010" y="2279607"/>
                  <a:ext cx="207000" cy="30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B2DDA6E9-22F7-3F17-AC48-DDB59BD349BA}"/>
                    </a:ext>
                  </a:extLst>
                </p14:cNvPr>
                <p14:cNvContentPartPr/>
                <p14:nvPr/>
              </p14:nvContentPartPr>
              <p14:xfrm>
                <a:off x="553970" y="2293287"/>
                <a:ext cx="213840" cy="29700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B2DDA6E9-22F7-3F17-AC48-DDB59BD349BA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536330" y="2275287"/>
                  <a:ext cx="249480" cy="33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0C865312-3BDE-2A1A-E0DA-121A31544105}"/>
                    </a:ext>
                  </a:extLst>
                </p14:cNvPr>
                <p14:cNvContentPartPr/>
                <p14:nvPr/>
              </p14:nvContentPartPr>
              <p14:xfrm>
                <a:off x="814610" y="2438727"/>
                <a:ext cx="286560" cy="13428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0C865312-3BDE-2A1A-E0DA-121A31544105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796610" y="2420727"/>
                  <a:ext cx="32220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A33D7E12-809C-E627-B66D-83D075F5C385}"/>
                    </a:ext>
                  </a:extLst>
                </p14:cNvPr>
                <p14:cNvContentPartPr/>
                <p14:nvPr/>
              </p14:nvContentPartPr>
              <p14:xfrm>
                <a:off x="1185770" y="2333247"/>
                <a:ext cx="21240" cy="3024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A33D7E12-809C-E627-B66D-83D075F5C385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168130" y="2315607"/>
                  <a:ext cx="5688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B58BF5B6-AF7D-D2FC-6BA6-9BE076C803F2}"/>
                    </a:ext>
                  </a:extLst>
                </p14:cNvPr>
                <p14:cNvContentPartPr/>
                <p14:nvPr/>
              </p14:nvContentPartPr>
              <p14:xfrm>
                <a:off x="1162370" y="2524407"/>
                <a:ext cx="5400" cy="3924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B58BF5B6-AF7D-D2FC-6BA6-9BE076C803F2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144370" y="2506767"/>
                  <a:ext cx="41040" cy="74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2694C1FC-561D-BBEC-6D61-8820D9F6C3C9}"/>
              </a:ext>
            </a:extLst>
          </p:cNvPr>
          <p:cNvGrpSpPr/>
          <p:nvPr/>
        </p:nvGrpSpPr>
        <p:grpSpPr>
          <a:xfrm>
            <a:off x="1721450" y="2349807"/>
            <a:ext cx="640800" cy="420840"/>
            <a:chOff x="1721450" y="2349807"/>
            <a:chExt cx="640800" cy="420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3CF56726-44FD-4057-C9EB-B02AE20FF980}"/>
                    </a:ext>
                  </a:extLst>
                </p14:cNvPr>
                <p14:cNvContentPartPr/>
                <p14:nvPr/>
              </p14:nvContentPartPr>
              <p14:xfrm>
                <a:off x="1721450" y="2349807"/>
                <a:ext cx="273960" cy="42084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3CF56726-44FD-4057-C9EB-B02AE20FF980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703450" y="2332167"/>
                  <a:ext cx="309600" cy="45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3EE8BFCD-084C-A210-581B-1C07A01C4EEA}"/>
                    </a:ext>
                  </a:extLst>
                </p14:cNvPr>
                <p14:cNvContentPartPr/>
                <p14:nvPr/>
              </p14:nvContentPartPr>
              <p14:xfrm>
                <a:off x="1766450" y="2568327"/>
                <a:ext cx="189720" cy="2340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3EE8BFCD-084C-A210-581B-1C07A01C4EEA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1748450" y="2550327"/>
                  <a:ext cx="22536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B1FB0640-8741-56FC-ECC3-7CECEEDE70B8}"/>
                    </a:ext>
                  </a:extLst>
                </p14:cNvPr>
                <p14:cNvContentPartPr/>
                <p14:nvPr/>
              </p14:nvContentPartPr>
              <p14:xfrm>
                <a:off x="2237330" y="2546367"/>
                <a:ext cx="124920" cy="1188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B1FB0640-8741-56FC-ECC3-7CECEEDE70B8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2219690" y="2528727"/>
                  <a:ext cx="16056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0A930687-B087-80BD-662A-24434B88AE39}"/>
                    </a:ext>
                  </a:extLst>
                </p14:cNvPr>
                <p14:cNvContentPartPr/>
                <p14:nvPr/>
              </p14:nvContentPartPr>
              <p14:xfrm>
                <a:off x="2183690" y="2673447"/>
                <a:ext cx="145800" cy="5472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0A930687-B087-80BD-662A-24434B88AE39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2165690" y="2655807"/>
                  <a:ext cx="181440" cy="90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5E70AE89-33CA-53DA-663D-4EBEA4545E7E}"/>
              </a:ext>
            </a:extLst>
          </p:cNvPr>
          <p:cNvGrpSpPr/>
          <p:nvPr/>
        </p:nvGrpSpPr>
        <p:grpSpPr>
          <a:xfrm>
            <a:off x="1979210" y="2051727"/>
            <a:ext cx="253440" cy="185400"/>
            <a:chOff x="1979210" y="2051727"/>
            <a:chExt cx="253440" cy="185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9A774C03-B235-335C-66FE-669AACE682E2}"/>
                    </a:ext>
                  </a:extLst>
                </p14:cNvPr>
                <p14:cNvContentPartPr/>
                <p14:nvPr/>
              </p14:nvContentPartPr>
              <p14:xfrm>
                <a:off x="1979210" y="2180607"/>
                <a:ext cx="129960" cy="2448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9A774C03-B235-335C-66FE-669AACE682E2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961570" y="2162967"/>
                  <a:ext cx="16560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9E629A93-88F6-B306-A129-5CD1C1D3203C}"/>
                    </a:ext>
                  </a:extLst>
                </p14:cNvPr>
                <p14:cNvContentPartPr/>
                <p14:nvPr/>
              </p14:nvContentPartPr>
              <p14:xfrm>
                <a:off x="2198810" y="2051727"/>
                <a:ext cx="33840" cy="18540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9E629A93-88F6-B306-A129-5CD1C1D3203C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2181170" y="2034087"/>
                  <a:ext cx="69480" cy="221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DB736421-5DF6-70DE-EF49-72272829470D}"/>
              </a:ext>
            </a:extLst>
          </p:cNvPr>
          <p:cNvGrpSpPr/>
          <p:nvPr/>
        </p:nvGrpSpPr>
        <p:grpSpPr>
          <a:xfrm>
            <a:off x="3263690" y="2240727"/>
            <a:ext cx="1146960" cy="1916640"/>
            <a:chOff x="3263690" y="2240727"/>
            <a:chExt cx="1146960" cy="1916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CF967890-9323-7E9B-0FA0-6B0873CC59D9}"/>
                    </a:ext>
                  </a:extLst>
                </p14:cNvPr>
                <p14:cNvContentPartPr/>
                <p14:nvPr/>
              </p14:nvContentPartPr>
              <p14:xfrm>
                <a:off x="3263690" y="2240727"/>
                <a:ext cx="364320" cy="191664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CF967890-9323-7E9B-0FA0-6B0873CC59D9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3246050" y="2222727"/>
                  <a:ext cx="399960" cy="19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EF059768-5A0C-B750-2AB6-C1A0A8CE3A6A}"/>
                    </a:ext>
                  </a:extLst>
                </p14:cNvPr>
                <p14:cNvContentPartPr/>
                <p14:nvPr/>
              </p14:nvContentPartPr>
              <p14:xfrm>
                <a:off x="3792890" y="2515767"/>
                <a:ext cx="158040" cy="6948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EF059768-5A0C-B750-2AB6-C1A0A8CE3A6A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3775250" y="2498127"/>
                  <a:ext cx="19368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EE20CD1B-E6AA-2CA7-DD5F-F7A71F652CF0}"/>
                    </a:ext>
                  </a:extLst>
                </p14:cNvPr>
                <p14:cNvContentPartPr/>
                <p14:nvPr/>
              </p14:nvContentPartPr>
              <p14:xfrm>
                <a:off x="4075130" y="2348727"/>
                <a:ext cx="17280" cy="24768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EE20CD1B-E6AA-2CA7-DD5F-F7A71F652CF0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4057490" y="2330727"/>
                  <a:ext cx="52920" cy="28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300A84F1-3D8C-DB44-1AC7-2B0A50E7FBFC}"/>
                    </a:ext>
                  </a:extLst>
                </p14:cNvPr>
                <p14:cNvContentPartPr/>
                <p14:nvPr/>
              </p14:nvContentPartPr>
              <p14:xfrm>
                <a:off x="4119770" y="2524767"/>
                <a:ext cx="102600" cy="17064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300A84F1-3D8C-DB44-1AC7-2B0A50E7FBFC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4101770" y="2506767"/>
                  <a:ext cx="13824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0B09D63B-C9B2-8A38-2709-F313D1F2E819}"/>
                    </a:ext>
                  </a:extLst>
                </p14:cNvPr>
                <p14:cNvContentPartPr/>
                <p14:nvPr/>
              </p14:nvContentPartPr>
              <p14:xfrm>
                <a:off x="4218770" y="2656527"/>
                <a:ext cx="191880" cy="16128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0B09D63B-C9B2-8A38-2709-F313D1F2E819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4200770" y="2638887"/>
                  <a:ext cx="227520" cy="196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E34322E0-6BC8-7DF2-713A-C329069277DA}"/>
              </a:ext>
            </a:extLst>
          </p:cNvPr>
          <p:cNvGrpSpPr/>
          <p:nvPr/>
        </p:nvGrpSpPr>
        <p:grpSpPr>
          <a:xfrm>
            <a:off x="5097890" y="2371407"/>
            <a:ext cx="842760" cy="430920"/>
            <a:chOff x="5097890" y="2371407"/>
            <a:chExt cx="842760" cy="430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7920ADE7-C82F-B1D0-1C6C-CB7D88D21B0E}"/>
                    </a:ext>
                  </a:extLst>
                </p14:cNvPr>
                <p14:cNvContentPartPr/>
                <p14:nvPr/>
              </p14:nvContentPartPr>
              <p14:xfrm>
                <a:off x="5097890" y="2517207"/>
                <a:ext cx="171000" cy="5688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7920ADE7-C82F-B1D0-1C6C-CB7D88D21B0E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5079890" y="2499567"/>
                  <a:ext cx="20664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16C4F161-6929-9E7D-E64C-1B764FF83C86}"/>
                    </a:ext>
                  </a:extLst>
                </p14:cNvPr>
                <p14:cNvContentPartPr/>
                <p14:nvPr/>
              </p14:nvContentPartPr>
              <p14:xfrm>
                <a:off x="5387690" y="2371407"/>
                <a:ext cx="127440" cy="20520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16C4F161-6929-9E7D-E64C-1B764FF83C86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5370050" y="2353767"/>
                  <a:ext cx="16308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8300FC4D-8CEB-86D8-48AC-C2D63AB1989A}"/>
                    </a:ext>
                  </a:extLst>
                </p14:cNvPr>
                <p14:cNvContentPartPr/>
                <p14:nvPr/>
              </p14:nvContentPartPr>
              <p14:xfrm>
                <a:off x="5494250" y="2515047"/>
                <a:ext cx="155520" cy="21852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8300FC4D-8CEB-86D8-48AC-C2D63AB1989A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5476250" y="2497047"/>
                  <a:ext cx="191160" cy="25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15DBCA01-56E6-B2ED-1785-43AB8EB22418}"/>
                    </a:ext>
                  </a:extLst>
                </p14:cNvPr>
                <p14:cNvContentPartPr/>
                <p14:nvPr/>
              </p14:nvContentPartPr>
              <p14:xfrm>
                <a:off x="5685050" y="2650407"/>
                <a:ext cx="255600" cy="15192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15DBCA01-56E6-B2ED-1785-43AB8EB22418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5667050" y="2632407"/>
                  <a:ext cx="291240" cy="187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26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39941AE6-6CD5-88F0-ADC8-244BD5BD1FAF}"/>
                  </a:ext>
                </a:extLst>
              </p14:cNvPr>
              <p14:cNvContentPartPr/>
              <p14:nvPr/>
            </p14:nvContentPartPr>
            <p14:xfrm>
              <a:off x="7065290" y="2328567"/>
              <a:ext cx="23760" cy="223560"/>
            </p14:xfrm>
          </p:contentPart>
        </mc:Choice>
        <mc:Fallback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39941AE6-6CD5-88F0-ADC8-244BD5BD1FAF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7047290" y="2310927"/>
                <a:ext cx="59400" cy="259200"/>
              </a:xfrm>
              <a:prstGeom prst="rect">
                <a:avLst/>
              </a:prstGeom>
            </p:spPr>
          </p:pic>
        </mc:Fallback>
      </mc:AlternateContent>
      <p:grpSp>
        <p:nvGrpSpPr>
          <p:cNvPr id="81" name="Group 80">
            <a:extLst>
              <a:ext uri="{FF2B5EF4-FFF2-40B4-BE49-F238E27FC236}">
                <a16:creationId xmlns:a16="http://schemas.microsoft.com/office/drawing/2014/main" id="{D29E6338-BA29-FC92-55EA-364A1728B42C}"/>
              </a:ext>
            </a:extLst>
          </p:cNvPr>
          <p:cNvGrpSpPr/>
          <p:nvPr/>
        </p:nvGrpSpPr>
        <p:grpSpPr>
          <a:xfrm>
            <a:off x="3770570" y="3145767"/>
            <a:ext cx="845640" cy="382320"/>
            <a:chOff x="3770570" y="3145767"/>
            <a:chExt cx="845640" cy="382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7D23F2B3-E125-1BF0-56E9-6689F2B2B6D4}"/>
                    </a:ext>
                  </a:extLst>
                </p14:cNvPr>
                <p14:cNvContentPartPr/>
                <p14:nvPr/>
              </p14:nvContentPartPr>
              <p14:xfrm>
                <a:off x="3770570" y="3225687"/>
                <a:ext cx="181440" cy="2592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7D23F2B3-E125-1BF0-56E9-6689F2B2B6D4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3752930" y="3208047"/>
                  <a:ext cx="21708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D4F1DFC5-CCF9-CFF7-BA60-93B9F88CEFA8}"/>
                    </a:ext>
                  </a:extLst>
                </p14:cNvPr>
                <p14:cNvContentPartPr/>
                <p14:nvPr/>
              </p14:nvContentPartPr>
              <p14:xfrm>
                <a:off x="4002770" y="3145767"/>
                <a:ext cx="117720" cy="18540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D4F1DFC5-CCF9-CFF7-BA60-93B9F88CEFA8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3985130" y="3128127"/>
                  <a:ext cx="15336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951F8628-5716-2590-CDBB-7B98FA147C6D}"/>
                    </a:ext>
                  </a:extLst>
                </p14:cNvPr>
                <p14:cNvContentPartPr/>
                <p14:nvPr/>
              </p14:nvContentPartPr>
              <p14:xfrm>
                <a:off x="4128410" y="3259887"/>
                <a:ext cx="141120" cy="20952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951F8628-5716-2590-CDBB-7B98FA147C6D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4110410" y="3241887"/>
                  <a:ext cx="17676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3D8ABF3B-DBD6-2AB6-2774-407E4B164D32}"/>
                    </a:ext>
                  </a:extLst>
                </p14:cNvPr>
                <p14:cNvContentPartPr/>
                <p14:nvPr/>
              </p14:nvContentPartPr>
              <p14:xfrm>
                <a:off x="4318490" y="3386247"/>
                <a:ext cx="297720" cy="14184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3D8ABF3B-DBD6-2AB6-2774-407E4B164D32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4300490" y="3368607"/>
                  <a:ext cx="333360" cy="177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079AC85B-CC04-0A33-7688-02D533637E12}"/>
              </a:ext>
            </a:extLst>
          </p:cNvPr>
          <p:cNvGrpSpPr/>
          <p:nvPr/>
        </p:nvGrpSpPr>
        <p:grpSpPr>
          <a:xfrm>
            <a:off x="5458970" y="3009687"/>
            <a:ext cx="613080" cy="446760"/>
            <a:chOff x="5458970" y="3009687"/>
            <a:chExt cx="613080" cy="446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7043ADEC-889F-E839-8F53-2923D0E172B0}"/>
                    </a:ext>
                  </a:extLst>
                </p14:cNvPr>
                <p14:cNvContentPartPr/>
                <p14:nvPr/>
              </p14:nvContentPartPr>
              <p14:xfrm>
                <a:off x="5458970" y="3009687"/>
                <a:ext cx="146520" cy="26892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7043ADEC-889F-E839-8F53-2923D0E172B0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5441330" y="2991687"/>
                  <a:ext cx="182160" cy="30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9638C7D0-A481-24ED-1ABC-3CB0BBE4B053}"/>
                    </a:ext>
                  </a:extLst>
                </p14:cNvPr>
                <p14:cNvContentPartPr/>
                <p14:nvPr/>
              </p14:nvContentPartPr>
              <p14:xfrm>
                <a:off x="5603690" y="3192567"/>
                <a:ext cx="138240" cy="20268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9638C7D0-A481-24ED-1ABC-3CB0BBE4B053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5586050" y="3174567"/>
                  <a:ext cx="173880" cy="23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94774E20-7A9D-8884-E047-AB042544AA63}"/>
                    </a:ext>
                  </a:extLst>
                </p14:cNvPr>
                <p14:cNvContentPartPr/>
                <p14:nvPr/>
              </p14:nvContentPartPr>
              <p14:xfrm>
                <a:off x="5752370" y="3289767"/>
                <a:ext cx="319680" cy="16668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94774E20-7A9D-8884-E047-AB042544AA63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5734370" y="3272127"/>
                  <a:ext cx="355320" cy="202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4953CE5A-B1ED-1ECF-F469-95586E2A8611}"/>
              </a:ext>
            </a:extLst>
          </p:cNvPr>
          <p:cNvGrpSpPr/>
          <p:nvPr/>
        </p:nvGrpSpPr>
        <p:grpSpPr>
          <a:xfrm>
            <a:off x="3901610" y="3788007"/>
            <a:ext cx="708120" cy="381960"/>
            <a:chOff x="3901610" y="3788007"/>
            <a:chExt cx="708120" cy="381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CAB88C43-D8C8-B1D3-3FD8-D27226FCD311}"/>
                    </a:ext>
                  </a:extLst>
                </p14:cNvPr>
                <p14:cNvContentPartPr/>
                <p14:nvPr/>
              </p14:nvContentPartPr>
              <p14:xfrm>
                <a:off x="3901610" y="3788007"/>
                <a:ext cx="126720" cy="19008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CAB88C43-D8C8-B1D3-3FD8-D27226FCD311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3883970" y="3770007"/>
                  <a:ext cx="16236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A3280189-4A5D-0D48-7673-588796CAD98B}"/>
                    </a:ext>
                  </a:extLst>
                </p14:cNvPr>
                <p14:cNvContentPartPr/>
                <p14:nvPr/>
              </p14:nvContentPartPr>
              <p14:xfrm>
                <a:off x="3994490" y="3897087"/>
                <a:ext cx="125280" cy="20304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A3280189-4A5D-0D48-7673-588796CAD98B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3976850" y="3879087"/>
                  <a:ext cx="160920" cy="23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D2A5F337-43DC-7F2D-0D6F-521FBF7E8CFD}"/>
                    </a:ext>
                  </a:extLst>
                </p14:cNvPr>
                <p14:cNvContentPartPr/>
                <p14:nvPr/>
              </p14:nvContentPartPr>
              <p14:xfrm>
                <a:off x="4224170" y="4001847"/>
                <a:ext cx="385560" cy="16812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D2A5F337-43DC-7F2D-0D6F-521FBF7E8CFD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4206530" y="3983847"/>
                  <a:ext cx="421200" cy="203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7E35BB8A-885E-857D-8B92-6D1401F9F41F}"/>
              </a:ext>
            </a:extLst>
          </p:cNvPr>
          <p:cNvGrpSpPr/>
          <p:nvPr/>
        </p:nvGrpSpPr>
        <p:grpSpPr>
          <a:xfrm>
            <a:off x="5344490" y="3696927"/>
            <a:ext cx="884160" cy="361440"/>
            <a:chOff x="5344490" y="3696927"/>
            <a:chExt cx="884160" cy="361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C7721F2D-6BE3-316F-6D19-19CA9342F82B}"/>
                    </a:ext>
                  </a:extLst>
                </p14:cNvPr>
                <p14:cNvContentPartPr/>
                <p14:nvPr/>
              </p14:nvContentPartPr>
              <p14:xfrm>
                <a:off x="5344490" y="3842727"/>
                <a:ext cx="142560" cy="2520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C7721F2D-6BE3-316F-6D19-19CA9342F82B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5326490" y="3824727"/>
                  <a:ext cx="17820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C74C5BF2-5D18-2264-285C-C9E2F1892B8D}"/>
                    </a:ext>
                  </a:extLst>
                </p14:cNvPr>
                <p14:cNvContentPartPr/>
                <p14:nvPr/>
              </p14:nvContentPartPr>
              <p14:xfrm>
                <a:off x="5639690" y="3734727"/>
                <a:ext cx="97920" cy="15912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C74C5BF2-5D18-2264-285C-C9E2F1892B8D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5621690" y="3717087"/>
                  <a:ext cx="13356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7BE4D3E7-BA57-F1F6-6B9B-5F8BF1CD4829}"/>
                    </a:ext>
                  </a:extLst>
                </p14:cNvPr>
                <p14:cNvContentPartPr/>
                <p14:nvPr/>
              </p14:nvContentPartPr>
              <p14:xfrm>
                <a:off x="5736170" y="3696927"/>
                <a:ext cx="94320" cy="3636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7BE4D3E7-BA57-F1F6-6B9B-5F8BF1CD4829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5718170" y="3678927"/>
                  <a:ext cx="12996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B2C91792-5907-9268-C8A9-0F4014D4EE6C}"/>
                    </a:ext>
                  </a:extLst>
                </p14:cNvPr>
                <p14:cNvContentPartPr/>
                <p14:nvPr/>
              </p14:nvContentPartPr>
              <p14:xfrm>
                <a:off x="5773610" y="3766047"/>
                <a:ext cx="215280" cy="28512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B2C91792-5907-9268-C8A9-0F4014D4EE6C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5755610" y="3748407"/>
                  <a:ext cx="250920" cy="32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7DF2866B-6696-AA7B-B9EE-C5489B4DD582}"/>
                    </a:ext>
                  </a:extLst>
                </p14:cNvPr>
                <p14:cNvContentPartPr/>
                <p14:nvPr/>
              </p14:nvContentPartPr>
              <p14:xfrm>
                <a:off x="5990330" y="3897807"/>
                <a:ext cx="238320" cy="16056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7DF2866B-6696-AA7B-B9EE-C5489B4DD582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5972690" y="3879807"/>
                  <a:ext cx="273960" cy="196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FB009F71-1BE4-D150-FB42-EB58DD61D970}"/>
              </a:ext>
            </a:extLst>
          </p:cNvPr>
          <p:cNvGrpSpPr/>
          <p:nvPr/>
        </p:nvGrpSpPr>
        <p:grpSpPr>
          <a:xfrm>
            <a:off x="6789170" y="2098167"/>
            <a:ext cx="857160" cy="2140200"/>
            <a:chOff x="6789170" y="2098167"/>
            <a:chExt cx="857160" cy="2140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2DDDB30C-5CC2-0F46-D771-3B1EF7FF5920}"/>
                    </a:ext>
                  </a:extLst>
                </p14:cNvPr>
                <p14:cNvContentPartPr/>
                <p14:nvPr/>
              </p14:nvContentPartPr>
              <p14:xfrm>
                <a:off x="6789170" y="3055407"/>
                <a:ext cx="127800" cy="1980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2DDDB30C-5CC2-0F46-D771-3B1EF7FF5920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6771530" y="3037767"/>
                  <a:ext cx="16344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10543F6C-586C-49EF-3EE3-CEFAAF40120B}"/>
                    </a:ext>
                  </a:extLst>
                </p14:cNvPr>
                <p14:cNvContentPartPr/>
                <p14:nvPr/>
              </p14:nvContentPartPr>
              <p14:xfrm>
                <a:off x="7036850" y="2947767"/>
                <a:ext cx="187560" cy="22932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10543F6C-586C-49EF-3EE3-CEFAAF40120B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7018850" y="2929767"/>
                  <a:ext cx="223200" cy="26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8D675EB0-9C36-9668-0FC9-3823722CC3F1}"/>
                    </a:ext>
                  </a:extLst>
                </p14:cNvPr>
                <p14:cNvContentPartPr/>
                <p14:nvPr/>
              </p14:nvContentPartPr>
              <p14:xfrm>
                <a:off x="7081130" y="3586767"/>
                <a:ext cx="20160" cy="23688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8D675EB0-9C36-9668-0FC9-3823722CC3F1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7063130" y="3569127"/>
                  <a:ext cx="55800" cy="27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6C3FF190-0B5C-7831-C58A-D635BA5A4166}"/>
                    </a:ext>
                  </a:extLst>
                </p14:cNvPr>
                <p14:cNvContentPartPr/>
                <p14:nvPr/>
              </p14:nvContentPartPr>
              <p14:xfrm>
                <a:off x="7279130" y="2098167"/>
                <a:ext cx="367200" cy="214020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6C3FF190-0B5C-7831-C58A-D635BA5A4166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7261490" y="2080167"/>
                  <a:ext cx="402840" cy="21758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0905326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5C677C6A-5789-8DD3-D671-C5A8BD479CB1}"/>
                  </a:ext>
                </a:extLst>
              </p14:cNvPr>
              <p14:cNvContentPartPr/>
              <p14:nvPr/>
            </p14:nvContentPartPr>
            <p14:xfrm>
              <a:off x="194330" y="387447"/>
              <a:ext cx="345600" cy="3751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5C677C6A-5789-8DD3-D671-C5A8BD479CB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76330" y="369447"/>
                <a:ext cx="381240" cy="41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0EC1AA11-4316-008F-A380-69D5BB79AB16}"/>
                  </a:ext>
                </a:extLst>
              </p14:cNvPr>
              <p14:cNvContentPartPr/>
              <p14:nvPr/>
            </p14:nvContentPartPr>
            <p14:xfrm>
              <a:off x="910010" y="568167"/>
              <a:ext cx="1800" cy="248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0EC1AA11-4316-008F-A380-69D5BB79AB1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92370" y="550527"/>
                <a:ext cx="37440" cy="60480"/>
              </a:xfrm>
              <a:prstGeom prst="rect">
                <a:avLst/>
              </a:prstGeom>
            </p:spPr>
          </p:pic>
        </mc:Fallback>
      </mc:AlternateContent>
      <p:grpSp>
        <p:nvGrpSpPr>
          <p:cNvPr id="31" name="Group 30">
            <a:extLst>
              <a:ext uri="{FF2B5EF4-FFF2-40B4-BE49-F238E27FC236}">
                <a16:creationId xmlns:a16="http://schemas.microsoft.com/office/drawing/2014/main" id="{F8B74A84-773A-450E-EBC5-7F25463272A1}"/>
              </a:ext>
            </a:extLst>
          </p:cNvPr>
          <p:cNvGrpSpPr/>
          <p:nvPr/>
        </p:nvGrpSpPr>
        <p:grpSpPr>
          <a:xfrm>
            <a:off x="1438490" y="364047"/>
            <a:ext cx="972000" cy="461880"/>
            <a:chOff x="1438490" y="364047"/>
            <a:chExt cx="972000" cy="461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EA0E4EBB-B815-F760-7698-81E3FA5F1F5F}"/>
                    </a:ext>
                  </a:extLst>
                </p14:cNvPr>
                <p14:cNvContentPartPr/>
                <p14:nvPr/>
              </p14:nvContentPartPr>
              <p14:xfrm>
                <a:off x="1499690" y="415527"/>
                <a:ext cx="96480" cy="41040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EA0E4EBB-B815-F760-7698-81E3FA5F1F5F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482050" y="397527"/>
                  <a:ext cx="132120" cy="44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81B51803-0E98-A176-F358-121A5822D314}"/>
                    </a:ext>
                  </a:extLst>
                </p14:cNvPr>
                <p14:cNvContentPartPr/>
                <p14:nvPr/>
              </p14:nvContentPartPr>
              <p14:xfrm>
                <a:off x="1530650" y="364047"/>
                <a:ext cx="225000" cy="7416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81B51803-0E98-A176-F358-121A5822D314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513010" y="346047"/>
                  <a:ext cx="26064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4B4C042D-3546-C8A9-D10F-75D4318AA90C}"/>
                    </a:ext>
                  </a:extLst>
                </p14:cNvPr>
                <p14:cNvContentPartPr/>
                <p14:nvPr/>
              </p14:nvContentPartPr>
              <p14:xfrm>
                <a:off x="1438490" y="610647"/>
                <a:ext cx="267120" cy="3600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4B4C042D-3546-C8A9-D10F-75D4318AA90C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420850" y="593007"/>
                  <a:ext cx="30276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FF23A104-5B0D-2F29-2D7A-845F9FD0ACCD}"/>
                    </a:ext>
                  </a:extLst>
                </p14:cNvPr>
                <p14:cNvContentPartPr/>
                <p14:nvPr/>
              </p14:nvContentPartPr>
              <p14:xfrm>
                <a:off x="1735850" y="635127"/>
                <a:ext cx="46800" cy="15912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FF23A104-5B0D-2F29-2D7A-845F9FD0ACCD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718210" y="617127"/>
                  <a:ext cx="8244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427D5822-5B42-2942-0558-FEFE70E946E5}"/>
                    </a:ext>
                  </a:extLst>
                </p14:cNvPr>
                <p14:cNvContentPartPr/>
                <p14:nvPr/>
              </p14:nvContentPartPr>
              <p14:xfrm>
                <a:off x="1830170" y="441087"/>
                <a:ext cx="43200" cy="1692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427D5822-5B42-2942-0558-FEFE70E946E5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812530" y="423087"/>
                  <a:ext cx="7884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54B137B3-FC5C-6DDB-D2EF-3867D9688CB4}"/>
                    </a:ext>
                  </a:extLst>
                </p14:cNvPr>
                <p14:cNvContentPartPr/>
                <p14:nvPr/>
              </p14:nvContentPartPr>
              <p14:xfrm>
                <a:off x="1912610" y="596967"/>
                <a:ext cx="187560" cy="16128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54B137B3-FC5C-6DDB-D2EF-3867D9688CB4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894970" y="579327"/>
                  <a:ext cx="22320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6AFB43A1-7C34-581F-D619-27DF65482249}"/>
                    </a:ext>
                  </a:extLst>
                </p14:cNvPr>
                <p14:cNvContentPartPr/>
                <p14:nvPr/>
              </p14:nvContentPartPr>
              <p14:xfrm>
                <a:off x="2173250" y="409407"/>
                <a:ext cx="237240" cy="38016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6AFB43A1-7C34-581F-D619-27DF65482249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155610" y="391407"/>
                  <a:ext cx="272880" cy="415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04900A98-71AB-5D55-9FC1-24D4C5533834}"/>
              </a:ext>
            </a:extLst>
          </p:cNvPr>
          <p:cNvGrpSpPr/>
          <p:nvPr/>
        </p:nvGrpSpPr>
        <p:grpSpPr>
          <a:xfrm>
            <a:off x="2940410" y="414447"/>
            <a:ext cx="792720" cy="420840"/>
            <a:chOff x="2940410" y="414447"/>
            <a:chExt cx="792720" cy="420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D848AECF-5387-7078-FAD8-C7828DC1A8C9}"/>
                    </a:ext>
                  </a:extLst>
                </p14:cNvPr>
                <p14:cNvContentPartPr/>
                <p14:nvPr/>
              </p14:nvContentPartPr>
              <p14:xfrm>
                <a:off x="2940410" y="414447"/>
                <a:ext cx="235800" cy="42084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D848AECF-5387-7078-FAD8-C7828DC1A8C9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922770" y="396447"/>
                  <a:ext cx="271440" cy="45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BEDA8872-6DB6-957D-02A6-4C77B061A1B4}"/>
                    </a:ext>
                  </a:extLst>
                </p14:cNvPr>
                <p14:cNvContentPartPr/>
                <p14:nvPr/>
              </p14:nvContentPartPr>
              <p14:xfrm>
                <a:off x="3256130" y="433527"/>
                <a:ext cx="477000" cy="32256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BEDA8872-6DB6-957D-02A6-4C77B061A1B4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238490" y="415527"/>
                  <a:ext cx="512640" cy="35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4E1F8F52-E29A-B70B-8F64-83DD6FDDBAD4}"/>
                    </a:ext>
                  </a:extLst>
                </p14:cNvPr>
                <p14:cNvContentPartPr/>
                <p14:nvPr/>
              </p14:nvContentPartPr>
              <p14:xfrm>
                <a:off x="2995850" y="555207"/>
                <a:ext cx="180000" cy="4248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4E1F8F52-E29A-B70B-8F64-83DD6FDDBAD4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977850" y="537567"/>
                  <a:ext cx="215640" cy="78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DFAC871A-071B-99C1-99C8-90181DB0255C}"/>
              </a:ext>
            </a:extLst>
          </p:cNvPr>
          <p:cNvGrpSpPr/>
          <p:nvPr/>
        </p:nvGrpSpPr>
        <p:grpSpPr>
          <a:xfrm>
            <a:off x="4427210" y="426327"/>
            <a:ext cx="1575360" cy="346320"/>
            <a:chOff x="4427210" y="426327"/>
            <a:chExt cx="1575360" cy="346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9AB23135-30B8-50E4-63C2-F9D2E788A454}"/>
                    </a:ext>
                  </a:extLst>
                </p14:cNvPr>
                <p14:cNvContentPartPr/>
                <p14:nvPr/>
              </p14:nvContentPartPr>
              <p14:xfrm>
                <a:off x="4427210" y="580047"/>
                <a:ext cx="62640" cy="19260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9AB23135-30B8-50E4-63C2-F9D2E788A454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409570" y="562407"/>
                  <a:ext cx="98280" cy="22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002740AE-1F62-8615-7BE9-7B7E4D736DD1}"/>
                    </a:ext>
                  </a:extLst>
                </p14:cNvPr>
                <p14:cNvContentPartPr/>
                <p14:nvPr/>
              </p14:nvContentPartPr>
              <p14:xfrm>
                <a:off x="4507490" y="426327"/>
                <a:ext cx="43200" cy="2664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002740AE-1F62-8615-7BE9-7B7E4D736DD1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489850" y="408687"/>
                  <a:ext cx="7884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EB7D3F7D-CAAA-37EB-C236-3C8ABA6828E2}"/>
                    </a:ext>
                  </a:extLst>
                </p14:cNvPr>
                <p14:cNvContentPartPr/>
                <p14:nvPr/>
              </p14:nvContentPartPr>
              <p14:xfrm>
                <a:off x="4658690" y="541527"/>
                <a:ext cx="249120" cy="17784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EB7D3F7D-CAAA-37EB-C236-3C8ABA6828E2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640690" y="523527"/>
                  <a:ext cx="28476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4405C55B-2BE8-E4C4-CA31-FFB449EA6B55}"/>
                    </a:ext>
                  </a:extLst>
                </p14:cNvPr>
                <p14:cNvContentPartPr/>
                <p14:nvPr/>
              </p14:nvContentPartPr>
              <p14:xfrm>
                <a:off x="4992050" y="541527"/>
                <a:ext cx="1010520" cy="21132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4405C55B-2BE8-E4C4-CA31-FFB449EA6B55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974050" y="523887"/>
                  <a:ext cx="1046160" cy="246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B74A8E75-0307-E9F6-E773-1B13827BC42C}"/>
                  </a:ext>
                </a:extLst>
              </p14:cNvPr>
              <p14:cNvContentPartPr/>
              <p14:nvPr/>
            </p14:nvContentPartPr>
            <p14:xfrm>
              <a:off x="6533570" y="412647"/>
              <a:ext cx="445320" cy="86940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B74A8E75-0307-E9F6-E773-1B13827BC42C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6515930" y="394647"/>
                <a:ext cx="480960" cy="905040"/>
              </a:xfrm>
              <a:prstGeom prst="rect">
                <a:avLst/>
              </a:prstGeom>
            </p:spPr>
          </p:pic>
        </mc:Fallback>
      </mc:AlternateContent>
      <p:grpSp>
        <p:nvGrpSpPr>
          <p:cNvPr id="28" name="Group 27">
            <a:extLst>
              <a:ext uri="{FF2B5EF4-FFF2-40B4-BE49-F238E27FC236}">
                <a16:creationId xmlns:a16="http://schemas.microsoft.com/office/drawing/2014/main" id="{BB4EF233-611F-1FB0-47A4-2B5177E6AC82}"/>
              </a:ext>
            </a:extLst>
          </p:cNvPr>
          <p:cNvGrpSpPr/>
          <p:nvPr/>
        </p:nvGrpSpPr>
        <p:grpSpPr>
          <a:xfrm>
            <a:off x="7618250" y="309327"/>
            <a:ext cx="870480" cy="358560"/>
            <a:chOff x="7618250" y="309327"/>
            <a:chExt cx="870480" cy="358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E3CDC679-6A13-C7F8-451B-90DC6BD0F1C4}"/>
                    </a:ext>
                  </a:extLst>
                </p14:cNvPr>
                <p14:cNvContentPartPr/>
                <p14:nvPr/>
              </p14:nvContentPartPr>
              <p14:xfrm>
                <a:off x="7618250" y="309327"/>
                <a:ext cx="870480" cy="35856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E3CDC679-6A13-C7F8-451B-90DC6BD0F1C4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7600610" y="291687"/>
                  <a:ext cx="906120" cy="39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F47F840C-5183-EA5B-64B3-660D5F8D64A6}"/>
                    </a:ext>
                  </a:extLst>
                </p14:cNvPr>
                <p14:cNvContentPartPr/>
                <p14:nvPr/>
              </p14:nvContentPartPr>
              <p14:xfrm>
                <a:off x="7762250" y="417327"/>
                <a:ext cx="157680" cy="1692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F47F840C-5183-EA5B-64B3-660D5F8D64A6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7744250" y="399687"/>
                  <a:ext cx="193320" cy="52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22E1C641-D46C-88A6-F37B-8634923D7A95}"/>
              </a:ext>
            </a:extLst>
          </p:cNvPr>
          <p:cNvGrpSpPr/>
          <p:nvPr/>
        </p:nvGrpSpPr>
        <p:grpSpPr>
          <a:xfrm>
            <a:off x="9208730" y="190167"/>
            <a:ext cx="1508400" cy="406080"/>
            <a:chOff x="9208730" y="190167"/>
            <a:chExt cx="1508400" cy="406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0FE3404C-3E67-90E5-5965-A3CD4B86E45F}"/>
                    </a:ext>
                  </a:extLst>
                </p14:cNvPr>
                <p14:cNvContentPartPr/>
                <p14:nvPr/>
              </p14:nvContentPartPr>
              <p14:xfrm>
                <a:off x="9208730" y="383847"/>
                <a:ext cx="335880" cy="17064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0FE3404C-3E67-90E5-5965-A3CD4B86E45F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9191090" y="365847"/>
                  <a:ext cx="37152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8BA87F0A-BF23-7FAE-BE0D-64652F1E4B7A}"/>
                    </a:ext>
                  </a:extLst>
                </p14:cNvPr>
                <p14:cNvContentPartPr/>
                <p14:nvPr/>
              </p14:nvContentPartPr>
              <p14:xfrm>
                <a:off x="9627770" y="219327"/>
                <a:ext cx="809280" cy="37692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8BA87F0A-BF23-7FAE-BE0D-64652F1E4B7A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9610130" y="201327"/>
                  <a:ext cx="844920" cy="41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103829CB-0733-1333-5EC2-496F949F4043}"/>
                    </a:ext>
                  </a:extLst>
                </p14:cNvPr>
                <p14:cNvContentPartPr/>
                <p14:nvPr/>
              </p14:nvContentPartPr>
              <p14:xfrm>
                <a:off x="10617050" y="415527"/>
                <a:ext cx="65160" cy="12636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103829CB-0733-1333-5EC2-496F949F4043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0599050" y="397527"/>
                  <a:ext cx="10080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372F7D52-BD6B-1D4E-C5CF-19321047FAA6}"/>
                    </a:ext>
                  </a:extLst>
                </p14:cNvPr>
                <p14:cNvContentPartPr/>
                <p14:nvPr/>
              </p14:nvContentPartPr>
              <p14:xfrm>
                <a:off x="10511570" y="370887"/>
                <a:ext cx="205560" cy="18540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372F7D52-BD6B-1D4E-C5CF-19321047FAA6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0493930" y="353247"/>
                  <a:ext cx="24120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55DE3352-D4C5-1F9F-C9D9-264BC44D6209}"/>
                    </a:ext>
                  </a:extLst>
                </p14:cNvPr>
                <p14:cNvContentPartPr/>
                <p14:nvPr/>
              </p14:nvContentPartPr>
              <p14:xfrm>
                <a:off x="10514810" y="233727"/>
                <a:ext cx="9000" cy="4824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55DE3352-D4C5-1F9F-C9D9-264BC44D6209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0496810" y="216087"/>
                  <a:ext cx="4464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2BC54577-4B12-62F3-3A37-C7AEE85CFA7B}"/>
                    </a:ext>
                  </a:extLst>
                </p14:cNvPr>
                <p14:cNvContentPartPr/>
                <p14:nvPr/>
              </p14:nvContentPartPr>
              <p14:xfrm>
                <a:off x="9777170" y="190167"/>
                <a:ext cx="395280" cy="1836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2BC54577-4B12-62F3-3A37-C7AEE85CFA7B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9759170" y="172527"/>
                  <a:ext cx="430920" cy="54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2D430178-FE4B-6B9D-46EC-07CCC64A0D61}"/>
              </a:ext>
            </a:extLst>
          </p:cNvPr>
          <p:cNvGrpSpPr/>
          <p:nvPr/>
        </p:nvGrpSpPr>
        <p:grpSpPr>
          <a:xfrm>
            <a:off x="2472410" y="1321647"/>
            <a:ext cx="1641960" cy="1726920"/>
            <a:chOff x="2472410" y="1321647"/>
            <a:chExt cx="1641960" cy="1726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F7216F66-C6B3-1F46-B1BE-9BFA16F6C472}"/>
                    </a:ext>
                  </a:extLst>
                </p14:cNvPr>
                <p14:cNvContentPartPr/>
                <p14:nvPr/>
              </p14:nvContentPartPr>
              <p14:xfrm>
                <a:off x="2472410" y="1321647"/>
                <a:ext cx="487080" cy="172692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F7216F66-C6B3-1F46-B1BE-9BFA16F6C472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2454410" y="1303647"/>
                  <a:ext cx="522720" cy="176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2AA72C26-5B66-0576-C847-F7AD2F5D8327}"/>
                    </a:ext>
                  </a:extLst>
                </p14:cNvPr>
                <p14:cNvContentPartPr/>
                <p14:nvPr/>
              </p14:nvContentPartPr>
              <p14:xfrm>
                <a:off x="3070730" y="1522167"/>
                <a:ext cx="336600" cy="22140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2AA72C26-5B66-0576-C847-F7AD2F5D8327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3053090" y="1504527"/>
                  <a:ext cx="372240" cy="25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D3F8352D-506A-4B21-BC0F-FE81BA03AD4D}"/>
                    </a:ext>
                  </a:extLst>
                </p14:cNvPr>
                <p14:cNvContentPartPr/>
                <p14:nvPr/>
              </p14:nvContentPartPr>
              <p14:xfrm>
                <a:off x="3596690" y="1505247"/>
                <a:ext cx="106200" cy="16884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D3F8352D-506A-4B21-BC0F-FE81BA03AD4D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3578690" y="1487607"/>
                  <a:ext cx="14184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668227AE-DEC5-47DF-F13E-C76C63D5BFFD}"/>
                    </a:ext>
                  </a:extLst>
                </p14:cNvPr>
                <p14:cNvContentPartPr/>
                <p14:nvPr/>
              </p14:nvContentPartPr>
              <p14:xfrm>
                <a:off x="3922130" y="1429287"/>
                <a:ext cx="160200" cy="23760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668227AE-DEC5-47DF-F13E-C76C63D5BFFD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3904130" y="1411287"/>
                  <a:ext cx="195840" cy="27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83E07E93-85D2-24F3-E5AC-E67B9381498F}"/>
                    </a:ext>
                  </a:extLst>
                </p14:cNvPr>
                <p14:cNvContentPartPr/>
                <p14:nvPr/>
              </p14:nvContentPartPr>
              <p14:xfrm>
                <a:off x="3152450" y="2124087"/>
                <a:ext cx="104760" cy="18216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83E07E93-85D2-24F3-E5AC-E67B9381498F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3134450" y="2106087"/>
                  <a:ext cx="14040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3BB339E7-E886-5657-E582-961086DDB3E8}"/>
                    </a:ext>
                  </a:extLst>
                </p14:cNvPr>
                <p14:cNvContentPartPr/>
                <p14:nvPr/>
              </p14:nvContentPartPr>
              <p14:xfrm>
                <a:off x="3388250" y="2134527"/>
                <a:ext cx="16560" cy="16092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3BB339E7-E886-5657-E582-961086DDB3E8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3370610" y="2116527"/>
                  <a:ext cx="5220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45DE53C1-874B-7228-CF9F-ED9EBFC9DD57}"/>
                    </a:ext>
                  </a:extLst>
                </p14:cNvPr>
                <p14:cNvContentPartPr/>
                <p14:nvPr/>
              </p14:nvContentPartPr>
              <p14:xfrm>
                <a:off x="3535850" y="2141727"/>
                <a:ext cx="159120" cy="13716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45DE53C1-874B-7228-CF9F-ED9EBFC9DD57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3518210" y="2123727"/>
                  <a:ext cx="19476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BAEC41A1-2816-27D5-AC26-825047B93CCD}"/>
                    </a:ext>
                  </a:extLst>
                </p14:cNvPr>
                <p14:cNvContentPartPr/>
                <p14:nvPr/>
              </p14:nvContentPartPr>
              <p14:xfrm>
                <a:off x="3921410" y="2007447"/>
                <a:ext cx="192960" cy="23364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BAEC41A1-2816-27D5-AC26-825047B93CCD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3903410" y="1989447"/>
                  <a:ext cx="228600" cy="26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5A46422D-BCCF-1A47-D14A-1898371C13E2}"/>
                    </a:ext>
                  </a:extLst>
                </p14:cNvPr>
                <p14:cNvContentPartPr/>
                <p14:nvPr/>
              </p14:nvContentPartPr>
              <p14:xfrm>
                <a:off x="3667970" y="1899087"/>
                <a:ext cx="63360" cy="756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5A46422D-BCCF-1A47-D14A-1898371C13E2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3649970" y="1881447"/>
                  <a:ext cx="9900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568AD0C7-8E26-C615-4504-D54E5B4CF031}"/>
                    </a:ext>
                  </a:extLst>
                </p14:cNvPr>
                <p14:cNvContentPartPr/>
                <p14:nvPr/>
              </p14:nvContentPartPr>
              <p14:xfrm>
                <a:off x="3362330" y="2620887"/>
                <a:ext cx="338400" cy="32904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568AD0C7-8E26-C615-4504-D54E5B4CF031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3344690" y="2603247"/>
                  <a:ext cx="374040" cy="364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C26C671D-817E-CE9C-11C0-A2D92A458E72}"/>
              </a:ext>
            </a:extLst>
          </p:cNvPr>
          <p:cNvGrpSpPr/>
          <p:nvPr/>
        </p:nvGrpSpPr>
        <p:grpSpPr>
          <a:xfrm>
            <a:off x="5075570" y="1228767"/>
            <a:ext cx="1276920" cy="311040"/>
            <a:chOff x="5075570" y="1228767"/>
            <a:chExt cx="1276920" cy="311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907BCDC5-90DD-6F0B-279C-6F48B88B37EB}"/>
                    </a:ext>
                  </a:extLst>
                </p14:cNvPr>
                <p14:cNvContentPartPr/>
                <p14:nvPr/>
              </p14:nvContentPartPr>
              <p14:xfrm>
                <a:off x="5075570" y="1435407"/>
                <a:ext cx="180360" cy="3672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907BCDC5-90DD-6F0B-279C-6F48B88B37EB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5057570" y="1417767"/>
                  <a:ext cx="21600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5DD9B8DF-B295-BEDE-E392-7BAA9F793765}"/>
                    </a:ext>
                  </a:extLst>
                </p14:cNvPr>
                <p14:cNvContentPartPr/>
                <p14:nvPr/>
              </p14:nvContentPartPr>
              <p14:xfrm>
                <a:off x="5374010" y="1355487"/>
                <a:ext cx="92160" cy="18432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5DD9B8DF-B295-BEDE-E392-7BAA9F793765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5356370" y="1337847"/>
                  <a:ext cx="127800" cy="21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08C6DCA6-7F21-02F7-C4AF-2D5D58F9154D}"/>
                    </a:ext>
                  </a:extLst>
                </p14:cNvPr>
                <p14:cNvContentPartPr/>
                <p14:nvPr/>
              </p14:nvContentPartPr>
              <p14:xfrm>
                <a:off x="5592890" y="1394367"/>
                <a:ext cx="24480" cy="14436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08C6DCA6-7F21-02F7-C4AF-2D5D58F9154D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5574890" y="1376727"/>
                  <a:ext cx="6012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F7545641-8DBB-313E-8D46-4A7C50D09D5F}"/>
                    </a:ext>
                  </a:extLst>
                </p14:cNvPr>
                <p14:cNvContentPartPr/>
                <p14:nvPr/>
              </p14:nvContentPartPr>
              <p14:xfrm>
                <a:off x="5656610" y="1228767"/>
                <a:ext cx="18360" cy="3240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F7545641-8DBB-313E-8D46-4A7C50D09D5F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5638610" y="1210767"/>
                  <a:ext cx="5400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C1188BB3-B397-83BB-257C-86F84FB91C8A}"/>
                    </a:ext>
                  </a:extLst>
                </p14:cNvPr>
                <p14:cNvContentPartPr/>
                <p14:nvPr/>
              </p14:nvContentPartPr>
              <p14:xfrm>
                <a:off x="5709170" y="1398687"/>
                <a:ext cx="152280" cy="13608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C1188BB3-B397-83BB-257C-86F84FB91C8A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5691170" y="1380687"/>
                  <a:ext cx="18792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F166F058-C68F-D37B-096C-6FB54D84F14D}"/>
                    </a:ext>
                  </a:extLst>
                </p14:cNvPr>
                <p14:cNvContentPartPr/>
                <p14:nvPr/>
              </p14:nvContentPartPr>
              <p14:xfrm>
                <a:off x="6088250" y="1235607"/>
                <a:ext cx="264240" cy="26640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F166F058-C68F-D37B-096C-6FB54D84F14D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6070610" y="1217607"/>
                  <a:ext cx="299880" cy="302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8739C5F4-AC21-0BE0-5502-87DF74CC3B04}"/>
              </a:ext>
            </a:extLst>
          </p:cNvPr>
          <p:cNvGrpSpPr/>
          <p:nvPr/>
        </p:nvGrpSpPr>
        <p:grpSpPr>
          <a:xfrm>
            <a:off x="5365010" y="1854447"/>
            <a:ext cx="860760" cy="311040"/>
            <a:chOff x="5365010" y="1854447"/>
            <a:chExt cx="860760" cy="311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BF2CC2F3-4590-7963-B4FF-88E7A86D2AA5}"/>
                    </a:ext>
                  </a:extLst>
                </p14:cNvPr>
                <p14:cNvContentPartPr/>
                <p14:nvPr/>
              </p14:nvContentPartPr>
              <p14:xfrm>
                <a:off x="5365010" y="1954167"/>
                <a:ext cx="458640" cy="21132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BF2CC2F3-4590-7963-B4FF-88E7A86D2AA5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5347010" y="1936527"/>
                  <a:ext cx="49428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8320137D-7B5D-C898-BC9E-8CF677A29075}"/>
                    </a:ext>
                  </a:extLst>
                </p14:cNvPr>
                <p14:cNvContentPartPr/>
                <p14:nvPr/>
              </p14:nvContentPartPr>
              <p14:xfrm>
                <a:off x="5987810" y="1854447"/>
                <a:ext cx="237960" cy="27108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8320137D-7B5D-C898-BC9E-8CF677A29075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5970170" y="1836807"/>
                  <a:ext cx="273600" cy="306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88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797877BF-CAFA-0023-9608-DD73474A6FBC}"/>
                  </a:ext>
                </a:extLst>
              </p14:cNvPr>
              <p14:cNvContentPartPr/>
              <p14:nvPr/>
            </p14:nvContentPartPr>
            <p14:xfrm>
              <a:off x="5527010" y="2471847"/>
              <a:ext cx="300960" cy="314640"/>
            </p14:xfrm>
          </p:contentPart>
        </mc:Choice>
        <mc:Fallback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797877BF-CAFA-0023-9608-DD73474A6FBC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5509370" y="2454207"/>
                <a:ext cx="336600" cy="350280"/>
              </a:xfrm>
              <a:prstGeom prst="rect">
                <a:avLst/>
              </a:prstGeom>
            </p:spPr>
          </p:pic>
        </mc:Fallback>
      </mc:AlternateContent>
      <p:grpSp>
        <p:nvGrpSpPr>
          <p:cNvPr id="58" name="Group 57">
            <a:extLst>
              <a:ext uri="{FF2B5EF4-FFF2-40B4-BE49-F238E27FC236}">
                <a16:creationId xmlns:a16="http://schemas.microsoft.com/office/drawing/2014/main" id="{ACD86DF8-C454-5C78-3C3C-61AA10C6B0FC}"/>
              </a:ext>
            </a:extLst>
          </p:cNvPr>
          <p:cNvGrpSpPr/>
          <p:nvPr/>
        </p:nvGrpSpPr>
        <p:grpSpPr>
          <a:xfrm>
            <a:off x="7326290" y="992967"/>
            <a:ext cx="876240" cy="1910160"/>
            <a:chOff x="7326290" y="992967"/>
            <a:chExt cx="876240" cy="1910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C24BD8D0-9971-43F2-5D6D-5225BEB538FD}"/>
                    </a:ext>
                  </a:extLst>
                </p14:cNvPr>
                <p14:cNvContentPartPr/>
                <p14:nvPr/>
              </p14:nvContentPartPr>
              <p14:xfrm>
                <a:off x="7382450" y="1213647"/>
                <a:ext cx="261000" cy="28440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C24BD8D0-9971-43F2-5D6D-5225BEB538FD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7364810" y="1196007"/>
                  <a:ext cx="296640" cy="32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A031AEE9-F1EC-5BC7-369D-D7D4C649445D}"/>
                    </a:ext>
                  </a:extLst>
                </p14:cNvPr>
                <p14:cNvContentPartPr/>
                <p14:nvPr/>
              </p14:nvContentPartPr>
              <p14:xfrm>
                <a:off x="7444010" y="1769127"/>
                <a:ext cx="181440" cy="22716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A031AEE9-F1EC-5BC7-369D-D7D4C649445D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7426370" y="1751487"/>
                  <a:ext cx="217080" cy="26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6F219575-60D5-456A-F89D-2D2381049F58}"/>
                    </a:ext>
                  </a:extLst>
                </p14:cNvPr>
                <p14:cNvContentPartPr/>
                <p14:nvPr/>
              </p14:nvContentPartPr>
              <p14:xfrm>
                <a:off x="7326290" y="2351967"/>
                <a:ext cx="58680" cy="27792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6F219575-60D5-456A-F89D-2D2381049F58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7308290" y="2333967"/>
                  <a:ext cx="94320" cy="31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CA25BADD-2C1D-D123-2238-392D1D4EEDCB}"/>
                    </a:ext>
                  </a:extLst>
                </p14:cNvPr>
                <p14:cNvContentPartPr/>
                <p14:nvPr/>
              </p14:nvContentPartPr>
              <p14:xfrm>
                <a:off x="7642370" y="992967"/>
                <a:ext cx="560160" cy="191016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CA25BADD-2C1D-D123-2238-392D1D4EEDCB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7624370" y="975327"/>
                  <a:ext cx="595800" cy="1945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98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683F3386-88AA-E3D6-A202-B1C377908988}"/>
                  </a:ext>
                </a:extLst>
              </p14:cNvPr>
              <p14:cNvContentPartPr/>
              <p14:nvPr/>
            </p14:nvContentPartPr>
            <p14:xfrm>
              <a:off x="529850" y="3672807"/>
              <a:ext cx="911160" cy="567360"/>
            </p14:xfrm>
          </p:contentPart>
        </mc:Choice>
        <mc:Fallback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683F3386-88AA-E3D6-A202-B1C377908988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511850" y="3654807"/>
                <a:ext cx="946800" cy="60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0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EA50536B-EF6F-2FD3-0217-1E2A3C85F845}"/>
                  </a:ext>
                </a:extLst>
              </p14:cNvPr>
              <p14:cNvContentPartPr/>
              <p14:nvPr/>
            </p14:nvContentPartPr>
            <p14:xfrm>
              <a:off x="1846730" y="3846687"/>
              <a:ext cx="3600" cy="4320"/>
            </p14:xfrm>
          </p:contentPart>
        </mc:Choice>
        <mc:Fallback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EA50536B-EF6F-2FD3-0217-1E2A3C85F845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1828730" y="3828687"/>
                <a:ext cx="39240" cy="39960"/>
              </a:xfrm>
              <a:prstGeom prst="rect">
                <a:avLst/>
              </a:prstGeom>
            </p:spPr>
          </p:pic>
        </mc:Fallback>
      </mc:AlternateContent>
      <p:grpSp>
        <p:nvGrpSpPr>
          <p:cNvPr id="72" name="Group 71">
            <a:extLst>
              <a:ext uri="{FF2B5EF4-FFF2-40B4-BE49-F238E27FC236}">
                <a16:creationId xmlns:a16="http://schemas.microsoft.com/office/drawing/2014/main" id="{A058599B-9D7F-B974-3608-76300A4A9F84}"/>
              </a:ext>
            </a:extLst>
          </p:cNvPr>
          <p:cNvGrpSpPr/>
          <p:nvPr/>
        </p:nvGrpSpPr>
        <p:grpSpPr>
          <a:xfrm>
            <a:off x="3297170" y="3588927"/>
            <a:ext cx="1946160" cy="1839960"/>
            <a:chOff x="3297170" y="3588927"/>
            <a:chExt cx="1946160" cy="1839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031976F4-945D-8831-2DAF-BDDA70130F14}"/>
                    </a:ext>
                  </a:extLst>
                </p14:cNvPr>
                <p14:cNvContentPartPr/>
                <p14:nvPr/>
              </p14:nvContentPartPr>
              <p14:xfrm>
                <a:off x="3297170" y="3612687"/>
                <a:ext cx="575640" cy="181620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031976F4-945D-8831-2DAF-BDDA70130F14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3279170" y="3595047"/>
                  <a:ext cx="611280" cy="18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75F2C8A6-4394-9BFF-570E-D8EE4745A74E}"/>
                    </a:ext>
                  </a:extLst>
                </p14:cNvPr>
                <p14:cNvContentPartPr/>
                <p14:nvPr/>
              </p14:nvContentPartPr>
              <p14:xfrm>
                <a:off x="4054610" y="3675687"/>
                <a:ext cx="366840" cy="24156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75F2C8A6-4394-9BFF-570E-D8EE4745A74E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4036610" y="3657687"/>
                  <a:ext cx="402480" cy="27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19F09C23-9333-3409-813D-0F75C7F9BCAF}"/>
                    </a:ext>
                  </a:extLst>
                </p14:cNvPr>
                <p14:cNvContentPartPr/>
                <p14:nvPr/>
              </p14:nvContentPartPr>
              <p14:xfrm>
                <a:off x="4516130" y="3693687"/>
                <a:ext cx="115920" cy="16272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19F09C23-9333-3409-813D-0F75C7F9BCAF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4498130" y="3676047"/>
                  <a:ext cx="15156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1D17C43C-2424-257D-E99D-D30F0F63906B}"/>
                    </a:ext>
                  </a:extLst>
                </p14:cNvPr>
                <p14:cNvContentPartPr/>
                <p14:nvPr/>
              </p14:nvContentPartPr>
              <p14:xfrm>
                <a:off x="4753010" y="3588927"/>
                <a:ext cx="198360" cy="27576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1D17C43C-2424-257D-E99D-D30F0F63906B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4735370" y="3571287"/>
                  <a:ext cx="234000" cy="31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F790C5A4-5299-0CA1-35F6-4781D5C2DC3C}"/>
                    </a:ext>
                  </a:extLst>
                </p14:cNvPr>
                <p14:cNvContentPartPr/>
                <p14:nvPr/>
              </p14:nvContentPartPr>
              <p14:xfrm>
                <a:off x="3979010" y="4478487"/>
                <a:ext cx="171360" cy="2340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F790C5A4-5299-0CA1-35F6-4781D5C2DC3C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3961010" y="4460847"/>
                  <a:ext cx="20700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C238BAF3-FAFE-8352-2DEE-EA78AD55E97F}"/>
                    </a:ext>
                  </a:extLst>
                </p14:cNvPr>
                <p14:cNvContentPartPr/>
                <p14:nvPr/>
              </p14:nvContentPartPr>
              <p14:xfrm>
                <a:off x="4231010" y="4402527"/>
                <a:ext cx="123480" cy="19836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C238BAF3-FAFE-8352-2DEE-EA78AD55E97F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4213010" y="4384527"/>
                  <a:ext cx="159120" cy="2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3B0F089B-C800-BC29-59EC-B55EE23BDE74}"/>
                    </a:ext>
                  </a:extLst>
                </p14:cNvPr>
                <p14:cNvContentPartPr/>
                <p14:nvPr/>
              </p14:nvContentPartPr>
              <p14:xfrm>
                <a:off x="4488770" y="4384167"/>
                <a:ext cx="28080" cy="17604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3B0F089B-C800-BC29-59EC-B55EE23BDE74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4471130" y="4366167"/>
                  <a:ext cx="6372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A0B5F28C-DC31-0D21-EF56-9C3639D78E77}"/>
                    </a:ext>
                  </a:extLst>
                </p14:cNvPr>
                <p14:cNvContentPartPr/>
                <p14:nvPr/>
              </p14:nvContentPartPr>
              <p14:xfrm>
                <a:off x="4661570" y="4375887"/>
                <a:ext cx="173880" cy="15840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A0B5F28C-DC31-0D21-EF56-9C3639D78E77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4643570" y="4357887"/>
                  <a:ext cx="20952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72998ACA-219D-D5C9-575D-D7482FDE12B2}"/>
                    </a:ext>
                  </a:extLst>
                </p14:cNvPr>
                <p14:cNvContentPartPr/>
                <p14:nvPr/>
              </p14:nvContentPartPr>
              <p14:xfrm>
                <a:off x="4956410" y="4227567"/>
                <a:ext cx="286920" cy="31860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72998ACA-219D-D5C9-575D-D7482FDE12B2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4938410" y="4209927"/>
                  <a:ext cx="322560" cy="35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084DA956-4882-E11D-0C93-DCB18F0BDB5D}"/>
                    </a:ext>
                  </a:extLst>
                </p14:cNvPr>
                <p14:cNvContentPartPr/>
                <p14:nvPr/>
              </p14:nvContentPartPr>
              <p14:xfrm>
                <a:off x="4501370" y="4227567"/>
                <a:ext cx="47880" cy="1080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084DA956-4882-E11D-0C93-DCB18F0BDB5D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4483730" y="4209567"/>
                  <a:ext cx="8352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8DB23A9B-EECD-7823-2C14-CE69D22C2662}"/>
                    </a:ext>
                  </a:extLst>
                </p14:cNvPr>
                <p14:cNvContentPartPr/>
                <p14:nvPr/>
              </p14:nvContentPartPr>
              <p14:xfrm>
                <a:off x="4591010" y="4871247"/>
                <a:ext cx="301320" cy="35496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8DB23A9B-EECD-7823-2C14-CE69D22C2662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4573370" y="4853247"/>
                  <a:ext cx="336960" cy="390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1BD78556-AAD5-ABA9-575E-A6571744FD01}"/>
              </a:ext>
            </a:extLst>
          </p:cNvPr>
          <p:cNvGrpSpPr/>
          <p:nvPr/>
        </p:nvGrpSpPr>
        <p:grpSpPr>
          <a:xfrm>
            <a:off x="6402170" y="3329367"/>
            <a:ext cx="1023120" cy="310680"/>
            <a:chOff x="6402170" y="3329367"/>
            <a:chExt cx="1023120" cy="310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AE195B98-0D30-9C16-7EBF-AA9CFBFF3012}"/>
                    </a:ext>
                  </a:extLst>
                </p14:cNvPr>
                <p14:cNvContentPartPr/>
                <p14:nvPr/>
              </p14:nvContentPartPr>
              <p14:xfrm>
                <a:off x="6402170" y="3441687"/>
                <a:ext cx="111600" cy="17640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AE195B98-0D30-9C16-7EBF-AA9CFBFF3012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6384170" y="3424047"/>
                  <a:ext cx="147240" cy="21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81B0A818-944D-B6E7-20F6-87F516627203}"/>
                    </a:ext>
                  </a:extLst>
                </p14:cNvPr>
                <p14:cNvContentPartPr/>
                <p14:nvPr/>
              </p14:nvContentPartPr>
              <p14:xfrm>
                <a:off x="6710330" y="3460767"/>
                <a:ext cx="25200" cy="14976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81B0A818-944D-B6E7-20F6-87F516627203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6692690" y="3442767"/>
                  <a:ext cx="6084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CA2F3656-568D-9C60-9261-022C5EF194F3}"/>
                    </a:ext>
                  </a:extLst>
                </p14:cNvPr>
                <p14:cNvContentPartPr/>
                <p14:nvPr/>
              </p14:nvContentPartPr>
              <p14:xfrm>
                <a:off x="6763610" y="3334407"/>
                <a:ext cx="3960" cy="2520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CA2F3656-568D-9C60-9261-022C5EF194F3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6745970" y="3316767"/>
                  <a:ext cx="3960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28568AD1-AF09-8301-D532-BBB0C5F4D00E}"/>
                    </a:ext>
                  </a:extLst>
                </p14:cNvPr>
                <p14:cNvContentPartPr/>
                <p14:nvPr/>
              </p14:nvContentPartPr>
              <p14:xfrm>
                <a:off x="6866930" y="3465087"/>
                <a:ext cx="164160" cy="14076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28568AD1-AF09-8301-D532-BBB0C5F4D00E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6849290" y="3447447"/>
                  <a:ext cx="19980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8A45B983-4C0C-8A1D-054F-9D7EEE173EC5}"/>
                    </a:ext>
                  </a:extLst>
                </p14:cNvPr>
                <p14:cNvContentPartPr/>
                <p14:nvPr/>
              </p14:nvContentPartPr>
              <p14:xfrm>
                <a:off x="7202090" y="3329367"/>
                <a:ext cx="223200" cy="31068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8A45B983-4C0C-8A1D-054F-9D7EEE173EC5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7184090" y="3311727"/>
                  <a:ext cx="258840" cy="346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3EAEE805-6CA2-36C6-D14D-77B88C71C208}"/>
              </a:ext>
            </a:extLst>
          </p:cNvPr>
          <p:cNvGrpSpPr/>
          <p:nvPr/>
        </p:nvGrpSpPr>
        <p:grpSpPr>
          <a:xfrm>
            <a:off x="6685850" y="4035327"/>
            <a:ext cx="805680" cy="325080"/>
            <a:chOff x="6685850" y="4035327"/>
            <a:chExt cx="805680" cy="325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62D51B6E-FE5A-D1F1-7A09-2BE8E86A5C83}"/>
                    </a:ext>
                  </a:extLst>
                </p14:cNvPr>
                <p14:cNvContentPartPr/>
                <p14:nvPr/>
              </p14:nvContentPartPr>
              <p14:xfrm>
                <a:off x="6685850" y="4177527"/>
                <a:ext cx="126720" cy="18288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62D51B6E-FE5A-D1F1-7A09-2BE8E86A5C83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6667850" y="4159527"/>
                  <a:ext cx="16236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447DD544-2688-7320-6B4A-67BC0C07D49D}"/>
                    </a:ext>
                  </a:extLst>
                </p14:cNvPr>
                <p14:cNvContentPartPr/>
                <p14:nvPr/>
              </p14:nvContentPartPr>
              <p14:xfrm>
                <a:off x="6843890" y="4139367"/>
                <a:ext cx="140760" cy="18612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447DD544-2688-7320-6B4A-67BC0C07D49D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6825890" y="4121727"/>
                  <a:ext cx="17640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761B1564-9929-7444-CC6B-68E4C0114D62}"/>
                    </a:ext>
                  </a:extLst>
                </p14:cNvPr>
                <p14:cNvContentPartPr/>
                <p14:nvPr/>
              </p14:nvContentPartPr>
              <p14:xfrm>
                <a:off x="7095890" y="4153407"/>
                <a:ext cx="101160" cy="15444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761B1564-9929-7444-CC6B-68E4C0114D62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7078250" y="4135407"/>
                  <a:ext cx="13680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DABFBA39-95A6-A899-2B44-8B0BFA7F0459}"/>
                    </a:ext>
                  </a:extLst>
                </p14:cNvPr>
                <p14:cNvContentPartPr/>
                <p14:nvPr/>
              </p14:nvContentPartPr>
              <p14:xfrm>
                <a:off x="7260770" y="4035327"/>
                <a:ext cx="230760" cy="29628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DABFBA39-95A6-A899-2B44-8B0BFA7F0459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7243130" y="4017687"/>
                  <a:ext cx="266400" cy="331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42">
            <p14:nvContentPartPr>
              <p14:cNvPr id="84" name="Ink 83">
                <a:extLst>
                  <a:ext uri="{FF2B5EF4-FFF2-40B4-BE49-F238E27FC236}">
                    <a16:creationId xmlns:a16="http://schemas.microsoft.com/office/drawing/2014/main" id="{A9371C7F-0BBB-247B-9541-42B0A93B8984}"/>
                  </a:ext>
                </a:extLst>
              </p14:cNvPr>
              <p14:cNvContentPartPr/>
              <p14:nvPr/>
            </p14:nvContentPartPr>
            <p14:xfrm>
              <a:off x="6913730" y="4696647"/>
              <a:ext cx="276480" cy="285120"/>
            </p14:xfrm>
          </p:contentPart>
        </mc:Choice>
        <mc:Fallback>
          <p:pic>
            <p:nvPicPr>
              <p:cNvPr id="84" name="Ink 83">
                <a:extLst>
                  <a:ext uri="{FF2B5EF4-FFF2-40B4-BE49-F238E27FC236}">
                    <a16:creationId xmlns:a16="http://schemas.microsoft.com/office/drawing/2014/main" id="{A9371C7F-0BBB-247B-9541-42B0A93B8984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6895730" y="4679007"/>
                <a:ext cx="312120" cy="320760"/>
              </a:xfrm>
              <a:prstGeom prst="rect">
                <a:avLst/>
              </a:prstGeom>
            </p:spPr>
          </p:pic>
        </mc:Fallback>
      </mc:AlternateContent>
      <p:grpSp>
        <p:nvGrpSpPr>
          <p:cNvPr id="89" name="Group 88">
            <a:extLst>
              <a:ext uri="{FF2B5EF4-FFF2-40B4-BE49-F238E27FC236}">
                <a16:creationId xmlns:a16="http://schemas.microsoft.com/office/drawing/2014/main" id="{DFBE539C-5567-8B73-2993-FD0A7AB2BD59}"/>
              </a:ext>
            </a:extLst>
          </p:cNvPr>
          <p:cNvGrpSpPr/>
          <p:nvPr/>
        </p:nvGrpSpPr>
        <p:grpSpPr>
          <a:xfrm>
            <a:off x="8423570" y="3185007"/>
            <a:ext cx="785880" cy="2030040"/>
            <a:chOff x="8423570" y="3185007"/>
            <a:chExt cx="785880" cy="2030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A53ADA09-8BBA-FDA6-E045-5E12D30557D9}"/>
                    </a:ext>
                  </a:extLst>
                </p14:cNvPr>
                <p14:cNvContentPartPr/>
                <p14:nvPr/>
              </p14:nvContentPartPr>
              <p14:xfrm>
                <a:off x="8423570" y="3367887"/>
                <a:ext cx="253800" cy="28404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A53ADA09-8BBA-FDA6-E045-5E12D30557D9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8405570" y="3350247"/>
                  <a:ext cx="289440" cy="31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61610FE5-19F4-F7F8-1407-DE868BA76657}"/>
                    </a:ext>
                  </a:extLst>
                </p14:cNvPr>
                <p14:cNvContentPartPr/>
                <p14:nvPr/>
              </p14:nvContentPartPr>
              <p14:xfrm>
                <a:off x="8436890" y="3901047"/>
                <a:ext cx="292320" cy="27432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61610FE5-19F4-F7F8-1407-DE868BA76657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8419250" y="3883047"/>
                  <a:ext cx="327960" cy="30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5DA64E0C-8590-9C47-778A-E21EDC89D765}"/>
                    </a:ext>
                  </a:extLst>
                </p14:cNvPr>
                <p14:cNvContentPartPr/>
                <p14:nvPr/>
              </p14:nvContentPartPr>
              <p14:xfrm>
                <a:off x="8431130" y="4568487"/>
                <a:ext cx="34920" cy="30852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5DA64E0C-8590-9C47-778A-E21EDC89D765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8413130" y="4550847"/>
                  <a:ext cx="70560" cy="34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E338DFB9-5394-6DF4-C025-2D72109979CC}"/>
                    </a:ext>
                  </a:extLst>
                </p14:cNvPr>
                <p14:cNvContentPartPr/>
                <p14:nvPr/>
              </p14:nvContentPartPr>
              <p14:xfrm>
                <a:off x="8582690" y="3185007"/>
                <a:ext cx="626760" cy="203004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E338DFB9-5394-6DF4-C025-2D72109979CC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8564690" y="3167367"/>
                  <a:ext cx="662400" cy="20656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3108937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658C8601-F140-00BF-D71F-B3822FA94D8D}"/>
              </a:ext>
            </a:extLst>
          </p:cNvPr>
          <p:cNvGrpSpPr/>
          <p:nvPr/>
        </p:nvGrpSpPr>
        <p:grpSpPr>
          <a:xfrm>
            <a:off x="184610" y="370167"/>
            <a:ext cx="1774800" cy="326880"/>
            <a:chOff x="184610" y="370167"/>
            <a:chExt cx="1774800" cy="326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2A6D319E-8CE5-6A66-2648-115513DA2426}"/>
                    </a:ext>
                  </a:extLst>
                </p14:cNvPr>
                <p14:cNvContentPartPr/>
                <p14:nvPr/>
              </p14:nvContentPartPr>
              <p14:xfrm>
                <a:off x="184610" y="370167"/>
                <a:ext cx="259560" cy="30348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2A6D319E-8CE5-6A66-2648-115513DA2426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66610" y="352527"/>
                  <a:ext cx="295200" cy="33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38BBBE2A-95CB-D5BB-56CB-4E1448DE4BA0}"/>
                    </a:ext>
                  </a:extLst>
                </p14:cNvPr>
                <p14:cNvContentPartPr/>
                <p14:nvPr/>
              </p14:nvContentPartPr>
              <p14:xfrm>
                <a:off x="494570" y="415167"/>
                <a:ext cx="158040" cy="27792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38BBBE2A-95CB-D5BB-56CB-4E1448DE4BA0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76930" y="397167"/>
                  <a:ext cx="193680" cy="31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128C3456-6B9E-C854-6072-79E9D224DACB}"/>
                    </a:ext>
                  </a:extLst>
                </p14:cNvPr>
                <p14:cNvContentPartPr/>
                <p14:nvPr/>
              </p14:nvContentPartPr>
              <p14:xfrm>
                <a:off x="726410" y="563127"/>
                <a:ext cx="141840" cy="12996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128C3456-6B9E-C854-6072-79E9D224DACB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708410" y="545127"/>
                  <a:ext cx="17748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E31BFF92-A8D3-3129-EF9C-E8C53F70EB8A}"/>
                    </a:ext>
                  </a:extLst>
                </p14:cNvPr>
                <p14:cNvContentPartPr/>
                <p14:nvPr/>
              </p14:nvContentPartPr>
              <p14:xfrm>
                <a:off x="936290" y="507327"/>
                <a:ext cx="151200" cy="17172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E31BFF92-A8D3-3129-EF9C-E8C53F70EB8A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918650" y="489687"/>
                  <a:ext cx="18684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ABFDE0E7-D7A9-929F-F21E-6C9457D27EC1}"/>
                    </a:ext>
                  </a:extLst>
                </p14:cNvPr>
                <p14:cNvContentPartPr/>
                <p14:nvPr/>
              </p14:nvContentPartPr>
              <p14:xfrm>
                <a:off x="1121690" y="540087"/>
                <a:ext cx="100440" cy="14976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ABFDE0E7-D7A9-929F-F21E-6C9457D27EC1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104050" y="522087"/>
                  <a:ext cx="13608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0B957252-EB40-7C3E-6B49-22A81FDE3F01}"/>
                    </a:ext>
                  </a:extLst>
                </p14:cNvPr>
                <p14:cNvContentPartPr/>
                <p14:nvPr/>
              </p14:nvContentPartPr>
              <p14:xfrm>
                <a:off x="1239050" y="537927"/>
                <a:ext cx="498600" cy="15912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0B957252-EB40-7C3E-6B49-22A81FDE3F01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221410" y="519927"/>
                  <a:ext cx="53424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34068FD7-2C5E-382A-191C-5E646BB3830C}"/>
                    </a:ext>
                  </a:extLst>
                </p14:cNvPr>
                <p14:cNvContentPartPr/>
                <p14:nvPr/>
              </p14:nvContentPartPr>
              <p14:xfrm>
                <a:off x="1941770" y="456567"/>
                <a:ext cx="17640" cy="2160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34068FD7-2C5E-382A-191C-5E646BB3830C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924130" y="438927"/>
                  <a:ext cx="5328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653B3BF2-EA2F-A321-72A3-AE69ABFA7FA1}"/>
                    </a:ext>
                  </a:extLst>
                </p14:cNvPr>
                <p14:cNvContentPartPr/>
                <p14:nvPr/>
              </p14:nvContentPartPr>
              <p14:xfrm>
                <a:off x="1812890" y="666087"/>
                <a:ext cx="23040" cy="2628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653B3BF2-EA2F-A321-72A3-AE69ABFA7FA1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795250" y="648447"/>
                  <a:ext cx="58680" cy="61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6" name="Group 165">
            <a:extLst>
              <a:ext uri="{FF2B5EF4-FFF2-40B4-BE49-F238E27FC236}">
                <a16:creationId xmlns:a16="http://schemas.microsoft.com/office/drawing/2014/main" id="{7BF5CA83-1E35-6C79-026B-42AEF9E3C981}"/>
              </a:ext>
            </a:extLst>
          </p:cNvPr>
          <p:cNvGrpSpPr/>
          <p:nvPr/>
        </p:nvGrpSpPr>
        <p:grpSpPr>
          <a:xfrm>
            <a:off x="321770" y="1092327"/>
            <a:ext cx="11664720" cy="3764160"/>
            <a:chOff x="321770" y="1092327"/>
            <a:chExt cx="11664720" cy="3764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5411C31A-E74B-A914-E177-298DF60C0AA0}"/>
                    </a:ext>
                  </a:extLst>
                </p14:cNvPr>
                <p14:cNvContentPartPr/>
                <p14:nvPr/>
              </p14:nvContentPartPr>
              <p14:xfrm>
                <a:off x="342650" y="1186647"/>
                <a:ext cx="54000" cy="22104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5411C31A-E74B-A914-E177-298DF60C0AA0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25010" y="1169007"/>
                  <a:ext cx="89640" cy="25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9F86D248-7BEF-4FC7-18DD-533C4283D083}"/>
                    </a:ext>
                  </a:extLst>
                </p14:cNvPr>
                <p14:cNvContentPartPr/>
                <p14:nvPr/>
              </p14:nvContentPartPr>
              <p14:xfrm>
                <a:off x="490970" y="1255407"/>
                <a:ext cx="11880" cy="3204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9F86D248-7BEF-4FC7-18DD-533C4283D083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72970" y="1237407"/>
                  <a:ext cx="4752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0F9906F5-2C0E-70BD-274F-6632F8BAB619}"/>
                    </a:ext>
                  </a:extLst>
                </p14:cNvPr>
                <p14:cNvContentPartPr/>
                <p14:nvPr/>
              </p14:nvContentPartPr>
              <p14:xfrm>
                <a:off x="1304210" y="1113207"/>
                <a:ext cx="196560" cy="33012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0F9906F5-2C0E-70BD-274F-6632F8BAB619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286210" y="1095567"/>
                  <a:ext cx="232200" cy="36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92FA53BB-3214-D443-E00C-6B8C9D7163C7}"/>
                    </a:ext>
                  </a:extLst>
                </p14:cNvPr>
                <p14:cNvContentPartPr/>
                <p14:nvPr/>
              </p14:nvContentPartPr>
              <p14:xfrm>
                <a:off x="1600490" y="1272687"/>
                <a:ext cx="210600" cy="15444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92FA53BB-3214-D443-E00C-6B8C9D7163C7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582490" y="1255047"/>
                  <a:ext cx="24624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189E630C-616A-18E3-060A-AB55826A126F}"/>
                    </a:ext>
                  </a:extLst>
                </p14:cNvPr>
                <p14:cNvContentPartPr/>
                <p14:nvPr/>
              </p14:nvContentPartPr>
              <p14:xfrm>
                <a:off x="1933490" y="1260807"/>
                <a:ext cx="52200" cy="12672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189E630C-616A-18E3-060A-AB55826A126F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915850" y="1243167"/>
                  <a:ext cx="8784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1121756E-6970-28D9-39BA-C40DE98A9249}"/>
                    </a:ext>
                  </a:extLst>
                </p14:cNvPr>
                <p14:cNvContentPartPr/>
                <p14:nvPr/>
              </p14:nvContentPartPr>
              <p14:xfrm>
                <a:off x="1994690" y="1130487"/>
                <a:ext cx="22320" cy="2196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1121756E-6970-28D9-39BA-C40DE98A9249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977050" y="1112487"/>
                  <a:ext cx="5796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F3918D52-3F5C-71D7-4FEA-6F7DDA5E4FDB}"/>
                    </a:ext>
                  </a:extLst>
                </p14:cNvPr>
                <p14:cNvContentPartPr/>
                <p14:nvPr/>
              </p14:nvContentPartPr>
              <p14:xfrm>
                <a:off x="2069930" y="1225527"/>
                <a:ext cx="110880" cy="16524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F3918D52-3F5C-71D7-4FEA-6F7DDA5E4FDB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051930" y="1207527"/>
                  <a:ext cx="14652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04ABDAD7-B887-D301-E15E-EB27057CD521}"/>
                    </a:ext>
                  </a:extLst>
                </p14:cNvPr>
                <p14:cNvContentPartPr/>
                <p14:nvPr/>
              </p14:nvContentPartPr>
              <p14:xfrm>
                <a:off x="2269010" y="1094847"/>
                <a:ext cx="79560" cy="33300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04ABDAD7-B887-D301-E15E-EB27057CD521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2251370" y="1077207"/>
                  <a:ext cx="115200" cy="36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C309178B-01B0-26A3-D604-8F78351A207A}"/>
                    </a:ext>
                  </a:extLst>
                </p14:cNvPr>
                <p14:cNvContentPartPr/>
                <p14:nvPr/>
              </p14:nvContentPartPr>
              <p14:xfrm>
                <a:off x="2294570" y="1129407"/>
                <a:ext cx="114120" cy="2376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C309178B-01B0-26A3-D604-8F78351A207A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2276570" y="1111407"/>
                  <a:ext cx="14976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CDF923B8-7FD4-9D90-7CA6-8757CC86F02D}"/>
                    </a:ext>
                  </a:extLst>
                </p14:cNvPr>
                <p14:cNvContentPartPr/>
                <p14:nvPr/>
              </p14:nvContentPartPr>
              <p14:xfrm>
                <a:off x="2422370" y="1253607"/>
                <a:ext cx="165240" cy="13392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CDF923B8-7FD4-9D90-7CA6-8757CC86F02D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2404730" y="1235607"/>
                  <a:ext cx="20088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6E05DB88-BF00-84A5-FB34-AF2BD2D2E8F0}"/>
                    </a:ext>
                  </a:extLst>
                </p14:cNvPr>
                <p14:cNvContentPartPr/>
                <p14:nvPr/>
              </p14:nvContentPartPr>
              <p14:xfrm>
                <a:off x="2611010" y="1261527"/>
                <a:ext cx="189000" cy="14256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6E05DB88-BF00-84A5-FB34-AF2BD2D2E8F0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2593370" y="1243527"/>
                  <a:ext cx="22464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719AF43E-5FB6-0A9F-E0F3-3E884F03FDD4}"/>
                    </a:ext>
                  </a:extLst>
                </p14:cNvPr>
                <p14:cNvContentPartPr/>
                <p14:nvPr/>
              </p14:nvContentPartPr>
              <p14:xfrm>
                <a:off x="2853650" y="1275927"/>
                <a:ext cx="356760" cy="16812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719AF43E-5FB6-0A9F-E0F3-3E884F03FDD4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2835650" y="1257927"/>
                  <a:ext cx="39240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B10EE4B2-7519-7137-E287-1795DA9299F1}"/>
                    </a:ext>
                  </a:extLst>
                </p14:cNvPr>
                <p14:cNvContentPartPr/>
                <p14:nvPr/>
              </p14:nvContentPartPr>
              <p14:xfrm>
                <a:off x="3794330" y="1178727"/>
                <a:ext cx="425160" cy="66564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B10EE4B2-7519-7137-E287-1795DA9299F1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776690" y="1160727"/>
                  <a:ext cx="460800" cy="70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FB96C492-EDEE-8059-C12F-AD40D879C7CB}"/>
                    </a:ext>
                  </a:extLst>
                </p14:cNvPr>
                <p14:cNvContentPartPr/>
                <p14:nvPr/>
              </p14:nvContentPartPr>
              <p14:xfrm>
                <a:off x="4858850" y="1092327"/>
                <a:ext cx="752040" cy="31428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FB96C492-EDEE-8059-C12F-AD40D879C7CB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841210" y="1074687"/>
                  <a:ext cx="787680" cy="34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E51BC663-574C-07AB-7356-BCAEC628CCE0}"/>
                    </a:ext>
                  </a:extLst>
                </p14:cNvPr>
                <p14:cNvContentPartPr/>
                <p14:nvPr/>
              </p14:nvContentPartPr>
              <p14:xfrm>
                <a:off x="5141810" y="1182327"/>
                <a:ext cx="116640" cy="612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E51BC663-574C-07AB-7356-BCAEC628CCE0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124170" y="1164687"/>
                  <a:ext cx="15228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4FE2EE32-F1EE-281D-68BE-8E0E88F79F25}"/>
                    </a:ext>
                  </a:extLst>
                </p14:cNvPr>
                <p14:cNvContentPartPr/>
                <p14:nvPr/>
              </p14:nvContentPartPr>
              <p14:xfrm>
                <a:off x="6179690" y="1280607"/>
                <a:ext cx="26280" cy="13212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4FE2EE32-F1EE-281D-68BE-8E0E88F79F25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6162050" y="1262607"/>
                  <a:ext cx="6192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DCFF7C87-1C49-B757-35B3-132CFEF5C27A}"/>
                    </a:ext>
                  </a:extLst>
                </p14:cNvPr>
                <p14:cNvContentPartPr/>
                <p14:nvPr/>
              </p14:nvContentPartPr>
              <p14:xfrm>
                <a:off x="6257810" y="1130487"/>
                <a:ext cx="10800" cy="5724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DCFF7C87-1C49-B757-35B3-132CFEF5C27A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6240170" y="1112847"/>
                  <a:ext cx="4644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65949E58-3556-E78E-11BA-24D6AF743D0F}"/>
                    </a:ext>
                  </a:extLst>
                </p14:cNvPr>
                <p14:cNvContentPartPr/>
                <p14:nvPr/>
              </p14:nvContentPartPr>
              <p14:xfrm>
                <a:off x="6359690" y="1252527"/>
                <a:ext cx="189000" cy="17424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65949E58-3556-E78E-11BA-24D6AF743D0F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342050" y="1234527"/>
                  <a:ext cx="22464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DA4E9CF2-F34E-8BDD-125A-D97D8B260BE4}"/>
                    </a:ext>
                  </a:extLst>
                </p14:cNvPr>
                <p14:cNvContentPartPr/>
                <p14:nvPr/>
              </p14:nvContentPartPr>
              <p14:xfrm>
                <a:off x="6659210" y="1252887"/>
                <a:ext cx="772200" cy="16884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DA4E9CF2-F34E-8BDD-125A-D97D8B260BE4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6641210" y="1235247"/>
                  <a:ext cx="80784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CCC7E61F-84E3-F7A3-73E6-19E97BFA54AB}"/>
                    </a:ext>
                  </a:extLst>
                </p14:cNvPr>
                <p14:cNvContentPartPr/>
                <p14:nvPr/>
              </p14:nvContentPartPr>
              <p14:xfrm>
                <a:off x="7506650" y="1257207"/>
                <a:ext cx="114120" cy="17136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CCC7E61F-84E3-F7A3-73E6-19E97BFA54AB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7488650" y="1239567"/>
                  <a:ext cx="14976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91239C9D-C889-7B0E-2BBF-D43418E3BA3E}"/>
                    </a:ext>
                  </a:extLst>
                </p14:cNvPr>
                <p14:cNvContentPartPr/>
                <p14:nvPr/>
              </p14:nvContentPartPr>
              <p14:xfrm>
                <a:off x="7701050" y="1247487"/>
                <a:ext cx="152640" cy="15624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91239C9D-C889-7B0E-2BBF-D43418E3BA3E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7683410" y="1229847"/>
                  <a:ext cx="18828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F352F8B3-575D-57AB-647F-DF1CC8E278E8}"/>
                    </a:ext>
                  </a:extLst>
                </p14:cNvPr>
                <p14:cNvContentPartPr/>
                <p14:nvPr/>
              </p14:nvContentPartPr>
              <p14:xfrm>
                <a:off x="8215490" y="1193487"/>
                <a:ext cx="16920" cy="2988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F352F8B3-575D-57AB-647F-DF1CC8E278E8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8197490" y="1175847"/>
                  <a:ext cx="5256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32E7D045-E923-9BD1-4ABA-117F78F08A09}"/>
                    </a:ext>
                  </a:extLst>
                </p14:cNvPr>
                <p14:cNvContentPartPr/>
                <p14:nvPr/>
              </p14:nvContentPartPr>
              <p14:xfrm>
                <a:off x="8186330" y="1379247"/>
                <a:ext cx="9720" cy="1404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32E7D045-E923-9BD1-4ABA-117F78F08A09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8168690" y="1361247"/>
                  <a:ext cx="4536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09FA90D3-38DC-A7A4-8508-68DE1ABE9DC8}"/>
                    </a:ext>
                  </a:extLst>
                </p14:cNvPr>
                <p14:cNvContentPartPr/>
                <p14:nvPr/>
              </p14:nvContentPartPr>
              <p14:xfrm>
                <a:off x="376490" y="1818807"/>
                <a:ext cx="404640" cy="38844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09FA90D3-38DC-A7A4-8508-68DE1ABE9DC8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358850" y="1801167"/>
                  <a:ext cx="440280" cy="42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942538C7-BDE1-00CB-530B-6F4DF576E199}"/>
                    </a:ext>
                  </a:extLst>
                </p14:cNvPr>
                <p14:cNvContentPartPr/>
                <p14:nvPr/>
              </p14:nvContentPartPr>
              <p14:xfrm>
                <a:off x="776450" y="1905207"/>
                <a:ext cx="452520" cy="33336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942538C7-BDE1-00CB-530B-6F4DF576E199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758810" y="1887207"/>
                  <a:ext cx="488160" cy="36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B4F17579-235A-DD99-3D03-1AA86CE26059}"/>
                    </a:ext>
                  </a:extLst>
                </p14:cNvPr>
                <p14:cNvContentPartPr/>
                <p14:nvPr/>
              </p14:nvContentPartPr>
              <p14:xfrm>
                <a:off x="1922330" y="2052087"/>
                <a:ext cx="215640" cy="16272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B4F17579-235A-DD99-3D03-1AA86CE26059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904690" y="2034087"/>
                  <a:ext cx="25128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B131A496-C80E-115E-FAB2-B5F40D0F1546}"/>
                    </a:ext>
                  </a:extLst>
                </p14:cNvPr>
                <p14:cNvContentPartPr/>
                <p14:nvPr/>
              </p14:nvContentPartPr>
              <p14:xfrm>
                <a:off x="2194850" y="2058567"/>
                <a:ext cx="155880" cy="18144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B131A496-C80E-115E-FAB2-B5F40D0F1546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2176850" y="2040927"/>
                  <a:ext cx="19152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557F6907-1277-11C8-AC6A-E1F7FCC46D7A}"/>
                    </a:ext>
                  </a:extLst>
                </p14:cNvPr>
                <p14:cNvContentPartPr/>
                <p14:nvPr/>
              </p14:nvContentPartPr>
              <p14:xfrm>
                <a:off x="2413010" y="2040207"/>
                <a:ext cx="129960" cy="17964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557F6907-1277-11C8-AC6A-E1F7FCC46D7A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2395370" y="2022207"/>
                  <a:ext cx="16560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84DA47FF-FD0D-9572-5B39-2B9B6C898FC5}"/>
                    </a:ext>
                  </a:extLst>
                </p14:cNvPr>
                <p14:cNvContentPartPr/>
                <p14:nvPr/>
              </p14:nvContentPartPr>
              <p14:xfrm>
                <a:off x="2591570" y="2065767"/>
                <a:ext cx="223560" cy="16164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84DA47FF-FD0D-9572-5B39-2B9B6C898FC5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2573930" y="2048127"/>
                  <a:ext cx="25920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B387F823-8C8C-A476-62C3-B104D10F9C09}"/>
                    </a:ext>
                  </a:extLst>
                </p14:cNvPr>
                <p14:cNvContentPartPr/>
                <p14:nvPr/>
              </p14:nvContentPartPr>
              <p14:xfrm>
                <a:off x="2836010" y="2015727"/>
                <a:ext cx="307080" cy="20772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B387F823-8C8C-A476-62C3-B104D10F9C09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2818370" y="1998087"/>
                  <a:ext cx="342720" cy="24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161AF6C8-1DCB-DD17-60E3-6908FCB2A45F}"/>
                    </a:ext>
                  </a:extLst>
                </p14:cNvPr>
                <p14:cNvContentPartPr/>
                <p14:nvPr/>
              </p14:nvContentPartPr>
              <p14:xfrm>
                <a:off x="3170450" y="2047407"/>
                <a:ext cx="193320" cy="18504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161AF6C8-1DCB-DD17-60E3-6908FCB2A45F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3152810" y="2029767"/>
                  <a:ext cx="22896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6C282800-518E-016D-12E5-65415BF8A338}"/>
                    </a:ext>
                  </a:extLst>
                </p14:cNvPr>
                <p14:cNvContentPartPr/>
                <p14:nvPr/>
              </p14:nvContentPartPr>
              <p14:xfrm>
                <a:off x="3456650" y="2036607"/>
                <a:ext cx="359280" cy="62388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6C282800-518E-016D-12E5-65415BF8A338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3438650" y="2018967"/>
                  <a:ext cx="394920" cy="65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6DCB0309-2A9C-52AE-F711-42F8EC7194C0}"/>
                    </a:ext>
                  </a:extLst>
                </p14:cNvPr>
                <p14:cNvContentPartPr/>
                <p14:nvPr/>
              </p14:nvContentPartPr>
              <p14:xfrm>
                <a:off x="4450610" y="2037687"/>
                <a:ext cx="197640" cy="19476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6DCB0309-2A9C-52AE-F711-42F8EC7194C0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4432970" y="2019687"/>
                  <a:ext cx="23328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1257BD2C-0022-3171-AAC2-940F89D2584C}"/>
                    </a:ext>
                  </a:extLst>
                </p14:cNvPr>
                <p14:cNvContentPartPr/>
                <p14:nvPr/>
              </p14:nvContentPartPr>
              <p14:xfrm>
                <a:off x="4726730" y="2065407"/>
                <a:ext cx="183240" cy="13932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1257BD2C-0022-3171-AAC2-940F89D2584C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4708730" y="2047407"/>
                  <a:ext cx="21888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894D03AA-B739-BC16-B532-52B89D4C6BF2}"/>
                    </a:ext>
                  </a:extLst>
                </p14:cNvPr>
                <p14:cNvContentPartPr/>
                <p14:nvPr/>
              </p14:nvContentPartPr>
              <p14:xfrm>
                <a:off x="4988090" y="1856967"/>
                <a:ext cx="284760" cy="37008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894D03AA-B739-BC16-B532-52B89D4C6BF2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4970090" y="1838967"/>
                  <a:ext cx="320400" cy="40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AEE27C09-4539-F9A9-1FE5-ADBED6562BDF}"/>
                    </a:ext>
                  </a:extLst>
                </p14:cNvPr>
                <p14:cNvContentPartPr/>
                <p14:nvPr/>
              </p14:nvContentPartPr>
              <p14:xfrm>
                <a:off x="5743370" y="2056047"/>
                <a:ext cx="170280" cy="19152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AEE27C09-4539-F9A9-1FE5-ADBED6562BDF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5725730" y="2038407"/>
                  <a:ext cx="20592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7F6A3DA4-51F4-EA2C-330D-313C503AAD20}"/>
                    </a:ext>
                  </a:extLst>
                </p14:cNvPr>
                <p14:cNvContentPartPr/>
                <p14:nvPr/>
              </p14:nvContentPartPr>
              <p14:xfrm>
                <a:off x="6007610" y="2055327"/>
                <a:ext cx="18360" cy="5040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7F6A3DA4-51F4-EA2C-330D-313C503AAD20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5989970" y="2037687"/>
                  <a:ext cx="5400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B5A90126-70D8-D0B9-C0AB-2DD4E7627585}"/>
                    </a:ext>
                  </a:extLst>
                </p14:cNvPr>
                <p14:cNvContentPartPr/>
                <p14:nvPr/>
              </p14:nvContentPartPr>
              <p14:xfrm>
                <a:off x="5995730" y="2076567"/>
                <a:ext cx="338040" cy="17208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B5A90126-70D8-D0B9-C0AB-2DD4E7627585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5978090" y="2058567"/>
                  <a:ext cx="37368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BCCF310E-1CD1-4E2F-CEFD-CBAB0E0F7277}"/>
                    </a:ext>
                  </a:extLst>
                </p14:cNvPr>
                <p14:cNvContentPartPr/>
                <p14:nvPr/>
              </p14:nvContentPartPr>
              <p14:xfrm>
                <a:off x="6320090" y="1862007"/>
                <a:ext cx="415800" cy="64764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BCCF310E-1CD1-4E2F-CEFD-CBAB0E0F7277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6302450" y="1844367"/>
                  <a:ext cx="451440" cy="68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8DF0666D-2387-9016-BA48-0CEC5E393B3E}"/>
                    </a:ext>
                  </a:extLst>
                </p14:cNvPr>
                <p14:cNvContentPartPr/>
                <p14:nvPr/>
              </p14:nvContentPartPr>
              <p14:xfrm>
                <a:off x="6828770" y="2025087"/>
                <a:ext cx="39960" cy="12780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8DF0666D-2387-9016-BA48-0CEC5E393B3E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6811130" y="2007087"/>
                  <a:ext cx="7560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A86D7CC9-976C-A181-5C52-749F1FE91C90}"/>
                    </a:ext>
                  </a:extLst>
                </p14:cNvPr>
                <p14:cNvContentPartPr/>
                <p14:nvPr/>
              </p14:nvContentPartPr>
              <p14:xfrm>
                <a:off x="7005530" y="1900167"/>
                <a:ext cx="9360" cy="2736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A86D7CC9-976C-A181-5C52-749F1FE91C90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6987890" y="1882527"/>
                  <a:ext cx="4500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DD219707-EE6A-F5BE-8093-CE27A11C036E}"/>
                    </a:ext>
                  </a:extLst>
                </p14:cNvPr>
                <p14:cNvContentPartPr/>
                <p14:nvPr/>
              </p14:nvContentPartPr>
              <p14:xfrm>
                <a:off x="7080770" y="2008887"/>
                <a:ext cx="109440" cy="14616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DD219707-EE6A-F5BE-8093-CE27A11C036E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7062770" y="1990887"/>
                  <a:ext cx="14508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CBBC6618-41D4-5AD3-875B-48650E421447}"/>
                    </a:ext>
                  </a:extLst>
                </p14:cNvPr>
                <p14:cNvContentPartPr/>
                <p14:nvPr/>
              </p14:nvContentPartPr>
              <p14:xfrm>
                <a:off x="7222250" y="2018607"/>
                <a:ext cx="60480" cy="11628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CBBC6618-41D4-5AD3-875B-48650E421447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7204610" y="2000967"/>
                  <a:ext cx="9612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F792B3B9-8ABA-DC0A-E36C-32572E2A63E0}"/>
                    </a:ext>
                  </a:extLst>
                </p14:cNvPr>
                <p14:cNvContentPartPr/>
                <p14:nvPr/>
              </p14:nvContentPartPr>
              <p14:xfrm>
                <a:off x="7372010" y="1893687"/>
                <a:ext cx="30960" cy="3132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F792B3B9-8ABA-DC0A-E36C-32572E2A63E0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7354370" y="1875687"/>
                  <a:ext cx="6660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4E8C9165-9697-5172-77B1-E9890CA09B08}"/>
                    </a:ext>
                  </a:extLst>
                </p14:cNvPr>
                <p14:cNvContentPartPr/>
                <p14:nvPr/>
              </p14:nvContentPartPr>
              <p14:xfrm>
                <a:off x="7433930" y="2004207"/>
                <a:ext cx="429840" cy="18792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4E8C9165-9697-5172-77B1-E9890CA09B08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7415930" y="1986207"/>
                  <a:ext cx="46548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B4BFA4C5-1DA1-D1A4-D8E2-C778C010F81B}"/>
                    </a:ext>
                  </a:extLst>
                </p14:cNvPr>
                <p14:cNvContentPartPr/>
                <p14:nvPr/>
              </p14:nvContentPartPr>
              <p14:xfrm>
                <a:off x="7950530" y="1842567"/>
                <a:ext cx="125280" cy="30528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B4BFA4C5-1DA1-D1A4-D8E2-C778C010F81B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7932530" y="1824927"/>
                  <a:ext cx="160920" cy="34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C1BDB5EC-10A1-6706-408D-0F21DC1DFD83}"/>
                    </a:ext>
                  </a:extLst>
                </p14:cNvPr>
                <p14:cNvContentPartPr/>
                <p14:nvPr/>
              </p14:nvContentPartPr>
              <p14:xfrm>
                <a:off x="7871690" y="1944807"/>
                <a:ext cx="271080" cy="2340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C1BDB5EC-10A1-6706-408D-0F21DC1DFD83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7854050" y="1927167"/>
                  <a:ext cx="30672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26AFDBBC-10D6-63E1-571F-B76246B978F5}"/>
                    </a:ext>
                  </a:extLst>
                </p14:cNvPr>
                <p14:cNvContentPartPr/>
                <p14:nvPr/>
              </p14:nvContentPartPr>
              <p14:xfrm>
                <a:off x="8571530" y="1935087"/>
                <a:ext cx="619560" cy="19584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26AFDBBC-10D6-63E1-571F-B76246B978F5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8553890" y="1917087"/>
                  <a:ext cx="65520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90EC6364-F220-EB08-B60F-E25DDA7811B2}"/>
                    </a:ext>
                  </a:extLst>
                </p14:cNvPr>
                <p14:cNvContentPartPr/>
                <p14:nvPr/>
              </p14:nvContentPartPr>
              <p14:xfrm>
                <a:off x="9269210" y="1783887"/>
                <a:ext cx="362520" cy="33300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90EC6364-F220-EB08-B60F-E25DDA7811B2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9251570" y="1765887"/>
                  <a:ext cx="398160" cy="36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68B09081-FB8C-6253-54C9-9BCF205433EE}"/>
                    </a:ext>
                  </a:extLst>
                </p14:cNvPr>
                <p14:cNvContentPartPr/>
                <p14:nvPr/>
              </p14:nvContentPartPr>
              <p14:xfrm>
                <a:off x="9684290" y="1769127"/>
                <a:ext cx="46800" cy="4320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68B09081-FB8C-6253-54C9-9BCF205433EE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9666290" y="1751487"/>
                  <a:ext cx="8244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2D86BFD3-8317-7EBB-A021-A8E648439DD1}"/>
                    </a:ext>
                  </a:extLst>
                </p14:cNvPr>
                <p14:cNvContentPartPr/>
                <p14:nvPr/>
              </p14:nvContentPartPr>
              <p14:xfrm>
                <a:off x="9823250" y="1754727"/>
                <a:ext cx="123120" cy="33588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2D86BFD3-8317-7EBB-A021-A8E648439DD1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9805250" y="1737087"/>
                  <a:ext cx="158760" cy="37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B55FC2CF-9CBD-D013-B939-1C501410BE6E}"/>
                    </a:ext>
                  </a:extLst>
                </p14:cNvPr>
                <p14:cNvContentPartPr/>
                <p14:nvPr/>
              </p14:nvContentPartPr>
              <p14:xfrm>
                <a:off x="10019450" y="1972527"/>
                <a:ext cx="47520" cy="13176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B55FC2CF-9CBD-D013-B939-1C501410BE6E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0001810" y="1954887"/>
                  <a:ext cx="8316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FC54EA48-917E-E2BA-DEF4-1B64A48A9047}"/>
                    </a:ext>
                  </a:extLst>
                </p14:cNvPr>
                <p14:cNvContentPartPr/>
                <p14:nvPr/>
              </p14:nvContentPartPr>
              <p14:xfrm>
                <a:off x="10155170" y="1745727"/>
                <a:ext cx="20880" cy="6696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FC54EA48-917E-E2BA-DEF4-1B64A48A9047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10137170" y="1728087"/>
                  <a:ext cx="5652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3D10A8A5-C56A-1EEE-0504-3EA22E4B2AC6}"/>
                    </a:ext>
                  </a:extLst>
                </p14:cNvPr>
                <p14:cNvContentPartPr/>
                <p14:nvPr/>
              </p14:nvContentPartPr>
              <p14:xfrm>
                <a:off x="9573410" y="1857327"/>
                <a:ext cx="210960" cy="900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3D10A8A5-C56A-1EEE-0504-3EA22E4B2AC6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9555770" y="1839327"/>
                  <a:ext cx="24660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66EC6833-8FD2-EB77-8BFA-D02711BFD91B}"/>
                    </a:ext>
                  </a:extLst>
                </p14:cNvPr>
                <p14:cNvContentPartPr/>
                <p14:nvPr/>
              </p14:nvContentPartPr>
              <p14:xfrm>
                <a:off x="10201970" y="1933287"/>
                <a:ext cx="515880" cy="19116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66EC6833-8FD2-EB77-8BFA-D02711BFD91B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0183970" y="1915287"/>
                  <a:ext cx="551520" cy="22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E1496BCD-A72F-C0EB-554E-ED44E2B09FF8}"/>
                    </a:ext>
                  </a:extLst>
                </p14:cNvPr>
                <p14:cNvContentPartPr/>
                <p14:nvPr/>
              </p14:nvContentPartPr>
              <p14:xfrm>
                <a:off x="10927730" y="1729167"/>
                <a:ext cx="305640" cy="83304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E1496BCD-A72F-C0EB-554E-ED44E2B09FF8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0909730" y="1711167"/>
                  <a:ext cx="341280" cy="86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7CB3045C-7658-5F82-7C4F-AB17518A6F47}"/>
                    </a:ext>
                  </a:extLst>
                </p14:cNvPr>
                <p14:cNvContentPartPr/>
                <p14:nvPr/>
              </p14:nvContentPartPr>
              <p14:xfrm>
                <a:off x="11230850" y="1914567"/>
                <a:ext cx="500760" cy="19296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7CB3045C-7658-5F82-7C4F-AB17518A6F47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11212850" y="1896927"/>
                  <a:ext cx="53640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17C82BAB-129D-2C73-5DA1-3519CCE5A3AF}"/>
                    </a:ext>
                  </a:extLst>
                </p14:cNvPr>
                <p14:cNvContentPartPr/>
                <p14:nvPr/>
              </p14:nvContentPartPr>
              <p14:xfrm>
                <a:off x="321770" y="2755167"/>
                <a:ext cx="98280" cy="36468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17C82BAB-129D-2C73-5DA1-3519CCE5A3AF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304130" y="2737527"/>
                  <a:ext cx="133920" cy="40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8965FC2C-C993-DF54-A64B-19201324CC55}"/>
                    </a:ext>
                  </a:extLst>
                </p14:cNvPr>
                <p14:cNvContentPartPr/>
                <p14:nvPr/>
              </p14:nvContentPartPr>
              <p14:xfrm>
                <a:off x="445970" y="2735007"/>
                <a:ext cx="399960" cy="39384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8965FC2C-C993-DF54-A64B-19201324CC55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428330" y="2717367"/>
                  <a:ext cx="435600" cy="42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E6C6B8EC-D37E-857A-8CE6-1D76BF8A6B58}"/>
                    </a:ext>
                  </a:extLst>
                </p14:cNvPr>
                <p14:cNvContentPartPr/>
                <p14:nvPr/>
              </p14:nvContentPartPr>
              <p14:xfrm>
                <a:off x="345530" y="2877927"/>
                <a:ext cx="115200" cy="864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E6C6B8EC-D37E-857A-8CE6-1D76BF8A6B58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327530" y="2859927"/>
                  <a:ext cx="15084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32F8583A-6C7D-AB20-E059-6A7EAE54FC1E}"/>
                    </a:ext>
                  </a:extLst>
                </p14:cNvPr>
                <p14:cNvContentPartPr/>
                <p14:nvPr/>
              </p14:nvContentPartPr>
              <p14:xfrm>
                <a:off x="1192250" y="2957847"/>
                <a:ext cx="240120" cy="20592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32F8583A-6C7D-AB20-E059-6A7EAE54FC1E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1174250" y="2940207"/>
                  <a:ext cx="27576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50EFC3EF-A64D-E84E-177C-E236F9107D6D}"/>
                    </a:ext>
                  </a:extLst>
                </p14:cNvPr>
                <p14:cNvContentPartPr/>
                <p14:nvPr/>
              </p14:nvContentPartPr>
              <p14:xfrm>
                <a:off x="1478810" y="2961807"/>
                <a:ext cx="162360" cy="18792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50EFC3EF-A64D-E84E-177C-E236F9107D6D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1461170" y="2943807"/>
                  <a:ext cx="19800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317EC71E-59A9-E5B0-B663-F9A431C20E47}"/>
                    </a:ext>
                  </a:extLst>
                </p14:cNvPr>
                <p14:cNvContentPartPr/>
                <p14:nvPr/>
              </p14:nvContentPartPr>
              <p14:xfrm>
                <a:off x="1480610" y="3014727"/>
                <a:ext cx="192240" cy="18936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317EC71E-59A9-E5B0-B663-F9A431C20E47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1462610" y="2996727"/>
                  <a:ext cx="227880" cy="22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A97A20CA-772C-8256-DE0A-AF34C8F61888}"/>
                    </a:ext>
                  </a:extLst>
                </p14:cNvPr>
                <p14:cNvContentPartPr/>
                <p14:nvPr/>
              </p14:nvContentPartPr>
              <p14:xfrm>
                <a:off x="1737290" y="3012927"/>
                <a:ext cx="26640" cy="16740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A97A20CA-772C-8256-DE0A-AF34C8F61888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1719650" y="2995287"/>
                  <a:ext cx="6228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D6F3632A-C3FD-6E19-5576-AA7BA8B6E521}"/>
                    </a:ext>
                  </a:extLst>
                </p14:cNvPr>
                <p14:cNvContentPartPr/>
                <p14:nvPr/>
              </p14:nvContentPartPr>
              <p14:xfrm>
                <a:off x="1847810" y="2810967"/>
                <a:ext cx="38880" cy="6372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D6F3632A-C3FD-6E19-5576-AA7BA8B6E521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1829810" y="2793327"/>
                  <a:ext cx="7452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7DA88272-1571-3D6B-CF8F-7F4D5C61204A}"/>
                    </a:ext>
                  </a:extLst>
                </p14:cNvPr>
                <p14:cNvContentPartPr/>
                <p14:nvPr/>
              </p14:nvContentPartPr>
              <p14:xfrm>
                <a:off x="1927010" y="2974767"/>
                <a:ext cx="133920" cy="13500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7DA88272-1571-3D6B-CF8F-7F4D5C61204A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1909010" y="2956767"/>
                  <a:ext cx="16956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D871711B-7FDD-57D4-7FB6-18BBC6E7D307}"/>
                    </a:ext>
                  </a:extLst>
                </p14:cNvPr>
                <p14:cNvContentPartPr/>
                <p14:nvPr/>
              </p14:nvContentPartPr>
              <p14:xfrm>
                <a:off x="2182970" y="2813847"/>
                <a:ext cx="96840" cy="33084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D871711B-7FDD-57D4-7FB6-18BBC6E7D307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2165330" y="2796207"/>
                  <a:ext cx="132480" cy="36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FC349AE1-0104-5A16-657B-0A8C8D7B2699}"/>
                    </a:ext>
                  </a:extLst>
                </p14:cNvPr>
                <p14:cNvContentPartPr/>
                <p14:nvPr/>
              </p14:nvContentPartPr>
              <p14:xfrm>
                <a:off x="2200250" y="2907807"/>
                <a:ext cx="263160" cy="20880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FC349AE1-0104-5A16-657B-0A8C8D7B2699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2182610" y="2889807"/>
                  <a:ext cx="298800" cy="24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54C24C67-4CA4-66CF-2AF6-85F0B19BFA2B}"/>
                    </a:ext>
                  </a:extLst>
                </p14:cNvPr>
                <p14:cNvContentPartPr/>
                <p14:nvPr/>
              </p14:nvContentPartPr>
              <p14:xfrm>
                <a:off x="2536850" y="2957847"/>
                <a:ext cx="218520" cy="15084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54C24C67-4CA4-66CF-2AF6-85F0B19BFA2B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2519210" y="2939847"/>
                  <a:ext cx="25416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9292DB52-AA4C-58DA-1344-EEB7730ED0F5}"/>
                    </a:ext>
                  </a:extLst>
                </p14:cNvPr>
                <p14:cNvContentPartPr/>
                <p14:nvPr/>
              </p14:nvContentPartPr>
              <p14:xfrm>
                <a:off x="2825210" y="2952447"/>
                <a:ext cx="375120" cy="16164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9292DB52-AA4C-58DA-1344-EEB7730ED0F5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2807570" y="2934447"/>
                  <a:ext cx="41076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C3598437-ED50-1546-AFAD-7D142DCDC6F4}"/>
                    </a:ext>
                  </a:extLst>
                </p14:cNvPr>
                <p14:cNvContentPartPr/>
                <p14:nvPr/>
              </p14:nvContentPartPr>
              <p14:xfrm>
                <a:off x="3859130" y="2809167"/>
                <a:ext cx="427680" cy="80352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C3598437-ED50-1546-AFAD-7D142DCDC6F4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3841490" y="2791527"/>
                  <a:ext cx="463320" cy="83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414B8B7B-DDFE-C651-EAA2-422FC94C8991}"/>
                    </a:ext>
                  </a:extLst>
                </p14:cNvPr>
                <p14:cNvContentPartPr/>
                <p14:nvPr/>
              </p14:nvContentPartPr>
              <p14:xfrm>
                <a:off x="4987010" y="2784327"/>
                <a:ext cx="775800" cy="34164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414B8B7B-DDFE-C651-EAA2-422FC94C8991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4969010" y="2766687"/>
                  <a:ext cx="811440" cy="37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B3A448E6-D225-F95E-31D1-705C64E4F665}"/>
                    </a:ext>
                  </a:extLst>
                </p14:cNvPr>
                <p14:cNvContentPartPr/>
                <p14:nvPr/>
              </p14:nvContentPartPr>
              <p14:xfrm>
                <a:off x="5221370" y="2836527"/>
                <a:ext cx="152280" cy="1692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B3A448E6-D225-F95E-31D1-705C64E4F665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5203370" y="2818527"/>
                  <a:ext cx="18792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29D80E36-8EC3-D1C2-E43D-FDA314DD11CD}"/>
                    </a:ext>
                  </a:extLst>
                </p14:cNvPr>
                <p14:cNvContentPartPr/>
                <p14:nvPr/>
              </p14:nvContentPartPr>
              <p14:xfrm>
                <a:off x="6524570" y="2900607"/>
                <a:ext cx="64800" cy="19152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29D80E36-8EC3-D1C2-E43D-FDA314DD11CD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6506930" y="2882967"/>
                  <a:ext cx="10044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61C26BA0-0FDF-6829-3CEA-A3FFDB90B12E}"/>
                    </a:ext>
                  </a:extLst>
                </p14:cNvPr>
                <p14:cNvContentPartPr/>
                <p14:nvPr/>
              </p14:nvContentPartPr>
              <p14:xfrm>
                <a:off x="6565250" y="2776767"/>
                <a:ext cx="90360" cy="6120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61C26BA0-0FDF-6829-3CEA-A3FFDB90B12E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6547250" y="2759127"/>
                  <a:ext cx="12600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8D5840D3-2A8F-EED2-F153-D86A15DFF0F1}"/>
                    </a:ext>
                  </a:extLst>
                </p14:cNvPr>
                <p14:cNvContentPartPr/>
                <p14:nvPr/>
              </p14:nvContentPartPr>
              <p14:xfrm>
                <a:off x="6659570" y="2954247"/>
                <a:ext cx="147960" cy="15840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8D5840D3-2A8F-EED2-F153-D86A15DFF0F1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6641570" y="2936247"/>
                  <a:ext cx="18360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BF77F082-1032-4DC3-D1B5-7AF889649B8D}"/>
                    </a:ext>
                  </a:extLst>
                </p14:cNvPr>
                <p14:cNvContentPartPr/>
                <p14:nvPr/>
              </p14:nvContentPartPr>
              <p14:xfrm>
                <a:off x="6896090" y="2863887"/>
                <a:ext cx="1222560" cy="22860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BF77F082-1032-4DC3-D1B5-7AF889649B8D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6878090" y="2845887"/>
                  <a:ext cx="1258200" cy="26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F0FC8C0B-4FD1-B735-EE4C-B6DBBA31F85B}"/>
                    </a:ext>
                  </a:extLst>
                </p14:cNvPr>
                <p14:cNvContentPartPr/>
                <p14:nvPr/>
              </p14:nvContentPartPr>
              <p14:xfrm>
                <a:off x="8647130" y="2645367"/>
                <a:ext cx="475200" cy="80316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F0FC8C0B-4FD1-B735-EE4C-B6DBBA31F85B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8629130" y="2627727"/>
                  <a:ext cx="510840" cy="83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A1CBE66F-48EF-43F6-F912-46AB04C5AFE1}"/>
                    </a:ext>
                  </a:extLst>
                </p14:cNvPr>
                <p14:cNvContentPartPr/>
                <p14:nvPr/>
              </p14:nvContentPartPr>
              <p14:xfrm>
                <a:off x="9614090" y="2822127"/>
                <a:ext cx="242280" cy="20376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A1CBE66F-48EF-43F6-F912-46AB04C5AFE1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9596450" y="2804487"/>
                  <a:ext cx="277920" cy="23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F991329C-EB4B-9CBD-0297-FF652CCFF473}"/>
                    </a:ext>
                  </a:extLst>
                </p14:cNvPr>
                <p14:cNvContentPartPr/>
                <p14:nvPr/>
              </p14:nvContentPartPr>
              <p14:xfrm>
                <a:off x="10269290" y="2803767"/>
                <a:ext cx="201600" cy="20952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F991329C-EB4B-9CBD-0297-FF652CCFF473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10251650" y="2785767"/>
                  <a:ext cx="23724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78E92AC9-D362-CBAD-C798-0FC87187645B}"/>
                    </a:ext>
                  </a:extLst>
                </p14:cNvPr>
                <p14:cNvContentPartPr/>
                <p14:nvPr/>
              </p14:nvContentPartPr>
              <p14:xfrm>
                <a:off x="10419770" y="2856327"/>
                <a:ext cx="245880" cy="56520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78E92AC9-D362-CBAD-C798-0FC87187645B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10402130" y="2838687"/>
                  <a:ext cx="281520" cy="60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7A7909AB-E52F-DC68-B9EA-5CEF1755DFCF}"/>
                    </a:ext>
                  </a:extLst>
                </p14:cNvPr>
                <p14:cNvContentPartPr/>
                <p14:nvPr/>
              </p14:nvContentPartPr>
              <p14:xfrm>
                <a:off x="10785170" y="2860287"/>
                <a:ext cx="194760" cy="13860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7A7909AB-E52F-DC68-B9EA-5CEF1755DFCF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10767530" y="2842647"/>
                  <a:ext cx="23040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48934952-1EB3-803E-3039-7B9007493B01}"/>
                    </a:ext>
                  </a:extLst>
                </p14:cNvPr>
                <p14:cNvContentPartPr/>
                <p14:nvPr/>
              </p14:nvContentPartPr>
              <p14:xfrm>
                <a:off x="11102690" y="2844807"/>
                <a:ext cx="176760" cy="11376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48934952-1EB3-803E-3039-7B9007493B01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11085050" y="2826807"/>
                  <a:ext cx="21240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BFB69C09-D9B2-6975-32FF-27635D533701}"/>
                    </a:ext>
                  </a:extLst>
                </p14:cNvPr>
                <p14:cNvContentPartPr/>
                <p14:nvPr/>
              </p14:nvContentPartPr>
              <p14:xfrm>
                <a:off x="11402210" y="2804487"/>
                <a:ext cx="395280" cy="17280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BFB69C09-D9B2-6975-32FF-27635D533701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11384210" y="2786847"/>
                  <a:ext cx="43092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C3E9641C-4E85-FB6D-ADEC-9080D60121AF}"/>
                    </a:ext>
                  </a:extLst>
                </p14:cNvPr>
                <p14:cNvContentPartPr/>
                <p14:nvPr/>
              </p14:nvContentPartPr>
              <p14:xfrm>
                <a:off x="413570" y="3721767"/>
                <a:ext cx="264960" cy="16920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C3E9641C-4E85-FB6D-ADEC-9080D60121AF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395930" y="3704127"/>
                  <a:ext cx="30060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B79BFF9B-82EB-FB41-B3C2-0248F3BEBE0A}"/>
                    </a:ext>
                  </a:extLst>
                </p14:cNvPr>
                <p14:cNvContentPartPr/>
                <p14:nvPr/>
              </p14:nvContentPartPr>
              <p14:xfrm>
                <a:off x="813530" y="3681447"/>
                <a:ext cx="217080" cy="15084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B79BFF9B-82EB-FB41-B3C2-0248F3BEBE0A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795530" y="3663807"/>
                  <a:ext cx="25272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16C1F2AC-83EC-F07D-0E8A-5DFAB8D47574}"/>
                    </a:ext>
                  </a:extLst>
                </p14:cNvPr>
                <p14:cNvContentPartPr/>
                <p14:nvPr/>
              </p14:nvContentPartPr>
              <p14:xfrm>
                <a:off x="1122410" y="3469767"/>
                <a:ext cx="546840" cy="41148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16C1F2AC-83EC-F07D-0E8A-5DFAB8D47574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1104410" y="3451767"/>
                  <a:ext cx="582480" cy="44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E1D39DC5-543A-487F-06F9-6F015F1FE268}"/>
                    </a:ext>
                  </a:extLst>
                </p14:cNvPr>
                <p14:cNvContentPartPr/>
                <p14:nvPr/>
              </p14:nvContentPartPr>
              <p14:xfrm>
                <a:off x="1782290" y="3680007"/>
                <a:ext cx="114120" cy="13788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E1D39DC5-543A-487F-06F9-6F015F1FE268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1764650" y="3662367"/>
                  <a:ext cx="14976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11B2F02B-47D5-1E28-1DC9-06CA67E9BD13}"/>
                    </a:ext>
                  </a:extLst>
                </p14:cNvPr>
                <p14:cNvContentPartPr/>
                <p14:nvPr/>
              </p14:nvContentPartPr>
              <p14:xfrm>
                <a:off x="1765010" y="3750927"/>
                <a:ext cx="161640" cy="11088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11B2F02B-47D5-1E28-1DC9-06CA67E9BD13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1747370" y="3732927"/>
                  <a:ext cx="19728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66144891-EB61-08E1-910C-CED1120D5513}"/>
                    </a:ext>
                  </a:extLst>
                </p14:cNvPr>
                <p14:cNvContentPartPr/>
                <p14:nvPr/>
              </p14:nvContentPartPr>
              <p14:xfrm>
                <a:off x="1838450" y="3496407"/>
                <a:ext cx="7200" cy="4572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66144891-EB61-08E1-910C-CED1120D5513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1820810" y="3478767"/>
                  <a:ext cx="4284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3C093286-B4DC-59A2-5C8A-4F5AF1DCF4EC}"/>
                    </a:ext>
                  </a:extLst>
                </p14:cNvPr>
                <p14:cNvContentPartPr/>
                <p14:nvPr/>
              </p14:nvContentPartPr>
              <p14:xfrm>
                <a:off x="1216730" y="3578487"/>
                <a:ext cx="168840" cy="3780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3C093286-B4DC-59A2-5C8A-4F5AF1DCF4EC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1199090" y="3560487"/>
                  <a:ext cx="20448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7A5DCD23-C60C-BB44-5CE4-B0401BA2D8E5}"/>
                    </a:ext>
                  </a:extLst>
                </p14:cNvPr>
                <p14:cNvContentPartPr/>
                <p14:nvPr/>
              </p14:nvContentPartPr>
              <p14:xfrm>
                <a:off x="2282690" y="3524127"/>
                <a:ext cx="338760" cy="38304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7A5DCD23-C60C-BB44-5CE4-B0401BA2D8E5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2265050" y="3506487"/>
                  <a:ext cx="374400" cy="41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45F3671F-BECC-D159-D8CC-5407EDD0EC86}"/>
                    </a:ext>
                  </a:extLst>
                </p14:cNvPr>
                <p14:cNvContentPartPr/>
                <p14:nvPr/>
              </p14:nvContentPartPr>
              <p14:xfrm>
                <a:off x="2376290" y="3708807"/>
                <a:ext cx="188280" cy="4248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45F3671F-BECC-D159-D8CC-5407EDD0EC86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2358290" y="3690807"/>
                  <a:ext cx="22392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8ECC088B-905A-1537-0B77-3AF7E124C96A}"/>
                    </a:ext>
                  </a:extLst>
                </p14:cNvPr>
                <p14:cNvContentPartPr/>
                <p14:nvPr/>
              </p14:nvContentPartPr>
              <p14:xfrm>
                <a:off x="3251090" y="3744087"/>
                <a:ext cx="76320" cy="19728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8ECC088B-905A-1537-0B77-3AF7E124C96A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3233090" y="3726087"/>
                  <a:ext cx="111960" cy="23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B148CA3E-29BC-1B93-8110-AFEA4EA39451}"/>
                    </a:ext>
                  </a:extLst>
                </p14:cNvPr>
                <p14:cNvContentPartPr/>
                <p14:nvPr/>
              </p14:nvContentPartPr>
              <p14:xfrm>
                <a:off x="3459170" y="3709167"/>
                <a:ext cx="125280" cy="16236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B148CA3E-29BC-1B93-8110-AFEA4EA39451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3441530" y="3691167"/>
                  <a:ext cx="16092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7DD550CC-2755-1381-A73E-24D11D80A78B}"/>
                    </a:ext>
                  </a:extLst>
                </p14:cNvPr>
                <p14:cNvContentPartPr/>
                <p14:nvPr/>
              </p14:nvContentPartPr>
              <p14:xfrm>
                <a:off x="3518930" y="3451767"/>
                <a:ext cx="3240" cy="3492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7DD550CC-2755-1381-A73E-24D11D80A78B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3500930" y="3433767"/>
                  <a:ext cx="3888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AD9754CC-86F3-63C5-9103-B71F45D8A198}"/>
                    </a:ext>
                  </a:extLst>
                </p14:cNvPr>
                <p14:cNvContentPartPr/>
                <p14:nvPr/>
              </p14:nvContentPartPr>
              <p14:xfrm>
                <a:off x="4561850" y="3623847"/>
                <a:ext cx="246600" cy="32616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AD9754CC-86F3-63C5-9103-B71F45D8A198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4543850" y="3606207"/>
                  <a:ext cx="282240" cy="36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7AA26A7B-F058-7BEE-135A-50AFB6A0B7BA}"/>
                    </a:ext>
                  </a:extLst>
                </p14:cNvPr>
                <p14:cNvContentPartPr/>
                <p14:nvPr/>
              </p14:nvContentPartPr>
              <p14:xfrm>
                <a:off x="4927610" y="3589287"/>
                <a:ext cx="181080" cy="29664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7AA26A7B-F058-7BEE-135A-50AFB6A0B7BA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4909610" y="3571287"/>
                  <a:ext cx="216720" cy="33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C7824FA9-FACE-2875-AA75-4992956F9B7A}"/>
                    </a:ext>
                  </a:extLst>
                </p14:cNvPr>
                <p14:cNvContentPartPr/>
                <p14:nvPr/>
              </p14:nvContentPartPr>
              <p14:xfrm>
                <a:off x="4807730" y="3649047"/>
                <a:ext cx="189360" cy="1224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C7824FA9-FACE-2875-AA75-4992956F9B7A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4789730" y="3631407"/>
                  <a:ext cx="22500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4C14E230-56B0-944F-6653-4EC152999792}"/>
                    </a:ext>
                  </a:extLst>
                </p14:cNvPr>
                <p14:cNvContentPartPr/>
                <p14:nvPr/>
              </p14:nvContentPartPr>
              <p14:xfrm>
                <a:off x="5262410" y="3753807"/>
                <a:ext cx="315000" cy="13608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4C14E230-56B0-944F-6653-4EC152999792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5244410" y="3736167"/>
                  <a:ext cx="35064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E17A167A-D4FF-0EC5-4A17-BEC8B8D61E8D}"/>
                    </a:ext>
                  </a:extLst>
                </p14:cNvPr>
                <p14:cNvContentPartPr/>
                <p14:nvPr/>
              </p14:nvContentPartPr>
              <p14:xfrm>
                <a:off x="5678210" y="3596487"/>
                <a:ext cx="119880" cy="27576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E17A167A-D4FF-0EC5-4A17-BEC8B8D61E8D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5660570" y="3578487"/>
                  <a:ext cx="155520" cy="31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57B70848-8B49-7447-E56D-75233D14AAA9}"/>
                    </a:ext>
                  </a:extLst>
                </p14:cNvPr>
                <p14:cNvContentPartPr/>
                <p14:nvPr/>
              </p14:nvContentPartPr>
              <p14:xfrm>
                <a:off x="5601890" y="3652647"/>
                <a:ext cx="261360" cy="2700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57B70848-8B49-7447-E56D-75233D14AAA9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5583890" y="3635007"/>
                  <a:ext cx="29700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4E97DA2A-358D-3D79-B644-D0617B234E49}"/>
                    </a:ext>
                  </a:extLst>
                </p14:cNvPr>
                <p14:cNvContentPartPr/>
                <p14:nvPr/>
              </p14:nvContentPartPr>
              <p14:xfrm>
                <a:off x="6465890" y="3561567"/>
                <a:ext cx="452160" cy="33732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4E97DA2A-358D-3D79-B644-D0617B234E49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6447890" y="3543567"/>
                  <a:ext cx="487800" cy="37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7A0E53C2-90D5-35B7-F1D8-FF53E125046E}"/>
                    </a:ext>
                  </a:extLst>
                </p14:cNvPr>
                <p14:cNvContentPartPr/>
                <p14:nvPr/>
              </p14:nvContentPartPr>
              <p14:xfrm>
                <a:off x="7511690" y="3710247"/>
                <a:ext cx="64440" cy="17064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7A0E53C2-90D5-35B7-F1D8-FF53E125046E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7494050" y="3692607"/>
                  <a:ext cx="10008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6C292629-E8C0-A88B-07DB-6AAA1FED5C5C}"/>
                    </a:ext>
                  </a:extLst>
                </p14:cNvPr>
                <p14:cNvContentPartPr/>
                <p14:nvPr/>
              </p14:nvContentPartPr>
              <p14:xfrm>
                <a:off x="7618610" y="3719607"/>
                <a:ext cx="149760" cy="16308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6C292629-E8C0-A88B-07DB-6AAA1FED5C5C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7600970" y="3701967"/>
                  <a:ext cx="18540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481EC7ED-649A-02F5-58E5-F3FF4433CA49}"/>
                    </a:ext>
                  </a:extLst>
                </p14:cNvPr>
                <p14:cNvContentPartPr/>
                <p14:nvPr/>
              </p14:nvContentPartPr>
              <p14:xfrm>
                <a:off x="7657130" y="3497127"/>
                <a:ext cx="36000" cy="4500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481EC7ED-649A-02F5-58E5-F3FF4433CA49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7639490" y="3479487"/>
                  <a:ext cx="7164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B5610567-95AB-2886-A6E1-4BF8718A8015}"/>
                    </a:ext>
                  </a:extLst>
                </p14:cNvPr>
                <p14:cNvContentPartPr/>
                <p14:nvPr/>
              </p14:nvContentPartPr>
              <p14:xfrm>
                <a:off x="8496650" y="3763527"/>
                <a:ext cx="301320" cy="20052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B5610567-95AB-2886-A6E1-4BF8718A8015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8479010" y="3745527"/>
                  <a:ext cx="336960" cy="2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854F6BF1-83CB-372D-E85E-A00775A1E840}"/>
                    </a:ext>
                  </a:extLst>
                </p14:cNvPr>
                <p14:cNvContentPartPr/>
                <p14:nvPr/>
              </p14:nvContentPartPr>
              <p14:xfrm>
                <a:off x="8885810" y="3724647"/>
                <a:ext cx="558720" cy="19872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854F6BF1-83CB-372D-E85E-A00775A1E840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8867810" y="3706647"/>
                  <a:ext cx="594360" cy="23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8131A109-B604-230E-977C-AB55116AFB85}"/>
                    </a:ext>
                  </a:extLst>
                </p14:cNvPr>
                <p14:cNvContentPartPr/>
                <p14:nvPr/>
              </p14:nvContentPartPr>
              <p14:xfrm>
                <a:off x="9742610" y="3694047"/>
                <a:ext cx="166680" cy="24552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8131A109-B604-230E-977C-AB55116AFB85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9724610" y="3676047"/>
                  <a:ext cx="202320" cy="28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34361F8F-F7BC-0E64-F290-8FACFEA27440}"/>
                    </a:ext>
                  </a:extLst>
                </p14:cNvPr>
                <p14:cNvContentPartPr/>
                <p14:nvPr/>
              </p14:nvContentPartPr>
              <p14:xfrm>
                <a:off x="10022330" y="3738327"/>
                <a:ext cx="62280" cy="18252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34361F8F-F7BC-0E64-F290-8FACFEA27440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10004330" y="3720687"/>
                  <a:ext cx="97920" cy="21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F7011AD0-9712-643F-4A8B-E0D2BC0675C2}"/>
                    </a:ext>
                  </a:extLst>
                </p14:cNvPr>
                <p14:cNvContentPartPr/>
                <p14:nvPr/>
              </p14:nvContentPartPr>
              <p14:xfrm>
                <a:off x="10141490" y="3546807"/>
                <a:ext cx="49680" cy="6300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F7011AD0-9712-643F-4A8B-E0D2BC0675C2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10123850" y="3528807"/>
                  <a:ext cx="8532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F288F242-7724-CB02-A080-562BF7F46401}"/>
                    </a:ext>
                  </a:extLst>
                </p14:cNvPr>
                <p14:cNvContentPartPr/>
                <p14:nvPr/>
              </p14:nvContentPartPr>
              <p14:xfrm>
                <a:off x="10163090" y="3697647"/>
                <a:ext cx="218520" cy="21168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F288F242-7724-CB02-A080-562BF7F46401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10145090" y="3680007"/>
                  <a:ext cx="254160" cy="24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3F20FD54-B85E-F188-BA5F-0B20E92EA70E}"/>
                    </a:ext>
                  </a:extLst>
                </p14:cNvPr>
                <p14:cNvContentPartPr/>
                <p14:nvPr/>
              </p14:nvContentPartPr>
              <p14:xfrm>
                <a:off x="10210970" y="3682167"/>
                <a:ext cx="444240" cy="57672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3F20FD54-B85E-F188-BA5F-0B20E92EA70E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10193330" y="3664167"/>
                  <a:ext cx="479880" cy="61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9F99ABC9-8E75-D42F-B672-54AF36465F4B}"/>
                    </a:ext>
                  </a:extLst>
                </p14:cNvPr>
                <p14:cNvContentPartPr/>
                <p14:nvPr/>
              </p14:nvContentPartPr>
              <p14:xfrm>
                <a:off x="10757450" y="3417207"/>
                <a:ext cx="470520" cy="42264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9F99ABC9-8E75-D42F-B672-54AF36465F4B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10739810" y="3399207"/>
                  <a:ext cx="506160" cy="45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F4E3FEF0-BB10-DD0E-6117-2564CE8967CB}"/>
                    </a:ext>
                  </a:extLst>
                </p14:cNvPr>
                <p14:cNvContentPartPr/>
                <p14:nvPr/>
              </p14:nvContentPartPr>
              <p14:xfrm>
                <a:off x="11252810" y="3667047"/>
                <a:ext cx="193680" cy="16668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F4E3FEF0-BB10-DD0E-6117-2564CE8967CB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11234810" y="3649047"/>
                  <a:ext cx="22932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ED727FFD-A02B-655B-7069-F314BFAAD2CD}"/>
                    </a:ext>
                  </a:extLst>
                </p14:cNvPr>
                <p14:cNvContentPartPr/>
                <p14:nvPr/>
              </p14:nvContentPartPr>
              <p14:xfrm>
                <a:off x="11602370" y="3616287"/>
                <a:ext cx="245520" cy="19332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ED727FFD-A02B-655B-7069-F314BFAAD2CD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11584370" y="3598647"/>
                  <a:ext cx="281160" cy="2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41143158-B651-ED93-DCFA-6BFE82E75649}"/>
                    </a:ext>
                  </a:extLst>
                </p14:cNvPr>
                <p14:cNvContentPartPr/>
                <p14:nvPr/>
              </p14:nvContentPartPr>
              <p14:xfrm>
                <a:off x="11972810" y="4078527"/>
                <a:ext cx="13680" cy="324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41143158-B651-ED93-DCFA-6BFE82E75649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11955170" y="4060887"/>
                  <a:ext cx="4932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CFA067AD-8437-142A-9EE3-5474D69DE1F8}"/>
                    </a:ext>
                  </a:extLst>
                </p14:cNvPr>
                <p14:cNvContentPartPr/>
                <p14:nvPr/>
              </p14:nvContentPartPr>
              <p14:xfrm>
                <a:off x="637490" y="4355727"/>
                <a:ext cx="38880" cy="2664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CFA067AD-8437-142A-9EE3-5474D69DE1F8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619490" y="4338087"/>
                  <a:ext cx="7452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F7110BF5-C157-009A-DEB4-49F3E095F53E}"/>
                    </a:ext>
                  </a:extLst>
                </p14:cNvPr>
                <p14:cNvContentPartPr/>
                <p14:nvPr/>
              </p14:nvContentPartPr>
              <p14:xfrm>
                <a:off x="634970" y="4518087"/>
                <a:ext cx="329400" cy="26100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F7110BF5-C157-009A-DEB4-49F3E095F53E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616970" y="4500087"/>
                  <a:ext cx="365040" cy="29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338398B2-9141-AE20-EC58-EF4EDC01E4EF}"/>
                    </a:ext>
                  </a:extLst>
                </p14:cNvPr>
                <p14:cNvContentPartPr/>
                <p14:nvPr/>
              </p14:nvContentPartPr>
              <p14:xfrm>
                <a:off x="830450" y="4562727"/>
                <a:ext cx="98280" cy="10836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338398B2-9141-AE20-EC58-EF4EDC01E4EF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812450" y="4544727"/>
                  <a:ext cx="13392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B3ECAB54-3A81-2447-AA63-0B34D7C800C4}"/>
                    </a:ext>
                  </a:extLst>
                </p14:cNvPr>
                <p14:cNvContentPartPr/>
                <p14:nvPr/>
              </p14:nvContentPartPr>
              <p14:xfrm>
                <a:off x="700850" y="4698807"/>
                <a:ext cx="11160" cy="1368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B3ECAB54-3A81-2447-AA63-0B34D7C800C4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683210" y="4681167"/>
                  <a:ext cx="4680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90F9B502-50BB-D765-3DDD-688009EE38FD}"/>
                    </a:ext>
                  </a:extLst>
                </p14:cNvPr>
                <p14:cNvContentPartPr/>
                <p14:nvPr/>
              </p14:nvContentPartPr>
              <p14:xfrm>
                <a:off x="982730" y="4743807"/>
                <a:ext cx="360" cy="36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90F9B502-50BB-D765-3DDD-688009EE38FD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965090" y="4726167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55ACD427-7B6A-E027-488C-755015748E3A}"/>
                    </a:ext>
                  </a:extLst>
                </p14:cNvPr>
                <p14:cNvContentPartPr/>
                <p14:nvPr/>
              </p14:nvContentPartPr>
              <p14:xfrm>
                <a:off x="2215370" y="4296327"/>
                <a:ext cx="98640" cy="56016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55ACD427-7B6A-E027-488C-755015748E3A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2197730" y="4278327"/>
                  <a:ext cx="134280" cy="59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902990C3-D8C1-5698-5F2D-7E15DCADF298}"/>
                    </a:ext>
                  </a:extLst>
                </p14:cNvPr>
                <p14:cNvContentPartPr/>
                <p14:nvPr/>
              </p14:nvContentPartPr>
              <p14:xfrm>
                <a:off x="2425610" y="4388127"/>
                <a:ext cx="255960" cy="44676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902990C3-D8C1-5698-5F2D-7E15DCADF298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2407610" y="4370127"/>
                  <a:ext cx="291600" cy="48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1DF3262A-DCB4-BA3C-0290-0D47F6841BCB}"/>
                    </a:ext>
                  </a:extLst>
                </p14:cNvPr>
                <p14:cNvContentPartPr/>
                <p14:nvPr/>
              </p14:nvContentPartPr>
              <p14:xfrm>
                <a:off x="2491130" y="4568487"/>
                <a:ext cx="129600" cy="3996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1DF3262A-DCB4-BA3C-0290-0D47F6841BCB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2473130" y="4550847"/>
                  <a:ext cx="16524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7A4792DF-C8AF-C78F-9778-B44555CCB340}"/>
                    </a:ext>
                  </a:extLst>
                </p14:cNvPr>
                <p14:cNvContentPartPr/>
                <p14:nvPr/>
              </p14:nvContentPartPr>
              <p14:xfrm>
                <a:off x="2815850" y="4298847"/>
                <a:ext cx="135720" cy="45144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7A4792DF-C8AF-C78F-9778-B44555CCB340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2798210" y="4281207"/>
                  <a:ext cx="171360" cy="48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6328658D-0487-669A-B605-A178F3135FEA}"/>
                    </a:ext>
                  </a:extLst>
                </p14:cNvPr>
                <p14:cNvContentPartPr/>
                <p14:nvPr/>
              </p14:nvContentPartPr>
              <p14:xfrm>
                <a:off x="3187010" y="4537527"/>
                <a:ext cx="232920" cy="3852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6328658D-0487-669A-B605-A178F3135FEA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3169010" y="4519527"/>
                  <a:ext cx="26856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7468E008-5466-02E4-7CD7-C58E6DB898EA}"/>
                    </a:ext>
                  </a:extLst>
                </p14:cNvPr>
                <p14:cNvContentPartPr/>
                <p14:nvPr/>
              </p14:nvContentPartPr>
              <p14:xfrm>
                <a:off x="3154250" y="4608807"/>
                <a:ext cx="267120" cy="5832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7468E008-5466-02E4-7CD7-C58E6DB898EA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3136610" y="4590807"/>
                  <a:ext cx="30276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BF8063C6-1C1F-488B-37F1-285C59FC5EAD}"/>
                    </a:ext>
                  </a:extLst>
                </p14:cNvPr>
                <p14:cNvContentPartPr/>
                <p14:nvPr/>
              </p14:nvContentPartPr>
              <p14:xfrm>
                <a:off x="3274130" y="4326927"/>
                <a:ext cx="150120" cy="48888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BF8063C6-1C1F-488B-37F1-285C59FC5EAD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3256490" y="4308927"/>
                  <a:ext cx="185760" cy="52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CC99A3E8-3B29-2A68-5A24-15E4771539EF}"/>
                    </a:ext>
                  </a:extLst>
                </p14:cNvPr>
                <p14:cNvContentPartPr/>
                <p14:nvPr/>
              </p14:nvContentPartPr>
              <p14:xfrm>
                <a:off x="3640970" y="4384167"/>
                <a:ext cx="317880" cy="38772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CC99A3E8-3B29-2A68-5A24-15E4771539EF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3622970" y="4366527"/>
                  <a:ext cx="353520" cy="42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3F1B069F-65FB-25C7-006F-395A7642DFAF}"/>
                    </a:ext>
                  </a:extLst>
                </p14:cNvPr>
                <p14:cNvContentPartPr/>
                <p14:nvPr/>
              </p14:nvContentPartPr>
              <p14:xfrm>
                <a:off x="1439570" y="1517127"/>
                <a:ext cx="6588720" cy="14688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3F1B069F-65FB-25C7-006F-395A7642DFAF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1421930" y="1499127"/>
                  <a:ext cx="6624360" cy="182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80">
            <p14:nvContentPartPr>
              <p14:cNvPr id="167" name="Ink 166">
                <a:extLst>
                  <a:ext uri="{FF2B5EF4-FFF2-40B4-BE49-F238E27FC236}">
                    <a16:creationId xmlns:a16="http://schemas.microsoft.com/office/drawing/2014/main" id="{E8868E60-D9C6-1B0A-7E10-42A3E2945964}"/>
                  </a:ext>
                </a:extLst>
              </p14:cNvPr>
              <p14:cNvContentPartPr/>
              <p14:nvPr/>
            </p14:nvContentPartPr>
            <p14:xfrm>
              <a:off x="2243810" y="5010567"/>
              <a:ext cx="4320" cy="360"/>
            </p14:xfrm>
          </p:contentPart>
        </mc:Choice>
        <mc:Fallback>
          <p:pic>
            <p:nvPicPr>
              <p:cNvPr id="167" name="Ink 166">
                <a:extLst>
                  <a:ext uri="{FF2B5EF4-FFF2-40B4-BE49-F238E27FC236}">
                    <a16:creationId xmlns:a16="http://schemas.microsoft.com/office/drawing/2014/main" id="{E8868E60-D9C6-1B0A-7E10-42A3E2945964}"/>
                  </a:ext>
                </a:extLst>
              </p:cNvPr>
              <p:cNvPicPr/>
              <p:nvPr/>
            </p:nvPicPr>
            <p:blipFill>
              <a:blip r:embed="rId281"/>
              <a:stretch>
                <a:fillRect/>
              </a:stretch>
            </p:blipFill>
            <p:spPr>
              <a:xfrm>
                <a:off x="2226170" y="4992927"/>
                <a:ext cx="3996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2">
            <p14:nvContentPartPr>
              <p14:cNvPr id="168" name="Ink 167">
                <a:extLst>
                  <a:ext uri="{FF2B5EF4-FFF2-40B4-BE49-F238E27FC236}">
                    <a16:creationId xmlns:a16="http://schemas.microsoft.com/office/drawing/2014/main" id="{070264AD-C4BA-55DB-2E89-BA066E8EF5C0}"/>
                  </a:ext>
                </a:extLst>
              </p14:cNvPr>
              <p14:cNvContentPartPr/>
              <p14:nvPr/>
            </p14:nvContentPartPr>
            <p14:xfrm>
              <a:off x="2678330" y="5029287"/>
              <a:ext cx="360" cy="360"/>
            </p14:xfrm>
          </p:contentPart>
        </mc:Choice>
        <mc:Fallback>
          <p:pic>
            <p:nvPicPr>
              <p:cNvPr id="168" name="Ink 167">
                <a:extLst>
                  <a:ext uri="{FF2B5EF4-FFF2-40B4-BE49-F238E27FC236}">
                    <a16:creationId xmlns:a16="http://schemas.microsoft.com/office/drawing/2014/main" id="{070264AD-C4BA-55DB-2E89-BA066E8EF5C0}"/>
                  </a:ext>
                </a:extLst>
              </p:cNvPr>
              <p:cNvPicPr/>
              <p:nvPr/>
            </p:nvPicPr>
            <p:blipFill>
              <a:blip r:embed="rId261"/>
              <a:stretch>
                <a:fillRect/>
              </a:stretch>
            </p:blipFill>
            <p:spPr>
              <a:xfrm>
                <a:off x="2660690" y="5011647"/>
                <a:ext cx="36000" cy="3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253975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E7AF2AC6-74B6-FC1C-4E8B-7B2A0965C4C2}"/>
              </a:ext>
            </a:extLst>
          </p:cNvPr>
          <p:cNvGrpSpPr/>
          <p:nvPr/>
        </p:nvGrpSpPr>
        <p:grpSpPr>
          <a:xfrm>
            <a:off x="98930" y="461967"/>
            <a:ext cx="450360" cy="266760"/>
            <a:chOff x="98930" y="461967"/>
            <a:chExt cx="450360" cy="266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F642CF89-A53E-F6E0-21A5-93EE9607524A}"/>
                    </a:ext>
                  </a:extLst>
                </p14:cNvPr>
                <p14:cNvContentPartPr/>
                <p14:nvPr/>
              </p14:nvContentPartPr>
              <p14:xfrm>
                <a:off x="98930" y="461967"/>
                <a:ext cx="301320" cy="26676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F642CF89-A53E-F6E0-21A5-93EE9607524A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81290" y="444327"/>
                  <a:ext cx="336960" cy="30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986C456D-1486-F72A-F296-FC4578D2280A}"/>
                    </a:ext>
                  </a:extLst>
                </p14:cNvPr>
                <p14:cNvContentPartPr/>
                <p14:nvPr/>
              </p14:nvContentPartPr>
              <p14:xfrm>
                <a:off x="525530" y="635127"/>
                <a:ext cx="23760" cy="3024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986C456D-1486-F72A-F296-FC4578D2280A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07530" y="617127"/>
                  <a:ext cx="59400" cy="65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9339E488-E123-F4F2-77BB-5884BEFCFC88}"/>
              </a:ext>
            </a:extLst>
          </p:cNvPr>
          <p:cNvGrpSpPr/>
          <p:nvPr/>
        </p:nvGrpSpPr>
        <p:grpSpPr>
          <a:xfrm>
            <a:off x="1215290" y="454407"/>
            <a:ext cx="956160" cy="351720"/>
            <a:chOff x="1215290" y="454407"/>
            <a:chExt cx="956160" cy="351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476CB9E3-95BD-AC31-1685-FA8D307869AB}"/>
                    </a:ext>
                  </a:extLst>
                </p14:cNvPr>
                <p14:cNvContentPartPr/>
                <p14:nvPr/>
              </p14:nvContentPartPr>
              <p14:xfrm>
                <a:off x="1215290" y="454407"/>
                <a:ext cx="338400" cy="35172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476CB9E3-95BD-AC31-1685-FA8D307869AB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197290" y="436767"/>
                  <a:ext cx="374040" cy="38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45889489-9351-F79D-F05F-AC3D652D8195}"/>
                    </a:ext>
                  </a:extLst>
                </p14:cNvPr>
                <p14:cNvContentPartPr/>
                <p14:nvPr/>
              </p14:nvContentPartPr>
              <p14:xfrm>
                <a:off x="1696970" y="464487"/>
                <a:ext cx="474480" cy="33588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45889489-9351-F79D-F05F-AC3D652D8195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679330" y="446847"/>
                  <a:ext cx="510120" cy="371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0B5A98B5-EEAA-0E73-A9C4-3A74245071A3}"/>
              </a:ext>
            </a:extLst>
          </p:cNvPr>
          <p:cNvGrpSpPr/>
          <p:nvPr/>
        </p:nvGrpSpPr>
        <p:grpSpPr>
          <a:xfrm>
            <a:off x="2833490" y="504807"/>
            <a:ext cx="1810440" cy="307800"/>
            <a:chOff x="2833490" y="504807"/>
            <a:chExt cx="1810440" cy="307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19416922-A576-DCCB-4AC8-588DE1974EDA}"/>
                    </a:ext>
                  </a:extLst>
                </p14:cNvPr>
                <p14:cNvContentPartPr/>
                <p14:nvPr/>
              </p14:nvContentPartPr>
              <p14:xfrm>
                <a:off x="2833490" y="657447"/>
                <a:ext cx="42480" cy="15516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19416922-A576-DCCB-4AC8-588DE1974EDA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815850" y="639807"/>
                  <a:ext cx="7812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F9BD1980-7418-261D-A67B-279C404991A0}"/>
                    </a:ext>
                  </a:extLst>
                </p14:cNvPr>
                <p14:cNvContentPartPr/>
                <p14:nvPr/>
              </p14:nvContentPartPr>
              <p14:xfrm>
                <a:off x="2955890" y="504807"/>
                <a:ext cx="2520" cy="2088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F9BD1980-7418-261D-A67B-279C404991A0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938250" y="487167"/>
                  <a:ext cx="3816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2F679A05-643E-A78F-425D-EEC348FF6335}"/>
                    </a:ext>
                  </a:extLst>
                </p14:cNvPr>
                <p14:cNvContentPartPr/>
                <p14:nvPr/>
              </p14:nvContentPartPr>
              <p14:xfrm>
                <a:off x="3028970" y="649887"/>
                <a:ext cx="181800" cy="12564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2F679A05-643E-A78F-425D-EEC348FF6335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010970" y="632247"/>
                  <a:ext cx="21744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5E57D4CF-7A30-11C7-8BD0-B63C69ADF052}"/>
                    </a:ext>
                  </a:extLst>
                </p14:cNvPr>
                <p14:cNvContentPartPr/>
                <p14:nvPr/>
              </p14:nvContentPartPr>
              <p14:xfrm>
                <a:off x="3327770" y="585807"/>
                <a:ext cx="1316160" cy="20124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5E57D4CF-7A30-11C7-8BD0-B63C69ADF052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309770" y="568167"/>
                  <a:ext cx="1351800" cy="236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23EBFE38-5B58-E83A-2E97-2E8717D60F51}"/>
                  </a:ext>
                </a:extLst>
              </p14:cNvPr>
              <p14:cNvContentPartPr/>
              <p14:nvPr/>
            </p14:nvContentPartPr>
            <p14:xfrm>
              <a:off x="5247650" y="570327"/>
              <a:ext cx="432360" cy="80712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23EBFE38-5B58-E83A-2E97-2E8717D60F51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5229650" y="552687"/>
                <a:ext cx="468000" cy="84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DA6E5AF1-5C04-5E21-3F71-031479D13EA4}"/>
                  </a:ext>
                </a:extLst>
              </p14:cNvPr>
              <p14:cNvContentPartPr/>
              <p14:nvPr/>
            </p14:nvContentPartPr>
            <p14:xfrm>
              <a:off x="6598730" y="598767"/>
              <a:ext cx="246240" cy="18792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DA6E5AF1-5C04-5E21-3F71-031479D13EA4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6581090" y="580767"/>
                <a:ext cx="281880" cy="22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5142FDA0-3E55-8949-2C97-ECE8EB4818EA}"/>
                  </a:ext>
                </a:extLst>
              </p14:cNvPr>
              <p14:cNvContentPartPr/>
              <p14:nvPr/>
            </p14:nvContentPartPr>
            <p14:xfrm>
              <a:off x="9474050" y="361887"/>
              <a:ext cx="11880" cy="3168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5142FDA0-3E55-8949-2C97-ECE8EB4818EA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9456050" y="344247"/>
                <a:ext cx="47520" cy="67320"/>
              </a:xfrm>
              <a:prstGeom prst="rect">
                <a:avLst/>
              </a:prstGeom>
            </p:spPr>
          </p:pic>
        </mc:Fallback>
      </mc:AlternateContent>
      <p:grpSp>
        <p:nvGrpSpPr>
          <p:cNvPr id="36" name="Group 35">
            <a:extLst>
              <a:ext uri="{FF2B5EF4-FFF2-40B4-BE49-F238E27FC236}">
                <a16:creationId xmlns:a16="http://schemas.microsoft.com/office/drawing/2014/main" id="{2634B163-82B0-1D76-8BC6-16EDD28518C6}"/>
              </a:ext>
            </a:extLst>
          </p:cNvPr>
          <p:cNvGrpSpPr/>
          <p:nvPr/>
        </p:nvGrpSpPr>
        <p:grpSpPr>
          <a:xfrm>
            <a:off x="7216130" y="345327"/>
            <a:ext cx="1545480" cy="414720"/>
            <a:chOff x="7216130" y="345327"/>
            <a:chExt cx="1545480" cy="414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E43D6B63-E0E8-8B55-13F5-BF7550E8E4B5}"/>
                    </a:ext>
                  </a:extLst>
                </p14:cNvPr>
                <p14:cNvContentPartPr/>
                <p14:nvPr/>
              </p14:nvContentPartPr>
              <p14:xfrm>
                <a:off x="7216130" y="613887"/>
                <a:ext cx="352800" cy="14184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E43D6B63-E0E8-8B55-13F5-BF7550E8E4B5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7198490" y="596247"/>
                  <a:ext cx="38844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AB99F57B-82F4-0CCD-0BEC-5E962768171F}"/>
                    </a:ext>
                  </a:extLst>
                </p14:cNvPr>
                <p14:cNvContentPartPr/>
                <p14:nvPr/>
              </p14:nvContentPartPr>
              <p14:xfrm>
                <a:off x="7640930" y="345327"/>
                <a:ext cx="832320" cy="41472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AB99F57B-82F4-0CCD-0BEC-5E962768171F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7623290" y="327687"/>
                  <a:ext cx="867960" cy="45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761E3182-745F-20C4-B114-B52FC089B6EC}"/>
                    </a:ext>
                  </a:extLst>
                </p14:cNvPr>
                <p14:cNvContentPartPr/>
                <p14:nvPr/>
              </p14:nvContentPartPr>
              <p14:xfrm>
                <a:off x="8599250" y="587247"/>
                <a:ext cx="86760" cy="11556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761E3182-745F-20C4-B114-B52FC089B6EC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8581250" y="569247"/>
                  <a:ext cx="12240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B7A0E87D-ED7C-BE78-5C46-581ED4DFAE93}"/>
                    </a:ext>
                  </a:extLst>
                </p14:cNvPr>
                <p14:cNvContentPartPr/>
                <p14:nvPr/>
              </p14:nvContentPartPr>
              <p14:xfrm>
                <a:off x="8551370" y="555927"/>
                <a:ext cx="210240" cy="17712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B7A0E87D-ED7C-BE78-5C46-581ED4DFAE93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8533730" y="537927"/>
                  <a:ext cx="24588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6941E2AA-CD14-A2E0-26AB-0BCD20C951B4}"/>
                    </a:ext>
                  </a:extLst>
                </p14:cNvPr>
                <p14:cNvContentPartPr/>
                <p14:nvPr/>
              </p14:nvContentPartPr>
              <p14:xfrm>
                <a:off x="8645330" y="396447"/>
                <a:ext cx="17640" cy="3708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6941E2AA-CD14-A2E0-26AB-0BCD20C951B4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8627330" y="378807"/>
                  <a:ext cx="5328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B198E906-DFC6-6C0F-FB7C-8B86F5D38382}"/>
                    </a:ext>
                  </a:extLst>
                </p14:cNvPr>
                <p14:cNvContentPartPr/>
                <p14:nvPr/>
              </p14:nvContentPartPr>
              <p14:xfrm>
                <a:off x="7994810" y="384207"/>
                <a:ext cx="185760" cy="1548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B198E906-DFC6-6C0F-FB7C-8B86F5D38382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7976810" y="366567"/>
                  <a:ext cx="22140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D1B85B39-FB9A-40DC-CBD4-69907B3D7DBC}"/>
                    </a:ext>
                  </a:extLst>
                </p14:cNvPr>
                <p14:cNvContentPartPr/>
                <p14:nvPr/>
              </p14:nvContentPartPr>
              <p14:xfrm>
                <a:off x="7894010" y="379527"/>
                <a:ext cx="191880" cy="2664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D1B85B39-FB9A-40DC-CBD4-69907B3D7DBC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7876370" y="361527"/>
                  <a:ext cx="227520" cy="62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E4526FB0-188A-B577-8D1D-BC1871EF6A80}"/>
                  </a:ext>
                </a:extLst>
              </p14:cNvPr>
              <p14:cNvContentPartPr/>
              <p14:nvPr/>
            </p14:nvContentPartPr>
            <p14:xfrm>
              <a:off x="9313850" y="598407"/>
              <a:ext cx="87120" cy="18180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E4526FB0-188A-B577-8D1D-BC1871EF6A80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9295850" y="580767"/>
                <a:ext cx="122760" cy="21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C0EC1703-A912-5F68-086E-937EE632A4A9}"/>
                  </a:ext>
                </a:extLst>
              </p14:cNvPr>
              <p14:cNvContentPartPr/>
              <p14:nvPr/>
            </p14:nvContentPartPr>
            <p14:xfrm>
              <a:off x="9519410" y="606687"/>
              <a:ext cx="110880" cy="15012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C0EC1703-A912-5F68-086E-937EE632A4A9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9501770" y="588687"/>
                <a:ext cx="146520" cy="185760"/>
              </a:xfrm>
              <a:prstGeom prst="rect">
                <a:avLst/>
              </a:prstGeom>
            </p:spPr>
          </p:pic>
        </mc:Fallback>
      </mc:AlternateContent>
      <p:grpSp>
        <p:nvGrpSpPr>
          <p:cNvPr id="46" name="Group 45">
            <a:extLst>
              <a:ext uri="{FF2B5EF4-FFF2-40B4-BE49-F238E27FC236}">
                <a16:creationId xmlns:a16="http://schemas.microsoft.com/office/drawing/2014/main" id="{D60B9271-4166-F50A-921D-6044E8FADFED}"/>
              </a:ext>
            </a:extLst>
          </p:cNvPr>
          <p:cNvGrpSpPr/>
          <p:nvPr/>
        </p:nvGrpSpPr>
        <p:grpSpPr>
          <a:xfrm>
            <a:off x="200810" y="1395447"/>
            <a:ext cx="1631880" cy="771480"/>
            <a:chOff x="200810" y="1395447"/>
            <a:chExt cx="1631880" cy="771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0BA2FE4D-48AD-50EC-D152-9FBA614EFA64}"/>
                    </a:ext>
                  </a:extLst>
                </p14:cNvPr>
                <p14:cNvContentPartPr/>
                <p14:nvPr/>
              </p14:nvContentPartPr>
              <p14:xfrm>
                <a:off x="200810" y="1395447"/>
                <a:ext cx="399600" cy="50292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0BA2FE4D-48AD-50EC-D152-9FBA614EFA64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83170" y="1377807"/>
                  <a:ext cx="435240" cy="53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736B4743-F122-7B0A-A564-C02D22A2138B}"/>
                    </a:ext>
                  </a:extLst>
                </p14:cNvPr>
                <p14:cNvContentPartPr/>
                <p14:nvPr/>
              </p14:nvContentPartPr>
              <p14:xfrm>
                <a:off x="553970" y="1673727"/>
                <a:ext cx="297000" cy="17640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736B4743-F122-7B0A-A564-C02D22A2138B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35970" y="1655727"/>
                  <a:ext cx="332640" cy="21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E3008BD3-7B5A-70D9-3F67-00B5DAFC379B}"/>
                    </a:ext>
                  </a:extLst>
                </p14:cNvPr>
                <p14:cNvContentPartPr/>
                <p14:nvPr/>
              </p14:nvContentPartPr>
              <p14:xfrm>
                <a:off x="969770" y="1462767"/>
                <a:ext cx="523080" cy="70416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E3008BD3-7B5A-70D9-3F67-00B5DAFC379B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951770" y="1445127"/>
                  <a:ext cx="558720" cy="73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D906CEAB-23AE-076F-561A-B480DCA034A3}"/>
                    </a:ext>
                  </a:extLst>
                </p14:cNvPr>
                <p14:cNvContentPartPr/>
                <p14:nvPr/>
              </p14:nvContentPartPr>
              <p14:xfrm>
                <a:off x="1815770" y="1496247"/>
                <a:ext cx="16920" cy="5364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D906CEAB-23AE-076F-561A-B480DCA034A3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797770" y="1478607"/>
                  <a:ext cx="5256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5DF24B85-DC13-E70C-CC46-C528DA48F017}"/>
                    </a:ext>
                  </a:extLst>
                </p14:cNvPr>
                <p14:cNvContentPartPr/>
                <p14:nvPr/>
              </p14:nvContentPartPr>
              <p14:xfrm>
                <a:off x="1717850" y="1755447"/>
                <a:ext cx="28800" cy="2916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5DF24B85-DC13-E70C-CC46-C528DA48F017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700210" y="1737447"/>
                  <a:ext cx="64440" cy="64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3440E9D7-8EB6-5F60-7801-284D4C5F1A47}"/>
              </a:ext>
            </a:extLst>
          </p:cNvPr>
          <p:cNvGrpSpPr/>
          <p:nvPr/>
        </p:nvGrpSpPr>
        <p:grpSpPr>
          <a:xfrm>
            <a:off x="2694890" y="1392927"/>
            <a:ext cx="793800" cy="411120"/>
            <a:chOff x="2694890" y="1392927"/>
            <a:chExt cx="793800" cy="411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3E5B45B9-EE6C-E88D-87E8-BEC454067402}"/>
                    </a:ext>
                  </a:extLst>
                </p14:cNvPr>
                <p14:cNvContentPartPr/>
                <p14:nvPr/>
              </p14:nvContentPartPr>
              <p14:xfrm>
                <a:off x="2694890" y="1392927"/>
                <a:ext cx="678960" cy="41112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3E5B45B9-EE6C-E88D-87E8-BEC454067402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2676890" y="1375287"/>
                  <a:ext cx="714600" cy="44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B8A2F559-B856-3843-E50B-39DAE328AA2D}"/>
                    </a:ext>
                  </a:extLst>
                </p14:cNvPr>
                <p14:cNvContentPartPr/>
                <p14:nvPr/>
              </p14:nvContentPartPr>
              <p14:xfrm>
                <a:off x="3264410" y="1549527"/>
                <a:ext cx="224280" cy="2448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B8A2F559-B856-3843-E50B-39DAE328AA2D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3246410" y="1531887"/>
                  <a:ext cx="259920" cy="60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DB585D74-59C1-CA88-8897-77A88356818C}"/>
              </a:ext>
            </a:extLst>
          </p:cNvPr>
          <p:cNvGrpSpPr/>
          <p:nvPr/>
        </p:nvGrpSpPr>
        <p:grpSpPr>
          <a:xfrm>
            <a:off x="7455890" y="1595247"/>
            <a:ext cx="338040" cy="318600"/>
            <a:chOff x="7455890" y="1595247"/>
            <a:chExt cx="338040" cy="318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6A36BBCA-BBF4-36DA-8CB8-FA2E9799FCC8}"/>
                    </a:ext>
                  </a:extLst>
                </p14:cNvPr>
                <p14:cNvContentPartPr/>
                <p14:nvPr/>
              </p14:nvContentPartPr>
              <p14:xfrm>
                <a:off x="7455890" y="1595247"/>
                <a:ext cx="273960" cy="31860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6A36BBCA-BBF4-36DA-8CB8-FA2E9799FCC8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7438250" y="1577247"/>
                  <a:ext cx="309600" cy="35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16C189A0-6D77-D7BC-48A0-7E97631403D1}"/>
                    </a:ext>
                  </a:extLst>
                </p14:cNvPr>
                <p14:cNvContentPartPr/>
                <p14:nvPr/>
              </p14:nvContentPartPr>
              <p14:xfrm>
                <a:off x="7518170" y="1731327"/>
                <a:ext cx="275760" cy="2592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16C189A0-6D77-D7BC-48A0-7E97631403D1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7500170" y="1713687"/>
                  <a:ext cx="311400" cy="61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9ADBAAE5-C742-FCBE-3B29-FE07BEF8C13E}"/>
              </a:ext>
            </a:extLst>
          </p:cNvPr>
          <p:cNvGrpSpPr/>
          <p:nvPr/>
        </p:nvGrpSpPr>
        <p:grpSpPr>
          <a:xfrm>
            <a:off x="8429330" y="1664007"/>
            <a:ext cx="242280" cy="197280"/>
            <a:chOff x="8429330" y="1664007"/>
            <a:chExt cx="242280" cy="197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57D58857-3B3B-73ED-DD16-4F15456DCBC2}"/>
                    </a:ext>
                  </a:extLst>
                </p14:cNvPr>
                <p14:cNvContentPartPr/>
                <p14:nvPr/>
              </p14:nvContentPartPr>
              <p14:xfrm>
                <a:off x="8429330" y="1664007"/>
                <a:ext cx="74160" cy="19728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57D58857-3B3B-73ED-DD16-4F15456DCBC2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8411690" y="1646367"/>
                  <a:ext cx="109800" cy="23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8D9C08B8-4016-1A53-6307-75899DEAA008}"/>
                    </a:ext>
                  </a:extLst>
                </p14:cNvPr>
                <p14:cNvContentPartPr/>
                <p14:nvPr/>
              </p14:nvContentPartPr>
              <p14:xfrm>
                <a:off x="8548130" y="1673367"/>
                <a:ext cx="123480" cy="17460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8D9C08B8-4016-1A53-6307-75899DEAA008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8530130" y="1655727"/>
                  <a:ext cx="159120" cy="210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F9C39BB7-149E-3A02-7341-CDF9854B79FB}"/>
                  </a:ext>
                </a:extLst>
              </p14:cNvPr>
              <p14:cNvContentPartPr/>
              <p14:nvPr/>
            </p14:nvContentPartPr>
            <p14:xfrm>
              <a:off x="8620130" y="1439367"/>
              <a:ext cx="2520" cy="40680"/>
            </p14:xfrm>
          </p:contentPart>
        </mc:Choice>
        <mc:Fallback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F9C39BB7-149E-3A02-7341-CDF9854B79FB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8602130" y="1421727"/>
                <a:ext cx="38160" cy="76320"/>
              </a:xfrm>
              <a:prstGeom prst="rect">
                <a:avLst/>
              </a:prstGeom>
            </p:spPr>
          </p:pic>
        </mc:Fallback>
      </mc:AlternateContent>
      <p:grpSp>
        <p:nvGrpSpPr>
          <p:cNvPr id="84" name="Group 83">
            <a:extLst>
              <a:ext uri="{FF2B5EF4-FFF2-40B4-BE49-F238E27FC236}">
                <a16:creationId xmlns:a16="http://schemas.microsoft.com/office/drawing/2014/main" id="{8B2CF17D-BB33-9D04-A27D-58F981886C7E}"/>
              </a:ext>
            </a:extLst>
          </p:cNvPr>
          <p:cNvGrpSpPr/>
          <p:nvPr/>
        </p:nvGrpSpPr>
        <p:grpSpPr>
          <a:xfrm>
            <a:off x="9126650" y="1387887"/>
            <a:ext cx="2775960" cy="849960"/>
            <a:chOff x="9126650" y="1387887"/>
            <a:chExt cx="2775960" cy="849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E4475675-EA98-D385-9E54-F073A919A2F2}"/>
                    </a:ext>
                  </a:extLst>
                </p14:cNvPr>
                <p14:cNvContentPartPr/>
                <p14:nvPr/>
              </p14:nvContentPartPr>
              <p14:xfrm>
                <a:off x="9126650" y="1559967"/>
                <a:ext cx="238320" cy="15660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E4475675-EA98-D385-9E54-F073A919A2F2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9108650" y="1541967"/>
                  <a:ext cx="27396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07DC55C9-8014-1CCA-5EF4-8A9A5D065B25}"/>
                    </a:ext>
                  </a:extLst>
                </p14:cNvPr>
                <p14:cNvContentPartPr/>
                <p14:nvPr/>
              </p14:nvContentPartPr>
              <p14:xfrm>
                <a:off x="9510770" y="1553487"/>
                <a:ext cx="100440" cy="12636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07DC55C9-8014-1CCA-5EF4-8A9A5D065B25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9492770" y="1535487"/>
                  <a:ext cx="13608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22F471C4-58D8-A4A3-AC90-81666447F2AB}"/>
                    </a:ext>
                  </a:extLst>
                </p14:cNvPr>
                <p14:cNvContentPartPr/>
                <p14:nvPr/>
              </p14:nvContentPartPr>
              <p14:xfrm>
                <a:off x="9691850" y="1535127"/>
                <a:ext cx="130680" cy="15120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22F471C4-58D8-A4A3-AC90-81666447F2AB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9673850" y="1517127"/>
                  <a:ext cx="16632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E3858B8C-6E62-F084-B8D7-4EA5529C8C81}"/>
                    </a:ext>
                  </a:extLst>
                </p14:cNvPr>
                <p14:cNvContentPartPr/>
                <p14:nvPr/>
              </p14:nvContentPartPr>
              <p14:xfrm>
                <a:off x="9937370" y="1586967"/>
                <a:ext cx="187560" cy="6912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E3858B8C-6E62-F084-B8D7-4EA5529C8C81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9919370" y="1569327"/>
                  <a:ext cx="22320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45A0E63D-0964-7AC8-2C7E-7EAACB2B2DBD}"/>
                    </a:ext>
                  </a:extLst>
                </p14:cNvPr>
                <p14:cNvContentPartPr/>
                <p14:nvPr/>
              </p14:nvContentPartPr>
              <p14:xfrm>
                <a:off x="10275770" y="1537647"/>
                <a:ext cx="113760" cy="17388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45A0E63D-0964-7AC8-2C7E-7EAACB2B2DBD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0257770" y="1519647"/>
                  <a:ext cx="14940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0BB03A58-C4AE-C731-119B-70B15A221059}"/>
                    </a:ext>
                  </a:extLst>
                </p14:cNvPr>
                <p14:cNvContentPartPr/>
                <p14:nvPr/>
              </p14:nvContentPartPr>
              <p14:xfrm>
                <a:off x="10429130" y="1577247"/>
                <a:ext cx="33840" cy="14112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0BB03A58-C4AE-C731-119B-70B15A221059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0411490" y="1559607"/>
                  <a:ext cx="6948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27820826-3704-5F8F-0A33-E303FC62210F}"/>
                    </a:ext>
                  </a:extLst>
                </p14:cNvPr>
                <p14:cNvContentPartPr/>
                <p14:nvPr/>
              </p14:nvContentPartPr>
              <p14:xfrm>
                <a:off x="10524170" y="1395807"/>
                <a:ext cx="24480" cy="2268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27820826-3704-5F8F-0A33-E303FC62210F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0506170" y="1378167"/>
                  <a:ext cx="6012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5EE7635F-3783-4C09-C429-C298ACE5AACE}"/>
                    </a:ext>
                  </a:extLst>
                </p14:cNvPr>
                <p14:cNvContentPartPr/>
                <p14:nvPr/>
              </p14:nvContentPartPr>
              <p14:xfrm>
                <a:off x="10579610" y="1594527"/>
                <a:ext cx="165960" cy="14364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5EE7635F-3783-4C09-C429-C298ACE5AACE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0561970" y="1576887"/>
                  <a:ext cx="20160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45324AD3-2CFC-7A47-0A21-7787BEC332DC}"/>
                    </a:ext>
                  </a:extLst>
                </p14:cNvPr>
                <p14:cNvContentPartPr/>
                <p14:nvPr/>
              </p14:nvContentPartPr>
              <p14:xfrm>
                <a:off x="10453970" y="1601727"/>
                <a:ext cx="457200" cy="63612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45324AD3-2CFC-7A47-0A21-7787BEC332DC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0435970" y="1584087"/>
                  <a:ext cx="492840" cy="67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4A642C4D-0AB7-0954-1EA1-E7CF7256EE97}"/>
                    </a:ext>
                  </a:extLst>
                </p14:cNvPr>
                <p14:cNvContentPartPr/>
                <p14:nvPr/>
              </p14:nvContentPartPr>
              <p14:xfrm>
                <a:off x="10977410" y="1612167"/>
                <a:ext cx="227520" cy="14472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4A642C4D-0AB7-0954-1EA1-E7CF7256EE97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0959410" y="1594167"/>
                  <a:ext cx="26316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A564F321-EE8D-13EF-6B32-27C320CAD4F6}"/>
                    </a:ext>
                  </a:extLst>
                </p14:cNvPr>
                <p14:cNvContentPartPr/>
                <p14:nvPr/>
              </p14:nvContentPartPr>
              <p14:xfrm>
                <a:off x="11293490" y="1387887"/>
                <a:ext cx="132120" cy="35532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A564F321-EE8D-13EF-6B32-27C320CAD4F6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1275850" y="1369887"/>
                  <a:ext cx="167760" cy="39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5C01DF9B-DF5F-6E86-DD85-0253AB546E8E}"/>
                    </a:ext>
                  </a:extLst>
                </p14:cNvPr>
                <p14:cNvContentPartPr/>
                <p14:nvPr/>
              </p14:nvContentPartPr>
              <p14:xfrm>
                <a:off x="11396450" y="1602087"/>
                <a:ext cx="126720" cy="13608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5C01DF9B-DF5F-6E86-DD85-0253AB546E8E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1378810" y="1584447"/>
                  <a:ext cx="16236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ED507D5C-2FEA-0CE2-87D0-2928626CD74B}"/>
                    </a:ext>
                  </a:extLst>
                </p14:cNvPr>
                <p14:cNvContentPartPr/>
                <p14:nvPr/>
              </p14:nvContentPartPr>
              <p14:xfrm>
                <a:off x="11607410" y="1554567"/>
                <a:ext cx="295200" cy="22176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ED507D5C-2FEA-0CE2-87D0-2928626CD74B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1589770" y="1536567"/>
                  <a:ext cx="330840" cy="257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1441C99E-F40A-D2F4-5CAB-94325C72CEB5}"/>
              </a:ext>
            </a:extLst>
          </p:cNvPr>
          <p:cNvGrpSpPr/>
          <p:nvPr/>
        </p:nvGrpSpPr>
        <p:grpSpPr>
          <a:xfrm>
            <a:off x="1719650" y="2128407"/>
            <a:ext cx="1647360" cy="491400"/>
            <a:chOff x="1719650" y="2128407"/>
            <a:chExt cx="1647360" cy="491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3DBF490A-669A-7F2A-E119-7789CA381590}"/>
                    </a:ext>
                  </a:extLst>
                </p14:cNvPr>
                <p14:cNvContentPartPr/>
                <p14:nvPr/>
              </p14:nvContentPartPr>
              <p14:xfrm>
                <a:off x="1719650" y="2349087"/>
                <a:ext cx="306360" cy="18540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3DBF490A-669A-7F2A-E119-7789CA381590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701650" y="2331087"/>
                  <a:ext cx="34200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6AD56EFE-5584-6E97-985A-97BB35797C7B}"/>
                    </a:ext>
                  </a:extLst>
                </p14:cNvPr>
                <p14:cNvContentPartPr/>
                <p14:nvPr/>
              </p14:nvContentPartPr>
              <p14:xfrm>
                <a:off x="2181530" y="2128407"/>
                <a:ext cx="831600" cy="45036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6AD56EFE-5584-6E97-985A-97BB35797C7B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2163890" y="2110767"/>
                  <a:ext cx="867240" cy="48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62A6E286-880A-40BD-EE04-64CF49AFAD87}"/>
                    </a:ext>
                  </a:extLst>
                </p14:cNvPr>
                <p14:cNvContentPartPr/>
                <p14:nvPr/>
              </p14:nvContentPartPr>
              <p14:xfrm>
                <a:off x="3088010" y="2438727"/>
                <a:ext cx="279000" cy="18108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62A6E286-880A-40BD-EE04-64CF49AFAD87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3070010" y="2420727"/>
                  <a:ext cx="31464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37A87BC9-B53B-C143-5414-A8E020D2C293}"/>
                    </a:ext>
                  </a:extLst>
                </p14:cNvPr>
                <p14:cNvContentPartPr/>
                <p14:nvPr/>
              </p14:nvContentPartPr>
              <p14:xfrm>
                <a:off x="3100610" y="2157567"/>
                <a:ext cx="96840" cy="4752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37A87BC9-B53B-C143-5414-A8E020D2C293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3082970" y="2139567"/>
                  <a:ext cx="13248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41BAE975-7039-A198-E592-B058E2EF4E7B}"/>
                    </a:ext>
                  </a:extLst>
                </p14:cNvPr>
                <p14:cNvContentPartPr/>
                <p14:nvPr/>
              </p14:nvContentPartPr>
              <p14:xfrm>
                <a:off x="2421650" y="2150367"/>
                <a:ext cx="321480" cy="4464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41BAE975-7039-A198-E592-B058E2EF4E7B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2404010" y="2132727"/>
                  <a:ext cx="357120" cy="80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B0C8B74B-DC5B-E1AD-CC2A-6D8350B3FB19}"/>
              </a:ext>
            </a:extLst>
          </p:cNvPr>
          <p:cNvGrpSpPr/>
          <p:nvPr/>
        </p:nvGrpSpPr>
        <p:grpSpPr>
          <a:xfrm>
            <a:off x="3904130" y="1630887"/>
            <a:ext cx="2750040" cy="1005480"/>
            <a:chOff x="3904130" y="1630887"/>
            <a:chExt cx="2750040" cy="1005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5DB432EF-5E45-0EA3-59C9-AF716AF99850}"/>
                    </a:ext>
                  </a:extLst>
                </p14:cNvPr>
                <p14:cNvContentPartPr/>
                <p14:nvPr/>
              </p14:nvContentPartPr>
              <p14:xfrm>
                <a:off x="3904130" y="1652127"/>
                <a:ext cx="203760" cy="17604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5DB432EF-5E45-0EA3-59C9-AF716AF99850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3886490" y="1634487"/>
                  <a:ext cx="23940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F5308E4B-9187-5C61-9F65-0A43CEA0BD7C}"/>
                    </a:ext>
                  </a:extLst>
                </p14:cNvPr>
                <p14:cNvContentPartPr/>
                <p14:nvPr/>
              </p14:nvContentPartPr>
              <p14:xfrm>
                <a:off x="4146770" y="1645647"/>
                <a:ext cx="140040" cy="16920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F5308E4B-9187-5C61-9F65-0A43CEA0BD7C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4128770" y="1628007"/>
                  <a:ext cx="17568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FB7DB1BB-47BB-937D-3527-7BBAC83761B0}"/>
                    </a:ext>
                  </a:extLst>
                </p14:cNvPr>
                <p14:cNvContentPartPr/>
                <p14:nvPr/>
              </p14:nvContentPartPr>
              <p14:xfrm>
                <a:off x="5033810" y="1707567"/>
                <a:ext cx="137160" cy="18360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FB7DB1BB-47BB-937D-3527-7BBAC83761B0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5016170" y="1689927"/>
                  <a:ext cx="17280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149A2C03-19BA-D404-249E-1A32B7F48BF3}"/>
                    </a:ext>
                  </a:extLst>
                </p14:cNvPr>
                <p14:cNvContentPartPr/>
                <p14:nvPr/>
              </p14:nvContentPartPr>
              <p14:xfrm>
                <a:off x="5257370" y="1697847"/>
                <a:ext cx="191520" cy="23328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149A2C03-19BA-D404-249E-1A32B7F48BF3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5239370" y="1680207"/>
                  <a:ext cx="227160" cy="26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CAB713DD-B100-745B-6D86-D6F9A8C01D13}"/>
                    </a:ext>
                  </a:extLst>
                </p14:cNvPr>
                <p14:cNvContentPartPr/>
                <p14:nvPr/>
              </p14:nvContentPartPr>
              <p14:xfrm>
                <a:off x="5426570" y="1742127"/>
                <a:ext cx="141480" cy="51804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CAB713DD-B100-745B-6D86-D6F9A8C01D13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5408930" y="1724487"/>
                  <a:ext cx="177120" cy="55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B8DD9893-6123-5A19-CB0E-66628658F926}"/>
                    </a:ext>
                  </a:extLst>
                </p14:cNvPr>
                <p14:cNvContentPartPr/>
                <p14:nvPr/>
              </p14:nvContentPartPr>
              <p14:xfrm>
                <a:off x="5464010" y="1745367"/>
                <a:ext cx="255960" cy="21420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B8DD9893-6123-5A19-CB0E-66628658F926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5446010" y="1727367"/>
                  <a:ext cx="291600" cy="24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CAF9265F-E3B1-E305-2448-8F57137852B2}"/>
                    </a:ext>
                  </a:extLst>
                </p14:cNvPr>
                <p14:cNvContentPartPr/>
                <p14:nvPr/>
              </p14:nvContentPartPr>
              <p14:xfrm>
                <a:off x="5742650" y="1739607"/>
                <a:ext cx="75240" cy="41724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CAF9265F-E3B1-E305-2448-8F57137852B2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5724650" y="1721607"/>
                  <a:ext cx="110880" cy="45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7CE7AD11-F249-7DFB-4D3E-C391985E1B43}"/>
                    </a:ext>
                  </a:extLst>
                </p14:cNvPr>
                <p14:cNvContentPartPr/>
                <p14:nvPr/>
              </p14:nvContentPartPr>
              <p14:xfrm>
                <a:off x="5800610" y="1698207"/>
                <a:ext cx="165600" cy="16020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7CE7AD11-F249-7DFB-4D3E-C391985E1B43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5782610" y="1680207"/>
                  <a:ext cx="20124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FE0F2129-24B2-199C-700C-5ADF4B809E03}"/>
                    </a:ext>
                  </a:extLst>
                </p14:cNvPr>
                <p14:cNvContentPartPr/>
                <p14:nvPr/>
              </p14:nvContentPartPr>
              <p14:xfrm>
                <a:off x="6079970" y="1630887"/>
                <a:ext cx="574200" cy="20088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FE0F2129-24B2-199C-700C-5ADF4B809E03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6061970" y="1613247"/>
                  <a:ext cx="609840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09BFECFA-5AF9-D9C8-B201-CDCF2D308ABD}"/>
                    </a:ext>
                  </a:extLst>
                </p14:cNvPr>
                <p14:cNvContentPartPr/>
                <p14:nvPr/>
              </p14:nvContentPartPr>
              <p14:xfrm>
                <a:off x="4276010" y="2430087"/>
                <a:ext cx="471600" cy="19728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09BFECFA-5AF9-D9C8-B201-CDCF2D308ABD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4258370" y="2412087"/>
                  <a:ext cx="507240" cy="23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194C50A0-3A86-80B0-E683-CF696F438A13}"/>
                    </a:ext>
                  </a:extLst>
                </p14:cNvPr>
                <p14:cNvContentPartPr/>
                <p14:nvPr/>
              </p14:nvContentPartPr>
              <p14:xfrm>
                <a:off x="4801970" y="2197887"/>
                <a:ext cx="287280" cy="42516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194C50A0-3A86-80B0-E683-CF696F438A13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4783970" y="2180247"/>
                  <a:ext cx="322920" cy="46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8A335738-0F4C-992B-838C-B208682E0D06}"/>
                    </a:ext>
                  </a:extLst>
                </p14:cNvPr>
                <p14:cNvContentPartPr/>
                <p14:nvPr/>
              </p14:nvContentPartPr>
              <p14:xfrm>
                <a:off x="5847770" y="2250087"/>
                <a:ext cx="264960" cy="37476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8A335738-0F4C-992B-838C-B208682E0D06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5829770" y="2232087"/>
                  <a:ext cx="300600" cy="41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D07A57B2-D1A4-1423-A19B-FA3321B40E20}"/>
                    </a:ext>
                  </a:extLst>
                </p14:cNvPr>
                <p14:cNvContentPartPr/>
                <p14:nvPr/>
              </p14:nvContentPartPr>
              <p14:xfrm>
                <a:off x="6180050" y="2441967"/>
                <a:ext cx="378720" cy="19440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D07A57B2-D1A4-1423-A19B-FA3321B40E20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6162410" y="2424327"/>
                  <a:ext cx="414360" cy="230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C9875655-69CF-902A-7471-16B2BC41B5A8}"/>
              </a:ext>
            </a:extLst>
          </p:cNvPr>
          <p:cNvGrpSpPr/>
          <p:nvPr/>
        </p:nvGrpSpPr>
        <p:grpSpPr>
          <a:xfrm>
            <a:off x="7164650" y="2234967"/>
            <a:ext cx="946080" cy="384480"/>
            <a:chOff x="7164650" y="2234967"/>
            <a:chExt cx="946080" cy="384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6A382155-649A-0D69-E68A-831A9472B4C5}"/>
                    </a:ext>
                  </a:extLst>
                </p14:cNvPr>
                <p14:cNvContentPartPr/>
                <p14:nvPr/>
              </p14:nvContentPartPr>
              <p14:xfrm>
                <a:off x="7180490" y="2234967"/>
                <a:ext cx="930240" cy="38448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6A382155-649A-0D69-E68A-831A9472B4C5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7162490" y="2216967"/>
                  <a:ext cx="965880" cy="42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CD38CA9C-01A5-B0DE-57E9-D180EFBF361C}"/>
                    </a:ext>
                  </a:extLst>
                </p14:cNvPr>
                <p14:cNvContentPartPr/>
                <p14:nvPr/>
              </p14:nvContentPartPr>
              <p14:xfrm>
                <a:off x="7164650" y="2253687"/>
                <a:ext cx="296280" cy="2052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CD38CA9C-01A5-B0DE-57E9-D180EFBF361C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7147010" y="2235687"/>
                  <a:ext cx="331920" cy="56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1035203F-049A-0562-913D-947394E8F675}"/>
              </a:ext>
            </a:extLst>
          </p:cNvPr>
          <p:cNvGrpSpPr/>
          <p:nvPr/>
        </p:nvGrpSpPr>
        <p:grpSpPr>
          <a:xfrm>
            <a:off x="8581250" y="2252967"/>
            <a:ext cx="1840320" cy="338040"/>
            <a:chOff x="8581250" y="2252967"/>
            <a:chExt cx="1840320" cy="338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8367E5C6-0761-78B8-447E-48989644E628}"/>
                    </a:ext>
                  </a:extLst>
                </p14:cNvPr>
                <p14:cNvContentPartPr/>
                <p14:nvPr/>
              </p14:nvContentPartPr>
              <p14:xfrm>
                <a:off x="8581250" y="2449167"/>
                <a:ext cx="32400" cy="14076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8367E5C6-0761-78B8-447E-48989644E628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8563250" y="2431167"/>
                  <a:ext cx="6804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B3E132D2-C5E8-54B9-F3A5-AD5C5ED44892}"/>
                    </a:ext>
                  </a:extLst>
                </p14:cNvPr>
                <p14:cNvContentPartPr/>
                <p14:nvPr/>
              </p14:nvContentPartPr>
              <p14:xfrm>
                <a:off x="8695010" y="2252967"/>
                <a:ext cx="12960" cy="7524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B3E132D2-C5E8-54B9-F3A5-AD5C5ED44892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8677010" y="2234967"/>
                  <a:ext cx="4860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B4383F9B-B340-14D1-0980-3634F42087C3}"/>
                    </a:ext>
                  </a:extLst>
                </p14:cNvPr>
                <p14:cNvContentPartPr/>
                <p14:nvPr/>
              </p14:nvContentPartPr>
              <p14:xfrm>
                <a:off x="8744330" y="2431527"/>
                <a:ext cx="239040" cy="15948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B4383F9B-B340-14D1-0980-3634F42087C3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8726690" y="2413887"/>
                  <a:ext cx="27468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10673B90-8EA4-A6BD-BC6F-D8308A14E917}"/>
                    </a:ext>
                  </a:extLst>
                </p14:cNvPr>
                <p14:cNvContentPartPr/>
                <p14:nvPr/>
              </p14:nvContentPartPr>
              <p14:xfrm>
                <a:off x="9061490" y="2375727"/>
                <a:ext cx="1360080" cy="20376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10673B90-8EA4-A6BD-BC6F-D8308A14E917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9043490" y="2358087"/>
                  <a:ext cx="1395720" cy="239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0FEB76B2-24B8-A418-4F83-F18459370A5F}"/>
              </a:ext>
            </a:extLst>
          </p:cNvPr>
          <p:cNvGrpSpPr/>
          <p:nvPr/>
        </p:nvGrpSpPr>
        <p:grpSpPr>
          <a:xfrm>
            <a:off x="10816130" y="2283567"/>
            <a:ext cx="1180080" cy="389880"/>
            <a:chOff x="10816130" y="2283567"/>
            <a:chExt cx="1180080" cy="389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2C2116C6-C70F-B934-1D53-6A66D33A3646}"/>
                    </a:ext>
                  </a:extLst>
                </p14:cNvPr>
                <p14:cNvContentPartPr/>
                <p14:nvPr/>
              </p14:nvContentPartPr>
              <p14:xfrm>
                <a:off x="10816130" y="2402727"/>
                <a:ext cx="94320" cy="20664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2C2116C6-C70F-B934-1D53-6A66D33A3646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10798490" y="2384727"/>
                  <a:ext cx="129960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00AE7BB4-FCD8-B06C-652B-A4CE80AB15ED}"/>
                    </a:ext>
                  </a:extLst>
                </p14:cNvPr>
                <p14:cNvContentPartPr/>
                <p14:nvPr/>
              </p14:nvContentPartPr>
              <p14:xfrm>
                <a:off x="10849250" y="2372487"/>
                <a:ext cx="153720" cy="25488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00AE7BB4-FCD8-B06C-652B-A4CE80AB15ED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10831250" y="2354487"/>
                  <a:ext cx="189360" cy="29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85923DC5-2D86-2CD8-B9A4-B059E3F4A26E}"/>
                    </a:ext>
                  </a:extLst>
                </p14:cNvPr>
                <p14:cNvContentPartPr/>
                <p14:nvPr/>
              </p14:nvContentPartPr>
              <p14:xfrm>
                <a:off x="11320850" y="2283567"/>
                <a:ext cx="246960" cy="38988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85923DC5-2D86-2CD8-B9A4-B059E3F4A26E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11303210" y="2265927"/>
                  <a:ext cx="282600" cy="42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9E19DDDE-0889-7555-9EFC-AC4877F72BF4}"/>
                    </a:ext>
                  </a:extLst>
                </p14:cNvPr>
                <p14:cNvContentPartPr/>
                <p14:nvPr/>
              </p14:nvContentPartPr>
              <p14:xfrm>
                <a:off x="11809730" y="2421087"/>
                <a:ext cx="186480" cy="17676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9E19DDDE-0889-7555-9EFC-AC4877F72BF4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11791730" y="2403087"/>
                  <a:ext cx="222120" cy="212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48">
            <p14:nvContentPartPr>
              <p14:cNvPr id="109" name="Ink 108">
                <a:extLst>
                  <a:ext uri="{FF2B5EF4-FFF2-40B4-BE49-F238E27FC236}">
                    <a16:creationId xmlns:a16="http://schemas.microsoft.com/office/drawing/2014/main" id="{5C6DADBA-F4F8-54CC-D930-97C5AC1CDF10}"/>
                  </a:ext>
                </a:extLst>
              </p14:cNvPr>
              <p14:cNvContentPartPr/>
              <p14:nvPr/>
            </p14:nvContentPartPr>
            <p14:xfrm>
              <a:off x="12382850" y="2772087"/>
              <a:ext cx="14040" cy="3600"/>
            </p14:xfrm>
          </p:contentPart>
        </mc:Choice>
        <mc:Fallback>
          <p:pic>
            <p:nvPicPr>
              <p:cNvPr id="109" name="Ink 108">
                <a:extLst>
                  <a:ext uri="{FF2B5EF4-FFF2-40B4-BE49-F238E27FC236}">
                    <a16:creationId xmlns:a16="http://schemas.microsoft.com/office/drawing/2014/main" id="{5C6DADBA-F4F8-54CC-D930-97C5AC1CDF10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12364850" y="2754447"/>
                <a:ext cx="49680" cy="3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0">
            <p14:nvContentPartPr>
              <p14:cNvPr id="111" name="Ink 110">
                <a:extLst>
                  <a:ext uri="{FF2B5EF4-FFF2-40B4-BE49-F238E27FC236}">
                    <a16:creationId xmlns:a16="http://schemas.microsoft.com/office/drawing/2014/main" id="{1B0E4AD9-AE1E-CEFE-1116-DDAB9D362615}"/>
                  </a:ext>
                </a:extLst>
              </p14:cNvPr>
              <p14:cNvContentPartPr/>
              <p14:nvPr/>
            </p14:nvContentPartPr>
            <p14:xfrm>
              <a:off x="1169930" y="3208407"/>
              <a:ext cx="5760" cy="27360"/>
            </p14:xfrm>
          </p:contentPart>
        </mc:Choice>
        <mc:Fallback>
          <p:pic>
            <p:nvPicPr>
              <p:cNvPr id="111" name="Ink 110">
                <a:extLst>
                  <a:ext uri="{FF2B5EF4-FFF2-40B4-BE49-F238E27FC236}">
                    <a16:creationId xmlns:a16="http://schemas.microsoft.com/office/drawing/2014/main" id="{1B0E4AD9-AE1E-CEFE-1116-DDAB9D362615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1151930" y="3190767"/>
                <a:ext cx="41400" cy="63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29" name="Group 128">
            <a:extLst>
              <a:ext uri="{FF2B5EF4-FFF2-40B4-BE49-F238E27FC236}">
                <a16:creationId xmlns:a16="http://schemas.microsoft.com/office/drawing/2014/main" id="{EDC2D42D-5538-56FD-2BFA-2AA9210C6142}"/>
              </a:ext>
            </a:extLst>
          </p:cNvPr>
          <p:cNvGrpSpPr/>
          <p:nvPr/>
        </p:nvGrpSpPr>
        <p:grpSpPr>
          <a:xfrm>
            <a:off x="912890" y="3431607"/>
            <a:ext cx="307440" cy="82800"/>
            <a:chOff x="912890" y="3431607"/>
            <a:chExt cx="307440" cy="82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F087EE38-CF10-190C-8FDC-C945E1F8BF60}"/>
                    </a:ext>
                  </a:extLst>
                </p14:cNvPr>
                <p14:cNvContentPartPr/>
                <p14:nvPr/>
              </p14:nvContentPartPr>
              <p14:xfrm>
                <a:off x="912890" y="3431607"/>
                <a:ext cx="61920" cy="6012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F087EE38-CF10-190C-8FDC-C945E1F8BF60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894890" y="3413607"/>
                  <a:ext cx="9756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81E2B899-90B9-4A1D-0724-00B6568B6097}"/>
                    </a:ext>
                  </a:extLst>
                </p14:cNvPr>
                <p14:cNvContentPartPr/>
                <p14:nvPr/>
              </p14:nvContentPartPr>
              <p14:xfrm>
                <a:off x="1182530" y="3507927"/>
                <a:ext cx="37800" cy="648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81E2B899-90B9-4A1D-0724-00B6568B6097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1164530" y="3490287"/>
                  <a:ext cx="73440" cy="42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9" name="Group 138">
            <a:extLst>
              <a:ext uri="{FF2B5EF4-FFF2-40B4-BE49-F238E27FC236}">
                <a16:creationId xmlns:a16="http://schemas.microsoft.com/office/drawing/2014/main" id="{6354574E-1552-C37A-6322-A2048C785E94}"/>
              </a:ext>
            </a:extLst>
          </p:cNvPr>
          <p:cNvGrpSpPr/>
          <p:nvPr/>
        </p:nvGrpSpPr>
        <p:grpSpPr>
          <a:xfrm>
            <a:off x="5617370" y="3214887"/>
            <a:ext cx="1014120" cy="390960"/>
            <a:chOff x="5617370" y="3214887"/>
            <a:chExt cx="1014120" cy="390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58029C45-4BCC-2F1E-7CE0-4060CCAEBEB2}"/>
                    </a:ext>
                  </a:extLst>
                </p14:cNvPr>
                <p14:cNvContentPartPr/>
                <p14:nvPr/>
              </p14:nvContentPartPr>
              <p14:xfrm>
                <a:off x="5617370" y="3358167"/>
                <a:ext cx="352080" cy="22752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58029C45-4BCC-2F1E-7CE0-4060CCAEBEB2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5599370" y="3340167"/>
                  <a:ext cx="387720" cy="26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71499676-5F80-7AB4-C906-91EB5582C221}"/>
                    </a:ext>
                  </a:extLst>
                </p14:cNvPr>
                <p14:cNvContentPartPr/>
                <p14:nvPr/>
              </p14:nvContentPartPr>
              <p14:xfrm>
                <a:off x="6087530" y="3412167"/>
                <a:ext cx="165960" cy="19368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71499676-5F80-7AB4-C906-91EB5582C221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6069890" y="3394527"/>
                  <a:ext cx="201600" cy="2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25B0A26C-3972-584B-FE9A-E048DC39FBB1}"/>
                    </a:ext>
                  </a:extLst>
                </p14:cNvPr>
                <p14:cNvContentPartPr/>
                <p14:nvPr/>
              </p14:nvContentPartPr>
              <p14:xfrm>
                <a:off x="6356810" y="3214887"/>
                <a:ext cx="274680" cy="37908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25B0A26C-3972-584B-FE9A-E048DC39FBB1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6339170" y="3197247"/>
                  <a:ext cx="310320" cy="414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1" name="Group 170">
            <a:extLst>
              <a:ext uri="{FF2B5EF4-FFF2-40B4-BE49-F238E27FC236}">
                <a16:creationId xmlns:a16="http://schemas.microsoft.com/office/drawing/2014/main" id="{9EF8088F-770A-8ECB-29F0-0B8B201B4E7C}"/>
              </a:ext>
            </a:extLst>
          </p:cNvPr>
          <p:cNvGrpSpPr/>
          <p:nvPr/>
        </p:nvGrpSpPr>
        <p:grpSpPr>
          <a:xfrm>
            <a:off x="2332370" y="4231527"/>
            <a:ext cx="613800" cy="325440"/>
            <a:chOff x="2332370" y="4231527"/>
            <a:chExt cx="613800" cy="325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80C4FC80-33B0-9284-281C-895A87F614D9}"/>
                    </a:ext>
                  </a:extLst>
                </p14:cNvPr>
                <p14:cNvContentPartPr/>
                <p14:nvPr/>
              </p14:nvContentPartPr>
              <p14:xfrm>
                <a:off x="2332370" y="4231527"/>
                <a:ext cx="64440" cy="25884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80C4FC80-33B0-9284-281C-895A87F614D9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2314370" y="4213887"/>
                  <a:ext cx="100080" cy="29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4AB5E2A2-436E-E99D-96FA-9178030E7A7E}"/>
                    </a:ext>
                  </a:extLst>
                </p14:cNvPr>
                <p14:cNvContentPartPr/>
                <p14:nvPr/>
              </p14:nvContentPartPr>
              <p14:xfrm>
                <a:off x="2386730" y="4236927"/>
                <a:ext cx="177840" cy="32004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4AB5E2A2-436E-E99D-96FA-9178030E7A7E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2368730" y="4219287"/>
                  <a:ext cx="213480" cy="35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0D82D46A-1471-C0AD-0E6B-4D6ED236D9CD}"/>
                    </a:ext>
                  </a:extLst>
                </p14:cNvPr>
                <p14:cNvContentPartPr/>
                <p14:nvPr/>
              </p14:nvContentPartPr>
              <p14:xfrm>
                <a:off x="2749610" y="4346727"/>
                <a:ext cx="111240" cy="3096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0D82D46A-1471-C0AD-0E6B-4D6ED236D9CD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2731970" y="4329087"/>
                  <a:ext cx="14688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9F4AA78D-4AB0-74BD-C084-EC9C661D7799}"/>
                    </a:ext>
                  </a:extLst>
                </p14:cNvPr>
                <p14:cNvContentPartPr/>
                <p14:nvPr/>
              </p14:nvContentPartPr>
              <p14:xfrm>
                <a:off x="2695970" y="4454367"/>
                <a:ext cx="250200" cy="4896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9F4AA78D-4AB0-74BD-C084-EC9C661D7799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2677970" y="4436367"/>
                  <a:ext cx="285840" cy="84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4" name="Group 173">
            <a:extLst>
              <a:ext uri="{FF2B5EF4-FFF2-40B4-BE49-F238E27FC236}">
                <a16:creationId xmlns:a16="http://schemas.microsoft.com/office/drawing/2014/main" id="{197CA53F-2985-3E1A-E8FE-F44A9ED10EF0}"/>
              </a:ext>
            </a:extLst>
          </p:cNvPr>
          <p:cNvGrpSpPr/>
          <p:nvPr/>
        </p:nvGrpSpPr>
        <p:grpSpPr>
          <a:xfrm>
            <a:off x="4259450" y="4272207"/>
            <a:ext cx="255600" cy="144360"/>
            <a:chOff x="4259450" y="4272207"/>
            <a:chExt cx="255600" cy="144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ABCC4E57-3DAA-3267-1956-34A83D60581C}"/>
                    </a:ext>
                  </a:extLst>
                </p14:cNvPr>
                <p14:cNvContentPartPr/>
                <p14:nvPr/>
              </p14:nvContentPartPr>
              <p14:xfrm>
                <a:off x="4319210" y="4272207"/>
                <a:ext cx="146520" cy="3348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ABCC4E57-3DAA-3267-1956-34A83D60581C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4301210" y="4254207"/>
                  <a:ext cx="18216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734D1585-ABD0-27A1-2B5E-84F4B9A2F1F5}"/>
                    </a:ext>
                  </a:extLst>
                </p14:cNvPr>
                <p14:cNvContentPartPr/>
                <p14:nvPr/>
              </p14:nvContentPartPr>
              <p14:xfrm>
                <a:off x="4259450" y="4383807"/>
                <a:ext cx="255600" cy="3276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734D1585-ABD0-27A1-2B5E-84F4B9A2F1F5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4241810" y="4365807"/>
                  <a:ext cx="291240" cy="68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74">
            <p14:nvContentPartPr>
              <p14:cNvPr id="177" name="Ink 176">
                <a:extLst>
                  <a:ext uri="{FF2B5EF4-FFF2-40B4-BE49-F238E27FC236}">
                    <a16:creationId xmlns:a16="http://schemas.microsoft.com/office/drawing/2014/main" id="{4848D673-9263-D0A1-BFC3-BE6031BB076F}"/>
                  </a:ext>
                </a:extLst>
              </p14:cNvPr>
              <p14:cNvContentPartPr/>
              <p14:nvPr/>
            </p14:nvContentPartPr>
            <p14:xfrm>
              <a:off x="2228690" y="4615647"/>
              <a:ext cx="10080" cy="2520"/>
            </p14:xfrm>
          </p:contentPart>
        </mc:Choice>
        <mc:Fallback>
          <p:pic>
            <p:nvPicPr>
              <p:cNvPr id="177" name="Ink 176">
                <a:extLst>
                  <a:ext uri="{FF2B5EF4-FFF2-40B4-BE49-F238E27FC236}">
                    <a16:creationId xmlns:a16="http://schemas.microsoft.com/office/drawing/2014/main" id="{4848D673-9263-D0A1-BFC3-BE6031BB076F}"/>
                  </a:ext>
                </a:extLst>
              </p:cNvPr>
              <p:cNvPicPr/>
              <p:nvPr/>
            </p:nvPicPr>
            <p:blipFill>
              <a:blip r:embed="rId175"/>
              <a:stretch>
                <a:fillRect/>
              </a:stretch>
            </p:blipFill>
            <p:spPr>
              <a:xfrm>
                <a:off x="2210690" y="4598007"/>
                <a:ext cx="45720" cy="38160"/>
              </a:xfrm>
              <a:prstGeom prst="rect">
                <a:avLst/>
              </a:prstGeom>
            </p:spPr>
          </p:pic>
        </mc:Fallback>
      </mc:AlternateContent>
      <p:grpSp>
        <p:nvGrpSpPr>
          <p:cNvPr id="188" name="Group 187">
            <a:extLst>
              <a:ext uri="{FF2B5EF4-FFF2-40B4-BE49-F238E27FC236}">
                <a16:creationId xmlns:a16="http://schemas.microsoft.com/office/drawing/2014/main" id="{8F77DBF3-6048-08FD-8C6E-1C641A77A643}"/>
              </a:ext>
            </a:extLst>
          </p:cNvPr>
          <p:cNvGrpSpPr/>
          <p:nvPr/>
        </p:nvGrpSpPr>
        <p:grpSpPr>
          <a:xfrm>
            <a:off x="4962170" y="4171407"/>
            <a:ext cx="262440" cy="314280"/>
            <a:chOff x="4962170" y="4171407"/>
            <a:chExt cx="262440" cy="314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BB91A919-99ED-2ED5-E4C1-738580351133}"/>
                    </a:ext>
                  </a:extLst>
                </p14:cNvPr>
                <p14:cNvContentPartPr/>
                <p14:nvPr/>
              </p14:nvContentPartPr>
              <p14:xfrm>
                <a:off x="4974770" y="4211727"/>
                <a:ext cx="50760" cy="26352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BB91A919-99ED-2ED5-E4C1-738580351133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4957130" y="4194087"/>
                  <a:ext cx="86400" cy="29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508B45D8-0780-84AC-7B64-99CB9071658C}"/>
                    </a:ext>
                  </a:extLst>
                </p14:cNvPr>
                <p14:cNvContentPartPr/>
                <p14:nvPr/>
              </p14:nvContentPartPr>
              <p14:xfrm>
                <a:off x="4962170" y="4171407"/>
                <a:ext cx="262440" cy="31428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508B45D8-0780-84AC-7B64-99CB9071658C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4944530" y="4153767"/>
                  <a:ext cx="298080" cy="349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80">
            <p14:nvContentPartPr>
              <p14:cNvPr id="193" name="Ink 192">
                <a:extLst>
                  <a:ext uri="{FF2B5EF4-FFF2-40B4-BE49-F238E27FC236}">
                    <a16:creationId xmlns:a16="http://schemas.microsoft.com/office/drawing/2014/main" id="{5F270583-C21E-9FF5-EC51-71E7108A514D}"/>
                  </a:ext>
                </a:extLst>
              </p14:cNvPr>
              <p14:cNvContentPartPr/>
              <p14:nvPr/>
            </p14:nvContentPartPr>
            <p14:xfrm>
              <a:off x="4759130" y="3600087"/>
              <a:ext cx="14040" cy="7920"/>
            </p14:xfrm>
          </p:contentPart>
        </mc:Choice>
        <mc:Fallback>
          <p:pic>
            <p:nvPicPr>
              <p:cNvPr id="193" name="Ink 192">
                <a:extLst>
                  <a:ext uri="{FF2B5EF4-FFF2-40B4-BE49-F238E27FC236}">
                    <a16:creationId xmlns:a16="http://schemas.microsoft.com/office/drawing/2014/main" id="{5F270583-C21E-9FF5-EC51-71E7108A514D}"/>
                  </a:ext>
                </a:extLst>
              </p:cNvPr>
              <p:cNvPicPr/>
              <p:nvPr/>
            </p:nvPicPr>
            <p:blipFill>
              <a:blip r:embed="rId181"/>
              <a:stretch>
                <a:fillRect/>
              </a:stretch>
            </p:blipFill>
            <p:spPr>
              <a:xfrm>
                <a:off x="4741490" y="3582087"/>
                <a:ext cx="49680" cy="4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2">
            <p14:nvContentPartPr>
              <p14:cNvPr id="194" name="Ink 193">
                <a:extLst>
                  <a:ext uri="{FF2B5EF4-FFF2-40B4-BE49-F238E27FC236}">
                    <a16:creationId xmlns:a16="http://schemas.microsoft.com/office/drawing/2014/main" id="{6A8C1445-357E-3530-D4AE-CDFD0385383E}"/>
                  </a:ext>
                </a:extLst>
              </p14:cNvPr>
              <p14:cNvContentPartPr/>
              <p14:nvPr/>
            </p14:nvContentPartPr>
            <p14:xfrm>
              <a:off x="11318330" y="3750207"/>
              <a:ext cx="2520" cy="3960"/>
            </p14:xfrm>
          </p:contentPart>
        </mc:Choice>
        <mc:Fallback>
          <p:pic>
            <p:nvPicPr>
              <p:cNvPr id="194" name="Ink 193">
                <a:extLst>
                  <a:ext uri="{FF2B5EF4-FFF2-40B4-BE49-F238E27FC236}">
                    <a16:creationId xmlns:a16="http://schemas.microsoft.com/office/drawing/2014/main" id="{6A8C1445-357E-3530-D4AE-CDFD0385383E}"/>
                  </a:ext>
                </a:extLst>
              </p:cNvPr>
              <p:cNvPicPr/>
              <p:nvPr/>
            </p:nvPicPr>
            <p:blipFill>
              <a:blip r:embed="rId183"/>
              <a:stretch>
                <a:fillRect/>
              </a:stretch>
            </p:blipFill>
            <p:spPr>
              <a:xfrm>
                <a:off x="11300330" y="3732567"/>
                <a:ext cx="38160" cy="3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4">
            <p14:nvContentPartPr>
              <p14:cNvPr id="207" name="Ink 206">
                <a:extLst>
                  <a:ext uri="{FF2B5EF4-FFF2-40B4-BE49-F238E27FC236}">
                    <a16:creationId xmlns:a16="http://schemas.microsoft.com/office/drawing/2014/main" id="{9D5A2AFA-02AA-C83C-5983-8E2264C09CB1}"/>
                  </a:ext>
                </a:extLst>
              </p14:cNvPr>
              <p14:cNvContentPartPr/>
              <p14:nvPr/>
            </p14:nvContentPartPr>
            <p14:xfrm>
              <a:off x="5154770" y="4725087"/>
              <a:ext cx="1080" cy="3960"/>
            </p14:xfrm>
          </p:contentPart>
        </mc:Choice>
        <mc:Fallback>
          <p:pic>
            <p:nvPicPr>
              <p:cNvPr id="207" name="Ink 206">
                <a:extLst>
                  <a:ext uri="{FF2B5EF4-FFF2-40B4-BE49-F238E27FC236}">
                    <a16:creationId xmlns:a16="http://schemas.microsoft.com/office/drawing/2014/main" id="{9D5A2AFA-02AA-C83C-5983-8E2264C09CB1}"/>
                  </a:ext>
                </a:extLst>
              </p:cNvPr>
              <p:cNvPicPr/>
              <p:nvPr/>
            </p:nvPicPr>
            <p:blipFill>
              <a:blip r:embed="rId185"/>
              <a:stretch>
                <a:fillRect/>
              </a:stretch>
            </p:blipFill>
            <p:spPr>
              <a:xfrm>
                <a:off x="5137130" y="4707447"/>
                <a:ext cx="36720" cy="3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6">
            <p14:nvContentPartPr>
              <p14:cNvPr id="208" name="Ink 207">
                <a:extLst>
                  <a:ext uri="{FF2B5EF4-FFF2-40B4-BE49-F238E27FC236}">
                    <a16:creationId xmlns:a16="http://schemas.microsoft.com/office/drawing/2014/main" id="{3715AD64-6CB0-B207-38AA-1136C073292A}"/>
                  </a:ext>
                </a:extLst>
              </p14:cNvPr>
              <p14:cNvContentPartPr/>
              <p14:nvPr/>
            </p14:nvContentPartPr>
            <p14:xfrm>
              <a:off x="6510170" y="4605927"/>
              <a:ext cx="360" cy="360"/>
            </p14:xfrm>
          </p:contentPart>
        </mc:Choice>
        <mc:Fallback>
          <p:pic>
            <p:nvPicPr>
              <p:cNvPr id="208" name="Ink 207">
                <a:extLst>
                  <a:ext uri="{FF2B5EF4-FFF2-40B4-BE49-F238E27FC236}">
                    <a16:creationId xmlns:a16="http://schemas.microsoft.com/office/drawing/2014/main" id="{3715AD64-6CB0-B207-38AA-1136C073292A}"/>
                  </a:ext>
                </a:extLst>
              </p:cNvPr>
              <p:cNvPicPr/>
              <p:nvPr/>
            </p:nvPicPr>
            <p:blipFill>
              <a:blip r:embed="rId187"/>
              <a:stretch>
                <a:fillRect/>
              </a:stretch>
            </p:blipFill>
            <p:spPr>
              <a:xfrm>
                <a:off x="6492170" y="4588287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8">
            <p14:nvContentPartPr>
              <p14:cNvPr id="209" name="Ink 208">
                <a:extLst>
                  <a:ext uri="{FF2B5EF4-FFF2-40B4-BE49-F238E27FC236}">
                    <a16:creationId xmlns:a16="http://schemas.microsoft.com/office/drawing/2014/main" id="{9C2F1EFA-5A2F-0A43-6717-46EBB0B83FF2}"/>
                  </a:ext>
                </a:extLst>
              </p14:cNvPr>
              <p14:cNvContentPartPr/>
              <p14:nvPr/>
            </p14:nvContentPartPr>
            <p14:xfrm>
              <a:off x="8584130" y="4461207"/>
              <a:ext cx="12240" cy="1800"/>
            </p14:xfrm>
          </p:contentPart>
        </mc:Choice>
        <mc:Fallback>
          <p:pic>
            <p:nvPicPr>
              <p:cNvPr id="209" name="Ink 208">
                <a:extLst>
                  <a:ext uri="{FF2B5EF4-FFF2-40B4-BE49-F238E27FC236}">
                    <a16:creationId xmlns:a16="http://schemas.microsoft.com/office/drawing/2014/main" id="{9C2F1EFA-5A2F-0A43-6717-46EBB0B83FF2}"/>
                  </a:ext>
                </a:extLst>
              </p:cNvPr>
              <p:cNvPicPr/>
              <p:nvPr/>
            </p:nvPicPr>
            <p:blipFill>
              <a:blip r:embed="rId189"/>
              <a:stretch>
                <a:fillRect/>
              </a:stretch>
            </p:blipFill>
            <p:spPr>
              <a:xfrm>
                <a:off x="8566130" y="4443207"/>
                <a:ext cx="47880" cy="37440"/>
              </a:xfrm>
              <a:prstGeom prst="rect">
                <a:avLst/>
              </a:prstGeom>
            </p:spPr>
          </p:pic>
        </mc:Fallback>
      </mc:AlternateContent>
      <p:grpSp>
        <p:nvGrpSpPr>
          <p:cNvPr id="218" name="Group 217">
            <a:extLst>
              <a:ext uri="{FF2B5EF4-FFF2-40B4-BE49-F238E27FC236}">
                <a16:creationId xmlns:a16="http://schemas.microsoft.com/office/drawing/2014/main" id="{630C4062-404F-6382-5C14-CAE4360CD7A9}"/>
              </a:ext>
            </a:extLst>
          </p:cNvPr>
          <p:cNvGrpSpPr/>
          <p:nvPr/>
        </p:nvGrpSpPr>
        <p:grpSpPr>
          <a:xfrm>
            <a:off x="10204490" y="4211007"/>
            <a:ext cx="882720" cy="373320"/>
            <a:chOff x="10204490" y="4211007"/>
            <a:chExt cx="882720" cy="373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DB658CF3-79F9-D4D8-7C34-9070FAFC92A8}"/>
                    </a:ext>
                  </a:extLst>
                </p14:cNvPr>
                <p14:cNvContentPartPr/>
                <p14:nvPr/>
              </p14:nvContentPartPr>
              <p14:xfrm>
                <a:off x="10321850" y="4239447"/>
                <a:ext cx="249480" cy="23760"/>
              </p14:xfrm>
            </p:contentPart>
          </mc:Choice>
          <mc:Fallback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DB658CF3-79F9-D4D8-7C34-9070FAFC92A8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10304210" y="4221807"/>
                  <a:ext cx="28512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F2FA42E2-01AA-6264-044D-BDB18DADC271}"/>
                    </a:ext>
                  </a:extLst>
                </p14:cNvPr>
                <p14:cNvContentPartPr/>
                <p14:nvPr/>
              </p14:nvContentPartPr>
              <p14:xfrm>
                <a:off x="10395650" y="4270767"/>
                <a:ext cx="47160" cy="277560"/>
              </p14:xfrm>
            </p:contentPart>
          </mc:Choice>
          <mc:Fallback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F2FA42E2-01AA-6264-044D-BDB18DADC271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10377650" y="4252767"/>
                  <a:ext cx="82800" cy="31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5BE6240A-0C23-DA8F-AAE9-3CBD92BDC928}"/>
                    </a:ext>
                  </a:extLst>
                </p14:cNvPr>
                <p14:cNvContentPartPr/>
                <p14:nvPr/>
              </p14:nvContentPartPr>
              <p14:xfrm>
                <a:off x="10204490" y="4562727"/>
                <a:ext cx="317160" cy="21600"/>
              </p14:xfrm>
            </p:contentPart>
          </mc:Choice>
          <mc:Fallback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5BE6240A-0C23-DA8F-AAE9-3CBD92BDC928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10186490" y="4544727"/>
                  <a:ext cx="35280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9A10314E-8CB7-1525-6BC2-C6EFBEA552D4}"/>
                    </a:ext>
                  </a:extLst>
                </p14:cNvPr>
                <p14:cNvContentPartPr/>
                <p14:nvPr/>
              </p14:nvContentPartPr>
              <p14:xfrm>
                <a:off x="10769690" y="4211007"/>
                <a:ext cx="317520" cy="337680"/>
              </p14:xfrm>
            </p:contentPart>
          </mc:Choice>
          <mc:Fallback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9A10314E-8CB7-1525-6BC2-C6EFBEA552D4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10752050" y="4193367"/>
                  <a:ext cx="353160" cy="373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98">
            <p14:nvContentPartPr>
              <p14:cNvPr id="220" name="Ink 219">
                <a:extLst>
                  <a:ext uri="{FF2B5EF4-FFF2-40B4-BE49-F238E27FC236}">
                    <a16:creationId xmlns:a16="http://schemas.microsoft.com/office/drawing/2014/main" id="{0D6FBE8D-476F-1210-0AD7-9C2411189A77}"/>
                  </a:ext>
                </a:extLst>
              </p14:cNvPr>
              <p14:cNvContentPartPr/>
              <p14:nvPr/>
            </p14:nvContentPartPr>
            <p14:xfrm>
              <a:off x="8452370" y="4279767"/>
              <a:ext cx="360" cy="360"/>
            </p14:xfrm>
          </p:contentPart>
        </mc:Choice>
        <mc:Fallback>
          <p:pic>
            <p:nvPicPr>
              <p:cNvPr id="220" name="Ink 219">
                <a:extLst>
                  <a:ext uri="{FF2B5EF4-FFF2-40B4-BE49-F238E27FC236}">
                    <a16:creationId xmlns:a16="http://schemas.microsoft.com/office/drawing/2014/main" id="{0D6FBE8D-476F-1210-0AD7-9C2411189A77}"/>
                  </a:ext>
                </a:extLst>
              </p:cNvPr>
              <p:cNvPicPr/>
              <p:nvPr/>
            </p:nvPicPr>
            <p:blipFill>
              <a:blip r:embed="rId187"/>
              <a:stretch>
                <a:fillRect/>
              </a:stretch>
            </p:blipFill>
            <p:spPr>
              <a:xfrm>
                <a:off x="8434370" y="4261767"/>
                <a:ext cx="36000" cy="3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222" name="Group 221">
            <a:extLst>
              <a:ext uri="{FF2B5EF4-FFF2-40B4-BE49-F238E27FC236}">
                <a16:creationId xmlns:a16="http://schemas.microsoft.com/office/drawing/2014/main" id="{9A14B1D5-2AE3-2869-9D60-EB384B779110}"/>
              </a:ext>
            </a:extLst>
          </p:cNvPr>
          <p:cNvGrpSpPr/>
          <p:nvPr/>
        </p:nvGrpSpPr>
        <p:grpSpPr>
          <a:xfrm>
            <a:off x="9052490" y="4197327"/>
            <a:ext cx="633240" cy="365040"/>
            <a:chOff x="9052490" y="4197327"/>
            <a:chExt cx="633240" cy="365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9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93BBD670-23A0-89A4-0A6B-0825E2D79FA9}"/>
                    </a:ext>
                  </a:extLst>
                </p14:cNvPr>
                <p14:cNvContentPartPr/>
                <p14:nvPr/>
              </p14:nvContentPartPr>
              <p14:xfrm>
                <a:off x="9052490" y="4197327"/>
                <a:ext cx="207000" cy="352440"/>
              </p14:xfrm>
            </p:contentPart>
          </mc:Choice>
          <mc:Fallback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93BBD670-23A0-89A4-0A6B-0825E2D79FA9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9034490" y="4179327"/>
                  <a:ext cx="242640" cy="38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1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AC6C3C4A-2261-4810-05D7-426FE92EEB60}"/>
                    </a:ext>
                  </a:extLst>
                </p14:cNvPr>
                <p14:cNvContentPartPr/>
                <p14:nvPr/>
              </p14:nvContentPartPr>
              <p14:xfrm>
                <a:off x="9515810" y="4323327"/>
                <a:ext cx="169920" cy="29520"/>
              </p14:xfrm>
            </p:contentPart>
          </mc:Choice>
          <mc:Fallback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AC6C3C4A-2261-4810-05D7-426FE92EEB60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9498170" y="4305687"/>
                  <a:ext cx="20556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3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DF2B9C9B-872E-7569-DC33-D1A6035C3CC7}"/>
                    </a:ext>
                  </a:extLst>
                </p14:cNvPr>
                <p14:cNvContentPartPr/>
                <p14:nvPr/>
              </p14:nvContentPartPr>
              <p14:xfrm>
                <a:off x="9461810" y="4481367"/>
                <a:ext cx="120960" cy="23040"/>
              </p14:xfrm>
            </p:contentPart>
          </mc:Choice>
          <mc:Fallback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DF2B9C9B-872E-7569-DC33-D1A6035C3CC7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9444170" y="4463367"/>
                  <a:ext cx="15660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5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4D6D5C3C-C209-072D-DB66-4F28CC8D83EF}"/>
                    </a:ext>
                  </a:extLst>
                </p14:cNvPr>
                <p14:cNvContentPartPr/>
                <p14:nvPr/>
              </p14:nvContentPartPr>
              <p14:xfrm>
                <a:off x="9247250" y="4557327"/>
                <a:ext cx="13680" cy="5040"/>
              </p14:xfrm>
            </p:contentPart>
          </mc:Choice>
          <mc:Fallback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4D6D5C3C-C209-072D-DB66-4F28CC8D83EF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9229250" y="4539687"/>
                  <a:ext cx="49320" cy="40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07">
            <p14:nvContentPartPr>
              <p14:cNvPr id="224" name="Ink 223">
                <a:extLst>
                  <a:ext uri="{FF2B5EF4-FFF2-40B4-BE49-F238E27FC236}">
                    <a16:creationId xmlns:a16="http://schemas.microsoft.com/office/drawing/2014/main" id="{37FF996E-DFAB-3363-C44D-C44026FD6B6B}"/>
                  </a:ext>
                </a:extLst>
              </p14:cNvPr>
              <p14:cNvContentPartPr/>
              <p14:nvPr/>
            </p14:nvContentPartPr>
            <p14:xfrm>
              <a:off x="11343170" y="4474887"/>
              <a:ext cx="48600" cy="23400"/>
            </p14:xfrm>
          </p:contentPart>
        </mc:Choice>
        <mc:Fallback>
          <p:pic>
            <p:nvPicPr>
              <p:cNvPr id="224" name="Ink 223">
                <a:extLst>
                  <a:ext uri="{FF2B5EF4-FFF2-40B4-BE49-F238E27FC236}">
                    <a16:creationId xmlns:a16="http://schemas.microsoft.com/office/drawing/2014/main" id="{37FF996E-DFAB-3363-C44D-C44026FD6B6B}"/>
                  </a:ext>
                </a:extLst>
              </p:cNvPr>
              <p:cNvPicPr/>
              <p:nvPr/>
            </p:nvPicPr>
            <p:blipFill>
              <a:blip r:embed="rId208"/>
              <a:stretch>
                <a:fillRect/>
              </a:stretch>
            </p:blipFill>
            <p:spPr>
              <a:xfrm>
                <a:off x="11325170" y="4456887"/>
                <a:ext cx="84240" cy="5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9">
            <p14:nvContentPartPr>
              <p14:cNvPr id="225" name="Ink 224">
                <a:extLst>
                  <a:ext uri="{FF2B5EF4-FFF2-40B4-BE49-F238E27FC236}">
                    <a16:creationId xmlns:a16="http://schemas.microsoft.com/office/drawing/2014/main" id="{CBFE33A6-782A-D52E-B939-92C572D80A9A}"/>
                  </a:ext>
                </a:extLst>
              </p14:cNvPr>
              <p14:cNvContentPartPr/>
              <p14:nvPr/>
            </p14:nvContentPartPr>
            <p14:xfrm>
              <a:off x="2546570" y="5323407"/>
              <a:ext cx="55800" cy="298080"/>
            </p14:xfrm>
          </p:contentPart>
        </mc:Choice>
        <mc:Fallback>
          <p:pic>
            <p:nvPicPr>
              <p:cNvPr id="225" name="Ink 224">
                <a:extLst>
                  <a:ext uri="{FF2B5EF4-FFF2-40B4-BE49-F238E27FC236}">
                    <a16:creationId xmlns:a16="http://schemas.microsoft.com/office/drawing/2014/main" id="{CBFE33A6-782A-D52E-B939-92C572D80A9A}"/>
                  </a:ext>
                </a:extLst>
              </p:cNvPr>
              <p:cNvPicPr/>
              <p:nvPr/>
            </p:nvPicPr>
            <p:blipFill>
              <a:blip r:embed="rId210"/>
              <a:stretch>
                <a:fillRect/>
              </a:stretch>
            </p:blipFill>
            <p:spPr>
              <a:xfrm>
                <a:off x="2528570" y="5305407"/>
                <a:ext cx="91440" cy="33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1">
            <p14:nvContentPartPr>
              <p14:cNvPr id="226" name="Ink 225">
                <a:extLst>
                  <a:ext uri="{FF2B5EF4-FFF2-40B4-BE49-F238E27FC236}">
                    <a16:creationId xmlns:a16="http://schemas.microsoft.com/office/drawing/2014/main" id="{D860E079-043F-566A-1C7D-BCE00938DCA7}"/>
                  </a:ext>
                </a:extLst>
              </p14:cNvPr>
              <p14:cNvContentPartPr/>
              <p14:nvPr/>
            </p14:nvContentPartPr>
            <p14:xfrm>
              <a:off x="2613170" y="5224047"/>
              <a:ext cx="230040" cy="359640"/>
            </p14:xfrm>
          </p:contentPart>
        </mc:Choice>
        <mc:Fallback>
          <p:pic>
            <p:nvPicPr>
              <p:cNvPr id="226" name="Ink 225">
                <a:extLst>
                  <a:ext uri="{FF2B5EF4-FFF2-40B4-BE49-F238E27FC236}">
                    <a16:creationId xmlns:a16="http://schemas.microsoft.com/office/drawing/2014/main" id="{D860E079-043F-566A-1C7D-BCE00938DCA7}"/>
                  </a:ext>
                </a:extLst>
              </p:cNvPr>
              <p:cNvPicPr/>
              <p:nvPr/>
            </p:nvPicPr>
            <p:blipFill>
              <a:blip r:embed="rId212"/>
              <a:stretch>
                <a:fillRect/>
              </a:stretch>
            </p:blipFill>
            <p:spPr>
              <a:xfrm>
                <a:off x="2595530" y="5206047"/>
                <a:ext cx="265680" cy="39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3">
            <p14:nvContentPartPr>
              <p14:cNvPr id="233" name="Ink 232">
                <a:extLst>
                  <a:ext uri="{FF2B5EF4-FFF2-40B4-BE49-F238E27FC236}">
                    <a16:creationId xmlns:a16="http://schemas.microsoft.com/office/drawing/2014/main" id="{B9DE1900-A391-0B37-7E0B-E15BD813100B}"/>
                  </a:ext>
                </a:extLst>
              </p14:cNvPr>
              <p14:cNvContentPartPr/>
              <p14:nvPr/>
            </p14:nvContentPartPr>
            <p14:xfrm>
              <a:off x="3212570" y="5260047"/>
              <a:ext cx="7200" cy="19800"/>
            </p14:xfrm>
          </p:contentPart>
        </mc:Choice>
        <mc:Fallback>
          <p:pic>
            <p:nvPicPr>
              <p:cNvPr id="233" name="Ink 232">
                <a:extLst>
                  <a:ext uri="{FF2B5EF4-FFF2-40B4-BE49-F238E27FC236}">
                    <a16:creationId xmlns:a16="http://schemas.microsoft.com/office/drawing/2014/main" id="{B9DE1900-A391-0B37-7E0B-E15BD813100B}"/>
                  </a:ext>
                </a:extLst>
              </p:cNvPr>
              <p:cNvPicPr/>
              <p:nvPr/>
            </p:nvPicPr>
            <p:blipFill>
              <a:blip r:embed="rId214"/>
              <a:stretch>
                <a:fillRect/>
              </a:stretch>
            </p:blipFill>
            <p:spPr>
              <a:xfrm>
                <a:off x="3194930" y="5242407"/>
                <a:ext cx="42840" cy="55440"/>
              </a:xfrm>
              <a:prstGeom prst="rect">
                <a:avLst/>
              </a:prstGeom>
            </p:spPr>
          </p:pic>
        </mc:Fallback>
      </mc:AlternateContent>
      <p:grpSp>
        <p:nvGrpSpPr>
          <p:cNvPr id="247" name="Group 246">
            <a:extLst>
              <a:ext uri="{FF2B5EF4-FFF2-40B4-BE49-F238E27FC236}">
                <a16:creationId xmlns:a16="http://schemas.microsoft.com/office/drawing/2014/main" id="{DAE33982-0B6A-B5BE-F743-D1D2BCADC66E}"/>
              </a:ext>
            </a:extLst>
          </p:cNvPr>
          <p:cNvGrpSpPr/>
          <p:nvPr/>
        </p:nvGrpSpPr>
        <p:grpSpPr>
          <a:xfrm>
            <a:off x="3211130" y="5467767"/>
            <a:ext cx="279720" cy="109080"/>
            <a:chOff x="3211130" y="5467767"/>
            <a:chExt cx="279720" cy="109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5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1DF678DB-0153-6AA4-112F-26FADAA5E001}"/>
                    </a:ext>
                  </a:extLst>
                </p14:cNvPr>
                <p14:cNvContentPartPr/>
                <p14:nvPr/>
              </p14:nvContentPartPr>
              <p14:xfrm>
                <a:off x="3211130" y="5467767"/>
                <a:ext cx="157320" cy="25920"/>
              </p14:xfrm>
            </p:contentPart>
          </mc:Choice>
          <mc:Fallback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1DF678DB-0153-6AA4-112F-26FADAA5E001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3193130" y="5450127"/>
                  <a:ext cx="19296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7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A6504ED0-49FA-A4D2-F965-3C7466DBFE8A}"/>
                    </a:ext>
                  </a:extLst>
                </p14:cNvPr>
                <p14:cNvContentPartPr/>
                <p14:nvPr/>
              </p14:nvContentPartPr>
              <p14:xfrm>
                <a:off x="3254690" y="5527527"/>
                <a:ext cx="236160" cy="49320"/>
              </p14:xfrm>
            </p:contentPart>
          </mc:Choice>
          <mc:Fallback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A6504ED0-49FA-A4D2-F965-3C7466DBFE8A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3237050" y="5509527"/>
                  <a:ext cx="271800" cy="84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5" name="Group 244">
            <a:extLst>
              <a:ext uri="{FF2B5EF4-FFF2-40B4-BE49-F238E27FC236}">
                <a16:creationId xmlns:a16="http://schemas.microsoft.com/office/drawing/2014/main" id="{A9D2FCDB-5D05-3EE6-8045-886B2AA77DF1}"/>
              </a:ext>
            </a:extLst>
          </p:cNvPr>
          <p:cNvGrpSpPr/>
          <p:nvPr/>
        </p:nvGrpSpPr>
        <p:grpSpPr>
          <a:xfrm>
            <a:off x="4987010" y="5353647"/>
            <a:ext cx="216720" cy="112680"/>
            <a:chOff x="4987010" y="5353647"/>
            <a:chExt cx="216720" cy="112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9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5DB48449-6F0C-33F8-E7CD-3F9518CFF40A}"/>
                    </a:ext>
                  </a:extLst>
                </p14:cNvPr>
                <p14:cNvContentPartPr/>
                <p14:nvPr/>
              </p14:nvContentPartPr>
              <p14:xfrm>
                <a:off x="5007890" y="5353647"/>
                <a:ext cx="109440" cy="19800"/>
              </p14:xfrm>
            </p:contentPart>
          </mc:Choice>
          <mc:Fallback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5DB48449-6F0C-33F8-E7CD-3F9518CFF40A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4989890" y="5335647"/>
                  <a:ext cx="14508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1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7D618328-5F2D-86F8-4CBA-94BAB3A2D972}"/>
                    </a:ext>
                  </a:extLst>
                </p14:cNvPr>
                <p14:cNvContentPartPr/>
                <p14:nvPr/>
              </p14:nvContentPartPr>
              <p14:xfrm>
                <a:off x="4987010" y="5437527"/>
                <a:ext cx="216720" cy="28800"/>
              </p14:xfrm>
            </p:contentPart>
          </mc:Choice>
          <mc:Fallback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7D618328-5F2D-86F8-4CBA-94BAB3A2D972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4969370" y="5419527"/>
                  <a:ext cx="252360" cy="64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23">
            <p14:nvContentPartPr>
              <p14:cNvPr id="244" name="Ink 243">
                <a:extLst>
                  <a:ext uri="{FF2B5EF4-FFF2-40B4-BE49-F238E27FC236}">
                    <a16:creationId xmlns:a16="http://schemas.microsoft.com/office/drawing/2014/main" id="{EF3FA031-8256-1DC2-012D-77BD2D9B94BC}"/>
                  </a:ext>
                </a:extLst>
              </p14:cNvPr>
              <p14:cNvContentPartPr/>
              <p14:nvPr/>
            </p14:nvContentPartPr>
            <p14:xfrm>
              <a:off x="5717450" y="5164647"/>
              <a:ext cx="414000" cy="389520"/>
            </p14:xfrm>
          </p:contentPart>
        </mc:Choice>
        <mc:Fallback>
          <p:pic>
            <p:nvPicPr>
              <p:cNvPr id="244" name="Ink 243">
                <a:extLst>
                  <a:ext uri="{FF2B5EF4-FFF2-40B4-BE49-F238E27FC236}">
                    <a16:creationId xmlns:a16="http://schemas.microsoft.com/office/drawing/2014/main" id="{EF3FA031-8256-1DC2-012D-77BD2D9B94BC}"/>
                  </a:ext>
                </a:extLst>
              </p:cNvPr>
              <p:cNvPicPr/>
              <p:nvPr/>
            </p:nvPicPr>
            <p:blipFill>
              <a:blip r:embed="rId224"/>
              <a:stretch>
                <a:fillRect/>
              </a:stretch>
            </p:blipFill>
            <p:spPr>
              <a:xfrm>
                <a:off x="5699810" y="5146647"/>
                <a:ext cx="449640" cy="425160"/>
              </a:xfrm>
              <a:prstGeom prst="rect">
                <a:avLst/>
              </a:prstGeom>
            </p:spPr>
          </p:pic>
        </mc:Fallback>
      </mc:AlternateContent>
      <p:grpSp>
        <p:nvGrpSpPr>
          <p:cNvPr id="254" name="Group 253">
            <a:extLst>
              <a:ext uri="{FF2B5EF4-FFF2-40B4-BE49-F238E27FC236}">
                <a16:creationId xmlns:a16="http://schemas.microsoft.com/office/drawing/2014/main" id="{A5D96084-B14D-7048-C5F2-D3601382BBA1}"/>
              </a:ext>
            </a:extLst>
          </p:cNvPr>
          <p:cNvGrpSpPr/>
          <p:nvPr/>
        </p:nvGrpSpPr>
        <p:grpSpPr>
          <a:xfrm>
            <a:off x="2559530" y="6054927"/>
            <a:ext cx="259920" cy="303840"/>
            <a:chOff x="2559530" y="6054927"/>
            <a:chExt cx="259920" cy="303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5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98332EBB-E46B-664F-B589-C043D9F2D4F1}"/>
                    </a:ext>
                  </a:extLst>
                </p14:cNvPr>
                <p14:cNvContentPartPr/>
                <p14:nvPr/>
              </p14:nvContentPartPr>
              <p14:xfrm>
                <a:off x="2559530" y="6064647"/>
                <a:ext cx="66960" cy="263520"/>
              </p14:xfrm>
            </p:contentPart>
          </mc:Choice>
          <mc:Fallback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98332EBB-E46B-664F-B589-C043D9F2D4F1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2541530" y="6046647"/>
                  <a:ext cx="102600" cy="29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7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8F571AEF-AC3D-1A43-137B-0D44347204C7}"/>
                    </a:ext>
                  </a:extLst>
                </p14:cNvPr>
                <p14:cNvContentPartPr/>
                <p14:nvPr/>
              </p14:nvContentPartPr>
              <p14:xfrm>
                <a:off x="2602730" y="6054927"/>
                <a:ext cx="216720" cy="303840"/>
              </p14:xfrm>
            </p:contentPart>
          </mc:Choice>
          <mc:Fallback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8F571AEF-AC3D-1A43-137B-0D44347204C7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2584730" y="6036927"/>
                  <a:ext cx="252360" cy="339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3" name="Group 252">
            <a:extLst>
              <a:ext uri="{FF2B5EF4-FFF2-40B4-BE49-F238E27FC236}">
                <a16:creationId xmlns:a16="http://schemas.microsoft.com/office/drawing/2014/main" id="{DD941695-5C29-A30C-35F1-9B7D31DAFB3D}"/>
              </a:ext>
            </a:extLst>
          </p:cNvPr>
          <p:cNvGrpSpPr/>
          <p:nvPr/>
        </p:nvGrpSpPr>
        <p:grpSpPr>
          <a:xfrm>
            <a:off x="3016370" y="6052407"/>
            <a:ext cx="672120" cy="290880"/>
            <a:chOff x="3016370" y="6052407"/>
            <a:chExt cx="672120" cy="290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9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C8DD46A6-9D25-D42F-B22D-1B4C824D1C81}"/>
                    </a:ext>
                  </a:extLst>
                </p14:cNvPr>
                <p14:cNvContentPartPr/>
                <p14:nvPr/>
              </p14:nvContentPartPr>
              <p14:xfrm>
                <a:off x="3016370" y="6192087"/>
                <a:ext cx="163080" cy="21960"/>
              </p14:xfrm>
            </p:contentPart>
          </mc:Choice>
          <mc:Fallback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C8DD46A6-9D25-D42F-B22D-1B4C824D1C81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2998730" y="6174087"/>
                  <a:ext cx="19872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1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D4BA9B92-18AB-3AC9-49B1-5AE800FDFD4D}"/>
                    </a:ext>
                  </a:extLst>
                </p14:cNvPr>
                <p14:cNvContentPartPr/>
                <p14:nvPr/>
              </p14:nvContentPartPr>
              <p14:xfrm>
                <a:off x="3042650" y="6290367"/>
                <a:ext cx="258480" cy="19080"/>
              </p14:xfrm>
            </p:contentPart>
          </mc:Choice>
          <mc:Fallback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D4BA9B92-18AB-3AC9-49B1-5AE800FDFD4D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3024650" y="6272727"/>
                  <a:ext cx="29412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3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B84A21CC-E4EB-7D8B-8954-9DCFAFB14EE4}"/>
                    </a:ext>
                  </a:extLst>
                </p14:cNvPr>
                <p14:cNvContentPartPr/>
                <p14:nvPr/>
              </p14:nvContentPartPr>
              <p14:xfrm>
                <a:off x="3482210" y="6052407"/>
                <a:ext cx="206280" cy="290880"/>
              </p14:xfrm>
            </p:contentPart>
          </mc:Choice>
          <mc:Fallback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B84A21CC-E4EB-7D8B-8954-9DCFAFB14EE4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3464210" y="6034767"/>
                  <a:ext cx="241920" cy="326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35">
            <p14:nvContentPartPr>
              <p14:cNvPr id="255" name="Ink 254">
                <a:extLst>
                  <a:ext uri="{FF2B5EF4-FFF2-40B4-BE49-F238E27FC236}">
                    <a16:creationId xmlns:a16="http://schemas.microsoft.com/office/drawing/2014/main" id="{85983AFA-FF7A-5B23-9DB1-87C2F936F43D}"/>
                  </a:ext>
                </a:extLst>
              </p14:cNvPr>
              <p14:cNvContentPartPr/>
              <p14:nvPr/>
            </p14:nvContentPartPr>
            <p14:xfrm>
              <a:off x="10025930" y="2702607"/>
              <a:ext cx="360" cy="360"/>
            </p14:xfrm>
          </p:contentPart>
        </mc:Choice>
        <mc:Fallback>
          <p:pic>
            <p:nvPicPr>
              <p:cNvPr id="255" name="Ink 254">
                <a:extLst>
                  <a:ext uri="{FF2B5EF4-FFF2-40B4-BE49-F238E27FC236}">
                    <a16:creationId xmlns:a16="http://schemas.microsoft.com/office/drawing/2014/main" id="{85983AFA-FF7A-5B23-9DB1-87C2F936F43D}"/>
                  </a:ext>
                </a:extLst>
              </p:cNvPr>
              <p:cNvPicPr/>
              <p:nvPr/>
            </p:nvPicPr>
            <p:blipFill>
              <a:blip r:embed="rId187"/>
              <a:stretch>
                <a:fillRect/>
              </a:stretch>
            </p:blipFill>
            <p:spPr>
              <a:xfrm>
                <a:off x="10007930" y="2684967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6">
            <p14:nvContentPartPr>
              <p14:cNvPr id="256" name="Ink 255">
                <a:extLst>
                  <a:ext uri="{FF2B5EF4-FFF2-40B4-BE49-F238E27FC236}">
                    <a16:creationId xmlns:a16="http://schemas.microsoft.com/office/drawing/2014/main" id="{E244B184-6624-8335-85FF-5D79E909F14F}"/>
                  </a:ext>
                </a:extLst>
              </p14:cNvPr>
              <p14:cNvContentPartPr/>
              <p14:nvPr/>
            </p14:nvContentPartPr>
            <p14:xfrm>
              <a:off x="3120410" y="6413847"/>
              <a:ext cx="1440" cy="3240"/>
            </p14:xfrm>
          </p:contentPart>
        </mc:Choice>
        <mc:Fallback>
          <p:pic>
            <p:nvPicPr>
              <p:cNvPr id="256" name="Ink 255">
                <a:extLst>
                  <a:ext uri="{FF2B5EF4-FFF2-40B4-BE49-F238E27FC236}">
                    <a16:creationId xmlns:a16="http://schemas.microsoft.com/office/drawing/2014/main" id="{E244B184-6624-8335-85FF-5D79E909F14F}"/>
                  </a:ext>
                </a:extLst>
              </p:cNvPr>
              <p:cNvPicPr/>
              <p:nvPr/>
            </p:nvPicPr>
            <p:blipFill>
              <a:blip r:embed="rId237"/>
              <a:stretch>
                <a:fillRect/>
              </a:stretch>
            </p:blipFill>
            <p:spPr>
              <a:xfrm>
                <a:off x="3102770" y="6395847"/>
                <a:ext cx="37080" cy="3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8">
            <p14:nvContentPartPr>
              <p14:cNvPr id="257" name="Ink 256">
                <a:extLst>
                  <a:ext uri="{FF2B5EF4-FFF2-40B4-BE49-F238E27FC236}">
                    <a16:creationId xmlns:a16="http://schemas.microsoft.com/office/drawing/2014/main" id="{B67186B0-9AA3-11C7-4146-2C9DA40530BF}"/>
                  </a:ext>
                </a:extLst>
              </p14:cNvPr>
              <p14:cNvContentPartPr/>
              <p14:nvPr/>
            </p14:nvContentPartPr>
            <p14:xfrm>
              <a:off x="7738130" y="1014207"/>
              <a:ext cx="19800" cy="20520"/>
            </p14:xfrm>
          </p:contentPart>
        </mc:Choice>
        <mc:Fallback>
          <p:pic>
            <p:nvPicPr>
              <p:cNvPr id="257" name="Ink 256">
                <a:extLst>
                  <a:ext uri="{FF2B5EF4-FFF2-40B4-BE49-F238E27FC236}">
                    <a16:creationId xmlns:a16="http://schemas.microsoft.com/office/drawing/2014/main" id="{B67186B0-9AA3-11C7-4146-2C9DA40530BF}"/>
                  </a:ext>
                </a:extLst>
              </p:cNvPr>
              <p:cNvPicPr/>
              <p:nvPr/>
            </p:nvPicPr>
            <p:blipFill>
              <a:blip r:embed="rId239"/>
              <a:stretch>
                <a:fillRect/>
              </a:stretch>
            </p:blipFill>
            <p:spPr>
              <a:xfrm>
                <a:off x="7720130" y="996207"/>
                <a:ext cx="55440" cy="56160"/>
              </a:xfrm>
              <a:prstGeom prst="rect">
                <a:avLst/>
              </a:prstGeom>
            </p:spPr>
          </p:pic>
        </mc:Fallback>
      </mc:AlternateContent>
      <p:grpSp>
        <p:nvGrpSpPr>
          <p:cNvPr id="259" name="Group 258">
            <a:extLst>
              <a:ext uri="{FF2B5EF4-FFF2-40B4-BE49-F238E27FC236}">
                <a16:creationId xmlns:a16="http://schemas.microsoft.com/office/drawing/2014/main" id="{5E43C8BA-9EE1-DC29-01E9-67BEFB28D644}"/>
              </a:ext>
            </a:extLst>
          </p:cNvPr>
          <p:cNvGrpSpPr/>
          <p:nvPr/>
        </p:nvGrpSpPr>
        <p:grpSpPr>
          <a:xfrm>
            <a:off x="9966170" y="432807"/>
            <a:ext cx="2436480" cy="588960"/>
            <a:chOff x="9966170" y="432807"/>
            <a:chExt cx="2436480" cy="588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CBD3A5ED-6303-6470-CE36-1AC23FEDB681}"/>
                    </a:ext>
                  </a:extLst>
                </p14:cNvPr>
                <p14:cNvContentPartPr/>
                <p14:nvPr/>
              </p14:nvContentPartPr>
              <p14:xfrm>
                <a:off x="10913690" y="432807"/>
                <a:ext cx="39240" cy="2592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CBD3A5ED-6303-6470-CE36-1AC23FEDB681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10895690" y="414807"/>
                  <a:ext cx="7488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75E2ED59-2A66-9D46-C1E3-2BCD398CE330}"/>
                    </a:ext>
                  </a:extLst>
                </p14:cNvPr>
                <p14:cNvContentPartPr/>
                <p14:nvPr/>
              </p14:nvContentPartPr>
              <p14:xfrm>
                <a:off x="10129970" y="558447"/>
                <a:ext cx="162360" cy="19800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75E2ED59-2A66-9D46-C1E3-2BCD398CE330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10111970" y="540807"/>
                  <a:ext cx="19800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AD07D62D-BE1E-C882-6B4E-EEC702EF82CD}"/>
                    </a:ext>
                  </a:extLst>
                </p14:cNvPr>
                <p14:cNvContentPartPr/>
                <p14:nvPr/>
              </p14:nvContentPartPr>
              <p14:xfrm>
                <a:off x="10363970" y="593007"/>
                <a:ext cx="243000" cy="11448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AD07D62D-BE1E-C882-6B4E-EEC702EF82CD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10346330" y="575367"/>
                  <a:ext cx="27864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B7F4D7E4-E756-0EE3-EC6B-3EBC225EF7F7}"/>
                    </a:ext>
                  </a:extLst>
                </p14:cNvPr>
                <p14:cNvContentPartPr/>
                <p14:nvPr/>
              </p14:nvContentPartPr>
              <p14:xfrm>
                <a:off x="10702730" y="582927"/>
                <a:ext cx="143640" cy="10620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B7F4D7E4-E756-0EE3-EC6B-3EBC225EF7F7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10685090" y="565287"/>
                  <a:ext cx="17928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54A26A0F-AF6D-A685-2FF7-3B248A0E25BB}"/>
                    </a:ext>
                  </a:extLst>
                </p14:cNvPr>
                <p14:cNvContentPartPr/>
                <p14:nvPr/>
              </p14:nvContentPartPr>
              <p14:xfrm>
                <a:off x="10960490" y="551607"/>
                <a:ext cx="173880" cy="47016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54A26A0F-AF6D-A685-2FF7-3B248A0E25BB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10942490" y="533967"/>
                  <a:ext cx="209520" cy="50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9F73B935-F539-104D-51EA-AD5BF5737515}"/>
                    </a:ext>
                  </a:extLst>
                </p14:cNvPr>
                <p14:cNvContentPartPr/>
                <p14:nvPr/>
              </p14:nvContentPartPr>
              <p14:xfrm>
                <a:off x="11325890" y="556647"/>
                <a:ext cx="605880" cy="17424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9F73B935-F539-104D-51EA-AD5BF5737515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11307890" y="539007"/>
                  <a:ext cx="64152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E5A57722-F6B6-938B-DEDE-0A9DCC668017}"/>
                    </a:ext>
                  </a:extLst>
                </p14:cNvPr>
                <p14:cNvContentPartPr/>
                <p14:nvPr/>
              </p14:nvContentPartPr>
              <p14:xfrm>
                <a:off x="12374210" y="740247"/>
                <a:ext cx="28440" cy="2268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E5A57722-F6B6-938B-DEDE-0A9DCC668017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12356210" y="722247"/>
                  <a:ext cx="6408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CEEEB858-5964-BC12-6342-78E36669031A}"/>
                    </a:ext>
                  </a:extLst>
                </p14:cNvPr>
                <p14:cNvContentPartPr/>
                <p14:nvPr/>
              </p14:nvContentPartPr>
              <p14:xfrm>
                <a:off x="10077770" y="835287"/>
                <a:ext cx="1580760" cy="10224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CEEEB858-5964-BC12-6342-78E36669031A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10059770" y="817287"/>
                  <a:ext cx="161640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F607D227-922B-F2D3-8515-7F8D6BED1777}"/>
                    </a:ext>
                  </a:extLst>
                </p14:cNvPr>
                <p14:cNvContentPartPr/>
                <p14:nvPr/>
              </p14:nvContentPartPr>
              <p14:xfrm>
                <a:off x="9966170" y="871287"/>
                <a:ext cx="1829880" cy="7308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F607D227-922B-F2D3-8515-7F8D6BED1777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9948170" y="853647"/>
                  <a:ext cx="186552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B964D529-D434-FF70-8FFC-E0714F8BA608}"/>
                    </a:ext>
                  </a:extLst>
                </p14:cNvPr>
                <p14:cNvContentPartPr/>
                <p14:nvPr/>
              </p14:nvContentPartPr>
              <p14:xfrm>
                <a:off x="10058330" y="927087"/>
                <a:ext cx="2054160" cy="8784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B964D529-D434-FF70-8FFC-E0714F8BA608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10040690" y="909447"/>
                  <a:ext cx="208980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02E48260-4FE4-7F06-11E0-9AA77351C4DC}"/>
                    </a:ext>
                  </a:extLst>
                </p14:cNvPr>
                <p14:cNvContentPartPr/>
                <p14:nvPr/>
              </p14:nvContentPartPr>
              <p14:xfrm>
                <a:off x="10085690" y="878847"/>
                <a:ext cx="5040" cy="6480"/>
              </p14:xfrm>
            </p:contentPart>
          </mc:Choice>
          <mc:Fallback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02E48260-4FE4-7F06-11E0-9AA77351C4DC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10067690" y="861207"/>
                  <a:ext cx="40680" cy="42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62">
            <p14:nvContentPartPr>
              <p14:cNvPr id="260" name="Ink 259">
                <a:extLst>
                  <a:ext uri="{FF2B5EF4-FFF2-40B4-BE49-F238E27FC236}">
                    <a16:creationId xmlns:a16="http://schemas.microsoft.com/office/drawing/2014/main" id="{1BD8D6E8-B585-C4EA-2E5B-F30796F7D2F1}"/>
                  </a:ext>
                </a:extLst>
              </p14:cNvPr>
              <p14:cNvContentPartPr/>
              <p14:nvPr/>
            </p14:nvContentPartPr>
            <p14:xfrm>
              <a:off x="2711450" y="6474687"/>
              <a:ext cx="7920" cy="5760"/>
            </p14:xfrm>
          </p:contentPart>
        </mc:Choice>
        <mc:Fallback>
          <p:pic>
            <p:nvPicPr>
              <p:cNvPr id="260" name="Ink 259">
                <a:extLst>
                  <a:ext uri="{FF2B5EF4-FFF2-40B4-BE49-F238E27FC236}">
                    <a16:creationId xmlns:a16="http://schemas.microsoft.com/office/drawing/2014/main" id="{1BD8D6E8-B585-C4EA-2E5B-F30796F7D2F1}"/>
                  </a:ext>
                </a:extLst>
              </p:cNvPr>
              <p:cNvPicPr/>
              <p:nvPr/>
            </p:nvPicPr>
            <p:blipFill>
              <a:blip r:embed="rId263"/>
              <a:stretch>
                <a:fillRect/>
              </a:stretch>
            </p:blipFill>
            <p:spPr>
              <a:xfrm>
                <a:off x="2693810" y="6457047"/>
                <a:ext cx="43560" cy="4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4">
            <p14:nvContentPartPr>
              <p14:cNvPr id="261" name="Ink 260">
                <a:extLst>
                  <a:ext uri="{FF2B5EF4-FFF2-40B4-BE49-F238E27FC236}">
                    <a16:creationId xmlns:a16="http://schemas.microsoft.com/office/drawing/2014/main" id="{3F65F14D-5748-6DAE-8073-517234890523}"/>
                  </a:ext>
                </a:extLst>
              </p14:cNvPr>
              <p14:cNvContentPartPr/>
              <p14:nvPr/>
            </p14:nvContentPartPr>
            <p14:xfrm>
              <a:off x="1528130" y="6298647"/>
              <a:ext cx="151560" cy="64800"/>
            </p14:xfrm>
          </p:contentPart>
        </mc:Choice>
        <mc:Fallback>
          <p:pic>
            <p:nvPicPr>
              <p:cNvPr id="261" name="Ink 260">
                <a:extLst>
                  <a:ext uri="{FF2B5EF4-FFF2-40B4-BE49-F238E27FC236}">
                    <a16:creationId xmlns:a16="http://schemas.microsoft.com/office/drawing/2014/main" id="{3F65F14D-5748-6DAE-8073-517234890523}"/>
                  </a:ext>
                </a:extLst>
              </p:cNvPr>
              <p:cNvPicPr/>
              <p:nvPr/>
            </p:nvPicPr>
            <p:blipFill>
              <a:blip r:embed="rId265"/>
              <a:stretch>
                <a:fillRect/>
              </a:stretch>
            </p:blipFill>
            <p:spPr>
              <a:xfrm>
                <a:off x="1510490" y="6281007"/>
                <a:ext cx="187200" cy="10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6">
            <p14:nvContentPartPr>
              <p14:cNvPr id="262" name="Ink 261">
                <a:extLst>
                  <a:ext uri="{FF2B5EF4-FFF2-40B4-BE49-F238E27FC236}">
                    <a16:creationId xmlns:a16="http://schemas.microsoft.com/office/drawing/2014/main" id="{5F6376AF-1031-3422-59C1-C1DDFBB5562F}"/>
                  </a:ext>
                </a:extLst>
              </p14:cNvPr>
              <p14:cNvContentPartPr/>
              <p14:nvPr/>
            </p14:nvContentPartPr>
            <p14:xfrm>
              <a:off x="802730" y="6625527"/>
              <a:ext cx="5040" cy="55440"/>
            </p14:xfrm>
          </p:contentPart>
        </mc:Choice>
        <mc:Fallback>
          <p:pic>
            <p:nvPicPr>
              <p:cNvPr id="262" name="Ink 261">
                <a:extLst>
                  <a:ext uri="{FF2B5EF4-FFF2-40B4-BE49-F238E27FC236}">
                    <a16:creationId xmlns:a16="http://schemas.microsoft.com/office/drawing/2014/main" id="{5F6376AF-1031-3422-59C1-C1DDFBB5562F}"/>
                  </a:ext>
                </a:extLst>
              </p:cNvPr>
              <p:cNvPicPr/>
              <p:nvPr/>
            </p:nvPicPr>
            <p:blipFill>
              <a:blip r:embed="rId267"/>
              <a:stretch>
                <a:fillRect/>
              </a:stretch>
            </p:blipFill>
            <p:spPr>
              <a:xfrm>
                <a:off x="784730" y="6607527"/>
                <a:ext cx="40680" cy="9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8">
            <p14:nvContentPartPr>
              <p14:cNvPr id="263" name="Ink 262">
                <a:extLst>
                  <a:ext uri="{FF2B5EF4-FFF2-40B4-BE49-F238E27FC236}">
                    <a16:creationId xmlns:a16="http://schemas.microsoft.com/office/drawing/2014/main" id="{6F9B4642-AB7A-14CB-5989-8218E5316021}"/>
                  </a:ext>
                </a:extLst>
              </p14:cNvPr>
              <p14:cNvContentPartPr/>
              <p14:nvPr/>
            </p14:nvContentPartPr>
            <p14:xfrm>
              <a:off x="546050" y="6801207"/>
              <a:ext cx="41040" cy="34200"/>
            </p14:xfrm>
          </p:contentPart>
        </mc:Choice>
        <mc:Fallback>
          <p:pic>
            <p:nvPicPr>
              <p:cNvPr id="263" name="Ink 262">
                <a:extLst>
                  <a:ext uri="{FF2B5EF4-FFF2-40B4-BE49-F238E27FC236}">
                    <a16:creationId xmlns:a16="http://schemas.microsoft.com/office/drawing/2014/main" id="{6F9B4642-AB7A-14CB-5989-8218E5316021}"/>
                  </a:ext>
                </a:extLst>
              </p:cNvPr>
              <p:cNvPicPr/>
              <p:nvPr/>
            </p:nvPicPr>
            <p:blipFill>
              <a:blip r:embed="rId269"/>
              <a:stretch>
                <a:fillRect/>
              </a:stretch>
            </p:blipFill>
            <p:spPr>
              <a:xfrm>
                <a:off x="528050" y="6783207"/>
                <a:ext cx="76680" cy="6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0">
            <p14:nvContentPartPr>
              <p14:cNvPr id="264" name="Ink 263">
                <a:extLst>
                  <a:ext uri="{FF2B5EF4-FFF2-40B4-BE49-F238E27FC236}">
                    <a16:creationId xmlns:a16="http://schemas.microsoft.com/office/drawing/2014/main" id="{C491A2F2-85CD-5A68-8FAF-55E9847FE91E}"/>
                  </a:ext>
                </a:extLst>
              </p14:cNvPr>
              <p14:cNvContentPartPr/>
              <p14:nvPr/>
            </p14:nvContentPartPr>
            <p14:xfrm>
              <a:off x="941330" y="6792207"/>
              <a:ext cx="51120" cy="18360"/>
            </p14:xfrm>
          </p:contentPart>
        </mc:Choice>
        <mc:Fallback>
          <p:pic>
            <p:nvPicPr>
              <p:cNvPr id="264" name="Ink 263">
                <a:extLst>
                  <a:ext uri="{FF2B5EF4-FFF2-40B4-BE49-F238E27FC236}">
                    <a16:creationId xmlns:a16="http://schemas.microsoft.com/office/drawing/2014/main" id="{C491A2F2-85CD-5A68-8FAF-55E9847FE91E}"/>
                  </a:ext>
                </a:extLst>
              </p:cNvPr>
              <p:cNvPicPr/>
              <p:nvPr/>
            </p:nvPicPr>
            <p:blipFill>
              <a:blip r:embed="rId271"/>
              <a:stretch>
                <a:fillRect/>
              </a:stretch>
            </p:blipFill>
            <p:spPr>
              <a:xfrm>
                <a:off x="923330" y="6774207"/>
                <a:ext cx="86760" cy="54000"/>
              </a:xfrm>
              <a:prstGeom prst="rect">
                <a:avLst/>
              </a:prstGeom>
            </p:spPr>
          </p:pic>
        </mc:Fallback>
      </mc:AlternateContent>
      <p:grpSp>
        <p:nvGrpSpPr>
          <p:cNvPr id="284" name="Group 283">
            <a:extLst>
              <a:ext uri="{FF2B5EF4-FFF2-40B4-BE49-F238E27FC236}">
                <a16:creationId xmlns:a16="http://schemas.microsoft.com/office/drawing/2014/main" id="{052A2CD8-A008-C4F6-0FF1-3918D8D92826}"/>
              </a:ext>
            </a:extLst>
          </p:cNvPr>
          <p:cNvGrpSpPr/>
          <p:nvPr/>
        </p:nvGrpSpPr>
        <p:grpSpPr>
          <a:xfrm>
            <a:off x="2041490" y="6545967"/>
            <a:ext cx="1640520" cy="282960"/>
            <a:chOff x="2041490" y="6545967"/>
            <a:chExt cx="1640520" cy="282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AF0CC151-661C-8F0F-7D89-C8D8322D896E}"/>
                    </a:ext>
                  </a:extLst>
                </p14:cNvPr>
                <p14:cNvContentPartPr/>
                <p14:nvPr/>
              </p14:nvContentPartPr>
              <p14:xfrm>
                <a:off x="2041490" y="6683847"/>
                <a:ext cx="4680" cy="145080"/>
              </p14:xfrm>
            </p:contentPart>
          </mc:Choice>
          <mc:Fallback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AF0CC151-661C-8F0F-7D89-C8D8322D896E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2023850" y="6666207"/>
                  <a:ext cx="4032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B25E3850-7FCA-2B06-1BE8-071E690CA91C}"/>
                    </a:ext>
                  </a:extLst>
                </p14:cNvPr>
                <p14:cNvContentPartPr/>
                <p14:nvPr/>
              </p14:nvContentPartPr>
              <p14:xfrm>
                <a:off x="2055170" y="6557127"/>
                <a:ext cx="11880" cy="38520"/>
              </p14:xfrm>
            </p:contentPart>
          </mc:Choice>
          <mc:Fallback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B25E3850-7FCA-2B06-1BE8-071E690CA91C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2037170" y="6539127"/>
                  <a:ext cx="4752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E269DE6B-009C-C962-F6E5-0DF89BCC2F25}"/>
                    </a:ext>
                  </a:extLst>
                </p14:cNvPr>
                <p14:cNvContentPartPr/>
                <p14:nvPr/>
              </p14:nvContentPartPr>
              <p14:xfrm>
                <a:off x="2155250" y="6669447"/>
                <a:ext cx="163080" cy="132480"/>
              </p14:xfrm>
            </p:contentPart>
          </mc:Choice>
          <mc:Fallback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E269DE6B-009C-C962-F6E5-0DF89BCC2F25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2137250" y="6651447"/>
                  <a:ext cx="19872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DCB5DD1B-5A37-0B37-3930-3174DBF9ACDE}"/>
                    </a:ext>
                  </a:extLst>
                </p14:cNvPr>
                <p14:cNvContentPartPr/>
                <p14:nvPr/>
              </p14:nvContentPartPr>
              <p14:xfrm>
                <a:off x="2396450" y="6545967"/>
                <a:ext cx="1285560" cy="256680"/>
              </p14:xfrm>
            </p:contentPart>
          </mc:Choice>
          <mc:Fallback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DCB5DD1B-5A37-0B37-3930-3174DBF9ACDE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2378450" y="6527967"/>
                  <a:ext cx="1321200" cy="292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80">
            <p14:nvContentPartPr>
              <p14:cNvPr id="269" name="Ink 268">
                <a:extLst>
                  <a:ext uri="{FF2B5EF4-FFF2-40B4-BE49-F238E27FC236}">
                    <a16:creationId xmlns:a16="http://schemas.microsoft.com/office/drawing/2014/main" id="{7A45C5A7-CC2C-96E1-073E-77E6AD50A6AA}"/>
                  </a:ext>
                </a:extLst>
              </p14:cNvPr>
              <p14:cNvContentPartPr/>
              <p14:nvPr/>
            </p14:nvContentPartPr>
            <p14:xfrm>
              <a:off x="4507130" y="6375687"/>
              <a:ext cx="480960" cy="547560"/>
            </p14:xfrm>
          </p:contentPart>
        </mc:Choice>
        <mc:Fallback>
          <p:pic>
            <p:nvPicPr>
              <p:cNvPr id="269" name="Ink 268">
                <a:extLst>
                  <a:ext uri="{FF2B5EF4-FFF2-40B4-BE49-F238E27FC236}">
                    <a16:creationId xmlns:a16="http://schemas.microsoft.com/office/drawing/2014/main" id="{7A45C5A7-CC2C-96E1-073E-77E6AD50A6AA}"/>
                  </a:ext>
                </a:extLst>
              </p:cNvPr>
              <p:cNvPicPr/>
              <p:nvPr/>
            </p:nvPicPr>
            <p:blipFill>
              <a:blip r:embed="rId281"/>
              <a:stretch>
                <a:fillRect/>
              </a:stretch>
            </p:blipFill>
            <p:spPr>
              <a:xfrm>
                <a:off x="4489130" y="6357687"/>
                <a:ext cx="516600" cy="583200"/>
              </a:xfrm>
              <a:prstGeom prst="rect">
                <a:avLst/>
              </a:prstGeom>
            </p:spPr>
          </p:pic>
        </mc:Fallback>
      </mc:AlternateContent>
      <p:grpSp>
        <p:nvGrpSpPr>
          <p:cNvPr id="283" name="Group 282">
            <a:extLst>
              <a:ext uri="{FF2B5EF4-FFF2-40B4-BE49-F238E27FC236}">
                <a16:creationId xmlns:a16="http://schemas.microsoft.com/office/drawing/2014/main" id="{699EFFBC-8064-BE69-CE6B-5B4DBDD3D2B3}"/>
              </a:ext>
            </a:extLst>
          </p:cNvPr>
          <p:cNvGrpSpPr/>
          <p:nvPr/>
        </p:nvGrpSpPr>
        <p:grpSpPr>
          <a:xfrm>
            <a:off x="5716010" y="6408087"/>
            <a:ext cx="440280" cy="300960"/>
            <a:chOff x="5716010" y="6408087"/>
            <a:chExt cx="440280" cy="300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B20C18E0-8F51-612A-9B45-84950CD07A20}"/>
                    </a:ext>
                  </a:extLst>
                </p14:cNvPr>
                <p14:cNvContentPartPr/>
                <p14:nvPr/>
              </p14:nvContentPartPr>
              <p14:xfrm>
                <a:off x="5716010" y="6408087"/>
                <a:ext cx="212760" cy="300960"/>
              </p14:xfrm>
            </p:contentPart>
          </mc:Choice>
          <mc:Fallback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B20C18E0-8F51-612A-9B45-84950CD07A20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5698370" y="6390447"/>
                  <a:ext cx="248400" cy="33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4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F8D38096-680D-AE90-37E5-561049A39340}"/>
                    </a:ext>
                  </a:extLst>
                </p14:cNvPr>
                <p14:cNvContentPartPr/>
                <p14:nvPr/>
              </p14:nvContentPartPr>
              <p14:xfrm>
                <a:off x="5724290" y="6533727"/>
                <a:ext cx="432000" cy="44640"/>
              </p14:xfrm>
            </p:contentPart>
          </mc:Choice>
          <mc:Fallback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F8D38096-680D-AE90-37E5-561049A39340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5706650" y="6515727"/>
                  <a:ext cx="467640" cy="80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2" name="Group 281">
            <a:extLst>
              <a:ext uri="{FF2B5EF4-FFF2-40B4-BE49-F238E27FC236}">
                <a16:creationId xmlns:a16="http://schemas.microsoft.com/office/drawing/2014/main" id="{5D2D24FA-5F30-EC36-1252-03759D957854}"/>
              </a:ext>
            </a:extLst>
          </p:cNvPr>
          <p:cNvGrpSpPr/>
          <p:nvPr/>
        </p:nvGrpSpPr>
        <p:grpSpPr>
          <a:xfrm>
            <a:off x="6823370" y="6286407"/>
            <a:ext cx="237960" cy="403200"/>
            <a:chOff x="6823370" y="6286407"/>
            <a:chExt cx="237960" cy="403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40C60A93-D0BB-F90E-D64E-7F713F646286}"/>
                    </a:ext>
                  </a:extLst>
                </p14:cNvPr>
                <p14:cNvContentPartPr/>
                <p14:nvPr/>
              </p14:nvContentPartPr>
              <p14:xfrm>
                <a:off x="6823370" y="6522927"/>
                <a:ext cx="34920" cy="166680"/>
              </p14:xfrm>
            </p:contentPart>
          </mc:Choice>
          <mc:Fallback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40C60A93-D0BB-F90E-D64E-7F713F646286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6805370" y="6505287"/>
                  <a:ext cx="7056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B27C3C50-A29D-4DAF-8A60-70EDF14C1944}"/>
                    </a:ext>
                  </a:extLst>
                </p14:cNvPr>
                <p14:cNvContentPartPr/>
                <p14:nvPr/>
              </p14:nvContentPartPr>
              <p14:xfrm>
                <a:off x="6889970" y="6473247"/>
                <a:ext cx="171360" cy="195480"/>
              </p14:xfrm>
            </p:contentPart>
          </mc:Choice>
          <mc:Fallback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B27C3C50-A29D-4DAF-8A60-70EDF14C1944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6871970" y="6455247"/>
                  <a:ext cx="20700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804A523D-1555-574A-6F3B-C39EEFA95551}"/>
                    </a:ext>
                  </a:extLst>
                </p14:cNvPr>
                <p14:cNvContentPartPr/>
                <p14:nvPr/>
              </p14:nvContentPartPr>
              <p14:xfrm>
                <a:off x="6863690" y="6286407"/>
                <a:ext cx="7200" cy="83880"/>
              </p14:xfrm>
            </p:contentPart>
          </mc:Choice>
          <mc:Fallback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804A523D-1555-574A-6F3B-C39EEFA95551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6845690" y="6268767"/>
                  <a:ext cx="42840" cy="119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1" name="Group 280">
            <a:extLst>
              <a:ext uri="{FF2B5EF4-FFF2-40B4-BE49-F238E27FC236}">
                <a16:creationId xmlns:a16="http://schemas.microsoft.com/office/drawing/2014/main" id="{5C2B7DAA-24DB-0F2C-D7E7-56567CF27545}"/>
              </a:ext>
            </a:extLst>
          </p:cNvPr>
          <p:cNvGrpSpPr/>
          <p:nvPr/>
        </p:nvGrpSpPr>
        <p:grpSpPr>
          <a:xfrm>
            <a:off x="7749650" y="6302607"/>
            <a:ext cx="1879560" cy="421920"/>
            <a:chOff x="7749650" y="6302607"/>
            <a:chExt cx="1879560" cy="421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2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14C5B92D-CC37-75D1-0120-FA5BCCE3B6C1}"/>
                    </a:ext>
                  </a:extLst>
                </p14:cNvPr>
                <p14:cNvContentPartPr/>
                <p14:nvPr/>
              </p14:nvContentPartPr>
              <p14:xfrm>
                <a:off x="7749650" y="6441207"/>
                <a:ext cx="303840" cy="190800"/>
              </p14:xfrm>
            </p:contentPart>
          </mc:Choice>
          <mc:Fallback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14C5B92D-CC37-75D1-0120-FA5BCCE3B6C1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7731650" y="6423567"/>
                  <a:ext cx="33948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CF4F6FDE-DDEF-741E-C26B-E088594B33C5}"/>
                    </a:ext>
                  </a:extLst>
                </p14:cNvPr>
                <p14:cNvContentPartPr/>
                <p14:nvPr/>
              </p14:nvContentPartPr>
              <p14:xfrm>
                <a:off x="8117570" y="6475407"/>
                <a:ext cx="450000" cy="162360"/>
              </p14:xfrm>
            </p:contentPart>
          </mc:Choice>
          <mc:Fallback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CF4F6FDE-DDEF-741E-C26B-E088594B33C5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8099930" y="6457407"/>
                  <a:ext cx="48564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6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FAFD644F-E105-E5C4-ADEF-52EC95C2313A}"/>
                    </a:ext>
                  </a:extLst>
                </p14:cNvPr>
                <p14:cNvContentPartPr/>
                <p14:nvPr/>
              </p14:nvContentPartPr>
              <p14:xfrm>
                <a:off x="8552810" y="6302607"/>
                <a:ext cx="36360" cy="46440"/>
              </p14:xfrm>
            </p:contentPart>
          </mc:Choice>
          <mc:Fallback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FAFD644F-E105-E5C4-ADEF-52EC95C2313A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8534810" y="6284607"/>
                  <a:ext cx="7200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8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4724DD93-9425-69F9-0FCB-B294496C72A0}"/>
                    </a:ext>
                  </a:extLst>
                </p14:cNvPr>
                <p14:cNvContentPartPr/>
                <p14:nvPr/>
              </p14:nvContentPartPr>
              <p14:xfrm>
                <a:off x="8626250" y="6430407"/>
                <a:ext cx="201240" cy="294120"/>
              </p14:xfrm>
            </p:contentPart>
          </mc:Choice>
          <mc:Fallback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4724DD93-9425-69F9-0FCB-B294496C72A0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8608250" y="6412407"/>
                  <a:ext cx="236880" cy="32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0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2130781F-DAF7-D260-CCA7-2CDF1269CBDA}"/>
                    </a:ext>
                  </a:extLst>
                </p14:cNvPr>
                <p14:cNvContentPartPr/>
                <p14:nvPr/>
              </p14:nvContentPartPr>
              <p14:xfrm>
                <a:off x="9059330" y="6432207"/>
                <a:ext cx="569880" cy="192240"/>
              </p14:xfrm>
            </p:contentPart>
          </mc:Choice>
          <mc:Fallback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2130781F-DAF7-D260-CCA7-2CDF1269CBDA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9041330" y="6414567"/>
                  <a:ext cx="605520" cy="227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02">
            <p14:nvContentPartPr>
              <p14:cNvPr id="280" name="Ink 279">
                <a:extLst>
                  <a:ext uri="{FF2B5EF4-FFF2-40B4-BE49-F238E27FC236}">
                    <a16:creationId xmlns:a16="http://schemas.microsoft.com/office/drawing/2014/main" id="{032AC291-B028-57FE-17F2-D60502ED9362}"/>
                  </a:ext>
                </a:extLst>
              </p14:cNvPr>
              <p14:cNvContentPartPr/>
              <p14:nvPr/>
            </p14:nvContentPartPr>
            <p14:xfrm>
              <a:off x="10231130" y="6673407"/>
              <a:ext cx="5040" cy="1800"/>
            </p14:xfrm>
          </p:contentPart>
        </mc:Choice>
        <mc:Fallback>
          <p:pic>
            <p:nvPicPr>
              <p:cNvPr id="280" name="Ink 279">
                <a:extLst>
                  <a:ext uri="{FF2B5EF4-FFF2-40B4-BE49-F238E27FC236}">
                    <a16:creationId xmlns:a16="http://schemas.microsoft.com/office/drawing/2014/main" id="{032AC291-B028-57FE-17F2-D60502ED9362}"/>
                  </a:ext>
                </a:extLst>
              </p:cNvPr>
              <p:cNvPicPr/>
              <p:nvPr/>
            </p:nvPicPr>
            <p:blipFill>
              <a:blip r:embed="rId303"/>
              <a:stretch>
                <a:fillRect/>
              </a:stretch>
            </p:blipFill>
            <p:spPr>
              <a:xfrm>
                <a:off x="10213130" y="6655767"/>
                <a:ext cx="40680" cy="37440"/>
              </a:xfrm>
              <a:prstGeom prst="rect">
                <a:avLst/>
              </a:prstGeom>
            </p:spPr>
          </p:pic>
        </mc:Fallback>
      </mc:AlternateContent>
      <p:grpSp>
        <p:nvGrpSpPr>
          <p:cNvPr id="299" name="Group 298">
            <a:extLst>
              <a:ext uri="{FF2B5EF4-FFF2-40B4-BE49-F238E27FC236}">
                <a16:creationId xmlns:a16="http://schemas.microsoft.com/office/drawing/2014/main" id="{43C2D87A-8408-4209-B4FE-35BF6D50FA73}"/>
              </a:ext>
            </a:extLst>
          </p:cNvPr>
          <p:cNvGrpSpPr/>
          <p:nvPr/>
        </p:nvGrpSpPr>
        <p:grpSpPr>
          <a:xfrm>
            <a:off x="7366250" y="2001327"/>
            <a:ext cx="475200" cy="43200"/>
            <a:chOff x="7366250" y="2001327"/>
            <a:chExt cx="475200" cy="43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4">
              <p14:nvContentPartPr>
                <p14:cNvPr id="296" name="Ink 295">
                  <a:extLst>
                    <a:ext uri="{FF2B5EF4-FFF2-40B4-BE49-F238E27FC236}">
                      <a16:creationId xmlns:a16="http://schemas.microsoft.com/office/drawing/2014/main" id="{56AC8460-2C1D-C36F-859C-1A2549A82AE0}"/>
                    </a:ext>
                  </a:extLst>
                </p14:cNvPr>
                <p14:cNvContentPartPr/>
                <p14:nvPr/>
              </p14:nvContentPartPr>
              <p14:xfrm>
                <a:off x="7432850" y="2001327"/>
                <a:ext cx="408600" cy="12240"/>
              </p14:xfrm>
            </p:contentPart>
          </mc:Choice>
          <mc:Fallback>
            <p:pic>
              <p:nvPicPr>
                <p:cNvPr id="296" name="Ink 295">
                  <a:extLst>
                    <a:ext uri="{FF2B5EF4-FFF2-40B4-BE49-F238E27FC236}">
                      <a16:creationId xmlns:a16="http://schemas.microsoft.com/office/drawing/2014/main" id="{56AC8460-2C1D-C36F-859C-1A2549A82AE0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7415210" y="1983327"/>
                  <a:ext cx="44424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6">
              <p14:nvContentPartPr>
                <p14:cNvPr id="297" name="Ink 296">
                  <a:extLst>
                    <a:ext uri="{FF2B5EF4-FFF2-40B4-BE49-F238E27FC236}">
                      <a16:creationId xmlns:a16="http://schemas.microsoft.com/office/drawing/2014/main" id="{CB1F8E34-84EA-91B1-CEA0-F1808F6A7428}"/>
                    </a:ext>
                  </a:extLst>
                </p14:cNvPr>
                <p14:cNvContentPartPr/>
                <p14:nvPr/>
              </p14:nvContentPartPr>
              <p14:xfrm>
                <a:off x="7366250" y="2029767"/>
                <a:ext cx="451080" cy="14760"/>
              </p14:xfrm>
            </p:contentPart>
          </mc:Choice>
          <mc:Fallback>
            <p:pic>
              <p:nvPicPr>
                <p:cNvPr id="297" name="Ink 296">
                  <a:extLst>
                    <a:ext uri="{FF2B5EF4-FFF2-40B4-BE49-F238E27FC236}">
                      <a16:creationId xmlns:a16="http://schemas.microsoft.com/office/drawing/2014/main" id="{CB1F8E34-84EA-91B1-CEA0-F1808F6A7428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7348610" y="2012127"/>
                  <a:ext cx="486720" cy="50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08">
            <p14:nvContentPartPr>
              <p14:cNvPr id="298" name="Ink 297">
                <a:extLst>
                  <a:ext uri="{FF2B5EF4-FFF2-40B4-BE49-F238E27FC236}">
                    <a16:creationId xmlns:a16="http://schemas.microsoft.com/office/drawing/2014/main" id="{E7F48A10-D7A8-042C-F1B1-B164A5E30A1E}"/>
                  </a:ext>
                </a:extLst>
              </p14:cNvPr>
              <p14:cNvContentPartPr/>
              <p14:nvPr/>
            </p14:nvContentPartPr>
            <p14:xfrm>
              <a:off x="6572450" y="2982687"/>
              <a:ext cx="18360" cy="3240"/>
            </p14:xfrm>
          </p:contentPart>
        </mc:Choice>
        <mc:Fallback>
          <p:pic>
            <p:nvPicPr>
              <p:cNvPr id="298" name="Ink 297">
                <a:extLst>
                  <a:ext uri="{FF2B5EF4-FFF2-40B4-BE49-F238E27FC236}">
                    <a16:creationId xmlns:a16="http://schemas.microsoft.com/office/drawing/2014/main" id="{E7F48A10-D7A8-042C-F1B1-B164A5E30A1E}"/>
                  </a:ext>
                </a:extLst>
              </p:cNvPr>
              <p:cNvPicPr/>
              <p:nvPr/>
            </p:nvPicPr>
            <p:blipFill>
              <a:blip r:embed="rId309"/>
              <a:stretch>
                <a:fillRect/>
              </a:stretch>
            </p:blipFill>
            <p:spPr>
              <a:xfrm>
                <a:off x="6554810" y="2964687"/>
                <a:ext cx="54000" cy="38880"/>
              </a:xfrm>
              <a:prstGeom prst="rect">
                <a:avLst/>
              </a:prstGeom>
            </p:spPr>
          </p:pic>
        </mc:Fallback>
      </mc:AlternateContent>
      <p:grpSp>
        <p:nvGrpSpPr>
          <p:cNvPr id="302" name="Group 301">
            <a:extLst>
              <a:ext uri="{FF2B5EF4-FFF2-40B4-BE49-F238E27FC236}">
                <a16:creationId xmlns:a16="http://schemas.microsoft.com/office/drawing/2014/main" id="{D4FA18F6-65A7-76BB-5CED-769A013AD68C}"/>
              </a:ext>
            </a:extLst>
          </p:cNvPr>
          <p:cNvGrpSpPr/>
          <p:nvPr/>
        </p:nvGrpSpPr>
        <p:grpSpPr>
          <a:xfrm>
            <a:off x="10694450" y="2749047"/>
            <a:ext cx="1310760" cy="161280"/>
            <a:chOff x="10694450" y="2749047"/>
            <a:chExt cx="1310760" cy="161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0">
              <p14:nvContentPartPr>
                <p14:cNvPr id="300" name="Ink 299">
                  <a:extLst>
                    <a:ext uri="{FF2B5EF4-FFF2-40B4-BE49-F238E27FC236}">
                      <a16:creationId xmlns:a16="http://schemas.microsoft.com/office/drawing/2014/main" id="{03366545-1EB9-9222-483F-38CCBA0A0FC4}"/>
                    </a:ext>
                  </a:extLst>
                </p14:cNvPr>
                <p14:cNvContentPartPr/>
                <p14:nvPr/>
              </p14:nvContentPartPr>
              <p14:xfrm>
                <a:off x="10806770" y="2749047"/>
                <a:ext cx="1198440" cy="50400"/>
              </p14:xfrm>
            </p:contentPart>
          </mc:Choice>
          <mc:Fallback>
            <p:pic>
              <p:nvPicPr>
                <p:cNvPr id="300" name="Ink 299">
                  <a:extLst>
                    <a:ext uri="{FF2B5EF4-FFF2-40B4-BE49-F238E27FC236}">
                      <a16:creationId xmlns:a16="http://schemas.microsoft.com/office/drawing/2014/main" id="{03366545-1EB9-9222-483F-38CCBA0A0FC4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10788770" y="2731047"/>
                  <a:ext cx="123408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2">
              <p14:nvContentPartPr>
                <p14:cNvPr id="301" name="Ink 300">
                  <a:extLst>
                    <a:ext uri="{FF2B5EF4-FFF2-40B4-BE49-F238E27FC236}">
                      <a16:creationId xmlns:a16="http://schemas.microsoft.com/office/drawing/2014/main" id="{3A64AC71-4A9A-817C-4C57-DE3C303B545A}"/>
                    </a:ext>
                  </a:extLst>
                </p14:cNvPr>
                <p14:cNvContentPartPr/>
                <p14:nvPr/>
              </p14:nvContentPartPr>
              <p14:xfrm>
                <a:off x="10694450" y="2821767"/>
                <a:ext cx="1240560" cy="88560"/>
              </p14:xfrm>
            </p:contentPart>
          </mc:Choice>
          <mc:Fallback>
            <p:pic>
              <p:nvPicPr>
                <p:cNvPr id="301" name="Ink 300">
                  <a:extLst>
                    <a:ext uri="{FF2B5EF4-FFF2-40B4-BE49-F238E27FC236}">
                      <a16:creationId xmlns:a16="http://schemas.microsoft.com/office/drawing/2014/main" id="{3A64AC71-4A9A-817C-4C57-DE3C303B545A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10676810" y="2803767"/>
                  <a:ext cx="1276200" cy="124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14">
            <p14:nvContentPartPr>
              <p14:cNvPr id="313" name="Ink 312">
                <a:extLst>
                  <a:ext uri="{FF2B5EF4-FFF2-40B4-BE49-F238E27FC236}">
                    <a16:creationId xmlns:a16="http://schemas.microsoft.com/office/drawing/2014/main" id="{6338E142-7670-B1A6-3C04-E0E6CEA4F2EA}"/>
                  </a:ext>
                </a:extLst>
              </p14:cNvPr>
              <p14:cNvContentPartPr/>
              <p14:nvPr/>
            </p14:nvContentPartPr>
            <p14:xfrm>
              <a:off x="2415170" y="3472287"/>
              <a:ext cx="360" cy="360"/>
            </p14:xfrm>
          </p:contentPart>
        </mc:Choice>
        <mc:Fallback>
          <p:pic>
            <p:nvPicPr>
              <p:cNvPr id="313" name="Ink 312">
                <a:extLst>
                  <a:ext uri="{FF2B5EF4-FFF2-40B4-BE49-F238E27FC236}">
                    <a16:creationId xmlns:a16="http://schemas.microsoft.com/office/drawing/2014/main" id="{6338E142-7670-B1A6-3C04-E0E6CEA4F2EA}"/>
                  </a:ext>
                </a:extLst>
              </p:cNvPr>
              <p:cNvPicPr/>
              <p:nvPr/>
            </p:nvPicPr>
            <p:blipFill>
              <a:blip r:embed="rId187"/>
              <a:stretch>
                <a:fillRect/>
              </a:stretch>
            </p:blipFill>
            <p:spPr>
              <a:xfrm>
                <a:off x="2397170" y="3454647"/>
                <a:ext cx="36000" cy="3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331" name="Group 330">
            <a:extLst>
              <a:ext uri="{FF2B5EF4-FFF2-40B4-BE49-F238E27FC236}">
                <a16:creationId xmlns:a16="http://schemas.microsoft.com/office/drawing/2014/main" id="{AD54C061-CA4B-A1F0-332E-18AE740D4411}"/>
              </a:ext>
            </a:extLst>
          </p:cNvPr>
          <p:cNvGrpSpPr/>
          <p:nvPr/>
        </p:nvGrpSpPr>
        <p:grpSpPr>
          <a:xfrm>
            <a:off x="49610" y="4341327"/>
            <a:ext cx="892080" cy="1083600"/>
            <a:chOff x="49610" y="4341327"/>
            <a:chExt cx="892080" cy="1083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5">
              <p14:nvContentPartPr>
                <p14:cNvPr id="303" name="Ink 302">
                  <a:extLst>
                    <a:ext uri="{FF2B5EF4-FFF2-40B4-BE49-F238E27FC236}">
                      <a16:creationId xmlns:a16="http://schemas.microsoft.com/office/drawing/2014/main" id="{664D2D45-CAB1-B498-70F8-3F898D00A438}"/>
                    </a:ext>
                  </a:extLst>
                </p14:cNvPr>
                <p14:cNvContentPartPr/>
                <p14:nvPr/>
              </p14:nvContentPartPr>
              <p14:xfrm>
                <a:off x="68690" y="4600527"/>
                <a:ext cx="139680" cy="337680"/>
              </p14:xfrm>
            </p:contentPart>
          </mc:Choice>
          <mc:Fallback>
            <p:pic>
              <p:nvPicPr>
                <p:cNvPr id="303" name="Ink 302">
                  <a:extLst>
                    <a:ext uri="{FF2B5EF4-FFF2-40B4-BE49-F238E27FC236}">
                      <a16:creationId xmlns:a16="http://schemas.microsoft.com/office/drawing/2014/main" id="{664D2D45-CAB1-B498-70F8-3F898D00A438}"/>
                    </a:ext>
                  </a:extLst>
                </p:cNvPr>
                <p:cNvPicPr/>
                <p:nvPr/>
              </p:nvPicPr>
              <p:blipFill>
                <a:blip r:embed="rId316"/>
                <a:stretch>
                  <a:fillRect/>
                </a:stretch>
              </p:blipFill>
              <p:spPr>
                <a:xfrm>
                  <a:off x="51050" y="4582527"/>
                  <a:ext cx="175320" cy="37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7">
              <p14:nvContentPartPr>
                <p14:cNvPr id="304" name="Ink 303">
                  <a:extLst>
                    <a:ext uri="{FF2B5EF4-FFF2-40B4-BE49-F238E27FC236}">
                      <a16:creationId xmlns:a16="http://schemas.microsoft.com/office/drawing/2014/main" id="{F088FBF0-A149-C912-EB8D-42817DE2F0ED}"/>
                    </a:ext>
                  </a:extLst>
                </p14:cNvPr>
                <p14:cNvContentPartPr/>
                <p14:nvPr/>
              </p14:nvContentPartPr>
              <p14:xfrm>
                <a:off x="84530" y="4723647"/>
                <a:ext cx="151920" cy="41760"/>
              </p14:xfrm>
            </p:contentPart>
          </mc:Choice>
          <mc:Fallback>
            <p:pic>
              <p:nvPicPr>
                <p:cNvPr id="304" name="Ink 303">
                  <a:extLst>
                    <a:ext uri="{FF2B5EF4-FFF2-40B4-BE49-F238E27FC236}">
                      <a16:creationId xmlns:a16="http://schemas.microsoft.com/office/drawing/2014/main" id="{F088FBF0-A149-C912-EB8D-42817DE2F0ED}"/>
                    </a:ext>
                  </a:extLst>
                </p:cNvPr>
                <p:cNvPicPr/>
                <p:nvPr/>
              </p:nvPicPr>
              <p:blipFill>
                <a:blip r:embed="rId318"/>
                <a:stretch>
                  <a:fillRect/>
                </a:stretch>
              </p:blipFill>
              <p:spPr>
                <a:xfrm>
                  <a:off x="66530" y="4706007"/>
                  <a:ext cx="18756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9">
              <p14:nvContentPartPr>
                <p14:cNvPr id="306" name="Ink 305">
                  <a:extLst>
                    <a:ext uri="{FF2B5EF4-FFF2-40B4-BE49-F238E27FC236}">
                      <a16:creationId xmlns:a16="http://schemas.microsoft.com/office/drawing/2014/main" id="{1A5D5A5E-57D9-4452-6E90-BF753B68641E}"/>
                    </a:ext>
                  </a:extLst>
                </p14:cNvPr>
                <p14:cNvContentPartPr/>
                <p14:nvPr/>
              </p14:nvContentPartPr>
              <p14:xfrm>
                <a:off x="333650" y="4578927"/>
                <a:ext cx="138240" cy="318240"/>
              </p14:xfrm>
            </p:contentPart>
          </mc:Choice>
          <mc:Fallback>
            <p:pic>
              <p:nvPicPr>
                <p:cNvPr id="306" name="Ink 305">
                  <a:extLst>
                    <a:ext uri="{FF2B5EF4-FFF2-40B4-BE49-F238E27FC236}">
                      <a16:creationId xmlns:a16="http://schemas.microsoft.com/office/drawing/2014/main" id="{1A5D5A5E-57D9-4452-6E90-BF753B68641E}"/>
                    </a:ext>
                  </a:extLst>
                </p:cNvPr>
                <p:cNvPicPr/>
                <p:nvPr/>
              </p:nvPicPr>
              <p:blipFill>
                <a:blip r:embed="rId320"/>
                <a:stretch>
                  <a:fillRect/>
                </a:stretch>
              </p:blipFill>
              <p:spPr>
                <a:xfrm>
                  <a:off x="315650" y="4561287"/>
                  <a:ext cx="173880" cy="35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1">
              <p14:nvContentPartPr>
                <p14:cNvPr id="307" name="Ink 306">
                  <a:extLst>
                    <a:ext uri="{FF2B5EF4-FFF2-40B4-BE49-F238E27FC236}">
                      <a16:creationId xmlns:a16="http://schemas.microsoft.com/office/drawing/2014/main" id="{E4BBE5D4-43A4-7B89-3D8B-D9B8ADE03969}"/>
                    </a:ext>
                  </a:extLst>
                </p14:cNvPr>
                <p14:cNvContentPartPr/>
                <p14:nvPr/>
              </p14:nvContentPartPr>
              <p14:xfrm>
                <a:off x="356690" y="4719327"/>
                <a:ext cx="140400" cy="34560"/>
              </p14:xfrm>
            </p:contentPart>
          </mc:Choice>
          <mc:Fallback>
            <p:pic>
              <p:nvPicPr>
                <p:cNvPr id="307" name="Ink 306">
                  <a:extLst>
                    <a:ext uri="{FF2B5EF4-FFF2-40B4-BE49-F238E27FC236}">
                      <a16:creationId xmlns:a16="http://schemas.microsoft.com/office/drawing/2014/main" id="{E4BBE5D4-43A4-7B89-3D8B-D9B8ADE03969}"/>
                    </a:ext>
                  </a:extLst>
                </p:cNvPr>
                <p:cNvPicPr/>
                <p:nvPr/>
              </p:nvPicPr>
              <p:blipFill>
                <a:blip r:embed="rId322"/>
                <a:stretch>
                  <a:fillRect/>
                </a:stretch>
              </p:blipFill>
              <p:spPr>
                <a:xfrm>
                  <a:off x="338690" y="4701687"/>
                  <a:ext cx="17604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3">
              <p14:nvContentPartPr>
                <p14:cNvPr id="308" name="Ink 307">
                  <a:extLst>
                    <a:ext uri="{FF2B5EF4-FFF2-40B4-BE49-F238E27FC236}">
                      <a16:creationId xmlns:a16="http://schemas.microsoft.com/office/drawing/2014/main" id="{B6D5B86A-C085-3AC5-1620-F3D3ED0E3883}"/>
                    </a:ext>
                  </a:extLst>
                </p14:cNvPr>
                <p14:cNvContentPartPr/>
                <p14:nvPr/>
              </p14:nvContentPartPr>
              <p14:xfrm>
                <a:off x="597170" y="4506927"/>
                <a:ext cx="86400" cy="54360"/>
              </p14:xfrm>
            </p:contentPart>
          </mc:Choice>
          <mc:Fallback>
            <p:pic>
              <p:nvPicPr>
                <p:cNvPr id="308" name="Ink 307">
                  <a:extLst>
                    <a:ext uri="{FF2B5EF4-FFF2-40B4-BE49-F238E27FC236}">
                      <a16:creationId xmlns:a16="http://schemas.microsoft.com/office/drawing/2014/main" id="{B6D5B86A-C085-3AC5-1620-F3D3ED0E3883}"/>
                    </a:ext>
                  </a:extLst>
                </p:cNvPr>
                <p:cNvPicPr/>
                <p:nvPr/>
              </p:nvPicPr>
              <p:blipFill>
                <a:blip r:embed="rId324"/>
                <a:stretch>
                  <a:fillRect/>
                </a:stretch>
              </p:blipFill>
              <p:spPr>
                <a:xfrm>
                  <a:off x="579530" y="4488927"/>
                  <a:ext cx="12204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5">
              <p14:nvContentPartPr>
                <p14:cNvPr id="309" name="Ink 308">
                  <a:extLst>
                    <a:ext uri="{FF2B5EF4-FFF2-40B4-BE49-F238E27FC236}">
                      <a16:creationId xmlns:a16="http://schemas.microsoft.com/office/drawing/2014/main" id="{5DF9FC96-3E8C-1F33-4302-7800C9A69E2C}"/>
                    </a:ext>
                  </a:extLst>
                </p14:cNvPr>
                <p14:cNvContentPartPr/>
                <p14:nvPr/>
              </p14:nvContentPartPr>
              <p14:xfrm>
                <a:off x="800930" y="4341327"/>
                <a:ext cx="24120" cy="234000"/>
              </p14:xfrm>
            </p:contentPart>
          </mc:Choice>
          <mc:Fallback>
            <p:pic>
              <p:nvPicPr>
                <p:cNvPr id="309" name="Ink 308">
                  <a:extLst>
                    <a:ext uri="{FF2B5EF4-FFF2-40B4-BE49-F238E27FC236}">
                      <a16:creationId xmlns:a16="http://schemas.microsoft.com/office/drawing/2014/main" id="{5DF9FC96-3E8C-1F33-4302-7800C9A69E2C}"/>
                    </a:ext>
                  </a:extLst>
                </p:cNvPr>
                <p:cNvPicPr/>
                <p:nvPr/>
              </p:nvPicPr>
              <p:blipFill>
                <a:blip r:embed="rId326"/>
                <a:stretch>
                  <a:fillRect/>
                </a:stretch>
              </p:blipFill>
              <p:spPr>
                <a:xfrm>
                  <a:off x="783290" y="4323687"/>
                  <a:ext cx="59760" cy="26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7">
              <p14:nvContentPartPr>
                <p14:cNvPr id="310" name="Ink 309">
                  <a:extLst>
                    <a:ext uri="{FF2B5EF4-FFF2-40B4-BE49-F238E27FC236}">
                      <a16:creationId xmlns:a16="http://schemas.microsoft.com/office/drawing/2014/main" id="{C5E97A7E-8276-0DBB-878E-0F7330AABF03}"/>
                    </a:ext>
                  </a:extLst>
                </p14:cNvPr>
                <p14:cNvContentPartPr/>
                <p14:nvPr/>
              </p14:nvContentPartPr>
              <p14:xfrm>
                <a:off x="374330" y="4838127"/>
                <a:ext cx="7200" cy="4680"/>
              </p14:xfrm>
            </p:contentPart>
          </mc:Choice>
          <mc:Fallback>
            <p:pic>
              <p:nvPicPr>
                <p:cNvPr id="310" name="Ink 309">
                  <a:extLst>
                    <a:ext uri="{FF2B5EF4-FFF2-40B4-BE49-F238E27FC236}">
                      <a16:creationId xmlns:a16="http://schemas.microsoft.com/office/drawing/2014/main" id="{C5E97A7E-8276-0DBB-878E-0F7330AABF03}"/>
                    </a:ext>
                  </a:extLst>
                </p:cNvPr>
                <p:cNvPicPr/>
                <p:nvPr/>
              </p:nvPicPr>
              <p:blipFill>
                <a:blip r:embed="rId328"/>
                <a:stretch>
                  <a:fillRect/>
                </a:stretch>
              </p:blipFill>
              <p:spPr>
                <a:xfrm>
                  <a:off x="356690" y="4820127"/>
                  <a:ext cx="4284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9">
              <p14:nvContentPartPr>
                <p14:cNvPr id="311" name="Ink 310">
                  <a:extLst>
                    <a:ext uri="{FF2B5EF4-FFF2-40B4-BE49-F238E27FC236}">
                      <a16:creationId xmlns:a16="http://schemas.microsoft.com/office/drawing/2014/main" id="{7083903A-FEB6-4C53-64B7-63C0C2B10711}"/>
                    </a:ext>
                  </a:extLst>
                </p14:cNvPr>
                <p14:cNvContentPartPr/>
                <p14:nvPr/>
              </p14:nvContentPartPr>
              <p14:xfrm>
                <a:off x="481250" y="4725807"/>
                <a:ext cx="6480" cy="5040"/>
              </p14:xfrm>
            </p:contentPart>
          </mc:Choice>
          <mc:Fallback>
            <p:pic>
              <p:nvPicPr>
                <p:cNvPr id="311" name="Ink 310">
                  <a:extLst>
                    <a:ext uri="{FF2B5EF4-FFF2-40B4-BE49-F238E27FC236}">
                      <a16:creationId xmlns:a16="http://schemas.microsoft.com/office/drawing/2014/main" id="{7083903A-FEB6-4C53-64B7-63C0C2B10711}"/>
                    </a:ext>
                  </a:extLst>
                </p:cNvPr>
                <p:cNvPicPr/>
                <p:nvPr/>
              </p:nvPicPr>
              <p:blipFill>
                <a:blip r:embed="rId330"/>
                <a:stretch>
                  <a:fillRect/>
                </a:stretch>
              </p:blipFill>
              <p:spPr>
                <a:xfrm>
                  <a:off x="463250" y="4708167"/>
                  <a:ext cx="4212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1">
              <p14:nvContentPartPr>
                <p14:cNvPr id="315" name="Ink 314">
                  <a:extLst>
                    <a:ext uri="{FF2B5EF4-FFF2-40B4-BE49-F238E27FC236}">
                      <a16:creationId xmlns:a16="http://schemas.microsoft.com/office/drawing/2014/main" id="{A26CE359-F6C7-669E-B848-6AFA3C6AC562}"/>
                    </a:ext>
                  </a:extLst>
                </p14:cNvPr>
                <p14:cNvContentPartPr/>
                <p14:nvPr/>
              </p14:nvContentPartPr>
              <p14:xfrm>
                <a:off x="66170" y="5212887"/>
                <a:ext cx="107640" cy="13320"/>
              </p14:xfrm>
            </p:contentPart>
          </mc:Choice>
          <mc:Fallback>
            <p:pic>
              <p:nvPicPr>
                <p:cNvPr id="315" name="Ink 314">
                  <a:extLst>
                    <a:ext uri="{FF2B5EF4-FFF2-40B4-BE49-F238E27FC236}">
                      <a16:creationId xmlns:a16="http://schemas.microsoft.com/office/drawing/2014/main" id="{A26CE359-F6C7-669E-B848-6AFA3C6AC562}"/>
                    </a:ext>
                  </a:extLst>
                </p:cNvPr>
                <p:cNvPicPr/>
                <p:nvPr/>
              </p:nvPicPr>
              <p:blipFill>
                <a:blip r:embed="rId332"/>
                <a:stretch>
                  <a:fillRect/>
                </a:stretch>
              </p:blipFill>
              <p:spPr>
                <a:xfrm>
                  <a:off x="48170" y="5195247"/>
                  <a:ext cx="14328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3">
              <p14:nvContentPartPr>
                <p14:cNvPr id="316" name="Ink 315">
                  <a:extLst>
                    <a:ext uri="{FF2B5EF4-FFF2-40B4-BE49-F238E27FC236}">
                      <a16:creationId xmlns:a16="http://schemas.microsoft.com/office/drawing/2014/main" id="{1ADCE1D8-B49F-CE66-0341-6E8DD781A16B}"/>
                    </a:ext>
                  </a:extLst>
                </p14:cNvPr>
                <p14:cNvContentPartPr/>
                <p14:nvPr/>
              </p14:nvContentPartPr>
              <p14:xfrm>
                <a:off x="49610" y="5300367"/>
                <a:ext cx="142560" cy="36360"/>
              </p14:xfrm>
            </p:contentPart>
          </mc:Choice>
          <mc:Fallback>
            <p:pic>
              <p:nvPicPr>
                <p:cNvPr id="316" name="Ink 315">
                  <a:extLst>
                    <a:ext uri="{FF2B5EF4-FFF2-40B4-BE49-F238E27FC236}">
                      <a16:creationId xmlns:a16="http://schemas.microsoft.com/office/drawing/2014/main" id="{1ADCE1D8-B49F-CE66-0341-6E8DD781A16B}"/>
                    </a:ext>
                  </a:extLst>
                </p:cNvPr>
                <p:cNvPicPr/>
                <p:nvPr/>
              </p:nvPicPr>
              <p:blipFill>
                <a:blip r:embed="rId334"/>
                <a:stretch>
                  <a:fillRect/>
                </a:stretch>
              </p:blipFill>
              <p:spPr>
                <a:xfrm>
                  <a:off x="31610" y="5282367"/>
                  <a:ext cx="1782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5">
              <p14:nvContentPartPr>
                <p14:cNvPr id="317" name="Ink 316">
                  <a:extLst>
                    <a:ext uri="{FF2B5EF4-FFF2-40B4-BE49-F238E27FC236}">
                      <a16:creationId xmlns:a16="http://schemas.microsoft.com/office/drawing/2014/main" id="{B73FF203-3F45-683E-8A3F-B4E14678FEAF}"/>
                    </a:ext>
                  </a:extLst>
                </p14:cNvPr>
                <p14:cNvContentPartPr/>
                <p14:nvPr/>
              </p14:nvContentPartPr>
              <p14:xfrm>
                <a:off x="356690" y="5137287"/>
                <a:ext cx="106920" cy="287640"/>
              </p14:xfrm>
            </p:contentPart>
          </mc:Choice>
          <mc:Fallback>
            <p:pic>
              <p:nvPicPr>
                <p:cNvPr id="317" name="Ink 316">
                  <a:extLst>
                    <a:ext uri="{FF2B5EF4-FFF2-40B4-BE49-F238E27FC236}">
                      <a16:creationId xmlns:a16="http://schemas.microsoft.com/office/drawing/2014/main" id="{B73FF203-3F45-683E-8A3F-B4E14678FEAF}"/>
                    </a:ext>
                  </a:extLst>
                </p:cNvPr>
                <p:cNvPicPr/>
                <p:nvPr/>
              </p:nvPicPr>
              <p:blipFill>
                <a:blip r:embed="rId336"/>
                <a:stretch>
                  <a:fillRect/>
                </a:stretch>
              </p:blipFill>
              <p:spPr>
                <a:xfrm>
                  <a:off x="338690" y="5119287"/>
                  <a:ext cx="142560" cy="32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7">
              <p14:nvContentPartPr>
                <p14:cNvPr id="318" name="Ink 317">
                  <a:extLst>
                    <a:ext uri="{FF2B5EF4-FFF2-40B4-BE49-F238E27FC236}">
                      <a16:creationId xmlns:a16="http://schemas.microsoft.com/office/drawing/2014/main" id="{D1D2F76E-3466-8103-E4D8-31FC9C5630C9}"/>
                    </a:ext>
                  </a:extLst>
                </p14:cNvPr>
                <p14:cNvContentPartPr/>
                <p14:nvPr/>
              </p14:nvContentPartPr>
              <p14:xfrm>
                <a:off x="391610" y="5265447"/>
                <a:ext cx="97920" cy="56520"/>
              </p14:xfrm>
            </p:contentPart>
          </mc:Choice>
          <mc:Fallback>
            <p:pic>
              <p:nvPicPr>
                <p:cNvPr id="318" name="Ink 317">
                  <a:extLst>
                    <a:ext uri="{FF2B5EF4-FFF2-40B4-BE49-F238E27FC236}">
                      <a16:creationId xmlns:a16="http://schemas.microsoft.com/office/drawing/2014/main" id="{D1D2F76E-3466-8103-E4D8-31FC9C5630C9}"/>
                    </a:ext>
                  </a:extLst>
                </p:cNvPr>
                <p:cNvPicPr/>
                <p:nvPr/>
              </p:nvPicPr>
              <p:blipFill>
                <a:blip r:embed="rId338"/>
                <a:stretch>
                  <a:fillRect/>
                </a:stretch>
              </p:blipFill>
              <p:spPr>
                <a:xfrm>
                  <a:off x="373970" y="5247807"/>
                  <a:ext cx="13356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9">
              <p14:nvContentPartPr>
                <p14:cNvPr id="319" name="Ink 318">
                  <a:extLst>
                    <a:ext uri="{FF2B5EF4-FFF2-40B4-BE49-F238E27FC236}">
                      <a16:creationId xmlns:a16="http://schemas.microsoft.com/office/drawing/2014/main" id="{45341B97-CB41-CFBF-054D-C252A46A1479}"/>
                    </a:ext>
                  </a:extLst>
                </p14:cNvPr>
                <p14:cNvContentPartPr/>
                <p14:nvPr/>
              </p14:nvContentPartPr>
              <p14:xfrm>
                <a:off x="555410" y="5102007"/>
                <a:ext cx="64800" cy="56520"/>
              </p14:xfrm>
            </p:contentPart>
          </mc:Choice>
          <mc:Fallback>
            <p:pic>
              <p:nvPicPr>
                <p:cNvPr id="319" name="Ink 318">
                  <a:extLst>
                    <a:ext uri="{FF2B5EF4-FFF2-40B4-BE49-F238E27FC236}">
                      <a16:creationId xmlns:a16="http://schemas.microsoft.com/office/drawing/2014/main" id="{45341B97-CB41-CFBF-054D-C252A46A1479}"/>
                    </a:ext>
                  </a:extLst>
                </p:cNvPr>
                <p:cNvPicPr/>
                <p:nvPr/>
              </p:nvPicPr>
              <p:blipFill>
                <a:blip r:embed="rId340"/>
                <a:stretch>
                  <a:fillRect/>
                </a:stretch>
              </p:blipFill>
              <p:spPr>
                <a:xfrm>
                  <a:off x="537410" y="5084367"/>
                  <a:ext cx="10044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1">
              <p14:nvContentPartPr>
                <p14:cNvPr id="320" name="Ink 319">
                  <a:extLst>
                    <a:ext uri="{FF2B5EF4-FFF2-40B4-BE49-F238E27FC236}">
                      <a16:creationId xmlns:a16="http://schemas.microsoft.com/office/drawing/2014/main" id="{619D4035-B990-3517-E5A5-81C53C80F682}"/>
                    </a:ext>
                  </a:extLst>
                </p14:cNvPr>
                <p14:cNvContentPartPr/>
                <p14:nvPr/>
              </p14:nvContentPartPr>
              <p14:xfrm>
                <a:off x="700130" y="4945767"/>
                <a:ext cx="27720" cy="223920"/>
              </p14:xfrm>
            </p:contentPart>
          </mc:Choice>
          <mc:Fallback>
            <p:pic>
              <p:nvPicPr>
                <p:cNvPr id="320" name="Ink 319">
                  <a:extLst>
                    <a:ext uri="{FF2B5EF4-FFF2-40B4-BE49-F238E27FC236}">
                      <a16:creationId xmlns:a16="http://schemas.microsoft.com/office/drawing/2014/main" id="{619D4035-B990-3517-E5A5-81C53C80F682}"/>
                    </a:ext>
                  </a:extLst>
                </p:cNvPr>
                <p:cNvPicPr/>
                <p:nvPr/>
              </p:nvPicPr>
              <p:blipFill>
                <a:blip r:embed="rId342"/>
                <a:stretch>
                  <a:fillRect/>
                </a:stretch>
              </p:blipFill>
              <p:spPr>
                <a:xfrm>
                  <a:off x="682130" y="4927767"/>
                  <a:ext cx="63360" cy="25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3">
              <p14:nvContentPartPr>
                <p14:cNvPr id="321" name="Ink 320">
                  <a:extLst>
                    <a:ext uri="{FF2B5EF4-FFF2-40B4-BE49-F238E27FC236}">
                      <a16:creationId xmlns:a16="http://schemas.microsoft.com/office/drawing/2014/main" id="{F39BE498-915E-1D9E-E220-E19177380955}"/>
                    </a:ext>
                  </a:extLst>
                </p14:cNvPr>
                <p14:cNvContentPartPr/>
                <p14:nvPr/>
              </p14:nvContentPartPr>
              <p14:xfrm>
                <a:off x="790850" y="5097327"/>
                <a:ext cx="150840" cy="304920"/>
              </p14:xfrm>
            </p:contentPart>
          </mc:Choice>
          <mc:Fallback>
            <p:pic>
              <p:nvPicPr>
                <p:cNvPr id="321" name="Ink 320">
                  <a:extLst>
                    <a:ext uri="{FF2B5EF4-FFF2-40B4-BE49-F238E27FC236}">
                      <a16:creationId xmlns:a16="http://schemas.microsoft.com/office/drawing/2014/main" id="{F39BE498-915E-1D9E-E220-E19177380955}"/>
                    </a:ext>
                  </a:extLst>
                </p:cNvPr>
                <p:cNvPicPr/>
                <p:nvPr/>
              </p:nvPicPr>
              <p:blipFill>
                <a:blip r:embed="rId344"/>
                <a:stretch>
                  <a:fillRect/>
                </a:stretch>
              </p:blipFill>
              <p:spPr>
                <a:xfrm>
                  <a:off x="773210" y="5079687"/>
                  <a:ext cx="186480" cy="34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5">
              <p14:nvContentPartPr>
                <p14:cNvPr id="322" name="Ink 321">
                  <a:extLst>
                    <a:ext uri="{FF2B5EF4-FFF2-40B4-BE49-F238E27FC236}">
                      <a16:creationId xmlns:a16="http://schemas.microsoft.com/office/drawing/2014/main" id="{3014428D-0360-B33C-E281-1435B1E706D8}"/>
                    </a:ext>
                  </a:extLst>
                </p14:cNvPr>
                <p14:cNvContentPartPr/>
                <p14:nvPr/>
              </p14:nvContentPartPr>
              <p14:xfrm>
                <a:off x="786170" y="5236647"/>
                <a:ext cx="101520" cy="24480"/>
              </p14:xfrm>
            </p:contentPart>
          </mc:Choice>
          <mc:Fallback>
            <p:pic>
              <p:nvPicPr>
                <p:cNvPr id="322" name="Ink 321">
                  <a:extLst>
                    <a:ext uri="{FF2B5EF4-FFF2-40B4-BE49-F238E27FC236}">
                      <a16:creationId xmlns:a16="http://schemas.microsoft.com/office/drawing/2014/main" id="{3014428D-0360-B33C-E281-1435B1E706D8}"/>
                    </a:ext>
                  </a:extLst>
                </p:cNvPr>
                <p:cNvPicPr/>
                <p:nvPr/>
              </p:nvPicPr>
              <p:blipFill>
                <a:blip r:embed="rId346"/>
                <a:stretch>
                  <a:fillRect/>
                </a:stretch>
              </p:blipFill>
              <p:spPr>
                <a:xfrm>
                  <a:off x="768170" y="5219007"/>
                  <a:ext cx="13716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7">
              <p14:nvContentPartPr>
                <p14:cNvPr id="324" name="Ink 323">
                  <a:extLst>
                    <a:ext uri="{FF2B5EF4-FFF2-40B4-BE49-F238E27FC236}">
                      <a16:creationId xmlns:a16="http://schemas.microsoft.com/office/drawing/2014/main" id="{5A823E49-3E95-D68C-CA5E-37069B9F52F9}"/>
                    </a:ext>
                  </a:extLst>
                </p14:cNvPr>
                <p14:cNvContentPartPr/>
                <p14:nvPr/>
              </p14:nvContentPartPr>
              <p14:xfrm>
                <a:off x="502490" y="5355807"/>
                <a:ext cx="1800" cy="3960"/>
              </p14:xfrm>
            </p:contentPart>
          </mc:Choice>
          <mc:Fallback>
            <p:pic>
              <p:nvPicPr>
                <p:cNvPr id="324" name="Ink 323">
                  <a:extLst>
                    <a:ext uri="{FF2B5EF4-FFF2-40B4-BE49-F238E27FC236}">
                      <a16:creationId xmlns:a16="http://schemas.microsoft.com/office/drawing/2014/main" id="{5A823E49-3E95-D68C-CA5E-37069B9F52F9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484850" y="5337807"/>
                  <a:ext cx="3744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8">
              <p14:nvContentPartPr>
                <p14:cNvPr id="325" name="Ink 324">
                  <a:extLst>
                    <a:ext uri="{FF2B5EF4-FFF2-40B4-BE49-F238E27FC236}">
                      <a16:creationId xmlns:a16="http://schemas.microsoft.com/office/drawing/2014/main" id="{D4BF448C-13F2-0896-32DC-6D3BF8CCB2A3}"/>
                    </a:ext>
                  </a:extLst>
                </p14:cNvPr>
                <p14:cNvContentPartPr/>
                <p14:nvPr/>
              </p14:nvContentPartPr>
              <p14:xfrm>
                <a:off x="506090" y="5368047"/>
                <a:ext cx="6480" cy="5760"/>
              </p14:xfrm>
            </p:contentPart>
          </mc:Choice>
          <mc:Fallback>
            <p:pic>
              <p:nvPicPr>
                <p:cNvPr id="325" name="Ink 324">
                  <a:extLst>
                    <a:ext uri="{FF2B5EF4-FFF2-40B4-BE49-F238E27FC236}">
                      <a16:creationId xmlns:a16="http://schemas.microsoft.com/office/drawing/2014/main" id="{D4BF448C-13F2-0896-32DC-6D3BF8CCB2A3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488450" y="5350407"/>
                  <a:ext cx="4212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0">
              <p14:nvContentPartPr>
                <p14:cNvPr id="326" name="Ink 325">
                  <a:extLst>
                    <a:ext uri="{FF2B5EF4-FFF2-40B4-BE49-F238E27FC236}">
                      <a16:creationId xmlns:a16="http://schemas.microsoft.com/office/drawing/2014/main" id="{C345B976-6019-BCA1-0C90-628B15895DBD}"/>
                    </a:ext>
                  </a:extLst>
                </p14:cNvPr>
                <p14:cNvContentPartPr/>
                <p14:nvPr/>
              </p14:nvContentPartPr>
              <p14:xfrm>
                <a:off x="875450" y="5324487"/>
                <a:ext cx="14760" cy="6480"/>
              </p14:xfrm>
            </p:contentPart>
          </mc:Choice>
          <mc:Fallback>
            <p:pic>
              <p:nvPicPr>
                <p:cNvPr id="326" name="Ink 325">
                  <a:extLst>
                    <a:ext uri="{FF2B5EF4-FFF2-40B4-BE49-F238E27FC236}">
                      <a16:creationId xmlns:a16="http://schemas.microsoft.com/office/drawing/2014/main" id="{C345B976-6019-BCA1-0C90-628B15895DBD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857450" y="5306847"/>
                  <a:ext cx="50400" cy="42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0" name="Group 339">
            <a:extLst>
              <a:ext uri="{FF2B5EF4-FFF2-40B4-BE49-F238E27FC236}">
                <a16:creationId xmlns:a16="http://schemas.microsoft.com/office/drawing/2014/main" id="{66769532-427F-2110-BC2E-6C8B6E5BE1D9}"/>
              </a:ext>
            </a:extLst>
          </p:cNvPr>
          <p:cNvGrpSpPr/>
          <p:nvPr/>
        </p:nvGrpSpPr>
        <p:grpSpPr>
          <a:xfrm>
            <a:off x="1909370" y="3157287"/>
            <a:ext cx="3141000" cy="680760"/>
            <a:chOff x="1909370" y="3157287"/>
            <a:chExt cx="3141000" cy="680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2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2F44524B-F34F-0915-6B4C-30FB6C58E233}"/>
                    </a:ext>
                  </a:extLst>
                </p14:cNvPr>
                <p14:cNvContentPartPr/>
                <p14:nvPr/>
              </p14:nvContentPartPr>
              <p14:xfrm>
                <a:off x="3074690" y="3240447"/>
                <a:ext cx="205200" cy="28116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2F44524B-F34F-0915-6B4C-30FB6C58E233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3057050" y="3222447"/>
                  <a:ext cx="240840" cy="31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4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3024AE1E-9DE5-AD3E-2393-551749B232CC}"/>
                    </a:ext>
                  </a:extLst>
                </p14:cNvPr>
                <p14:cNvContentPartPr/>
                <p14:nvPr/>
              </p14:nvContentPartPr>
              <p14:xfrm>
                <a:off x="3369890" y="3157287"/>
                <a:ext cx="274320" cy="39132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3024AE1E-9DE5-AD3E-2393-551749B232CC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3351890" y="3139647"/>
                  <a:ext cx="309960" cy="42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6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A8B824A8-3360-4BC9-DA83-6643832A9613}"/>
                    </a:ext>
                  </a:extLst>
                </p14:cNvPr>
                <p14:cNvContentPartPr/>
                <p14:nvPr/>
              </p14:nvContentPartPr>
              <p14:xfrm>
                <a:off x="3459170" y="3397047"/>
                <a:ext cx="213120" cy="4824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A8B824A8-3360-4BC9-DA83-6643832A9613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3441530" y="3379047"/>
                  <a:ext cx="24876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8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E1D7100F-2A2B-2744-A681-6653106FC0EB}"/>
                    </a:ext>
                  </a:extLst>
                </p14:cNvPr>
                <p14:cNvContentPartPr/>
                <p14:nvPr/>
              </p14:nvContentPartPr>
              <p14:xfrm>
                <a:off x="4696850" y="3391287"/>
                <a:ext cx="3240" cy="324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E1D7100F-2A2B-2744-A681-6653106FC0EB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4678850" y="3373647"/>
                  <a:ext cx="3888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0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C87CC792-9551-3AAA-B046-9BEB2B22E693}"/>
                    </a:ext>
                  </a:extLst>
                </p14:cNvPr>
                <p14:cNvContentPartPr/>
                <p14:nvPr/>
              </p14:nvContentPartPr>
              <p14:xfrm>
                <a:off x="2071370" y="3824367"/>
                <a:ext cx="1800" cy="1368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C87CC792-9551-3AAA-B046-9BEB2B22E693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2053730" y="3806727"/>
                  <a:ext cx="3744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2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D4F9CBB5-AC8D-3E45-A68F-A4626D95DE69}"/>
                    </a:ext>
                  </a:extLst>
                </p14:cNvPr>
                <p14:cNvContentPartPr/>
                <p14:nvPr/>
              </p14:nvContentPartPr>
              <p14:xfrm>
                <a:off x="5043890" y="3782967"/>
                <a:ext cx="6480" cy="36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D4F9CBB5-AC8D-3E45-A68F-A4626D95DE69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5026250" y="3764967"/>
                  <a:ext cx="4212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4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E25BF2A6-2DE4-2144-3030-7914E17E2D45}"/>
                    </a:ext>
                  </a:extLst>
                </p14:cNvPr>
                <p14:cNvContentPartPr/>
                <p14:nvPr/>
              </p14:nvContentPartPr>
              <p14:xfrm>
                <a:off x="1925570" y="3186807"/>
                <a:ext cx="186120" cy="37152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E25BF2A6-2DE4-2144-3030-7914E17E2D45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1907570" y="3168807"/>
                  <a:ext cx="221760" cy="40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6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5B83B8D6-7F70-D023-6F69-8FC23DCD3EB8}"/>
                    </a:ext>
                  </a:extLst>
                </p14:cNvPr>
                <p14:cNvContentPartPr/>
                <p14:nvPr/>
              </p14:nvContentPartPr>
              <p14:xfrm>
                <a:off x="1909370" y="3367167"/>
                <a:ext cx="146520" cy="8568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5B83B8D6-7F70-D023-6F69-8FC23DCD3EB8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1891370" y="3349167"/>
                  <a:ext cx="18216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8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9ED08E69-A0D2-0A1F-808B-BB1C3561EB49}"/>
                    </a:ext>
                  </a:extLst>
                </p14:cNvPr>
                <p14:cNvContentPartPr/>
                <p14:nvPr/>
              </p14:nvContentPartPr>
              <p14:xfrm>
                <a:off x="2199530" y="3263127"/>
                <a:ext cx="52200" cy="24840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9ED08E69-A0D2-0A1F-808B-BB1C3561EB49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2181890" y="3245487"/>
                  <a:ext cx="87840" cy="28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0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856452E1-8C78-00B7-9886-811868983610}"/>
                    </a:ext>
                  </a:extLst>
                </p14:cNvPr>
                <p14:cNvContentPartPr/>
                <p14:nvPr/>
              </p14:nvContentPartPr>
              <p14:xfrm>
                <a:off x="2256410" y="3230727"/>
                <a:ext cx="149760" cy="32256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856452E1-8C78-00B7-9886-811868983610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2238410" y="3213087"/>
                  <a:ext cx="185400" cy="35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2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CE439214-B889-729B-4988-6546B2A84AA6}"/>
                    </a:ext>
                  </a:extLst>
                </p14:cNvPr>
                <p14:cNvContentPartPr/>
                <p14:nvPr/>
              </p14:nvContentPartPr>
              <p14:xfrm>
                <a:off x="2649170" y="3366807"/>
                <a:ext cx="105840" cy="1116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CE439214-B889-729B-4988-6546B2A84AA6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2631530" y="3348807"/>
                  <a:ext cx="14148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4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2610E207-F77A-C44A-2259-A8BDF1406778}"/>
                    </a:ext>
                  </a:extLst>
                </p14:cNvPr>
                <p14:cNvContentPartPr/>
                <p14:nvPr/>
              </p14:nvContentPartPr>
              <p14:xfrm>
                <a:off x="2637650" y="3450327"/>
                <a:ext cx="196560" cy="3168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2610E207-F77A-C44A-2259-A8BDF1406778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2619650" y="3432327"/>
                  <a:ext cx="23220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6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A4276B73-66C0-AECD-0C42-F80BAF267FCB}"/>
                    </a:ext>
                  </a:extLst>
                </p14:cNvPr>
                <p14:cNvContentPartPr/>
                <p14:nvPr/>
              </p14:nvContentPartPr>
              <p14:xfrm>
                <a:off x="2045090" y="3568047"/>
                <a:ext cx="4680" cy="180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A4276B73-66C0-AECD-0C42-F80BAF267FCB}"/>
                    </a:ext>
                  </a:extLst>
                </p:cNvPr>
                <p:cNvPicPr/>
                <p:nvPr/>
              </p:nvPicPr>
              <p:blipFill>
                <a:blip r:embed="rId328"/>
                <a:stretch>
                  <a:fillRect/>
                </a:stretch>
              </p:blipFill>
              <p:spPr>
                <a:xfrm>
                  <a:off x="2027090" y="3550047"/>
                  <a:ext cx="4032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7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95CB1E9D-0203-75E1-510A-DAEC1DF3CA2F}"/>
                    </a:ext>
                  </a:extLst>
                </p14:cNvPr>
                <p14:cNvContentPartPr/>
                <p14:nvPr/>
              </p14:nvContentPartPr>
              <p14:xfrm>
                <a:off x="2342450" y="3495327"/>
                <a:ext cx="360" cy="36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95CB1E9D-0203-75E1-510A-DAEC1DF3CA2F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2324450" y="3477327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8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F854F82C-3352-CD12-FE53-8077AD6F2006}"/>
                    </a:ext>
                  </a:extLst>
                </p14:cNvPr>
                <p14:cNvContentPartPr/>
                <p14:nvPr/>
              </p14:nvContentPartPr>
              <p14:xfrm>
                <a:off x="2328410" y="3502887"/>
                <a:ext cx="360" cy="36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F854F82C-3352-CD12-FE53-8077AD6F2006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2310770" y="3485247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9">
              <p14:nvContentPartPr>
                <p14:cNvPr id="327" name="Ink 326">
                  <a:extLst>
                    <a:ext uri="{FF2B5EF4-FFF2-40B4-BE49-F238E27FC236}">
                      <a16:creationId xmlns:a16="http://schemas.microsoft.com/office/drawing/2014/main" id="{1FED4208-8E61-82BD-5E2B-3A0B750740EA}"/>
                    </a:ext>
                  </a:extLst>
                </p14:cNvPr>
                <p14:cNvContentPartPr/>
                <p14:nvPr/>
              </p14:nvContentPartPr>
              <p14:xfrm>
                <a:off x="3279890" y="3732207"/>
                <a:ext cx="26640" cy="22680"/>
              </p14:xfrm>
            </p:contentPart>
          </mc:Choice>
          <mc:Fallback>
            <p:pic>
              <p:nvPicPr>
                <p:cNvPr id="327" name="Ink 326">
                  <a:extLst>
                    <a:ext uri="{FF2B5EF4-FFF2-40B4-BE49-F238E27FC236}">
                      <a16:creationId xmlns:a16="http://schemas.microsoft.com/office/drawing/2014/main" id="{1FED4208-8E61-82BD-5E2B-3A0B750740EA}"/>
                    </a:ext>
                  </a:extLst>
                </p:cNvPr>
                <p:cNvPicPr/>
                <p:nvPr/>
              </p:nvPicPr>
              <p:blipFill>
                <a:blip r:embed="rId380"/>
                <a:stretch>
                  <a:fillRect/>
                </a:stretch>
              </p:blipFill>
              <p:spPr>
                <a:xfrm>
                  <a:off x="3261890" y="3714567"/>
                  <a:ext cx="6228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1">
              <p14:nvContentPartPr>
                <p14:cNvPr id="328" name="Ink 327">
                  <a:extLst>
                    <a:ext uri="{FF2B5EF4-FFF2-40B4-BE49-F238E27FC236}">
                      <a16:creationId xmlns:a16="http://schemas.microsoft.com/office/drawing/2014/main" id="{F4017193-F81E-52F1-6A81-1170DB464C5C}"/>
                    </a:ext>
                  </a:extLst>
                </p14:cNvPr>
                <p14:cNvContentPartPr/>
                <p14:nvPr/>
              </p14:nvContentPartPr>
              <p14:xfrm>
                <a:off x="3611810" y="3653367"/>
                <a:ext cx="7920" cy="3240"/>
              </p14:xfrm>
            </p:contentPart>
          </mc:Choice>
          <mc:Fallback>
            <p:pic>
              <p:nvPicPr>
                <p:cNvPr id="328" name="Ink 327">
                  <a:extLst>
                    <a:ext uri="{FF2B5EF4-FFF2-40B4-BE49-F238E27FC236}">
                      <a16:creationId xmlns:a16="http://schemas.microsoft.com/office/drawing/2014/main" id="{F4017193-F81E-52F1-6A81-1170DB464C5C}"/>
                    </a:ext>
                  </a:extLst>
                </p:cNvPr>
                <p:cNvPicPr/>
                <p:nvPr/>
              </p:nvPicPr>
              <p:blipFill>
                <a:blip r:embed="rId328"/>
                <a:stretch>
                  <a:fillRect/>
                </a:stretch>
              </p:blipFill>
              <p:spPr>
                <a:xfrm>
                  <a:off x="3593810" y="3635367"/>
                  <a:ext cx="4356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2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01CD9EC9-C881-2104-218D-B3089E598FA7}"/>
                    </a:ext>
                  </a:extLst>
                </p14:cNvPr>
                <p14:cNvContentPartPr/>
                <p14:nvPr/>
              </p14:nvContentPartPr>
              <p14:xfrm>
                <a:off x="3947330" y="3408567"/>
                <a:ext cx="144360" cy="1080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01CD9EC9-C881-2104-218D-B3089E598FA7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3929330" y="3390927"/>
                  <a:ext cx="18000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4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D2257A85-8B6B-93DB-3324-6BEC54FC9FF7}"/>
                    </a:ext>
                  </a:extLst>
                </p14:cNvPr>
                <p14:cNvContentPartPr/>
                <p14:nvPr/>
              </p14:nvContentPartPr>
              <p14:xfrm>
                <a:off x="3965690" y="3475887"/>
                <a:ext cx="258120" cy="3924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D2257A85-8B6B-93DB-3324-6BEC54FC9FF7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3948050" y="3457887"/>
                  <a:ext cx="29376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6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7CF2B47E-E398-124A-9239-B0A4478166CE}"/>
                    </a:ext>
                  </a:extLst>
                </p14:cNvPr>
                <p14:cNvContentPartPr/>
                <p14:nvPr/>
              </p14:nvContentPartPr>
              <p14:xfrm>
                <a:off x="4487690" y="3266727"/>
                <a:ext cx="206640" cy="7164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7CF2B47E-E398-124A-9239-B0A4478166CE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4469690" y="3249087"/>
                  <a:ext cx="24228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8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7F1A8377-4347-2664-3D5F-0EAD8BBFBD0C}"/>
                    </a:ext>
                  </a:extLst>
                </p14:cNvPr>
                <p14:cNvContentPartPr/>
                <p14:nvPr/>
              </p14:nvContentPartPr>
              <p14:xfrm>
                <a:off x="4553210" y="3272847"/>
                <a:ext cx="101880" cy="25704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7F1A8377-4347-2664-3D5F-0EAD8BBFBD0C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4535210" y="3255207"/>
                  <a:ext cx="137520" cy="29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0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5302E6C2-C077-7A55-A976-432321A4AB5E}"/>
                    </a:ext>
                  </a:extLst>
                </p14:cNvPr>
                <p14:cNvContentPartPr/>
                <p14:nvPr/>
              </p14:nvContentPartPr>
              <p14:xfrm>
                <a:off x="4403090" y="3577767"/>
                <a:ext cx="417600" cy="2916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5302E6C2-C077-7A55-A976-432321A4AB5E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4385090" y="3559767"/>
                  <a:ext cx="45324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2">
              <p14:nvContentPartPr>
                <p14:cNvPr id="329" name="Ink 328">
                  <a:extLst>
                    <a:ext uri="{FF2B5EF4-FFF2-40B4-BE49-F238E27FC236}">
                      <a16:creationId xmlns:a16="http://schemas.microsoft.com/office/drawing/2014/main" id="{231F49D6-9B99-522C-D52C-CA40B8EAC211}"/>
                    </a:ext>
                  </a:extLst>
                </p14:cNvPr>
                <p14:cNvContentPartPr/>
                <p14:nvPr/>
              </p14:nvContentPartPr>
              <p14:xfrm>
                <a:off x="4424330" y="3475527"/>
                <a:ext cx="5760" cy="12600"/>
              </p14:xfrm>
            </p:contentPart>
          </mc:Choice>
          <mc:Fallback>
            <p:pic>
              <p:nvPicPr>
                <p:cNvPr id="329" name="Ink 328">
                  <a:extLst>
                    <a:ext uri="{FF2B5EF4-FFF2-40B4-BE49-F238E27FC236}">
                      <a16:creationId xmlns:a16="http://schemas.microsoft.com/office/drawing/2014/main" id="{231F49D6-9B99-522C-D52C-CA40B8EAC211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4406690" y="3457887"/>
                  <a:ext cx="4140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4">
              <p14:nvContentPartPr>
                <p14:cNvPr id="332" name="Ink 331">
                  <a:extLst>
                    <a:ext uri="{FF2B5EF4-FFF2-40B4-BE49-F238E27FC236}">
                      <a16:creationId xmlns:a16="http://schemas.microsoft.com/office/drawing/2014/main" id="{76B8C101-7EDA-A02C-0533-1502225FE273}"/>
                    </a:ext>
                  </a:extLst>
                </p14:cNvPr>
                <p14:cNvContentPartPr/>
                <p14:nvPr/>
              </p14:nvContentPartPr>
              <p14:xfrm>
                <a:off x="1911890" y="3718887"/>
                <a:ext cx="2906640" cy="99720"/>
              </p14:xfrm>
            </p:contentPart>
          </mc:Choice>
          <mc:Fallback>
            <p:pic>
              <p:nvPicPr>
                <p:cNvPr id="332" name="Ink 331">
                  <a:extLst>
                    <a:ext uri="{FF2B5EF4-FFF2-40B4-BE49-F238E27FC236}">
                      <a16:creationId xmlns:a16="http://schemas.microsoft.com/office/drawing/2014/main" id="{76B8C101-7EDA-A02C-0533-1502225FE273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1894250" y="3701247"/>
                  <a:ext cx="2942280" cy="135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9" name="Group 338">
            <a:extLst>
              <a:ext uri="{FF2B5EF4-FFF2-40B4-BE49-F238E27FC236}">
                <a16:creationId xmlns:a16="http://schemas.microsoft.com/office/drawing/2014/main" id="{46BF94FB-3B46-4510-F2AB-0ED92DBE5FCF}"/>
              </a:ext>
            </a:extLst>
          </p:cNvPr>
          <p:cNvGrpSpPr/>
          <p:nvPr/>
        </p:nvGrpSpPr>
        <p:grpSpPr>
          <a:xfrm>
            <a:off x="77330" y="5784207"/>
            <a:ext cx="160200" cy="115920"/>
            <a:chOff x="77330" y="5784207"/>
            <a:chExt cx="160200" cy="115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96">
              <p14:nvContentPartPr>
                <p14:cNvPr id="333" name="Ink 332">
                  <a:extLst>
                    <a:ext uri="{FF2B5EF4-FFF2-40B4-BE49-F238E27FC236}">
                      <a16:creationId xmlns:a16="http://schemas.microsoft.com/office/drawing/2014/main" id="{0A80FB78-712C-5B48-91F2-06D6AEC96B1B}"/>
                    </a:ext>
                  </a:extLst>
                </p14:cNvPr>
                <p14:cNvContentPartPr/>
                <p14:nvPr/>
              </p14:nvContentPartPr>
              <p14:xfrm>
                <a:off x="77330" y="5784207"/>
                <a:ext cx="127080" cy="61920"/>
              </p14:xfrm>
            </p:contentPart>
          </mc:Choice>
          <mc:Fallback>
            <p:pic>
              <p:nvPicPr>
                <p:cNvPr id="333" name="Ink 332">
                  <a:extLst>
                    <a:ext uri="{FF2B5EF4-FFF2-40B4-BE49-F238E27FC236}">
                      <a16:creationId xmlns:a16="http://schemas.microsoft.com/office/drawing/2014/main" id="{0A80FB78-712C-5B48-91F2-06D6AEC96B1B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59690" y="5766207"/>
                  <a:ext cx="16272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8">
              <p14:nvContentPartPr>
                <p14:cNvPr id="334" name="Ink 333">
                  <a:extLst>
                    <a:ext uri="{FF2B5EF4-FFF2-40B4-BE49-F238E27FC236}">
                      <a16:creationId xmlns:a16="http://schemas.microsoft.com/office/drawing/2014/main" id="{A534606C-488E-FBB0-DF24-DB67ADDB214F}"/>
                    </a:ext>
                  </a:extLst>
                </p14:cNvPr>
                <p14:cNvContentPartPr/>
                <p14:nvPr/>
              </p14:nvContentPartPr>
              <p14:xfrm>
                <a:off x="113690" y="5846847"/>
                <a:ext cx="123840" cy="53280"/>
              </p14:xfrm>
            </p:contentPart>
          </mc:Choice>
          <mc:Fallback>
            <p:pic>
              <p:nvPicPr>
                <p:cNvPr id="334" name="Ink 333">
                  <a:extLst>
                    <a:ext uri="{FF2B5EF4-FFF2-40B4-BE49-F238E27FC236}">
                      <a16:creationId xmlns:a16="http://schemas.microsoft.com/office/drawing/2014/main" id="{A534606C-488E-FBB0-DF24-DB67ADDB214F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95690" y="5829207"/>
                  <a:ext cx="159480" cy="88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8" name="Group 337">
            <a:extLst>
              <a:ext uri="{FF2B5EF4-FFF2-40B4-BE49-F238E27FC236}">
                <a16:creationId xmlns:a16="http://schemas.microsoft.com/office/drawing/2014/main" id="{D449E47E-F5F1-B66A-219C-84589B810E25}"/>
              </a:ext>
            </a:extLst>
          </p:cNvPr>
          <p:cNvGrpSpPr/>
          <p:nvPr/>
        </p:nvGrpSpPr>
        <p:grpSpPr>
          <a:xfrm>
            <a:off x="458210" y="5646327"/>
            <a:ext cx="269280" cy="300240"/>
            <a:chOff x="458210" y="5646327"/>
            <a:chExt cx="269280" cy="300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00">
              <p14:nvContentPartPr>
                <p14:cNvPr id="335" name="Ink 334">
                  <a:extLst>
                    <a:ext uri="{FF2B5EF4-FFF2-40B4-BE49-F238E27FC236}">
                      <a16:creationId xmlns:a16="http://schemas.microsoft.com/office/drawing/2014/main" id="{DB01AC58-E2CE-32C3-A8F7-DDA42109AF4E}"/>
                    </a:ext>
                  </a:extLst>
                </p14:cNvPr>
                <p14:cNvContentPartPr/>
                <p14:nvPr/>
              </p14:nvContentPartPr>
              <p14:xfrm>
                <a:off x="485210" y="5646327"/>
                <a:ext cx="182520" cy="55440"/>
              </p14:xfrm>
            </p:contentPart>
          </mc:Choice>
          <mc:Fallback>
            <p:pic>
              <p:nvPicPr>
                <p:cNvPr id="335" name="Ink 334">
                  <a:extLst>
                    <a:ext uri="{FF2B5EF4-FFF2-40B4-BE49-F238E27FC236}">
                      <a16:creationId xmlns:a16="http://schemas.microsoft.com/office/drawing/2014/main" id="{DB01AC58-E2CE-32C3-A8F7-DDA42109AF4E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467570" y="5628687"/>
                  <a:ext cx="21816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2">
              <p14:nvContentPartPr>
                <p14:cNvPr id="336" name="Ink 335">
                  <a:extLst>
                    <a:ext uri="{FF2B5EF4-FFF2-40B4-BE49-F238E27FC236}">
                      <a16:creationId xmlns:a16="http://schemas.microsoft.com/office/drawing/2014/main" id="{04ABC9D2-746A-7C88-2765-C3E9AB9192E0}"/>
                    </a:ext>
                  </a:extLst>
                </p14:cNvPr>
                <p14:cNvContentPartPr/>
                <p14:nvPr/>
              </p14:nvContentPartPr>
              <p14:xfrm>
                <a:off x="546410" y="5680527"/>
                <a:ext cx="51120" cy="231120"/>
              </p14:xfrm>
            </p:contentPart>
          </mc:Choice>
          <mc:Fallback>
            <p:pic>
              <p:nvPicPr>
                <p:cNvPr id="336" name="Ink 335">
                  <a:extLst>
                    <a:ext uri="{FF2B5EF4-FFF2-40B4-BE49-F238E27FC236}">
                      <a16:creationId xmlns:a16="http://schemas.microsoft.com/office/drawing/2014/main" id="{04ABC9D2-746A-7C88-2765-C3E9AB9192E0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528410" y="5662887"/>
                  <a:ext cx="86760" cy="26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4">
              <p14:nvContentPartPr>
                <p14:cNvPr id="337" name="Ink 336">
                  <a:extLst>
                    <a:ext uri="{FF2B5EF4-FFF2-40B4-BE49-F238E27FC236}">
                      <a16:creationId xmlns:a16="http://schemas.microsoft.com/office/drawing/2014/main" id="{00B92096-E344-EDD4-3498-6D920AD1BC3C}"/>
                    </a:ext>
                  </a:extLst>
                </p14:cNvPr>
                <p14:cNvContentPartPr/>
                <p14:nvPr/>
              </p14:nvContentPartPr>
              <p14:xfrm>
                <a:off x="458210" y="5910567"/>
                <a:ext cx="269280" cy="36000"/>
              </p14:xfrm>
            </p:contentPart>
          </mc:Choice>
          <mc:Fallback>
            <p:pic>
              <p:nvPicPr>
                <p:cNvPr id="337" name="Ink 336">
                  <a:extLst>
                    <a:ext uri="{FF2B5EF4-FFF2-40B4-BE49-F238E27FC236}">
                      <a16:creationId xmlns:a16="http://schemas.microsoft.com/office/drawing/2014/main" id="{00B92096-E344-EDD4-3498-6D920AD1BC3C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440570" y="5892927"/>
                  <a:ext cx="304920" cy="71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5" name="Group 344">
            <a:extLst>
              <a:ext uri="{FF2B5EF4-FFF2-40B4-BE49-F238E27FC236}">
                <a16:creationId xmlns:a16="http://schemas.microsoft.com/office/drawing/2014/main" id="{9C6A6CCA-470C-F19C-DB46-975B72F30865}"/>
              </a:ext>
            </a:extLst>
          </p:cNvPr>
          <p:cNvGrpSpPr/>
          <p:nvPr/>
        </p:nvGrpSpPr>
        <p:grpSpPr>
          <a:xfrm>
            <a:off x="7111730" y="3218487"/>
            <a:ext cx="1326960" cy="431280"/>
            <a:chOff x="7111730" y="3218487"/>
            <a:chExt cx="1326960" cy="431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06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7287C4D7-6585-3120-0CFC-9E5D8A1E77F5}"/>
                    </a:ext>
                  </a:extLst>
                </p14:cNvPr>
                <p14:cNvContentPartPr/>
                <p14:nvPr/>
              </p14:nvContentPartPr>
              <p14:xfrm>
                <a:off x="7111730" y="3218487"/>
                <a:ext cx="254160" cy="39456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7287C4D7-6585-3120-0CFC-9E5D8A1E77F5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7094090" y="3200487"/>
                  <a:ext cx="289800" cy="43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8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B9CCD424-A770-BEAF-291F-729C98B49967}"/>
                    </a:ext>
                  </a:extLst>
                </p14:cNvPr>
                <p14:cNvContentPartPr/>
                <p14:nvPr/>
              </p14:nvContentPartPr>
              <p14:xfrm>
                <a:off x="7165730" y="3428007"/>
                <a:ext cx="197640" cy="4536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B9CCD424-A770-BEAF-291F-729C98B49967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7147730" y="3410367"/>
                  <a:ext cx="23328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0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04D5C9F9-DDBA-E5FD-282E-C5B61CF1DAA6}"/>
                    </a:ext>
                  </a:extLst>
                </p14:cNvPr>
                <p14:cNvContentPartPr/>
                <p14:nvPr/>
              </p14:nvContentPartPr>
              <p14:xfrm>
                <a:off x="7633010" y="3273567"/>
                <a:ext cx="297360" cy="30924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04D5C9F9-DDBA-E5FD-282E-C5B61CF1DAA6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7615010" y="3255927"/>
                  <a:ext cx="333000" cy="34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2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729C25AD-BADB-270D-03BC-59455B42015F}"/>
                    </a:ext>
                  </a:extLst>
                </p14:cNvPr>
                <p14:cNvContentPartPr/>
                <p14:nvPr/>
              </p14:nvContentPartPr>
              <p14:xfrm>
                <a:off x="8308370" y="3480207"/>
                <a:ext cx="89640" cy="324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729C25AD-BADB-270D-03BC-59455B42015F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8290370" y="3462207"/>
                  <a:ext cx="12528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4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8982EA9F-E4FD-EC9A-43BA-11ACBD5D03E8}"/>
                    </a:ext>
                  </a:extLst>
                </p14:cNvPr>
                <p14:cNvContentPartPr/>
                <p14:nvPr/>
              </p14:nvContentPartPr>
              <p14:xfrm>
                <a:off x="8148170" y="3577047"/>
                <a:ext cx="290520" cy="4572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8982EA9F-E4FD-EC9A-43BA-11ACBD5D03E8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8130170" y="3559047"/>
                  <a:ext cx="32616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6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619227A8-86BB-60FE-2919-ED76229D96E5}"/>
                    </a:ext>
                  </a:extLst>
                </p14:cNvPr>
                <p14:cNvContentPartPr/>
                <p14:nvPr/>
              </p14:nvContentPartPr>
              <p14:xfrm>
                <a:off x="7499450" y="3648327"/>
                <a:ext cx="3240" cy="144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619227A8-86BB-60FE-2919-ED76229D96E5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7481810" y="3630687"/>
                  <a:ext cx="3888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8">
              <p14:nvContentPartPr>
                <p14:cNvPr id="341" name="Ink 340">
                  <a:extLst>
                    <a:ext uri="{FF2B5EF4-FFF2-40B4-BE49-F238E27FC236}">
                      <a16:creationId xmlns:a16="http://schemas.microsoft.com/office/drawing/2014/main" id="{4BB6D3AE-CDDB-3A52-CBB1-3CE664BEDB2F}"/>
                    </a:ext>
                  </a:extLst>
                </p14:cNvPr>
                <p14:cNvContentPartPr/>
                <p14:nvPr/>
              </p14:nvContentPartPr>
              <p14:xfrm>
                <a:off x="7391450" y="3631767"/>
                <a:ext cx="8640" cy="3960"/>
              </p14:xfrm>
            </p:contentPart>
          </mc:Choice>
          <mc:Fallback>
            <p:pic>
              <p:nvPicPr>
                <p:cNvPr id="341" name="Ink 340">
                  <a:extLst>
                    <a:ext uri="{FF2B5EF4-FFF2-40B4-BE49-F238E27FC236}">
                      <a16:creationId xmlns:a16="http://schemas.microsoft.com/office/drawing/2014/main" id="{4BB6D3AE-CDDB-3A52-CBB1-3CE664BEDB2F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7373810" y="3614127"/>
                  <a:ext cx="4428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9">
              <p14:nvContentPartPr>
                <p14:cNvPr id="342" name="Ink 341">
                  <a:extLst>
                    <a:ext uri="{FF2B5EF4-FFF2-40B4-BE49-F238E27FC236}">
                      <a16:creationId xmlns:a16="http://schemas.microsoft.com/office/drawing/2014/main" id="{F0E4D005-DB69-C431-EE84-6A22996BE554}"/>
                    </a:ext>
                  </a:extLst>
                </p14:cNvPr>
                <p14:cNvContentPartPr/>
                <p14:nvPr/>
              </p14:nvContentPartPr>
              <p14:xfrm>
                <a:off x="7765490" y="3627087"/>
                <a:ext cx="360" cy="360"/>
              </p14:xfrm>
            </p:contentPart>
          </mc:Choice>
          <mc:Fallback>
            <p:pic>
              <p:nvPicPr>
                <p:cNvPr id="342" name="Ink 341">
                  <a:extLst>
                    <a:ext uri="{FF2B5EF4-FFF2-40B4-BE49-F238E27FC236}">
                      <a16:creationId xmlns:a16="http://schemas.microsoft.com/office/drawing/2014/main" id="{F0E4D005-DB69-C431-EE84-6A22996BE554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7747850" y="3609087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4" name="Group 343">
            <a:extLst>
              <a:ext uri="{FF2B5EF4-FFF2-40B4-BE49-F238E27FC236}">
                <a16:creationId xmlns:a16="http://schemas.microsoft.com/office/drawing/2014/main" id="{BD5A56F0-2D5D-04CB-BAAD-D0077EECED1A}"/>
              </a:ext>
            </a:extLst>
          </p:cNvPr>
          <p:cNvGrpSpPr/>
          <p:nvPr/>
        </p:nvGrpSpPr>
        <p:grpSpPr>
          <a:xfrm>
            <a:off x="8865290" y="3194007"/>
            <a:ext cx="2274480" cy="533160"/>
            <a:chOff x="8865290" y="3194007"/>
            <a:chExt cx="2274480" cy="533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20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49618164-D56F-EB0B-E134-EDE535D7720E}"/>
                    </a:ext>
                  </a:extLst>
                </p14:cNvPr>
                <p14:cNvContentPartPr/>
                <p14:nvPr/>
              </p14:nvContentPartPr>
              <p14:xfrm>
                <a:off x="8865290" y="3628887"/>
                <a:ext cx="37800" cy="972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49618164-D56F-EB0B-E134-EDE535D7720E}"/>
                    </a:ext>
                  </a:extLst>
                </p:cNvPr>
                <p:cNvPicPr/>
                <p:nvPr/>
              </p:nvPicPr>
              <p:blipFill>
                <a:blip r:embed="rId421"/>
                <a:stretch>
                  <a:fillRect/>
                </a:stretch>
              </p:blipFill>
              <p:spPr>
                <a:xfrm>
                  <a:off x="8847650" y="3611247"/>
                  <a:ext cx="7344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2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93C651F2-7B9E-2BFC-19E5-826B7F5FAA9F}"/>
                    </a:ext>
                  </a:extLst>
                </p14:cNvPr>
                <p14:cNvContentPartPr/>
                <p14:nvPr/>
              </p14:nvContentPartPr>
              <p14:xfrm>
                <a:off x="8969690" y="3252687"/>
                <a:ext cx="336600" cy="37080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93C651F2-7B9E-2BFC-19E5-826B7F5FAA9F}"/>
                    </a:ext>
                  </a:extLst>
                </p:cNvPr>
                <p:cNvPicPr/>
                <p:nvPr/>
              </p:nvPicPr>
              <p:blipFill>
                <a:blip r:embed="rId423"/>
                <a:stretch>
                  <a:fillRect/>
                </a:stretch>
              </p:blipFill>
              <p:spPr>
                <a:xfrm>
                  <a:off x="8951690" y="3234687"/>
                  <a:ext cx="372240" cy="40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4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63BCED59-2D71-DD75-2F97-A821C66BD8B8}"/>
                    </a:ext>
                  </a:extLst>
                </p14:cNvPr>
                <p14:cNvContentPartPr/>
                <p14:nvPr/>
              </p14:nvContentPartPr>
              <p14:xfrm>
                <a:off x="9511850" y="3194007"/>
                <a:ext cx="299160" cy="38952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63BCED59-2D71-DD75-2F97-A821C66BD8B8}"/>
                    </a:ext>
                  </a:extLst>
                </p:cNvPr>
                <p:cNvPicPr/>
                <p:nvPr/>
              </p:nvPicPr>
              <p:blipFill>
                <a:blip r:embed="rId425"/>
                <a:stretch>
                  <a:fillRect/>
                </a:stretch>
              </p:blipFill>
              <p:spPr>
                <a:xfrm>
                  <a:off x="9493850" y="3176007"/>
                  <a:ext cx="334800" cy="42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6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1E3C59E2-C317-7F40-BE69-815D973FD924}"/>
                    </a:ext>
                  </a:extLst>
                </p14:cNvPr>
                <p14:cNvContentPartPr/>
                <p14:nvPr/>
              </p14:nvContentPartPr>
              <p14:xfrm>
                <a:off x="9592130" y="3376167"/>
                <a:ext cx="253440" cy="4464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1E3C59E2-C317-7F40-BE69-815D973FD924}"/>
                    </a:ext>
                  </a:extLst>
                </p:cNvPr>
                <p:cNvPicPr/>
                <p:nvPr/>
              </p:nvPicPr>
              <p:blipFill>
                <a:blip r:embed="rId427"/>
                <a:stretch>
                  <a:fillRect/>
                </a:stretch>
              </p:blipFill>
              <p:spPr>
                <a:xfrm>
                  <a:off x="9574490" y="3358167"/>
                  <a:ext cx="28908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8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A22B19B9-B085-FC6F-5D43-33C76B65DC78}"/>
                    </a:ext>
                  </a:extLst>
                </p14:cNvPr>
                <p14:cNvContentPartPr/>
                <p14:nvPr/>
              </p14:nvContentPartPr>
              <p14:xfrm>
                <a:off x="10080650" y="3400287"/>
                <a:ext cx="114840" cy="2052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A22B19B9-B085-FC6F-5D43-33C76B65DC78}"/>
                    </a:ext>
                  </a:extLst>
                </p:cNvPr>
                <p:cNvPicPr/>
                <p:nvPr/>
              </p:nvPicPr>
              <p:blipFill>
                <a:blip r:embed="rId429"/>
                <a:stretch>
                  <a:fillRect/>
                </a:stretch>
              </p:blipFill>
              <p:spPr>
                <a:xfrm>
                  <a:off x="10062650" y="3382647"/>
                  <a:ext cx="15048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0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B7D2D830-BBA4-0F39-9B6D-812E5B1BA376}"/>
                    </a:ext>
                  </a:extLst>
                </p14:cNvPr>
                <p14:cNvContentPartPr/>
                <p14:nvPr/>
              </p14:nvContentPartPr>
              <p14:xfrm>
                <a:off x="10057610" y="3502887"/>
                <a:ext cx="325800" cy="3744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B7D2D830-BBA4-0F39-9B6D-812E5B1BA376}"/>
                    </a:ext>
                  </a:extLst>
                </p:cNvPr>
                <p:cNvPicPr/>
                <p:nvPr/>
              </p:nvPicPr>
              <p:blipFill>
                <a:blip r:embed="rId431"/>
                <a:stretch>
                  <a:fillRect/>
                </a:stretch>
              </p:blipFill>
              <p:spPr>
                <a:xfrm>
                  <a:off x="10039610" y="3485247"/>
                  <a:ext cx="36144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2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7126D9DD-6405-29C8-685D-B2071BA374B3}"/>
                    </a:ext>
                  </a:extLst>
                </p14:cNvPr>
                <p14:cNvContentPartPr/>
                <p14:nvPr/>
              </p14:nvContentPartPr>
              <p14:xfrm>
                <a:off x="10754930" y="3213447"/>
                <a:ext cx="217080" cy="7560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7126D9DD-6405-29C8-685D-B2071BA374B3}"/>
                    </a:ext>
                  </a:extLst>
                </p:cNvPr>
                <p:cNvPicPr/>
                <p:nvPr/>
              </p:nvPicPr>
              <p:blipFill>
                <a:blip r:embed="rId433"/>
                <a:stretch>
                  <a:fillRect/>
                </a:stretch>
              </p:blipFill>
              <p:spPr>
                <a:xfrm>
                  <a:off x="10737290" y="3195447"/>
                  <a:ext cx="25272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4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15B08EC4-789A-7EFC-4DC8-181AB0C8D971}"/>
                    </a:ext>
                  </a:extLst>
                </p14:cNvPr>
                <p14:cNvContentPartPr/>
                <p14:nvPr/>
              </p14:nvContentPartPr>
              <p14:xfrm>
                <a:off x="10784090" y="3223527"/>
                <a:ext cx="141480" cy="34272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15B08EC4-789A-7EFC-4DC8-181AB0C8D971}"/>
                    </a:ext>
                  </a:extLst>
                </p:cNvPr>
                <p:cNvPicPr/>
                <p:nvPr/>
              </p:nvPicPr>
              <p:blipFill>
                <a:blip r:embed="rId435"/>
                <a:stretch>
                  <a:fillRect/>
                </a:stretch>
              </p:blipFill>
              <p:spPr>
                <a:xfrm>
                  <a:off x="10766450" y="3205887"/>
                  <a:ext cx="177120" cy="37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6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985255D3-84A6-C5B4-DA1A-21445518BB3E}"/>
                    </a:ext>
                  </a:extLst>
                </p14:cNvPr>
                <p14:cNvContentPartPr/>
                <p14:nvPr/>
              </p14:nvContentPartPr>
              <p14:xfrm>
                <a:off x="10671770" y="3574887"/>
                <a:ext cx="468000" cy="1548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985255D3-84A6-C5B4-DA1A-21445518BB3E}"/>
                    </a:ext>
                  </a:extLst>
                </p:cNvPr>
                <p:cNvPicPr/>
                <p:nvPr/>
              </p:nvPicPr>
              <p:blipFill>
                <a:blip r:embed="rId437"/>
                <a:stretch>
                  <a:fillRect/>
                </a:stretch>
              </p:blipFill>
              <p:spPr>
                <a:xfrm>
                  <a:off x="10653770" y="3557247"/>
                  <a:ext cx="50364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8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45385A5D-1275-D374-27BC-76FA8F1F5267}"/>
                    </a:ext>
                  </a:extLst>
                </p14:cNvPr>
                <p14:cNvContentPartPr/>
                <p14:nvPr/>
              </p14:nvContentPartPr>
              <p14:xfrm>
                <a:off x="8984450" y="3690807"/>
                <a:ext cx="9360" cy="4680"/>
              </p14:xfrm>
            </p:contentPart>
          </mc:Choice>
          <mc:Fallback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45385A5D-1275-D374-27BC-76FA8F1F5267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8966810" y="3672807"/>
                  <a:ext cx="4500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9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F0AE6305-4CF0-E7B6-B56B-B07F317D49E6}"/>
                    </a:ext>
                  </a:extLst>
                </p14:cNvPr>
                <p14:cNvContentPartPr/>
                <p14:nvPr/>
              </p14:nvContentPartPr>
              <p14:xfrm>
                <a:off x="9468650" y="3714927"/>
                <a:ext cx="11520" cy="7920"/>
              </p14:xfrm>
            </p:contentPart>
          </mc:Choice>
          <mc:Fallback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F0AE6305-4CF0-E7B6-B56B-B07F317D49E6}"/>
                    </a:ext>
                  </a:extLst>
                </p:cNvPr>
                <p:cNvPicPr/>
                <p:nvPr/>
              </p:nvPicPr>
              <p:blipFill>
                <a:blip r:embed="rId440"/>
                <a:stretch>
                  <a:fillRect/>
                </a:stretch>
              </p:blipFill>
              <p:spPr>
                <a:xfrm>
                  <a:off x="9451010" y="3697287"/>
                  <a:ext cx="4716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1">
              <p14:nvContentPartPr>
                <p14:cNvPr id="343" name="Ink 342">
                  <a:extLst>
                    <a:ext uri="{FF2B5EF4-FFF2-40B4-BE49-F238E27FC236}">
                      <a16:creationId xmlns:a16="http://schemas.microsoft.com/office/drawing/2014/main" id="{F1BC3F77-7127-C9F3-1A9F-546848C8D470}"/>
                    </a:ext>
                  </a:extLst>
                </p14:cNvPr>
                <p14:cNvContentPartPr/>
                <p14:nvPr/>
              </p14:nvContentPartPr>
              <p14:xfrm>
                <a:off x="8918570" y="3724647"/>
                <a:ext cx="5040" cy="2520"/>
              </p14:xfrm>
            </p:contentPart>
          </mc:Choice>
          <mc:Fallback>
            <p:pic>
              <p:nvPicPr>
                <p:cNvPr id="343" name="Ink 342">
                  <a:extLst>
                    <a:ext uri="{FF2B5EF4-FFF2-40B4-BE49-F238E27FC236}">
                      <a16:creationId xmlns:a16="http://schemas.microsoft.com/office/drawing/2014/main" id="{F1BC3F77-7127-C9F3-1A9F-546848C8D470}"/>
                    </a:ext>
                  </a:extLst>
                </p:cNvPr>
                <p:cNvPicPr/>
                <p:nvPr/>
              </p:nvPicPr>
              <p:blipFill>
                <a:blip r:embed="rId328"/>
                <a:stretch>
                  <a:fillRect/>
                </a:stretch>
              </p:blipFill>
              <p:spPr>
                <a:xfrm>
                  <a:off x="8900930" y="3706647"/>
                  <a:ext cx="40680" cy="38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5" name="Group 364">
            <a:extLst>
              <a:ext uri="{FF2B5EF4-FFF2-40B4-BE49-F238E27FC236}">
                <a16:creationId xmlns:a16="http://schemas.microsoft.com/office/drawing/2014/main" id="{87EE1DC1-E329-DEC0-4C71-4C078C6771C6}"/>
              </a:ext>
            </a:extLst>
          </p:cNvPr>
          <p:cNvGrpSpPr/>
          <p:nvPr/>
        </p:nvGrpSpPr>
        <p:grpSpPr>
          <a:xfrm>
            <a:off x="10980650" y="5714007"/>
            <a:ext cx="1110960" cy="390240"/>
            <a:chOff x="10980650" y="5714007"/>
            <a:chExt cx="1110960" cy="390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42">
              <p14:nvContentPartPr>
                <p14:cNvPr id="346" name="Ink 345">
                  <a:extLst>
                    <a:ext uri="{FF2B5EF4-FFF2-40B4-BE49-F238E27FC236}">
                      <a16:creationId xmlns:a16="http://schemas.microsoft.com/office/drawing/2014/main" id="{3E819141-D367-BE71-718C-5F01F620DC94}"/>
                    </a:ext>
                  </a:extLst>
                </p14:cNvPr>
                <p14:cNvContentPartPr/>
                <p14:nvPr/>
              </p14:nvContentPartPr>
              <p14:xfrm>
                <a:off x="10980650" y="5714007"/>
                <a:ext cx="90000" cy="276120"/>
              </p14:xfrm>
            </p:contentPart>
          </mc:Choice>
          <mc:Fallback>
            <p:pic>
              <p:nvPicPr>
                <p:cNvPr id="346" name="Ink 345">
                  <a:extLst>
                    <a:ext uri="{FF2B5EF4-FFF2-40B4-BE49-F238E27FC236}">
                      <a16:creationId xmlns:a16="http://schemas.microsoft.com/office/drawing/2014/main" id="{3E819141-D367-BE71-718C-5F01F620DC94}"/>
                    </a:ext>
                  </a:extLst>
                </p:cNvPr>
                <p:cNvPicPr/>
                <p:nvPr/>
              </p:nvPicPr>
              <p:blipFill>
                <a:blip r:embed="rId443"/>
                <a:stretch>
                  <a:fillRect/>
                </a:stretch>
              </p:blipFill>
              <p:spPr>
                <a:xfrm>
                  <a:off x="10962650" y="5696007"/>
                  <a:ext cx="125640" cy="31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4">
              <p14:nvContentPartPr>
                <p14:cNvPr id="347" name="Ink 346">
                  <a:extLst>
                    <a:ext uri="{FF2B5EF4-FFF2-40B4-BE49-F238E27FC236}">
                      <a16:creationId xmlns:a16="http://schemas.microsoft.com/office/drawing/2014/main" id="{DBE3101E-1BAA-E933-D5DD-B3D85B45027A}"/>
                    </a:ext>
                  </a:extLst>
                </p14:cNvPr>
                <p14:cNvContentPartPr/>
                <p14:nvPr/>
              </p14:nvContentPartPr>
              <p14:xfrm>
                <a:off x="11036810" y="5725527"/>
                <a:ext cx="136800" cy="271800"/>
              </p14:xfrm>
            </p:contentPart>
          </mc:Choice>
          <mc:Fallback>
            <p:pic>
              <p:nvPicPr>
                <p:cNvPr id="347" name="Ink 346">
                  <a:extLst>
                    <a:ext uri="{FF2B5EF4-FFF2-40B4-BE49-F238E27FC236}">
                      <a16:creationId xmlns:a16="http://schemas.microsoft.com/office/drawing/2014/main" id="{DBE3101E-1BAA-E933-D5DD-B3D85B45027A}"/>
                    </a:ext>
                  </a:extLst>
                </p:cNvPr>
                <p:cNvPicPr/>
                <p:nvPr/>
              </p:nvPicPr>
              <p:blipFill>
                <a:blip r:embed="rId445"/>
                <a:stretch>
                  <a:fillRect/>
                </a:stretch>
              </p:blipFill>
              <p:spPr>
                <a:xfrm>
                  <a:off x="11019170" y="5707887"/>
                  <a:ext cx="172440" cy="30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6">
              <p14:nvContentPartPr>
                <p14:cNvPr id="348" name="Ink 347">
                  <a:extLst>
                    <a:ext uri="{FF2B5EF4-FFF2-40B4-BE49-F238E27FC236}">
                      <a16:creationId xmlns:a16="http://schemas.microsoft.com/office/drawing/2014/main" id="{1DD11409-3A56-67E9-EB4E-9F58533CF344}"/>
                    </a:ext>
                  </a:extLst>
                </p14:cNvPr>
                <p14:cNvContentPartPr/>
                <p14:nvPr/>
              </p14:nvContentPartPr>
              <p14:xfrm>
                <a:off x="11397170" y="5867727"/>
                <a:ext cx="86400" cy="9360"/>
              </p14:xfrm>
            </p:contentPart>
          </mc:Choice>
          <mc:Fallback>
            <p:pic>
              <p:nvPicPr>
                <p:cNvPr id="348" name="Ink 347">
                  <a:extLst>
                    <a:ext uri="{FF2B5EF4-FFF2-40B4-BE49-F238E27FC236}">
                      <a16:creationId xmlns:a16="http://schemas.microsoft.com/office/drawing/2014/main" id="{1DD11409-3A56-67E9-EB4E-9F58533CF344}"/>
                    </a:ext>
                  </a:extLst>
                </p:cNvPr>
                <p:cNvPicPr/>
                <p:nvPr/>
              </p:nvPicPr>
              <p:blipFill>
                <a:blip r:embed="rId447"/>
                <a:stretch>
                  <a:fillRect/>
                </a:stretch>
              </p:blipFill>
              <p:spPr>
                <a:xfrm>
                  <a:off x="11379530" y="5850087"/>
                  <a:ext cx="12204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8">
              <p14:nvContentPartPr>
                <p14:cNvPr id="349" name="Ink 348">
                  <a:extLst>
                    <a:ext uri="{FF2B5EF4-FFF2-40B4-BE49-F238E27FC236}">
                      <a16:creationId xmlns:a16="http://schemas.microsoft.com/office/drawing/2014/main" id="{975FABD8-D2A0-7633-3842-69A4CE55F4B6}"/>
                    </a:ext>
                  </a:extLst>
                </p14:cNvPr>
                <p14:cNvContentPartPr/>
                <p14:nvPr/>
              </p14:nvContentPartPr>
              <p14:xfrm>
                <a:off x="11357570" y="5972487"/>
                <a:ext cx="122760" cy="10800"/>
              </p14:xfrm>
            </p:contentPart>
          </mc:Choice>
          <mc:Fallback>
            <p:pic>
              <p:nvPicPr>
                <p:cNvPr id="349" name="Ink 348">
                  <a:extLst>
                    <a:ext uri="{FF2B5EF4-FFF2-40B4-BE49-F238E27FC236}">
                      <a16:creationId xmlns:a16="http://schemas.microsoft.com/office/drawing/2014/main" id="{975FABD8-D2A0-7633-3842-69A4CE55F4B6}"/>
                    </a:ext>
                  </a:extLst>
                </p:cNvPr>
                <p:cNvPicPr/>
                <p:nvPr/>
              </p:nvPicPr>
              <p:blipFill>
                <a:blip r:embed="rId449"/>
                <a:stretch>
                  <a:fillRect/>
                </a:stretch>
              </p:blipFill>
              <p:spPr>
                <a:xfrm>
                  <a:off x="11339570" y="5954487"/>
                  <a:ext cx="15840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0">
              <p14:nvContentPartPr>
                <p14:cNvPr id="350" name="Ink 349">
                  <a:extLst>
                    <a:ext uri="{FF2B5EF4-FFF2-40B4-BE49-F238E27FC236}">
                      <a16:creationId xmlns:a16="http://schemas.microsoft.com/office/drawing/2014/main" id="{88BB407B-36C9-834C-F33F-6008D0A12D6C}"/>
                    </a:ext>
                  </a:extLst>
                </p14:cNvPr>
                <p14:cNvContentPartPr/>
                <p14:nvPr/>
              </p14:nvContentPartPr>
              <p14:xfrm>
                <a:off x="11690570" y="5802927"/>
                <a:ext cx="63720" cy="195840"/>
              </p14:xfrm>
            </p:contentPart>
          </mc:Choice>
          <mc:Fallback>
            <p:pic>
              <p:nvPicPr>
                <p:cNvPr id="350" name="Ink 349">
                  <a:extLst>
                    <a:ext uri="{FF2B5EF4-FFF2-40B4-BE49-F238E27FC236}">
                      <a16:creationId xmlns:a16="http://schemas.microsoft.com/office/drawing/2014/main" id="{88BB407B-36C9-834C-F33F-6008D0A12D6C}"/>
                    </a:ext>
                  </a:extLst>
                </p:cNvPr>
                <p:cNvPicPr/>
                <p:nvPr/>
              </p:nvPicPr>
              <p:blipFill>
                <a:blip r:embed="rId451"/>
                <a:stretch>
                  <a:fillRect/>
                </a:stretch>
              </p:blipFill>
              <p:spPr>
                <a:xfrm>
                  <a:off x="11672930" y="5785287"/>
                  <a:ext cx="9936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2">
              <p14:nvContentPartPr>
                <p14:cNvPr id="351" name="Ink 350">
                  <a:extLst>
                    <a:ext uri="{FF2B5EF4-FFF2-40B4-BE49-F238E27FC236}">
                      <a16:creationId xmlns:a16="http://schemas.microsoft.com/office/drawing/2014/main" id="{0E7F8436-13B8-0537-2D2A-52A2F0E3F0EF}"/>
                    </a:ext>
                  </a:extLst>
                </p14:cNvPr>
                <p14:cNvContentPartPr/>
                <p14:nvPr/>
              </p14:nvContentPartPr>
              <p14:xfrm>
                <a:off x="11716850" y="5798967"/>
                <a:ext cx="110880" cy="233640"/>
              </p14:xfrm>
            </p:contentPart>
          </mc:Choice>
          <mc:Fallback>
            <p:pic>
              <p:nvPicPr>
                <p:cNvPr id="351" name="Ink 350">
                  <a:extLst>
                    <a:ext uri="{FF2B5EF4-FFF2-40B4-BE49-F238E27FC236}">
                      <a16:creationId xmlns:a16="http://schemas.microsoft.com/office/drawing/2014/main" id="{0E7F8436-13B8-0537-2D2A-52A2F0E3F0EF}"/>
                    </a:ext>
                  </a:extLst>
                </p:cNvPr>
                <p:cNvPicPr/>
                <p:nvPr/>
              </p:nvPicPr>
              <p:blipFill>
                <a:blip r:embed="rId453"/>
                <a:stretch>
                  <a:fillRect/>
                </a:stretch>
              </p:blipFill>
              <p:spPr>
                <a:xfrm>
                  <a:off x="11698850" y="5781327"/>
                  <a:ext cx="146520" cy="26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4">
              <p14:nvContentPartPr>
                <p14:cNvPr id="352" name="Ink 351">
                  <a:extLst>
                    <a:ext uri="{FF2B5EF4-FFF2-40B4-BE49-F238E27FC236}">
                      <a16:creationId xmlns:a16="http://schemas.microsoft.com/office/drawing/2014/main" id="{87D72B6C-D4A2-FA3E-157F-6F9BA5E58EE2}"/>
                    </a:ext>
                  </a:extLst>
                </p14:cNvPr>
                <p14:cNvContentPartPr/>
                <p14:nvPr/>
              </p14:nvContentPartPr>
              <p14:xfrm>
                <a:off x="11964530" y="5827767"/>
                <a:ext cx="127080" cy="23760"/>
              </p14:xfrm>
            </p:contentPart>
          </mc:Choice>
          <mc:Fallback>
            <p:pic>
              <p:nvPicPr>
                <p:cNvPr id="352" name="Ink 351">
                  <a:extLst>
                    <a:ext uri="{FF2B5EF4-FFF2-40B4-BE49-F238E27FC236}">
                      <a16:creationId xmlns:a16="http://schemas.microsoft.com/office/drawing/2014/main" id="{87D72B6C-D4A2-FA3E-157F-6F9BA5E58EE2}"/>
                    </a:ext>
                  </a:extLst>
                </p:cNvPr>
                <p:cNvPicPr/>
                <p:nvPr/>
              </p:nvPicPr>
              <p:blipFill>
                <a:blip r:embed="rId455"/>
                <a:stretch>
                  <a:fillRect/>
                </a:stretch>
              </p:blipFill>
              <p:spPr>
                <a:xfrm>
                  <a:off x="11946890" y="5809767"/>
                  <a:ext cx="16272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6">
              <p14:nvContentPartPr>
                <p14:cNvPr id="353" name="Ink 352">
                  <a:extLst>
                    <a:ext uri="{FF2B5EF4-FFF2-40B4-BE49-F238E27FC236}">
                      <a16:creationId xmlns:a16="http://schemas.microsoft.com/office/drawing/2014/main" id="{89E8CEDE-13D4-3FA2-565F-B37E16ADBDA8}"/>
                    </a:ext>
                  </a:extLst>
                </p14:cNvPr>
                <p14:cNvContentPartPr/>
                <p14:nvPr/>
              </p14:nvContentPartPr>
              <p14:xfrm>
                <a:off x="12004850" y="5826687"/>
                <a:ext cx="61560" cy="196560"/>
              </p14:xfrm>
            </p:contentPart>
          </mc:Choice>
          <mc:Fallback>
            <p:pic>
              <p:nvPicPr>
                <p:cNvPr id="353" name="Ink 352">
                  <a:extLst>
                    <a:ext uri="{FF2B5EF4-FFF2-40B4-BE49-F238E27FC236}">
                      <a16:creationId xmlns:a16="http://schemas.microsoft.com/office/drawing/2014/main" id="{89E8CEDE-13D4-3FA2-565F-B37E16ADBDA8}"/>
                    </a:ext>
                  </a:extLst>
                </p:cNvPr>
                <p:cNvPicPr/>
                <p:nvPr/>
              </p:nvPicPr>
              <p:blipFill>
                <a:blip r:embed="rId457"/>
                <a:stretch>
                  <a:fillRect/>
                </a:stretch>
              </p:blipFill>
              <p:spPr>
                <a:xfrm>
                  <a:off x="11986850" y="5809047"/>
                  <a:ext cx="9720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8">
              <p14:nvContentPartPr>
                <p14:cNvPr id="354" name="Ink 353">
                  <a:extLst>
                    <a:ext uri="{FF2B5EF4-FFF2-40B4-BE49-F238E27FC236}">
                      <a16:creationId xmlns:a16="http://schemas.microsoft.com/office/drawing/2014/main" id="{7181085D-5974-82B4-1187-0F8708EBD012}"/>
                    </a:ext>
                  </a:extLst>
                </p14:cNvPr>
                <p14:cNvContentPartPr/>
                <p14:nvPr/>
              </p14:nvContentPartPr>
              <p14:xfrm>
                <a:off x="11932130" y="6045927"/>
                <a:ext cx="116280" cy="5040"/>
              </p14:xfrm>
            </p:contentPart>
          </mc:Choice>
          <mc:Fallback>
            <p:pic>
              <p:nvPicPr>
                <p:cNvPr id="354" name="Ink 353">
                  <a:extLst>
                    <a:ext uri="{FF2B5EF4-FFF2-40B4-BE49-F238E27FC236}">
                      <a16:creationId xmlns:a16="http://schemas.microsoft.com/office/drawing/2014/main" id="{7181085D-5974-82B4-1187-0F8708EBD012}"/>
                    </a:ext>
                  </a:extLst>
                </p:cNvPr>
                <p:cNvPicPr/>
                <p:nvPr/>
              </p:nvPicPr>
              <p:blipFill>
                <a:blip r:embed="rId459"/>
                <a:stretch>
                  <a:fillRect/>
                </a:stretch>
              </p:blipFill>
              <p:spPr>
                <a:xfrm>
                  <a:off x="11914130" y="6027927"/>
                  <a:ext cx="15192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0">
              <p14:nvContentPartPr>
                <p14:cNvPr id="355" name="Ink 354">
                  <a:extLst>
                    <a:ext uri="{FF2B5EF4-FFF2-40B4-BE49-F238E27FC236}">
                      <a16:creationId xmlns:a16="http://schemas.microsoft.com/office/drawing/2014/main" id="{5EB75DD8-EBDF-4A2F-0940-0107D383A2DB}"/>
                    </a:ext>
                  </a:extLst>
                </p14:cNvPr>
                <p14:cNvContentPartPr/>
                <p14:nvPr/>
              </p14:nvContentPartPr>
              <p14:xfrm>
                <a:off x="11008370" y="6071487"/>
                <a:ext cx="360" cy="360"/>
              </p14:xfrm>
            </p:contentPart>
          </mc:Choice>
          <mc:Fallback>
            <p:pic>
              <p:nvPicPr>
                <p:cNvPr id="355" name="Ink 354">
                  <a:extLst>
                    <a:ext uri="{FF2B5EF4-FFF2-40B4-BE49-F238E27FC236}">
                      <a16:creationId xmlns:a16="http://schemas.microsoft.com/office/drawing/2014/main" id="{5EB75DD8-EBDF-4A2F-0940-0107D383A2DB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10990730" y="6053487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1">
              <p14:nvContentPartPr>
                <p14:cNvPr id="356" name="Ink 355">
                  <a:extLst>
                    <a:ext uri="{FF2B5EF4-FFF2-40B4-BE49-F238E27FC236}">
                      <a16:creationId xmlns:a16="http://schemas.microsoft.com/office/drawing/2014/main" id="{A7797CFE-B9D3-4386-6D19-212705C62488}"/>
                    </a:ext>
                  </a:extLst>
                </p14:cNvPr>
                <p14:cNvContentPartPr/>
                <p14:nvPr/>
              </p14:nvContentPartPr>
              <p14:xfrm>
                <a:off x="11075690" y="6067167"/>
                <a:ext cx="5400" cy="10800"/>
              </p14:xfrm>
            </p:contentPart>
          </mc:Choice>
          <mc:Fallback>
            <p:pic>
              <p:nvPicPr>
                <p:cNvPr id="356" name="Ink 355">
                  <a:extLst>
                    <a:ext uri="{FF2B5EF4-FFF2-40B4-BE49-F238E27FC236}">
                      <a16:creationId xmlns:a16="http://schemas.microsoft.com/office/drawing/2014/main" id="{A7797CFE-B9D3-4386-6D19-212705C62488}"/>
                    </a:ext>
                  </a:extLst>
                </p:cNvPr>
                <p:cNvPicPr/>
                <p:nvPr/>
              </p:nvPicPr>
              <p:blipFill>
                <a:blip r:embed="rId462"/>
                <a:stretch>
                  <a:fillRect/>
                </a:stretch>
              </p:blipFill>
              <p:spPr>
                <a:xfrm>
                  <a:off x="11057690" y="6049527"/>
                  <a:ext cx="4104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3">
              <p14:nvContentPartPr>
                <p14:cNvPr id="357" name="Ink 356">
                  <a:extLst>
                    <a:ext uri="{FF2B5EF4-FFF2-40B4-BE49-F238E27FC236}">
                      <a16:creationId xmlns:a16="http://schemas.microsoft.com/office/drawing/2014/main" id="{49B99958-ADFC-60EB-B731-17FCB1091408}"/>
                    </a:ext>
                  </a:extLst>
                </p14:cNvPr>
                <p14:cNvContentPartPr/>
                <p14:nvPr/>
              </p14:nvContentPartPr>
              <p14:xfrm>
                <a:off x="11118530" y="6072207"/>
                <a:ext cx="34920" cy="14040"/>
              </p14:xfrm>
            </p:contentPart>
          </mc:Choice>
          <mc:Fallback>
            <p:pic>
              <p:nvPicPr>
                <p:cNvPr id="357" name="Ink 356">
                  <a:extLst>
                    <a:ext uri="{FF2B5EF4-FFF2-40B4-BE49-F238E27FC236}">
                      <a16:creationId xmlns:a16="http://schemas.microsoft.com/office/drawing/2014/main" id="{49B99958-ADFC-60EB-B731-17FCB1091408}"/>
                    </a:ext>
                  </a:extLst>
                </p:cNvPr>
                <p:cNvPicPr/>
                <p:nvPr/>
              </p:nvPicPr>
              <p:blipFill>
                <a:blip r:embed="rId464"/>
                <a:stretch>
                  <a:fillRect/>
                </a:stretch>
              </p:blipFill>
              <p:spPr>
                <a:xfrm>
                  <a:off x="11100890" y="6054207"/>
                  <a:ext cx="7056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5">
              <p14:nvContentPartPr>
                <p14:cNvPr id="359" name="Ink 358">
                  <a:extLst>
                    <a:ext uri="{FF2B5EF4-FFF2-40B4-BE49-F238E27FC236}">
                      <a16:creationId xmlns:a16="http://schemas.microsoft.com/office/drawing/2014/main" id="{5889E643-3F1F-4EA4-D996-AB9999FC1226}"/>
                    </a:ext>
                  </a:extLst>
                </p14:cNvPr>
                <p14:cNvContentPartPr/>
                <p14:nvPr/>
              </p14:nvContentPartPr>
              <p14:xfrm>
                <a:off x="11025650" y="6099207"/>
                <a:ext cx="20520" cy="5040"/>
              </p14:xfrm>
            </p:contentPart>
          </mc:Choice>
          <mc:Fallback>
            <p:pic>
              <p:nvPicPr>
                <p:cNvPr id="359" name="Ink 358">
                  <a:extLst>
                    <a:ext uri="{FF2B5EF4-FFF2-40B4-BE49-F238E27FC236}">
                      <a16:creationId xmlns:a16="http://schemas.microsoft.com/office/drawing/2014/main" id="{5889E643-3F1F-4EA4-D996-AB9999FC1226}"/>
                    </a:ext>
                  </a:extLst>
                </p:cNvPr>
                <p:cNvPicPr/>
                <p:nvPr/>
              </p:nvPicPr>
              <p:blipFill>
                <a:blip r:embed="rId466"/>
                <a:stretch>
                  <a:fillRect/>
                </a:stretch>
              </p:blipFill>
              <p:spPr>
                <a:xfrm>
                  <a:off x="11008010" y="6081207"/>
                  <a:ext cx="5616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7">
              <p14:nvContentPartPr>
                <p14:cNvPr id="360" name="Ink 359">
                  <a:extLst>
                    <a:ext uri="{FF2B5EF4-FFF2-40B4-BE49-F238E27FC236}">
                      <a16:creationId xmlns:a16="http://schemas.microsoft.com/office/drawing/2014/main" id="{0B1E67FB-306B-9B88-6E6A-C2D04C566BBB}"/>
                    </a:ext>
                  </a:extLst>
                </p14:cNvPr>
                <p14:cNvContentPartPr/>
                <p14:nvPr/>
              </p14:nvContentPartPr>
              <p14:xfrm>
                <a:off x="11643050" y="6092367"/>
                <a:ext cx="3960" cy="720"/>
              </p14:xfrm>
            </p:contentPart>
          </mc:Choice>
          <mc:Fallback>
            <p:pic>
              <p:nvPicPr>
                <p:cNvPr id="360" name="Ink 359">
                  <a:extLst>
                    <a:ext uri="{FF2B5EF4-FFF2-40B4-BE49-F238E27FC236}">
                      <a16:creationId xmlns:a16="http://schemas.microsoft.com/office/drawing/2014/main" id="{0B1E67FB-306B-9B88-6E6A-C2D04C566BBB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11625050" y="6074727"/>
                  <a:ext cx="3960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8">
              <p14:nvContentPartPr>
                <p14:cNvPr id="361" name="Ink 360">
                  <a:extLst>
                    <a:ext uri="{FF2B5EF4-FFF2-40B4-BE49-F238E27FC236}">
                      <a16:creationId xmlns:a16="http://schemas.microsoft.com/office/drawing/2014/main" id="{D08AC7C5-924D-8202-E829-E116E53AA0F4}"/>
                    </a:ext>
                  </a:extLst>
                </p14:cNvPr>
                <p14:cNvContentPartPr/>
                <p14:nvPr/>
              </p14:nvContentPartPr>
              <p14:xfrm>
                <a:off x="12002690" y="6079047"/>
                <a:ext cx="13680" cy="1800"/>
              </p14:xfrm>
            </p:contentPart>
          </mc:Choice>
          <mc:Fallback>
            <p:pic>
              <p:nvPicPr>
                <p:cNvPr id="361" name="Ink 360">
                  <a:extLst>
                    <a:ext uri="{FF2B5EF4-FFF2-40B4-BE49-F238E27FC236}">
                      <a16:creationId xmlns:a16="http://schemas.microsoft.com/office/drawing/2014/main" id="{D08AC7C5-924D-8202-E829-E116E53AA0F4}"/>
                    </a:ext>
                  </a:extLst>
                </p:cNvPr>
                <p:cNvPicPr/>
                <p:nvPr/>
              </p:nvPicPr>
              <p:blipFill>
                <a:blip r:embed="rId469"/>
                <a:stretch>
                  <a:fillRect/>
                </a:stretch>
              </p:blipFill>
              <p:spPr>
                <a:xfrm>
                  <a:off x="11985050" y="6061407"/>
                  <a:ext cx="4932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0">
              <p14:nvContentPartPr>
                <p14:cNvPr id="363" name="Ink 362">
                  <a:extLst>
                    <a:ext uri="{FF2B5EF4-FFF2-40B4-BE49-F238E27FC236}">
                      <a16:creationId xmlns:a16="http://schemas.microsoft.com/office/drawing/2014/main" id="{98FAF097-B233-5086-9D68-EBB4F0E3503E}"/>
                    </a:ext>
                  </a:extLst>
                </p14:cNvPr>
                <p14:cNvContentPartPr/>
                <p14:nvPr/>
              </p14:nvContentPartPr>
              <p14:xfrm>
                <a:off x="11959850" y="6035487"/>
                <a:ext cx="360" cy="360"/>
              </p14:xfrm>
            </p:contentPart>
          </mc:Choice>
          <mc:Fallback>
            <p:pic>
              <p:nvPicPr>
                <p:cNvPr id="363" name="Ink 362">
                  <a:extLst>
                    <a:ext uri="{FF2B5EF4-FFF2-40B4-BE49-F238E27FC236}">
                      <a16:creationId xmlns:a16="http://schemas.microsoft.com/office/drawing/2014/main" id="{98FAF097-B233-5086-9D68-EBB4F0E3503E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11941850" y="6017487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1">
              <p14:nvContentPartPr>
                <p14:cNvPr id="364" name="Ink 363">
                  <a:extLst>
                    <a:ext uri="{FF2B5EF4-FFF2-40B4-BE49-F238E27FC236}">
                      <a16:creationId xmlns:a16="http://schemas.microsoft.com/office/drawing/2014/main" id="{371ACAED-B348-BD7F-6BA0-9682EA83A502}"/>
                    </a:ext>
                  </a:extLst>
                </p14:cNvPr>
                <p14:cNvContentPartPr/>
                <p14:nvPr/>
              </p14:nvContentPartPr>
              <p14:xfrm>
                <a:off x="11773370" y="5935767"/>
                <a:ext cx="5760" cy="3240"/>
              </p14:xfrm>
            </p:contentPart>
          </mc:Choice>
          <mc:Fallback>
            <p:pic>
              <p:nvPicPr>
                <p:cNvPr id="364" name="Ink 363">
                  <a:extLst>
                    <a:ext uri="{FF2B5EF4-FFF2-40B4-BE49-F238E27FC236}">
                      <a16:creationId xmlns:a16="http://schemas.microsoft.com/office/drawing/2014/main" id="{371ACAED-B348-BD7F-6BA0-9682EA83A502}"/>
                    </a:ext>
                  </a:extLst>
                </p:cNvPr>
                <p:cNvPicPr/>
                <p:nvPr/>
              </p:nvPicPr>
              <p:blipFill>
                <a:blip r:embed="rId328"/>
                <a:stretch>
                  <a:fillRect/>
                </a:stretch>
              </p:blipFill>
              <p:spPr>
                <a:xfrm>
                  <a:off x="11755730" y="5917767"/>
                  <a:ext cx="41400" cy="38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9" name="Group 368">
            <a:extLst>
              <a:ext uri="{FF2B5EF4-FFF2-40B4-BE49-F238E27FC236}">
                <a16:creationId xmlns:a16="http://schemas.microsoft.com/office/drawing/2014/main" id="{78DCE6F2-7A1E-3B9D-557D-7060BB214402}"/>
              </a:ext>
            </a:extLst>
          </p:cNvPr>
          <p:cNvGrpSpPr/>
          <p:nvPr/>
        </p:nvGrpSpPr>
        <p:grpSpPr>
          <a:xfrm>
            <a:off x="3221930" y="4198047"/>
            <a:ext cx="598680" cy="396000"/>
            <a:chOff x="3221930" y="4198047"/>
            <a:chExt cx="598680" cy="396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72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9F41F949-29E4-8C60-5273-75B16A987B54}"/>
                    </a:ext>
                  </a:extLst>
                </p14:cNvPr>
                <p14:cNvContentPartPr/>
                <p14:nvPr/>
              </p14:nvContentPartPr>
              <p14:xfrm>
                <a:off x="3221930" y="4243767"/>
                <a:ext cx="46440" cy="23832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9F41F949-29E4-8C60-5273-75B16A987B54}"/>
                    </a:ext>
                  </a:extLst>
                </p:cNvPr>
                <p:cNvPicPr/>
                <p:nvPr/>
              </p:nvPicPr>
              <p:blipFill>
                <a:blip r:embed="rId473"/>
                <a:stretch>
                  <a:fillRect/>
                </a:stretch>
              </p:blipFill>
              <p:spPr>
                <a:xfrm>
                  <a:off x="3204290" y="4225767"/>
                  <a:ext cx="82080" cy="27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4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F47EA2BE-48D1-4DFF-BD0C-4F516B6C1C66}"/>
                    </a:ext>
                  </a:extLst>
                </p14:cNvPr>
                <p14:cNvContentPartPr/>
                <p14:nvPr/>
              </p14:nvContentPartPr>
              <p14:xfrm>
                <a:off x="3239210" y="4209207"/>
                <a:ext cx="171720" cy="27396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F47EA2BE-48D1-4DFF-BD0C-4F516B6C1C66}"/>
                    </a:ext>
                  </a:extLst>
                </p:cNvPr>
                <p:cNvPicPr/>
                <p:nvPr/>
              </p:nvPicPr>
              <p:blipFill>
                <a:blip r:embed="rId475"/>
                <a:stretch>
                  <a:fillRect/>
                </a:stretch>
              </p:blipFill>
              <p:spPr>
                <a:xfrm>
                  <a:off x="3221570" y="4191207"/>
                  <a:ext cx="207360" cy="30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6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3EE70F51-A9E0-0228-988C-01FA78845AF6}"/>
                    </a:ext>
                  </a:extLst>
                </p14:cNvPr>
                <p14:cNvContentPartPr/>
                <p14:nvPr/>
              </p14:nvContentPartPr>
              <p14:xfrm>
                <a:off x="3585890" y="4198047"/>
                <a:ext cx="185400" cy="5544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3EE70F51-A9E0-0228-988C-01FA78845AF6}"/>
                    </a:ext>
                  </a:extLst>
                </p:cNvPr>
                <p:cNvPicPr/>
                <p:nvPr/>
              </p:nvPicPr>
              <p:blipFill>
                <a:blip r:embed="rId477"/>
                <a:stretch>
                  <a:fillRect/>
                </a:stretch>
              </p:blipFill>
              <p:spPr>
                <a:xfrm>
                  <a:off x="3568250" y="4180407"/>
                  <a:ext cx="22104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8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14CCF436-6D1F-FCD3-CCF6-0CAB4E97FE89}"/>
                    </a:ext>
                  </a:extLst>
                </p14:cNvPr>
                <p14:cNvContentPartPr/>
                <p14:nvPr/>
              </p14:nvContentPartPr>
              <p14:xfrm>
                <a:off x="3652490" y="4213167"/>
                <a:ext cx="41400" cy="28368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14CCF436-6D1F-FCD3-CCF6-0CAB4E97FE89}"/>
                    </a:ext>
                  </a:extLst>
                </p:cNvPr>
                <p:cNvPicPr/>
                <p:nvPr/>
              </p:nvPicPr>
              <p:blipFill>
                <a:blip r:embed="rId479"/>
                <a:stretch>
                  <a:fillRect/>
                </a:stretch>
              </p:blipFill>
              <p:spPr>
                <a:xfrm>
                  <a:off x="3634850" y="4195167"/>
                  <a:ext cx="77040" cy="31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0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4DBDD17B-3B2A-9B19-4EDE-92B58627374A}"/>
                    </a:ext>
                  </a:extLst>
                </p14:cNvPr>
                <p14:cNvContentPartPr/>
                <p14:nvPr/>
              </p14:nvContentPartPr>
              <p14:xfrm>
                <a:off x="3534410" y="4458327"/>
                <a:ext cx="286200" cy="2520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4DBDD17B-3B2A-9B19-4EDE-92B58627374A}"/>
                    </a:ext>
                  </a:extLst>
                </p:cNvPr>
                <p:cNvPicPr/>
                <p:nvPr/>
              </p:nvPicPr>
              <p:blipFill>
                <a:blip r:embed="rId481"/>
                <a:stretch>
                  <a:fillRect/>
                </a:stretch>
              </p:blipFill>
              <p:spPr>
                <a:xfrm>
                  <a:off x="3516770" y="4440687"/>
                  <a:ext cx="32184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2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D38EC9F7-BD37-F455-21FB-01DD03477FE0}"/>
                    </a:ext>
                  </a:extLst>
                </p14:cNvPr>
                <p14:cNvContentPartPr/>
                <p14:nvPr/>
              </p14:nvContentPartPr>
              <p14:xfrm>
                <a:off x="3669050" y="4378407"/>
                <a:ext cx="9000" cy="900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D38EC9F7-BD37-F455-21FB-01DD03477FE0}"/>
                    </a:ext>
                  </a:extLst>
                </p:cNvPr>
                <p:cNvPicPr/>
                <p:nvPr/>
              </p:nvPicPr>
              <p:blipFill>
                <a:blip r:embed="rId483"/>
                <a:stretch>
                  <a:fillRect/>
                </a:stretch>
              </p:blipFill>
              <p:spPr>
                <a:xfrm>
                  <a:off x="3651410" y="4360407"/>
                  <a:ext cx="4464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4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641F63DA-A3AC-F42D-0ECC-284E30561D45}"/>
                    </a:ext>
                  </a:extLst>
                </p14:cNvPr>
                <p14:cNvContentPartPr/>
                <p14:nvPr/>
              </p14:nvContentPartPr>
              <p14:xfrm>
                <a:off x="3378890" y="4593687"/>
                <a:ext cx="360" cy="36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641F63DA-A3AC-F42D-0ECC-284E30561D45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3360890" y="4575687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5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266AC5B9-179D-B953-42ED-6E1CC5A35C4F}"/>
                    </a:ext>
                  </a:extLst>
                </p14:cNvPr>
                <p14:cNvContentPartPr/>
                <p14:nvPr/>
              </p14:nvContentPartPr>
              <p14:xfrm>
                <a:off x="3719810" y="4529247"/>
                <a:ext cx="360" cy="360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266AC5B9-179D-B953-42ED-6E1CC5A35C4F}"/>
                    </a:ext>
                  </a:extLst>
                </p:cNvPr>
                <p:cNvPicPr/>
                <p:nvPr/>
              </p:nvPicPr>
              <p:blipFill>
                <a:blip r:embed="rId486"/>
                <a:stretch>
                  <a:fillRect/>
                </a:stretch>
              </p:blipFill>
              <p:spPr>
                <a:xfrm>
                  <a:off x="3701810" y="4511247"/>
                  <a:ext cx="3600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7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806CD5BB-5908-6124-417F-FF90638C110E}"/>
                    </a:ext>
                  </a:extLst>
                </p14:cNvPr>
                <p14:cNvContentPartPr/>
                <p14:nvPr/>
              </p14:nvContentPartPr>
              <p14:xfrm>
                <a:off x="3434330" y="4357887"/>
                <a:ext cx="6480" cy="1800"/>
              </p14:xfrm>
            </p:contentPart>
          </mc:Choice>
          <mc:Fallback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806CD5BB-5908-6124-417F-FF90638C110E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3416330" y="4340247"/>
                  <a:ext cx="4212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8">
              <p14:nvContentPartPr>
                <p14:cNvPr id="366" name="Ink 365">
                  <a:extLst>
                    <a:ext uri="{FF2B5EF4-FFF2-40B4-BE49-F238E27FC236}">
                      <a16:creationId xmlns:a16="http://schemas.microsoft.com/office/drawing/2014/main" id="{B7079F3F-09DF-F2E9-D1CB-BA04233F8A82}"/>
                    </a:ext>
                  </a:extLst>
                </p14:cNvPr>
                <p14:cNvContentPartPr/>
                <p14:nvPr/>
              </p14:nvContentPartPr>
              <p14:xfrm>
                <a:off x="3667250" y="4444647"/>
                <a:ext cx="7920" cy="3240"/>
              </p14:xfrm>
            </p:contentPart>
          </mc:Choice>
          <mc:Fallback>
            <p:pic>
              <p:nvPicPr>
                <p:cNvPr id="366" name="Ink 365">
                  <a:extLst>
                    <a:ext uri="{FF2B5EF4-FFF2-40B4-BE49-F238E27FC236}">
                      <a16:creationId xmlns:a16="http://schemas.microsoft.com/office/drawing/2014/main" id="{B7079F3F-09DF-F2E9-D1CB-BA04233F8A82}"/>
                    </a:ext>
                  </a:extLst>
                </p:cNvPr>
                <p:cNvPicPr/>
                <p:nvPr/>
              </p:nvPicPr>
              <p:blipFill>
                <a:blip r:embed="rId489"/>
                <a:stretch>
                  <a:fillRect/>
                </a:stretch>
              </p:blipFill>
              <p:spPr>
                <a:xfrm>
                  <a:off x="3649250" y="4426647"/>
                  <a:ext cx="43560" cy="38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8" name="Group 367">
            <a:extLst>
              <a:ext uri="{FF2B5EF4-FFF2-40B4-BE49-F238E27FC236}">
                <a16:creationId xmlns:a16="http://schemas.microsoft.com/office/drawing/2014/main" id="{47D58074-5CB5-6CA5-6ECF-759F5736421A}"/>
              </a:ext>
            </a:extLst>
          </p:cNvPr>
          <p:cNvGrpSpPr/>
          <p:nvPr/>
        </p:nvGrpSpPr>
        <p:grpSpPr>
          <a:xfrm>
            <a:off x="5405330" y="3965127"/>
            <a:ext cx="1164600" cy="901800"/>
            <a:chOff x="5405330" y="3965127"/>
            <a:chExt cx="1164600" cy="901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90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9C67A37D-010E-8692-9131-D0824AECDE1E}"/>
                    </a:ext>
                  </a:extLst>
                </p14:cNvPr>
                <p14:cNvContentPartPr/>
                <p14:nvPr/>
              </p14:nvContentPartPr>
              <p14:xfrm>
                <a:off x="5405330" y="4054047"/>
                <a:ext cx="290520" cy="509400"/>
              </p14:xfrm>
            </p:contentPart>
          </mc:Choice>
          <mc:Fallback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9C67A37D-010E-8692-9131-D0824AECDE1E}"/>
                    </a:ext>
                  </a:extLst>
                </p:cNvPr>
                <p:cNvPicPr/>
                <p:nvPr/>
              </p:nvPicPr>
              <p:blipFill>
                <a:blip r:embed="rId491"/>
                <a:stretch>
                  <a:fillRect/>
                </a:stretch>
              </p:blipFill>
              <p:spPr>
                <a:xfrm>
                  <a:off x="5387330" y="4036407"/>
                  <a:ext cx="326160" cy="54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2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DBA7E395-AEFD-A13B-8785-80627CF70F27}"/>
                    </a:ext>
                  </a:extLst>
                </p14:cNvPr>
                <p14:cNvContentPartPr/>
                <p14:nvPr/>
              </p14:nvContentPartPr>
              <p14:xfrm>
                <a:off x="5690810" y="4139367"/>
                <a:ext cx="198720" cy="311400"/>
              </p14:xfrm>
            </p:contentPart>
          </mc:Choice>
          <mc:Fallback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DBA7E395-AEFD-A13B-8785-80627CF70F27}"/>
                    </a:ext>
                  </a:extLst>
                </p:cNvPr>
                <p:cNvPicPr/>
                <p:nvPr/>
              </p:nvPicPr>
              <p:blipFill>
                <a:blip r:embed="rId493"/>
                <a:stretch>
                  <a:fillRect/>
                </a:stretch>
              </p:blipFill>
              <p:spPr>
                <a:xfrm>
                  <a:off x="5673170" y="4121367"/>
                  <a:ext cx="234360" cy="34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4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6138523F-F9DE-78E1-B225-FA92670E76FD}"/>
                    </a:ext>
                  </a:extLst>
                </p14:cNvPr>
                <p14:cNvContentPartPr/>
                <p14:nvPr/>
              </p14:nvContentPartPr>
              <p14:xfrm>
                <a:off x="5730410" y="4285167"/>
                <a:ext cx="180000" cy="13680"/>
              </p14:xfrm>
            </p:contentPart>
          </mc:Choice>
          <mc:Fallback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6138523F-F9DE-78E1-B225-FA92670E76FD}"/>
                    </a:ext>
                  </a:extLst>
                </p:cNvPr>
                <p:cNvPicPr/>
                <p:nvPr/>
              </p:nvPicPr>
              <p:blipFill>
                <a:blip r:embed="rId495"/>
                <a:stretch>
                  <a:fillRect/>
                </a:stretch>
              </p:blipFill>
              <p:spPr>
                <a:xfrm>
                  <a:off x="5712410" y="4267527"/>
                  <a:ext cx="21564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6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6D01EEDF-5777-F674-9FDA-78A254AF7528}"/>
                    </a:ext>
                  </a:extLst>
                </p14:cNvPr>
                <p14:cNvContentPartPr/>
                <p14:nvPr/>
              </p14:nvContentPartPr>
              <p14:xfrm>
                <a:off x="6102290" y="4221087"/>
                <a:ext cx="193320" cy="239400"/>
              </p14:xfrm>
            </p:contentPart>
          </mc:Choice>
          <mc:Fallback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6D01EEDF-5777-F674-9FDA-78A254AF7528}"/>
                    </a:ext>
                  </a:extLst>
                </p:cNvPr>
                <p:cNvPicPr/>
                <p:nvPr/>
              </p:nvPicPr>
              <p:blipFill>
                <a:blip r:embed="rId497"/>
                <a:stretch>
                  <a:fillRect/>
                </a:stretch>
              </p:blipFill>
              <p:spPr>
                <a:xfrm>
                  <a:off x="6084650" y="4203447"/>
                  <a:ext cx="228960" cy="27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8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463A679D-AE4C-5C23-2869-5C2B097DE70C}"/>
                    </a:ext>
                  </a:extLst>
                </p14:cNvPr>
                <p14:cNvContentPartPr/>
                <p14:nvPr/>
              </p14:nvContentPartPr>
              <p14:xfrm>
                <a:off x="6343130" y="3965127"/>
                <a:ext cx="226800" cy="901800"/>
              </p14:xfrm>
            </p:contentPart>
          </mc:Choice>
          <mc:Fallback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463A679D-AE4C-5C23-2869-5C2B097DE70C}"/>
                    </a:ext>
                  </a:extLst>
                </p:cNvPr>
                <p:cNvPicPr/>
                <p:nvPr/>
              </p:nvPicPr>
              <p:blipFill>
                <a:blip r:embed="rId499"/>
                <a:stretch>
                  <a:fillRect/>
                </a:stretch>
              </p:blipFill>
              <p:spPr>
                <a:xfrm>
                  <a:off x="6325490" y="3947127"/>
                  <a:ext cx="262440" cy="9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0">
              <p14:nvContentPartPr>
                <p14:cNvPr id="367" name="Ink 366">
                  <a:extLst>
                    <a:ext uri="{FF2B5EF4-FFF2-40B4-BE49-F238E27FC236}">
                      <a16:creationId xmlns:a16="http://schemas.microsoft.com/office/drawing/2014/main" id="{77CBF026-A0B2-A681-C760-D81E4B963BA9}"/>
                    </a:ext>
                  </a:extLst>
                </p14:cNvPr>
                <p14:cNvContentPartPr/>
                <p14:nvPr/>
              </p14:nvContentPartPr>
              <p14:xfrm>
                <a:off x="6128930" y="4495767"/>
                <a:ext cx="1440" cy="15480"/>
              </p14:xfrm>
            </p:contentPart>
          </mc:Choice>
          <mc:Fallback>
            <p:pic>
              <p:nvPicPr>
                <p:cNvPr id="367" name="Ink 366">
                  <a:extLst>
                    <a:ext uri="{FF2B5EF4-FFF2-40B4-BE49-F238E27FC236}">
                      <a16:creationId xmlns:a16="http://schemas.microsoft.com/office/drawing/2014/main" id="{77CBF026-A0B2-A681-C760-D81E4B963BA9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6111290" y="4478127"/>
                  <a:ext cx="37080" cy="51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3" name="Group 372">
            <a:extLst>
              <a:ext uri="{FF2B5EF4-FFF2-40B4-BE49-F238E27FC236}">
                <a16:creationId xmlns:a16="http://schemas.microsoft.com/office/drawing/2014/main" id="{3532B267-A917-A8BA-FC48-7C071E8FA4DF}"/>
              </a:ext>
            </a:extLst>
          </p:cNvPr>
          <p:cNvGrpSpPr/>
          <p:nvPr/>
        </p:nvGrpSpPr>
        <p:grpSpPr>
          <a:xfrm>
            <a:off x="7162490" y="3959007"/>
            <a:ext cx="1632960" cy="841320"/>
            <a:chOff x="7162490" y="3959007"/>
            <a:chExt cx="1632960" cy="841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01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C7E3F88D-C39D-C19A-CA0B-7D53FD89A3B2}"/>
                    </a:ext>
                  </a:extLst>
                </p14:cNvPr>
                <p14:cNvContentPartPr/>
                <p14:nvPr/>
              </p14:nvContentPartPr>
              <p14:xfrm>
                <a:off x="7162490" y="4304247"/>
                <a:ext cx="119880" cy="32400"/>
              </p14:xfrm>
            </p:contentPart>
          </mc:Choice>
          <mc:Fallback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C7E3F88D-C39D-C19A-CA0B-7D53FD89A3B2}"/>
                    </a:ext>
                  </a:extLst>
                </p:cNvPr>
                <p:cNvPicPr/>
                <p:nvPr/>
              </p:nvPicPr>
              <p:blipFill>
                <a:blip r:embed="rId502"/>
                <a:stretch>
                  <a:fillRect/>
                </a:stretch>
              </p:blipFill>
              <p:spPr>
                <a:xfrm>
                  <a:off x="7144850" y="4286247"/>
                  <a:ext cx="15552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3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1326B0DF-E956-30D7-2273-0D512EEC1163}"/>
                    </a:ext>
                  </a:extLst>
                </p14:cNvPr>
                <p14:cNvContentPartPr/>
                <p14:nvPr/>
              </p14:nvContentPartPr>
              <p14:xfrm>
                <a:off x="7171490" y="4400727"/>
                <a:ext cx="304920" cy="38520"/>
              </p14:xfrm>
            </p:contentPart>
          </mc:Choice>
          <mc:Fallback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1326B0DF-E956-30D7-2273-0D512EEC1163}"/>
                    </a:ext>
                  </a:extLst>
                </p:cNvPr>
                <p:cNvPicPr/>
                <p:nvPr/>
              </p:nvPicPr>
              <p:blipFill>
                <a:blip r:embed="rId504"/>
                <a:stretch>
                  <a:fillRect/>
                </a:stretch>
              </p:blipFill>
              <p:spPr>
                <a:xfrm>
                  <a:off x="7153490" y="4383087"/>
                  <a:ext cx="34056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5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97944DF5-F93F-E9CE-C40B-A23ABC683DF6}"/>
                    </a:ext>
                  </a:extLst>
                </p14:cNvPr>
                <p14:cNvContentPartPr/>
                <p14:nvPr/>
              </p14:nvContentPartPr>
              <p14:xfrm>
                <a:off x="8046290" y="4175727"/>
                <a:ext cx="100800" cy="304920"/>
              </p14:xfrm>
            </p:contentPart>
          </mc:Choice>
          <mc:Fallback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97944DF5-F93F-E9CE-C40B-A23ABC683DF6}"/>
                    </a:ext>
                  </a:extLst>
                </p:cNvPr>
                <p:cNvPicPr/>
                <p:nvPr/>
              </p:nvPicPr>
              <p:blipFill>
                <a:blip r:embed="rId506"/>
                <a:stretch>
                  <a:fillRect/>
                </a:stretch>
              </p:blipFill>
              <p:spPr>
                <a:xfrm>
                  <a:off x="8028650" y="4157727"/>
                  <a:ext cx="136440" cy="34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7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52BE5503-9303-08A5-034D-3BAE6A72E203}"/>
                    </a:ext>
                  </a:extLst>
                </p14:cNvPr>
                <p14:cNvContentPartPr/>
                <p14:nvPr/>
              </p14:nvContentPartPr>
              <p14:xfrm>
                <a:off x="8054930" y="4150527"/>
                <a:ext cx="206280" cy="320040"/>
              </p14:xfrm>
            </p:contentPart>
          </mc:Choice>
          <mc:Fallback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52BE5503-9303-08A5-034D-3BAE6A72E203}"/>
                    </a:ext>
                  </a:extLst>
                </p:cNvPr>
                <p:cNvPicPr/>
                <p:nvPr/>
              </p:nvPicPr>
              <p:blipFill>
                <a:blip r:embed="rId508"/>
                <a:stretch>
                  <a:fillRect/>
                </a:stretch>
              </p:blipFill>
              <p:spPr>
                <a:xfrm>
                  <a:off x="8037290" y="4132527"/>
                  <a:ext cx="241920" cy="35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9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7ED7EB62-1BE0-7ABE-6AF3-230E76A0D4BD}"/>
                    </a:ext>
                  </a:extLst>
                </p14:cNvPr>
                <p14:cNvContentPartPr/>
                <p14:nvPr/>
              </p14:nvContentPartPr>
              <p14:xfrm>
                <a:off x="8374970" y="4184367"/>
                <a:ext cx="176760" cy="295560"/>
              </p14:xfrm>
            </p:contentPart>
          </mc:Choice>
          <mc:Fallback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7ED7EB62-1BE0-7ABE-6AF3-230E76A0D4BD}"/>
                    </a:ext>
                  </a:extLst>
                </p:cNvPr>
                <p:cNvPicPr/>
                <p:nvPr/>
              </p:nvPicPr>
              <p:blipFill>
                <a:blip r:embed="rId510"/>
                <a:stretch>
                  <a:fillRect/>
                </a:stretch>
              </p:blipFill>
              <p:spPr>
                <a:xfrm>
                  <a:off x="8356970" y="4166727"/>
                  <a:ext cx="212400" cy="33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1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4FA45E60-FF1A-8E54-4572-19479616B144}"/>
                    </a:ext>
                  </a:extLst>
                </p14:cNvPr>
                <p14:cNvContentPartPr/>
                <p14:nvPr/>
              </p14:nvContentPartPr>
              <p14:xfrm>
                <a:off x="8370290" y="4275447"/>
                <a:ext cx="164160" cy="55080"/>
              </p14:xfrm>
            </p:contentPart>
          </mc:Choice>
          <mc:Fallback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4FA45E60-FF1A-8E54-4572-19479616B144}"/>
                    </a:ext>
                  </a:extLst>
                </p:cNvPr>
                <p:cNvPicPr/>
                <p:nvPr/>
              </p:nvPicPr>
              <p:blipFill>
                <a:blip r:embed="rId512"/>
                <a:stretch>
                  <a:fillRect/>
                </a:stretch>
              </p:blipFill>
              <p:spPr>
                <a:xfrm>
                  <a:off x="8352290" y="4257807"/>
                  <a:ext cx="19980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3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92B15304-D49B-37A0-B173-D1E826029F14}"/>
                    </a:ext>
                  </a:extLst>
                </p14:cNvPr>
                <p14:cNvContentPartPr/>
                <p14:nvPr/>
              </p14:nvContentPartPr>
              <p14:xfrm>
                <a:off x="8336450" y="4006527"/>
                <a:ext cx="459000" cy="793800"/>
              </p14:xfrm>
            </p:contentPart>
          </mc:Choice>
          <mc:Fallback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92B15304-D49B-37A0-B173-D1E826029F14}"/>
                    </a:ext>
                  </a:extLst>
                </p:cNvPr>
                <p:cNvPicPr/>
                <p:nvPr/>
              </p:nvPicPr>
              <p:blipFill>
                <a:blip r:embed="rId514"/>
                <a:stretch>
                  <a:fillRect/>
                </a:stretch>
              </p:blipFill>
              <p:spPr>
                <a:xfrm>
                  <a:off x="8318810" y="3988887"/>
                  <a:ext cx="494640" cy="82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5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9106042D-C9D1-6AEA-5E30-6891F9B572DE}"/>
                    </a:ext>
                  </a:extLst>
                </p14:cNvPr>
                <p14:cNvContentPartPr/>
                <p14:nvPr/>
              </p14:nvContentPartPr>
              <p14:xfrm>
                <a:off x="7716890" y="3959007"/>
                <a:ext cx="228600" cy="736920"/>
              </p14:xfrm>
            </p:contentPart>
          </mc:Choice>
          <mc:Fallback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9106042D-C9D1-6AEA-5E30-6891F9B572DE}"/>
                    </a:ext>
                  </a:extLst>
                </p:cNvPr>
                <p:cNvPicPr/>
                <p:nvPr/>
              </p:nvPicPr>
              <p:blipFill>
                <a:blip r:embed="rId516"/>
                <a:stretch>
                  <a:fillRect/>
                </a:stretch>
              </p:blipFill>
              <p:spPr>
                <a:xfrm>
                  <a:off x="7698890" y="3941007"/>
                  <a:ext cx="264240" cy="77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7">
              <p14:nvContentPartPr>
                <p14:cNvPr id="370" name="Ink 369">
                  <a:extLst>
                    <a:ext uri="{FF2B5EF4-FFF2-40B4-BE49-F238E27FC236}">
                      <a16:creationId xmlns:a16="http://schemas.microsoft.com/office/drawing/2014/main" id="{814B02EC-B132-7D89-9A97-1A6C0841E634}"/>
                    </a:ext>
                  </a:extLst>
                </p14:cNvPr>
                <p14:cNvContentPartPr/>
                <p14:nvPr/>
              </p14:nvContentPartPr>
              <p14:xfrm>
                <a:off x="8109290" y="4488927"/>
                <a:ext cx="2160" cy="5760"/>
              </p14:xfrm>
            </p:contentPart>
          </mc:Choice>
          <mc:Fallback>
            <p:pic>
              <p:nvPicPr>
                <p:cNvPr id="370" name="Ink 369">
                  <a:extLst>
                    <a:ext uri="{FF2B5EF4-FFF2-40B4-BE49-F238E27FC236}">
                      <a16:creationId xmlns:a16="http://schemas.microsoft.com/office/drawing/2014/main" id="{814B02EC-B132-7D89-9A97-1A6C0841E634}"/>
                    </a:ext>
                  </a:extLst>
                </p:cNvPr>
                <p:cNvPicPr/>
                <p:nvPr/>
              </p:nvPicPr>
              <p:blipFill>
                <a:blip r:embed="rId486"/>
                <a:stretch>
                  <a:fillRect/>
                </a:stretch>
              </p:blipFill>
              <p:spPr>
                <a:xfrm>
                  <a:off x="8091650" y="4470927"/>
                  <a:ext cx="3780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8">
              <p14:nvContentPartPr>
                <p14:cNvPr id="372" name="Ink 371">
                  <a:extLst>
                    <a:ext uri="{FF2B5EF4-FFF2-40B4-BE49-F238E27FC236}">
                      <a16:creationId xmlns:a16="http://schemas.microsoft.com/office/drawing/2014/main" id="{3CE26A17-B384-B44E-4E25-45841B9518A1}"/>
                    </a:ext>
                  </a:extLst>
                </p14:cNvPr>
                <p14:cNvContentPartPr/>
                <p14:nvPr/>
              </p14:nvContentPartPr>
              <p14:xfrm>
                <a:off x="8464250" y="4428087"/>
                <a:ext cx="18720" cy="5040"/>
              </p14:xfrm>
            </p:contentPart>
          </mc:Choice>
          <mc:Fallback>
            <p:pic>
              <p:nvPicPr>
                <p:cNvPr id="372" name="Ink 371">
                  <a:extLst>
                    <a:ext uri="{FF2B5EF4-FFF2-40B4-BE49-F238E27FC236}">
                      <a16:creationId xmlns:a16="http://schemas.microsoft.com/office/drawing/2014/main" id="{3CE26A17-B384-B44E-4E25-45841B9518A1}"/>
                    </a:ext>
                  </a:extLst>
                </p:cNvPr>
                <p:cNvPicPr/>
                <p:nvPr/>
              </p:nvPicPr>
              <p:blipFill>
                <a:blip r:embed="rId519"/>
                <a:stretch>
                  <a:fillRect/>
                </a:stretch>
              </p:blipFill>
              <p:spPr>
                <a:xfrm>
                  <a:off x="8446250" y="4410087"/>
                  <a:ext cx="54360" cy="40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6" name="Group 375">
            <a:extLst>
              <a:ext uri="{FF2B5EF4-FFF2-40B4-BE49-F238E27FC236}">
                <a16:creationId xmlns:a16="http://schemas.microsoft.com/office/drawing/2014/main" id="{4B61652D-9883-A73D-AC7F-BAC218563585}"/>
              </a:ext>
            </a:extLst>
          </p:cNvPr>
          <p:cNvGrpSpPr/>
          <p:nvPr/>
        </p:nvGrpSpPr>
        <p:grpSpPr>
          <a:xfrm>
            <a:off x="5044610" y="4621407"/>
            <a:ext cx="83520" cy="49680"/>
            <a:chOff x="5044610" y="4621407"/>
            <a:chExt cx="83520" cy="49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20">
              <p14:nvContentPartPr>
                <p14:cNvPr id="374" name="Ink 373">
                  <a:extLst>
                    <a:ext uri="{FF2B5EF4-FFF2-40B4-BE49-F238E27FC236}">
                      <a16:creationId xmlns:a16="http://schemas.microsoft.com/office/drawing/2014/main" id="{DF51AAD6-B9A9-338B-3757-F550BCB2B5D2}"/>
                    </a:ext>
                  </a:extLst>
                </p14:cNvPr>
                <p14:cNvContentPartPr/>
                <p14:nvPr/>
              </p14:nvContentPartPr>
              <p14:xfrm>
                <a:off x="5125970" y="4664967"/>
                <a:ext cx="2160" cy="6120"/>
              </p14:xfrm>
            </p:contentPart>
          </mc:Choice>
          <mc:Fallback>
            <p:pic>
              <p:nvPicPr>
                <p:cNvPr id="374" name="Ink 373">
                  <a:extLst>
                    <a:ext uri="{FF2B5EF4-FFF2-40B4-BE49-F238E27FC236}">
                      <a16:creationId xmlns:a16="http://schemas.microsoft.com/office/drawing/2014/main" id="{DF51AAD6-B9A9-338B-3757-F550BCB2B5D2}"/>
                    </a:ext>
                  </a:extLst>
                </p:cNvPr>
                <p:cNvPicPr/>
                <p:nvPr/>
              </p:nvPicPr>
              <p:blipFill>
                <a:blip r:embed="rId521"/>
                <a:stretch>
                  <a:fillRect/>
                </a:stretch>
              </p:blipFill>
              <p:spPr>
                <a:xfrm>
                  <a:off x="5107970" y="4646967"/>
                  <a:ext cx="3780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2">
              <p14:nvContentPartPr>
                <p14:cNvPr id="375" name="Ink 374">
                  <a:extLst>
                    <a:ext uri="{FF2B5EF4-FFF2-40B4-BE49-F238E27FC236}">
                      <a16:creationId xmlns:a16="http://schemas.microsoft.com/office/drawing/2014/main" id="{EC9E9A4B-21AE-3B0A-5B1D-22F85C84C301}"/>
                    </a:ext>
                  </a:extLst>
                </p14:cNvPr>
                <p14:cNvContentPartPr/>
                <p14:nvPr/>
              </p14:nvContentPartPr>
              <p14:xfrm>
                <a:off x="5044610" y="4621407"/>
                <a:ext cx="9720" cy="10800"/>
              </p14:xfrm>
            </p:contentPart>
          </mc:Choice>
          <mc:Fallback>
            <p:pic>
              <p:nvPicPr>
                <p:cNvPr id="375" name="Ink 374">
                  <a:extLst>
                    <a:ext uri="{FF2B5EF4-FFF2-40B4-BE49-F238E27FC236}">
                      <a16:creationId xmlns:a16="http://schemas.microsoft.com/office/drawing/2014/main" id="{EC9E9A4B-21AE-3B0A-5B1D-22F85C84C301}"/>
                    </a:ext>
                  </a:extLst>
                </p:cNvPr>
                <p:cNvPicPr/>
                <p:nvPr/>
              </p:nvPicPr>
              <p:blipFill>
                <a:blip r:embed="rId523"/>
                <a:stretch>
                  <a:fillRect/>
                </a:stretch>
              </p:blipFill>
              <p:spPr>
                <a:xfrm>
                  <a:off x="5026970" y="4603407"/>
                  <a:ext cx="45360" cy="46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2" name="Group 381">
            <a:extLst>
              <a:ext uri="{FF2B5EF4-FFF2-40B4-BE49-F238E27FC236}">
                <a16:creationId xmlns:a16="http://schemas.microsoft.com/office/drawing/2014/main" id="{C56E9080-0651-039F-06B6-4919A63846FA}"/>
              </a:ext>
            </a:extLst>
          </p:cNvPr>
          <p:cNvGrpSpPr/>
          <p:nvPr/>
        </p:nvGrpSpPr>
        <p:grpSpPr>
          <a:xfrm>
            <a:off x="2213570" y="4692327"/>
            <a:ext cx="367560" cy="120960"/>
            <a:chOff x="2213570" y="4692327"/>
            <a:chExt cx="367560" cy="120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24">
              <p14:nvContentPartPr>
                <p14:cNvPr id="377" name="Ink 376">
                  <a:extLst>
                    <a:ext uri="{FF2B5EF4-FFF2-40B4-BE49-F238E27FC236}">
                      <a16:creationId xmlns:a16="http://schemas.microsoft.com/office/drawing/2014/main" id="{C8D84FA6-7B02-53A1-4EEF-67BCCB6032C5}"/>
                    </a:ext>
                  </a:extLst>
                </p14:cNvPr>
                <p14:cNvContentPartPr/>
                <p14:nvPr/>
              </p14:nvContentPartPr>
              <p14:xfrm>
                <a:off x="2292410" y="4692327"/>
                <a:ext cx="288720" cy="53280"/>
              </p14:xfrm>
            </p:contentPart>
          </mc:Choice>
          <mc:Fallback>
            <p:pic>
              <p:nvPicPr>
                <p:cNvPr id="377" name="Ink 376">
                  <a:extLst>
                    <a:ext uri="{FF2B5EF4-FFF2-40B4-BE49-F238E27FC236}">
                      <a16:creationId xmlns:a16="http://schemas.microsoft.com/office/drawing/2014/main" id="{C8D84FA6-7B02-53A1-4EEF-67BCCB6032C5}"/>
                    </a:ext>
                  </a:extLst>
                </p:cNvPr>
                <p:cNvPicPr/>
                <p:nvPr/>
              </p:nvPicPr>
              <p:blipFill>
                <a:blip r:embed="rId525"/>
                <a:stretch>
                  <a:fillRect/>
                </a:stretch>
              </p:blipFill>
              <p:spPr>
                <a:xfrm>
                  <a:off x="2274410" y="4674687"/>
                  <a:ext cx="32436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6">
              <p14:nvContentPartPr>
                <p14:cNvPr id="378" name="Ink 377">
                  <a:extLst>
                    <a:ext uri="{FF2B5EF4-FFF2-40B4-BE49-F238E27FC236}">
                      <a16:creationId xmlns:a16="http://schemas.microsoft.com/office/drawing/2014/main" id="{CFAF0042-DEF7-6257-3C3A-20B992597F4E}"/>
                    </a:ext>
                  </a:extLst>
                </p14:cNvPr>
                <p14:cNvContentPartPr/>
                <p14:nvPr/>
              </p14:nvContentPartPr>
              <p14:xfrm>
                <a:off x="2213570" y="4783407"/>
                <a:ext cx="258120" cy="29880"/>
              </p14:xfrm>
            </p:contentPart>
          </mc:Choice>
          <mc:Fallback>
            <p:pic>
              <p:nvPicPr>
                <p:cNvPr id="378" name="Ink 377">
                  <a:extLst>
                    <a:ext uri="{FF2B5EF4-FFF2-40B4-BE49-F238E27FC236}">
                      <a16:creationId xmlns:a16="http://schemas.microsoft.com/office/drawing/2014/main" id="{CFAF0042-DEF7-6257-3C3A-20B992597F4E}"/>
                    </a:ext>
                  </a:extLst>
                </p:cNvPr>
                <p:cNvPicPr/>
                <p:nvPr/>
              </p:nvPicPr>
              <p:blipFill>
                <a:blip r:embed="rId527"/>
                <a:stretch>
                  <a:fillRect/>
                </a:stretch>
              </p:blipFill>
              <p:spPr>
                <a:xfrm>
                  <a:off x="2195570" y="4765407"/>
                  <a:ext cx="293760" cy="65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1" name="Group 380">
            <a:extLst>
              <a:ext uri="{FF2B5EF4-FFF2-40B4-BE49-F238E27FC236}">
                <a16:creationId xmlns:a16="http://schemas.microsoft.com/office/drawing/2014/main" id="{13AABDAB-159A-8333-7657-05562B893EE3}"/>
              </a:ext>
            </a:extLst>
          </p:cNvPr>
          <p:cNvGrpSpPr/>
          <p:nvPr/>
        </p:nvGrpSpPr>
        <p:grpSpPr>
          <a:xfrm>
            <a:off x="10341290" y="4716087"/>
            <a:ext cx="828000" cy="129240"/>
            <a:chOff x="10341290" y="4716087"/>
            <a:chExt cx="828000" cy="129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28">
              <p14:nvContentPartPr>
                <p14:cNvPr id="379" name="Ink 378">
                  <a:extLst>
                    <a:ext uri="{FF2B5EF4-FFF2-40B4-BE49-F238E27FC236}">
                      <a16:creationId xmlns:a16="http://schemas.microsoft.com/office/drawing/2014/main" id="{DDAF2B74-0ADD-C29A-9A73-01685E158A2A}"/>
                    </a:ext>
                  </a:extLst>
                </p14:cNvPr>
                <p14:cNvContentPartPr/>
                <p14:nvPr/>
              </p14:nvContentPartPr>
              <p14:xfrm>
                <a:off x="10484930" y="4716087"/>
                <a:ext cx="669960" cy="30600"/>
              </p14:xfrm>
            </p:contentPart>
          </mc:Choice>
          <mc:Fallback>
            <p:pic>
              <p:nvPicPr>
                <p:cNvPr id="379" name="Ink 378">
                  <a:extLst>
                    <a:ext uri="{FF2B5EF4-FFF2-40B4-BE49-F238E27FC236}">
                      <a16:creationId xmlns:a16="http://schemas.microsoft.com/office/drawing/2014/main" id="{DDAF2B74-0ADD-C29A-9A73-01685E158A2A}"/>
                    </a:ext>
                  </a:extLst>
                </p:cNvPr>
                <p:cNvPicPr/>
                <p:nvPr/>
              </p:nvPicPr>
              <p:blipFill>
                <a:blip r:embed="rId529"/>
                <a:stretch>
                  <a:fillRect/>
                </a:stretch>
              </p:blipFill>
              <p:spPr>
                <a:xfrm>
                  <a:off x="10466930" y="4698447"/>
                  <a:ext cx="70560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0">
              <p14:nvContentPartPr>
                <p14:cNvPr id="380" name="Ink 379">
                  <a:extLst>
                    <a:ext uri="{FF2B5EF4-FFF2-40B4-BE49-F238E27FC236}">
                      <a16:creationId xmlns:a16="http://schemas.microsoft.com/office/drawing/2014/main" id="{009ED65C-06CC-D797-8340-93644980ABC8}"/>
                    </a:ext>
                  </a:extLst>
                </p14:cNvPr>
                <p14:cNvContentPartPr/>
                <p14:nvPr/>
              </p14:nvContentPartPr>
              <p14:xfrm>
                <a:off x="10341290" y="4815807"/>
                <a:ext cx="828000" cy="29520"/>
              </p14:xfrm>
            </p:contentPart>
          </mc:Choice>
          <mc:Fallback>
            <p:pic>
              <p:nvPicPr>
                <p:cNvPr id="380" name="Ink 379">
                  <a:extLst>
                    <a:ext uri="{FF2B5EF4-FFF2-40B4-BE49-F238E27FC236}">
                      <a16:creationId xmlns:a16="http://schemas.microsoft.com/office/drawing/2014/main" id="{009ED65C-06CC-D797-8340-93644980ABC8}"/>
                    </a:ext>
                  </a:extLst>
                </p:cNvPr>
                <p:cNvPicPr/>
                <p:nvPr/>
              </p:nvPicPr>
              <p:blipFill>
                <a:blip r:embed="rId531"/>
                <a:stretch>
                  <a:fillRect/>
                </a:stretch>
              </p:blipFill>
              <p:spPr>
                <a:xfrm>
                  <a:off x="10323650" y="4797807"/>
                  <a:ext cx="863640" cy="65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4" name="Group 383">
            <a:extLst>
              <a:ext uri="{FF2B5EF4-FFF2-40B4-BE49-F238E27FC236}">
                <a16:creationId xmlns:a16="http://schemas.microsoft.com/office/drawing/2014/main" id="{E4F81B6E-F5CE-E29C-B4C3-87AC881C147C}"/>
              </a:ext>
            </a:extLst>
          </p:cNvPr>
          <p:cNvGrpSpPr/>
          <p:nvPr/>
        </p:nvGrpSpPr>
        <p:grpSpPr>
          <a:xfrm>
            <a:off x="3831050" y="5240967"/>
            <a:ext cx="687960" cy="334800"/>
            <a:chOff x="3831050" y="5240967"/>
            <a:chExt cx="687960" cy="334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32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D45EF696-4AC5-DE35-429E-C4F44E60C5D1}"/>
                    </a:ext>
                  </a:extLst>
                </p14:cNvPr>
                <p14:cNvContentPartPr/>
                <p14:nvPr/>
              </p14:nvContentPartPr>
              <p14:xfrm>
                <a:off x="3881450" y="5258607"/>
                <a:ext cx="178200" cy="70920"/>
              </p14:xfrm>
            </p:contentPart>
          </mc:Choice>
          <mc:Fallback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D45EF696-4AC5-DE35-429E-C4F44E60C5D1}"/>
                    </a:ext>
                  </a:extLst>
                </p:cNvPr>
                <p:cNvPicPr/>
                <p:nvPr/>
              </p:nvPicPr>
              <p:blipFill>
                <a:blip r:embed="rId533"/>
                <a:stretch>
                  <a:fillRect/>
                </a:stretch>
              </p:blipFill>
              <p:spPr>
                <a:xfrm>
                  <a:off x="3863810" y="5240967"/>
                  <a:ext cx="21384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4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1474E77C-FF2B-B262-4112-764707C59614}"/>
                    </a:ext>
                  </a:extLst>
                </p14:cNvPr>
                <p14:cNvContentPartPr/>
                <p14:nvPr/>
              </p14:nvContentPartPr>
              <p14:xfrm>
                <a:off x="3976850" y="5257887"/>
                <a:ext cx="55080" cy="246240"/>
              </p14:xfrm>
            </p:contentPart>
          </mc:Choice>
          <mc:Fallback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1474E77C-FF2B-B262-4112-764707C59614}"/>
                    </a:ext>
                  </a:extLst>
                </p:cNvPr>
                <p:cNvPicPr/>
                <p:nvPr/>
              </p:nvPicPr>
              <p:blipFill>
                <a:blip r:embed="rId535"/>
                <a:stretch>
                  <a:fillRect/>
                </a:stretch>
              </p:blipFill>
              <p:spPr>
                <a:xfrm>
                  <a:off x="3958850" y="5240247"/>
                  <a:ext cx="90720" cy="28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6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F5332264-D307-D0A2-8BD4-12B23BC307F0}"/>
                    </a:ext>
                  </a:extLst>
                </p14:cNvPr>
                <p14:cNvContentPartPr/>
                <p14:nvPr/>
              </p14:nvContentPartPr>
              <p14:xfrm>
                <a:off x="3831050" y="5534727"/>
                <a:ext cx="324000" cy="41040"/>
              </p14:xfrm>
            </p:contentPart>
          </mc:Choice>
          <mc:Fallback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F5332264-D307-D0A2-8BD4-12B23BC307F0}"/>
                    </a:ext>
                  </a:extLst>
                </p:cNvPr>
                <p:cNvPicPr/>
                <p:nvPr/>
              </p:nvPicPr>
              <p:blipFill>
                <a:blip r:embed="rId537"/>
                <a:stretch>
                  <a:fillRect/>
                </a:stretch>
              </p:blipFill>
              <p:spPr>
                <a:xfrm>
                  <a:off x="3813410" y="5516727"/>
                  <a:ext cx="35964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8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96D65DD8-EF29-3825-A17C-C1ABCE3A3CE1}"/>
                    </a:ext>
                  </a:extLst>
                </p14:cNvPr>
                <p14:cNvContentPartPr/>
                <p14:nvPr/>
              </p14:nvContentPartPr>
              <p14:xfrm>
                <a:off x="4320650" y="5240967"/>
                <a:ext cx="198360" cy="312480"/>
              </p14:xfrm>
            </p:contentPart>
          </mc:Choice>
          <mc:Fallback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96D65DD8-EF29-3825-A17C-C1ABCE3A3CE1}"/>
                    </a:ext>
                  </a:extLst>
                </p:cNvPr>
                <p:cNvPicPr/>
                <p:nvPr/>
              </p:nvPicPr>
              <p:blipFill>
                <a:blip r:embed="rId539"/>
                <a:stretch>
                  <a:fillRect/>
                </a:stretch>
              </p:blipFill>
              <p:spPr>
                <a:xfrm>
                  <a:off x="4302650" y="5222967"/>
                  <a:ext cx="234000" cy="34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0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2F64D1A2-27AA-1C3A-31B2-EEF357E71C56}"/>
                    </a:ext>
                  </a:extLst>
                </p14:cNvPr>
                <p14:cNvContentPartPr/>
                <p14:nvPr/>
              </p14:nvContentPartPr>
              <p14:xfrm>
                <a:off x="3863090" y="5447967"/>
                <a:ext cx="11160" cy="2160"/>
              </p14:xfrm>
            </p:contentPart>
          </mc:Choice>
          <mc:Fallback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2F64D1A2-27AA-1C3A-31B2-EEF357E71C56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3845450" y="5430327"/>
                  <a:ext cx="4680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1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DC070801-6B9B-5E5B-624E-44BA6610816B}"/>
                    </a:ext>
                  </a:extLst>
                </p14:cNvPr>
                <p14:cNvContentPartPr/>
                <p14:nvPr/>
              </p14:nvContentPartPr>
              <p14:xfrm>
                <a:off x="4452050" y="5426367"/>
                <a:ext cx="22680" cy="2880"/>
              </p14:xfrm>
            </p:contentPart>
          </mc:Choice>
          <mc:Fallback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DC070801-6B9B-5E5B-624E-44BA6610816B}"/>
                    </a:ext>
                  </a:extLst>
                </p:cNvPr>
                <p:cNvPicPr/>
                <p:nvPr/>
              </p:nvPicPr>
              <p:blipFill>
                <a:blip r:embed="rId542"/>
                <a:stretch>
                  <a:fillRect/>
                </a:stretch>
              </p:blipFill>
              <p:spPr>
                <a:xfrm>
                  <a:off x="4434410" y="5408727"/>
                  <a:ext cx="5832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3">
              <p14:nvContentPartPr>
                <p14:cNvPr id="383" name="Ink 382">
                  <a:extLst>
                    <a:ext uri="{FF2B5EF4-FFF2-40B4-BE49-F238E27FC236}">
                      <a16:creationId xmlns:a16="http://schemas.microsoft.com/office/drawing/2014/main" id="{4F8D6C6C-6097-E314-03E6-5623AE70430C}"/>
                    </a:ext>
                  </a:extLst>
                </p14:cNvPr>
                <p14:cNvContentPartPr/>
                <p14:nvPr/>
              </p14:nvContentPartPr>
              <p14:xfrm>
                <a:off x="3996290" y="5551647"/>
                <a:ext cx="360" cy="360"/>
              </p14:xfrm>
            </p:contentPart>
          </mc:Choice>
          <mc:Fallback>
            <p:pic>
              <p:nvPicPr>
                <p:cNvPr id="383" name="Ink 382">
                  <a:extLst>
                    <a:ext uri="{FF2B5EF4-FFF2-40B4-BE49-F238E27FC236}">
                      <a16:creationId xmlns:a16="http://schemas.microsoft.com/office/drawing/2014/main" id="{4F8D6C6C-6097-E314-03E6-5623AE70430C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3978290" y="5534007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44">
            <p14:nvContentPartPr>
              <p14:cNvPr id="385" name="Ink 384">
                <a:extLst>
                  <a:ext uri="{FF2B5EF4-FFF2-40B4-BE49-F238E27FC236}">
                    <a16:creationId xmlns:a16="http://schemas.microsoft.com/office/drawing/2014/main" id="{FD892EBE-7121-9FF9-2DB0-DF1728DA3800}"/>
                  </a:ext>
                </a:extLst>
              </p14:cNvPr>
              <p14:cNvContentPartPr/>
              <p14:nvPr/>
            </p14:nvContentPartPr>
            <p14:xfrm>
              <a:off x="4458530" y="5541207"/>
              <a:ext cx="1080" cy="3240"/>
            </p14:xfrm>
          </p:contentPart>
        </mc:Choice>
        <mc:Fallback>
          <p:pic>
            <p:nvPicPr>
              <p:cNvPr id="385" name="Ink 384">
                <a:extLst>
                  <a:ext uri="{FF2B5EF4-FFF2-40B4-BE49-F238E27FC236}">
                    <a16:creationId xmlns:a16="http://schemas.microsoft.com/office/drawing/2014/main" id="{FD892EBE-7121-9FF9-2DB0-DF1728DA3800}"/>
                  </a:ext>
                </a:extLst>
              </p:cNvPr>
              <p:cNvPicPr/>
              <p:nvPr/>
            </p:nvPicPr>
            <p:blipFill>
              <a:blip r:embed="rId545"/>
              <a:stretch>
                <a:fillRect/>
              </a:stretch>
            </p:blipFill>
            <p:spPr>
              <a:xfrm>
                <a:off x="4440530" y="5523567"/>
                <a:ext cx="36720" cy="38880"/>
              </a:xfrm>
              <a:prstGeom prst="rect">
                <a:avLst/>
              </a:prstGeom>
            </p:spPr>
          </p:pic>
        </mc:Fallback>
      </mc:AlternateContent>
      <p:grpSp>
        <p:nvGrpSpPr>
          <p:cNvPr id="391" name="Group 390">
            <a:extLst>
              <a:ext uri="{FF2B5EF4-FFF2-40B4-BE49-F238E27FC236}">
                <a16:creationId xmlns:a16="http://schemas.microsoft.com/office/drawing/2014/main" id="{8238BD53-443A-05A6-F8C1-6A3B171ED792}"/>
              </a:ext>
            </a:extLst>
          </p:cNvPr>
          <p:cNvGrpSpPr/>
          <p:nvPr/>
        </p:nvGrpSpPr>
        <p:grpSpPr>
          <a:xfrm>
            <a:off x="6083930" y="5558127"/>
            <a:ext cx="21960" cy="45360"/>
            <a:chOff x="6083930" y="5558127"/>
            <a:chExt cx="21960" cy="45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46">
              <p14:nvContentPartPr>
                <p14:cNvPr id="386" name="Ink 385">
                  <a:extLst>
                    <a:ext uri="{FF2B5EF4-FFF2-40B4-BE49-F238E27FC236}">
                      <a16:creationId xmlns:a16="http://schemas.microsoft.com/office/drawing/2014/main" id="{E68442A8-1F25-EFBF-3DE1-46DB83C82A5B}"/>
                    </a:ext>
                  </a:extLst>
                </p14:cNvPr>
                <p14:cNvContentPartPr/>
                <p14:nvPr/>
              </p14:nvContentPartPr>
              <p14:xfrm>
                <a:off x="6104090" y="5599527"/>
                <a:ext cx="1800" cy="3960"/>
              </p14:xfrm>
            </p:contentPart>
          </mc:Choice>
          <mc:Fallback>
            <p:pic>
              <p:nvPicPr>
                <p:cNvPr id="386" name="Ink 385">
                  <a:extLst>
                    <a:ext uri="{FF2B5EF4-FFF2-40B4-BE49-F238E27FC236}">
                      <a16:creationId xmlns:a16="http://schemas.microsoft.com/office/drawing/2014/main" id="{E68442A8-1F25-EFBF-3DE1-46DB83C82A5B}"/>
                    </a:ext>
                  </a:extLst>
                </p:cNvPr>
                <p:cNvPicPr/>
                <p:nvPr/>
              </p:nvPicPr>
              <p:blipFill>
                <a:blip r:embed="rId328"/>
                <a:stretch>
                  <a:fillRect/>
                </a:stretch>
              </p:blipFill>
              <p:spPr>
                <a:xfrm>
                  <a:off x="6086090" y="5581887"/>
                  <a:ext cx="3744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7">
              <p14:nvContentPartPr>
                <p14:cNvPr id="387" name="Ink 386">
                  <a:extLst>
                    <a:ext uri="{FF2B5EF4-FFF2-40B4-BE49-F238E27FC236}">
                      <a16:creationId xmlns:a16="http://schemas.microsoft.com/office/drawing/2014/main" id="{829087CC-7A9C-A340-2166-FEFBA0EB63E3}"/>
                    </a:ext>
                  </a:extLst>
                </p14:cNvPr>
                <p14:cNvContentPartPr/>
                <p14:nvPr/>
              </p14:nvContentPartPr>
              <p14:xfrm>
                <a:off x="6093650" y="5588367"/>
                <a:ext cx="5760" cy="360"/>
              </p14:xfrm>
            </p:contentPart>
          </mc:Choice>
          <mc:Fallback>
            <p:pic>
              <p:nvPicPr>
                <p:cNvPr id="387" name="Ink 386">
                  <a:extLst>
                    <a:ext uri="{FF2B5EF4-FFF2-40B4-BE49-F238E27FC236}">
                      <a16:creationId xmlns:a16="http://schemas.microsoft.com/office/drawing/2014/main" id="{829087CC-7A9C-A340-2166-FEFBA0EB63E3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6076010" y="5570727"/>
                  <a:ext cx="414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8">
              <p14:nvContentPartPr>
                <p14:cNvPr id="388" name="Ink 387">
                  <a:extLst>
                    <a:ext uri="{FF2B5EF4-FFF2-40B4-BE49-F238E27FC236}">
                      <a16:creationId xmlns:a16="http://schemas.microsoft.com/office/drawing/2014/main" id="{B6F9C2DD-96E9-1992-4939-3C61F3569B33}"/>
                    </a:ext>
                  </a:extLst>
                </p14:cNvPr>
                <p14:cNvContentPartPr/>
                <p14:nvPr/>
              </p14:nvContentPartPr>
              <p14:xfrm>
                <a:off x="6083930" y="5565687"/>
                <a:ext cx="12960" cy="23400"/>
              </p14:xfrm>
            </p:contentPart>
          </mc:Choice>
          <mc:Fallback>
            <p:pic>
              <p:nvPicPr>
                <p:cNvPr id="388" name="Ink 387">
                  <a:extLst>
                    <a:ext uri="{FF2B5EF4-FFF2-40B4-BE49-F238E27FC236}">
                      <a16:creationId xmlns:a16="http://schemas.microsoft.com/office/drawing/2014/main" id="{B6F9C2DD-96E9-1992-4939-3C61F3569B33}"/>
                    </a:ext>
                  </a:extLst>
                </p:cNvPr>
                <p:cNvPicPr/>
                <p:nvPr/>
              </p:nvPicPr>
              <p:blipFill>
                <a:blip r:embed="rId549"/>
                <a:stretch>
                  <a:fillRect/>
                </a:stretch>
              </p:blipFill>
              <p:spPr>
                <a:xfrm>
                  <a:off x="6066290" y="5547687"/>
                  <a:ext cx="4860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0">
              <p14:nvContentPartPr>
                <p14:cNvPr id="389" name="Ink 388">
                  <a:extLst>
                    <a:ext uri="{FF2B5EF4-FFF2-40B4-BE49-F238E27FC236}">
                      <a16:creationId xmlns:a16="http://schemas.microsoft.com/office/drawing/2014/main" id="{DF436627-BFD0-E312-B896-315D00BBEAF4}"/>
                    </a:ext>
                  </a:extLst>
                </p14:cNvPr>
                <p14:cNvContentPartPr/>
                <p14:nvPr/>
              </p14:nvContentPartPr>
              <p14:xfrm>
                <a:off x="6098690" y="5562807"/>
                <a:ext cx="360" cy="360"/>
              </p14:xfrm>
            </p:contentPart>
          </mc:Choice>
          <mc:Fallback>
            <p:pic>
              <p:nvPicPr>
                <p:cNvPr id="389" name="Ink 388">
                  <a:extLst>
                    <a:ext uri="{FF2B5EF4-FFF2-40B4-BE49-F238E27FC236}">
                      <a16:creationId xmlns:a16="http://schemas.microsoft.com/office/drawing/2014/main" id="{DF436627-BFD0-E312-B896-315D00BBEAF4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6080690" y="5545167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1">
              <p14:nvContentPartPr>
                <p14:cNvPr id="390" name="Ink 389">
                  <a:extLst>
                    <a:ext uri="{FF2B5EF4-FFF2-40B4-BE49-F238E27FC236}">
                      <a16:creationId xmlns:a16="http://schemas.microsoft.com/office/drawing/2014/main" id="{8DE6ACA5-B7B0-9ADB-F4FF-2ED838222229}"/>
                    </a:ext>
                  </a:extLst>
                </p14:cNvPr>
                <p14:cNvContentPartPr/>
                <p14:nvPr/>
              </p14:nvContentPartPr>
              <p14:xfrm>
                <a:off x="6097970" y="5558127"/>
                <a:ext cx="3600" cy="1440"/>
              </p14:xfrm>
            </p:contentPart>
          </mc:Choice>
          <mc:Fallback>
            <p:pic>
              <p:nvPicPr>
                <p:cNvPr id="390" name="Ink 389">
                  <a:extLst>
                    <a:ext uri="{FF2B5EF4-FFF2-40B4-BE49-F238E27FC236}">
                      <a16:creationId xmlns:a16="http://schemas.microsoft.com/office/drawing/2014/main" id="{8DE6ACA5-B7B0-9ADB-F4FF-2ED838222229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6079970" y="5540127"/>
                  <a:ext cx="39240" cy="37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52">
            <p14:nvContentPartPr>
              <p14:cNvPr id="392" name="Ink 391">
                <a:extLst>
                  <a:ext uri="{FF2B5EF4-FFF2-40B4-BE49-F238E27FC236}">
                    <a16:creationId xmlns:a16="http://schemas.microsoft.com/office/drawing/2014/main" id="{762F145D-4C15-8C51-E4DD-ADC4EF4B52C4}"/>
                  </a:ext>
                </a:extLst>
              </p14:cNvPr>
              <p14:cNvContentPartPr/>
              <p14:nvPr/>
            </p14:nvContentPartPr>
            <p14:xfrm>
              <a:off x="2471330" y="5744247"/>
              <a:ext cx="416160" cy="48960"/>
            </p14:xfrm>
          </p:contentPart>
        </mc:Choice>
        <mc:Fallback>
          <p:pic>
            <p:nvPicPr>
              <p:cNvPr id="392" name="Ink 391">
                <a:extLst>
                  <a:ext uri="{FF2B5EF4-FFF2-40B4-BE49-F238E27FC236}">
                    <a16:creationId xmlns:a16="http://schemas.microsoft.com/office/drawing/2014/main" id="{762F145D-4C15-8C51-E4DD-ADC4EF4B52C4}"/>
                  </a:ext>
                </a:extLst>
              </p:cNvPr>
              <p:cNvPicPr/>
              <p:nvPr/>
            </p:nvPicPr>
            <p:blipFill>
              <a:blip r:embed="rId553"/>
              <a:stretch>
                <a:fillRect/>
              </a:stretch>
            </p:blipFill>
            <p:spPr>
              <a:xfrm>
                <a:off x="2453330" y="5726607"/>
                <a:ext cx="451800" cy="8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54">
            <p14:nvContentPartPr>
              <p14:cNvPr id="393" name="Ink 392">
                <a:extLst>
                  <a:ext uri="{FF2B5EF4-FFF2-40B4-BE49-F238E27FC236}">
                    <a16:creationId xmlns:a16="http://schemas.microsoft.com/office/drawing/2014/main" id="{18EE2F6E-266E-2B49-C831-5584CDA72E65}"/>
                  </a:ext>
                </a:extLst>
              </p14:cNvPr>
              <p14:cNvContentPartPr/>
              <p14:nvPr/>
            </p14:nvContentPartPr>
            <p14:xfrm>
              <a:off x="6059090" y="5762967"/>
              <a:ext cx="306720" cy="18360"/>
            </p14:xfrm>
          </p:contentPart>
        </mc:Choice>
        <mc:Fallback>
          <p:pic>
            <p:nvPicPr>
              <p:cNvPr id="393" name="Ink 392">
                <a:extLst>
                  <a:ext uri="{FF2B5EF4-FFF2-40B4-BE49-F238E27FC236}">
                    <a16:creationId xmlns:a16="http://schemas.microsoft.com/office/drawing/2014/main" id="{18EE2F6E-266E-2B49-C831-5584CDA72E65}"/>
                  </a:ext>
                </a:extLst>
              </p:cNvPr>
              <p:cNvPicPr/>
              <p:nvPr/>
            </p:nvPicPr>
            <p:blipFill>
              <a:blip r:embed="rId555"/>
              <a:stretch>
                <a:fillRect/>
              </a:stretch>
            </p:blipFill>
            <p:spPr>
              <a:xfrm>
                <a:off x="6041090" y="5745327"/>
                <a:ext cx="342360" cy="5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56">
            <p14:nvContentPartPr>
              <p14:cNvPr id="394" name="Ink 393">
                <a:extLst>
                  <a:ext uri="{FF2B5EF4-FFF2-40B4-BE49-F238E27FC236}">
                    <a16:creationId xmlns:a16="http://schemas.microsoft.com/office/drawing/2014/main" id="{B84D271F-B859-6D5C-FB5D-589537495ACF}"/>
                  </a:ext>
                </a:extLst>
              </p14:cNvPr>
              <p14:cNvContentPartPr/>
              <p14:nvPr/>
            </p14:nvContentPartPr>
            <p14:xfrm>
              <a:off x="9569810" y="6412047"/>
              <a:ext cx="198720" cy="187200"/>
            </p14:xfrm>
          </p:contentPart>
        </mc:Choice>
        <mc:Fallback>
          <p:pic>
            <p:nvPicPr>
              <p:cNvPr id="394" name="Ink 393">
                <a:extLst>
                  <a:ext uri="{FF2B5EF4-FFF2-40B4-BE49-F238E27FC236}">
                    <a16:creationId xmlns:a16="http://schemas.microsoft.com/office/drawing/2014/main" id="{B84D271F-B859-6D5C-FB5D-589537495ACF}"/>
                  </a:ext>
                </a:extLst>
              </p:cNvPr>
              <p:cNvPicPr/>
              <p:nvPr/>
            </p:nvPicPr>
            <p:blipFill>
              <a:blip r:embed="rId557"/>
              <a:stretch>
                <a:fillRect/>
              </a:stretch>
            </p:blipFill>
            <p:spPr>
              <a:xfrm>
                <a:off x="9552170" y="6394407"/>
                <a:ext cx="234360" cy="22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58">
            <p14:nvContentPartPr>
              <p14:cNvPr id="395" name="Ink 394">
                <a:extLst>
                  <a:ext uri="{FF2B5EF4-FFF2-40B4-BE49-F238E27FC236}">
                    <a16:creationId xmlns:a16="http://schemas.microsoft.com/office/drawing/2014/main" id="{222CB97D-ECCE-EADA-F262-D3B20D7FE627}"/>
                  </a:ext>
                </a:extLst>
              </p14:cNvPr>
              <p14:cNvContentPartPr/>
              <p14:nvPr/>
            </p14:nvContentPartPr>
            <p14:xfrm>
              <a:off x="10269290" y="6554607"/>
              <a:ext cx="89280" cy="33480"/>
            </p14:xfrm>
          </p:contentPart>
        </mc:Choice>
        <mc:Fallback>
          <p:pic>
            <p:nvPicPr>
              <p:cNvPr id="395" name="Ink 394">
                <a:extLst>
                  <a:ext uri="{FF2B5EF4-FFF2-40B4-BE49-F238E27FC236}">
                    <a16:creationId xmlns:a16="http://schemas.microsoft.com/office/drawing/2014/main" id="{222CB97D-ECCE-EADA-F262-D3B20D7FE627}"/>
                  </a:ext>
                </a:extLst>
              </p:cNvPr>
              <p:cNvPicPr/>
              <p:nvPr/>
            </p:nvPicPr>
            <p:blipFill>
              <a:blip r:embed="rId559"/>
              <a:stretch>
                <a:fillRect/>
              </a:stretch>
            </p:blipFill>
            <p:spPr>
              <a:xfrm>
                <a:off x="10251290" y="6536967"/>
                <a:ext cx="124920" cy="6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0">
            <p14:nvContentPartPr>
              <p14:cNvPr id="396" name="Ink 395">
                <a:extLst>
                  <a:ext uri="{FF2B5EF4-FFF2-40B4-BE49-F238E27FC236}">
                    <a16:creationId xmlns:a16="http://schemas.microsoft.com/office/drawing/2014/main" id="{083FE573-FF41-59E0-5E7C-DBA0A5B515FB}"/>
                  </a:ext>
                </a:extLst>
              </p14:cNvPr>
              <p14:cNvContentPartPr/>
              <p14:nvPr/>
            </p14:nvContentPartPr>
            <p14:xfrm>
              <a:off x="2679050" y="6465687"/>
              <a:ext cx="360" cy="360"/>
            </p14:xfrm>
          </p:contentPart>
        </mc:Choice>
        <mc:Fallback>
          <p:pic>
            <p:nvPicPr>
              <p:cNvPr id="396" name="Ink 395">
                <a:extLst>
                  <a:ext uri="{FF2B5EF4-FFF2-40B4-BE49-F238E27FC236}">
                    <a16:creationId xmlns:a16="http://schemas.microsoft.com/office/drawing/2014/main" id="{083FE573-FF41-59E0-5E7C-DBA0A5B515FB}"/>
                  </a:ext>
                </a:extLst>
              </p:cNvPr>
              <p:cNvPicPr/>
              <p:nvPr/>
            </p:nvPicPr>
            <p:blipFill>
              <a:blip r:embed="rId187"/>
              <a:stretch>
                <a:fillRect/>
              </a:stretch>
            </p:blipFill>
            <p:spPr>
              <a:xfrm>
                <a:off x="2661050" y="6448047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1">
            <p14:nvContentPartPr>
              <p14:cNvPr id="397" name="Ink 396">
                <a:extLst>
                  <a:ext uri="{FF2B5EF4-FFF2-40B4-BE49-F238E27FC236}">
                    <a16:creationId xmlns:a16="http://schemas.microsoft.com/office/drawing/2014/main" id="{1796994F-B674-E8A7-4A22-31D74D921DDA}"/>
                  </a:ext>
                </a:extLst>
              </p14:cNvPr>
              <p14:cNvContentPartPr/>
              <p14:nvPr/>
            </p14:nvContentPartPr>
            <p14:xfrm>
              <a:off x="3782810" y="6453807"/>
              <a:ext cx="4680" cy="5400"/>
            </p14:xfrm>
          </p:contentPart>
        </mc:Choice>
        <mc:Fallback>
          <p:pic>
            <p:nvPicPr>
              <p:cNvPr id="397" name="Ink 396">
                <a:extLst>
                  <a:ext uri="{FF2B5EF4-FFF2-40B4-BE49-F238E27FC236}">
                    <a16:creationId xmlns:a16="http://schemas.microsoft.com/office/drawing/2014/main" id="{1796994F-B674-E8A7-4A22-31D74D921DDA}"/>
                  </a:ext>
                </a:extLst>
              </p:cNvPr>
              <p:cNvPicPr/>
              <p:nvPr/>
            </p:nvPicPr>
            <p:blipFill>
              <a:blip r:embed="rId562"/>
              <a:stretch>
                <a:fillRect/>
              </a:stretch>
            </p:blipFill>
            <p:spPr>
              <a:xfrm>
                <a:off x="3764810" y="6436167"/>
                <a:ext cx="40320" cy="41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62838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02" name="Ink 101">
                <a:extLst>
                  <a:ext uri="{FF2B5EF4-FFF2-40B4-BE49-F238E27FC236}">
                    <a16:creationId xmlns:a16="http://schemas.microsoft.com/office/drawing/2014/main" id="{DE529F78-9D39-E874-8C6B-670B70283393}"/>
                  </a:ext>
                </a:extLst>
              </p14:cNvPr>
              <p14:cNvContentPartPr/>
              <p14:nvPr/>
            </p14:nvContentPartPr>
            <p14:xfrm>
              <a:off x="1219970" y="4131447"/>
              <a:ext cx="1080" cy="3240"/>
            </p14:xfrm>
          </p:contentPart>
        </mc:Choice>
        <mc:Fallback>
          <p:pic>
            <p:nvPicPr>
              <p:cNvPr id="102" name="Ink 101">
                <a:extLst>
                  <a:ext uri="{FF2B5EF4-FFF2-40B4-BE49-F238E27FC236}">
                    <a16:creationId xmlns:a16="http://schemas.microsoft.com/office/drawing/2014/main" id="{DE529F78-9D39-E874-8C6B-670B7028339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01970" y="4113447"/>
                <a:ext cx="36720" cy="3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04" name="Ink 103">
                <a:extLst>
                  <a:ext uri="{FF2B5EF4-FFF2-40B4-BE49-F238E27FC236}">
                    <a16:creationId xmlns:a16="http://schemas.microsoft.com/office/drawing/2014/main" id="{8FE08E55-2E9A-4476-0F98-1769F998413C}"/>
                  </a:ext>
                </a:extLst>
              </p14:cNvPr>
              <p14:cNvContentPartPr/>
              <p14:nvPr/>
            </p14:nvContentPartPr>
            <p14:xfrm>
              <a:off x="1585730" y="4740927"/>
              <a:ext cx="7200" cy="9360"/>
            </p14:xfrm>
          </p:contentPart>
        </mc:Choice>
        <mc:Fallback>
          <p:pic>
            <p:nvPicPr>
              <p:cNvPr id="104" name="Ink 103">
                <a:extLst>
                  <a:ext uri="{FF2B5EF4-FFF2-40B4-BE49-F238E27FC236}">
                    <a16:creationId xmlns:a16="http://schemas.microsoft.com/office/drawing/2014/main" id="{8FE08E55-2E9A-4476-0F98-1769F998413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567730" y="4723287"/>
                <a:ext cx="42840" cy="4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05" name="Ink 104">
                <a:extLst>
                  <a:ext uri="{FF2B5EF4-FFF2-40B4-BE49-F238E27FC236}">
                    <a16:creationId xmlns:a16="http://schemas.microsoft.com/office/drawing/2014/main" id="{390C283B-315D-BC61-534D-27C02C7F4D52}"/>
                  </a:ext>
                </a:extLst>
              </p14:cNvPr>
              <p14:cNvContentPartPr/>
              <p14:nvPr/>
            </p14:nvContentPartPr>
            <p14:xfrm>
              <a:off x="2967410" y="4676487"/>
              <a:ext cx="360" cy="360"/>
            </p14:xfrm>
          </p:contentPart>
        </mc:Choice>
        <mc:Fallback>
          <p:pic>
            <p:nvPicPr>
              <p:cNvPr id="105" name="Ink 104">
                <a:extLst>
                  <a:ext uri="{FF2B5EF4-FFF2-40B4-BE49-F238E27FC236}">
                    <a16:creationId xmlns:a16="http://schemas.microsoft.com/office/drawing/2014/main" id="{390C283B-315D-BC61-534D-27C02C7F4D52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949410" y="4658847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5EF29723-84BD-66E2-8E3A-162E12B34B74}"/>
                  </a:ext>
                </a:extLst>
              </p14:cNvPr>
              <p14:cNvContentPartPr/>
              <p14:nvPr/>
            </p14:nvContentPartPr>
            <p14:xfrm>
              <a:off x="230330" y="307167"/>
              <a:ext cx="1338480" cy="5346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5EF29723-84BD-66E2-8E3A-162E12B34B74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12330" y="289527"/>
                <a:ext cx="1374120" cy="57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73BA1FAD-DD29-EEFD-D543-C382EE2A7370}"/>
                  </a:ext>
                </a:extLst>
              </p14:cNvPr>
              <p14:cNvContentPartPr/>
              <p14:nvPr/>
            </p14:nvContentPartPr>
            <p14:xfrm>
              <a:off x="1655210" y="430647"/>
              <a:ext cx="474840" cy="4078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73BA1FAD-DD29-EEFD-D543-C382EE2A7370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637570" y="412647"/>
                <a:ext cx="510480" cy="44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0A9976CA-4796-5BC1-8ED7-AFB7FEB611D7}"/>
                  </a:ext>
                </a:extLst>
              </p14:cNvPr>
              <p14:cNvContentPartPr/>
              <p14:nvPr/>
            </p14:nvContentPartPr>
            <p14:xfrm>
              <a:off x="2570330" y="483567"/>
              <a:ext cx="555120" cy="4269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0A9976CA-4796-5BC1-8ED7-AFB7FEB611D7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552690" y="465567"/>
                <a:ext cx="590760" cy="46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A5F9986D-A3E4-B1EF-D171-0ECA5AC865C9}"/>
                  </a:ext>
                </a:extLst>
              </p14:cNvPr>
              <p14:cNvContentPartPr/>
              <p14:nvPr/>
            </p14:nvContentPartPr>
            <p14:xfrm>
              <a:off x="3268730" y="654567"/>
              <a:ext cx="588600" cy="18792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A5F9986D-A3E4-B1EF-D171-0ECA5AC865C9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250730" y="636567"/>
                <a:ext cx="624240" cy="22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AD8621DE-1E2E-8F5A-2651-A8DD9696EF18}"/>
                  </a:ext>
                </a:extLst>
              </p14:cNvPr>
              <p14:cNvContentPartPr/>
              <p14:nvPr/>
            </p14:nvContentPartPr>
            <p14:xfrm>
              <a:off x="4367090" y="514527"/>
              <a:ext cx="763200" cy="81432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AD8621DE-1E2E-8F5A-2651-A8DD9696EF18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4349090" y="496527"/>
                <a:ext cx="798840" cy="84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5E56D8E4-E448-C407-EAAD-46EE5EBD4522}"/>
                  </a:ext>
                </a:extLst>
              </p14:cNvPr>
              <p14:cNvContentPartPr/>
              <p14:nvPr/>
            </p14:nvContentPartPr>
            <p14:xfrm>
              <a:off x="12332450" y="739527"/>
              <a:ext cx="28440" cy="2232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5E56D8E4-E448-C407-EAAD-46EE5EBD4522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2314810" y="721887"/>
                <a:ext cx="64080" cy="5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9E8D8F03-567B-826F-5A58-9FB082509561}"/>
                  </a:ext>
                </a:extLst>
              </p14:cNvPr>
              <p14:cNvContentPartPr/>
              <p14:nvPr/>
            </p14:nvContentPartPr>
            <p14:xfrm>
              <a:off x="156170" y="1384647"/>
              <a:ext cx="293400" cy="342000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9E8D8F03-567B-826F-5A58-9FB082509561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38530" y="1367007"/>
                <a:ext cx="329040" cy="37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EBE4F257-DE3B-4DFC-BAF6-5CE470156B67}"/>
                  </a:ext>
                </a:extLst>
              </p14:cNvPr>
              <p14:cNvContentPartPr/>
              <p14:nvPr/>
            </p14:nvContentPartPr>
            <p14:xfrm>
              <a:off x="412130" y="1377087"/>
              <a:ext cx="384120" cy="300600"/>
            </p14:xfrm>
          </p:contentPart>
        </mc:Choice>
        <mc:Fallback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EBE4F257-DE3B-4DFC-BAF6-5CE470156B67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394130" y="1359447"/>
                <a:ext cx="419760" cy="33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E375EC49-CB3F-BED2-617A-DAB4FC001F33}"/>
                  </a:ext>
                </a:extLst>
              </p14:cNvPr>
              <p14:cNvContentPartPr/>
              <p14:nvPr/>
            </p14:nvContentPartPr>
            <p14:xfrm>
              <a:off x="818930" y="1524327"/>
              <a:ext cx="495000" cy="176040"/>
            </p14:xfrm>
          </p:contentPart>
        </mc:Choice>
        <mc:Fallback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E375EC49-CB3F-BED2-617A-DAB4FC001F33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800930" y="1506687"/>
                <a:ext cx="530640" cy="21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FA538658-F25E-F4F9-36C4-1B9C4E3601EC}"/>
                  </a:ext>
                </a:extLst>
              </p14:cNvPr>
              <p14:cNvContentPartPr/>
              <p14:nvPr/>
            </p14:nvContentPartPr>
            <p14:xfrm>
              <a:off x="1354970" y="1554207"/>
              <a:ext cx="356400" cy="144000"/>
            </p14:xfrm>
          </p:contentPart>
        </mc:Choice>
        <mc:Fallback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FA538658-F25E-F4F9-36C4-1B9C4E3601EC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336970" y="1536207"/>
                <a:ext cx="392040" cy="17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8D14413C-A183-A27A-9231-49BFC9351A71}"/>
                  </a:ext>
                </a:extLst>
              </p14:cNvPr>
              <p14:cNvContentPartPr/>
              <p14:nvPr/>
            </p14:nvContentPartPr>
            <p14:xfrm>
              <a:off x="1977770" y="1487247"/>
              <a:ext cx="27360" cy="5040"/>
            </p14:xfrm>
          </p:contentPart>
        </mc:Choice>
        <mc:Fallback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8D14413C-A183-A27A-9231-49BFC9351A71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1960130" y="1469607"/>
                <a:ext cx="63000" cy="4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44C06731-E004-A730-B12E-64B80778D145}"/>
                  </a:ext>
                </a:extLst>
              </p14:cNvPr>
              <p14:cNvContentPartPr/>
              <p14:nvPr/>
            </p14:nvContentPartPr>
            <p14:xfrm>
              <a:off x="1873370" y="1678407"/>
              <a:ext cx="45720" cy="19440"/>
            </p14:xfrm>
          </p:contentPart>
        </mc:Choice>
        <mc:Fallback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44C06731-E004-A730-B12E-64B80778D145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1855370" y="1660767"/>
                <a:ext cx="81360" cy="5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41BF73D8-953D-4D8A-1AF0-DD249B37ED67}"/>
                  </a:ext>
                </a:extLst>
              </p14:cNvPr>
              <p14:cNvContentPartPr/>
              <p14:nvPr/>
            </p14:nvContentPartPr>
            <p14:xfrm>
              <a:off x="2322650" y="1527567"/>
              <a:ext cx="376560" cy="408960"/>
            </p14:xfrm>
          </p:contentPart>
        </mc:Choice>
        <mc:Fallback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41BF73D8-953D-4D8A-1AF0-DD249B37ED67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2305010" y="1509927"/>
                <a:ext cx="412200" cy="44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E37EE298-5D31-CE7C-BD3A-A479B60ED00A}"/>
                  </a:ext>
                </a:extLst>
              </p14:cNvPr>
              <p14:cNvContentPartPr/>
              <p14:nvPr/>
            </p14:nvContentPartPr>
            <p14:xfrm>
              <a:off x="2564930" y="1560687"/>
              <a:ext cx="247320" cy="847440"/>
            </p14:xfrm>
          </p:contentPart>
        </mc:Choice>
        <mc:Fallback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E37EE298-5D31-CE7C-BD3A-A479B60ED00A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2546930" y="1543047"/>
                <a:ext cx="282960" cy="88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780DD09F-2D6A-8B2F-1C9C-07E76895C9E7}"/>
                  </a:ext>
                </a:extLst>
              </p14:cNvPr>
              <p14:cNvContentPartPr/>
              <p14:nvPr/>
            </p14:nvContentPartPr>
            <p14:xfrm>
              <a:off x="3534410" y="1537287"/>
              <a:ext cx="299880" cy="427680"/>
            </p14:xfrm>
          </p:contentPart>
        </mc:Choice>
        <mc:Fallback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780DD09F-2D6A-8B2F-1C9C-07E76895C9E7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3516770" y="1519647"/>
                <a:ext cx="335520" cy="46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5ACB04C4-D218-2DFB-073B-1B63BAE0FC81}"/>
                  </a:ext>
                </a:extLst>
              </p14:cNvPr>
              <p14:cNvContentPartPr/>
              <p14:nvPr/>
            </p14:nvContentPartPr>
            <p14:xfrm>
              <a:off x="3939770" y="1849407"/>
              <a:ext cx="88920" cy="142560"/>
            </p14:xfrm>
          </p:contentPart>
        </mc:Choice>
        <mc:Fallback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5ACB04C4-D218-2DFB-073B-1B63BAE0FC81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3921770" y="1831767"/>
                <a:ext cx="124560" cy="17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55813FA4-005D-144F-B89F-24C512584994}"/>
                  </a:ext>
                </a:extLst>
              </p14:cNvPr>
              <p14:cNvContentPartPr/>
              <p14:nvPr/>
            </p14:nvContentPartPr>
            <p14:xfrm>
              <a:off x="4227770" y="1577967"/>
              <a:ext cx="288360" cy="367200"/>
            </p14:xfrm>
          </p:contentPart>
        </mc:Choice>
        <mc:Fallback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55813FA4-005D-144F-B89F-24C512584994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4209770" y="1559967"/>
                <a:ext cx="324000" cy="40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6C2E1131-D5B6-96F3-5B57-B1393AA98D8B}"/>
                  </a:ext>
                </a:extLst>
              </p14:cNvPr>
              <p14:cNvContentPartPr/>
              <p14:nvPr/>
            </p14:nvContentPartPr>
            <p14:xfrm>
              <a:off x="5673890" y="514887"/>
              <a:ext cx="654480" cy="35640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6C2E1131-D5B6-96F3-5B57-B1393AA98D8B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5655890" y="497247"/>
                <a:ext cx="690120" cy="39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C822D293-23E2-BD55-BC6D-125813AA86FB}"/>
                  </a:ext>
                </a:extLst>
              </p14:cNvPr>
              <p14:cNvContentPartPr/>
              <p14:nvPr/>
            </p14:nvContentPartPr>
            <p14:xfrm>
              <a:off x="5619170" y="605247"/>
              <a:ext cx="184680" cy="720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C822D293-23E2-BD55-BC6D-125813AA86FB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5601170" y="587247"/>
                <a:ext cx="220320" cy="4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1C1B8A19-7B83-C9F1-B006-20F0D8473AE5}"/>
                  </a:ext>
                </a:extLst>
              </p14:cNvPr>
              <p14:cNvContentPartPr/>
              <p14:nvPr/>
            </p14:nvContentPartPr>
            <p14:xfrm>
              <a:off x="6918410" y="649527"/>
              <a:ext cx="157320" cy="21744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1C1B8A19-7B83-C9F1-B006-20F0D8473AE5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6900770" y="631887"/>
                <a:ext cx="192960" cy="25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EBF94565-64C3-85C2-AA32-019238ECE2DE}"/>
                  </a:ext>
                </a:extLst>
              </p14:cNvPr>
              <p14:cNvContentPartPr/>
              <p14:nvPr/>
            </p14:nvContentPartPr>
            <p14:xfrm>
              <a:off x="7157450" y="699567"/>
              <a:ext cx="140760" cy="14652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EBF94565-64C3-85C2-AA32-019238ECE2DE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7139450" y="681567"/>
                <a:ext cx="176400" cy="18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1D0A350A-350C-06F1-F1EC-E425C8B6D1FE}"/>
                  </a:ext>
                </a:extLst>
              </p14:cNvPr>
              <p14:cNvContentPartPr/>
              <p14:nvPr/>
            </p14:nvContentPartPr>
            <p14:xfrm>
              <a:off x="7373450" y="667167"/>
              <a:ext cx="1095840" cy="18936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1D0A350A-350C-06F1-F1EC-E425C8B6D1FE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7355810" y="649527"/>
                <a:ext cx="1131480" cy="22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39C6787A-EAD5-C9B0-A4D9-F3EE7E56EF8F}"/>
                  </a:ext>
                </a:extLst>
              </p14:cNvPr>
              <p14:cNvContentPartPr/>
              <p14:nvPr/>
            </p14:nvContentPartPr>
            <p14:xfrm>
              <a:off x="7157450" y="487167"/>
              <a:ext cx="30600" cy="2016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39C6787A-EAD5-C9B0-A4D9-F3EE7E56EF8F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7139450" y="469167"/>
                <a:ext cx="66240" cy="5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53FA535A-E652-67C1-F2B3-1FA6925D639E}"/>
                  </a:ext>
                </a:extLst>
              </p14:cNvPr>
              <p14:cNvContentPartPr/>
              <p14:nvPr/>
            </p14:nvContentPartPr>
            <p14:xfrm>
              <a:off x="8803730" y="594087"/>
              <a:ext cx="375120" cy="67536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53FA535A-E652-67C1-F2B3-1FA6925D639E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8785730" y="576447"/>
                <a:ext cx="410760" cy="71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047D2350-966B-2C4E-7A03-F7F3452D9BC4}"/>
                  </a:ext>
                </a:extLst>
              </p14:cNvPr>
              <p14:cNvContentPartPr/>
              <p14:nvPr/>
            </p14:nvContentPartPr>
            <p14:xfrm>
              <a:off x="9552530" y="649167"/>
              <a:ext cx="277560" cy="13716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047D2350-966B-2C4E-7A03-F7F3452D9BC4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9534890" y="631527"/>
                <a:ext cx="313200" cy="17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7BF3340A-98C8-3412-A969-5F13F1BE23D3}"/>
                  </a:ext>
                </a:extLst>
              </p14:cNvPr>
              <p14:cNvContentPartPr/>
              <p14:nvPr/>
            </p14:nvContentPartPr>
            <p14:xfrm>
              <a:off x="10014770" y="464487"/>
              <a:ext cx="415080" cy="73044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7BF3340A-98C8-3412-A969-5F13F1BE23D3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9997130" y="446847"/>
                <a:ext cx="450720" cy="76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0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992C52B1-0FB0-FF4E-08B5-1F94A08DBD71}"/>
                  </a:ext>
                </a:extLst>
              </p14:cNvPr>
              <p14:cNvContentPartPr/>
              <p14:nvPr/>
            </p14:nvContentPartPr>
            <p14:xfrm>
              <a:off x="10477010" y="647367"/>
              <a:ext cx="290880" cy="15408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992C52B1-0FB0-FF4E-08B5-1F94A08DBD71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10459010" y="629367"/>
                <a:ext cx="326520" cy="18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2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F7B7C1C3-1DED-34EF-1E88-F71743E49281}"/>
                  </a:ext>
                </a:extLst>
              </p14:cNvPr>
              <p14:cNvContentPartPr/>
              <p14:nvPr/>
            </p14:nvContentPartPr>
            <p14:xfrm>
              <a:off x="10889570" y="459447"/>
              <a:ext cx="443520" cy="31068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F7B7C1C3-1DED-34EF-1E88-F71743E49281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10871930" y="441807"/>
                <a:ext cx="479160" cy="34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24BC677A-DF7C-5FAC-C363-51A3092FB231}"/>
                  </a:ext>
                </a:extLst>
              </p14:cNvPr>
              <p14:cNvContentPartPr/>
              <p14:nvPr/>
            </p14:nvContentPartPr>
            <p14:xfrm>
              <a:off x="11443250" y="624327"/>
              <a:ext cx="175320" cy="13320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24BC677A-DF7C-5FAC-C363-51A3092FB231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11425610" y="606327"/>
                <a:ext cx="210960" cy="16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6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1F51A625-F35C-1861-3754-647976603D9E}"/>
                  </a:ext>
                </a:extLst>
              </p14:cNvPr>
              <p14:cNvContentPartPr/>
              <p14:nvPr/>
            </p14:nvContentPartPr>
            <p14:xfrm>
              <a:off x="11716850" y="433527"/>
              <a:ext cx="133920" cy="31068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1F51A625-F35C-1861-3754-647976603D9E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11698850" y="415527"/>
                <a:ext cx="169560" cy="34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8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BEA7FC07-35EE-80A8-2EE7-6DB0B6B7F733}"/>
                  </a:ext>
                </a:extLst>
              </p14:cNvPr>
              <p14:cNvContentPartPr/>
              <p14:nvPr/>
            </p14:nvContentPartPr>
            <p14:xfrm>
              <a:off x="11613530" y="445767"/>
              <a:ext cx="74520" cy="3240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BEA7FC07-35EE-80A8-2EE7-6DB0B6B7F733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11595530" y="428127"/>
                <a:ext cx="110160" cy="6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0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FDAE1B66-7F62-265B-61C8-F6A8E575B3A7}"/>
                  </a:ext>
                </a:extLst>
              </p14:cNvPr>
              <p14:cNvContentPartPr/>
              <p14:nvPr/>
            </p14:nvContentPartPr>
            <p14:xfrm>
              <a:off x="5516570" y="1563927"/>
              <a:ext cx="197280" cy="327960"/>
            </p14:xfrm>
          </p:contentPart>
        </mc:Choice>
        <mc:Fallback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FDAE1B66-7F62-265B-61C8-F6A8E575B3A7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5498570" y="1546287"/>
                <a:ext cx="232920" cy="36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2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B205C109-7028-885A-0524-948E89F4D9F0}"/>
                  </a:ext>
                </a:extLst>
              </p14:cNvPr>
              <p14:cNvContentPartPr/>
              <p14:nvPr/>
            </p14:nvContentPartPr>
            <p14:xfrm>
              <a:off x="5811770" y="1725567"/>
              <a:ext cx="155880" cy="169560"/>
            </p14:xfrm>
          </p:contentPart>
        </mc:Choice>
        <mc:Fallback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B205C109-7028-885A-0524-948E89F4D9F0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5794130" y="1707567"/>
                <a:ext cx="191520" cy="20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4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EF694871-9A10-6EDE-92CF-7B6951D803AB}"/>
                  </a:ext>
                </a:extLst>
              </p14:cNvPr>
              <p14:cNvContentPartPr/>
              <p14:nvPr/>
            </p14:nvContentPartPr>
            <p14:xfrm>
              <a:off x="6407570" y="1472127"/>
              <a:ext cx="684720" cy="379800"/>
            </p14:xfrm>
          </p:contentPart>
        </mc:Choice>
        <mc:Fallback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EF694871-9A10-6EDE-92CF-7B6951D803AB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6389930" y="1454487"/>
                <a:ext cx="720360" cy="41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6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B546E200-C261-56D7-A91B-0A8FDEA82C99}"/>
                  </a:ext>
                </a:extLst>
              </p14:cNvPr>
              <p14:cNvContentPartPr/>
              <p14:nvPr/>
            </p14:nvContentPartPr>
            <p14:xfrm>
              <a:off x="7159970" y="1612527"/>
              <a:ext cx="124200" cy="192240"/>
            </p14:xfrm>
          </p:contentPart>
        </mc:Choice>
        <mc:Fallback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B546E200-C261-56D7-A91B-0A8FDEA82C99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7142330" y="1594887"/>
                <a:ext cx="159840" cy="22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8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374D9FB8-59B5-BEBC-DBA8-998F51EE1128}"/>
                  </a:ext>
                </a:extLst>
              </p14:cNvPr>
              <p14:cNvContentPartPr/>
              <p14:nvPr/>
            </p14:nvContentPartPr>
            <p14:xfrm>
              <a:off x="6505130" y="1562127"/>
              <a:ext cx="318960" cy="21960"/>
            </p14:xfrm>
          </p:contentPart>
        </mc:Choice>
        <mc:Fallback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374D9FB8-59B5-BEBC-DBA8-998F51EE1128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6487490" y="1544127"/>
                <a:ext cx="354600" cy="5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0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023A5CDC-D1F1-7A98-AA68-BEEEE7C29B07}"/>
                  </a:ext>
                </a:extLst>
              </p14:cNvPr>
              <p14:cNvContentPartPr/>
              <p14:nvPr/>
            </p14:nvContentPartPr>
            <p14:xfrm>
              <a:off x="7946570" y="1565367"/>
              <a:ext cx="826920" cy="172080"/>
            </p14:xfrm>
          </p:contentPart>
        </mc:Choice>
        <mc:Fallback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023A5CDC-D1F1-7A98-AA68-BEEEE7C29B07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7928570" y="1547367"/>
                <a:ext cx="862560" cy="20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2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C803042B-FA66-ACE9-86CF-7AC499552666}"/>
                  </a:ext>
                </a:extLst>
              </p14:cNvPr>
              <p14:cNvContentPartPr/>
              <p14:nvPr/>
            </p14:nvContentPartPr>
            <p14:xfrm>
              <a:off x="8881850" y="1586967"/>
              <a:ext cx="168840" cy="75960"/>
            </p14:xfrm>
          </p:contentPart>
        </mc:Choice>
        <mc:Fallback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C803042B-FA66-ACE9-86CF-7AC499552666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8864210" y="1569327"/>
                <a:ext cx="204480" cy="11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4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93C4D351-3E87-9E50-ADD4-FF8E12B499C3}"/>
                  </a:ext>
                </a:extLst>
              </p14:cNvPr>
              <p14:cNvContentPartPr/>
              <p14:nvPr/>
            </p14:nvContentPartPr>
            <p14:xfrm>
              <a:off x="9244370" y="1550967"/>
              <a:ext cx="127800" cy="180720"/>
            </p14:xfrm>
          </p:contentPart>
        </mc:Choice>
        <mc:Fallback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93C4D351-3E87-9E50-ADD4-FF8E12B499C3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9226370" y="1533327"/>
                <a:ext cx="163440" cy="21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6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C6B41963-AA26-00FC-E546-B66F6E2B9347}"/>
                  </a:ext>
                </a:extLst>
              </p14:cNvPr>
              <p14:cNvContentPartPr/>
              <p14:nvPr/>
            </p14:nvContentPartPr>
            <p14:xfrm>
              <a:off x="9454250" y="1568247"/>
              <a:ext cx="45360" cy="151200"/>
            </p14:xfrm>
          </p:contentPart>
        </mc:Choice>
        <mc:Fallback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C6B41963-AA26-00FC-E546-B66F6E2B9347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9436610" y="1550607"/>
                <a:ext cx="81000" cy="18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8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428FA5DD-698A-3918-74ED-034EF2D40436}"/>
                  </a:ext>
                </a:extLst>
              </p14:cNvPr>
              <p14:cNvContentPartPr/>
              <p14:nvPr/>
            </p14:nvContentPartPr>
            <p14:xfrm>
              <a:off x="9569810" y="1405527"/>
              <a:ext cx="27720" cy="44640"/>
            </p14:xfrm>
          </p:contentPart>
        </mc:Choice>
        <mc:Fallback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428FA5DD-698A-3918-74ED-034EF2D40436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9551810" y="1387887"/>
                <a:ext cx="63360" cy="8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0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5931704A-4CD7-FF69-B035-B6698F251E3A}"/>
                  </a:ext>
                </a:extLst>
              </p14:cNvPr>
              <p14:cNvContentPartPr/>
              <p14:nvPr/>
            </p14:nvContentPartPr>
            <p14:xfrm>
              <a:off x="9598970" y="1565727"/>
              <a:ext cx="186480" cy="147600"/>
            </p14:xfrm>
          </p:contentPart>
        </mc:Choice>
        <mc:Fallback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5931704A-4CD7-FF69-B035-B6698F251E3A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9580970" y="1547727"/>
                <a:ext cx="222120" cy="18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2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2EAD8902-2DF6-0DAD-7EA4-7C86E7E98D38}"/>
                  </a:ext>
                </a:extLst>
              </p14:cNvPr>
              <p14:cNvContentPartPr/>
              <p14:nvPr/>
            </p14:nvContentPartPr>
            <p14:xfrm>
              <a:off x="9564050" y="1546287"/>
              <a:ext cx="412920" cy="631440"/>
            </p14:xfrm>
          </p:contentPart>
        </mc:Choice>
        <mc:Fallback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2EAD8902-2DF6-0DAD-7EA4-7C86E7E98D38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9546410" y="1528287"/>
                <a:ext cx="448560" cy="66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4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F9CA0631-DD1C-D920-3C3E-D1BD09B68D3D}"/>
                  </a:ext>
                </a:extLst>
              </p14:cNvPr>
              <p14:cNvContentPartPr/>
              <p14:nvPr/>
            </p14:nvContentPartPr>
            <p14:xfrm>
              <a:off x="10077050" y="1580847"/>
              <a:ext cx="273600" cy="136440"/>
            </p14:xfrm>
          </p:contentPart>
        </mc:Choice>
        <mc:Fallback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F9CA0631-DD1C-D920-3C3E-D1BD09B68D3D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10059050" y="1563207"/>
                <a:ext cx="309240" cy="17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6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150D2502-3422-F216-F0DB-FBFCAFFE56B0}"/>
                  </a:ext>
                </a:extLst>
              </p14:cNvPr>
              <p14:cNvContentPartPr/>
              <p14:nvPr/>
            </p14:nvContentPartPr>
            <p14:xfrm>
              <a:off x="10435970" y="1326687"/>
              <a:ext cx="126000" cy="350280"/>
            </p14:xfrm>
          </p:contentPart>
        </mc:Choice>
        <mc:Fallback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150D2502-3422-F216-F0DB-FBFCAFFE56B0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10418330" y="1308687"/>
                <a:ext cx="161640" cy="38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8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61D4F4DD-592A-AC70-2D27-EC7C9BEEED6A}"/>
                  </a:ext>
                </a:extLst>
              </p14:cNvPr>
              <p14:cNvContentPartPr/>
              <p14:nvPr/>
            </p14:nvContentPartPr>
            <p14:xfrm>
              <a:off x="10563410" y="1547727"/>
              <a:ext cx="169560" cy="144360"/>
            </p14:xfrm>
          </p:contentPart>
        </mc:Choice>
        <mc:Fallback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61D4F4DD-592A-AC70-2D27-EC7C9BEEED6A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10545410" y="1529727"/>
                <a:ext cx="205200" cy="18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0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830E98F7-A665-1EDC-4BEA-E4EC1046992D}"/>
                  </a:ext>
                </a:extLst>
              </p14:cNvPr>
              <p14:cNvContentPartPr/>
              <p14:nvPr/>
            </p14:nvContentPartPr>
            <p14:xfrm>
              <a:off x="10902530" y="1476087"/>
              <a:ext cx="315000" cy="200880"/>
            </p14:xfrm>
          </p:contentPart>
        </mc:Choice>
        <mc:Fallback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830E98F7-A665-1EDC-4BEA-E4EC1046992D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10884530" y="1458447"/>
                <a:ext cx="350640" cy="23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2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99CC53C7-8E34-698B-D700-B3EFE93D45AD}"/>
                  </a:ext>
                </a:extLst>
              </p14:cNvPr>
              <p14:cNvContentPartPr/>
              <p14:nvPr/>
            </p14:nvContentPartPr>
            <p14:xfrm>
              <a:off x="150050" y="2425767"/>
              <a:ext cx="281880" cy="147960"/>
            </p14:xfrm>
          </p:contentPart>
        </mc:Choice>
        <mc:Fallback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99CC53C7-8E34-698B-D700-B3EFE93D45AD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132050" y="2408127"/>
                <a:ext cx="317520" cy="18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4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D10E7339-76C0-00B7-5B28-37609B1DEA6A}"/>
                  </a:ext>
                </a:extLst>
              </p14:cNvPr>
              <p14:cNvContentPartPr/>
              <p14:nvPr/>
            </p14:nvContentPartPr>
            <p14:xfrm>
              <a:off x="524090" y="2227407"/>
              <a:ext cx="749520" cy="417960"/>
            </p14:xfrm>
          </p:contentPart>
        </mc:Choice>
        <mc:Fallback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D10E7339-76C0-00B7-5B28-37609B1DEA6A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506090" y="2209407"/>
                <a:ext cx="785160" cy="45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6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F075C9B2-8DF9-9749-A5DB-7DC017406B7E}"/>
                  </a:ext>
                </a:extLst>
              </p14:cNvPr>
              <p14:cNvContentPartPr/>
              <p14:nvPr/>
            </p14:nvContentPartPr>
            <p14:xfrm>
              <a:off x="1376210" y="2270607"/>
              <a:ext cx="30600" cy="45000"/>
            </p14:xfrm>
          </p:contentPart>
        </mc:Choice>
        <mc:Fallback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F075C9B2-8DF9-9749-A5DB-7DC017406B7E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1358210" y="2252967"/>
                <a:ext cx="66240" cy="8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8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3ECD2CF7-43E5-59B2-EC85-D6474E9A55DC}"/>
                  </a:ext>
                </a:extLst>
              </p14:cNvPr>
              <p14:cNvContentPartPr/>
              <p14:nvPr/>
            </p14:nvContentPartPr>
            <p14:xfrm>
              <a:off x="769250" y="2279967"/>
              <a:ext cx="147960" cy="25200"/>
            </p14:xfrm>
          </p:contentPart>
        </mc:Choice>
        <mc:Fallback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3ECD2CF7-43E5-59B2-EC85-D6474E9A55DC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751250" y="2261967"/>
                <a:ext cx="183600" cy="6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0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F132AF47-3340-6461-6EA0-215C5393E6A0}"/>
                  </a:ext>
                </a:extLst>
              </p14:cNvPr>
              <p14:cNvContentPartPr/>
              <p14:nvPr/>
            </p14:nvContentPartPr>
            <p14:xfrm>
              <a:off x="1361810" y="2449167"/>
              <a:ext cx="156240" cy="163080"/>
            </p14:xfrm>
          </p:contentPart>
        </mc:Choice>
        <mc:Fallback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F132AF47-3340-6461-6EA0-215C5393E6A0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1344170" y="2431167"/>
                <a:ext cx="191880" cy="19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2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5B5AEC00-7FCC-AD21-8891-F9CC1CFE62BE}"/>
                  </a:ext>
                </a:extLst>
              </p14:cNvPr>
              <p14:cNvContentPartPr/>
              <p14:nvPr/>
            </p14:nvContentPartPr>
            <p14:xfrm>
              <a:off x="1508690" y="2444487"/>
              <a:ext cx="461160" cy="191880"/>
            </p14:xfrm>
          </p:contentPart>
        </mc:Choice>
        <mc:Fallback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5B5AEC00-7FCC-AD21-8891-F9CC1CFE62BE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1491050" y="2426847"/>
                <a:ext cx="496800" cy="22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4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63F194E2-A8F8-8B5F-4BA2-CB9A436B0117}"/>
                  </a:ext>
                </a:extLst>
              </p14:cNvPr>
              <p14:cNvContentPartPr/>
              <p14:nvPr/>
            </p14:nvContentPartPr>
            <p14:xfrm>
              <a:off x="2773010" y="2367807"/>
              <a:ext cx="383040" cy="941400"/>
            </p14:xfrm>
          </p:contentPart>
        </mc:Choice>
        <mc:Fallback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63F194E2-A8F8-8B5F-4BA2-CB9A436B0117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2755010" y="2350167"/>
                <a:ext cx="418680" cy="97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6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CB9D077F-56CB-C0C1-7680-904EF8C02596}"/>
                  </a:ext>
                </a:extLst>
              </p14:cNvPr>
              <p14:cNvContentPartPr/>
              <p14:nvPr/>
            </p14:nvContentPartPr>
            <p14:xfrm>
              <a:off x="3962810" y="2321367"/>
              <a:ext cx="777240" cy="362880"/>
            </p14:xfrm>
          </p:contentPart>
        </mc:Choice>
        <mc:Fallback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CB9D077F-56CB-C0C1-7680-904EF8C02596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3944810" y="2303727"/>
                <a:ext cx="812880" cy="39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8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16E2EBA6-46FF-3A28-9707-EB8739F77FE3}"/>
                  </a:ext>
                </a:extLst>
              </p14:cNvPr>
              <p14:cNvContentPartPr/>
              <p14:nvPr/>
            </p14:nvContentPartPr>
            <p14:xfrm>
              <a:off x="4001690" y="2411007"/>
              <a:ext cx="188280" cy="9360"/>
            </p14:xfrm>
          </p:contentPart>
        </mc:Choice>
        <mc:Fallback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16E2EBA6-46FF-3A28-9707-EB8739F77FE3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3983690" y="2393007"/>
                <a:ext cx="223920" cy="4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0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A2BB2135-AF44-6D47-4E4F-5EA60D9F8107}"/>
                  </a:ext>
                </a:extLst>
              </p14:cNvPr>
              <p14:cNvContentPartPr/>
              <p14:nvPr/>
            </p14:nvContentPartPr>
            <p14:xfrm>
              <a:off x="5441330" y="2458167"/>
              <a:ext cx="288360" cy="196560"/>
            </p14:xfrm>
          </p:contentPart>
        </mc:Choice>
        <mc:Fallback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A2BB2135-AF44-6D47-4E4F-5EA60D9F8107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5423330" y="2440167"/>
                <a:ext cx="324000" cy="23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2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D8D99F4A-6EB5-A38A-8E64-1AE91F540567}"/>
                  </a:ext>
                </a:extLst>
              </p14:cNvPr>
              <p14:cNvContentPartPr/>
              <p14:nvPr/>
            </p14:nvContentPartPr>
            <p14:xfrm>
              <a:off x="5757410" y="2495967"/>
              <a:ext cx="200160" cy="165600"/>
            </p14:xfrm>
          </p:contentPart>
        </mc:Choice>
        <mc:Fallback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D8D99F4A-6EB5-A38A-8E64-1AE91F540567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5739410" y="2478327"/>
                <a:ext cx="235800" cy="20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4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6D115A21-801B-9C6C-AF7E-305DC6DE7603}"/>
                  </a:ext>
                </a:extLst>
              </p14:cNvPr>
              <p14:cNvContentPartPr/>
              <p14:nvPr/>
            </p14:nvContentPartPr>
            <p14:xfrm>
              <a:off x="6049730" y="2494167"/>
              <a:ext cx="570960" cy="169920"/>
            </p14:xfrm>
          </p:contentPart>
        </mc:Choice>
        <mc:Fallback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6D115A21-801B-9C6C-AF7E-305DC6DE7603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6032090" y="2476167"/>
                <a:ext cx="606600" cy="20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6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FD017FD7-4331-6E84-39FB-64B983E8F28F}"/>
                  </a:ext>
                </a:extLst>
              </p14:cNvPr>
              <p14:cNvContentPartPr/>
              <p14:nvPr/>
            </p14:nvContentPartPr>
            <p14:xfrm>
              <a:off x="7260410" y="2444127"/>
              <a:ext cx="564120" cy="205200"/>
            </p14:xfrm>
          </p:contentPart>
        </mc:Choice>
        <mc:Fallback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FD017FD7-4331-6E84-39FB-64B983E8F28F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7242410" y="2426487"/>
                <a:ext cx="599760" cy="24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8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A70F6DE1-CC9F-23B6-D07A-C9C32A211F9D}"/>
                  </a:ext>
                </a:extLst>
              </p14:cNvPr>
              <p14:cNvContentPartPr/>
              <p14:nvPr/>
            </p14:nvContentPartPr>
            <p14:xfrm>
              <a:off x="7807970" y="2228127"/>
              <a:ext cx="819720" cy="416160"/>
            </p14:xfrm>
          </p:contentPart>
        </mc:Choice>
        <mc:Fallback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A70F6DE1-CC9F-23B6-D07A-C9C32A211F9D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7790330" y="2210127"/>
                <a:ext cx="855360" cy="45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0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857BAEB2-75FB-709D-0C7C-21E6ED5EA46D}"/>
                  </a:ext>
                </a:extLst>
              </p14:cNvPr>
              <p14:cNvContentPartPr/>
              <p14:nvPr/>
            </p14:nvContentPartPr>
            <p14:xfrm>
              <a:off x="8756210" y="2583447"/>
              <a:ext cx="112320" cy="102600"/>
            </p14:xfrm>
          </p:contentPart>
        </mc:Choice>
        <mc:Fallback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857BAEB2-75FB-709D-0C7C-21E6ED5EA46D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8738210" y="2565447"/>
                <a:ext cx="147960" cy="13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2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28F9DCD0-CA4A-C331-21CE-8D10E5FD65BA}"/>
                  </a:ext>
                </a:extLst>
              </p14:cNvPr>
              <p14:cNvContentPartPr/>
              <p14:nvPr/>
            </p14:nvContentPartPr>
            <p14:xfrm>
              <a:off x="9352730" y="2255847"/>
              <a:ext cx="1103040" cy="354240"/>
            </p14:xfrm>
          </p:contentPart>
        </mc:Choice>
        <mc:Fallback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28F9DCD0-CA4A-C331-21CE-8D10E5FD65BA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9335090" y="2237847"/>
                <a:ext cx="1138680" cy="38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4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E95E69CC-C689-D30F-610D-613B890BCBEB}"/>
                  </a:ext>
                </a:extLst>
              </p14:cNvPr>
              <p14:cNvContentPartPr/>
              <p14:nvPr/>
            </p14:nvContentPartPr>
            <p14:xfrm>
              <a:off x="9574130" y="2349447"/>
              <a:ext cx="131400" cy="7200"/>
            </p14:xfrm>
          </p:contentPart>
        </mc:Choice>
        <mc:Fallback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E95E69CC-C689-D30F-610D-613B890BCBEB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9556490" y="2331447"/>
                <a:ext cx="167040" cy="4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6">
            <p14:nvContentPartPr>
              <p14:cNvPr id="106" name="Ink 105">
                <a:extLst>
                  <a:ext uri="{FF2B5EF4-FFF2-40B4-BE49-F238E27FC236}">
                    <a16:creationId xmlns:a16="http://schemas.microsoft.com/office/drawing/2014/main" id="{6975CD5A-12C3-19D8-E87F-9DB0BD265609}"/>
                  </a:ext>
                </a:extLst>
              </p14:cNvPr>
              <p14:cNvContentPartPr/>
              <p14:nvPr/>
            </p14:nvContentPartPr>
            <p14:xfrm>
              <a:off x="342290" y="897207"/>
              <a:ext cx="11721600" cy="216720"/>
            </p14:xfrm>
          </p:contentPart>
        </mc:Choice>
        <mc:Fallback>
          <p:pic>
            <p:nvPicPr>
              <p:cNvPr id="106" name="Ink 105">
                <a:extLst>
                  <a:ext uri="{FF2B5EF4-FFF2-40B4-BE49-F238E27FC236}">
                    <a16:creationId xmlns:a16="http://schemas.microsoft.com/office/drawing/2014/main" id="{6975CD5A-12C3-19D8-E87F-9DB0BD265609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324650" y="879207"/>
                <a:ext cx="11757240" cy="252360"/>
              </a:xfrm>
              <a:prstGeom prst="rect">
                <a:avLst/>
              </a:prstGeom>
            </p:spPr>
          </p:pic>
        </mc:Fallback>
      </mc:AlternateContent>
      <p:grpSp>
        <p:nvGrpSpPr>
          <p:cNvPr id="110" name="Group 109">
            <a:extLst>
              <a:ext uri="{FF2B5EF4-FFF2-40B4-BE49-F238E27FC236}">
                <a16:creationId xmlns:a16="http://schemas.microsoft.com/office/drawing/2014/main" id="{FEC9758D-13F1-8E34-A493-A633D1535E2A}"/>
              </a:ext>
            </a:extLst>
          </p:cNvPr>
          <p:cNvGrpSpPr/>
          <p:nvPr/>
        </p:nvGrpSpPr>
        <p:grpSpPr>
          <a:xfrm>
            <a:off x="11810" y="442167"/>
            <a:ext cx="174600" cy="263520"/>
            <a:chOff x="11810" y="442167"/>
            <a:chExt cx="174600" cy="263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C5B4FD43-5CD7-F91D-EBB0-24DE98186B8E}"/>
                    </a:ext>
                  </a:extLst>
                </p14:cNvPr>
                <p14:cNvContentPartPr/>
                <p14:nvPr/>
              </p14:nvContentPartPr>
              <p14:xfrm>
                <a:off x="11810" y="442167"/>
                <a:ext cx="74520" cy="26352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C5B4FD43-5CD7-F91D-EBB0-24DE98186B8E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-6190" y="424167"/>
                  <a:ext cx="110160" cy="29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ABBFA434-E857-9EDC-EB80-DAB4A280E731}"/>
                    </a:ext>
                  </a:extLst>
                </p14:cNvPr>
                <p14:cNvContentPartPr/>
                <p14:nvPr/>
              </p14:nvContentPartPr>
              <p14:xfrm>
                <a:off x="164450" y="618567"/>
                <a:ext cx="21960" cy="1368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ABBFA434-E857-9EDC-EB80-DAB4A280E731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146810" y="600567"/>
                  <a:ext cx="57600" cy="49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0A5B7AD6-B70A-099B-1F11-DB47B14D4A23}"/>
              </a:ext>
            </a:extLst>
          </p:cNvPr>
          <p:cNvGrpSpPr/>
          <p:nvPr/>
        </p:nvGrpSpPr>
        <p:grpSpPr>
          <a:xfrm>
            <a:off x="1264250" y="4110927"/>
            <a:ext cx="649080" cy="347040"/>
            <a:chOff x="1264250" y="4110927"/>
            <a:chExt cx="649080" cy="347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B94F6EA6-500B-9D7D-3018-7ECCA4569B8C}"/>
                    </a:ext>
                  </a:extLst>
                </p14:cNvPr>
                <p14:cNvContentPartPr/>
                <p14:nvPr/>
              </p14:nvContentPartPr>
              <p14:xfrm>
                <a:off x="1448570" y="4154127"/>
                <a:ext cx="277920" cy="5184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B94F6EA6-500B-9D7D-3018-7ECCA4569B8C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1430930" y="4136127"/>
                  <a:ext cx="31356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CDB6A541-4AB4-BA6E-A32C-6C2F361F2C0B}"/>
                    </a:ext>
                  </a:extLst>
                </p14:cNvPr>
                <p14:cNvContentPartPr/>
                <p14:nvPr/>
              </p14:nvContentPartPr>
              <p14:xfrm>
                <a:off x="1264250" y="4279047"/>
                <a:ext cx="604440" cy="17892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CDB6A541-4AB4-BA6E-A32C-6C2F361F2C0B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1246610" y="4261047"/>
                  <a:ext cx="64008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2502A93C-458D-EB78-B08C-5C4A253CEAF9}"/>
                    </a:ext>
                  </a:extLst>
                </p14:cNvPr>
                <p14:cNvContentPartPr/>
                <p14:nvPr/>
              </p14:nvContentPartPr>
              <p14:xfrm>
                <a:off x="1345250" y="4174287"/>
                <a:ext cx="387720" cy="14580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2502A93C-458D-EB78-B08C-5C4A253CEAF9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1327250" y="4156647"/>
                  <a:ext cx="42336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05E7824F-5606-6AE7-B311-EA369EA4FAC9}"/>
                    </a:ext>
                  </a:extLst>
                </p14:cNvPr>
                <p14:cNvContentPartPr/>
                <p14:nvPr/>
              </p14:nvContentPartPr>
              <p14:xfrm>
                <a:off x="1320410" y="4110927"/>
                <a:ext cx="592920" cy="19224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05E7824F-5606-6AE7-B311-EA369EA4FAC9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1302410" y="4092927"/>
                  <a:ext cx="628560" cy="227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50">
            <p14:nvContentPartPr>
              <p14:cNvPr id="117" name="Ink 116">
                <a:extLst>
                  <a:ext uri="{FF2B5EF4-FFF2-40B4-BE49-F238E27FC236}">
                    <a16:creationId xmlns:a16="http://schemas.microsoft.com/office/drawing/2014/main" id="{199EC290-D79D-4B33-DAD2-255FC5A45522}"/>
                  </a:ext>
                </a:extLst>
              </p14:cNvPr>
              <p14:cNvContentPartPr/>
              <p14:nvPr/>
            </p14:nvContentPartPr>
            <p14:xfrm>
              <a:off x="1997210" y="3205527"/>
              <a:ext cx="15480" cy="72360"/>
            </p14:xfrm>
          </p:contentPart>
        </mc:Choice>
        <mc:Fallback>
          <p:pic>
            <p:nvPicPr>
              <p:cNvPr id="117" name="Ink 116">
                <a:extLst>
                  <a:ext uri="{FF2B5EF4-FFF2-40B4-BE49-F238E27FC236}">
                    <a16:creationId xmlns:a16="http://schemas.microsoft.com/office/drawing/2014/main" id="{199EC290-D79D-4B33-DAD2-255FC5A45522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1979570" y="3187887"/>
                <a:ext cx="51120" cy="10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24" name="Group 123">
            <a:extLst>
              <a:ext uri="{FF2B5EF4-FFF2-40B4-BE49-F238E27FC236}">
                <a16:creationId xmlns:a16="http://schemas.microsoft.com/office/drawing/2014/main" id="{F6931701-2D16-0E09-0E81-9BC7014A02FC}"/>
              </a:ext>
            </a:extLst>
          </p:cNvPr>
          <p:cNvGrpSpPr/>
          <p:nvPr/>
        </p:nvGrpSpPr>
        <p:grpSpPr>
          <a:xfrm>
            <a:off x="3179810" y="3232527"/>
            <a:ext cx="1660680" cy="976320"/>
            <a:chOff x="3179810" y="3232527"/>
            <a:chExt cx="1660680" cy="976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9E78469E-BC57-1371-98C4-ABE671D00F0F}"/>
                    </a:ext>
                  </a:extLst>
                </p14:cNvPr>
                <p14:cNvContentPartPr/>
                <p14:nvPr/>
              </p14:nvContentPartPr>
              <p14:xfrm>
                <a:off x="3243890" y="3474087"/>
                <a:ext cx="119880" cy="30096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9E78469E-BC57-1371-98C4-ABE671D00F0F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3226250" y="3456087"/>
                  <a:ext cx="155520" cy="33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2DF821FC-34FA-9E30-B5D7-E21980F8DEC8}"/>
                    </a:ext>
                  </a:extLst>
                </p14:cNvPr>
                <p14:cNvContentPartPr/>
                <p14:nvPr/>
              </p14:nvContentPartPr>
              <p14:xfrm>
                <a:off x="3286730" y="3480927"/>
                <a:ext cx="189720" cy="29772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2DF821FC-34FA-9E30-B5D7-E21980F8DEC8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3268730" y="3463287"/>
                  <a:ext cx="225360" cy="33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D2417BE6-C9ED-CD20-021F-FD42E7559381}"/>
                    </a:ext>
                  </a:extLst>
                </p14:cNvPr>
                <p14:cNvContentPartPr/>
                <p14:nvPr/>
              </p14:nvContentPartPr>
              <p14:xfrm>
                <a:off x="3656810" y="3419007"/>
                <a:ext cx="96840" cy="4320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D2417BE6-C9ED-CD20-021F-FD42E7559381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3638810" y="3401367"/>
                  <a:ext cx="13248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8FA9A067-D9EC-A62E-5462-1460F58FB874}"/>
                    </a:ext>
                  </a:extLst>
                </p14:cNvPr>
                <p14:cNvContentPartPr/>
                <p14:nvPr/>
              </p14:nvContentPartPr>
              <p14:xfrm>
                <a:off x="3886850" y="3296967"/>
                <a:ext cx="77400" cy="21312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8FA9A067-D9EC-A62E-5462-1460F58FB874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3868850" y="3279327"/>
                  <a:ext cx="113040" cy="2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77F73AE9-1925-BDDE-707E-6443278AEF66}"/>
                    </a:ext>
                  </a:extLst>
                </p14:cNvPr>
                <p14:cNvContentPartPr/>
                <p14:nvPr/>
              </p14:nvContentPartPr>
              <p14:xfrm>
                <a:off x="3906290" y="3434847"/>
                <a:ext cx="321120" cy="38988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77F73AE9-1925-BDDE-707E-6443278AEF66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3888650" y="3417207"/>
                  <a:ext cx="356760" cy="42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80813780-555F-50BD-099C-DC2E66209CCE}"/>
                    </a:ext>
                  </a:extLst>
                </p14:cNvPr>
                <p14:cNvContentPartPr/>
                <p14:nvPr/>
              </p14:nvContentPartPr>
              <p14:xfrm>
                <a:off x="4012850" y="3604767"/>
                <a:ext cx="210240" cy="6624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80813780-555F-50BD-099C-DC2E66209CCE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3994850" y="3586767"/>
                  <a:ext cx="24588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E6D89392-1DF9-056F-388D-0CC66F6B7ED8}"/>
                    </a:ext>
                  </a:extLst>
                </p14:cNvPr>
                <p14:cNvContentPartPr/>
                <p14:nvPr/>
              </p14:nvContentPartPr>
              <p14:xfrm>
                <a:off x="4411370" y="3419727"/>
                <a:ext cx="137160" cy="8820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E6D89392-1DF9-056F-388D-0CC66F6B7ED8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4393370" y="3402087"/>
                  <a:ext cx="17280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C7286285-DB0B-8570-A4C0-E8F0E3116389}"/>
                    </a:ext>
                  </a:extLst>
                </p14:cNvPr>
                <p14:cNvContentPartPr/>
                <p14:nvPr/>
              </p14:nvContentPartPr>
              <p14:xfrm>
                <a:off x="4790450" y="3248007"/>
                <a:ext cx="39600" cy="4248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C7286285-DB0B-8570-A4C0-E8F0E3116389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4772450" y="3230007"/>
                  <a:ext cx="7524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35431062-F5D6-AFF0-B3B6-939A691F30EB}"/>
                    </a:ext>
                  </a:extLst>
                </p14:cNvPr>
                <p14:cNvContentPartPr/>
                <p14:nvPr/>
              </p14:nvContentPartPr>
              <p14:xfrm>
                <a:off x="4759850" y="3232527"/>
                <a:ext cx="80640" cy="20988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35431062-F5D6-AFF0-B3B6-939A691F30EB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4742210" y="3214887"/>
                  <a:ext cx="116280" cy="24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F8E198CB-6D20-60C5-774A-8FBFA2AEDF8D}"/>
                    </a:ext>
                  </a:extLst>
                </p14:cNvPr>
                <p14:cNvContentPartPr/>
                <p14:nvPr/>
              </p14:nvContentPartPr>
              <p14:xfrm>
                <a:off x="3277010" y="3968007"/>
                <a:ext cx="163800" cy="4464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F8E198CB-6D20-60C5-774A-8FBFA2AEDF8D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3259370" y="3950007"/>
                  <a:ext cx="19944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27AEE9BC-F286-5264-31B2-17AAC4E248D3}"/>
                    </a:ext>
                  </a:extLst>
                </p14:cNvPr>
                <p14:cNvContentPartPr/>
                <p14:nvPr/>
              </p14:nvContentPartPr>
              <p14:xfrm>
                <a:off x="3179810" y="4044327"/>
                <a:ext cx="287640" cy="11088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27AEE9BC-F286-5264-31B2-17AAC4E248D3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3161810" y="4026687"/>
                  <a:ext cx="32328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C03F989C-E677-8B30-793F-32BFF4E5AAE4}"/>
                    </a:ext>
                  </a:extLst>
                </p14:cNvPr>
                <p14:cNvContentPartPr/>
                <p14:nvPr/>
              </p14:nvContentPartPr>
              <p14:xfrm>
                <a:off x="4255850" y="4042887"/>
                <a:ext cx="236520" cy="7200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C03F989C-E677-8B30-793F-32BFF4E5AAE4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4238210" y="4025247"/>
                  <a:ext cx="27216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7C993946-67C0-961B-511B-E3C695391064}"/>
                    </a:ext>
                  </a:extLst>
                </p14:cNvPr>
                <p14:cNvContentPartPr/>
                <p14:nvPr/>
              </p14:nvContentPartPr>
              <p14:xfrm>
                <a:off x="4196090" y="4104807"/>
                <a:ext cx="322200" cy="10404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7C993946-67C0-961B-511B-E3C695391064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4178090" y="4086807"/>
                  <a:ext cx="35784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7A92CD7D-89C4-EA8C-FFDD-E90CA361A4EE}"/>
                    </a:ext>
                  </a:extLst>
                </p14:cNvPr>
                <p14:cNvContentPartPr/>
                <p14:nvPr/>
              </p14:nvContentPartPr>
              <p14:xfrm>
                <a:off x="3735650" y="3862527"/>
                <a:ext cx="360" cy="36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7A92CD7D-89C4-EA8C-FFDD-E90CA361A4EE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718010" y="3844527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79">
            <p14:nvContentPartPr>
              <p14:cNvPr id="138" name="Ink 137">
                <a:extLst>
                  <a:ext uri="{FF2B5EF4-FFF2-40B4-BE49-F238E27FC236}">
                    <a16:creationId xmlns:a16="http://schemas.microsoft.com/office/drawing/2014/main" id="{43F776CC-C1CE-085A-6BDF-EC4BB13E3B24}"/>
                  </a:ext>
                </a:extLst>
              </p14:cNvPr>
              <p14:cNvContentPartPr/>
              <p14:nvPr/>
            </p14:nvContentPartPr>
            <p14:xfrm>
              <a:off x="5034170" y="3708087"/>
              <a:ext cx="360" cy="360"/>
            </p14:xfrm>
          </p:contentPart>
        </mc:Choice>
        <mc:Fallback>
          <p:pic>
            <p:nvPicPr>
              <p:cNvPr id="138" name="Ink 137">
                <a:extLst>
                  <a:ext uri="{FF2B5EF4-FFF2-40B4-BE49-F238E27FC236}">
                    <a16:creationId xmlns:a16="http://schemas.microsoft.com/office/drawing/2014/main" id="{43F776CC-C1CE-085A-6BDF-EC4BB13E3B24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016530" y="3690087"/>
                <a:ext cx="36000" cy="3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43" name="Group 142">
            <a:extLst>
              <a:ext uri="{FF2B5EF4-FFF2-40B4-BE49-F238E27FC236}">
                <a16:creationId xmlns:a16="http://schemas.microsoft.com/office/drawing/2014/main" id="{28390505-8243-EDAC-1F31-ACA813CCA0B1}"/>
              </a:ext>
            </a:extLst>
          </p:cNvPr>
          <p:cNvGrpSpPr/>
          <p:nvPr/>
        </p:nvGrpSpPr>
        <p:grpSpPr>
          <a:xfrm>
            <a:off x="995690" y="3176007"/>
            <a:ext cx="1749600" cy="761040"/>
            <a:chOff x="995690" y="3176007"/>
            <a:chExt cx="1749600" cy="761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893E3198-8C60-C946-3347-B00F82EBC220}"/>
                    </a:ext>
                  </a:extLst>
                </p14:cNvPr>
                <p14:cNvContentPartPr/>
                <p14:nvPr/>
              </p14:nvContentPartPr>
              <p14:xfrm>
                <a:off x="1196210" y="3363567"/>
                <a:ext cx="239760" cy="34056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893E3198-8C60-C946-3347-B00F82EBC220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1178210" y="3345567"/>
                  <a:ext cx="275400" cy="37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D2570C4D-5E32-5503-8041-E3617A82CF5A}"/>
                    </a:ext>
                  </a:extLst>
                </p14:cNvPr>
                <p14:cNvContentPartPr/>
                <p14:nvPr/>
              </p14:nvContentPartPr>
              <p14:xfrm>
                <a:off x="1232570" y="3518727"/>
                <a:ext cx="184320" cy="6696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D2570C4D-5E32-5503-8041-E3617A82CF5A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1214930" y="3501087"/>
                  <a:ext cx="21996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2757FB7A-9679-DA48-CAE9-6AF288EAE86B}"/>
                    </a:ext>
                  </a:extLst>
                </p14:cNvPr>
                <p14:cNvContentPartPr/>
                <p14:nvPr/>
              </p14:nvContentPartPr>
              <p14:xfrm>
                <a:off x="1469090" y="3430527"/>
                <a:ext cx="297000" cy="29340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2757FB7A-9679-DA48-CAE9-6AF288EAE86B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1451450" y="3412527"/>
                  <a:ext cx="332640" cy="32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57464304-C72A-D27E-8C17-92C92B9120A0}"/>
                    </a:ext>
                  </a:extLst>
                </p14:cNvPr>
                <p14:cNvContentPartPr/>
                <p14:nvPr/>
              </p14:nvContentPartPr>
              <p14:xfrm>
                <a:off x="1704890" y="3176007"/>
                <a:ext cx="347400" cy="76104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57464304-C72A-D27E-8C17-92C92B9120A0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1686890" y="3158007"/>
                  <a:ext cx="383040" cy="79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7DCB6409-38EF-D091-A02C-401458F71B42}"/>
                    </a:ext>
                  </a:extLst>
                </p14:cNvPr>
                <p14:cNvContentPartPr/>
                <p14:nvPr/>
              </p14:nvContentPartPr>
              <p14:xfrm>
                <a:off x="995690" y="3248727"/>
                <a:ext cx="344160" cy="64620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7DCB6409-38EF-D091-A02C-401458F71B42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978050" y="3231087"/>
                  <a:ext cx="379800" cy="68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6BB58C6F-C1B9-81C5-8F9F-663AAFE0129D}"/>
                    </a:ext>
                  </a:extLst>
                </p14:cNvPr>
                <p14:cNvContentPartPr/>
                <p14:nvPr/>
              </p14:nvContentPartPr>
              <p14:xfrm>
                <a:off x="2100170" y="3354567"/>
                <a:ext cx="111240" cy="2052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6BB58C6F-C1B9-81C5-8F9F-663AAFE0129D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2082530" y="3336567"/>
                  <a:ext cx="14688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64432809-1944-4A8C-D41B-FDD47B03AE3A}"/>
                    </a:ext>
                  </a:extLst>
                </p14:cNvPr>
                <p14:cNvContentPartPr/>
                <p14:nvPr/>
              </p14:nvContentPartPr>
              <p14:xfrm>
                <a:off x="2279090" y="3223887"/>
                <a:ext cx="50400" cy="16776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64432809-1944-4A8C-D41B-FDD47B03AE3A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2261450" y="3206247"/>
                  <a:ext cx="8604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6008294D-DCDD-F27B-7B13-B2A127E3EB52}"/>
                    </a:ext>
                  </a:extLst>
                </p14:cNvPr>
                <p14:cNvContentPartPr/>
                <p14:nvPr/>
              </p14:nvContentPartPr>
              <p14:xfrm>
                <a:off x="2644490" y="3550047"/>
                <a:ext cx="100800" cy="2664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6008294D-DCDD-F27B-7B13-B2A127E3EB52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2626850" y="3532407"/>
                  <a:ext cx="13644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F7A3F669-D6D7-FA6D-DA4D-716169E7FE80}"/>
                    </a:ext>
                  </a:extLst>
                </p14:cNvPr>
                <p14:cNvContentPartPr/>
                <p14:nvPr/>
              </p14:nvContentPartPr>
              <p14:xfrm>
                <a:off x="2597330" y="3678927"/>
                <a:ext cx="109800" cy="3816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F7A3F669-D6D7-FA6D-DA4D-716169E7FE80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2579330" y="3660927"/>
                  <a:ext cx="14544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D3579808-F7FC-D4D1-ECB1-D8258C6994AB}"/>
                    </a:ext>
                  </a:extLst>
                </p14:cNvPr>
                <p14:cNvContentPartPr/>
                <p14:nvPr/>
              </p14:nvContentPartPr>
              <p14:xfrm>
                <a:off x="2155970" y="3331887"/>
                <a:ext cx="95760" cy="3204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D3579808-F7FC-D4D1-ECB1-D8258C6994AB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2137970" y="3314247"/>
                  <a:ext cx="13140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FA8EB797-9565-F64A-D48F-EB8E82A0CCDD}"/>
                    </a:ext>
                  </a:extLst>
                </p14:cNvPr>
                <p14:cNvContentPartPr/>
                <p14:nvPr/>
              </p14:nvContentPartPr>
              <p14:xfrm>
                <a:off x="2303570" y="3195807"/>
                <a:ext cx="10440" cy="22320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FA8EB797-9565-F64A-D48F-EB8E82A0CCDD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2285930" y="3178167"/>
                  <a:ext cx="46080" cy="25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FA34FCB3-548E-B4A3-C56C-E4332DC09876}"/>
                    </a:ext>
                  </a:extLst>
                </p14:cNvPr>
                <p14:cNvContentPartPr/>
                <p14:nvPr/>
              </p14:nvContentPartPr>
              <p14:xfrm>
                <a:off x="1595450" y="3815367"/>
                <a:ext cx="360" cy="36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FA34FCB3-548E-B4A3-C56C-E4332DC09876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577450" y="3797727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3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B9BE079F-A23F-0C06-B974-31FD7CDFC258}"/>
                    </a:ext>
                  </a:extLst>
                </p14:cNvPr>
                <p14:cNvContentPartPr/>
                <p14:nvPr/>
              </p14:nvContentPartPr>
              <p14:xfrm>
                <a:off x="1758170" y="3711327"/>
                <a:ext cx="1800" cy="396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B9BE079F-A23F-0C06-B974-31FD7CDFC258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1740530" y="3693687"/>
                  <a:ext cx="3744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5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8E115605-1BEC-2BC3-858C-48F44EAF1843}"/>
                    </a:ext>
                  </a:extLst>
                </p14:cNvPr>
                <p14:cNvContentPartPr/>
                <p14:nvPr/>
              </p14:nvContentPartPr>
              <p14:xfrm>
                <a:off x="2273690" y="3428007"/>
                <a:ext cx="360" cy="36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8E115605-1BEC-2BC3-858C-48F44EAF1843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256050" y="3410367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2040087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7F86A944-BCA6-F848-1424-8CBAA47A817D}"/>
              </a:ext>
            </a:extLst>
          </p:cNvPr>
          <p:cNvGrpSpPr/>
          <p:nvPr/>
        </p:nvGrpSpPr>
        <p:grpSpPr>
          <a:xfrm>
            <a:off x="348050" y="290607"/>
            <a:ext cx="549360" cy="817560"/>
            <a:chOff x="348050" y="290607"/>
            <a:chExt cx="549360" cy="817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B6FED581-8F6F-FBEE-5FC3-C6866D80038A}"/>
                    </a:ext>
                  </a:extLst>
                </p14:cNvPr>
                <p14:cNvContentPartPr/>
                <p14:nvPr/>
              </p14:nvContentPartPr>
              <p14:xfrm>
                <a:off x="348050" y="340287"/>
                <a:ext cx="297720" cy="45720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B6FED581-8F6F-FBEE-5FC3-C6866D80038A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30410" y="322647"/>
                  <a:ext cx="333360" cy="49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9A5FF7CD-8391-5ED4-447D-B14BED64AA0A}"/>
                    </a:ext>
                  </a:extLst>
                </p14:cNvPr>
                <p14:cNvContentPartPr/>
                <p14:nvPr/>
              </p14:nvContentPartPr>
              <p14:xfrm>
                <a:off x="636050" y="290607"/>
                <a:ext cx="261360" cy="81756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9A5FF7CD-8391-5ED4-447D-B14BED64AA0A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18050" y="272967"/>
                  <a:ext cx="297000" cy="853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E7FA1F29-A8F2-16AA-573E-09762D884F37}"/>
              </a:ext>
            </a:extLst>
          </p:cNvPr>
          <p:cNvGrpSpPr/>
          <p:nvPr/>
        </p:nvGrpSpPr>
        <p:grpSpPr>
          <a:xfrm>
            <a:off x="1501850" y="409047"/>
            <a:ext cx="327240" cy="362880"/>
            <a:chOff x="1501850" y="409047"/>
            <a:chExt cx="327240" cy="362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390A0611-52A1-07FF-961C-8004C51195CB}"/>
                    </a:ext>
                  </a:extLst>
                </p14:cNvPr>
                <p14:cNvContentPartPr/>
                <p14:nvPr/>
              </p14:nvContentPartPr>
              <p14:xfrm>
                <a:off x="1501850" y="409047"/>
                <a:ext cx="260280" cy="36288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390A0611-52A1-07FF-961C-8004C51195CB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484210" y="391047"/>
                  <a:ext cx="295920" cy="39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A8F10CB0-40B1-4C30-3031-C4A0BCDDE999}"/>
                    </a:ext>
                  </a:extLst>
                </p14:cNvPr>
                <p14:cNvContentPartPr/>
                <p14:nvPr/>
              </p14:nvContentPartPr>
              <p14:xfrm>
                <a:off x="1543250" y="560247"/>
                <a:ext cx="285840" cy="7092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A8F10CB0-40B1-4C30-3031-C4A0BCDDE999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525610" y="542247"/>
                  <a:ext cx="321480" cy="106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ACA4183-FB68-659B-92FB-AB8AA8B6FBEB}"/>
              </a:ext>
            </a:extLst>
          </p:cNvPr>
          <p:cNvGrpSpPr/>
          <p:nvPr/>
        </p:nvGrpSpPr>
        <p:grpSpPr>
          <a:xfrm>
            <a:off x="2502290" y="378087"/>
            <a:ext cx="410040" cy="376200"/>
            <a:chOff x="2502290" y="378087"/>
            <a:chExt cx="410040" cy="376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C5A35BB2-1F7D-A544-56FD-812CDA595526}"/>
                    </a:ext>
                  </a:extLst>
                </p14:cNvPr>
                <p14:cNvContentPartPr/>
                <p14:nvPr/>
              </p14:nvContentPartPr>
              <p14:xfrm>
                <a:off x="2502290" y="378087"/>
                <a:ext cx="136800" cy="37620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C5A35BB2-1F7D-A544-56FD-812CDA595526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484650" y="360087"/>
                  <a:ext cx="172440" cy="41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4C5E9CFA-35D3-CA19-78DC-76AE63C34C61}"/>
                    </a:ext>
                  </a:extLst>
                </p14:cNvPr>
                <p14:cNvContentPartPr/>
                <p14:nvPr/>
              </p14:nvContentPartPr>
              <p14:xfrm>
                <a:off x="2721890" y="567807"/>
                <a:ext cx="190440" cy="17784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4C5E9CFA-35D3-CA19-78DC-76AE63C34C61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704250" y="550167"/>
                  <a:ext cx="226080" cy="213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647F6322-F7B9-FA10-37CB-8795E215F78A}"/>
                  </a:ext>
                </a:extLst>
              </p14:cNvPr>
              <p14:cNvContentPartPr/>
              <p14:nvPr/>
            </p14:nvContentPartPr>
            <p14:xfrm>
              <a:off x="3408410" y="501927"/>
              <a:ext cx="198360" cy="22572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647F6322-F7B9-FA10-37CB-8795E215F78A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390410" y="484287"/>
                <a:ext cx="234000" cy="261360"/>
              </a:xfrm>
              <a:prstGeom prst="rect">
                <a:avLst/>
              </a:prstGeom>
            </p:spPr>
          </p:pic>
        </mc:Fallback>
      </mc:AlternateContent>
      <p:grpSp>
        <p:nvGrpSpPr>
          <p:cNvPr id="40" name="Group 39">
            <a:extLst>
              <a:ext uri="{FF2B5EF4-FFF2-40B4-BE49-F238E27FC236}">
                <a16:creationId xmlns:a16="http://schemas.microsoft.com/office/drawing/2014/main" id="{C5CDF28C-F09A-9762-E150-BCC44E4AC605}"/>
              </a:ext>
            </a:extLst>
          </p:cNvPr>
          <p:cNvGrpSpPr/>
          <p:nvPr/>
        </p:nvGrpSpPr>
        <p:grpSpPr>
          <a:xfrm>
            <a:off x="4090250" y="319767"/>
            <a:ext cx="2928960" cy="818640"/>
            <a:chOff x="4090250" y="319767"/>
            <a:chExt cx="2928960" cy="818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71188C6E-932E-2D04-95DC-05BB3096D4EB}"/>
                    </a:ext>
                  </a:extLst>
                </p14:cNvPr>
                <p14:cNvContentPartPr/>
                <p14:nvPr/>
              </p14:nvContentPartPr>
              <p14:xfrm>
                <a:off x="4090250" y="535407"/>
                <a:ext cx="228240" cy="19548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71188C6E-932E-2D04-95DC-05BB3096D4EB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072250" y="517407"/>
                  <a:ext cx="26388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837FEF6D-957B-1079-7A45-9A67F1D52574}"/>
                    </a:ext>
                  </a:extLst>
                </p14:cNvPr>
                <p14:cNvContentPartPr/>
                <p14:nvPr/>
              </p14:nvContentPartPr>
              <p14:xfrm>
                <a:off x="4395890" y="552687"/>
                <a:ext cx="412560" cy="18324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837FEF6D-957B-1079-7A45-9A67F1D52574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377890" y="534687"/>
                  <a:ext cx="44820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2111B699-E772-9BD9-3EF4-86A2B3D965BA}"/>
                    </a:ext>
                  </a:extLst>
                </p14:cNvPr>
                <p14:cNvContentPartPr/>
                <p14:nvPr/>
              </p14:nvContentPartPr>
              <p14:xfrm>
                <a:off x="4924010" y="581487"/>
                <a:ext cx="120600" cy="5868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2111B699-E772-9BD9-3EF4-86A2B3D965BA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906370" y="563487"/>
                  <a:ext cx="15624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DA0592C5-644F-F97D-E4CD-D939D6F72E5A}"/>
                    </a:ext>
                  </a:extLst>
                </p14:cNvPr>
                <p14:cNvContentPartPr/>
                <p14:nvPr/>
              </p14:nvContentPartPr>
              <p14:xfrm>
                <a:off x="5208050" y="504807"/>
                <a:ext cx="150840" cy="20700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DA0592C5-644F-F97D-E4CD-D939D6F72E5A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5190410" y="486807"/>
                  <a:ext cx="18648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0A161735-8DE8-8BC1-91FB-FF9B6F38CB3E}"/>
                    </a:ext>
                  </a:extLst>
                </p14:cNvPr>
                <p14:cNvContentPartPr/>
                <p14:nvPr/>
              </p14:nvContentPartPr>
              <p14:xfrm>
                <a:off x="5400650" y="558807"/>
                <a:ext cx="37440" cy="16452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0A161735-8DE8-8BC1-91FB-FF9B6F38CB3E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383010" y="540807"/>
                  <a:ext cx="7308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5DACEBF5-D5C5-522C-B38B-3E952A55CA66}"/>
                    </a:ext>
                  </a:extLst>
                </p14:cNvPr>
                <p14:cNvContentPartPr/>
                <p14:nvPr/>
              </p14:nvContentPartPr>
              <p14:xfrm>
                <a:off x="5503250" y="386367"/>
                <a:ext cx="6480" cy="3168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5DACEBF5-D5C5-522C-B38B-3E952A55CA66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5485610" y="368367"/>
                  <a:ext cx="4212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4195B372-0165-7C31-3E42-DC8F690A0C24}"/>
                    </a:ext>
                  </a:extLst>
                </p14:cNvPr>
                <p14:cNvContentPartPr/>
                <p14:nvPr/>
              </p14:nvContentPartPr>
              <p14:xfrm>
                <a:off x="5611610" y="537567"/>
                <a:ext cx="186840" cy="15264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4195B372-0165-7C31-3E42-DC8F690A0C24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593970" y="519567"/>
                  <a:ext cx="22248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7A54C261-6328-D634-0F74-D62997175ECC}"/>
                    </a:ext>
                  </a:extLst>
                </p14:cNvPr>
                <p14:cNvContentPartPr/>
                <p14:nvPr/>
              </p14:nvContentPartPr>
              <p14:xfrm>
                <a:off x="5680730" y="523887"/>
                <a:ext cx="313920" cy="61452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7A54C261-6328-D634-0F74-D62997175ECC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663090" y="505887"/>
                  <a:ext cx="349560" cy="65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C349F270-2995-9A21-1F59-26C27D72C1DF}"/>
                    </a:ext>
                  </a:extLst>
                </p14:cNvPr>
                <p14:cNvContentPartPr/>
                <p14:nvPr/>
              </p14:nvContentPartPr>
              <p14:xfrm>
                <a:off x="6077090" y="554127"/>
                <a:ext cx="329400" cy="15588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C349F270-2995-9A21-1F59-26C27D72C1DF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6059090" y="536127"/>
                  <a:ext cx="36504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A99C18F3-B8F1-8D9B-1B89-7A182A3D3F35}"/>
                    </a:ext>
                  </a:extLst>
                </p14:cNvPr>
                <p14:cNvContentPartPr/>
                <p14:nvPr/>
              </p14:nvContentPartPr>
              <p14:xfrm>
                <a:off x="6400010" y="319767"/>
                <a:ext cx="162000" cy="37548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A99C18F3-B8F1-8D9B-1B89-7A182A3D3F35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6382010" y="301767"/>
                  <a:ext cx="197640" cy="41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F6D24052-4CE4-2805-DF63-47E1DAFF3EEB}"/>
                    </a:ext>
                  </a:extLst>
                </p14:cNvPr>
                <p14:cNvContentPartPr/>
                <p14:nvPr/>
              </p14:nvContentPartPr>
              <p14:xfrm>
                <a:off x="6549770" y="525327"/>
                <a:ext cx="145800" cy="17172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F6D24052-4CE4-2805-DF63-47E1DAFF3EEB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6531770" y="507687"/>
                  <a:ext cx="18144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50AA76A7-3BEC-39CE-1DE1-0F05432B0D13}"/>
                    </a:ext>
                  </a:extLst>
                </p14:cNvPr>
                <p14:cNvContentPartPr/>
                <p14:nvPr/>
              </p14:nvContentPartPr>
              <p14:xfrm>
                <a:off x="6815810" y="532167"/>
                <a:ext cx="203400" cy="17928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50AA76A7-3BEC-39CE-1DE1-0F05432B0D13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6797810" y="514527"/>
                  <a:ext cx="239040" cy="214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63F36806-F14C-7C57-49D3-DB078BC433B1}"/>
              </a:ext>
            </a:extLst>
          </p:cNvPr>
          <p:cNvGrpSpPr/>
          <p:nvPr/>
        </p:nvGrpSpPr>
        <p:grpSpPr>
          <a:xfrm>
            <a:off x="7613570" y="437127"/>
            <a:ext cx="1391400" cy="591480"/>
            <a:chOff x="7613570" y="437127"/>
            <a:chExt cx="1391400" cy="591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DF802372-A592-F814-F41B-DC8E9C6B7722}"/>
                    </a:ext>
                  </a:extLst>
                </p14:cNvPr>
                <p14:cNvContentPartPr/>
                <p14:nvPr/>
              </p14:nvContentPartPr>
              <p14:xfrm>
                <a:off x="7613570" y="437127"/>
                <a:ext cx="148320" cy="21708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DF802372-A592-F814-F41B-DC8E9C6B7722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7595570" y="419487"/>
                  <a:ext cx="183960" cy="25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EAB9E6FC-6C8B-2B96-B9A5-C825257D23AB}"/>
                    </a:ext>
                  </a:extLst>
                </p14:cNvPr>
                <p14:cNvContentPartPr/>
                <p14:nvPr/>
              </p14:nvContentPartPr>
              <p14:xfrm>
                <a:off x="7814810" y="450807"/>
                <a:ext cx="193680" cy="57780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EAB9E6FC-6C8B-2B96-B9A5-C825257D23AB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7797170" y="432807"/>
                  <a:ext cx="229320" cy="61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9531D396-8CF3-8D59-3449-AD48CD89AB47}"/>
                    </a:ext>
                  </a:extLst>
                </p14:cNvPr>
                <p14:cNvContentPartPr/>
                <p14:nvPr/>
              </p14:nvContentPartPr>
              <p14:xfrm>
                <a:off x="8139170" y="455487"/>
                <a:ext cx="222120" cy="19440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9531D396-8CF3-8D59-3449-AD48CD89AB47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8121170" y="437847"/>
                  <a:ext cx="25776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3847F032-5EF3-48D3-808E-D686F6323129}"/>
                    </a:ext>
                  </a:extLst>
                </p14:cNvPr>
                <p14:cNvContentPartPr/>
                <p14:nvPr/>
              </p14:nvContentPartPr>
              <p14:xfrm>
                <a:off x="8426090" y="463767"/>
                <a:ext cx="168480" cy="16668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3847F032-5EF3-48D3-808E-D686F6323129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8408450" y="445767"/>
                  <a:ext cx="20412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7CAB43E6-1D7B-65CA-3E66-5E29144A90C7}"/>
                    </a:ext>
                  </a:extLst>
                </p14:cNvPr>
                <p14:cNvContentPartPr/>
                <p14:nvPr/>
              </p14:nvContentPartPr>
              <p14:xfrm>
                <a:off x="8671250" y="474207"/>
                <a:ext cx="333720" cy="17100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7CAB43E6-1D7B-65CA-3E66-5E29144A90C7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8653610" y="456567"/>
                  <a:ext cx="369360" cy="206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C731FA8D-531B-5646-8C44-C29E5B75A94F}"/>
              </a:ext>
            </a:extLst>
          </p:cNvPr>
          <p:cNvGrpSpPr/>
          <p:nvPr/>
        </p:nvGrpSpPr>
        <p:grpSpPr>
          <a:xfrm>
            <a:off x="9465410" y="265047"/>
            <a:ext cx="1971720" cy="485280"/>
            <a:chOff x="9465410" y="265047"/>
            <a:chExt cx="1971720" cy="485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1FF828BB-AFA2-7BA7-E192-75B8660052B6}"/>
                    </a:ext>
                  </a:extLst>
                </p14:cNvPr>
                <p14:cNvContentPartPr/>
                <p14:nvPr/>
              </p14:nvContentPartPr>
              <p14:xfrm>
                <a:off x="9465410" y="483207"/>
                <a:ext cx="411120" cy="16200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1FF828BB-AFA2-7BA7-E192-75B8660052B6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9447410" y="465207"/>
                  <a:ext cx="44676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9791783F-8465-B7BF-22F6-BBA10FFE0693}"/>
                    </a:ext>
                  </a:extLst>
                </p14:cNvPr>
                <p14:cNvContentPartPr/>
                <p14:nvPr/>
              </p14:nvContentPartPr>
              <p14:xfrm>
                <a:off x="9974810" y="501927"/>
                <a:ext cx="144360" cy="16740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9791783F-8465-B7BF-22F6-BBA10FFE0693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9956810" y="484287"/>
                  <a:ext cx="18000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956F6564-A5F3-5417-8695-5EC2AB01F1D7}"/>
                    </a:ext>
                  </a:extLst>
                </p14:cNvPr>
                <p14:cNvContentPartPr/>
                <p14:nvPr/>
              </p14:nvContentPartPr>
              <p14:xfrm>
                <a:off x="10250570" y="265047"/>
                <a:ext cx="140040" cy="39204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956F6564-A5F3-5417-8695-5EC2AB01F1D7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0232930" y="247047"/>
                  <a:ext cx="175680" cy="42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ADBAF8B4-E7DB-C4C3-30CB-07C71DC31EDB}"/>
                    </a:ext>
                  </a:extLst>
                </p14:cNvPr>
                <p14:cNvContentPartPr/>
                <p14:nvPr/>
              </p14:nvContentPartPr>
              <p14:xfrm>
                <a:off x="10381970" y="446487"/>
                <a:ext cx="254520" cy="20448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ADBAF8B4-E7DB-C4C3-30CB-07C71DC31EDB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0364330" y="428847"/>
                  <a:ext cx="290160" cy="2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40B2B694-F2E9-8BBE-B55D-8064B5D685C5}"/>
                    </a:ext>
                  </a:extLst>
                </p14:cNvPr>
                <p14:cNvContentPartPr/>
                <p14:nvPr/>
              </p14:nvContentPartPr>
              <p14:xfrm>
                <a:off x="10702730" y="312567"/>
                <a:ext cx="13680" cy="6660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40B2B694-F2E9-8BBE-B55D-8064B5D685C5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0685090" y="294567"/>
                  <a:ext cx="4932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D4AC5270-52D6-7473-4750-F70598C6037E}"/>
                    </a:ext>
                  </a:extLst>
                </p14:cNvPr>
                <p14:cNvContentPartPr/>
                <p14:nvPr/>
              </p14:nvContentPartPr>
              <p14:xfrm>
                <a:off x="10169930" y="346047"/>
                <a:ext cx="271440" cy="2160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D4AC5270-52D6-7473-4750-F70598C6037E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0152290" y="328407"/>
                  <a:ext cx="30708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22202EB0-1CC8-0A89-52B6-5B582F0CB45A}"/>
                    </a:ext>
                  </a:extLst>
                </p14:cNvPr>
                <p14:cNvContentPartPr/>
                <p14:nvPr/>
              </p14:nvContentPartPr>
              <p14:xfrm>
                <a:off x="10934930" y="491127"/>
                <a:ext cx="94320" cy="12672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22202EB0-1CC8-0A89-52B6-5B582F0CB45A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0916930" y="473487"/>
                  <a:ext cx="12996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2B071932-D928-93A5-9000-6DC947D1FED2}"/>
                    </a:ext>
                  </a:extLst>
                </p14:cNvPr>
                <p14:cNvContentPartPr/>
                <p14:nvPr/>
              </p14:nvContentPartPr>
              <p14:xfrm>
                <a:off x="10876970" y="482127"/>
                <a:ext cx="194400" cy="16632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2B071932-D928-93A5-9000-6DC947D1FED2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0858970" y="464127"/>
                  <a:ext cx="23004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28F359AB-28BA-721B-BFA9-090F74661689}"/>
                    </a:ext>
                  </a:extLst>
                </p14:cNvPr>
                <p14:cNvContentPartPr/>
                <p14:nvPr/>
              </p14:nvContentPartPr>
              <p14:xfrm>
                <a:off x="11245610" y="582207"/>
                <a:ext cx="191520" cy="16812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28F359AB-28BA-721B-BFA9-090F74661689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1227610" y="564567"/>
                  <a:ext cx="227160" cy="203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AE182023-5131-BE73-D2DA-C54A92601488}"/>
              </a:ext>
            </a:extLst>
          </p:cNvPr>
          <p:cNvGrpSpPr/>
          <p:nvPr/>
        </p:nvGrpSpPr>
        <p:grpSpPr>
          <a:xfrm>
            <a:off x="536690" y="1402647"/>
            <a:ext cx="1134720" cy="413280"/>
            <a:chOff x="536690" y="1402647"/>
            <a:chExt cx="1134720" cy="413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0BE33F0A-B058-8E43-D3D5-7B96859B7B83}"/>
                    </a:ext>
                  </a:extLst>
                </p14:cNvPr>
                <p14:cNvContentPartPr/>
                <p14:nvPr/>
              </p14:nvContentPartPr>
              <p14:xfrm>
                <a:off x="536690" y="1402647"/>
                <a:ext cx="222840" cy="34812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0BE33F0A-B058-8E43-D3D5-7B96859B7B83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518690" y="1385007"/>
                  <a:ext cx="258480" cy="38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6992C251-04C5-3950-6B2A-42C007A1EEE7}"/>
                    </a:ext>
                  </a:extLst>
                </p14:cNvPr>
                <p14:cNvContentPartPr/>
                <p14:nvPr/>
              </p14:nvContentPartPr>
              <p14:xfrm>
                <a:off x="583490" y="1418127"/>
                <a:ext cx="723960" cy="39744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6992C251-04C5-3950-6B2A-42C007A1EEE7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565850" y="1400127"/>
                  <a:ext cx="759600" cy="43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0289595C-6AB4-97F0-0676-571FD825308F}"/>
                    </a:ext>
                  </a:extLst>
                </p14:cNvPr>
                <p14:cNvContentPartPr/>
                <p14:nvPr/>
              </p14:nvContentPartPr>
              <p14:xfrm>
                <a:off x="1345610" y="1617207"/>
                <a:ext cx="325800" cy="19872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0289595C-6AB4-97F0-0676-571FD825308F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327610" y="1599567"/>
                  <a:ext cx="361440" cy="234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72CFD20E-411A-9455-BD45-AE0012AB0E17}"/>
              </a:ext>
            </a:extLst>
          </p:cNvPr>
          <p:cNvGrpSpPr/>
          <p:nvPr/>
        </p:nvGrpSpPr>
        <p:grpSpPr>
          <a:xfrm>
            <a:off x="2170010" y="1144167"/>
            <a:ext cx="1764000" cy="854280"/>
            <a:chOff x="2170010" y="1144167"/>
            <a:chExt cx="1764000" cy="854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C4D98B4B-83FB-F85A-7082-BCAC613643C0}"/>
                    </a:ext>
                  </a:extLst>
                </p14:cNvPr>
                <p14:cNvContentPartPr/>
                <p14:nvPr/>
              </p14:nvContentPartPr>
              <p14:xfrm>
                <a:off x="2490050" y="1437567"/>
                <a:ext cx="237240" cy="40392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C4D98B4B-83FB-F85A-7082-BCAC613643C0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2472410" y="1419927"/>
                  <a:ext cx="272880" cy="43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C3558778-10BE-ABEB-7687-EF72B9F6D921}"/>
                    </a:ext>
                  </a:extLst>
                </p14:cNvPr>
                <p14:cNvContentPartPr/>
                <p14:nvPr/>
              </p14:nvContentPartPr>
              <p14:xfrm>
                <a:off x="2494730" y="1621167"/>
                <a:ext cx="164520" cy="5580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C3558778-10BE-ABEB-7687-EF72B9F6D921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2477090" y="1603167"/>
                  <a:ext cx="20016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EA6902DB-9B33-BEA7-A1F2-8379788A6341}"/>
                    </a:ext>
                  </a:extLst>
                </p14:cNvPr>
                <p14:cNvContentPartPr/>
                <p14:nvPr/>
              </p14:nvContentPartPr>
              <p14:xfrm>
                <a:off x="2942930" y="1258647"/>
                <a:ext cx="96840" cy="22428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EA6902DB-9B33-BEA7-A1F2-8379788A6341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2924930" y="1240647"/>
                  <a:ext cx="132480" cy="25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9AE34FE3-CF4A-2784-908C-C2589097FA57}"/>
                    </a:ext>
                  </a:extLst>
                </p14:cNvPr>
                <p14:cNvContentPartPr/>
                <p14:nvPr/>
              </p14:nvContentPartPr>
              <p14:xfrm>
                <a:off x="2998370" y="1204647"/>
                <a:ext cx="372960" cy="79380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9AE34FE3-CF4A-2784-908C-C2589097FA57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2980730" y="1186647"/>
                  <a:ext cx="408600" cy="82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EC5D5A50-658C-A612-816B-A7ED76B686E4}"/>
                    </a:ext>
                  </a:extLst>
                </p14:cNvPr>
                <p14:cNvContentPartPr/>
                <p14:nvPr/>
              </p14:nvContentPartPr>
              <p14:xfrm>
                <a:off x="2170010" y="1233087"/>
                <a:ext cx="232560" cy="74016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EC5D5A50-658C-A612-816B-A7ED76B686E4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2152010" y="1215447"/>
                  <a:ext cx="268200" cy="77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758A9369-C1F7-EF6B-47EC-3FAAE94B8DF1}"/>
                    </a:ext>
                  </a:extLst>
                </p14:cNvPr>
                <p14:cNvContentPartPr/>
                <p14:nvPr/>
              </p14:nvContentPartPr>
              <p14:xfrm>
                <a:off x="3622970" y="1282047"/>
                <a:ext cx="161640" cy="6948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758A9369-C1F7-EF6B-47EC-3FAAE94B8DF1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3604970" y="1264407"/>
                  <a:ext cx="19728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B655E01C-9FF8-6372-F6F1-39068955B2CC}"/>
                    </a:ext>
                  </a:extLst>
                </p14:cNvPr>
                <p14:cNvContentPartPr/>
                <p14:nvPr/>
              </p14:nvContentPartPr>
              <p14:xfrm>
                <a:off x="3888290" y="1144167"/>
                <a:ext cx="45720" cy="27396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B655E01C-9FF8-6372-F6F1-39068955B2CC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3870650" y="1126527"/>
                  <a:ext cx="81360" cy="309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5708B544-F87B-99E5-1214-B575110641A9}"/>
              </a:ext>
            </a:extLst>
          </p:cNvPr>
          <p:cNvGrpSpPr/>
          <p:nvPr/>
        </p:nvGrpSpPr>
        <p:grpSpPr>
          <a:xfrm>
            <a:off x="4295090" y="1143447"/>
            <a:ext cx="1684440" cy="961200"/>
            <a:chOff x="4295090" y="1143447"/>
            <a:chExt cx="1684440" cy="961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06C7CD91-C78B-F852-E974-757D5F95BFA2}"/>
                    </a:ext>
                  </a:extLst>
                </p14:cNvPr>
                <p14:cNvContentPartPr/>
                <p14:nvPr/>
              </p14:nvContentPartPr>
              <p14:xfrm>
                <a:off x="4376810" y="1553127"/>
                <a:ext cx="98640" cy="1620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06C7CD91-C78B-F852-E974-757D5F95BFA2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4358810" y="1535127"/>
                  <a:ext cx="13428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5AEE2910-63CC-8658-D86E-D8F22A58D799}"/>
                    </a:ext>
                  </a:extLst>
                </p14:cNvPr>
                <p14:cNvContentPartPr/>
                <p14:nvPr/>
              </p14:nvContentPartPr>
              <p14:xfrm>
                <a:off x="4295090" y="1665447"/>
                <a:ext cx="167400" cy="3852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5AEE2910-63CC-8658-D86E-D8F22A58D799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4277090" y="1647447"/>
                  <a:ext cx="20304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600DFD2A-5C2E-8F6A-B5A5-411DD64BF633}"/>
                    </a:ext>
                  </a:extLst>
                </p14:cNvPr>
                <p14:cNvContentPartPr/>
                <p14:nvPr/>
              </p14:nvContentPartPr>
              <p14:xfrm>
                <a:off x="5076290" y="1343607"/>
                <a:ext cx="233280" cy="36540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600DFD2A-5C2E-8F6A-B5A5-411DD64BF633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5058290" y="1325967"/>
                  <a:ext cx="268920" cy="40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988487B9-2A17-2E1D-0D3E-58B2BDF6A039}"/>
                    </a:ext>
                  </a:extLst>
                </p14:cNvPr>
                <p14:cNvContentPartPr/>
                <p14:nvPr/>
              </p14:nvContentPartPr>
              <p14:xfrm>
                <a:off x="5144690" y="1525407"/>
                <a:ext cx="166320" cy="4752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988487B9-2A17-2E1D-0D3E-58B2BDF6A039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5127050" y="1507407"/>
                  <a:ext cx="20196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9A6F824D-FF3D-C42E-C37A-ADF4355AC0E1}"/>
                    </a:ext>
                  </a:extLst>
                </p14:cNvPr>
                <p14:cNvContentPartPr/>
                <p14:nvPr/>
              </p14:nvContentPartPr>
              <p14:xfrm>
                <a:off x="5456810" y="1348647"/>
                <a:ext cx="102960" cy="5580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9A6F824D-FF3D-C42E-C37A-ADF4355AC0E1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5439170" y="1331007"/>
                  <a:ext cx="13860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D153534C-BB93-A3C5-E403-2DABE49EEACF}"/>
                    </a:ext>
                  </a:extLst>
                </p14:cNvPr>
                <p14:cNvContentPartPr/>
                <p14:nvPr/>
              </p14:nvContentPartPr>
              <p14:xfrm>
                <a:off x="5668490" y="1228767"/>
                <a:ext cx="43920" cy="19008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D153534C-BB93-A3C5-E403-2DABE49EEACF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5650490" y="1211127"/>
                  <a:ext cx="7956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C39B9500-BF1C-AE8A-9788-523D6F9E220B}"/>
                    </a:ext>
                  </a:extLst>
                </p14:cNvPr>
                <p14:cNvContentPartPr/>
                <p14:nvPr/>
              </p14:nvContentPartPr>
              <p14:xfrm>
                <a:off x="5694410" y="1204287"/>
                <a:ext cx="285120" cy="77328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C39B9500-BF1C-AE8A-9788-523D6F9E220B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5676770" y="1186287"/>
                  <a:ext cx="320760" cy="80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7A0EA886-47BB-06B8-4301-27260811916A}"/>
                    </a:ext>
                  </a:extLst>
                </p14:cNvPr>
                <p14:cNvContentPartPr/>
                <p14:nvPr/>
              </p14:nvContentPartPr>
              <p14:xfrm>
                <a:off x="4565810" y="1143447"/>
                <a:ext cx="424440" cy="96120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7A0EA886-47BB-06B8-4301-27260811916A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4548170" y="1125447"/>
                  <a:ext cx="460080" cy="996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04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C81FD171-E891-EFB1-6052-2C574FDAE5E3}"/>
                  </a:ext>
                </a:extLst>
              </p14:cNvPr>
              <p14:cNvContentPartPr/>
              <p14:nvPr/>
            </p14:nvContentPartPr>
            <p14:xfrm>
              <a:off x="6262850" y="1000167"/>
              <a:ext cx="117720" cy="372960"/>
            </p14:xfrm>
          </p:contentPart>
        </mc:Choice>
        <mc:Fallback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C81FD171-E891-EFB1-6052-2C574FDAE5E3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6244850" y="982527"/>
                <a:ext cx="153360" cy="40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6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82995CFA-6D02-31BE-1053-C6523602E2F5}"/>
                  </a:ext>
                </a:extLst>
              </p14:cNvPr>
              <p14:cNvContentPartPr/>
              <p14:nvPr/>
            </p14:nvContentPartPr>
            <p14:xfrm>
              <a:off x="6824090" y="1993767"/>
              <a:ext cx="54360" cy="10080"/>
            </p14:xfrm>
          </p:contentPart>
        </mc:Choice>
        <mc:Fallback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82995CFA-6D02-31BE-1053-C6523602E2F5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6806090" y="1976127"/>
                <a:ext cx="90000" cy="45720"/>
              </a:xfrm>
              <a:prstGeom prst="rect">
                <a:avLst/>
              </a:prstGeom>
            </p:spPr>
          </p:pic>
        </mc:Fallback>
      </mc:AlternateContent>
      <p:grpSp>
        <p:nvGrpSpPr>
          <p:cNvPr id="66" name="Group 65">
            <a:extLst>
              <a:ext uri="{FF2B5EF4-FFF2-40B4-BE49-F238E27FC236}">
                <a16:creationId xmlns:a16="http://schemas.microsoft.com/office/drawing/2014/main" id="{9B6F7EF6-1C28-E720-0149-558FC981A0E8}"/>
              </a:ext>
            </a:extLst>
          </p:cNvPr>
          <p:cNvGrpSpPr/>
          <p:nvPr/>
        </p:nvGrpSpPr>
        <p:grpSpPr>
          <a:xfrm>
            <a:off x="2013050" y="2199687"/>
            <a:ext cx="4411440" cy="426600"/>
            <a:chOff x="2013050" y="2199687"/>
            <a:chExt cx="4411440" cy="426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3F957493-7D67-51F8-745D-5CE65B53A807}"/>
                    </a:ext>
                  </a:extLst>
                </p14:cNvPr>
                <p14:cNvContentPartPr/>
                <p14:nvPr/>
              </p14:nvContentPartPr>
              <p14:xfrm>
                <a:off x="2013770" y="2199687"/>
                <a:ext cx="4410720" cy="13356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3F957493-7D67-51F8-745D-5CE65B53A807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996130" y="2182047"/>
                  <a:ext cx="444636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8A0A342A-F427-4EAB-444D-07509C681001}"/>
                    </a:ext>
                  </a:extLst>
                </p14:cNvPr>
                <p14:cNvContentPartPr/>
                <p14:nvPr/>
              </p14:nvContentPartPr>
              <p14:xfrm>
                <a:off x="2013050" y="2441247"/>
                <a:ext cx="4038840" cy="18504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8A0A342A-F427-4EAB-444D-07509C681001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995410" y="2423607"/>
                  <a:ext cx="4074480" cy="220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12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0DCDA2ED-2651-BF49-2A44-487088270C70}"/>
                  </a:ext>
                </a:extLst>
              </p14:cNvPr>
              <p14:cNvContentPartPr/>
              <p14:nvPr/>
            </p14:nvContentPartPr>
            <p14:xfrm>
              <a:off x="609410" y="2983767"/>
              <a:ext cx="16920" cy="37080"/>
            </p14:xfrm>
          </p:contentPart>
        </mc:Choice>
        <mc:Fallback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0DCDA2ED-2651-BF49-2A44-487088270C70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591410" y="2966127"/>
                <a:ext cx="52560" cy="72720"/>
              </a:xfrm>
              <a:prstGeom prst="rect">
                <a:avLst/>
              </a:prstGeom>
            </p:spPr>
          </p:pic>
        </mc:Fallback>
      </mc:AlternateContent>
      <p:grpSp>
        <p:nvGrpSpPr>
          <p:cNvPr id="75" name="Group 74">
            <a:extLst>
              <a:ext uri="{FF2B5EF4-FFF2-40B4-BE49-F238E27FC236}">
                <a16:creationId xmlns:a16="http://schemas.microsoft.com/office/drawing/2014/main" id="{75731787-330C-475F-1E34-4268726EC67A}"/>
              </a:ext>
            </a:extLst>
          </p:cNvPr>
          <p:cNvGrpSpPr/>
          <p:nvPr/>
        </p:nvGrpSpPr>
        <p:grpSpPr>
          <a:xfrm>
            <a:off x="549650" y="3195087"/>
            <a:ext cx="677520" cy="278280"/>
            <a:chOff x="549650" y="3195087"/>
            <a:chExt cx="677520" cy="278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B9DBC3D9-479A-97E7-7956-32D46D78BCED}"/>
                    </a:ext>
                  </a:extLst>
                </p14:cNvPr>
                <p14:cNvContentPartPr/>
                <p14:nvPr/>
              </p14:nvContentPartPr>
              <p14:xfrm>
                <a:off x="549650" y="3195087"/>
                <a:ext cx="74520" cy="25272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B9DBC3D9-479A-97E7-7956-32D46D78BCED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532010" y="3177447"/>
                  <a:ext cx="110160" cy="28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0DFC507B-6F36-9FB0-721B-21C24BA95F4E}"/>
                    </a:ext>
                  </a:extLst>
                </p14:cNvPr>
                <p14:cNvContentPartPr/>
                <p14:nvPr/>
              </p14:nvContentPartPr>
              <p14:xfrm>
                <a:off x="721370" y="3448887"/>
                <a:ext cx="10800" cy="2448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0DFC507B-6F36-9FB0-721B-21C24BA95F4E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703730" y="3430887"/>
                  <a:ext cx="4644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42BB9855-9294-21C5-3B0E-D84A4C31D584}"/>
                    </a:ext>
                  </a:extLst>
                </p14:cNvPr>
                <p14:cNvContentPartPr/>
                <p14:nvPr/>
              </p14:nvContentPartPr>
              <p14:xfrm>
                <a:off x="858170" y="3279327"/>
                <a:ext cx="151200" cy="19152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42BB9855-9294-21C5-3B0E-D84A4C31D584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840170" y="3261687"/>
                  <a:ext cx="18684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EB167921-90B9-6E2A-81A1-0CFE78BB987A}"/>
                    </a:ext>
                  </a:extLst>
                </p14:cNvPr>
                <p14:cNvContentPartPr/>
                <p14:nvPr/>
              </p14:nvContentPartPr>
              <p14:xfrm>
                <a:off x="1196930" y="3398127"/>
                <a:ext cx="30240" cy="2412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EB167921-90B9-6E2A-81A1-0CFE78BB987A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178930" y="3380487"/>
                  <a:ext cx="65880" cy="59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22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B6701098-01E6-6C69-732E-5FD397697741}"/>
                  </a:ext>
                </a:extLst>
              </p14:cNvPr>
              <p14:cNvContentPartPr/>
              <p14:nvPr/>
            </p14:nvContentPartPr>
            <p14:xfrm>
              <a:off x="26570" y="407607"/>
              <a:ext cx="127800" cy="428400"/>
            </p14:xfrm>
          </p:contentPart>
        </mc:Choice>
        <mc:Fallback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B6701098-01E6-6C69-732E-5FD397697741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8930" y="389607"/>
                <a:ext cx="163440" cy="46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4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7CB1E450-3EB9-BD87-E5B8-659444BE9202}"/>
                  </a:ext>
                </a:extLst>
              </p14:cNvPr>
              <p14:cNvContentPartPr/>
              <p14:nvPr/>
            </p14:nvContentPartPr>
            <p14:xfrm>
              <a:off x="244730" y="657087"/>
              <a:ext cx="27720" cy="38520"/>
            </p14:xfrm>
          </p:contentPart>
        </mc:Choice>
        <mc:Fallback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7CB1E450-3EB9-BD87-E5B8-659444BE9202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227090" y="639447"/>
                <a:ext cx="63360" cy="74160"/>
              </a:xfrm>
              <a:prstGeom prst="rect">
                <a:avLst/>
              </a:prstGeom>
            </p:spPr>
          </p:pic>
        </mc:Fallback>
      </mc:AlternateContent>
      <p:grpSp>
        <p:nvGrpSpPr>
          <p:cNvPr id="94" name="Group 93">
            <a:extLst>
              <a:ext uri="{FF2B5EF4-FFF2-40B4-BE49-F238E27FC236}">
                <a16:creationId xmlns:a16="http://schemas.microsoft.com/office/drawing/2014/main" id="{C10CE139-107B-914E-2336-E905C55CF86A}"/>
              </a:ext>
            </a:extLst>
          </p:cNvPr>
          <p:cNvGrpSpPr/>
          <p:nvPr/>
        </p:nvGrpSpPr>
        <p:grpSpPr>
          <a:xfrm>
            <a:off x="2137250" y="2988807"/>
            <a:ext cx="2894040" cy="479880"/>
            <a:chOff x="2137250" y="2988807"/>
            <a:chExt cx="2894040" cy="479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90F290F7-97C6-971B-9B98-A0F1663E3943}"/>
                    </a:ext>
                  </a:extLst>
                </p14:cNvPr>
                <p14:cNvContentPartPr/>
                <p14:nvPr/>
              </p14:nvContentPartPr>
              <p14:xfrm>
                <a:off x="2227970" y="3028767"/>
                <a:ext cx="91800" cy="43992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90F290F7-97C6-971B-9B98-A0F1663E3943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2209970" y="3010767"/>
                  <a:ext cx="127440" cy="47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A3930FBA-9BFA-B805-7D7E-3DE53323D947}"/>
                    </a:ext>
                  </a:extLst>
                </p14:cNvPr>
                <p14:cNvContentPartPr/>
                <p14:nvPr/>
              </p14:nvContentPartPr>
              <p14:xfrm>
                <a:off x="2137250" y="3103647"/>
                <a:ext cx="551160" cy="31068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A3930FBA-9BFA-B805-7D7E-3DE53323D947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2119250" y="3086007"/>
                  <a:ext cx="586800" cy="34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B8BC33A6-BFA9-B9BD-6221-A0A425E79E88}"/>
                    </a:ext>
                  </a:extLst>
                </p14:cNvPr>
                <p14:cNvContentPartPr/>
                <p14:nvPr/>
              </p14:nvContentPartPr>
              <p14:xfrm>
                <a:off x="2670770" y="3239007"/>
                <a:ext cx="260640" cy="18612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B8BC33A6-BFA9-B9BD-6221-A0A425E79E88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2653130" y="3221007"/>
                  <a:ext cx="29628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697062FF-7019-5E6E-4CAC-54738286CBDB}"/>
                    </a:ext>
                  </a:extLst>
                </p14:cNvPr>
                <p14:cNvContentPartPr/>
                <p14:nvPr/>
              </p14:nvContentPartPr>
              <p14:xfrm>
                <a:off x="3333890" y="3185367"/>
                <a:ext cx="53640" cy="21420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697062FF-7019-5E6E-4CAC-54738286CBDB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3316250" y="3167367"/>
                  <a:ext cx="89280" cy="24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59A41EE7-0733-4322-A137-E48181D24FC8}"/>
                    </a:ext>
                  </a:extLst>
                </p14:cNvPr>
                <p14:cNvContentPartPr/>
                <p14:nvPr/>
              </p14:nvContentPartPr>
              <p14:xfrm>
                <a:off x="3449090" y="2988807"/>
                <a:ext cx="7200" cy="5364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59A41EE7-0733-4322-A137-E48181D24FC8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3431450" y="2970807"/>
                  <a:ext cx="4284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ECE6616E-EBDA-B3C0-150D-583B6519D8E3}"/>
                    </a:ext>
                  </a:extLst>
                </p14:cNvPr>
                <p14:cNvContentPartPr/>
                <p14:nvPr/>
              </p14:nvContentPartPr>
              <p14:xfrm>
                <a:off x="3548090" y="3166287"/>
                <a:ext cx="225360" cy="17136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ECE6616E-EBDA-B3C0-150D-583B6519D8E3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3530090" y="3148287"/>
                  <a:ext cx="26100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E90192AB-5949-8741-B1F5-4175E4C5D811}"/>
                    </a:ext>
                  </a:extLst>
                </p14:cNvPr>
                <p14:cNvContentPartPr/>
                <p14:nvPr/>
              </p14:nvContentPartPr>
              <p14:xfrm>
                <a:off x="3886850" y="3038487"/>
                <a:ext cx="1144440" cy="25344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E90192AB-5949-8741-B1F5-4175E4C5D811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3868850" y="3020487"/>
                  <a:ext cx="1180080" cy="289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40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8578EA93-835D-D700-31CC-1FDFDE79AACF}"/>
                  </a:ext>
                </a:extLst>
              </p14:cNvPr>
              <p14:cNvContentPartPr/>
              <p14:nvPr/>
            </p14:nvContentPartPr>
            <p14:xfrm>
              <a:off x="5530610" y="3005367"/>
              <a:ext cx="467280" cy="797040"/>
            </p14:xfrm>
          </p:contentPart>
        </mc:Choice>
        <mc:Fallback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8578EA93-835D-D700-31CC-1FDFDE79AACF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5512610" y="2987727"/>
                <a:ext cx="502920" cy="832680"/>
              </a:xfrm>
              <a:prstGeom prst="rect">
                <a:avLst/>
              </a:prstGeom>
            </p:spPr>
          </p:pic>
        </mc:Fallback>
      </mc:AlternateContent>
      <p:grpSp>
        <p:nvGrpSpPr>
          <p:cNvPr id="93" name="Group 92">
            <a:extLst>
              <a:ext uri="{FF2B5EF4-FFF2-40B4-BE49-F238E27FC236}">
                <a16:creationId xmlns:a16="http://schemas.microsoft.com/office/drawing/2014/main" id="{1689DFC7-0B22-63E7-1B3D-3EF67FBF5BE2}"/>
              </a:ext>
            </a:extLst>
          </p:cNvPr>
          <p:cNvGrpSpPr/>
          <p:nvPr/>
        </p:nvGrpSpPr>
        <p:grpSpPr>
          <a:xfrm>
            <a:off x="6848210" y="3011127"/>
            <a:ext cx="707760" cy="351720"/>
            <a:chOff x="6848210" y="3011127"/>
            <a:chExt cx="707760" cy="351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C69AC66A-49C0-0F12-BC4E-1D024215A14C}"/>
                    </a:ext>
                  </a:extLst>
                </p14:cNvPr>
                <p14:cNvContentPartPr/>
                <p14:nvPr/>
              </p14:nvContentPartPr>
              <p14:xfrm>
                <a:off x="6848210" y="3037407"/>
                <a:ext cx="239040" cy="32544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C69AC66A-49C0-0F12-BC4E-1D024215A14C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6830570" y="3019407"/>
                  <a:ext cx="274680" cy="36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4300E0A5-C79B-7D7C-6FC6-59AF9748BEA7}"/>
                    </a:ext>
                  </a:extLst>
                </p14:cNvPr>
                <p14:cNvContentPartPr/>
                <p14:nvPr/>
              </p14:nvContentPartPr>
              <p14:xfrm>
                <a:off x="6955490" y="3011127"/>
                <a:ext cx="600480" cy="31536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4300E0A5-C79B-7D7C-6FC6-59AF9748BEA7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6937850" y="2993127"/>
                  <a:ext cx="636120" cy="351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B817915E-E985-2386-DF43-D3C5BB8E7257}"/>
              </a:ext>
            </a:extLst>
          </p:cNvPr>
          <p:cNvGrpSpPr/>
          <p:nvPr/>
        </p:nvGrpSpPr>
        <p:grpSpPr>
          <a:xfrm>
            <a:off x="8008130" y="2933367"/>
            <a:ext cx="2408760" cy="978120"/>
            <a:chOff x="8008130" y="2933367"/>
            <a:chExt cx="2408760" cy="978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AAC34ACC-A3FA-A172-0ED7-977D8A23726E}"/>
                    </a:ext>
                  </a:extLst>
                </p14:cNvPr>
                <p14:cNvContentPartPr/>
                <p14:nvPr/>
              </p14:nvContentPartPr>
              <p14:xfrm>
                <a:off x="8045570" y="2933367"/>
                <a:ext cx="482760" cy="41760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AAC34ACC-A3FA-A172-0ED7-977D8A23726E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8027570" y="2915367"/>
                  <a:ext cx="518400" cy="45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56452B30-2945-C609-57A2-5D1825B7AC02}"/>
                    </a:ext>
                  </a:extLst>
                </p14:cNvPr>
                <p14:cNvContentPartPr/>
                <p14:nvPr/>
              </p14:nvContentPartPr>
              <p14:xfrm>
                <a:off x="8605370" y="3106167"/>
                <a:ext cx="654120" cy="23652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56452B30-2945-C609-57A2-5D1825B7AC02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8587370" y="3088527"/>
                  <a:ext cx="689760" cy="27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0CDE5441-A555-FF21-389B-D3C41FB6C973}"/>
                    </a:ext>
                  </a:extLst>
                </p14:cNvPr>
                <p14:cNvContentPartPr/>
                <p14:nvPr/>
              </p14:nvContentPartPr>
              <p14:xfrm>
                <a:off x="9213050" y="2951007"/>
                <a:ext cx="329400" cy="96048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0CDE5441-A555-FF21-389B-D3C41FB6C973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9195050" y="2933007"/>
                  <a:ext cx="365040" cy="9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850FE781-8B54-4022-8DD1-8286822A7FCE}"/>
                    </a:ext>
                  </a:extLst>
                </p14:cNvPr>
                <p14:cNvContentPartPr/>
                <p14:nvPr/>
              </p14:nvContentPartPr>
              <p14:xfrm>
                <a:off x="9640010" y="3125967"/>
                <a:ext cx="776880" cy="22428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850FE781-8B54-4022-8DD1-8286822A7FCE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9622370" y="3107967"/>
                  <a:ext cx="812520" cy="25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BC6DE466-5668-72CE-C858-725C613ED77F}"/>
                    </a:ext>
                  </a:extLst>
                </p14:cNvPr>
                <p14:cNvContentPartPr/>
                <p14:nvPr/>
              </p14:nvContentPartPr>
              <p14:xfrm>
                <a:off x="8008130" y="3084567"/>
                <a:ext cx="230400" cy="3564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BC6DE466-5668-72CE-C858-725C613ED77F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7990490" y="3066567"/>
                  <a:ext cx="266040" cy="71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56">
            <p14:nvContentPartPr>
              <p14:cNvPr id="91" name="Ink 90">
                <a:extLst>
                  <a:ext uri="{FF2B5EF4-FFF2-40B4-BE49-F238E27FC236}">
                    <a16:creationId xmlns:a16="http://schemas.microsoft.com/office/drawing/2014/main" id="{D007EA63-1E82-7BEF-A35E-0DD180B26809}"/>
                  </a:ext>
                </a:extLst>
              </p14:cNvPr>
              <p14:cNvContentPartPr/>
              <p14:nvPr/>
            </p14:nvContentPartPr>
            <p14:xfrm>
              <a:off x="10819370" y="2876487"/>
              <a:ext cx="784440" cy="815400"/>
            </p14:xfrm>
          </p:contentPart>
        </mc:Choice>
        <mc:Fallback>
          <p:pic>
            <p:nvPicPr>
              <p:cNvPr id="91" name="Ink 90">
                <a:extLst>
                  <a:ext uri="{FF2B5EF4-FFF2-40B4-BE49-F238E27FC236}">
                    <a16:creationId xmlns:a16="http://schemas.microsoft.com/office/drawing/2014/main" id="{D007EA63-1E82-7BEF-A35E-0DD180B26809}"/>
                  </a:ext>
                </a:extLst>
              </p:cNvPr>
              <p:cNvPicPr/>
              <p:nvPr/>
            </p:nvPicPr>
            <p:blipFill>
              <a:blip r:embed="rId157"/>
              <a:stretch>
                <a:fillRect/>
              </a:stretch>
            </p:blipFill>
            <p:spPr>
              <a:xfrm>
                <a:off x="10801730" y="2858847"/>
                <a:ext cx="820080" cy="85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8">
            <p14:nvContentPartPr>
              <p14:cNvPr id="95" name="Ink 94">
                <a:extLst>
                  <a:ext uri="{FF2B5EF4-FFF2-40B4-BE49-F238E27FC236}">
                    <a16:creationId xmlns:a16="http://schemas.microsoft.com/office/drawing/2014/main" id="{45A83DC3-BA9D-1E04-64DD-AA71DB0DC89B}"/>
                  </a:ext>
                </a:extLst>
              </p14:cNvPr>
              <p14:cNvContentPartPr/>
              <p14:nvPr/>
            </p14:nvContentPartPr>
            <p14:xfrm>
              <a:off x="177050" y="4098687"/>
              <a:ext cx="205200" cy="204840"/>
            </p14:xfrm>
          </p:contentPart>
        </mc:Choice>
        <mc:Fallback>
          <p:pic>
            <p:nvPicPr>
              <p:cNvPr id="95" name="Ink 94">
                <a:extLst>
                  <a:ext uri="{FF2B5EF4-FFF2-40B4-BE49-F238E27FC236}">
                    <a16:creationId xmlns:a16="http://schemas.microsoft.com/office/drawing/2014/main" id="{45A83DC3-BA9D-1E04-64DD-AA71DB0DC89B}"/>
                  </a:ext>
                </a:extLst>
              </p:cNvPr>
              <p:cNvPicPr/>
              <p:nvPr/>
            </p:nvPicPr>
            <p:blipFill>
              <a:blip r:embed="rId159"/>
              <a:stretch>
                <a:fillRect/>
              </a:stretch>
            </p:blipFill>
            <p:spPr>
              <a:xfrm>
                <a:off x="159410" y="4080687"/>
                <a:ext cx="240840" cy="240480"/>
              </a:xfrm>
              <a:prstGeom prst="rect">
                <a:avLst/>
              </a:prstGeom>
            </p:spPr>
          </p:pic>
        </mc:Fallback>
      </mc:AlternateContent>
      <p:grpSp>
        <p:nvGrpSpPr>
          <p:cNvPr id="121" name="Group 120">
            <a:extLst>
              <a:ext uri="{FF2B5EF4-FFF2-40B4-BE49-F238E27FC236}">
                <a16:creationId xmlns:a16="http://schemas.microsoft.com/office/drawing/2014/main" id="{CCD95863-7631-10FB-576C-7A6C65753A68}"/>
              </a:ext>
            </a:extLst>
          </p:cNvPr>
          <p:cNvGrpSpPr/>
          <p:nvPr/>
        </p:nvGrpSpPr>
        <p:grpSpPr>
          <a:xfrm>
            <a:off x="840170" y="3912567"/>
            <a:ext cx="1464480" cy="397080"/>
            <a:chOff x="840170" y="3912567"/>
            <a:chExt cx="1464480" cy="397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D35C20A9-58F2-0F0F-98AB-61E5906F5B85}"/>
                    </a:ext>
                  </a:extLst>
                </p14:cNvPr>
                <p14:cNvContentPartPr/>
                <p14:nvPr/>
              </p14:nvContentPartPr>
              <p14:xfrm>
                <a:off x="840170" y="4124247"/>
                <a:ext cx="323640" cy="14544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D35C20A9-58F2-0F0F-98AB-61E5906F5B85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822530" y="4106247"/>
                  <a:ext cx="35928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E696CC31-1B1D-7CB5-15EC-96E00C5A0D0A}"/>
                    </a:ext>
                  </a:extLst>
                </p14:cNvPr>
                <p14:cNvContentPartPr/>
                <p14:nvPr/>
              </p14:nvContentPartPr>
              <p14:xfrm>
                <a:off x="1281890" y="3912567"/>
                <a:ext cx="737280" cy="39708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E696CC31-1B1D-7CB5-15EC-96E00C5A0D0A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1263890" y="3894927"/>
                  <a:ext cx="772920" cy="43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9E05B422-005F-BF0F-9043-8CFB611C9435}"/>
                    </a:ext>
                  </a:extLst>
                </p14:cNvPr>
                <p14:cNvContentPartPr/>
                <p14:nvPr/>
              </p14:nvContentPartPr>
              <p14:xfrm>
                <a:off x="2109530" y="4097967"/>
                <a:ext cx="136080" cy="15660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9E05B422-005F-BF0F-9043-8CFB611C9435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2091530" y="4080327"/>
                  <a:ext cx="17172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3E752C6E-2519-AC07-93A4-BA5F7FC1CB23}"/>
                    </a:ext>
                  </a:extLst>
                </p14:cNvPr>
                <p14:cNvContentPartPr/>
                <p14:nvPr/>
              </p14:nvContentPartPr>
              <p14:xfrm>
                <a:off x="2096570" y="4086087"/>
                <a:ext cx="208080" cy="19260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3E752C6E-2519-AC07-93A4-BA5F7FC1CB23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2078570" y="4068447"/>
                  <a:ext cx="243720" cy="22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34E37081-733D-B0FC-F9B7-FD761C0CD219}"/>
                    </a:ext>
                  </a:extLst>
                </p14:cNvPr>
                <p14:cNvContentPartPr/>
                <p14:nvPr/>
              </p14:nvContentPartPr>
              <p14:xfrm>
                <a:off x="2091530" y="3975927"/>
                <a:ext cx="6480" cy="4140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34E37081-733D-B0FC-F9B7-FD761C0CD219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2073530" y="3957927"/>
                  <a:ext cx="4212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D2BAAEA4-1FEF-2D69-FAFF-244A238E329A}"/>
                    </a:ext>
                  </a:extLst>
                </p14:cNvPr>
                <p14:cNvContentPartPr/>
                <p14:nvPr/>
              </p14:nvContentPartPr>
              <p14:xfrm>
                <a:off x="1380530" y="3983127"/>
                <a:ext cx="153360" cy="2196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D2BAAEA4-1FEF-2D69-FAFF-244A238E329A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1362890" y="3965127"/>
                  <a:ext cx="189000" cy="57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FA8FA504-23A8-98A2-F9A7-245084CA8109}"/>
              </a:ext>
            </a:extLst>
          </p:cNvPr>
          <p:cNvGrpSpPr/>
          <p:nvPr/>
        </p:nvGrpSpPr>
        <p:grpSpPr>
          <a:xfrm>
            <a:off x="2921690" y="4014087"/>
            <a:ext cx="297000" cy="266760"/>
            <a:chOff x="2921690" y="4014087"/>
            <a:chExt cx="297000" cy="266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0F3161D1-DDAD-82D7-9570-ED3E742333E8}"/>
                    </a:ext>
                  </a:extLst>
                </p14:cNvPr>
                <p14:cNvContentPartPr/>
                <p14:nvPr/>
              </p14:nvContentPartPr>
              <p14:xfrm>
                <a:off x="2921690" y="4014087"/>
                <a:ext cx="116640" cy="26676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0F3161D1-DDAD-82D7-9570-ED3E742333E8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2904050" y="3996447"/>
                  <a:ext cx="152280" cy="30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8805169A-08EB-2504-286B-9FAF0ECEC40F}"/>
                    </a:ext>
                  </a:extLst>
                </p14:cNvPr>
                <p14:cNvContentPartPr/>
                <p14:nvPr/>
              </p14:nvContentPartPr>
              <p14:xfrm>
                <a:off x="3096290" y="4041807"/>
                <a:ext cx="122400" cy="17964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8805169A-08EB-2504-286B-9FAF0ECEC40F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3078290" y="4023807"/>
                  <a:ext cx="158040" cy="215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76">
            <p14:nvContentPartPr>
              <p14:cNvPr id="104" name="Ink 103">
                <a:extLst>
                  <a:ext uri="{FF2B5EF4-FFF2-40B4-BE49-F238E27FC236}">
                    <a16:creationId xmlns:a16="http://schemas.microsoft.com/office/drawing/2014/main" id="{FE66584B-9F40-716C-22DF-EB69C8153A2F}"/>
                  </a:ext>
                </a:extLst>
              </p14:cNvPr>
              <p14:cNvContentPartPr/>
              <p14:nvPr/>
            </p14:nvContentPartPr>
            <p14:xfrm>
              <a:off x="3071810" y="3831927"/>
              <a:ext cx="18360" cy="30240"/>
            </p14:xfrm>
          </p:contentPart>
        </mc:Choice>
        <mc:Fallback>
          <p:pic>
            <p:nvPicPr>
              <p:cNvPr id="104" name="Ink 103">
                <a:extLst>
                  <a:ext uri="{FF2B5EF4-FFF2-40B4-BE49-F238E27FC236}">
                    <a16:creationId xmlns:a16="http://schemas.microsoft.com/office/drawing/2014/main" id="{FE66584B-9F40-716C-22DF-EB69C8153A2F}"/>
                  </a:ext>
                </a:extLst>
              </p:cNvPr>
              <p:cNvPicPr/>
              <p:nvPr/>
            </p:nvPicPr>
            <p:blipFill>
              <a:blip r:embed="rId177"/>
              <a:stretch>
                <a:fillRect/>
              </a:stretch>
            </p:blipFill>
            <p:spPr>
              <a:xfrm>
                <a:off x="3054170" y="3814287"/>
                <a:ext cx="54000" cy="65880"/>
              </a:xfrm>
              <a:prstGeom prst="rect">
                <a:avLst/>
              </a:prstGeom>
            </p:spPr>
          </p:pic>
        </mc:Fallback>
      </mc:AlternateContent>
      <p:grpSp>
        <p:nvGrpSpPr>
          <p:cNvPr id="119" name="Group 118">
            <a:extLst>
              <a:ext uri="{FF2B5EF4-FFF2-40B4-BE49-F238E27FC236}">
                <a16:creationId xmlns:a16="http://schemas.microsoft.com/office/drawing/2014/main" id="{BF7E4CF8-1FEB-CC17-C571-73E6CA8D3EA4}"/>
              </a:ext>
            </a:extLst>
          </p:cNvPr>
          <p:cNvGrpSpPr/>
          <p:nvPr/>
        </p:nvGrpSpPr>
        <p:grpSpPr>
          <a:xfrm>
            <a:off x="4043090" y="3844527"/>
            <a:ext cx="728280" cy="380160"/>
            <a:chOff x="4043090" y="3844527"/>
            <a:chExt cx="728280" cy="380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411E813C-8107-F06E-1422-CC88BE39EF88}"/>
                    </a:ext>
                  </a:extLst>
                </p14:cNvPr>
                <p14:cNvContentPartPr/>
                <p14:nvPr/>
              </p14:nvContentPartPr>
              <p14:xfrm>
                <a:off x="4057850" y="3844527"/>
                <a:ext cx="713520" cy="38016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411E813C-8107-F06E-1422-CC88BE39EF88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4039850" y="3826527"/>
                  <a:ext cx="749160" cy="41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35748740-6C62-2B80-94E4-4D34868BCCE2}"/>
                    </a:ext>
                  </a:extLst>
                </p14:cNvPr>
                <p14:cNvContentPartPr/>
                <p14:nvPr/>
              </p14:nvContentPartPr>
              <p14:xfrm>
                <a:off x="4043090" y="3972687"/>
                <a:ext cx="225000" cy="2448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35748740-6C62-2B80-94E4-4D34868BCCE2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4025450" y="3954687"/>
                  <a:ext cx="260640" cy="60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2336293A-B79B-A8CF-57DE-C40318FC925D}"/>
              </a:ext>
            </a:extLst>
          </p:cNvPr>
          <p:cNvGrpSpPr/>
          <p:nvPr/>
        </p:nvGrpSpPr>
        <p:grpSpPr>
          <a:xfrm>
            <a:off x="5626010" y="3764247"/>
            <a:ext cx="2164320" cy="1001880"/>
            <a:chOff x="5626010" y="3764247"/>
            <a:chExt cx="2164320" cy="1001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F29920C7-2606-0A7B-7FE0-BBCD785DBDFC}"/>
                    </a:ext>
                  </a:extLst>
                </p14:cNvPr>
                <p14:cNvContentPartPr/>
                <p14:nvPr/>
              </p14:nvContentPartPr>
              <p14:xfrm>
                <a:off x="5626010" y="3858207"/>
                <a:ext cx="244080" cy="34668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F29920C7-2606-0A7B-7FE0-BBCD785DBDFC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5608010" y="3840567"/>
                  <a:ext cx="279720" cy="38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FBEACE4C-F687-686C-33D3-F3202924712F}"/>
                    </a:ext>
                  </a:extLst>
                </p14:cNvPr>
                <p14:cNvContentPartPr/>
                <p14:nvPr/>
              </p14:nvContentPartPr>
              <p14:xfrm>
                <a:off x="5729690" y="3964047"/>
                <a:ext cx="428760" cy="22824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FBEACE4C-F687-686C-33D3-F3202924712F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5712050" y="3946047"/>
                  <a:ext cx="464400" cy="26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89FF94AD-439F-C918-4DC5-8C591AFA50DC}"/>
                    </a:ext>
                  </a:extLst>
                </p14:cNvPr>
                <p14:cNvContentPartPr/>
                <p14:nvPr/>
              </p14:nvContentPartPr>
              <p14:xfrm>
                <a:off x="6177170" y="3991767"/>
                <a:ext cx="178920" cy="17028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89FF94AD-439F-C918-4DC5-8C591AFA50DC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6159530" y="3973767"/>
                  <a:ext cx="21456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1BFC3014-A183-F3F2-F223-64EBC0CF7B13}"/>
                    </a:ext>
                  </a:extLst>
                </p14:cNvPr>
                <p14:cNvContentPartPr/>
                <p14:nvPr/>
              </p14:nvContentPartPr>
              <p14:xfrm>
                <a:off x="6430970" y="3947487"/>
                <a:ext cx="244440" cy="16020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1BFC3014-A183-F3F2-F223-64EBC0CF7B13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6413330" y="3929487"/>
                  <a:ext cx="28008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8F295492-141F-047C-2D57-D7C96CC7241E}"/>
                    </a:ext>
                  </a:extLst>
                </p14:cNvPr>
                <p14:cNvContentPartPr/>
                <p14:nvPr/>
              </p14:nvContentPartPr>
              <p14:xfrm>
                <a:off x="6706370" y="3908247"/>
                <a:ext cx="188280" cy="18828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8F295492-141F-047C-2D57-D7C96CC7241E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6688370" y="3890247"/>
                  <a:ext cx="22392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F58BA52A-F3D3-8330-6A19-AE0D7B1F1464}"/>
                    </a:ext>
                  </a:extLst>
                </p14:cNvPr>
                <p14:cNvContentPartPr/>
                <p14:nvPr/>
              </p14:nvContentPartPr>
              <p14:xfrm>
                <a:off x="6766130" y="3764247"/>
                <a:ext cx="405360" cy="100188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F58BA52A-F3D3-8330-6A19-AE0D7B1F1464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6748130" y="3746247"/>
                  <a:ext cx="441000" cy="10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84637F0D-7D2D-6FD1-7222-ADAAEF132818}"/>
                    </a:ext>
                  </a:extLst>
                </p14:cNvPr>
                <p14:cNvContentPartPr/>
                <p14:nvPr/>
              </p14:nvContentPartPr>
              <p14:xfrm>
                <a:off x="7235210" y="3978087"/>
                <a:ext cx="555120" cy="16236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84637F0D-7D2D-6FD1-7222-ADAAEF132818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7217210" y="3960447"/>
                  <a:ext cx="590760" cy="198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96">
            <p14:nvContentPartPr>
              <p14:cNvPr id="114" name="Ink 113">
                <a:extLst>
                  <a:ext uri="{FF2B5EF4-FFF2-40B4-BE49-F238E27FC236}">
                    <a16:creationId xmlns:a16="http://schemas.microsoft.com/office/drawing/2014/main" id="{97068BF3-D0EA-32BB-BB2B-DB17E772A685}"/>
                  </a:ext>
                </a:extLst>
              </p14:cNvPr>
              <p14:cNvContentPartPr/>
              <p14:nvPr/>
            </p14:nvContentPartPr>
            <p14:xfrm>
              <a:off x="8400530" y="3795567"/>
              <a:ext cx="518400" cy="824040"/>
            </p14:xfrm>
          </p:contentPart>
        </mc:Choice>
        <mc:Fallback>
          <p:pic>
            <p:nvPicPr>
              <p:cNvPr id="114" name="Ink 113">
                <a:extLst>
                  <a:ext uri="{FF2B5EF4-FFF2-40B4-BE49-F238E27FC236}">
                    <a16:creationId xmlns:a16="http://schemas.microsoft.com/office/drawing/2014/main" id="{97068BF3-D0EA-32BB-BB2B-DB17E772A685}"/>
                  </a:ext>
                </a:extLst>
              </p:cNvPr>
              <p:cNvPicPr/>
              <p:nvPr/>
            </p:nvPicPr>
            <p:blipFill>
              <a:blip r:embed="rId197"/>
              <a:stretch>
                <a:fillRect/>
              </a:stretch>
            </p:blipFill>
            <p:spPr>
              <a:xfrm>
                <a:off x="8382530" y="3777927"/>
                <a:ext cx="554040" cy="859680"/>
              </a:xfrm>
              <a:prstGeom prst="rect">
                <a:avLst/>
              </a:prstGeom>
            </p:spPr>
          </p:pic>
        </mc:Fallback>
      </mc:AlternateContent>
      <p:grpSp>
        <p:nvGrpSpPr>
          <p:cNvPr id="117" name="Group 116">
            <a:extLst>
              <a:ext uri="{FF2B5EF4-FFF2-40B4-BE49-F238E27FC236}">
                <a16:creationId xmlns:a16="http://schemas.microsoft.com/office/drawing/2014/main" id="{8960BFD6-627F-74E1-4D25-42DA18A9078E}"/>
              </a:ext>
            </a:extLst>
          </p:cNvPr>
          <p:cNvGrpSpPr/>
          <p:nvPr/>
        </p:nvGrpSpPr>
        <p:grpSpPr>
          <a:xfrm>
            <a:off x="9465410" y="3741927"/>
            <a:ext cx="881640" cy="381960"/>
            <a:chOff x="9465410" y="3741927"/>
            <a:chExt cx="881640" cy="381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8C3526C4-B3AA-04D8-E467-1A2E97041A6C}"/>
                    </a:ext>
                  </a:extLst>
                </p14:cNvPr>
                <p14:cNvContentPartPr/>
                <p14:nvPr/>
              </p14:nvContentPartPr>
              <p14:xfrm>
                <a:off x="9465410" y="3741927"/>
                <a:ext cx="881640" cy="38196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8C3526C4-B3AA-04D8-E467-1A2E97041A6C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9447410" y="3724287"/>
                  <a:ext cx="917280" cy="41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DB20508E-F3A4-08F0-9025-53A1630732F2}"/>
                    </a:ext>
                  </a:extLst>
                </p14:cNvPr>
                <p14:cNvContentPartPr/>
                <p14:nvPr/>
              </p14:nvContentPartPr>
              <p14:xfrm>
                <a:off x="9616250" y="3917247"/>
                <a:ext cx="136080" cy="2196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DB20508E-F3A4-08F0-9025-53A1630732F2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9598610" y="3899607"/>
                  <a:ext cx="171720" cy="57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02">
            <p14:nvContentPartPr>
              <p14:cNvPr id="123" name="Ink 122">
                <a:extLst>
                  <a:ext uri="{FF2B5EF4-FFF2-40B4-BE49-F238E27FC236}">
                    <a16:creationId xmlns:a16="http://schemas.microsoft.com/office/drawing/2014/main" id="{A663D660-B875-85AE-77C6-03C8A0E72975}"/>
                  </a:ext>
                </a:extLst>
              </p14:cNvPr>
              <p14:cNvContentPartPr/>
              <p14:nvPr/>
            </p14:nvContentPartPr>
            <p14:xfrm>
              <a:off x="360650" y="4655247"/>
              <a:ext cx="55440" cy="28080"/>
            </p14:xfrm>
          </p:contentPart>
        </mc:Choice>
        <mc:Fallback>
          <p:pic>
            <p:nvPicPr>
              <p:cNvPr id="123" name="Ink 122">
                <a:extLst>
                  <a:ext uri="{FF2B5EF4-FFF2-40B4-BE49-F238E27FC236}">
                    <a16:creationId xmlns:a16="http://schemas.microsoft.com/office/drawing/2014/main" id="{A663D660-B875-85AE-77C6-03C8A0E72975}"/>
                  </a:ext>
                </a:extLst>
              </p:cNvPr>
              <p:cNvPicPr/>
              <p:nvPr/>
            </p:nvPicPr>
            <p:blipFill>
              <a:blip r:embed="rId203"/>
              <a:stretch>
                <a:fillRect/>
              </a:stretch>
            </p:blipFill>
            <p:spPr>
              <a:xfrm>
                <a:off x="343010" y="4637247"/>
                <a:ext cx="91080" cy="63720"/>
              </a:xfrm>
              <a:prstGeom prst="rect">
                <a:avLst/>
              </a:prstGeom>
            </p:spPr>
          </p:pic>
        </mc:Fallback>
      </mc:AlternateContent>
      <p:grpSp>
        <p:nvGrpSpPr>
          <p:cNvPr id="127" name="Group 126">
            <a:extLst>
              <a:ext uri="{FF2B5EF4-FFF2-40B4-BE49-F238E27FC236}">
                <a16:creationId xmlns:a16="http://schemas.microsoft.com/office/drawing/2014/main" id="{51C3AD96-2CB9-EA4B-D0C9-544547A496A6}"/>
              </a:ext>
            </a:extLst>
          </p:cNvPr>
          <p:cNvGrpSpPr/>
          <p:nvPr/>
        </p:nvGrpSpPr>
        <p:grpSpPr>
          <a:xfrm>
            <a:off x="343730" y="4830567"/>
            <a:ext cx="1458000" cy="259920"/>
            <a:chOff x="343730" y="4830567"/>
            <a:chExt cx="1458000" cy="259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0F2354DE-F839-CC64-42ED-A00BD592F9F9}"/>
                    </a:ext>
                  </a:extLst>
                </p14:cNvPr>
                <p14:cNvContentPartPr/>
                <p14:nvPr/>
              </p14:nvContentPartPr>
              <p14:xfrm>
                <a:off x="343730" y="4830567"/>
                <a:ext cx="89280" cy="20520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0F2354DE-F839-CC64-42ED-A00BD592F9F9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325730" y="4812567"/>
                  <a:ext cx="12492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71D5DBBD-BA57-B9C5-F8FE-65BEDABAE06B}"/>
                    </a:ext>
                  </a:extLst>
                </p14:cNvPr>
                <p14:cNvContentPartPr/>
                <p14:nvPr/>
              </p14:nvContentPartPr>
              <p14:xfrm>
                <a:off x="466130" y="4887447"/>
                <a:ext cx="177120" cy="16380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71D5DBBD-BA57-B9C5-F8FE-65BEDABAE06B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448490" y="4869447"/>
                  <a:ext cx="21276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87DAF9B3-37FD-359B-7D3A-A2ADFADE6BB1}"/>
                    </a:ext>
                  </a:extLst>
                </p14:cNvPr>
                <p14:cNvContentPartPr/>
                <p14:nvPr/>
              </p14:nvContentPartPr>
              <p14:xfrm>
                <a:off x="711290" y="4843887"/>
                <a:ext cx="1090440" cy="24660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87DAF9B3-37FD-359B-7D3A-A2ADFADE6BB1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693290" y="4826247"/>
                  <a:ext cx="1126080" cy="282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10">
            <p14:nvContentPartPr>
              <p14:cNvPr id="126" name="Ink 125">
                <a:extLst>
                  <a:ext uri="{FF2B5EF4-FFF2-40B4-BE49-F238E27FC236}">
                    <a16:creationId xmlns:a16="http://schemas.microsoft.com/office/drawing/2014/main" id="{FDC0CDF0-D409-F365-6319-A02FFE54EF88}"/>
                  </a:ext>
                </a:extLst>
              </p14:cNvPr>
              <p14:cNvContentPartPr/>
              <p14:nvPr/>
            </p14:nvContentPartPr>
            <p14:xfrm>
              <a:off x="2118530" y="5126847"/>
              <a:ext cx="19080" cy="3960"/>
            </p14:xfrm>
          </p:contentPart>
        </mc:Choice>
        <mc:Fallback>
          <p:pic>
            <p:nvPicPr>
              <p:cNvPr id="126" name="Ink 125">
                <a:extLst>
                  <a:ext uri="{FF2B5EF4-FFF2-40B4-BE49-F238E27FC236}">
                    <a16:creationId xmlns:a16="http://schemas.microsoft.com/office/drawing/2014/main" id="{FDC0CDF0-D409-F365-6319-A02FFE54EF88}"/>
                  </a:ext>
                </a:extLst>
              </p:cNvPr>
              <p:cNvPicPr/>
              <p:nvPr/>
            </p:nvPicPr>
            <p:blipFill>
              <a:blip r:embed="rId211"/>
              <a:stretch>
                <a:fillRect/>
              </a:stretch>
            </p:blipFill>
            <p:spPr>
              <a:xfrm>
                <a:off x="2100530" y="5108847"/>
                <a:ext cx="54720" cy="39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946643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81</TotalTime>
  <Words>11</Words>
  <Application>Microsoft Office PowerPoint</Application>
  <PresentationFormat>Widescreen</PresentationFormat>
  <Paragraphs>3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Aptos</vt:lpstr>
      <vt:lpstr>Aptos Display</vt:lpstr>
      <vt:lpstr>Arial</vt:lpstr>
      <vt:lpstr>Office Theme</vt:lpstr>
      <vt:lpstr>Adjoint and Inverse of a matrix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Dr. Subodh Srivastava</dc:creator>
  <cp:lastModifiedBy>Dr. Subodh Srivastava</cp:lastModifiedBy>
  <cp:revision>2</cp:revision>
  <dcterms:created xsi:type="dcterms:W3CDTF">2026-01-27T05:11:13Z</dcterms:created>
  <dcterms:modified xsi:type="dcterms:W3CDTF">2026-01-27T06:33:01Z</dcterms:modified>
</cp:coreProperties>
</file>